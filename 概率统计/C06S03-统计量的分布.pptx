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508" r:id="rId2"/>
    <p:sldId id="499" r:id="rId3"/>
    <p:sldId id="496" r:id="rId4"/>
    <p:sldId id="500" r:id="rId5"/>
    <p:sldId id="501" r:id="rId6"/>
    <p:sldId id="511" r:id="rId7"/>
    <p:sldId id="509" r:id="rId8"/>
    <p:sldId id="430" r:id="rId9"/>
    <p:sldId id="461" r:id="rId10"/>
    <p:sldId id="279" r:id="rId11"/>
    <p:sldId id="280" r:id="rId12"/>
    <p:sldId id="484" r:id="rId13"/>
    <p:sldId id="450" r:id="rId14"/>
    <p:sldId id="503" r:id="rId15"/>
    <p:sldId id="504" r:id="rId16"/>
    <p:sldId id="505" r:id="rId17"/>
    <p:sldId id="510" r:id="rId18"/>
    <p:sldId id="485" r:id="rId19"/>
    <p:sldId id="506" r:id="rId20"/>
    <p:sldId id="453" r:id="rId21"/>
    <p:sldId id="449" r:id="rId22"/>
    <p:sldId id="448" r:id="rId23"/>
    <p:sldId id="452" r:id="rId24"/>
    <p:sldId id="465" r:id="rId25"/>
    <p:sldId id="466" r:id="rId26"/>
    <p:sldId id="260" r:id="rId27"/>
    <p:sldId id="507" r:id="rId28"/>
    <p:sldId id="290" r:id="rId29"/>
    <p:sldId id="258" r:id="rId30"/>
    <p:sldId id="259" r:id="rId31"/>
    <p:sldId id="455" r:id="rId32"/>
    <p:sldId id="456" r:id="rId33"/>
    <p:sldId id="263" r:id="rId34"/>
    <p:sldId id="285" r:id="rId35"/>
    <p:sldId id="264" r:id="rId36"/>
    <p:sldId id="265" r:id="rId37"/>
    <p:sldId id="286" r:id="rId38"/>
    <p:sldId id="266" r:id="rId39"/>
    <p:sldId id="267" r:id="rId40"/>
    <p:sldId id="287" r:id="rId41"/>
    <p:sldId id="459" r:id="rId42"/>
    <p:sldId id="268" r:id="rId43"/>
    <p:sldId id="269" r:id="rId44"/>
    <p:sldId id="270" r:id="rId45"/>
    <p:sldId id="457" r:id="rId46"/>
    <p:sldId id="460" r:id="rId47"/>
    <p:sldId id="304" r:id="rId48"/>
    <p:sldId id="301" r:id="rId49"/>
    <p:sldId id="302" r:id="rId50"/>
    <p:sldId id="303" r:id="rId51"/>
    <p:sldId id="490" r:id="rId52"/>
    <p:sldId id="487" r:id="rId53"/>
    <p:sldId id="271" r:id="rId54"/>
    <p:sldId id="491" r:id="rId55"/>
    <p:sldId id="272" r:id="rId56"/>
    <p:sldId id="289" r:id="rId57"/>
    <p:sldId id="274" r:id="rId58"/>
    <p:sldId id="467" r:id="rId59"/>
    <p:sldId id="275" r:id="rId60"/>
    <p:sldId id="462" r:id="rId61"/>
    <p:sldId id="488" r:id="rId62"/>
    <p:sldId id="463" r:id="rId63"/>
    <p:sldId id="494" r:id="rId64"/>
    <p:sldId id="512" r:id="rId65"/>
    <p:sldId id="305" r:id="rId66"/>
    <p:sldId id="282" r:id="rId67"/>
    <p:sldId id="261" r:id="rId68"/>
    <p:sldId id="283" r:id="rId69"/>
    <p:sldId id="284" r:id="rId70"/>
    <p:sldId id="262" r:id="rId7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625C2E-0573-2540-86F6-A258116BE49F}" v="377" dt="2023-05-22T08:45:49.831"/>
    <p1510:client id="{BE77E448-9288-9E4F-A91E-802EF552719A}" v="2" dt="2023-05-22T23:48:11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3206"/>
    <p:restoredTop sz="94704"/>
  </p:normalViewPr>
  <p:slideViewPr>
    <p:cSldViewPr snapToGrid="0">
      <p:cViewPr varScale="1">
        <p:scale>
          <a:sx n="83" d="100"/>
          <a:sy n="83" d="100"/>
        </p:scale>
        <p:origin x="31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439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" userId="d19317889db4c986" providerId="LiveId" clId="{87B80D5F-376B-4FDC-A903-B90F0BDAFB87}"/>
    <pc:docChg chg="custSel addSld delSld modSld sldOrd">
      <pc:chgData name="Fei" userId="d19317889db4c986" providerId="LiveId" clId="{87B80D5F-376B-4FDC-A903-B90F0BDAFB87}" dt="2022-06-09T02:43:38.961" v="120" actId="207"/>
      <pc:docMkLst>
        <pc:docMk/>
      </pc:docMkLst>
      <pc:sldChg chg="modSp">
        <pc:chgData name="Fei" userId="d19317889db4c986" providerId="LiveId" clId="{87B80D5F-376B-4FDC-A903-B90F0BDAFB87}" dt="2022-06-09T02:43:38.961" v="120" actId="207"/>
        <pc:sldMkLst>
          <pc:docMk/>
          <pc:sldMk cId="1646109125" sldId="274"/>
        </pc:sldMkLst>
        <pc:spChg chg="mod">
          <ac:chgData name="Fei" userId="d19317889db4c986" providerId="LiveId" clId="{87B80D5F-376B-4FDC-A903-B90F0BDAFB87}" dt="2022-06-09T02:43:38.961" v="120" actId="207"/>
          <ac:spMkLst>
            <pc:docMk/>
            <pc:sldMk cId="1646109125" sldId="274"/>
            <ac:spMk id="4" creationId="{B1736E36-045B-BB5F-3A90-DAB70AD7DD0D}"/>
          </ac:spMkLst>
        </pc:spChg>
      </pc:sldChg>
      <pc:sldChg chg="addSp modSp mod modAnim">
        <pc:chgData name="Fei" userId="d19317889db4c986" providerId="LiveId" clId="{87B80D5F-376B-4FDC-A903-B90F0BDAFB87}" dt="2022-06-09T02:23:23.220" v="12"/>
        <pc:sldMkLst>
          <pc:docMk/>
          <pc:sldMk cId="1902181715" sldId="301"/>
        </pc:sldMkLst>
        <pc:spChg chg="add mod">
          <ac:chgData name="Fei" userId="d19317889db4c986" providerId="LiveId" clId="{87B80D5F-376B-4FDC-A903-B90F0BDAFB87}" dt="2022-06-09T02:23:02.221" v="11" actId="1038"/>
          <ac:spMkLst>
            <pc:docMk/>
            <pc:sldMk cId="1902181715" sldId="301"/>
            <ac:spMk id="2" creationId="{B3BEFAAC-BE9E-3D55-FB6D-4FAE9DD3CBBD}"/>
          </ac:spMkLst>
        </pc:spChg>
      </pc:sldChg>
      <pc:sldChg chg="ord">
        <pc:chgData name="Fei" userId="d19317889db4c986" providerId="LiveId" clId="{87B80D5F-376B-4FDC-A903-B90F0BDAFB87}" dt="2022-06-09T02:42:27.991" v="111"/>
        <pc:sldMkLst>
          <pc:docMk/>
          <pc:sldMk cId="31547458" sldId="462"/>
        </pc:sldMkLst>
      </pc:sldChg>
      <pc:sldChg chg="ord">
        <pc:chgData name="Fei" userId="d19317889db4c986" providerId="LiveId" clId="{87B80D5F-376B-4FDC-A903-B90F0BDAFB87}" dt="2022-06-09T02:42:36.130" v="116"/>
        <pc:sldMkLst>
          <pc:docMk/>
          <pc:sldMk cId="339884859" sldId="463"/>
        </pc:sldMkLst>
      </pc:sldChg>
      <pc:sldChg chg="delSp del modAnim">
        <pc:chgData name="Fei" userId="d19317889db4c986" providerId="LiveId" clId="{87B80D5F-376B-4FDC-A903-B90F0BDAFB87}" dt="2022-06-09T02:40:26.047" v="102" actId="47"/>
        <pc:sldMkLst>
          <pc:docMk/>
          <pc:sldMk cId="943124959" sldId="468"/>
        </pc:sldMkLst>
        <pc:grpChg chg="del">
          <ac:chgData name="Fei" userId="d19317889db4c986" providerId="LiveId" clId="{87B80D5F-376B-4FDC-A903-B90F0BDAFB87}" dt="2022-06-09T02:40:11.890" v="99" actId="21"/>
          <ac:grpSpMkLst>
            <pc:docMk/>
            <pc:sldMk cId="943124959" sldId="468"/>
            <ac:grpSpMk id="20" creationId="{1EA00F37-4CE0-C001-9120-37649FEB3BDF}"/>
          </ac:grpSpMkLst>
        </pc:grpChg>
      </pc:sldChg>
      <pc:sldChg chg="del">
        <pc:chgData name="Fei" userId="d19317889db4c986" providerId="LiveId" clId="{87B80D5F-376B-4FDC-A903-B90F0BDAFB87}" dt="2022-06-09T02:22:26.411" v="0" actId="47"/>
        <pc:sldMkLst>
          <pc:docMk/>
          <pc:sldMk cId="1778580483" sldId="486"/>
        </pc:sldMkLst>
      </pc:sldChg>
      <pc:sldChg chg="modSp mod">
        <pc:chgData name="Fei" userId="d19317889db4c986" providerId="LiveId" clId="{87B80D5F-376B-4FDC-A903-B90F0BDAFB87}" dt="2022-06-09T02:24:40.901" v="16" actId="404"/>
        <pc:sldMkLst>
          <pc:docMk/>
          <pc:sldMk cId="4207790522" sldId="487"/>
        </pc:sldMkLst>
        <pc:spChg chg="mod">
          <ac:chgData name="Fei" userId="d19317889db4c986" providerId="LiveId" clId="{87B80D5F-376B-4FDC-A903-B90F0BDAFB87}" dt="2022-06-09T02:24:40.901" v="16" actId="404"/>
          <ac:spMkLst>
            <pc:docMk/>
            <pc:sldMk cId="4207790522" sldId="487"/>
            <ac:spMk id="2" creationId="{2CF2FD8F-231E-EA48-A6AC-514E4B0DADCF}"/>
          </ac:spMkLst>
        </pc:spChg>
      </pc:sldChg>
      <pc:sldChg chg="delSp mod ord">
        <pc:chgData name="Fei" userId="d19317889db4c986" providerId="LiveId" clId="{87B80D5F-376B-4FDC-A903-B90F0BDAFB87}" dt="2022-06-09T02:42:33.469" v="114" actId="478"/>
        <pc:sldMkLst>
          <pc:docMk/>
          <pc:sldMk cId="2082928368" sldId="488"/>
        </pc:sldMkLst>
        <pc:spChg chg="del">
          <ac:chgData name="Fei" userId="d19317889db4c986" providerId="LiveId" clId="{87B80D5F-376B-4FDC-A903-B90F0BDAFB87}" dt="2022-06-09T02:42:33.469" v="114" actId="478"/>
          <ac:spMkLst>
            <pc:docMk/>
            <pc:sldMk cId="2082928368" sldId="488"/>
            <ac:spMk id="8" creationId="{42DABD28-1B26-F620-4E47-7FDB48D76FE8}"/>
          </ac:spMkLst>
        </pc:spChg>
      </pc:sldChg>
      <pc:sldChg chg="add">
        <pc:chgData name="Fei" userId="d19317889db4c986" providerId="LiveId" clId="{87B80D5F-376B-4FDC-A903-B90F0BDAFB87}" dt="2022-06-09T02:31:31.745" v="17"/>
        <pc:sldMkLst>
          <pc:docMk/>
          <pc:sldMk cId="1105663547" sldId="490"/>
        </pc:sldMkLst>
      </pc:sldChg>
      <pc:sldChg chg="addSp delSp modSp new mod modAnim">
        <pc:chgData name="Fei" userId="d19317889db4c986" providerId="LiveId" clId="{87B80D5F-376B-4FDC-A903-B90F0BDAFB87}" dt="2022-06-09T02:41:51.519" v="109"/>
        <pc:sldMkLst>
          <pc:docMk/>
          <pc:sldMk cId="2656478357" sldId="491"/>
        </pc:sldMkLst>
        <pc:spChg chg="del">
          <ac:chgData name="Fei" userId="d19317889db4c986" providerId="LiveId" clId="{87B80D5F-376B-4FDC-A903-B90F0BDAFB87}" dt="2022-06-09T02:33:53.764" v="19" actId="478"/>
          <ac:spMkLst>
            <pc:docMk/>
            <pc:sldMk cId="2656478357" sldId="491"/>
            <ac:spMk id="2" creationId="{3E7206F8-2EE4-BFAD-C865-24DBDF44E44E}"/>
          </ac:spMkLst>
        </pc:spChg>
        <pc:spChg chg="del">
          <ac:chgData name="Fei" userId="d19317889db4c986" providerId="LiveId" clId="{87B80D5F-376B-4FDC-A903-B90F0BDAFB87}" dt="2022-06-09T02:33:55.675" v="20" actId="478"/>
          <ac:spMkLst>
            <pc:docMk/>
            <pc:sldMk cId="2656478357" sldId="491"/>
            <ac:spMk id="3" creationId="{6BCC1462-BDCA-9B63-1E74-859C857BAEEE}"/>
          </ac:spMkLst>
        </pc:spChg>
        <pc:spChg chg="add mod">
          <ac:chgData name="Fei" userId="d19317889db4c986" providerId="LiveId" clId="{87B80D5F-376B-4FDC-A903-B90F0BDAFB87}" dt="2022-06-09T02:41:46.740" v="108" actId="403"/>
          <ac:spMkLst>
            <pc:docMk/>
            <pc:sldMk cId="2656478357" sldId="491"/>
            <ac:spMk id="7" creationId="{56225AE7-C793-E6E8-CDE5-AECA00E32FB3}"/>
          </ac:spMkLst>
        </pc:spChg>
        <pc:picChg chg="add mod">
          <ac:chgData name="Fei" userId="d19317889db4c986" providerId="LiveId" clId="{87B80D5F-376B-4FDC-A903-B90F0BDAFB87}" dt="2022-06-09T02:41:43.300" v="105" actId="1076"/>
          <ac:picMkLst>
            <pc:docMk/>
            <pc:sldMk cId="2656478357" sldId="491"/>
            <ac:picMk id="5" creationId="{690EE8BA-3E4C-CE27-FB89-42DC512397AB}"/>
          </ac:picMkLst>
        </pc:picChg>
      </pc:sldChg>
      <pc:sldChg chg="addSp delSp modSp new mod modAnim">
        <pc:chgData name="Fei" userId="d19317889db4c986" providerId="LiveId" clId="{87B80D5F-376B-4FDC-A903-B90F0BDAFB87}" dt="2022-06-09T02:42:49.021" v="118" actId="1076"/>
        <pc:sldMkLst>
          <pc:docMk/>
          <pc:sldMk cId="2401520465" sldId="492"/>
        </pc:sldMkLst>
        <pc:spChg chg="del">
          <ac:chgData name="Fei" userId="d19317889db4c986" providerId="LiveId" clId="{87B80D5F-376B-4FDC-A903-B90F0BDAFB87}" dt="2022-06-09T02:34:34.265" v="25" actId="478"/>
          <ac:spMkLst>
            <pc:docMk/>
            <pc:sldMk cId="2401520465" sldId="492"/>
            <ac:spMk id="2" creationId="{FEBD7C7B-9202-6556-B8D0-83A82E909828}"/>
          </ac:spMkLst>
        </pc:spChg>
        <pc:spChg chg="mod">
          <ac:chgData name="Fei" userId="d19317889db4c986" providerId="LiveId" clId="{87B80D5F-376B-4FDC-A903-B90F0BDAFB87}" dt="2022-06-09T02:39:55.011" v="96" actId="1076"/>
          <ac:spMkLst>
            <pc:docMk/>
            <pc:sldMk cId="2401520465" sldId="492"/>
            <ac:spMk id="3" creationId="{0ACFCC2C-329E-E5D4-C268-49055AA4DB83}"/>
          </ac:spMkLst>
        </pc:spChg>
        <pc:spChg chg="add mod">
          <ac:chgData name="Fei" userId="d19317889db4c986" providerId="LiveId" clId="{87B80D5F-376B-4FDC-A903-B90F0BDAFB87}" dt="2022-06-09T02:39:58.837" v="97" actId="1076"/>
          <ac:spMkLst>
            <pc:docMk/>
            <pc:sldMk cId="2401520465" sldId="492"/>
            <ac:spMk id="4" creationId="{B30AB209-472E-172F-FBC9-670070CDAC5F}"/>
          </ac:spMkLst>
        </pc:spChg>
        <pc:spChg chg="add mod">
          <ac:chgData name="Fei" userId="d19317889db4c986" providerId="LiveId" clId="{87B80D5F-376B-4FDC-A903-B90F0BDAFB87}" dt="2022-06-09T02:40:01.461" v="98" actId="1076"/>
          <ac:spMkLst>
            <pc:docMk/>
            <pc:sldMk cId="2401520465" sldId="492"/>
            <ac:spMk id="5" creationId="{4F6EA468-954E-C9F1-9242-A191DDCF0D9C}"/>
          </ac:spMkLst>
        </pc:spChg>
        <pc:spChg chg="mod">
          <ac:chgData name="Fei" userId="d19317889db4c986" providerId="LiveId" clId="{87B80D5F-376B-4FDC-A903-B90F0BDAFB87}" dt="2022-06-09T02:40:24.097" v="101" actId="1076"/>
          <ac:spMkLst>
            <pc:docMk/>
            <pc:sldMk cId="2401520465" sldId="492"/>
            <ac:spMk id="7" creationId="{1041EC37-DDBA-6BCE-AC35-19189D22C770}"/>
          </ac:spMkLst>
        </pc:spChg>
        <pc:spChg chg="mod">
          <ac:chgData name="Fei" userId="d19317889db4c986" providerId="LiveId" clId="{87B80D5F-376B-4FDC-A903-B90F0BDAFB87}" dt="2022-06-09T02:40:24.097" v="101" actId="1076"/>
          <ac:spMkLst>
            <pc:docMk/>
            <pc:sldMk cId="2401520465" sldId="492"/>
            <ac:spMk id="9" creationId="{053BA303-487A-BEF4-4BE9-34696F4549DA}"/>
          </ac:spMkLst>
        </pc:spChg>
        <pc:spChg chg="mod">
          <ac:chgData name="Fei" userId="d19317889db4c986" providerId="LiveId" clId="{87B80D5F-376B-4FDC-A903-B90F0BDAFB87}" dt="2022-06-09T02:40:24.097" v="101" actId="1076"/>
          <ac:spMkLst>
            <pc:docMk/>
            <pc:sldMk cId="2401520465" sldId="492"/>
            <ac:spMk id="11" creationId="{B3E5583E-64D6-C176-3882-D092A0A39E42}"/>
          </ac:spMkLst>
        </pc:spChg>
        <pc:spChg chg="mod">
          <ac:chgData name="Fei" userId="d19317889db4c986" providerId="LiveId" clId="{87B80D5F-376B-4FDC-A903-B90F0BDAFB87}" dt="2022-06-09T02:40:24.097" v="101" actId="1076"/>
          <ac:spMkLst>
            <pc:docMk/>
            <pc:sldMk cId="2401520465" sldId="492"/>
            <ac:spMk id="12" creationId="{4472EF92-51B9-BFF8-C6B9-AD58E6E69317}"/>
          </ac:spMkLst>
        </pc:spChg>
        <pc:spChg chg="mod">
          <ac:chgData name="Fei" userId="d19317889db4c986" providerId="LiveId" clId="{87B80D5F-376B-4FDC-A903-B90F0BDAFB87}" dt="2022-06-09T02:40:24.097" v="101" actId="1076"/>
          <ac:spMkLst>
            <pc:docMk/>
            <pc:sldMk cId="2401520465" sldId="492"/>
            <ac:spMk id="14" creationId="{6D7EEDA2-84F2-DBEA-7B40-8A7B1F9DE691}"/>
          </ac:spMkLst>
        </pc:spChg>
        <pc:spChg chg="mod">
          <ac:chgData name="Fei" userId="d19317889db4c986" providerId="LiveId" clId="{87B80D5F-376B-4FDC-A903-B90F0BDAFB87}" dt="2022-06-09T02:40:24.097" v="101" actId="1076"/>
          <ac:spMkLst>
            <pc:docMk/>
            <pc:sldMk cId="2401520465" sldId="492"/>
            <ac:spMk id="16" creationId="{FC463CC1-BAC5-28F1-D594-01A177F21B02}"/>
          </ac:spMkLst>
        </pc:spChg>
        <pc:spChg chg="mod">
          <ac:chgData name="Fei" userId="d19317889db4c986" providerId="LiveId" clId="{87B80D5F-376B-4FDC-A903-B90F0BDAFB87}" dt="2022-06-09T02:40:24.097" v="101" actId="1076"/>
          <ac:spMkLst>
            <pc:docMk/>
            <pc:sldMk cId="2401520465" sldId="492"/>
            <ac:spMk id="17" creationId="{B8D80171-D61B-B449-4CF4-6D055A619C43}"/>
          </ac:spMkLst>
        </pc:spChg>
        <pc:spChg chg="add mod">
          <ac:chgData name="Fei" userId="d19317889db4c986" providerId="LiveId" clId="{87B80D5F-376B-4FDC-A903-B90F0BDAFB87}" dt="2022-06-09T02:42:49.021" v="118" actId="1076"/>
          <ac:spMkLst>
            <pc:docMk/>
            <pc:sldMk cId="2401520465" sldId="492"/>
            <ac:spMk id="19" creationId="{32EB7555-A24C-85AF-2390-ABD3AA939898}"/>
          </ac:spMkLst>
        </pc:spChg>
        <pc:grpChg chg="add mod">
          <ac:chgData name="Fei" userId="d19317889db4c986" providerId="LiveId" clId="{87B80D5F-376B-4FDC-A903-B90F0BDAFB87}" dt="2022-06-09T02:40:24.097" v="101" actId="1076"/>
          <ac:grpSpMkLst>
            <pc:docMk/>
            <pc:sldMk cId="2401520465" sldId="492"/>
            <ac:grpSpMk id="6" creationId="{5D486F13-CBCF-B110-F593-FDCECD8B7E2D}"/>
          </ac:grpSpMkLst>
        </pc:grpChg>
        <pc:grpChg chg="mod">
          <ac:chgData name="Fei" userId="d19317889db4c986" providerId="LiveId" clId="{87B80D5F-376B-4FDC-A903-B90F0BDAFB87}" dt="2022-06-09T02:40:24.097" v="101" actId="1076"/>
          <ac:grpSpMkLst>
            <pc:docMk/>
            <pc:sldMk cId="2401520465" sldId="492"/>
            <ac:grpSpMk id="8" creationId="{111480C3-DFCF-16E4-06F2-9046BFC14768}"/>
          </ac:grpSpMkLst>
        </pc:grpChg>
        <pc:grpChg chg="mod">
          <ac:chgData name="Fei" userId="d19317889db4c986" providerId="LiveId" clId="{87B80D5F-376B-4FDC-A903-B90F0BDAFB87}" dt="2022-06-09T02:40:24.097" v="101" actId="1076"/>
          <ac:grpSpMkLst>
            <pc:docMk/>
            <pc:sldMk cId="2401520465" sldId="492"/>
            <ac:grpSpMk id="10" creationId="{F9391F64-44A3-2741-5AB2-1157A93586B1}"/>
          </ac:grpSpMkLst>
        </pc:grpChg>
        <pc:graphicFrameChg chg="mod">
          <ac:chgData name="Fei" userId="d19317889db4c986" providerId="LiveId" clId="{87B80D5F-376B-4FDC-A903-B90F0BDAFB87}" dt="2022-06-09T02:40:24.097" v="101" actId="1076"/>
          <ac:graphicFrameMkLst>
            <pc:docMk/>
            <pc:sldMk cId="2401520465" sldId="492"/>
            <ac:graphicFrameMk id="13" creationId="{17E8C687-4E1F-B4D8-58E4-31F72A297E3C}"/>
          </ac:graphicFrameMkLst>
        </pc:graphicFrameChg>
        <pc:graphicFrameChg chg="mod">
          <ac:chgData name="Fei" userId="d19317889db4c986" providerId="LiveId" clId="{87B80D5F-376B-4FDC-A903-B90F0BDAFB87}" dt="2022-06-09T02:40:24.097" v="101" actId="1076"/>
          <ac:graphicFrameMkLst>
            <pc:docMk/>
            <pc:sldMk cId="2401520465" sldId="492"/>
            <ac:graphicFrameMk id="15" creationId="{6D548E18-51B0-177D-1511-F61A00252B29}"/>
          </ac:graphicFrameMkLst>
        </pc:graphicFrameChg>
        <pc:graphicFrameChg chg="mod">
          <ac:chgData name="Fei" userId="d19317889db4c986" providerId="LiveId" clId="{87B80D5F-376B-4FDC-A903-B90F0BDAFB87}" dt="2022-06-09T02:40:24.097" v="101" actId="1076"/>
          <ac:graphicFrameMkLst>
            <pc:docMk/>
            <pc:sldMk cId="2401520465" sldId="492"/>
            <ac:graphicFrameMk id="18" creationId="{283D2E69-1265-BC6A-2D10-5D68C7691076}"/>
          </ac:graphicFrameMkLst>
        </pc:graphicFrameChg>
      </pc:sldChg>
    </pc:docChg>
  </pc:docChgLst>
  <pc:docChgLst>
    <pc:chgData name="Fei Zheng" userId="d19317889db4c986" providerId="LiveId" clId="{52952FFC-09ED-2343-B43A-D47B83101583}"/>
    <pc:docChg chg="undo custSel addSld delSld modSld">
      <pc:chgData name="Fei Zheng" userId="d19317889db4c986" providerId="LiveId" clId="{52952FFC-09ED-2343-B43A-D47B83101583}" dt="2023-04-17T05:39:42.479" v="835"/>
      <pc:docMkLst>
        <pc:docMk/>
      </pc:docMkLst>
      <pc:sldChg chg="modSp">
        <pc:chgData name="Fei Zheng" userId="d19317889db4c986" providerId="LiveId" clId="{52952FFC-09ED-2343-B43A-D47B83101583}" dt="2023-04-16T06:00:42.943" v="16"/>
        <pc:sldMkLst>
          <pc:docMk/>
          <pc:sldMk cId="952918842" sldId="258"/>
        </pc:sldMkLst>
        <pc:spChg chg="mod">
          <ac:chgData name="Fei Zheng" userId="d19317889db4c986" providerId="LiveId" clId="{52952FFC-09ED-2343-B43A-D47B83101583}" dt="2023-04-16T06:00:42.943" v="16"/>
          <ac:spMkLst>
            <pc:docMk/>
            <pc:sldMk cId="952918842" sldId="258"/>
            <ac:spMk id="4" creationId="{8FD622FA-AEED-2CFD-2BEF-D04408525AE6}"/>
          </ac:spMkLst>
        </pc:spChg>
      </pc:sldChg>
      <pc:sldChg chg="modSp">
        <pc:chgData name="Fei Zheng" userId="d19317889db4c986" providerId="LiveId" clId="{52952FFC-09ED-2343-B43A-D47B83101583}" dt="2023-04-16T06:00:53.244" v="18"/>
        <pc:sldMkLst>
          <pc:docMk/>
          <pc:sldMk cId="3022274187" sldId="259"/>
        </pc:sldMkLst>
        <pc:spChg chg="mod">
          <ac:chgData name="Fei Zheng" userId="d19317889db4c986" providerId="LiveId" clId="{52952FFC-09ED-2343-B43A-D47B83101583}" dt="2023-04-16T06:00:53.244" v="18"/>
          <ac:spMkLst>
            <pc:docMk/>
            <pc:sldMk cId="3022274187" sldId="259"/>
            <ac:spMk id="4" creationId="{94C98053-0B56-0FEC-63BC-5859264A90E6}"/>
          </ac:spMkLst>
        </pc:spChg>
      </pc:sldChg>
      <pc:sldChg chg="addSp delSp modSp mod">
        <pc:chgData name="Fei Zheng" userId="d19317889db4c986" providerId="LiveId" clId="{52952FFC-09ED-2343-B43A-D47B83101583}" dt="2023-04-17T05:31:11.427" v="768" actId="1076"/>
        <pc:sldMkLst>
          <pc:docMk/>
          <pc:sldMk cId="2879870712" sldId="260"/>
        </pc:sldMkLst>
        <pc:spChg chg="mod">
          <ac:chgData name="Fei Zheng" userId="d19317889db4c986" providerId="LiveId" clId="{52952FFC-09ED-2343-B43A-D47B83101583}" dt="2023-04-17T05:29:54.462" v="723" actId="167"/>
          <ac:spMkLst>
            <pc:docMk/>
            <pc:sldMk cId="2879870712" sldId="260"/>
            <ac:spMk id="2" creationId="{D821DB00-C296-D02A-8E7D-DE5402E736DD}"/>
          </ac:spMkLst>
        </pc:spChg>
        <pc:spChg chg="add mod">
          <ac:chgData name="Fei Zheng" userId="d19317889db4c986" providerId="LiveId" clId="{52952FFC-09ED-2343-B43A-D47B83101583}" dt="2023-04-17T05:31:11.427" v="768" actId="1076"/>
          <ac:spMkLst>
            <pc:docMk/>
            <pc:sldMk cId="2879870712" sldId="260"/>
            <ac:spMk id="3" creationId="{DE84DFDF-6DA0-3C31-20A3-453F7B752E1D}"/>
          </ac:spMkLst>
        </pc:spChg>
        <pc:spChg chg="mod">
          <ac:chgData name="Fei Zheng" userId="d19317889db4c986" providerId="LiveId" clId="{52952FFC-09ED-2343-B43A-D47B83101583}" dt="2023-04-17T05:31:08.050" v="767" actId="20577"/>
          <ac:spMkLst>
            <pc:docMk/>
            <pc:sldMk cId="2879870712" sldId="260"/>
            <ac:spMk id="4" creationId="{26EDBDF4-3FAC-0174-BE48-77F43B8C3913}"/>
          </ac:spMkLst>
        </pc:spChg>
        <pc:spChg chg="add del mod">
          <ac:chgData name="Fei Zheng" userId="d19317889db4c986" providerId="LiveId" clId="{52952FFC-09ED-2343-B43A-D47B83101583}" dt="2023-04-17T05:31:06.372" v="766" actId="478"/>
          <ac:spMkLst>
            <pc:docMk/>
            <pc:sldMk cId="2879870712" sldId="260"/>
            <ac:spMk id="5" creationId="{A5929C22-83D7-435E-9F58-4522FA16C119}"/>
          </ac:spMkLst>
        </pc:spChg>
        <pc:picChg chg="del mod">
          <ac:chgData name="Fei Zheng" userId="d19317889db4c986" providerId="LiveId" clId="{52952FFC-09ED-2343-B43A-D47B83101583}" dt="2023-04-17T05:29:55.516" v="724" actId="478"/>
          <ac:picMkLst>
            <pc:docMk/>
            <pc:sldMk cId="2879870712" sldId="260"/>
            <ac:picMk id="6" creationId="{188CF30E-2333-2F83-A566-B3F8BD8476DA}"/>
          </ac:picMkLst>
        </pc:picChg>
        <pc:picChg chg="del mod">
          <ac:chgData name="Fei Zheng" userId="d19317889db4c986" providerId="LiveId" clId="{52952FFC-09ED-2343-B43A-D47B83101583}" dt="2023-04-17T05:29:46.154" v="722" actId="478"/>
          <ac:picMkLst>
            <pc:docMk/>
            <pc:sldMk cId="2879870712" sldId="260"/>
            <ac:picMk id="8" creationId="{60290213-81CA-2B2D-83B4-CBF8C246916E}"/>
          </ac:picMkLst>
        </pc:picChg>
      </pc:sldChg>
      <pc:sldChg chg="modSp">
        <pc:chgData name="Fei Zheng" userId="d19317889db4c986" providerId="LiveId" clId="{52952FFC-09ED-2343-B43A-D47B83101583}" dt="2023-04-16T06:01:12.234" v="19"/>
        <pc:sldMkLst>
          <pc:docMk/>
          <pc:sldMk cId="1869799505" sldId="263"/>
        </pc:sldMkLst>
        <pc:spChg chg="mod">
          <ac:chgData name="Fei Zheng" userId="d19317889db4c986" providerId="LiveId" clId="{52952FFC-09ED-2343-B43A-D47B83101583}" dt="2023-04-16T06:01:12.234" v="19"/>
          <ac:spMkLst>
            <pc:docMk/>
            <pc:sldMk cId="1869799505" sldId="263"/>
            <ac:spMk id="3" creationId="{1E1489C8-85B5-37E4-5FE4-B98DADC7080B}"/>
          </ac:spMkLst>
        </pc:spChg>
      </pc:sldChg>
      <pc:sldChg chg="modSp">
        <pc:chgData name="Fei Zheng" userId="d19317889db4c986" providerId="LiveId" clId="{52952FFC-09ED-2343-B43A-D47B83101583}" dt="2023-04-17T05:35:15.529" v="791"/>
        <pc:sldMkLst>
          <pc:docMk/>
          <pc:sldMk cId="1624645975" sldId="266"/>
        </pc:sldMkLst>
        <pc:spChg chg="mod">
          <ac:chgData name="Fei Zheng" userId="d19317889db4c986" providerId="LiveId" clId="{52952FFC-09ED-2343-B43A-D47B83101583}" dt="2023-04-17T05:35:15.529" v="791"/>
          <ac:spMkLst>
            <pc:docMk/>
            <pc:sldMk cId="1624645975" sldId="266"/>
            <ac:spMk id="4" creationId="{2A448F43-D6E5-E0EF-ED1F-22F6763C7119}"/>
          </ac:spMkLst>
        </pc:spChg>
        <pc:spChg chg="mod">
          <ac:chgData name="Fei Zheng" userId="d19317889db4c986" providerId="LiveId" clId="{52952FFC-09ED-2343-B43A-D47B83101583}" dt="2023-04-17T05:34:46.659" v="784"/>
          <ac:spMkLst>
            <pc:docMk/>
            <pc:sldMk cId="1624645975" sldId="266"/>
            <ac:spMk id="5" creationId="{3357561C-E0F6-6FF9-1836-B2EE961B90B2}"/>
          </ac:spMkLst>
        </pc:spChg>
      </pc:sldChg>
      <pc:sldChg chg="modSp mod">
        <pc:chgData name="Fei Zheng" userId="d19317889db4c986" providerId="LiveId" clId="{52952FFC-09ED-2343-B43A-D47B83101583}" dt="2023-04-17T05:35:37.582" v="799" actId="27636"/>
        <pc:sldMkLst>
          <pc:docMk/>
          <pc:sldMk cId="3644211386" sldId="267"/>
        </pc:sldMkLst>
        <pc:spChg chg="mod">
          <ac:chgData name="Fei Zheng" userId="d19317889db4c986" providerId="LiveId" clId="{52952FFC-09ED-2343-B43A-D47B83101583}" dt="2023-04-17T05:35:37.582" v="799" actId="27636"/>
          <ac:spMkLst>
            <pc:docMk/>
            <pc:sldMk cId="3644211386" sldId="267"/>
            <ac:spMk id="3" creationId="{C035DC90-89E0-96F6-C8B9-AC7BDF47F55A}"/>
          </ac:spMkLst>
        </pc:spChg>
      </pc:sldChg>
      <pc:sldChg chg="modSp">
        <pc:chgData name="Fei Zheng" userId="d19317889db4c986" providerId="LiveId" clId="{52952FFC-09ED-2343-B43A-D47B83101583}" dt="2023-04-17T05:36:28.247" v="809"/>
        <pc:sldMkLst>
          <pc:docMk/>
          <pc:sldMk cId="3226337148" sldId="268"/>
        </pc:sldMkLst>
        <pc:spChg chg="mod">
          <ac:chgData name="Fei Zheng" userId="d19317889db4c986" providerId="LiveId" clId="{52952FFC-09ED-2343-B43A-D47B83101583}" dt="2023-04-17T05:36:28.247" v="809"/>
          <ac:spMkLst>
            <pc:docMk/>
            <pc:sldMk cId="3226337148" sldId="268"/>
            <ac:spMk id="2" creationId="{27AF5700-9116-57FF-FB1A-3F5A0EBA941B}"/>
          </ac:spMkLst>
        </pc:spChg>
        <pc:spChg chg="mod">
          <ac:chgData name="Fei Zheng" userId="d19317889db4c986" providerId="LiveId" clId="{52952FFC-09ED-2343-B43A-D47B83101583}" dt="2023-04-17T05:36:22.438" v="808"/>
          <ac:spMkLst>
            <pc:docMk/>
            <pc:sldMk cId="3226337148" sldId="268"/>
            <ac:spMk id="4" creationId="{C688116A-66DE-FFDE-9EA2-2E481073D370}"/>
          </ac:spMkLst>
        </pc:spChg>
        <pc:spChg chg="mod">
          <ac:chgData name="Fei Zheng" userId="d19317889db4c986" providerId="LiveId" clId="{52952FFC-09ED-2343-B43A-D47B83101583}" dt="2023-04-17T05:36:10.606" v="805"/>
          <ac:spMkLst>
            <pc:docMk/>
            <pc:sldMk cId="3226337148" sldId="268"/>
            <ac:spMk id="5" creationId="{EF1609AF-172A-3BC6-8CA5-B290409B08CB}"/>
          </ac:spMkLst>
        </pc:spChg>
      </pc:sldChg>
      <pc:sldChg chg="modSp">
        <pc:chgData name="Fei Zheng" userId="d19317889db4c986" providerId="LiveId" clId="{52952FFC-09ED-2343-B43A-D47B83101583}" dt="2023-04-17T05:36:51.729" v="814" actId="16959"/>
        <pc:sldMkLst>
          <pc:docMk/>
          <pc:sldMk cId="294582498" sldId="269"/>
        </pc:sldMkLst>
        <pc:spChg chg="mod">
          <ac:chgData name="Fei Zheng" userId="d19317889db4c986" providerId="LiveId" clId="{52952FFC-09ED-2343-B43A-D47B83101583}" dt="2023-04-17T05:36:51.729" v="814" actId="16959"/>
          <ac:spMkLst>
            <pc:docMk/>
            <pc:sldMk cId="294582498" sldId="269"/>
            <ac:spMk id="3" creationId="{55331348-A8B9-0C5E-E788-501192C67E83}"/>
          </ac:spMkLst>
        </pc:spChg>
      </pc:sldChg>
      <pc:sldChg chg="modSp">
        <pc:chgData name="Fei Zheng" userId="d19317889db4c986" providerId="LiveId" clId="{52952FFC-09ED-2343-B43A-D47B83101583}" dt="2023-04-17T05:37:33.165" v="820"/>
        <pc:sldMkLst>
          <pc:docMk/>
          <pc:sldMk cId="814759319" sldId="270"/>
        </pc:sldMkLst>
        <pc:spChg chg="mod">
          <ac:chgData name="Fei Zheng" userId="d19317889db4c986" providerId="LiveId" clId="{52952FFC-09ED-2343-B43A-D47B83101583}" dt="2023-04-17T05:37:33.165" v="820"/>
          <ac:spMkLst>
            <pc:docMk/>
            <pc:sldMk cId="814759319" sldId="270"/>
            <ac:spMk id="4" creationId="{C7E7686B-5899-D2D5-5CF5-14234D197492}"/>
          </ac:spMkLst>
        </pc:spChg>
      </pc:sldChg>
      <pc:sldChg chg="modSp">
        <pc:chgData name="Fei Zheng" userId="d19317889db4c986" providerId="LiveId" clId="{52952FFC-09ED-2343-B43A-D47B83101583}" dt="2023-04-17T05:38:54.379" v="829"/>
        <pc:sldMkLst>
          <pc:docMk/>
          <pc:sldMk cId="264167182" sldId="271"/>
        </pc:sldMkLst>
        <pc:spChg chg="mod">
          <ac:chgData name="Fei Zheng" userId="d19317889db4c986" providerId="LiveId" clId="{52952FFC-09ED-2343-B43A-D47B83101583}" dt="2023-04-17T05:38:54.379" v="829"/>
          <ac:spMkLst>
            <pc:docMk/>
            <pc:sldMk cId="264167182" sldId="271"/>
            <ac:spMk id="4" creationId="{C1796343-2ECB-96DB-D6BC-542C3D9EF36B}"/>
          </ac:spMkLst>
        </pc:spChg>
      </pc:sldChg>
      <pc:sldChg chg="modSp">
        <pc:chgData name="Fei Zheng" userId="d19317889db4c986" providerId="LiveId" clId="{52952FFC-09ED-2343-B43A-D47B83101583}" dt="2023-04-17T05:39:22.513" v="831"/>
        <pc:sldMkLst>
          <pc:docMk/>
          <pc:sldMk cId="1072394337" sldId="272"/>
        </pc:sldMkLst>
        <pc:spChg chg="mod">
          <ac:chgData name="Fei Zheng" userId="d19317889db4c986" providerId="LiveId" clId="{52952FFC-09ED-2343-B43A-D47B83101583}" dt="2023-04-17T05:39:22.513" v="831"/>
          <ac:spMkLst>
            <pc:docMk/>
            <pc:sldMk cId="1072394337" sldId="272"/>
            <ac:spMk id="4" creationId="{D7C03941-75BE-25E1-F083-8954F2BE4F8D}"/>
          </ac:spMkLst>
        </pc:spChg>
      </pc:sldChg>
      <pc:sldChg chg="modSp mod">
        <pc:chgData name="Fei Zheng" userId="d19317889db4c986" providerId="LiveId" clId="{52952FFC-09ED-2343-B43A-D47B83101583}" dt="2023-04-17T05:08:09.400" v="280" actId="1076"/>
        <pc:sldMkLst>
          <pc:docMk/>
          <pc:sldMk cId="1957026071" sldId="280"/>
        </pc:sldMkLst>
        <pc:spChg chg="mod">
          <ac:chgData name="Fei Zheng" userId="d19317889db4c986" providerId="LiveId" clId="{52952FFC-09ED-2343-B43A-D47B83101583}" dt="2023-04-17T05:08:09.400" v="280" actId="1076"/>
          <ac:spMkLst>
            <pc:docMk/>
            <pc:sldMk cId="1957026071" sldId="280"/>
            <ac:spMk id="3" creationId="{3C1B9012-DE89-337B-8A60-BF634325EEBF}"/>
          </ac:spMkLst>
        </pc:spChg>
      </pc:sldChg>
      <pc:sldChg chg="modSp">
        <pc:chgData name="Fei Zheng" userId="d19317889db4c986" providerId="LiveId" clId="{52952FFC-09ED-2343-B43A-D47B83101583}" dt="2023-04-17T05:39:42.479" v="835"/>
        <pc:sldMkLst>
          <pc:docMk/>
          <pc:sldMk cId="3891245211" sldId="282"/>
        </pc:sldMkLst>
        <pc:spChg chg="mod">
          <ac:chgData name="Fei Zheng" userId="d19317889db4c986" providerId="LiveId" clId="{52952FFC-09ED-2343-B43A-D47B83101583}" dt="2023-04-17T05:39:42.479" v="835"/>
          <ac:spMkLst>
            <pc:docMk/>
            <pc:sldMk cId="3891245211" sldId="282"/>
            <ac:spMk id="4" creationId="{26EDBDF4-3FAC-0174-BE48-77F43B8C3913}"/>
          </ac:spMkLst>
        </pc:spChg>
      </pc:sldChg>
      <pc:sldChg chg="modSp">
        <pc:chgData name="Fei Zheng" userId="d19317889db4c986" providerId="LiveId" clId="{52952FFC-09ED-2343-B43A-D47B83101583}" dt="2023-04-17T05:34:39.110" v="783"/>
        <pc:sldMkLst>
          <pc:docMk/>
          <pc:sldMk cId="644826575" sldId="286"/>
        </pc:sldMkLst>
        <pc:spChg chg="mod">
          <ac:chgData name="Fei Zheng" userId="d19317889db4c986" providerId="LiveId" clId="{52952FFC-09ED-2343-B43A-D47B83101583}" dt="2023-04-17T05:34:39.110" v="783"/>
          <ac:spMkLst>
            <pc:docMk/>
            <pc:sldMk cId="644826575" sldId="286"/>
            <ac:spMk id="4" creationId="{30354C5F-F3D3-18E9-FA42-841333E878A9}"/>
          </ac:spMkLst>
        </pc:spChg>
      </pc:sldChg>
      <pc:sldChg chg="modSp">
        <pc:chgData name="Fei Zheng" userId="d19317889db4c986" providerId="LiveId" clId="{52952FFC-09ED-2343-B43A-D47B83101583}" dt="2023-04-17T05:35:43.778" v="800"/>
        <pc:sldMkLst>
          <pc:docMk/>
          <pc:sldMk cId="1008057070" sldId="287"/>
        </pc:sldMkLst>
        <pc:spChg chg="mod">
          <ac:chgData name="Fei Zheng" userId="d19317889db4c986" providerId="LiveId" clId="{52952FFC-09ED-2343-B43A-D47B83101583}" dt="2023-04-17T05:35:43.778" v="800"/>
          <ac:spMkLst>
            <pc:docMk/>
            <pc:sldMk cId="1008057070" sldId="287"/>
            <ac:spMk id="3" creationId="{C035DC90-89E0-96F6-C8B9-AC7BDF47F55A}"/>
          </ac:spMkLst>
        </pc:spChg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188046780" sldId="434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2474415889" sldId="441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4184174401" sldId="444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1781481049" sldId="447"/>
        </pc:sldMkLst>
      </pc:sldChg>
      <pc:sldChg chg="addSp modSp mod">
        <pc:chgData name="Fei Zheng" userId="d19317889db4c986" providerId="LiveId" clId="{52952FFC-09ED-2343-B43A-D47B83101583}" dt="2023-04-17T05:20:07.955" v="622" actId="1076"/>
        <pc:sldMkLst>
          <pc:docMk/>
          <pc:sldMk cId="1423296912" sldId="448"/>
        </pc:sldMkLst>
        <pc:spChg chg="add mod">
          <ac:chgData name="Fei Zheng" userId="d19317889db4c986" providerId="LiveId" clId="{52952FFC-09ED-2343-B43A-D47B83101583}" dt="2023-04-17T05:20:07.955" v="622" actId="1076"/>
          <ac:spMkLst>
            <pc:docMk/>
            <pc:sldMk cId="1423296912" sldId="448"/>
            <ac:spMk id="2" creationId="{031728BD-8212-5564-D465-BEA532784051}"/>
          </ac:spMkLst>
        </pc:spChg>
        <pc:picChg chg="mod modCrop">
          <ac:chgData name="Fei Zheng" userId="d19317889db4c986" providerId="LiveId" clId="{52952FFC-09ED-2343-B43A-D47B83101583}" dt="2023-04-17T05:20:07.955" v="622" actId="1076"/>
          <ac:picMkLst>
            <pc:docMk/>
            <pc:sldMk cId="1423296912" sldId="448"/>
            <ac:picMk id="5" creationId="{BF99F46C-89B3-F82E-2B65-0E689E00513B}"/>
          </ac:picMkLst>
        </pc:picChg>
      </pc:sldChg>
      <pc:sldChg chg="addSp delSp modSp mod delAnim">
        <pc:chgData name="Fei Zheng" userId="d19317889db4c986" providerId="LiveId" clId="{52952FFC-09ED-2343-B43A-D47B83101583}" dt="2023-04-17T05:11:06.644" v="332"/>
        <pc:sldMkLst>
          <pc:docMk/>
          <pc:sldMk cId="2236009996" sldId="450"/>
        </pc:sldMkLst>
        <pc:spChg chg="del">
          <ac:chgData name="Fei Zheng" userId="d19317889db4c986" providerId="LiveId" clId="{52952FFC-09ED-2343-B43A-D47B83101583}" dt="2023-04-17T05:10:25.086" v="328" actId="478"/>
          <ac:spMkLst>
            <pc:docMk/>
            <pc:sldMk cId="2236009996" sldId="450"/>
            <ac:spMk id="2" creationId="{FFF3A590-0E05-0EE7-231A-6457E1BA9C2D}"/>
          </ac:spMkLst>
        </pc:spChg>
        <pc:spChg chg="add mod">
          <ac:chgData name="Fei Zheng" userId="d19317889db4c986" providerId="LiveId" clId="{52952FFC-09ED-2343-B43A-D47B83101583}" dt="2023-04-17T05:11:06.644" v="332"/>
          <ac:spMkLst>
            <pc:docMk/>
            <pc:sldMk cId="2236009996" sldId="450"/>
            <ac:spMk id="3" creationId="{4F2D2897-779F-693C-E644-307BF1C66B98}"/>
          </ac:spMkLst>
        </pc:spChg>
        <pc:spChg chg="del mod">
          <ac:chgData name="Fei Zheng" userId="d19317889db4c986" providerId="LiveId" clId="{52952FFC-09ED-2343-B43A-D47B83101583}" dt="2023-04-17T05:11:06.165" v="331" actId="478"/>
          <ac:spMkLst>
            <pc:docMk/>
            <pc:sldMk cId="2236009996" sldId="450"/>
            <ac:spMk id="6" creationId="{38A6873E-7B75-3037-4713-B66005A5167D}"/>
          </ac:spMkLst>
        </pc:spChg>
        <pc:picChg chg="mod modCrop">
          <ac:chgData name="Fei Zheng" userId="d19317889db4c986" providerId="LiveId" clId="{52952FFC-09ED-2343-B43A-D47B83101583}" dt="2023-04-17T05:10:38.743" v="330" actId="732"/>
          <ac:picMkLst>
            <pc:docMk/>
            <pc:sldMk cId="2236009996" sldId="450"/>
            <ac:picMk id="5" creationId="{47DFD40D-40C1-DA63-4A3C-4FE2635C830B}"/>
          </ac:picMkLst>
        </pc:picChg>
      </pc:sldChg>
      <pc:sldChg chg="addSp delSp modSp mod modShow">
        <pc:chgData name="Fei Zheng" userId="d19317889db4c986" providerId="LiveId" clId="{52952FFC-09ED-2343-B43A-D47B83101583}" dt="2023-04-17T05:12:45.615" v="424" actId="729"/>
        <pc:sldMkLst>
          <pc:docMk/>
          <pc:sldMk cId="3985359709" sldId="451"/>
        </pc:sldMkLst>
        <pc:spChg chg="add mod">
          <ac:chgData name="Fei Zheng" userId="d19317889db4c986" providerId="LiveId" clId="{52952FFC-09ED-2343-B43A-D47B83101583}" dt="2023-04-17T05:11:36.462" v="375" actId="20577"/>
          <ac:spMkLst>
            <pc:docMk/>
            <pc:sldMk cId="3985359709" sldId="451"/>
            <ac:spMk id="2" creationId="{15DDFD26-47D0-47DA-B8A6-8A3F5440D77C}"/>
          </ac:spMkLst>
        </pc:spChg>
        <pc:spChg chg="mod">
          <ac:chgData name="Fei Zheng" userId="d19317889db4c986" providerId="LiveId" clId="{52952FFC-09ED-2343-B43A-D47B83101583}" dt="2023-04-17T05:12:27.808" v="422" actId="20577"/>
          <ac:spMkLst>
            <pc:docMk/>
            <pc:sldMk cId="3985359709" sldId="451"/>
            <ac:spMk id="4" creationId="{C7E7686B-5899-D2D5-5CF5-14234D197492}"/>
          </ac:spMkLst>
        </pc:spChg>
        <pc:spChg chg="del">
          <ac:chgData name="Fei Zheng" userId="d19317889db4c986" providerId="LiveId" clId="{52952FFC-09ED-2343-B43A-D47B83101583}" dt="2023-04-17T05:11:18.438" v="335" actId="478"/>
          <ac:spMkLst>
            <pc:docMk/>
            <pc:sldMk cId="3985359709" sldId="451"/>
            <ac:spMk id="8" creationId="{6877864A-4F23-6F66-A8F5-6E8E7BD3E6AD}"/>
          </ac:spMkLst>
        </pc:spChg>
      </pc:sldChg>
      <pc:sldChg chg="modSp mod">
        <pc:chgData name="Fei Zheng" userId="d19317889db4c986" providerId="LiveId" clId="{52952FFC-09ED-2343-B43A-D47B83101583}" dt="2023-04-17T05:20:23.765" v="625" actId="1076"/>
        <pc:sldMkLst>
          <pc:docMk/>
          <pc:sldMk cId="1755570892" sldId="452"/>
        </pc:sldMkLst>
        <pc:picChg chg="mod modCrop">
          <ac:chgData name="Fei Zheng" userId="d19317889db4c986" providerId="LiveId" clId="{52952FFC-09ED-2343-B43A-D47B83101583}" dt="2023-04-17T05:20:23.765" v="625" actId="1076"/>
          <ac:picMkLst>
            <pc:docMk/>
            <pc:sldMk cId="1755570892" sldId="452"/>
            <ac:picMk id="5" creationId="{1C7B350B-08E3-44E6-01A1-4A64829DB97A}"/>
          </ac:picMkLst>
        </pc:picChg>
      </pc:sldChg>
      <pc:sldChg chg="addSp delSp modSp mod delAnim">
        <pc:chgData name="Fei Zheng" userId="d19317889db4c986" providerId="LiveId" clId="{52952FFC-09ED-2343-B43A-D47B83101583}" dt="2023-04-17T05:18:23.918" v="614" actId="1076"/>
        <pc:sldMkLst>
          <pc:docMk/>
          <pc:sldMk cId="1463567714" sldId="453"/>
        </pc:sldMkLst>
        <pc:spChg chg="mod">
          <ac:chgData name="Fei Zheng" userId="d19317889db4c986" providerId="LiveId" clId="{52952FFC-09ED-2343-B43A-D47B83101583}" dt="2023-04-17T05:18:20.836" v="613" actId="1076"/>
          <ac:spMkLst>
            <pc:docMk/>
            <pc:sldMk cId="1463567714" sldId="453"/>
            <ac:spMk id="2" creationId="{6F80B682-CE66-9C73-DC31-E53190395164}"/>
          </ac:spMkLst>
        </pc:spChg>
        <pc:spChg chg="add mod">
          <ac:chgData name="Fei Zheng" userId="d19317889db4c986" providerId="LiveId" clId="{52952FFC-09ED-2343-B43A-D47B83101583}" dt="2023-04-17T05:15:41.026" v="586" actId="20577"/>
          <ac:spMkLst>
            <pc:docMk/>
            <pc:sldMk cId="1463567714" sldId="453"/>
            <ac:spMk id="3" creationId="{8272580B-4019-A849-0579-155A7BBA1458}"/>
          </ac:spMkLst>
        </pc:spChg>
        <pc:spChg chg="del">
          <ac:chgData name="Fei Zheng" userId="d19317889db4c986" providerId="LiveId" clId="{52952FFC-09ED-2343-B43A-D47B83101583}" dt="2023-04-17T05:15:20.832" v="577" actId="478"/>
          <ac:spMkLst>
            <pc:docMk/>
            <pc:sldMk cId="1463567714" sldId="453"/>
            <ac:spMk id="8" creationId="{42DABD28-1B26-F620-4E47-7FDB48D76FE8}"/>
          </ac:spMkLst>
        </pc:spChg>
        <pc:picChg chg="del">
          <ac:chgData name="Fei Zheng" userId="d19317889db4c986" providerId="LiveId" clId="{52952FFC-09ED-2343-B43A-D47B83101583}" dt="2023-04-17T05:18:13.517" v="611" actId="478"/>
          <ac:picMkLst>
            <pc:docMk/>
            <pc:sldMk cId="1463567714" sldId="453"/>
            <ac:picMk id="5" creationId="{3D6BAFBE-A302-91E7-4881-BFA57F05BDCE}"/>
          </ac:picMkLst>
        </pc:picChg>
        <pc:picChg chg="mod">
          <ac:chgData name="Fei Zheng" userId="d19317889db4c986" providerId="LiveId" clId="{52952FFC-09ED-2343-B43A-D47B83101583}" dt="2023-04-17T05:18:23.918" v="614" actId="1076"/>
          <ac:picMkLst>
            <pc:docMk/>
            <pc:sldMk cId="1463567714" sldId="453"/>
            <ac:picMk id="7" creationId="{648080C4-048D-B5FC-9944-C0D1583388B8}"/>
          </ac:picMkLst>
        </pc:picChg>
      </pc:sldChg>
      <pc:sldChg chg="modSp mod">
        <pc:chgData name="Fei Zheng" userId="d19317889db4c986" providerId="LiveId" clId="{52952FFC-09ED-2343-B43A-D47B83101583}" dt="2023-04-17T05:31:30.324" v="771" actId="1076"/>
        <pc:sldMkLst>
          <pc:docMk/>
          <pc:sldMk cId="3237651377" sldId="455"/>
        </pc:sldMkLst>
        <pc:spChg chg="mod">
          <ac:chgData name="Fei Zheng" userId="d19317889db4c986" providerId="LiveId" clId="{52952FFC-09ED-2343-B43A-D47B83101583}" dt="2023-04-17T05:31:27.337" v="770" actId="403"/>
          <ac:spMkLst>
            <pc:docMk/>
            <pc:sldMk cId="3237651377" sldId="455"/>
            <ac:spMk id="6" creationId="{B949CD7F-5218-82DD-22EF-320C93EF8873}"/>
          </ac:spMkLst>
        </pc:spChg>
        <pc:picChg chg="mod">
          <ac:chgData name="Fei Zheng" userId="d19317889db4c986" providerId="LiveId" clId="{52952FFC-09ED-2343-B43A-D47B83101583}" dt="2023-04-17T05:31:30.324" v="771" actId="1076"/>
          <ac:picMkLst>
            <pc:docMk/>
            <pc:sldMk cId="3237651377" sldId="455"/>
            <ac:picMk id="5" creationId="{C6AB3E26-05B0-6A51-8655-AA08DFD73FEF}"/>
          </ac:picMkLst>
        </pc:picChg>
      </pc:sldChg>
      <pc:sldChg chg="modSp">
        <pc:chgData name="Fei Zheng" userId="d19317889db4c986" providerId="LiveId" clId="{52952FFC-09ED-2343-B43A-D47B83101583}" dt="2023-04-17T05:36:05.119" v="804"/>
        <pc:sldMkLst>
          <pc:docMk/>
          <pc:sldMk cId="1461481539" sldId="459"/>
        </pc:sldMkLst>
        <pc:spChg chg="mod">
          <ac:chgData name="Fei Zheng" userId="d19317889db4c986" providerId="LiveId" clId="{52952FFC-09ED-2343-B43A-D47B83101583}" dt="2023-04-17T05:36:05.119" v="804"/>
          <ac:spMkLst>
            <pc:docMk/>
            <pc:sldMk cId="1461481539" sldId="459"/>
            <ac:spMk id="3" creationId="{C035DC90-89E0-96F6-C8B9-AC7BDF47F55A}"/>
          </ac:spMkLst>
        </pc:spChg>
      </pc:sldChg>
      <pc:sldChg chg="modSp mod">
        <pc:chgData name="Fei Zheng" userId="d19317889db4c986" providerId="LiveId" clId="{52952FFC-09ED-2343-B43A-D47B83101583}" dt="2023-04-17T05:20:35.793" v="629" actId="1076"/>
        <pc:sldMkLst>
          <pc:docMk/>
          <pc:sldMk cId="2999021074" sldId="465"/>
        </pc:sldMkLst>
        <pc:spChg chg="mod">
          <ac:chgData name="Fei Zheng" userId="d19317889db4c986" providerId="LiveId" clId="{52952FFC-09ED-2343-B43A-D47B83101583}" dt="2023-04-17T05:20:35.793" v="629" actId="1076"/>
          <ac:spMkLst>
            <pc:docMk/>
            <pc:sldMk cId="2999021074" sldId="465"/>
            <ac:spMk id="4" creationId="{8FD622FA-AEED-2CFD-2BEF-D04408525AE6}"/>
          </ac:spMkLst>
        </pc:spChg>
      </pc:sldChg>
      <pc:sldChg chg="addSp delSp modSp mod">
        <pc:chgData name="Fei Zheng" userId="d19317889db4c986" providerId="LiveId" clId="{52952FFC-09ED-2343-B43A-D47B83101583}" dt="2023-04-17T05:30:49.666" v="763"/>
        <pc:sldMkLst>
          <pc:docMk/>
          <pc:sldMk cId="3669662342" sldId="466"/>
        </pc:sldMkLst>
        <pc:spChg chg="mod">
          <ac:chgData name="Fei Zheng" userId="d19317889db4c986" providerId="LiveId" clId="{52952FFC-09ED-2343-B43A-D47B83101583}" dt="2023-04-17T05:20:49.103" v="631"/>
          <ac:spMkLst>
            <pc:docMk/>
            <pc:sldMk cId="3669662342" sldId="466"/>
            <ac:spMk id="2" creationId="{D821DB00-C296-D02A-8E7D-DE5402E736DD}"/>
          </ac:spMkLst>
        </pc:spChg>
        <pc:spChg chg="add del mod">
          <ac:chgData name="Fei Zheng" userId="d19317889db4c986" providerId="LiveId" clId="{52952FFC-09ED-2343-B43A-D47B83101583}" dt="2023-04-17T05:30:19.170" v="726" actId="21"/>
          <ac:spMkLst>
            <pc:docMk/>
            <pc:sldMk cId="3669662342" sldId="466"/>
            <ac:spMk id="3" creationId="{2E223907-B5BB-9CEA-3DBF-5B788608D6B7}"/>
          </ac:spMkLst>
        </pc:spChg>
        <pc:spChg chg="add del mod">
          <ac:chgData name="Fei Zheng" userId="d19317889db4c986" providerId="LiveId" clId="{52952FFC-09ED-2343-B43A-D47B83101583}" dt="2023-04-17T05:30:22.896" v="728" actId="478"/>
          <ac:spMkLst>
            <pc:docMk/>
            <pc:sldMk cId="3669662342" sldId="466"/>
            <ac:spMk id="5" creationId="{D6116B57-FBF6-10C8-1989-66D9D0EDA9B6}"/>
          </ac:spMkLst>
        </pc:spChg>
        <pc:spChg chg="add mod">
          <ac:chgData name="Fei Zheng" userId="d19317889db4c986" providerId="LiveId" clId="{52952FFC-09ED-2343-B43A-D47B83101583}" dt="2023-04-17T05:30:49.666" v="763"/>
          <ac:spMkLst>
            <pc:docMk/>
            <pc:sldMk cId="3669662342" sldId="466"/>
            <ac:spMk id="6" creationId="{C8689D5B-4AEF-00C2-5B17-6E9DC4C88EDD}"/>
          </ac:spMkLst>
        </pc:spChg>
        <pc:spChg chg="del mod">
          <ac:chgData name="Fei Zheng" userId="d19317889db4c986" providerId="LiveId" clId="{52952FFC-09ED-2343-B43A-D47B83101583}" dt="2023-04-17T05:30:24.544" v="729" actId="478"/>
          <ac:spMkLst>
            <pc:docMk/>
            <pc:sldMk cId="3669662342" sldId="466"/>
            <ac:spMk id="7" creationId="{403A2F61-01EF-FCCC-B26F-C953F5E71C8F}"/>
          </ac:spMkLst>
        </pc:spChg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3190379674" sldId="469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1680757790" sldId="470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4162404930" sldId="471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866282703" sldId="472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633461253" sldId="473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3663689735" sldId="474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4124036605" sldId="475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2984786761" sldId="476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86293710" sldId="478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901248136" sldId="479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2651898088" sldId="480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2350342937" sldId="481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4034957788" sldId="482"/>
        </pc:sldMkLst>
      </pc:sldChg>
      <pc:sldChg chg="del">
        <pc:chgData name="Fei Zheng" userId="d19317889db4c986" providerId="LiveId" clId="{52952FFC-09ED-2343-B43A-D47B83101583}" dt="2023-04-16T05:58:49.459" v="0" actId="2696"/>
        <pc:sldMkLst>
          <pc:docMk/>
          <pc:sldMk cId="676291613" sldId="483"/>
        </pc:sldMkLst>
      </pc:sldChg>
      <pc:sldChg chg="addSp modSp mod">
        <pc:chgData name="Fei Zheng" userId="d19317889db4c986" providerId="LiveId" clId="{52952FFC-09ED-2343-B43A-D47B83101583}" dt="2023-04-17T05:10:11.172" v="326" actId="1076"/>
        <pc:sldMkLst>
          <pc:docMk/>
          <pc:sldMk cId="264753939" sldId="484"/>
        </pc:sldMkLst>
        <pc:spChg chg="mod">
          <ac:chgData name="Fei Zheng" userId="d19317889db4c986" providerId="LiveId" clId="{52952FFC-09ED-2343-B43A-D47B83101583}" dt="2023-04-17T05:10:11.172" v="326" actId="1076"/>
          <ac:spMkLst>
            <pc:docMk/>
            <pc:sldMk cId="264753939" sldId="484"/>
            <ac:spMk id="2" creationId="{5866DDE7-AFAB-1CFD-C2D7-CE2FF98D254D}"/>
          </ac:spMkLst>
        </pc:spChg>
        <pc:spChg chg="mod">
          <ac:chgData name="Fei Zheng" userId="d19317889db4c986" providerId="LiveId" clId="{52952FFC-09ED-2343-B43A-D47B83101583}" dt="2023-04-17T05:10:06.222" v="325" actId="20577"/>
          <ac:spMkLst>
            <pc:docMk/>
            <pc:sldMk cId="264753939" sldId="484"/>
            <ac:spMk id="4" creationId="{8FD622FA-AEED-2CFD-2BEF-D04408525AE6}"/>
          </ac:spMkLst>
        </pc:spChg>
        <pc:spChg chg="mod">
          <ac:chgData name="Fei Zheng" userId="d19317889db4c986" providerId="LiveId" clId="{52952FFC-09ED-2343-B43A-D47B83101583}" dt="2023-04-17T05:10:03.582" v="324" actId="20577"/>
          <ac:spMkLst>
            <pc:docMk/>
            <pc:sldMk cId="264753939" sldId="484"/>
            <ac:spMk id="5" creationId="{D80AF8D6-70CA-F4BE-2B42-EBBAB2C05583}"/>
          </ac:spMkLst>
        </pc:spChg>
        <pc:spChg chg="add mod">
          <ac:chgData name="Fei Zheng" userId="d19317889db4c986" providerId="LiveId" clId="{52952FFC-09ED-2343-B43A-D47B83101583}" dt="2023-04-17T05:09:37.815" v="297" actId="1076"/>
          <ac:spMkLst>
            <pc:docMk/>
            <pc:sldMk cId="264753939" sldId="484"/>
            <ac:spMk id="6" creationId="{5189F2B6-6A71-ED5F-22A6-1AA750AE33DE}"/>
          </ac:spMkLst>
        </pc:spChg>
      </pc:sldChg>
      <pc:sldChg chg="addSp modSp mod modAnim">
        <pc:chgData name="Fei Zheng" userId="d19317889db4c986" providerId="LiveId" clId="{52952FFC-09ED-2343-B43A-D47B83101583}" dt="2023-04-17T05:17:49.678" v="610"/>
        <pc:sldMkLst>
          <pc:docMk/>
          <pc:sldMk cId="352782373" sldId="485"/>
        </pc:sldMkLst>
        <pc:spChg chg="mod">
          <ac:chgData name="Fei Zheng" userId="d19317889db4c986" providerId="LiveId" clId="{52952FFC-09ED-2343-B43A-D47B83101583}" dt="2023-04-17T05:17:32.146" v="607" actId="20577"/>
          <ac:spMkLst>
            <pc:docMk/>
            <pc:sldMk cId="352782373" sldId="485"/>
            <ac:spMk id="4" creationId="{8FD622FA-AEED-2CFD-2BEF-D04408525AE6}"/>
          </ac:spMkLst>
        </pc:spChg>
        <pc:spChg chg="mod">
          <ac:chgData name="Fei Zheng" userId="d19317889db4c986" providerId="LiveId" clId="{52952FFC-09ED-2343-B43A-D47B83101583}" dt="2023-04-17T05:15:26.532" v="578" actId="20577"/>
          <ac:spMkLst>
            <pc:docMk/>
            <pc:sldMk cId="352782373" sldId="485"/>
            <ac:spMk id="5" creationId="{D80AF8D6-70CA-F4BE-2B42-EBBAB2C05583}"/>
          </ac:spMkLst>
        </pc:spChg>
        <pc:picChg chg="add mod modCrop">
          <ac:chgData name="Fei Zheng" userId="d19317889db4c986" providerId="LiveId" clId="{52952FFC-09ED-2343-B43A-D47B83101583}" dt="2023-04-17T05:17:36.952" v="608" actId="1076"/>
          <ac:picMkLst>
            <pc:docMk/>
            <pc:sldMk cId="352782373" sldId="485"/>
            <ac:picMk id="3" creationId="{9145F192-6182-5CFD-E069-30EE27A2A8B3}"/>
          </ac:picMkLst>
        </pc:picChg>
        <pc:picChg chg="add mod modCrop">
          <ac:chgData name="Fei Zheng" userId="d19317889db4c986" providerId="LiveId" clId="{52952FFC-09ED-2343-B43A-D47B83101583}" dt="2023-04-17T05:17:36.952" v="608" actId="1076"/>
          <ac:picMkLst>
            <pc:docMk/>
            <pc:sldMk cId="352782373" sldId="485"/>
            <ac:picMk id="6" creationId="{5D479F0A-211F-E343-D93E-F96660B8C75A}"/>
          </ac:picMkLst>
        </pc:picChg>
      </pc:sldChg>
      <pc:sldChg chg="del">
        <pc:chgData name="Fei Zheng" userId="d19317889db4c986" providerId="LiveId" clId="{52952FFC-09ED-2343-B43A-D47B83101583}" dt="2023-04-17T05:33:54.807" v="772" actId="2696"/>
        <pc:sldMkLst>
          <pc:docMk/>
          <pc:sldMk cId="2521904488" sldId="493"/>
        </pc:sldMkLst>
      </pc:sldChg>
      <pc:sldChg chg="modSp">
        <pc:chgData name="Fei Zheng" userId="d19317889db4c986" providerId="LiveId" clId="{52952FFC-09ED-2343-B43A-D47B83101583}" dt="2023-04-17T05:39:10.806" v="830"/>
        <pc:sldMkLst>
          <pc:docMk/>
          <pc:sldMk cId="1538449821" sldId="494"/>
        </pc:sldMkLst>
        <pc:spChg chg="mod">
          <ac:chgData name="Fei Zheng" userId="d19317889db4c986" providerId="LiveId" clId="{52952FFC-09ED-2343-B43A-D47B83101583}" dt="2023-04-17T05:39:10.806" v="830"/>
          <ac:spMkLst>
            <pc:docMk/>
            <pc:sldMk cId="1538449821" sldId="494"/>
            <ac:spMk id="3" creationId="{0ACFCC2C-329E-E5D4-C268-49055AA4DB83}"/>
          </ac:spMkLst>
        </pc:spChg>
      </pc:sldChg>
      <pc:sldChg chg="addSp delSp modSp add mod addAnim delAnim">
        <pc:chgData name="Fei Zheng" userId="d19317889db4c986" providerId="LiveId" clId="{52952FFC-09ED-2343-B43A-D47B83101583}" dt="2023-04-17T04:55:47.707" v="222" actId="114"/>
        <pc:sldMkLst>
          <pc:docMk/>
          <pc:sldMk cId="383831422" sldId="495"/>
        </pc:sldMkLst>
        <pc:spChg chg="add mod">
          <ac:chgData name="Fei Zheng" userId="d19317889db4c986" providerId="LiveId" clId="{52952FFC-09ED-2343-B43A-D47B83101583}" dt="2023-04-17T04:46:45.933" v="90" actId="1076"/>
          <ac:spMkLst>
            <pc:docMk/>
            <pc:sldMk cId="383831422" sldId="495"/>
            <ac:spMk id="2" creationId="{55316DEB-3237-2D60-D820-124B36BD5367}"/>
          </ac:spMkLst>
        </pc:spChg>
        <pc:spChg chg="mod topLvl">
          <ac:chgData name="Fei Zheng" userId="d19317889db4c986" providerId="LiveId" clId="{52952FFC-09ED-2343-B43A-D47B83101583}" dt="2023-04-17T04:54:56.320" v="183" actId="478"/>
          <ac:spMkLst>
            <pc:docMk/>
            <pc:sldMk cId="383831422" sldId="495"/>
            <ac:spMk id="3" creationId="{FFE02280-D9BB-4241-9DCA-BF48B6A6C101}"/>
          </ac:spMkLst>
        </pc:spChg>
        <pc:spChg chg="mod">
          <ac:chgData name="Fei Zheng" userId="d19317889db4c986" providerId="LiveId" clId="{52952FFC-09ED-2343-B43A-D47B83101583}" dt="2023-04-17T04:52:01.198" v="132" actId="20577"/>
          <ac:spMkLst>
            <pc:docMk/>
            <pc:sldMk cId="383831422" sldId="495"/>
            <ac:spMk id="4" creationId="{72012798-E0EE-4D2E-9D60-AFBEEF4B06CD}"/>
          </ac:spMkLst>
        </pc:spChg>
        <pc:spChg chg="mod">
          <ac:chgData name="Fei Zheng" userId="d19317889db4c986" providerId="LiveId" clId="{52952FFC-09ED-2343-B43A-D47B83101583}" dt="2023-04-17T04:50:15.751" v="103" actId="20577"/>
          <ac:spMkLst>
            <pc:docMk/>
            <pc:sldMk cId="383831422" sldId="495"/>
            <ac:spMk id="5" creationId="{3AF664BF-7DCD-674E-6C91-40C6EE70A5C2}"/>
          </ac:spMkLst>
        </pc:spChg>
        <pc:spChg chg="del topLvl">
          <ac:chgData name="Fei Zheng" userId="d19317889db4c986" providerId="LiveId" clId="{52952FFC-09ED-2343-B43A-D47B83101583}" dt="2023-04-17T04:54:56.320" v="183" actId="478"/>
          <ac:spMkLst>
            <pc:docMk/>
            <pc:sldMk cId="383831422" sldId="495"/>
            <ac:spMk id="6" creationId="{71F094AB-8916-41EF-AB6F-F9718EE0AC1B}"/>
          </ac:spMkLst>
        </pc:spChg>
        <pc:spChg chg="mod">
          <ac:chgData name="Fei Zheng" userId="d19317889db4c986" providerId="LiveId" clId="{52952FFC-09ED-2343-B43A-D47B83101583}" dt="2023-04-17T04:50:27.707" v="107" actId="114"/>
          <ac:spMkLst>
            <pc:docMk/>
            <pc:sldMk cId="383831422" sldId="495"/>
            <ac:spMk id="12" creationId="{3CB9F71D-B7A9-4922-90B6-3161CDE8CA05}"/>
          </ac:spMkLst>
        </pc:spChg>
        <pc:spChg chg="mod">
          <ac:chgData name="Fei Zheng" userId="d19317889db4c986" providerId="LiveId" clId="{52952FFC-09ED-2343-B43A-D47B83101583}" dt="2023-04-17T04:51:25.829" v="124" actId="20577"/>
          <ac:spMkLst>
            <pc:docMk/>
            <pc:sldMk cId="383831422" sldId="495"/>
            <ac:spMk id="13" creationId="{BFC80BAD-72A4-498D-8ABF-AEF7AE7A725C}"/>
          </ac:spMkLst>
        </pc:spChg>
        <pc:spChg chg="mod">
          <ac:chgData name="Fei Zheng" userId="d19317889db4c986" providerId="LiveId" clId="{52952FFC-09ED-2343-B43A-D47B83101583}" dt="2023-04-17T04:52:05.117" v="133" actId="20577"/>
          <ac:spMkLst>
            <pc:docMk/>
            <pc:sldMk cId="383831422" sldId="495"/>
            <ac:spMk id="20" creationId="{B17F5D83-46B3-491A-EA27-487E2EE0EF35}"/>
          </ac:spMkLst>
        </pc:spChg>
        <pc:spChg chg="mod">
          <ac:chgData name="Fei Zheng" userId="d19317889db4c986" providerId="LiveId" clId="{52952FFC-09ED-2343-B43A-D47B83101583}" dt="2023-04-17T04:47:11.853" v="95" actId="14100"/>
          <ac:spMkLst>
            <pc:docMk/>
            <pc:sldMk cId="383831422" sldId="495"/>
            <ac:spMk id="22" creationId="{29624DD7-82CB-AEC2-0FDA-7F3553804643}"/>
          </ac:spMkLst>
        </pc:spChg>
        <pc:spChg chg="mod">
          <ac:chgData name="Fei Zheng" userId="d19317889db4c986" providerId="LiveId" clId="{52952FFC-09ED-2343-B43A-D47B83101583}" dt="2023-04-17T04:47:11.853" v="95" actId="14100"/>
          <ac:spMkLst>
            <pc:docMk/>
            <pc:sldMk cId="383831422" sldId="495"/>
            <ac:spMk id="23" creationId="{F48E9A3D-39DD-4FC0-2DC3-B2859661CB74}"/>
          </ac:spMkLst>
        </pc:spChg>
        <pc:spChg chg="mod">
          <ac:chgData name="Fei Zheng" userId="d19317889db4c986" providerId="LiveId" clId="{52952FFC-09ED-2343-B43A-D47B83101583}" dt="2023-04-17T04:47:11.853" v="95" actId="14100"/>
          <ac:spMkLst>
            <pc:docMk/>
            <pc:sldMk cId="383831422" sldId="495"/>
            <ac:spMk id="24" creationId="{D1B9A748-D044-C09D-F17A-2FBAF2A51098}"/>
          </ac:spMkLst>
        </pc:spChg>
        <pc:spChg chg="mod">
          <ac:chgData name="Fei Zheng" userId="d19317889db4c986" providerId="LiveId" clId="{52952FFC-09ED-2343-B43A-D47B83101583}" dt="2023-04-17T04:47:11.853" v="95" actId="14100"/>
          <ac:spMkLst>
            <pc:docMk/>
            <pc:sldMk cId="383831422" sldId="495"/>
            <ac:spMk id="25" creationId="{860D5751-0DAA-68DC-0D77-CA6D48CCAA9D}"/>
          </ac:spMkLst>
        </pc:spChg>
        <pc:spChg chg="mod">
          <ac:chgData name="Fei Zheng" userId="d19317889db4c986" providerId="LiveId" clId="{52952FFC-09ED-2343-B43A-D47B83101583}" dt="2023-04-17T04:47:11.853" v="95" actId="14100"/>
          <ac:spMkLst>
            <pc:docMk/>
            <pc:sldMk cId="383831422" sldId="495"/>
            <ac:spMk id="26" creationId="{6FFADF66-B593-351B-2BAC-B19FF15FCB3F}"/>
          </ac:spMkLst>
        </pc:spChg>
        <pc:spChg chg="mod">
          <ac:chgData name="Fei Zheng" userId="d19317889db4c986" providerId="LiveId" clId="{52952FFC-09ED-2343-B43A-D47B83101583}" dt="2023-04-17T04:47:11.853" v="95" actId="14100"/>
          <ac:spMkLst>
            <pc:docMk/>
            <pc:sldMk cId="383831422" sldId="495"/>
            <ac:spMk id="27" creationId="{06AE94A0-5594-A88C-D739-48889F23D2F4}"/>
          </ac:spMkLst>
        </pc:spChg>
        <pc:spChg chg="mod">
          <ac:chgData name="Fei Zheng" userId="d19317889db4c986" providerId="LiveId" clId="{52952FFC-09ED-2343-B43A-D47B83101583}" dt="2023-04-17T04:47:11.853" v="95" actId="14100"/>
          <ac:spMkLst>
            <pc:docMk/>
            <pc:sldMk cId="383831422" sldId="495"/>
            <ac:spMk id="28" creationId="{D62BCF5F-9CAC-B579-01DB-A14BABE1F738}"/>
          </ac:spMkLst>
        </pc:spChg>
        <pc:spChg chg="mod">
          <ac:chgData name="Fei Zheng" userId="d19317889db4c986" providerId="LiveId" clId="{52952FFC-09ED-2343-B43A-D47B83101583}" dt="2023-04-17T04:47:11.853" v="95" actId="14100"/>
          <ac:spMkLst>
            <pc:docMk/>
            <pc:sldMk cId="383831422" sldId="495"/>
            <ac:spMk id="29" creationId="{48AE781D-1651-AB8A-8B25-93272BDFD275}"/>
          </ac:spMkLst>
        </pc:spChg>
        <pc:spChg chg="mod">
          <ac:chgData name="Fei Zheng" userId="d19317889db4c986" providerId="LiveId" clId="{52952FFC-09ED-2343-B43A-D47B83101583}" dt="2023-04-17T04:47:11.853" v="95" actId="14100"/>
          <ac:spMkLst>
            <pc:docMk/>
            <pc:sldMk cId="383831422" sldId="495"/>
            <ac:spMk id="30" creationId="{0808D45F-51A5-6218-4852-E9F309FCB9F7}"/>
          </ac:spMkLst>
        </pc:spChg>
        <pc:spChg chg="mod">
          <ac:chgData name="Fei Zheng" userId="d19317889db4c986" providerId="LiveId" clId="{52952FFC-09ED-2343-B43A-D47B83101583}" dt="2023-04-17T04:47:11.853" v="95" actId="14100"/>
          <ac:spMkLst>
            <pc:docMk/>
            <pc:sldMk cId="383831422" sldId="495"/>
            <ac:spMk id="31" creationId="{F01B07EE-2178-0FB4-8D61-4CE79C420EC2}"/>
          </ac:spMkLst>
        </pc:spChg>
        <pc:spChg chg="mod">
          <ac:chgData name="Fei Zheng" userId="d19317889db4c986" providerId="LiveId" clId="{52952FFC-09ED-2343-B43A-D47B83101583}" dt="2023-04-17T04:47:11.853" v="95" actId="14100"/>
          <ac:spMkLst>
            <pc:docMk/>
            <pc:sldMk cId="383831422" sldId="495"/>
            <ac:spMk id="32" creationId="{3B91EF7C-1863-C874-5ABE-C8F11E2C1AAE}"/>
          </ac:spMkLst>
        </pc:spChg>
        <pc:spChg chg="mod">
          <ac:chgData name="Fei Zheng" userId="d19317889db4c986" providerId="LiveId" clId="{52952FFC-09ED-2343-B43A-D47B83101583}" dt="2023-04-17T04:47:11.853" v="95" actId="14100"/>
          <ac:spMkLst>
            <pc:docMk/>
            <pc:sldMk cId="383831422" sldId="495"/>
            <ac:spMk id="33" creationId="{170D02EE-3EB9-E247-D14F-788C5E07BEBB}"/>
          </ac:spMkLst>
        </pc:spChg>
        <pc:spChg chg="mod">
          <ac:chgData name="Fei Zheng" userId="d19317889db4c986" providerId="LiveId" clId="{52952FFC-09ED-2343-B43A-D47B83101583}" dt="2023-04-17T04:47:11.853" v="95" actId="14100"/>
          <ac:spMkLst>
            <pc:docMk/>
            <pc:sldMk cId="383831422" sldId="495"/>
            <ac:spMk id="34" creationId="{62949AC1-D898-0249-69A3-248A782733A6}"/>
          </ac:spMkLst>
        </pc:spChg>
        <pc:spChg chg="mod">
          <ac:chgData name="Fei Zheng" userId="d19317889db4c986" providerId="LiveId" clId="{52952FFC-09ED-2343-B43A-D47B83101583}" dt="2023-04-17T04:47:11.853" v="95" actId="14100"/>
          <ac:spMkLst>
            <pc:docMk/>
            <pc:sldMk cId="383831422" sldId="495"/>
            <ac:spMk id="35" creationId="{14B01F7A-F17C-BB46-2871-DA674A133C11}"/>
          </ac:spMkLst>
        </pc:spChg>
        <pc:spChg chg="mod">
          <ac:chgData name="Fei Zheng" userId="d19317889db4c986" providerId="LiveId" clId="{52952FFC-09ED-2343-B43A-D47B83101583}" dt="2023-04-17T04:47:11.853" v="95" actId="14100"/>
          <ac:spMkLst>
            <pc:docMk/>
            <pc:sldMk cId="383831422" sldId="495"/>
            <ac:spMk id="36" creationId="{7E00D88D-2361-5096-261C-060E8CA92888}"/>
          </ac:spMkLst>
        </pc:spChg>
        <pc:spChg chg="mod">
          <ac:chgData name="Fei Zheng" userId="d19317889db4c986" providerId="LiveId" clId="{52952FFC-09ED-2343-B43A-D47B83101583}" dt="2023-04-17T04:55:47.707" v="222" actId="114"/>
          <ac:spMkLst>
            <pc:docMk/>
            <pc:sldMk cId="383831422" sldId="495"/>
            <ac:spMk id="37" creationId="{8343B19F-3FB7-45DD-4F3C-073497E10881}"/>
          </ac:spMkLst>
        </pc:spChg>
        <pc:spChg chg="mod">
          <ac:chgData name="Fei Zheng" userId="d19317889db4c986" providerId="LiveId" clId="{52952FFC-09ED-2343-B43A-D47B83101583}" dt="2023-04-17T04:54:04.142" v="172" actId="20577"/>
          <ac:spMkLst>
            <pc:docMk/>
            <pc:sldMk cId="383831422" sldId="495"/>
            <ac:spMk id="38" creationId="{F974EDCB-0F61-94CD-A562-3BA2A77EA666}"/>
          </ac:spMkLst>
        </pc:spChg>
        <pc:spChg chg="mod">
          <ac:chgData name="Fei Zheng" userId="d19317889db4c986" providerId="LiveId" clId="{52952FFC-09ED-2343-B43A-D47B83101583}" dt="2023-04-17T04:51:51.123" v="129" actId="20577"/>
          <ac:spMkLst>
            <pc:docMk/>
            <pc:sldMk cId="383831422" sldId="495"/>
            <ac:spMk id="40" creationId="{00A87DD4-7DC0-65FA-2A6A-BF104F828080}"/>
          </ac:spMkLst>
        </pc:spChg>
        <pc:spChg chg="mod">
          <ac:chgData name="Fei Zheng" userId="d19317889db4c986" providerId="LiveId" clId="{52952FFC-09ED-2343-B43A-D47B83101583}" dt="2023-04-17T04:51:46.773" v="126" actId="1076"/>
          <ac:spMkLst>
            <pc:docMk/>
            <pc:sldMk cId="383831422" sldId="495"/>
            <ac:spMk id="41" creationId="{D7FD3DF0-D025-71F0-41E1-D3ADBEFD3EC5}"/>
          </ac:spMkLst>
        </pc:spChg>
        <pc:spChg chg="mod">
          <ac:chgData name="Fei Zheng" userId="d19317889db4c986" providerId="LiveId" clId="{52952FFC-09ED-2343-B43A-D47B83101583}" dt="2023-04-17T04:51:59.025" v="131" actId="1076"/>
          <ac:spMkLst>
            <pc:docMk/>
            <pc:sldMk cId="383831422" sldId="495"/>
            <ac:spMk id="42" creationId="{701DAC7A-186E-F1E4-8683-1FADE03CC830}"/>
          </ac:spMkLst>
        </pc:spChg>
        <pc:grpChg chg="del">
          <ac:chgData name="Fei Zheng" userId="d19317889db4c986" providerId="LiveId" clId="{52952FFC-09ED-2343-B43A-D47B83101583}" dt="2023-04-17T04:54:56.320" v="183" actId="478"/>
          <ac:grpSpMkLst>
            <pc:docMk/>
            <pc:sldMk cId="383831422" sldId="495"/>
            <ac:grpSpMk id="10" creationId="{410A6C9D-63BD-4188-B86B-CBE9508AF8D2}"/>
          </ac:grpSpMkLst>
        </pc:grpChg>
        <pc:grpChg chg="mod">
          <ac:chgData name="Fei Zheng" userId="d19317889db4c986" providerId="LiveId" clId="{52952FFC-09ED-2343-B43A-D47B83101583}" dt="2023-04-17T04:47:11.853" v="95" actId="14100"/>
          <ac:grpSpMkLst>
            <pc:docMk/>
            <pc:sldMk cId="383831422" sldId="495"/>
            <ac:grpSpMk id="18" creationId="{0B5C46AC-C641-5D02-6A5E-CCA3D10F12E7}"/>
          </ac:grpSpMkLst>
        </pc:grpChg>
        <pc:grpChg chg="mod">
          <ac:chgData name="Fei Zheng" userId="d19317889db4c986" providerId="LiveId" clId="{52952FFC-09ED-2343-B43A-D47B83101583}" dt="2023-04-17T04:47:11.853" v="95" actId="14100"/>
          <ac:grpSpMkLst>
            <pc:docMk/>
            <pc:sldMk cId="383831422" sldId="495"/>
            <ac:grpSpMk id="19" creationId="{EE89CAD3-020A-1113-86D1-EADDFAC13954}"/>
          </ac:grpSpMkLst>
        </pc:grpChg>
        <pc:grpChg chg="mod">
          <ac:chgData name="Fei Zheng" userId="d19317889db4c986" providerId="LiveId" clId="{52952FFC-09ED-2343-B43A-D47B83101583}" dt="2023-04-17T04:47:11.853" v="95" actId="14100"/>
          <ac:grpSpMkLst>
            <pc:docMk/>
            <pc:sldMk cId="383831422" sldId="495"/>
            <ac:grpSpMk id="21" creationId="{B7A703A5-B5C1-C936-D94E-F04C67754E9F}"/>
          </ac:grpSpMkLst>
        </pc:grpChg>
      </pc:sldChg>
      <pc:sldChg chg="delSp modSp add mod">
        <pc:chgData name="Fei Zheng" userId="d19317889db4c986" providerId="LiveId" clId="{52952FFC-09ED-2343-B43A-D47B83101583}" dt="2023-04-17T04:56:03.801" v="225" actId="20577"/>
        <pc:sldMkLst>
          <pc:docMk/>
          <pc:sldMk cId="196267622" sldId="496"/>
        </pc:sldMkLst>
        <pc:spChg chg="mod topLvl">
          <ac:chgData name="Fei Zheng" userId="d19317889db4c986" providerId="LiveId" clId="{52952FFC-09ED-2343-B43A-D47B83101583}" dt="2023-04-17T04:55:01.672" v="184" actId="478"/>
          <ac:spMkLst>
            <pc:docMk/>
            <pc:sldMk cId="196267622" sldId="496"/>
            <ac:spMk id="3" creationId="{FFE02280-D9BB-4241-9DCA-BF48B6A6C101}"/>
          </ac:spMkLst>
        </pc:spChg>
        <pc:spChg chg="mod">
          <ac:chgData name="Fei Zheng" userId="d19317889db4c986" providerId="LiveId" clId="{52952FFC-09ED-2343-B43A-D47B83101583}" dt="2023-04-17T04:55:33.388" v="218" actId="20577"/>
          <ac:spMkLst>
            <pc:docMk/>
            <pc:sldMk cId="196267622" sldId="496"/>
            <ac:spMk id="4" creationId="{72012798-E0EE-4D2E-9D60-AFBEEF4B06CD}"/>
          </ac:spMkLst>
        </pc:spChg>
        <pc:spChg chg="mod">
          <ac:chgData name="Fei Zheng" userId="d19317889db4c986" providerId="LiveId" clId="{52952FFC-09ED-2343-B43A-D47B83101583}" dt="2023-04-17T04:54:17.265" v="175" actId="114"/>
          <ac:spMkLst>
            <pc:docMk/>
            <pc:sldMk cId="196267622" sldId="496"/>
            <ac:spMk id="5" creationId="{3AF664BF-7DCD-674E-6C91-40C6EE70A5C2}"/>
          </ac:spMkLst>
        </pc:spChg>
        <pc:spChg chg="del topLvl">
          <ac:chgData name="Fei Zheng" userId="d19317889db4c986" providerId="LiveId" clId="{52952FFC-09ED-2343-B43A-D47B83101583}" dt="2023-04-17T04:55:01.672" v="184" actId="478"/>
          <ac:spMkLst>
            <pc:docMk/>
            <pc:sldMk cId="196267622" sldId="496"/>
            <ac:spMk id="6" creationId="{71F094AB-8916-41EF-AB6F-F9718EE0AC1B}"/>
          </ac:spMkLst>
        </pc:spChg>
        <pc:spChg chg="mod">
          <ac:chgData name="Fei Zheng" userId="d19317889db4c986" providerId="LiveId" clId="{52952FFC-09ED-2343-B43A-D47B83101583}" dt="2023-04-17T04:55:09.692" v="210" actId="20577"/>
          <ac:spMkLst>
            <pc:docMk/>
            <pc:sldMk cId="196267622" sldId="496"/>
            <ac:spMk id="13" creationId="{BFC80BAD-72A4-498D-8ABF-AEF7AE7A725C}"/>
          </ac:spMkLst>
        </pc:spChg>
        <pc:spChg chg="mod">
          <ac:chgData name="Fei Zheng" userId="d19317889db4c986" providerId="LiveId" clId="{52952FFC-09ED-2343-B43A-D47B83101583}" dt="2023-04-17T04:55:56.422" v="224" actId="20577"/>
          <ac:spMkLst>
            <pc:docMk/>
            <pc:sldMk cId="196267622" sldId="496"/>
            <ac:spMk id="20" creationId="{B17F5D83-46B3-491A-EA27-487E2EE0EF35}"/>
          </ac:spMkLst>
        </pc:spChg>
        <pc:spChg chg="mod">
          <ac:chgData name="Fei Zheng" userId="d19317889db4c986" providerId="LiveId" clId="{52952FFC-09ED-2343-B43A-D47B83101583}" dt="2023-04-17T04:55:50.882" v="223" actId="20577"/>
          <ac:spMkLst>
            <pc:docMk/>
            <pc:sldMk cId="196267622" sldId="496"/>
            <ac:spMk id="37" creationId="{8343B19F-3FB7-45DD-4F3C-073497E10881}"/>
          </ac:spMkLst>
        </pc:spChg>
        <pc:spChg chg="mod">
          <ac:chgData name="Fei Zheng" userId="d19317889db4c986" providerId="LiveId" clId="{52952FFC-09ED-2343-B43A-D47B83101583}" dt="2023-04-17T04:56:03.801" v="225" actId="20577"/>
          <ac:spMkLst>
            <pc:docMk/>
            <pc:sldMk cId="196267622" sldId="496"/>
            <ac:spMk id="38" creationId="{F974EDCB-0F61-94CD-A562-3BA2A77EA666}"/>
          </ac:spMkLst>
        </pc:spChg>
        <pc:spChg chg="mod">
          <ac:chgData name="Fei Zheng" userId="d19317889db4c986" providerId="LiveId" clId="{52952FFC-09ED-2343-B43A-D47B83101583}" dt="2023-04-17T04:55:25.574" v="215" actId="20577"/>
          <ac:spMkLst>
            <pc:docMk/>
            <pc:sldMk cId="196267622" sldId="496"/>
            <ac:spMk id="40" creationId="{00A87DD4-7DC0-65FA-2A6A-BF104F828080}"/>
          </ac:spMkLst>
        </pc:spChg>
        <pc:spChg chg="mod">
          <ac:chgData name="Fei Zheng" userId="d19317889db4c986" providerId="LiveId" clId="{52952FFC-09ED-2343-B43A-D47B83101583}" dt="2023-04-17T04:55:21.308" v="212" actId="1076"/>
          <ac:spMkLst>
            <pc:docMk/>
            <pc:sldMk cId="196267622" sldId="496"/>
            <ac:spMk id="41" creationId="{D7FD3DF0-D025-71F0-41E1-D3ADBEFD3EC5}"/>
          </ac:spMkLst>
        </pc:spChg>
        <pc:spChg chg="mod">
          <ac:chgData name="Fei Zheng" userId="d19317889db4c986" providerId="LiveId" clId="{52952FFC-09ED-2343-B43A-D47B83101583}" dt="2023-04-17T04:55:31.483" v="217" actId="1076"/>
          <ac:spMkLst>
            <pc:docMk/>
            <pc:sldMk cId="196267622" sldId="496"/>
            <ac:spMk id="42" creationId="{701DAC7A-186E-F1E4-8683-1FADE03CC830}"/>
          </ac:spMkLst>
        </pc:spChg>
        <pc:grpChg chg="del">
          <ac:chgData name="Fei Zheng" userId="d19317889db4c986" providerId="LiveId" clId="{52952FFC-09ED-2343-B43A-D47B83101583}" dt="2023-04-17T04:55:01.672" v="184" actId="478"/>
          <ac:grpSpMkLst>
            <pc:docMk/>
            <pc:sldMk cId="196267622" sldId="496"/>
            <ac:grpSpMk id="10" creationId="{410A6C9D-63BD-4188-B86B-CBE9508AF8D2}"/>
          </ac:grpSpMkLst>
        </pc:grpChg>
      </pc:sldChg>
      <pc:sldChg chg="addSp delSp modSp new mod">
        <pc:chgData name="Fei Zheng" userId="d19317889db4c986" providerId="LiveId" clId="{52952FFC-09ED-2343-B43A-D47B83101583}" dt="2023-04-17T05:34:06.632" v="776" actId="1076"/>
        <pc:sldMkLst>
          <pc:docMk/>
          <pc:sldMk cId="2916176661" sldId="497"/>
        </pc:sldMkLst>
        <pc:spChg chg="del">
          <ac:chgData name="Fei Zheng" userId="d19317889db4c986" providerId="LiveId" clId="{52952FFC-09ED-2343-B43A-D47B83101583}" dt="2023-04-17T05:34:02.083" v="773" actId="478"/>
          <ac:spMkLst>
            <pc:docMk/>
            <pc:sldMk cId="2916176661" sldId="497"/>
            <ac:spMk id="2" creationId="{EF5F9C27-E4A8-B9FD-6D3B-4FC3FCE5B53A}"/>
          </ac:spMkLst>
        </pc:spChg>
        <pc:spChg chg="del">
          <ac:chgData name="Fei Zheng" userId="d19317889db4c986" providerId="LiveId" clId="{52952FFC-09ED-2343-B43A-D47B83101583}" dt="2023-04-17T05:34:03.246" v="774" actId="478"/>
          <ac:spMkLst>
            <pc:docMk/>
            <pc:sldMk cId="2916176661" sldId="497"/>
            <ac:spMk id="3" creationId="{217AB5E2-AE93-50BF-B4F7-FCF214FEC350}"/>
          </ac:spMkLst>
        </pc:spChg>
        <pc:picChg chg="add mod">
          <ac:chgData name="Fei Zheng" userId="d19317889db4c986" providerId="LiveId" clId="{52952FFC-09ED-2343-B43A-D47B83101583}" dt="2023-04-17T05:34:06.632" v="776" actId="1076"/>
          <ac:picMkLst>
            <pc:docMk/>
            <pc:sldMk cId="2916176661" sldId="497"/>
            <ac:picMk id="1026" creationId="{CD24DAFC-8978-2E5A-56AB-9F3E5C96BEE1}"/>
          </ac:picMkLst>
        </pc:picChg>
      </pc:sldChg>
      <pc:sldChg chg="addSp delSp modSp new mod">
        <pc:chgData name="Fei Zheng" userId="d19317889db4c986" providerId="LiveId" clId="{52952FFC-09ED-2343-B43A-D47B83101583}" dt="2023-04-17T05:06:03.729" v="266" actId="1440"/>
        <pc:sldMkLst>
          <pc:docMk/>
          <pc:sldMk cId="3404162713" sldId="498"/>
        </pc:sldMkLst>
        <pc:spChg chg="del">
          <ac:chgData name="Fei Zheng" userId="d19317889db4c986" providerId="LiveId" clId="{52952FFC-09ED-2343-B43A-D47B83101583}" dt="2023-04-17T05:01:05.273" v="238" actId="478"/>
          <ac:spMkLst>
            <pc:docMk/>
            <pc:sldMk cId="3404162713" sldId="498"/>
            <ac:spMk id="2" creationId="{56C2343C-E0D8-5940-2FF7-49543051BF60}"/>
          </ac:spMkLst>
        </pc:spChg>
        <pc:spChg chg="del">
          <ac:chgData name="Fei Zheng" userId="d19317889db4c986" providerId="LiveId" clId="{52952FFC-09ED-2343-B43A-D47B83101583}" dt="2023-04-17T04:58:32.927" v="227"/>
          <ac:spMkLst>
            <pc:docMk/>
            <pc:sldMk cId="3404162713" sldId="498"/>
            <ac:spMk id="3" creationId="{F2ED216E-9EAE-E56C-0AFE-8F6E4CC76849}"/>
          </ac:spMkLst>
        </pc:spChg>
        <pc:picChg chg="add mod">
          <ac:chgData name="Fei Zheng" userId="d19317889db4c986" providerId="LiveId" clId="{52952FFC-09ED-2343-B43A-D47B83101583}" dt="2023-04-17T05:06:03.729" v="266" actId="1440"/>
          <ac:picMkLst>
            <pc:docMk/>
            <pc:sldMk cId="3404162713" sldId="498"/>
            <ac:picMk id="5" creationId="{C30E0C23-E955-9570-8980-064450FC478F}"/>
          </ac:picMkLst>
        </pc:picChg>
      </pc:sldChg>
      <pc:sldChg chg="addSp delSp modSp new mod">
        <pc:chgData name="Fei Zheng" userId="d19317889db4c986" providerId="LiveId" clId="{52952FFC-09ED-2343-B43A-D47B83101583}" dt="2023-04-17T05:06:06.284" v="267" actId="1440"/>
        <pc:sldMkLst>
          <pc:docMk/>
          <pc:sldMk cId="3345095391" sldId="499"/>
        </pc:sldMkLst>
        <pc:spChg chg="del">
          <ac:chgData name="Fei Zheng" userId="d19317889db4c986" providerId="LiveId" clId="{52952FFC-09ED-2343-B43A-D47B83101583}" dt="2023-04-17T05:01:07.190" v="239" actId="478"/>
          <ac:spMkLst>
            <pc:docMk/>
            <pc:sldMk cId="3345095391" sldId="499"/>
            <ac:spMk id="2" creationId="{79A20BEB-D838-D902-7D94-2F8E458681C8}"/>
          </ac:spMkLst>
        </pc:spChg>
        <pc:spChg chg="del">
          <ac:chgData name="Fei Zheng" userId="d19317889db4c986" providerId="LiveId" clId="{52952FFC-09ED-2343-B43A-D47B83101583}" dt="2023-04-17T05:00:57.123" v="234"/>
          <ac:spMkLst>
            <pc:docMk/>
            <pc:sldMk cId="3345095391" sldId="499"/>
            <ac:spMk id="3" creationId="{CA84FF06-B5E1-E8FA-96B4-FCF6990F4908}"/>
          </ac:spMkLst>
        </pc:spChg>
        <pc:picChg chg="add mod">
          <ac:chgData name="Fei Zheng" userId="d19317889db4c986" providerId="LiveId" clId="{52952FFC-09ED-2343-B43A-D47B83101583}" dt="2023-04-17T05:06:06.284" v="267" actId="1440"/>
          <ac:picMkLst>
            <pc:docMk/>
            <pc:sldMk cId="3345095391" sldId="499"/>
            <ac:picMk id="5" creationId="{DB03E5E5-E776-170D-6F25-F1F418074083}"/>
          </ac:picMkLst>
        </pc:picChg>
      </pc:sldChg>
      <pc:sldChg chg="addSp delSp modSp new mod">
        <pc:chgData name="Fei Zheng" userId="d19317889db4c986" providerId="LiveId" clId="{52952FFC-09ED-2343-B43A-D47B83101583}" dt="2023-04-17T05:06:10.132" v="268" actId="1440"/>
        <pc:sldMkLst>
          <pc:docMk/>
          <pc:sldMk cId="886984157" sldId="500"/>
        </pc:sldMkLst>
        <pc:spChg chg="del">
          <ac:chgData name="Fei Zheng" userId="d19317889db4c986" providerId="LiveId" clId="{52952FFC-09ED-2343-B43A-D47B83101583}" dt="2023-04-17T05:03:38.898" v="254" actId="478"/>
          <ac:spMkLst>
            <pc:docMk/>
            <pc:sldMk cId="886984157" sldId="500"/>
            <ac:spMk id="2" creationId="{72666985-B875-8F9B-9BE9-DFE26E8EF74F}"/>
          </ac:spMkLst>
        </pc:spChg>
        <pc:spChg chg="del">
          <ac:chgData name="Fei Zheng" userId="d19317889db4c986" providerId="LiveId" clId="{52952FFC-09ED-2343-B43A-D47B83101583}" dt="2023-04-17T05:02:20.753" v="241"/>
          <ac:spMkLst>
            <pc:docMk/>
            <pc:sldMk cId="886984157" sldId="500"/>
            <ac:spMk id="3" creationId="{B1CB4A20-34E5-97F2-B2F5-92644A55C3BA}"/>
          </ac:spMkLst>
        </pc:spChg>
        <pc:spChg chg="add del mod">
          <ac:chgData name="Fei Zheng" userId="d19317889db4c986" providerId="LiveId" clId="{52952FFC-09ED-2343-B43A-D47B83101583}" dt="2023-04-17T05:03:37.616" v="253" actId="478"/>
          <ac:spMkLst>
            <pc:docMk/>
            <pc:sldMk cId="886984157" sldId="500"/>
            <ac:spMk id="9" creationId="{31349DE2-9ABC-85B4-B087-A5F89E3A88AD}"/>
          </ac:spMkLst>
        </pc:spChg>
        <pc:picChg chg="add del mod">
          <ac:chgData name="Fei Zheng" userId="d19317889db4c986" providerId="LiveId" clId="{52952FFC-09ED-2343-B43A-D47B83101583}" dt="2023-04-17T05:03:36.028" v="252" actId="478"/>
          <ac:picMkLst>
            <pc:docMk/>
            <pc:sldMk cId="886984157" sldId="500"/>
            <ac:picMk id="5" creationId="{0CD56FB9-DF00-FB96-1E9C-BD4EE5E25D35}"/>
          </ac:picMkLst>
        </pc:picChg>
        <pc:picChg chg="add mod">
          <ac:chgData name="Fei Zheng" userId="d19317889db4c986" providerId="LiveId" clId="{52952FFC-09ED-2343-B43A-D47B83101583}" dt="2023-04-17T05:06:10.132" v="268" actId="1440"/>
          <ac:picMkLst>
            <pc:docMk/>
            <pc:sldMk cId="886984157" sldId="500"/>
            <ac:picMk id="7" creationId="{1E30F15A-201B-A7D5-29E6-ACC2AA1536B9}"/>
          </ac:picMkLst>
        </pc:picChg>
      </pc:sldChg>
      <pc:sldChg chg="delSp modSp add mod">
        <pc:chgData name="Fei Zheng" userId="d19317889db4c986" providerId="LiveId" clId="{52952FFC-09ED-2343-B43A-D47B83101583}" dt="2023-04-17T05:06:16.989" v="271" actId="1076"/>
        <pc:sldMkLst>
          <pc:docMk/>
          <pc:sldMk cId="421425997" sldId="501"/>
        </pc:sldMkLst>
        <pc:spChg chg="del">
          <ac:chgData name="Fei Zheng" userId="d19317889db4c986" providerId="LiveId" clId="{52952FFC-09ED-2343-B43A-D47B83101583}" dt="2023-04-17T05:03:48.216" v="257" actId="478"/>
          <ac:spMkLst>
            <pc:docMk/>
            <pc:sldMk cId="421425997" sldId="501"/>
            <ac:spMk id="2" creationId="{72666985-B875-8F9B-9BE9-DFE26E8EF74F}"/>
          </ac:spMkLst>
        </pc:spChg>
        <pc:picChg chg="mod modCrop">
          <ac:chgData name="Fei Zheng" userId="d19317889db4c986" providerId="LiveId" clId="{52952FFC-09ED-2343-B43A-D47B83101583}" dt="2023-04-17T05:06:16.989" v="271" actId="1076"/>
          <ac:picMkLst>
            <pc:docMk/>
            <pc:sldMk cId="421425997" sldId="501"/>
            <ac:picMk id="5" creationId="{0CD56FB9-DF00-FB96-1E9C-BD4EE5E25D35}"/>
          </ac:picMkLst>
        </pc:picChg>
        <pc:picChg chg="del">
          <ac:chgData name="Fei Zheng" userId="d19317889db4c986" providerId="LiveId" clId="{52952FFC-09ED-2343-B43A-D47B83101583}" dt="2023-04-17T05:03:45.356" v="256" actId="478"/>
          <ac:picMkLst>
            <pc:docMk/>
            <pc:sldMk cId="421425997" sldId="501"/>
            <ac:picMk id="7" creationId="{1E30F15A-201B-A7D5-29E6-ACC2AA1536B9}"/>
          </ac:picMkLst>
        </pc:picChg>
      </pc:sldChg>
      <pc:sldChg chg="addSp delSp modSp new mod">
        <pc:chgData name="Fei Zheng" userId="d19317889db4c986" providerId="LiveId" clId="{52952FFC-09ED-2343-B43A-D47B83101583}" dt="2023-04-17T05:06:24.138" v="272" actId="1440"/>
        <pc:sldMkLst>
          <pc:docMk/>
          <pc:sldMk cId="1412098387" sldId="502"/>
        </pc:sldMkLst>
        <pc:spChg chg="del">
          <ac:chgData name="Fei Zheng" userId="d19317889db4c986" providerId="LiveId" clId="{52952FFC-09ED-2343-B43A-D47B83101583}" dt="2023-04-17T05:05:00.104" v="261" actId="478"/>
          <ac:spMkLst>
            <pc:docMk/>
            <pc:sldMk cId="1412098387" sldId="502"/>
            <ac:spMk id="2" creationId="{9CCDF897-0CF4-45D0-9B7A-460AA733EDC2}"/>
          </ac:spMkLst>
        </pc:spChg>
        <pc:spChg chg="del">
          <ac:chgData name="Fei Zheng" userId="d19317889db4c986" providerId="LiveId" clId="{52952FFC-09ED-2343-B43A-D47B83101583}" dt="2023-04-17T05:05:01.115" v="262" actId="478"/>
          <ac:spMkLst>
            <pc:docMk/>
            <pc:sldMk cId="1412098387" sldId="502"/>
            <ac:spMk id="3" creationId="{A4B3CDFD-0976-AA30-5920-801176AC43FF}"/>
          </ac:spMkLst>
        </pc:spChg>
        <pc:picChg chg="add mod">
          <ac:chgData name="Fei Zheng" userId="d19317889db4c986" providerId="LiveId" clId="{52952FFC-09ED-2343-B43A-D47B83101583}" dt="2023-04-17T05:06:24.138" v="272" actId="1440"/>
          <ac:picMkLst>
            <pc:docMk/>
            <pc:sldMk cId="1412098387" sldId="502"/>
            <ac:picMk id="4" creationId="{55EEA2C9-03D8-59FC-3B57-1289C58ECF4E}"/>
          </ac:picMkLst>
        </pc:picChg>
      </pc:sldChg>
      <pc:sldChg chg="addSp delSp modSp add mod">
        <pc:chgData name="Fei Zheng" userId="d19317889db4c986" providerId="LiveId" clId="{52952FFC-09ED-2343-B43A-D47B83101583}" dt="2023-04-17T05:11:10.550" v="334"/>
        <pc:sldMkLst>
          <pc:docMk/>
          <pc:sldMk cId="3753683032" sldId="503"/>
        </pc:sldMkLst>
        <pc:spChg chg="add mod">
          <ac:chgData name="Fei Zheng" userId="d19317889db4c986" providerId="LiveId" clId="{52952FFC-09ED-2343-B43A-D47B83101583}" dt="2023-04-17T05:11:10.550" v="334"/>
          <ac:spMkLst>
            <pc:docMk/>
            <pc:sldMk cId="3753683032" sldId="503"/>
            <ac:spMk id="2" creationId="{5C3E8480-3A29-AB79-F345-5582A8C03401}"/>
          </ac:spMkLst>
        </pc:spChg>
        <pc:spChg chg="del">
          <ac:chgData name="Fei Zheng" userId="d19317889db4c986" providerId="LiveId" clId="{52952FFC-09ED-2343-B43A-D47B83101583}" dt="2023-04-17T05:11:10.034" v="333" actId="478"/>
          <ac:spMkLst>
            <pc:docMk/>
            <pc:sldMk cId="3753683032" sldId="503"/>
            <ac:spMk id="6" creationId="{38A6873E-7B75-3037-4713-B66005A5167D}"/>
          </ac:spMkLst>
        </pc:spChg>
      </pc:sldChg>
      <pc:sldChg chg="delSp modSp add mod">
        <pc:chgData name="Fei Zheng" userId="d19317889db4c986" providerId="LiveId" clId="{52952FFC-09ED-2343-B43A-D47B83101583}" dt="2023-04-17T05:14:31.667" v="524" actId="478"/>
        <pc:sldMkLst>
          <pc:docMk/>
          <pc:sldMk cId="2029716487" sldId="504"/>
        </pc:sldMkLst>
        <pc:spChg chg="mod">
          <ac:chgData name="Fei Zheng" userId="d19317889db4c986" providerId="LiveId" clId="{52952FFC-09ED-2343-B43A-D47B83101583}" dt="2023-04-17T05:14:13.685" v="522" actId="20577"/>
          <ac:spMkLst>
            <pc:docMk/>
            <pc:sldMk cId="2029716487" sldId="504"/>
            <ac:spMk id="4" creationId="{C7E7686B-5899-D2D5-5CF5-14234D197492}"/>
          </ac:spMkLst>
        </pc:spChg>
        <pc:picChg chg="del">
          <ac:chgData name="Fei Zheng" userId="d19317889db4c986" providerId="LiveId" clId="{52952FFC-09ED-2343-B43A-D47B83101583}" dt="2023-04-17T05:14:31.667" v="524" actId="478"/>
          <ac:picMkLst>
            <pc:docMk/>
            <pc:sldMk cId="2029716487" sldId="504"/>
            <ac:picMk id="3" creationId="{0B349177-AA6E-1745-412F-8CE0BFB3AAA1}"/>
          </ac:picMkLst>
        </pc:picChg>
      </pc:sldChg>
      <pc:sldChg chg="add">
        <pc:chgData name="Fei Zheng" userId="d19317889db4c986" providerId="LiveId" clId="{52952FFC-09ED-2343-B43A-D47B83101583}" dt="2023-04-17T05:14:29.215" v="523" actId="2890"/>
        <pc:sldMkLst>
          <pc:docMk/>
          <pc:sldMk cId="1327405792" sldId="505"/>
        </pc:sldMkLst>
      </pc:sldChg>
      <pc:sldChg chg="delSp add mod delAnim">
        <pc:chgData name="Fei Zheng" userId="d19317889db4c986" providerId="LiveId" clId="{52952FFC-09ED-2343-B43A-D47B83101583}" dt="2023-04-17T05:17:28.825" v="606" actId="478"/>
        <pc:sldMkLst>
          <pc:docMk/>
          <pc:sldMk cId="4255581141" sldId="506"/>
        </pc:sldMkLst>
        <pc:picChg chg="del">
          <ac:chgData name="Fei Zheng" userId="d19317889db4c986" providerId="LiveId" clId="{52952FFC-09ED-2343-B43A-D47B83101583}" dt="2023-04-17T05:17:27.262" v="605" actId="478"/>
          <ac:picMkLst>
            <pc:docMk/>
            <pc:sldMk cId="4255581141" sldId="506"/>
            <ac:picMk id="3" creationId="{9145F192-6182-5CFD-E069-30EE27A2A8B3}"/>
          </ac:picMkLst>
        </pc:picChg>
        <pc:picChg chg="del">
          <ac:chgData name="Fei Zheng" userId="d19317889db4c986" providerId="LiveId" clId="{52952FFC-09ED-2343-B43A-D47B83101583}" dt="2023-04-17T05:17:28.825" v="606" actId="478"/>
          <ac:picMkLst>
            <pc:docMk/>
            <pc:sldMk cId="4255581141" sldId="506"/>
            <ac:picMk id="6" creationId="{5D479F0A-211F-E343-D93E-F96660B8C75A}"/>
          </ac:picMkLst>
        </pc:picChg>
      </pc:sldChg>
      <pc:sldChg chg="add">
        <pc:chgData name="Fei Zheng" userId="d19317889db4c986" providerId="LiveId" clId="{52952FFC-09ED-2343-B43A-D47B83101583}" dt="2023-04-17T05:30:58.486" v="764" actId="2890"/>
        <pc:sldMkLst>
          <pc:docMk/>
          <pc:sldMk cId="1850635910" sldId="507"/>
        </pc:sldMkLst>
      </pc:sldChg>
    </pc:docChg>
  </pc:docChgLst>
  <pc:docChgLst>
    <pc:chgData name="Zheng Fei" userId="d19317889db4c986" providerId="LiveId" clId="{ECEA7EDE-D98C-0F45-8D7E-84B82A2601C5}"/>
    <pc:docChg chg="undo custSel addSld delSld modSld sldOrd">
      <pc:chgData name="Zheng Fei" userId="d19317889db4c986" providerId="LiveId" clId="{ECEA7EDE-D98C-0F45-8D7E-84B82A2601C5}" dt="2022-06-08T16:17:13.451" v="1783"/>
      <pc:docMkLst>
        <pc:docMk/>
      </pc:docMkLst>
      <pc:sldChg chg="delSp modSp del mod ord">
        <pc:chgData name="Zheng Fei" userId="d19317889db4c986" providerId="LiveId" clId="{ECEA7EDE-D98C-0F45-8D7E-84B82A2601C5}" dt="2022-06-06T22:45:33.943" v="303" actId="2696"/>
        <pc:sldMkLst>
          <pc:docMk/>
          <pc:sldMk cId="3560793638" sldId="257"/>
        </pc:sldMkLst>
        <pc:spChg chg="mod">
          <ac:chgData name="Zheng Fei" userId="d19317889db4c986" providerId="LiveId" clId="{ECEA7EDE-D98C-0F45-8D7E-84B82A2601C5}" dt="2022-06-06T22:45:27.280" v="300" actId="21"/>
          <ac:spMkLst>
            <pc:docMk/>
            <pc:sldMk cId="3560793638" sldId="257"/>
            <ac:spMk id="3" creationId="{3C1B9012-DE89-337B-8A60-BF634325EEBF}"/>
          </ac:spMkLst>
        </pc:spChg>
        <pc:picChg chg="del">
          <ac:chgData name="Zheng Fei" userId="d19317889db4c986" providerId="LiveId" clId="{ECEA7EDE-D98C-0F45-8D7E-84B82A2601C5}" dt="2022-06-06T22:34:38.141" v="31" actId="478"/>
          <ac:picMkLst>
            <pc:docMk/>
            <pc:sldMk cId="3560793638" sldId="257"/>
            <ac:picMk id="5" creationId="{8E9E7248-8538-85AA-F692-4257D7046AFD}"/>
          </ac:picMkLst>
        </pc:picChg>
      </pc:sldChg>
      <pc:sldChg chg="addSp delSp modSp mod">
        <pc:chgData name="Zheng Fei" userId="d19317889db4c986" providerId="LiveId" clId="{ECEA7EDE-D98C-0F45-8D7E-84B82A2601C5}" dt="2022-06-06T23:12:57.527" v="852" actId="207"/>
        <pc:sldMkLst>
          <pc:docMk/>
          <pc:sldMk cId="2405855155" sldId="258"/>
        </pc:sldMkLst>
        <pc:spChg chg="add del mod">
          <ac:chgData name="Zheng Fei" userId="d19317889db4c986" providerId="LiveId" clId="{ECEA7EDE-D98C-0F45-8D7E-84B82A2601C5}" dt="2022-06-06T23:11:50.845" v="842" actId="478"/>
          <ac:spMkLst>
            <pc:docMk/>
            <pc:sldMk cId="2405855155" sldId="258"/>
            <ac:spMk id="2" creationId="{5866DDE7-AFAB-1CFD-C2D7-CE2FF98D254D}"/>
          </ac:spMkLst>
        </pc:spChg>
        <pc:spChg chg="mod">
          <ac:chgData name="Zheng Fei" userId="d19317889db4c986" providerId="LiveId" clId="{ECEA7EDE-D98C-0F45-8D7E-84B82A2601C5}" dt="2022-06-06T23:12:57.527" v="852" actId="207"/>
          <ac:spMkLst>
            <pc:docMk/>
            <pc:sldMk cId="2405855155" sldId="258"/>
            <ac:spMk id="4" creationId="{8FD622FA-AEED-2CFD-2BEF-D04408525AE6}"/>
          </ac:spMkLst>
        </pc:spChg>
        <pc:spChg chg="add mod">
          <ac:chgData name="Zheng Fei" userId="d19317889db4c986" providerId="LiveId" clId="{ECEA7EDE-D98C-0F45-8D7E-84B82A2601C5}" dt="2022-06-06T23:12:10.028" v="847"/>
          <ac:spMkLst>
            <pc:docMk/>
            <pc:sldMk cId="2405855155" sldId="258"/>
            <ac:spMk id="9" creationId="{2351610A-01A8-DA90-32E4-5E96E040735A}"/>
          </ac:spMkLst>
        </pc:spChg>
        <pc:picChg chg="del">
          <ac:chgData name="Zheng Fei" userId="d19317889db4c986" providerId="LiveId" clId="{ECEA7EDE-D98C-0F45-8D7E-84B82A2601C5}" dt="2022-06-06T22:35:12.552" v="32" actId="478"/>
          <ac:picMkLst>
            <pc:docMk/>
            <pc:sldMk cId="2405855155" sldId="258"/>
            <ac:picMk id="5" creationId="{2900E654-5E17-A5ED-57E5-EC7D65E753F4}"/>
          </ac:picMkLst>
        </pc:picChg>
        <pc:picChg chg="del">
          <ac:chgData name="Zheng Fei" userId="d19317889db4c986" providerId="LiveId" clId="{ECEA7EDE-D98C-0F45-8D7E-84B82A2601C5}" dt="2022-06-06T22:35:47.727" v="40" actId="478"/>
          <ac:picMkLst>
            <pc:docMk/>
            <pc:sldMk cId="2405855155" sldId="258"/>
            <ac:picMk id="6" creationId="{C30D841F-C46F-A6E4-468D-36630049D860}"/>
          </ac:picMkLst>
        </pc:picChg>
        <pc:picChg chg="del">
          <ac:chgData name="Zheng Fei" userId="d19317889db4c986" providerId="LiveId" clId="{ECEA7EDE-D98C-0F45-8D7E-84B82A2601C5}" dt="2022-06-06T22:35:53.411" v="42" actId="478"/>
          <ac:picMkLst>
            <pc:docMk/>
            <pc:sldMk cId="2405855155" sldId="258"/>
            <ac:picMk id="7" creationId="{B8AD297C-DBE2-1C76-F522-E12BFB47550D}"/>
          </ac:picMkLst>
        </pc:picChg>
        <pc:picChg chg="del">
          <ac:chgData name="Zheng Fei" userId="d19317889db4c986" providerId="LiveId" clId="{ECEA7EDE-D98C-0F45-8D7E-84B82A2601C5}" dt="2022-06-06T22:35:55.077" v="43" actId="478"/>
          <ac:picMkLst>
            <pc:docMk/>
            <pc:sldMk cId="2405855155" sldId="258"/>
            <ac:picMk id="8" creationId="{99365073-3D95-F2CD-DC80-5E38338B8701}"/>
          </ac:picMkLst>
        </pc:picChg>
      </pc:sldChg>
      <pc:sldChg chg="addSp delSp modSp mod">
        <pc:chgData name="Zheng Fei" userId="d19317889db4c986" providerId="LiveId" clId="{ECEA7EDE-D98C-0F45-8D7E-84B82A2601C5}" dt="2022-06-06T22:45:31.685" v="302" actId="478"/>
        <pc:sldMkLst>
          <pc:docMk/>
          <pc:sldMk cId="1901142392" sldId="259"/>
        </pc:sldMkLst>
        <pc:spChg chg="add del mod">
          <ac:chgData name="Zheng Fei" userId="d19317889db4c986" providerId="LiveId" clId="{ECEA7EDE-D98C-0F45-8D7E-84B82A2601C5}" dt="2022-06-06T22:45:31.685" v="302" actId="478"/>
          <ac:spMkLst>
            <pc:docMk/>
            <pc:sldMk cId="1901142392" sldId="259"/>
            <ac:spMk id="2" creationId="{ED150D08-6CB2-3472-6ACD-6132892E008D}"/>
          </ac:spMkLst>
        </pc:spChg>
        <pc:spChg chg="mod">
          <ac:chgData name="Zheng Fei" userId="d19317889db4c986" providerId="LiveId" clId="{ECEA7EDE-D98C-0F45-8D7E-84B82A2601C5}" dt="2022-06-06T22:41:03.874" v="203" actId="27636"/>
          <ac:spMkLst>
            <pc:docMk/>
            <pc:sldMk cId="1901142392" sldId="259"/>
            <ac:spMk id="4" creationId="{94C98053-0B56-0FEC-63BC-5859264A90E6}"/>
          </ac:spMkLst>
        </pc:spChg>
        <pc:picChg chg="add del">
          <ac:chgData name="Zheng Fei" userId="d19317889db4c986" providerId="LiveId" clId="{ECEA7EDE-D98C-0F45-8D7E-84B82A2601C5}" dt="2022-06-06T22:39:28.810" v="174" actId="478"/>
          <ac:picMkLst>
            <pc:docMk/>
            <pc:sldMk cId="1901142392" sldId="259"/>
            <ac:picMk id="5" creationId="{198DEBA4-4746-C6CA-7FA2-E31ADDBB9C57}"/>
          </ac:picMkLst>
        </pc:picChg>
        <pc:picChg chg="del">
          <ac:chgData name="Zheng Fei" userId="d19317889db4c986" providerId="LiveId" clId="{ECEA7EDE-D98C-0F45-8D7E-84B82A2601C5}" dt="2022-06-06T22:40:12.790" v="185" actId="478"/>
          <ac:picMkLst>
            <pc:docMk/>
            <pc:sldMk cId="1901142392" sldId="259"/>
            <ac:picMk id="6" creationId="{8C46D340-8EAC-7A53-8916-55F01E11AEA8}"/>
          </ac:picMkLst>
        </pc:picChg>
        <pc:picChg chg="del">
          <ac:chgData name="Zheng Fei" userId="d19317889db4c986" providerId="LiveId" clId="{ECEA7EDE-D98C-0F45-8D7E-84B82A2601C5}" dt="2022-06-06T22:40:17.650" v="186" actId="478"/>
          <ac:picMkLst>
            <pc:docMk/>
            <pc:sldMk cId="1901142392" sldId="259"/>
            <ac:picMk id="7" creationId="{0B8F8FC6-1C53-E4EB-68B7-E1E5DEB50D10}"/>
          </ac:picMkLst>
        </pc:picChg>
        <pc:picChg chg="del">
          <ac:chgData name="Zheng Fei" userId="d19317889db4c986" providerId="LiveId" clId="{ECEA7EDE-D98C-0F45-8D7E-84B82A2601C5}" dt="2022-06-06T22:40:23.050" v="188" actId="478"/>
          <ac:picMkLst>
            <pc:docMk/>
            <pc:sldMk cId="1901142392" sldId="259"/>
            <ac:picMk id="8" creationId="{0BE2EF35-D840-6D0C-A2B0-C532CD2EBB76}"/>
          </ac:picMkLst>
        </pc:picChg>
        <pc:picChg chg="del">
          <ac:chgData name="Zheng Fei" userId="d19317889db4c986" providerId="LiveId" clId="{ECEA7EDE-D98C-0F45-8D7E-84B82A2601C5}" dt="2022-06-06T22:40:28.841" v="190" actId="478"/>
          <ac:picMkLst>
            <pc:docMk/>
            <pc:sldMk cId="1901142392" sldId="259"/>
            <ac:picMk id="9" creationId="{2C53360B-844C-3052-10EF-E22E7EF84F96}"/>
          </ac:picMkLst>
        </pc:picChg>
        <pc:picChg chg="del">
          <ac:chgData name="Zheng Fei" userId="d19317889db4c986" providerId="LiveId" clId="{ECEA7EDE-D98C-0F45-8D7E-84B82A2601C5}" dt="2022-06-06T22:38:14.771" v="146" actId="478"/>
          <ac:picMkLst>
            <pc:docMk/>
            <pc:sldMk cId="1901142392" sldId="259"/>
            <ac:picMk id="11" creationId="{0AA3CCB7-AB64-4DE2-AFFD-83D521FA7E70}"/>
          </ac:picMkLst>
        </pc:picChg>
        <pc:picChg chg="del">
          <ac:chgData name="Zheng Fei" userId="d19317889db4c986" providerId="LiveId" clId="{ECEA7EDE-D98C-0F45-8D7E-84B82A2601C5}" dt="2022-06-06T22:38:15.460" v="147" actId="478"/>
          <ac:picMkLst>
            <pc:docMk/>
            <pc:sldMk cId="1901142392" sldId="259"/>
            <ac:picMk id="13" creationId="{B7A71CF6-8942-A73C-6349-A2EC260ED740}"/>
          </ac:picMkLst>
        </pc:picChg>
      </pc:sldChg>
      <pc:sldChg chg="addSp modSp del mod">
        <pc:chgData name="Zheng Fei" userId="d19317889db4c986" providerId="LiveId" clId="{ECEA7EDE-D98C-0F45-8D7E-84B82A2601C5}" dt="2022-06-06T23:24:23.668" v="977" actId="2696"/>
        <pc:sldMkLst>
          <pc:docMk/>
          <pc:sldMk cId="1463035299" sldId="260"/>
        </pc:sldMkLst>
        <pc:spChg chg="add mod">
          <ac:chgData name="Zheng Fei" userId="d19317889db4c986" providerId="LiveId" clId="{ECEA7EDE-D98C-0F45-8D7E-84B82A2601C5}" dt="2022-06-06T23:16:12.818" v="908" actId="113"/>
          <ac:spMkLst>
            <pc:docMk/>
            <pc:sldMk cId="1463035299" sldId="260"/>
            <ac:spMk id="2" creationId="{D821DB00-C296-D02A-8E7D-DE5402E736DD}"/>
          </ac:spMkLst>
        </pc:spChg>
        <pc:spChg chg="mod">
          <ac:chgData name="Zheng Fei" userId="d19317889db4c986" providerId="LiveId" clId="{ECEA7EDE-D98C-0F45-8D7E-84B82A2601C5}" dt="2022-06-06T23:16:16.283" v="909" actId="113"/>
          <ac:spMkLst>
            <pc:docMk/>
            <pc:sldMk cId="1463035299" sldId="260"/>
            <ac:spMk id="4" creationId="{26EDBDF4-3FAC-0174-BE48-77F43B8C3913}"/>
          </ac:spMkLst>
        </pc:spChg>
        <pc:picChg chg="mod">
          <ac:chgData name="Zheng Fei" userId="d19317889db4c986" providerId="LiveId" clId="{ECEA7EDE-D98C-0F45-8D7E-84B82A2601C5}" dt="2022-06-06T22:45:48.390" v="316" actId="1036"/>
          <ac:picMkLst>
            <pc:docMk/>
            <pc:sldMk cId="1463035299" sldId="260"/>
            <ac:picMk id="6" creationId="{188CF30E-2333-2F83-A566-B3F8BD8476DA}"/>
          </ac:picMkLst>
        </pc:picChg>
        <pc:picChg chg="mod">
          <ac:chgData name="Zheng Fei" userId="d19317889db4c986" providerId="LiveId" clId="{ECEA7EDE-D98C-0F45-8D7E-84B82A2601C5}" dt="2022-06-06T22:45:48.390" v="316" actId="1036"/>
          <ac:picMkLst>
            <pc:docMk/>
            <pc:sldMk cId="1463035299" sldId="260"/>
            <ac:picMk id="8" creationId="{60290213-81CA-2B2D-83B4-CBF8C246916E}"/>
          </ac:picMkLst>
        </pc:picChg>
      </pc:sldChg>
      <pc:sldChg chg="addSp modSp add mod ord">
        <pc:chgData name="Zheng Fei" userId="d19317889db4c986" providerId="LiveId" clId="{ECEA7EDE-D98C-0F45-8D7E-84B82A2601C5}" dt="2022-06-07T01:07:38.910" v="1406" actId="20577"/>
        <pc:sldMkLst>
          <pc:docMk/>
          <pc:sldMk cId="2879870712" sldId="260"/>
        </pc:sldMkLst>
        <pc:spChg chg="mod">
          <ac:chgData name="Zheng Fei" userId="d19317889db4c986" providerId="LiveId" clId="{ECEA7EDE-D98C-0F45-8D7E-84B82A2601C5}" dt="2022-06-07T01:07:38.910" v="1406" actId="20577"/>
          <ac:spMkLst>
            <pc:docMk/>
            <pc:sldMk cId="2879870712" sldId="260"/>
            <ac:spMk id="2" creationId="{D821DB00-C296-D02A-8E7D-DE5402E736DD}"/>
          </ac:spMkLst>
        </pc:spChg>
        <pc:spChg chg="mod">
          <ac:chgData name="Zheng Fei" userId="d19317889db4c986" providerId="LiveId" clId="{ECEA7EDE-D98C-0F45-8D7E-84B82A2601C5}" dt="2022-06-07T01:07:33.474" v="1405" actId="1076"/>
          <ac:spMkLst>
            <pc:docMk/>
            <pc:sldMk cId="2879870712" sldId="260"/>
            <ac:spMk id="4" creationId="{26EDBDF4-3FAC-0174-BE48-77F43B8C3913}"/>
          </ac:spMkLst>
        </pc:spChg>
        <pc:spChg chg="add mod">
          <ac:chgData name="Zheng Fei" userId="d19317889db4c986" providerId="LiveId" clId="{ECEA7EDE-D98C-0F45-8D7E-84B82A2601C5}" dt="2022-06-06T23:46:38.976" v="1304" actId="20577"/>
          <ac:spMkLst>
            <pc:docMk/>
            <pc:sldMk cId="2879870712" sldId="260"/>
            <ac:spMk id="7" creationId="{403A2F61-01EF-FCCC-B26F-C953F5E71C8F}"/>
          </ac:spMkLst>
        </pc:spChg>
        <pc:picChg chg="mod">
          <ac:chgData name="Zheng Fei" userId="d19317889db4c986" providerId="LiveId" clId="{ECEA7EDE-D98C-0F45-8D7E-84B82A2601C5}" dt="2022-06-06T23:46:22.097" v="1270" actId="1036"/>
          <ac:picMkLst>
            <pc:docMk/>
            <pc:sldMk cId="2879870712" sldId="260"/>
            <ac:picMk id="6" creationId="{188CF30E-2333-2F83-A566-B3F8BD8476DA}"/>
          </ac:picMkLst>
        </pc:picChg>
        <pc:picChg chg="mod">
          <ac:chgData name="Zheng Fei" userId="d19317889db4c986" providerId="LiveId" clId="{ECEA7EDE-D98C-0F45-8D7E-84B82A2601C5}" dt="2022-06-06T23:46:22.097" v="1270" actId="1036"/>
          <ac:picMkLst>
            <pc:docMk/>
            <pc:sldMk cId="2879870712" sldId="260"/>
            <ac:picMk id="8" creationId="{60290213-81CA-2B2D-83B4-CBF8C246916E}"/>
          </ac:picMkLst>
        </pc:picChg>
      </pc:sldChg>
      <pc:sldChg chg="modSp mod">
        <pc:chgData name="Zheng Fei" userId="d19317889db4c986" providerId="LiveId" clId="{ECEA7EDE-D98C-0F45-8D7E-84B82A2601C5}" dt="2022-06-07T01:03:26.360" v="1379" actId="113"/>
        <pc:sldMkLst>
          <pc:docMk/>
          <pc:sldMk cId="2426368293" sldId="261"/>
        </pc:sldMkLst>
        <pc:spChg chg="mod">
          <ac:chgData name="Zheng Fei" userId="d19317889db4c986" providerId="LiveId" clId="{ECEA7EDE-D98C-0F45-8D7E-84B82A2601C5}" dt="2022-06-07T01:03:26.360" v="1379" actId="113"/>
          <ac:spMkLst>
            <pc:docMk/>
            <pc:sldMk cId="2426368293" sldId="261"/>
            <ac:spMk id="4" creationId="{64593565-5C54-97D3-4D65-EFAF130C196F}"/>
          </ac:spMkLst>
        </pc:spChg>
      </pc:sldChg>
      <pc:sldChg chg="addSp delSp modSp mod">
        <pc:chgData name="Zheng Fei" userId="d19317889db4c986" providerId="LiveId" clId="{ECEA7EDE-D98C-0F45-8D7E-84B82A2601C5}" dt="2022-06-07T01:03:39.624" v="1382" actId="113"/>
        <pc:sldMkLst>
          <pc:docMk/>
          <pc:sldMk cId="4281868939" sldId="262"/>
        </pc:sldMkLst>
        <pc:spChg chg="add mod">
          <ac:chgData name="Zheng Fei" userId="d19317889db4c986" providerId="LiveId" clId="{ECEA7EDE-D98C-0F45-8D7E-84B82A2601C5}" dt="2022-06-06T22:51:57.566" v="383" actId="1076"/>
          <ac:spMkLst>
            <pc:docMk/>
            <pc:sldMk cId="4281868939" sldId="262"/>
            <ac:spMk id="2" creationId="{286B7233-A2E7-B2C5-5ECE-1B065FEC99C5}"/>
          </ac:spMkLst>
        </pc:spChg>
        <pc:spChg chg="mod">
          <ac:chgData name="Zheng Fei" userId="d19317889db4c986" providerId="LiveId" clId="{ECEA7EDE-D98C-0F45-8D7E-84B82A2601C5}" dt="2022-06-07T01:03:39.624" v="1382" actId="113"/>
          <ac:spMkLst>
            <pc:docMk/>
            <pc:sldMk cId="4281868939" sldId="262"/>
            <ac:spMk id="4" creationId="{24B09DD3-578F-B597-3BDE-AEB52BE5694D}"/>
          </ac:spMkLst>
        </pc:spChg>
        <pc:picChg chg="del">
          <ac:chgData name="Zheng Fei" userId="d19317889db4c986" providerId="LiveId" clId="{ECEA7EDE-D98C-0F45-8D7E-84B82A2601C5}" dt="2022-06-06T22:50:31.128" v="363" actId="478"/>
          <ac:picMkLst>
            <pc:docMk/>
            <pc:sldMk cId="4281868939" sldId="262"/>
            <ac:picMk id="6" creationId="{3F0332D4-8E9A-173B-6992-78DF7DEF60BF}"/>
          </ac:picMkLst>
        </pc:picChg>
        <pc:picChg chg="del mod">
          <ac:chgData name="Zheng Fei" userId="d19317889db4c986" providerId="LiveId" clId="{ECEA7EDE-D98C-0F45-8D7E-84B82A2601C5}" dt="2022-06-06T22:51:55.098" v="382" actId="478"/>
          <ac:picMkLst>
            <pc:docMk/>
            <pc:sldMk cId="4281868939" sldId="262"/>
            <ac:picMk id="8" creationId="{C5F5D635-5752-13B2-24FD-97B43E4E97FD}"/>
          </ac:picMkLst>
        </pc:picChg>
      </pc:sldChg>
      <pc:sldChg chg="modSp mod">
        <pc:chgData name="Zheng Fei" userId="d19317889db4c986" providerId="LiveId" clId="{ECEA7EDE-D98C-0F45-8D7E-84B82A2601C5}" dt="2022-06-06T22:54:55.594" v="419" actId="1076"/>
        <pc:sldMkLst>
          <pc:docMk/>
          <pc:sldMk cId="1869799505" sldId="263"/>
        </pc:sldMkLst>
        <pc:spChg chg="mod">
          <ac:chgData name="Zheng Fei" userId="d19317889db4c986" providerId="LiveId" clId="{ECEA7EDE-D98C-0F45-8D7E-84B82A2601C5}" dt="2022-06-06T22:54:55.594" v="419" actId="1076"/>
          <ac:spMkLst>
            <pc:docMk/>
            <pc:sldMk cId="1869799505" sldId="263"/>
            <ac:spMk id="2" creationId="{3949839D-BBAE-6773-9E7B-027D9B15748C}"/>
          </ac:spMkLst>
        </pc:spChg>
        <pc:spChg chg="mod">
          <ac:chgData name="Zheng Fei" userId="d19317889db4c986" providerId="LiveId" clId="{ECEA7EDE-D98C-0F45-8D7E-84B82A2601C5}" dt="2022-06-06T22:53:59.715" v="409" actId="120"/>
          <ac:spMkLst>
            <pc:docMk/>
            <pc:sldMk cId="1869799505" sldId="263"/>
            <ac:spMk id="3" creationId="{1E1489C8-85B5-37E4-5FE4-B98DADC7080B}"/>
          </ac:spMkLst>
        </pc:spChg>
        <pc:picChg chg="mod modCrop">
          <ac:chgData name="Zheng Fei" userId="d19317889db4c986" providerId="LiveId" clId="{ECEA7EDE-D98C-0F45-8D7E-84B82A2601C5}" dt="2022-06-06T22:54:10.072" v="412" actId="732"/>
          <ac:picMkLst>
            <pc:docMk/>
            <pc:sldMk cId="1869799505" sldId="263"/>
            <ac:picMk id="5" creationId="{A5BC63BC-9047-8A7C-0C43-75D9F5FED059}"/>
          </ac:picMkLst>
        </pc:picChg>
      </pc:sldChg>
      <pc:sldChg chg="addSp modSp mod ord">
        <pc:chgData name="Zheng Fei" userId="d19317889db4c986" providerId="LiveId" clId="{ECEA7EDE-D98C-0F45-8D7E-84B82A2601C5}" dt="2022-06-06T22:56:59.404" v="444" actId="1076"/>
        <pc:sldMkLst>
          <pc:docMk/>
          <pc:sldMk cId="3756273904" sldId="264"/>
        </pc:sldMkLst>
        <pc:spChg chg="add mod">
          <ac:chgData name="Zheng Fei" userId="d19317889db4c986" providerId="LiveId" clId="{ECEA7EDE-D98C-0F45-8D7E-84B82A2601C5}" dt="2022-06-06T22:54:57.913" v="420"/>
          <ac:spMkLst>
            <pc:docMk/>
            <pc:sldMk cId="3756273904" sldId="264"/>
            <ac:spMk id="3" creationId="{4E53E71B-5C78-07CD-1C48-B5FBD76CCE29}"/>
          </ac:spMkLst>
        </pc:spChg>
        <pc:spChg chg="mod">
          <ac:chgData name="Zheng Fei" userId="d19317889db4c986" providerId="LiveId" clId="{ECEA7EDE-D98C-0F45-8D7E-84B82A2601C5}" dt="2022-06-06T22:56:59.404" v="444" actId="1076"/>
          <ac:spMkLst>
            <pc:docMk/>
            <pc:sldMk cId="3756273904" sldId="264"/>
            <ac:spMk id="4" creationId="{CBEF9396-861B-BD72-8345-8EE0D17A0E29}"/>
          </ac:spMkLst>
        </pc:spChg>
      </pc:sldChg>
      <pc:sldChg chg="addSp modSp mod">
        <pc:chgData name="Zheng Fei" userId="d19317889db4c986" providerId="LiveId" clId="{ECEA7EDE-D98C-0F45-8D7E-84B82A2601C5}" dt="2022-06-06T23:27:32.030" v="1002" actId="962"/>
        <pc:sldMkLst>
          <pc:docMk/>
          <pc:sldMk cId="999311974" sldId="265"/>
        </pc:sldMkLst>
        <pc:spChg chg="mod">
          <ac:chgData name="Zheng Fei" userId="d19317889db4c986" providerId="LiveId" clId="{ECEA7EDE-D98C-0F45-8D7E-84B82A2601C5}" dt="2022-06-06T23:27:11.917" v="994" actId="21"/>
          <ac:spMkLst>
            <pc:docMk/>
            <pc:sldMk cId="999311974" sldId="265"/>
            <ac:spMk id="4" creationId="{30354C5F-F3D3-18E9-FA42-841333E878A9}"/>
          </ac:spMkLst>
        </pc:spChg>
        <pc:picChg chg="add mod">
          <ac:chgData name="Zheng Fei" userId="d19317889db4c986" providerId="LiveId" clId="{ECEA7EDE-D98C-0F45-8D7E-84B82A2601C5}" dt="2022-06-06T23:27:32.030" v="1002" actId="962"/>
          <ac:picMkLst>
            <pc:docMk/>
            <pc:sldMk cId="999311974" sldId="265"/>
            <ac:picMk id="3" creationId="{2DCB905F-C5A0-0511-08BC-0014DF53ED16}"/>
          </ac:picMkLst>
        </pc:picChg>
      </pc:sldChg>
      <pc:sldChg chg="modSp mod">
        <pc:chgData name="Zheng Fei" userId="d19317889db4c986" providerId="LiveId" clId="{ECEA7EDE-D98C-0F45-8D7E-84B82A2601C5}" dt="2022-06-06T23:00:39.671" v="585" actId="20577"/>
        <pc:sldMkLst>
          <pc:docMk/>
          <pc:sldMk cId="1624645975" sldId="266"/>
        </pc:sldMkLst>
        <pc:spChg chg="mod">
          <ac:chgData name="Zheng Fei" userId="d19317889db4c986" providerId="LiveId" clId="{ECEA7EDE-D98C-0F45-8D7E-84B82A2601C5}" dt="2022-06-06T23:00:39.671" v="585" actId="20577"/>
          <ac:spMkLst>
            <pc:docMk/>
            <pc:sldMk cId="1624645975" sldId="266"/>
            <ac:spMk id="4" creationId="{2A448F43-D6E5-E0EF-ED1F-22F6763C7119}"/>
          </ac:spMkLst>
        </pc:spChg>
        <pc:spChg chg="mod">
          <ac:chgData name="Zheng Fei" userId="d19317889db4c986" providerId="LiveId" clId="{ECEA7EDE-D98C-0F45-8D7E-84B82A2601C5}" dt="2022-06-06T23:00:20.382" v="578" actId="207"/>
          <ac:spMkLst>
            <pc:docMk/>
            <pc:sldMk cId="1624645975" sldId="266"/>
            <ac:spMk id="5" creationId="{3357561C-E0F6-6FF9-1836-B2EE961B90B2}"/>
          </ac:spMkLst>
        </pc:spChg>
      </pc:sldChg>
      <pc:sldChg chg="addSp delSp modSp mod">
        <pc:chgData name="Zheng Fei" userId="d19317889db4c986" providerId="LiveId" clId="{ECEA7EDE-D98C-0F45-8D7E-84B82A2601C5}" dt="2022-06-06T23:30:05.662" v="1033" actId="121"/>
        <pc:sldMkLst>
          <pc:docMk/>
          <pc:sldMk cId="3644211386" sldId="267"/>
        </pc:sldMkLst>
        <pc:spChg chg="mod">
          <ac:chgData name="Zheng Fei" userId="d19317889db4c986" providerId="LiveId" clId="{ECEA7EDE-D98C-0F45-8D7E-84B82A2601C5}" dt="2022-06-06T23:30:05.662" v="1033" actId="121"/>
          <ac:spMkLst>
            <pc:docMk/>
            <pc:sldMk cId="3644211386" sldId="267"/>
            <ac:spMk id="3" creationId="{C035DC90-89E0-96F6-C8B9-AC7BDF47F55A}"/>
          </ac:spMkLst>
        </pc:spChg>
        <pc:picChg chg="add mod">
          <ac:chgData name="Zheng Fei" userId="d19317889db4c986" providerId="LiveId" clId="{ECEA7EDE-D98C-0F45-8D7E-84B82A2601C5}" dt="2022-06-06T23:29:55.651" v="1022" actId="1076"/>
          <ac:picMkLst>
            <pc:docMk/>
            <pc:sldMk cId="3644211386" sldId="267"/>
            <ac:picMk id="4" creationId="{9CE69D04-0C20-6E43-D453-3C9CF4A8BEDF}"/>
          </ac:picMkLst>
        </pc:picChg>
        <pc:picChg chg="del mod">
          <ac:chgData name="Zheng Fei" userId="d19317889db4c986" providerId="LiveId" clId="{ECEA7EDE-D98C-0F45-8D7E-84B82A2601C5}" dt="2022-06-06T23:29:34.728" v="1015" actId="478"/>
          <ac:picMkLst>
            <pc:docMk/>
            <pc:sldMk cId="3644211386" sldId="267"/>
            <ac:picMk id="5" creationId="{619D0413-DC9A-67EB-069C-0CEED1F5ACDB}"/>
          </ac:picMkLst>
        </pc:picChg>
      </pc:sldChg>
      <pc:sldChg chg="addSp modSp mod">
        <pc:chgData name="Zheng Fei" userId="d19317889db4c986" providerId="LiveId" clId="{ECEA7EDE-D98C-0F45-8D7E-84B82A2601C5}" dt="2022-06-07T01:12:53.838" v="1483" actId="207"/>
        <pc:sldMkLst>
          <pc:docMk/>
          <pc:sldMk cId="3226337148" sldId="268"/>
        </pc:sldMkLst>
        <pc:spChg chg="add mod">
          <ac:chgData name="Zheng Fei" userId="d19317889db4c986" providerId="LiveId" clId="{ECEA7EDE-D98C-0F45-8D7E-84B82A2601C5}" dt="2022-06-06T23:02:03.906" v="611" actId="1076"/>
          <ac:spMkLst>
            <pc:docMk/>
            <pc:sldMk cId="3226337148" sldId="268"/>
            <ac:spMk id="2" creationId="{27AF5700-9116-57FF-FB1A-3F5A0EBA941B}"/>
          </ac:spMkLst>
        </pc:spChg>
        <pc:spChg chg="mod">
          <ac:chgData name="Zheng Fei" userId="d19317889db4c986" providerId="LiveId" clId="{ECEA7EDE-D98C-0F45-8D7E-84B82A2601C5}" dt="2022-06-06T23:01:28.250" v="597" actId="21"/>
          <ac:spMkLst>
            <pc:docMk/>
            <pc:sldMk cId="3226337148" sldId="268"/>
            <ac:spMk id="4" creationId="{C688116A-66DE-FFDE-9EA2-2E481073D370}"/>
          </ac:spMkLst>
        </pc:spChg>
        <pc:spChg chg="mod">
          <ac:chgData name="Zheng Fei" userId="d19317889db4c986" providerId="LiveId" clId="{ECEA7EDE-D98C-0F45-8D7E-84B82A2601C5}" dt="2022-06-07T01:12:53.838" v="1483" actId="207"/>
          <ac:spMkLst>
            <pc:docMk/>
            <pc:sldMk cId="3226337148" sldId="268"/>
            <ac:spMk id="5" creationId="{EF1609AF-172A-3BC6-8CA5-B290409B08CB}"/>
          </ac:spMkLst>
        </pc:spChg>
        <pc:picChg chg="add mod">
          <ac:chgData name="Zheng Fei" userId="d19317889db4c986" providerId="LiveId" clId="{ECEA7EDE-D98C-0F45-8D7E-84B82A2601C5}" dt="2022-06-06T23:02:45.967" v="680" actId="1076"/>
          <ac:picMkLst>
            <pc:docMk/>
            <pc:sldMk cId="3226337148" sldId="268"/>
            <ac:picMk id="6" creationId="{4CD23E37-4A2C-F75D-136D-6EB398CB0706}"/>
          </ac:picMkLst>
        </pc:picChg>
      </pc:sldChg>
      <pc:sldChg chg="addSp delSp modSp mod">
        <pc:chgData name="Zheng Fei" userId="d19317889db4c986" providerId="LiveId" clId="{ECEA7EDE-D98C-0F45-8D7E-84B82A2601C5}" dt="2022-06-06T23:32:24.019" v="1078" actId="167"/>
        <pc:sldMkLst>
          <pc:docMk/>
          <pc:sldMk cId="294582498" sldId="269"/>
        </pc:sldMkLst>
        <pc:spChg chg="mod">
          <ac:chgData name="Zheng Fei" userId="d19317889db4c986" providerId="LiveId" clId="{ECEA7EDE-D98C-0F45-8D7E-84B82A2601C5}" dt="2022-06-06T23:32:11.903" v="1075" actId="20577"/>
          <ac:spMkLst>
            <pc:docMk/>
            <pc:sldMk cId="294582498" sldId="269"/>
            <ac:spMk id="3" creationId="{55331348-A8B9-0C5E-E788-501192C67E83}"/>
          </ac:spMkLst>
        </pc:spChg>
        <pc:picChg chg="add mod">
          <ac:chgData name="Zheng Fei" userId="d19317889db4c986" providerId="LiveId" clId="{ECEA7EDE-D98C-0F45-8D7E-84B82A2601C5}" dt="2022-06-06T23:32:24.019" v="1078" actId="167"/>
          <ac:picMkLst>
            <pc:docMk/>
            <pc:sldMk cId="294582498" sldId="269"/>
            <ac:picMk id="4" creationId="{E8CDEBEB-7B74-8E39-0601-B9BF2EE2EEEA}"/>
          </ac:picMkLst>
        </pc:picChg>
        <pc:picChg chg="del mod">
          <ac:chgData name="Zheng Fei" userId="d19317889db4c986" providerId="LiveId" clId="{ECEA7EDE-D98C-0F45-8D7E-84B82A2601C5}" dt="2022-06-06T23:02:40.623" v="678" actId="21"/>
          <ac:picMkLst>
            <pc:docMk/>
            <pc:sldMk cId="294582498" sldId="269"/>
            <ac:picMk id="5" creationId="{41564AF4-ED31-5A34-8E01-A3845FF7928A}"/>
          </ac:picMkLst>
        </pc:picChg>
      </pc:sldChg>
      <pc:sldChg chg="addSp delSp modSp mod">
        <pc:chgData name="Zheng Fei" userId="d19317889db4c986" providerId="LiveId" clId="{ECEA7EDE-D98C-0F45-8D7E-84B82A2601C5}" dt="2022-06-06T23:04:13.128" v="706" actId="1076"/>
        <pc:sldMkLst>
          <pc:docMk/>
          <pc:sldMk cId="814759319" sldId="270"/>
        </pc:sldMkLst>
        <pc:spChg chg="add del mod">
          <ac:chgData name="Zheng Fei" userId="d19317889db4c986" providerId="LiveId" clId="{ECEA7EDE-D98C-0F45-8D7E-84B82A2601C5}" dt="2022-06-06T23:03:57.271" v="701" actId="478"/>
          <ac:spMkLst>
            <pc:docMk/>
            <pc:sldMk cId="814759319" sldId="270"/>
            <ac:spMk id="3" creationId="{E31DF82A-7CAA-77F6-A69D-327896E7D046}"/>
          </ac:spMkLst>
        </pc:spChg>
        <pc:spChg chg="mod">
          <ac:chgData name="Zheng Fei" userId="d19317889db4c986" providerId="LiveId" clId="{ECEA7EDE-D98C-0F45-8D7E-84B82A2601C5}" dt="2022-06-06T23:04:13.128" v="706" actId="1076"/>
          <ac:spMkLst>
            <pc:docMk/>
            <pc:sldMk cId="814759319" sldId="270"/>
            <ac:spMk id="4" creationId="{C7E7686B-5899-D2D5-5CF5-14234D197492}"/>
          </ac:spMkLst>
        </pc:spChg>
        <pc:spChg chg="del">
          <ac:chgData name="Zheng Fei" userId="d19317889db4c986" providerId="LiveId" clId="{ECEA7EDE-D98C-0F45-8D7E-84B82A2601C5}" dt="2022-06-06T23:03:52.471" v="697" actId="478"/>
          <ac:spMkLst>
            <pc:docMk/>
            <pc:sldMk cId="814759319" sldId="270"/>
            <ac:spMk id="5" creationId="{A272D445-985B-5EF5-5A41-9091478FC0DF}"/>
          </ac:spMkLst>
        </pc:spChg>
        <pc:picChg chg="del">
          <ac:chgData name="Zheng Fei" userId="d19317889db4c986" providerId="LiveId" clId="{ECEA7EDE-D98C-0F45-8D7E-84B82A2601C5}" dt="2022-06-06T23:03:55.155" v="699" actId="478"/>
          <ac:picMkLst>
            <pc:docMk/>
            <pc:sldMk cId="814759319" sldId="270"/>
            <ac:picMk id="7" creationId="{F5AA476E-B669-9BFE-9AF9-075CE186ED83}"/>
          </ac:picMkLst>
        </pc:picChg>
        <pc:picChg chg="del">
          <ac:chgData name="Zheng Fei" userId="d19317889db4c986" providerId="LiveId" clId="{ECEA7EDE-D98C-0F45-8D7E-84B82A2601C5}" dt="2022-06-06T23:03:55.806" v="700" actId="478"/>
          <ac:picMkLst>
            <pc:docMk/>
            <pc:sldMk cId="814759319" sldId="270"/>
            <ac:picMk id="9" creationId="{8F18E970-7896-3BBB-1F6E-C21F28F49353}"/>
          </ac:picMkLst>
        </pc:picChg>
      </pc:sldChg>
      <pc:sldChg chg="delSp modSp mod">
        <pc:chgData name="Zheng Fei" userId="d19317889db4c986" providerId="LiveId" clId="{ECEA7EDE-D98C-0F45-8D7E-84B82A2601C5}" dt="2022-06-07T01:14:58.599" v="1518" actId="27636"/>
        <pc:sldMkLst>
          <pc:docMk/>
          <pc:sldMk cId="264167182" sldId="271"/>
        </pc:sldMkLst>
        <pc:spChg chg="mod">
          <ac:chgData name="Zheng Fei" userId="d19317889db4c986" providerId="LiveId" clId="{ECEA7EDE-D98C-0F45-8D7E-84B82A2601C5}" dt="2022-06-07T01:14:58.599" v="1518" actId="27636"/>
          <ac:spMkLst>
            <pc:docMk/>
            <pc:sldMk cId="264167182" sldId="271"/>
            <ac:spMk id="4" creationId="{C1796343-2ECB-96DB-D6BC-542C3D9EF36B}"/>
          </ac:spMkLst>
        </pc:spChg>
        <pc:picChg chg="del">
          <ac:chgData name="Zheng Fei" userId="d19317889db4c986" providerId="LiveId" clId="{ECEA7EDE-D98C-0F45-8D7E-84B82A2601C5}" dt="2022-06-06T23:06:38.092" v="740" actId="478"/>
          <ac:picMkLst>
            <pc:docMk/>
            <pc:sldMk cId="264167182" sldId="271"/>
            <ac:picMk id="5" creationId="{08BA79F6-51B3-39EC-8AC4-B8A8A126BBD6}"/>
          </ac:picMkLst>
        </pc:picChg>
        <pc:picChg chg="del">
          <ac:chgData name="Zheng Fei" userId="d19317889db4c986" providerId="LiveId" clId="{ECEA7EDE-D98C-0F45-8D7E-84B82A2601C5}" dt="2022-06-06T23:06:39.704" v="741" actId="478"/>
          <ac:picMkLst>
            <pc:docMk/>
            <pc:sldMk cId="264167182" sldId="271"/>
            <ac:picMk id="6" creationId="{6746B28B-38F9-A80A-A689-6381BFF82D00}"/>
          </ac:picMkLst>
        </pc:picChg>
        <pc:picChg chg="del">
          <ac:chgData name="Zheng Fei" userId="d19317889db4c986" providerId="LiveId" clId="{ECEA7EDE-D98C-0F45-8D7E-84B82A2601C5}" dt="2022-06-06T23:06:49.705" v="743" actId="478"/>
          <ac:picMkLst>
            <pc:docMk/>
            <pc:sldMk cId="264167182" sldId="271"/>
            <ac:picMk id="7" creationId="{10DBCE63-86F9-62B7-30B7-75D4EDB7EF51}"/>
          </ac:picMkLst>
        </pc:picChg>
        <pc:picChg chg="del">
          <ac:chgData name="Zheng Fei" userId="d19317889db4c986" providerId="LiveId" clId="{ECEA7EDE-D98C-0F45-8D7E-84B82A2601C5}" dt="2022-06-06T23:06:51.105" v="744" actId="478"/>
          <ac:picMkLst>
            <pc:docMk/>
            <pc:sldMk cId="264167182" sldId="271"/>
            <ac:picMk id="8" creationId="{5834579F-14D8-FEA0-EF6F-A418386533B5}"/>
          </ac:picMkLst>
        </pc:picChg>
        <pc:picChg chg="del">
          <ac:chgData name="Zheng Fei" userId="d19317889db4c986" providerId="LiveId" clId="{ECEA7EDE-D98C-0F45-8D7E-84B82A2601C5}" dt="2022-06-06T23:06:52.244" v="745" actId="478"/>
          <ac:picMkLst>
            <pc:docMk/>
            <pc:sldMk cId="264167182" sldId="271"/>
            <ac:picMk id="9" creationId="{A4051929-0405-B8F4-0693-5B7124E14855}"/>
          </ac:picMkLst>
        </pc:picChg>
        <pc:picChg chg="del">
          <ac:chgData name="Zheng Fei" userId="d19317889db4c986" providerId="LiveId" clId="{ECEA7EDE-D98C-0F45-8D7E-84B82A2601C5}" dt="2022-06-06T23:06:53.139" v="746" actId="478"/>
          <ac:picMkLst>
            <pc:docMk/>
            <pc:sldMk cId="264167182" sldId="271"/>
            <ac:picMk id="10" creationId="{D6E36D66-EFED-B833-9306-E47CED99492E}"/>
          </ac:picMkLst>
        </pc:picChg>
      </pc:sldChg>
      <pc:sldChg chg="addSp delSp modSp mod">
        <pc:chgData name="Zheng Fei" userId="d19317889db4c986" providerId="LiveId" clId="{ECEA7EDE-D98C-0F45-8D7E-84B82A2601C5}" dt="2022-06-06T23:42:38.328" v="1176" actId="207"/>
        <pc:sldMkLst>
          <pc:docMk/>
          <pc:sldMk cId="1072394337" sldId="272"/>
        </pc:sldMkLst>
        <pc:spChg chg="add mod">
          <ac:chgData name="Zheng Fei" userId="d19317889db4c986" providerId="LiveId" clId="{ECEA7EDE-D98C-0F45-8D7E-84B82A2601C5}" dt="2022-06-06T23:42:13.505" v="1164" actId="20577"/>
          <ac:spMkLst>
            <pc:docMk/>
            <pc:sldMk cId="1072394337" sldId="272"/>
            <ac:spMk id="2" creationId="{5CB0335D-86AE-F841-4203-5AD5409DA63B}"/>
          </ac:spMkLst>
        </pc:spChg>
        <pc:spChg chg="mod">
          <ac:chgData name="Zheng Fei" userId="d19317889db4c986" providerId="LiveId" clId="{ECEA7EDE-D98C-0F45-8D7E-84B82A2601C5}" dt="2022-06-06T23:42:38.328" v="1176" actId="207"/>
          <ac:spMkLst>
            <pc:docMk/>
            <pc:sldMk cId="1072394337" sldId="272"/>
            <ac:spMk id="4" creationId="{D7C03941-75BE-25E1-F083-8954F2BE4F8D}"/>
          </ac:spMkLst>
        </pc:spChg>
        <pc:picChg chg="del">
          <ac:chgData name="Zheng Fei" userId="d19317889db4c986" providerId="LiveId" clId="{ECEA7EDE-D98C-0F45-8D7E-84B82A2601C5}" dt="2022-06-06T23:07:07.454" v="749" actId="478"/>
          <ac:picMkLst>
            <pc:docMk/>
            <pc:sldMk cId="1072394337" sldId="272"/>
            <ac:picMk id="7" creationId="{C1E98921-E03F-6256-930A-0B84E6FAE9E2}"/>
          </ac:picMkLst>
        </pc:picChg>
        <pc:picChg chg="del">
          <ac:chgData name="Zheng Fei" userId="d19317889db4c986" providerId="LiveId" clId="{ECEA7EDE-D98C-0F45-8D7E-84B82A2601C5}" dt="2022-06-06T23:07:05.356" v="748" actId="478"/>
          <ac:picMkLst>
            <pc:docMk/>
            <pc:sldMk cId="1072394337" sldId="272"/>
            <ac:picMk id="8" creationId="{56BAC863-76B4-25A5-4920-3C5CD71C64BF}"/>
          </ac:picMkLst>
        </pc:picChg>
        <pc:picChg chg="del">
          <ac:chgData name="Zheng Fei" userId="d19317889db4c986" providerId="LiveId" clId="{ECEA7EDE-D98C-0F45-8D7E-84B82A2601C5}" dt="2022-06-06T23:07:23.354" v="754" actId="478"/>
          <ac:picMkLst>
            <pc:docMk/>
            <pc:sldMk cId="1072394337" sldId="272"/>
            <ac:picMk id="9" creationId="{9D8CE275-AB7D-DE30-BD8F-E3F02CAECE51}"/>
          </ac:picMkLst>
        </pc:picChg>
        <pc:picChg chg="del">
          <ac:chgData name="Zheng Fei" userId="d19317889db4c986" providerId="LiveId" clId="{ECEA7EDE-D98C-0F45-8D7E-84B82A2601C5}" dt="2022-06-06T23:07:31.035" v="758" actId="478"/>
          <ac:picMkLst>
            <pc:docMk/>
            <pc:sldMk cId="1072394337" sldId="272"/>
            <ac:picMk id="10" creationId="{A2280B12-52B0-6FA7-82FB-F3BA9577445D}"/>
          </ac:picMkLst>
        </pc:picChg>
        <pc:picChg chg="del">
          <ac:chgData name="Zheng Fei" userId="d19317889db4c986" providerId="LiveId" clId="{ECEA7EDE-D98C-0F45-8D7E-84B82A2601C5}" dt="2022-06-06T23:07:36.059" v="759" actId="478"/>
          <ac:picMkLst>
            <pc:docMk/>
            <pc:sldMk cId="1072394337" sldId="272"/>
            <ac:picMk id="11" creationId="{7EC149A4-879A-DCF1-D72B-BB0C4573F11E}"/>
          </ac:picMkLst>
        </pc:picChg>
      </pc:sldChg>
      <pc:sldChg chg="delSp modSp del mod">
        <pc:chgData name="Zheng Fei" userId="d19317889db4c986" providerId="LiveId" clId="{ECEA7EDE-D98C-0F45-8D7E-84B82A2601C5}" dt="2022-06-06T23:42:17.240" v="1165" actId="2696"/>
        <pc:sldMkLst>
          <pc:docMk/>
          <pc:sldMk cId="2470613641" sldId="273"/>
        </pc:sldMkLst>
        <pc:spChg chg="mod">
          <ac:chgData name="Zheng Fei" userId="d19317889db4c986" providerId="LiveId" clId="{ECEA7EDE-D98C-0F45-8D7E-84B82A2601C5}" dt="2022-06-06T23:42:00.997" v="1157" actId="21"/>
          <ac:spMkLst>
            <pc:docMk/>
            <pc:sldMk cId="2470613641" sldId="273"/>
            <ac:spMk id="4" creationId="{E0CF433F-6CB9-3C47-57DC-D40B8856FB5E}"/>
          </ac:spMkLst>
        </pc:spChg>
        <pc:picChg chg="del">
          <ac:chgData name="Zheng Fei" userId="d19317889db4c986" providerId="LiveId" clId="{ECEA7EDE-D98C-0F45-8D7E-84B82A2601C5}" dt="2022-06-06T23:07:44.430" v="761" actId="478"/>
          <ac:picMkLst>
            <pc:docMk/>
            <pc:sldMk cId="2470613641" sldId="273"/>
            <ac:picMk id="5" creationId="{94888D5E-A90B-FCD6-4D5F-350A132E6074}"/>
          </ac:picMkLst>
        </pc:picChg>
        <pc:picChg chg="del">
          <ac:chgData name="Zheng Fei" userId="d19317889db4c986" providerId="LiveId" clId="{ECEA7EDE-D98C-0F45-8D7E-84B82A2601C5}" dt="2022-06-06T23:08:05.084" v="765" actId="478"/>
          <ac:picMkLst>
            <pc:docMk/>
            <pc:sldMk cId="2470613641" sldId="273"/>
            <ac:picMk id="6" creationId="{3DA013B2-29EC-EF40-89C7-266A6E5FC4F6}"/>
          </ac:picMkLst>
        </pc:picChg>
        <pc:picChg chg="del">
          <ac:chgData name="Zheng Fei" userId="d19317889db4c986" providerId="LiveId" clId="{ECEA7EDE-D98C-0F45-8D7E-84B82A2601C5}" dt="2022-06-06T23:08:07.138" v="767" actId="478"/>
          <ac:picMkLst>
            <pc:docMk/>
            <pc:sldMk cId="2470613641" sldId="273"/>
            <ac:picMk id="7" creationId="{6FA77AE5-2ABA-FDC4-DCD6-F46F8A774925}"/>
          </ac:picMkLst>
        </pc:picChg>
        <pc:picChg chg="del">
          <ac:chgData name="Zheng Fei" userId="d19317889db4c986" providerId="LiveId" clId="{ECEA7EDE-D98C-0F45-8D7E-84B82A2601C5}" dt="2022-06-06T23:08:06.059" v="766" actId="478"/>
          <ac:picMkLst>
            <pc:docMk/>
            <pc:sldMk cId="2470613641" sldId="273"/>
            <ac:picMk id="8" creationId="{C26DD335-2A61-2E54-99B2-68E27822C3D3}"/>
          </ac:picMkLst>
        </pc:picChg>
        <pc:picChg chg="del">
          <ac:chgData name="Zheng Fei" userId="d19317889db4c986" providerId="LiveId" clId="{ECEA7EDE-D98C-0F45-8D7E-84B82A2601C5}" dt="2022-06-06T23:08:08.054" v="768" actId="478"/>
          <ac:picMkLst>
            <pc:docMk/>
            <pc:sldMk cId="2470613641" sldId="273"/>
            <ac:picMk id="9" creationId="{62E14A78-49D8-08FE-D91B-B04A87EDE25D}"/>
          </ac:picMkLst>
        </pc:picChg>
      </pc:sldChg>
      <pc:sldChg chg="delSp modSp mod">
        <pc:chgData name="Zheng Fei" userId="d19317889db4c986" providerId="LiveId" clId="{ECEA7EDE-D98C-0F45-8D7E-84B82A2601C5}" dt="2022-06-07T01:19:02.265" v="1557" actId="2710"/>
        <pc:sldMkLst>
          <pc:docMk/>
          <pc:sldMk cId="1646109125" sldId="274"/>
        </pc:sldMkLst>
        <pc:spChg chg="mod">
          <ac:chgData name="Zheng Fei" userId="d19317889db4c986" providerId="LiveId" clId="{ECEA7EDE-D98C-0F45-8D7E-84B82A2601C5}" dt="2022-06-07T01:19:02.265" v="1557" actId="2710"/>
          <ac:spMkLst>
            <pc:docMk/>
            <pc:sldMk cId="1646109125" sldId="274"/>
            <ac:spMk id="4" creationId="{B1736E36-045B-BB5F-3A90-DAB70AD7DD0D}"/>
          </ac:spMkLst>
        </pc:spChg>
        <pc:picChg chg="del">
          <ac:chgData name="Zheng Fei" userId="d19317889db4c986" providerId="LiveId" clId="{ECEA7EDE-D98C-0F45-8D7E-84B82A2601C5}" dt="2022-06-06T23:08:56.619" v="783" actId="478"/>
          <ac:picMkLst>
            <pc:docMk/>
            <pc:sldMk cId="1646109125" sldId="274"/>
            <ac:picMk id="5" creationId="{9C8095A1-8D2B-B315-A806-67CE7637D938}"/>
          </ac:picMkLst>
        </pc:picChg>
        <pc:picChg chg="del">
          <ac:chgData name="Zheng Fei" userId="d19317889db4c986" providerId="LiveId" clId="{ECEA7EDE-D98C-0F45-8D7E-84B82A2601C5}" dt="2022-06-06T23:09:15.079" v="788" actId="478"/>
          <ac:picMkLst>
            <pc:docMk/>
            <pc:sldMk cId="1646109125" sldId="274"/>
            <ac:picMk id="6" creationId="{10C3F17F-2080-A738-2B64-932089C59FE4}"/>
          </ac:picMkLst>
        </pc:picChg>
      </pc:sldChg>
      <pc:sldChg chg="delSp modSp mod">
        <pc:chgData name="Zheng Fei" userId="d19317889db4c986" providerId="LiveId" clId="{ECEA7EDE-D98C-0F45-8D7E-84B82A2601C5}" dt="2022-06-07T01:20:32.625" v="1575" actId="27636"/>
        <pc:sldMkLst>
          <pc:docMk/>
          <pc:sldMk cId="1203354851" sldId="275"/>
        </pc:sldMkLst>
        <pc:spChg chg="mod">
          <ac:chgData name="Zheng Fei" userId="d19317889db4c986" providerId="LiveId" clId="{ECEA7EDE-D98C-0F45-8D7E-84B82A2601C5}" dt="2022-06-07T01:20:32.625" v="1575" actId="27636"/>
          <ac:spMkLst>
            <pc:docMk/>
            <pc:sldMk cId="1203354851" sldId="275"/>
            <ac:spMk id="4" creationId="{052AF4A6-0A30-8D01-3811-5ADC33711B35}"/>
          </ac:spMkLst>
        </pc:spChg>
        <pc:picChg chg="del">
          <ac:chgData name="Zheng Fei" userId="d19317889db4c986" providerId="LiveId" clId="{ECEA7EDE-D98C-0F45-8D7E-84B82A2601C5}" dt="2022-06-06T23:09:25.056" v="790" actId="478"/>
          <ac:picMkLst>
            <pc:docMk/>
            <pc:sldMk cId="1203354851" sldId="275"/>
            <ac:picMk id="5" creationId="{3CA08E09-84B7-53A4-1B7D-87E8BBF6F954}"/>
          </ac:picMkLst>
        </pc:picChg>
        <pc:picChg chg="del">
          <ac:chgData name="Zheng Fei" userId="d19317889db4c986" providerId="LiveId" clId="{ECEA7EDE-D98C-0F45-8D7E-84B82A2601C5}" dt="2022-06-06T23:09:33.019" v="794" actId="478"/>
          <ac:picMkLst>
            <pc:docMk/>
            <pc:sldMk cId="1203354851" sldId="275"/>
            <ac:picMk id="6" creationId="{928C99A4-9670-51D9-619A-758236AE05BC}"/>
          </ac:picMkLst>
        </pc:picChg>
        <pc:picChg chg="del">
          <ac:chgData name="Zheng Fei" userId="d19317889db4c986" providerId="LiveId" clId="{ECEA7EDE-D98C-0F45-8D7E-84B82A2601C5}" dt="2022-06-06T23:09:42.677" v="797" actId="478"/>
          <ac:picMkLst>
            <pc:docMk/>
            <pc:sldMk cId="1203354851" sldId="275"/>
            <ac:picMk id="7" creationId="{21256BDB-D725-BA37-709D-56AB4A1E5570}"/>
          </ac:picMkLst>
        </pc:picChg>
        <pc:picChg chg="del">
          <ac:chgData name="Zheng Fei" userId="d19317889db4c986" providerId="LiveId" clId="{ECEA7EDE-D98C-0F45-8D7E-84B82A2601C5}" dt="2022-06-06T23:09:43.084" v="798" actId="478"/>
          <ac:picMkLst>
            <pc:docMk/>
            <pc:sldMk cId="1203354851" sldId="275"/>
            <ac:picMk id="8" creationId="{B5DBFE61-302E-7DAF-960E-3F11FEAAFFBC}"/>
          </ac:picMkLst>
        </pc:picChg>
      </pc:sldChg>
      <pc:sldChg chg="delSp modSp del mod">
        <pc:chgData name="Zheng Fei" userId="d19317889db4c986" providerId="LiveId" clId="{ECEA7EDE-D98C-0F45-8D7E-84B82A2601C5}" dt="2022-06-07T01:20:42.763" v="1576" actId="2696"/>
        <pc:sldMkLst>
          <pc:docMk/>
          <pc:sldMk cId="2003243686" sldId="276"/>
        </pc:sldMkLst>
        <pc:spChg chg="mod">
          <ac:chgData name="Zheng Fei" userId="d19317889db4c986" providerId="LiveId" clId="{ECEA7EDE-D98C-0F45-8D7E-84B82A2601C5}" dt="2022-06-07T01:20:27.076" v="1573" actId="21"/>
          <ac:spMkLst>
            <pc:docMk/>
            <pc:sldMk cId="2003243686" sldId="276"/>
            <ac:spMk id="4" creationId="{E641CFEF-2767-91E9-62D2-5B0D2F00F42A}"/>
          </ac:spMkLst>
        </pc:spChg>
        <pc:picChg chg="del">
          <ac:chgData name="Zheng Fei" userId="d19317889db4c986" providerId="LiveId" clId="{ECEA7EDE-D98C-0F45-8D7E-84B82A2601C5}" dt="2022-06-06T23:09:50.314" v="799" actId="478"/>
          <ac:picMkLst>
            <pc:docMk/>
            <pc:sldMk cId="2003243686" sldId="276"/>
            <ac:picMk id="5" creationId="{500A29E8-7513-09DC-522F-9E8E86171FD3}"/>
          </ac:picMkLst>
        </pc:picChg>
        <pc:picChg chg="del">
          <ac:chgData name="Zheng Fei" userId="d19317889db4c986" providerId="LiveId" clId="{ECEA7EDE-D98C-0F45-8D7E-84B82A2601C5}" dt="2022-06-06T23:09:50.913" v="800" actId="478"/>
          <ac:picMkLst>
            <pc:docMk/>
            <pc:sldMk cId="2003243686" sldId="276"/>
            <ac:picMk id="6" creationId="{CB97DA2F-C9F2-1782-FEF4-02D49071C4F4}"/>
          </ac:picMkLst>
        </pc:picChg>
      </pc:sldChg>
      <pc:sldChg chg="modSp del mod">
        <pc:chgData name="Zheng Fei" userId="d19317889db4c986" providerId="LiveId" clId="{ECEA7EDE-D98C-0F45-8D7E-84B82A2601C5}" dt="2022-06-06T22:48:33.932" v="343" actId="2696"/>
        <pc:sldMkLst>
          <pc:docMk/>
          <pc:sldMk cId="1793513383" sldId="277"/>
        </pc:sldMkLst>
        <pc:spChg chg="mod">
          <ac:chgData name="Zheng Fei" userId="d19317889db4c986" providerId="LiveId" clId="{ECEA7EDE-D98C-0F45-8D7E-84B82A2601C5}" dt="2022-06-06T22:47:17.702" v="328" actId="1076"/>
          <ac:spMkLst>
            <pc:docMk/>
            <pc:sldMk cId="1793513383" sldId="277"/>
            <ac:spMk id="4" creationId="{5C297D02-A0BA-B1F8-10E5-2305F6B83566}"/>
          </ac:spMkLst>
        </pc:spChg>
      </pc:sldChg>
      <pc:sldChg chg="del">
        <pc:chgData name="Zheng Fei" userId="d19317889db4c986" providerId="LiveId" clId="{ECEA7EDE-D98C-0F45-8D7E-84B82A2601C5}" dt="2022-06-06T23:04:50.572" v="724" actId="2696"/>
        <pc:sldMkLst>
          <pc:docMk/>
          <pc:sldMk cId="874575108" sldId="278"/>
        </pc:sldMkLst>
      </pc:sldChg>
      <pc:sldChg chg="delSp modSp add mod ord">
        <pc:chgData name="Zheng Fei" userId="d19317889db4c986" providerId="LiveId" clId="{ECEA7EDE-D98C-0F45-8D7E-84B82A2601C5}" dt="2022-06-06T23:12:16.678" v="849" actId="108"/>
        <pc:sldMkLst>
          <pc:docMk/>
          <pc:sldMk cId="3915593950" sldId="279"/>
        </pc:sldMkLst>
        <pc:spChg chg="mod">
          <ac:chgData name="Zheng Fei" userId="d19317889db4c986" providerId="LiveId" clId="{ECEA7EDE-D98C-0F45-8D7E-84B82A2601C5}" dt="2022-06-06T23:12:16.678" v="849" actId="108"/>
          <ac:spMkLst>
            <pc:docMk/>
            <pc:sldMk cId="3915593950" sldId="279"/>
            <ac:spMk id="2" creationId="{B6C24EBC-E067-760D-2DC6-2A302D2592B4}"/>
          </ac:spMkLst>
        </pc:spChg>
        <pc:spChg chg="mod">
          <ac:chgData name="Zheng Fei" userId="d19317889db4c986" providerId="LiveId" clId="{ECEA7EDE-D98C-0F45-8D7E-84B82A2601C5}" dt="2022-06-06T22:37:38.141" v="139" actId="113"/>
          <ac:spMkLst>
            <pc:docMk/>
            <pc:sldMk cId="3915593950" sldId="279"/>
            <ac:spMk id="3" creationId="{3C1B9012-DE89-337B-8A60-BF634325EEBF}"/>
          </ac:spMkLst>
        </pc:spChg>
        <pc:picChg chg="del">
          <ac:chgData name="Zheng Fei" userId="d19317889db4c986" providerId="LiveId" clId="{ECEA7EDE-D98C-0F45-8D7E-84B82A2601C5}" dt="2022-06-06T22:31:12.947" v="2" actId="478"/>
          <ac:picMkLst>
            <pc:docMk/>
            <pc:sldMk cId="3915593950" sldId="279"/>
            <ac:picMk id="5" creationId="{8E9E7248-8538-85AA-F692-4257D7046AFD}"/>
          </ac:picMkLst>
        </pc:picChg>
      </pc:sldChg>
      <pc:sldChg chg="addSp delSp modSp add mod ord">
        <pc:chgData name="Zheng Fei" userId="d19317889db4c986" providerId="LiveId" clId="{ECEA7EDE-D98C-0F45-8D7E-84B82A2601C5}" dt="2022-06-07T01:01:09.250" v="1377" actId="113"/>
        <pc:sldMkLst>
          <pc:docMk/>
          <pc:sldMk cId="1957026071" sldId="280"/>
        </pc:sldMkLst>
        <pc:spChg chg="del">
          <ac:chgData name="Zheng Fei" userId="d19317889db4c986" providerId="LiveId" clId="{ECEA7EDE-D98C-0F45-8D7E-84B82A2601C5}" dt="2022-06-06T22:37:41.414" v="140" actId="478"/>
          <ac:spMkLst>
            <pc:docMk/>
            <pc:sldMk cId="1957026071" sldId="280"/>
            <ac:spMk id="2" creationId="{B6C24EBC-E067-760D-2DC6-2A302D2592B4}"/>
          </ac:spMkLst>
        </pc:spChg>
        <pc:spChg chg="mod">
          <ac:chgData name="Zheng Fei" userId="d19317889db4c986" providerId="LiveId" clId="{ECEA7EDE-D98C-0F45-8D7E-84B82A2601C5}" dt="2022-06-07T01:01:09.250" v="1377" actId="113"/>
          <ac:spMkLst>
            <pc:docMk/>
            <pc:sldMk cId="1957026071" sldId="280"/>
            <ac:spMk id="3" creationId="{3C1B9012-DE89-337B-8A60-BF634325EEBF}"/>
          </ac:spMkLst>
        </pc:spChg>
        <pc:spChg chg="add del mod">
          <ac:chgData name="Zheng Fei" userId="d19317889db4c986" providerId="LiveId" clId="{ECEA7EDE-D98C-0F45-8D7E-84B82A2601C5}" dt="2022-06-06T22:37:44.127" v="141" actId="478"/>
          <ac:spMkLst>
            <pc:docMk/>
            <pc:sldMk cId="1957026071" sldId="280"/>
            <ac:spMk id="6" creationId="{D76872B3-D841-84D0-5690-30C0B589C507}"/>
          </ac:spMkLst>
        </pc:spChg>
        <pc:spChg chg="add mod">
          <ac:chgData name="Zheng Fei" userId="d19317889db4c986" providerId="LiveId" clId="{ECEA7EDE-D98C-0F45-8D7E-84B82A2601C5}" dt="2022-06-06T23:12:13.830" v="848" actId="108"/>
          <ac:spMkLst>
            <pc:docMk/>
            <pc:sldMk cId="1957026071" sldId="280"/>
            <ac:spMk id="7" creationId="{5BFBF7C7-96F7-E192-339E-201F83E3B2EE}"/>
          </ac:spMkLst>
        </pc:spChg>
        <pc:picChg chg="del">
          <ac:chgData name="Zheng Fei" userId="d19317889db4c986" providerId="LiveId" clId="{ECEA7EDE-D98C-0F45-8D7E-84B82A2601C5}" dt="2022-06-06T22:32:57.477" v="15" actId="478"/>
          <ac:picMkLst>
            <pc:docMk/>
            <pc:sldMk cId="1957026071" sldId="280"/>
            <ac:picMk id="5" creationId="{8E9E7248-8538-85AA-F692-4257D7046AFD}"/>
          </ac:picMkLst>
        </pc:picChg>
      </pc:sldChg>
      <pc:sldChg chg="delSp modSp add del mod">
        <pc:chgData name="Zheng Fei" userId="d19317889db4c986" providerId="LiveId" clId="{ECEA7EDE-D98C-0F45-8D7E-84B82A2601C5}" dt="2022-06-06T22:45:20.568" v="299" actId="2696"/>
        <pc:sldMkLst>
          <pc:docMk/>
          <pc:sldMk cId="281114968" sldId="281"/>
        </pc:sldMkLst>
        <pc:spChg chg="mod">
          <ac:chgData name="Zheng Fei" userId="d19317889db4c986" providerId="LiveId" clId="{ECEA7EDE-D98C-0F45-8D7E-84B82A2601C5}" dt="2022-06-06T22:42:31.878" v="217" actId="21"/>
          <ac:spMkLst>
            <pc:docMk/>
            <pc:sldMk cId="281114968" sldId="281"/>
            <ac:spMk id="4" creationId="{94C98053-0B56-0FEC-63BC-5859264A90E6}"/>
          </ac:spMkLst>
        </pc:spChg>
        <pc:picChg chg="del">
          <ac:chgData name="Zheng Fei" userId="d19317889db4c986" providerId="LiveId" clId="{ECEA7EDE-D98C-0F45-8D7E-84B82A2601C5}" dt="2022-06-06T22:41:49.542" v="207" actId="478"/>
          <ac:picMkLst>
            <pc:docMk/>
            <pc:sldMk cId="281114968" sldId="281"/>
            <ac:picMk id="5" creationId="{198DEBA4-4746-C6CA-7FA2-E31ADDBB9C57}"/>
          </ac:picMkLst>
        </pc:picChg>
        <pc:picChg chg="del">
          <ac:chgData name="Zheng Fei" userId="d19317889db4c986" providerId="LiveId" clId="{ECEA7EDE-D98C-0F45-8D7E-84B82A2601C5}" dt="2022-06-06T22:41:48.264" v="206" actId="478"/>
          <ac:picMkLst>
            <pc:docMk/>
            <pc:sldMk cId="281114968" sldId="281"/>
            <ac:picMk id="6" creationId="{8C46D340-8EAC-7A53-8916-55F01E11AEA8}"/>
          </ac:picMkLst>
        </pc:picChg>
        <pc:picChg chg="del">
          <ac:chgData name="Zheng Fei" userId="d19317889db4c986" providerId="LiveId" clId="{ECEA7EDE-D98C-0F45-8D7E-84B82A2601C5}" dt="2022-06-06T22:41:50.483" v="208" actId="478"/>
          <ac:picMkLst>
            <pc:docMk/>
            <pc:sldMk cId="281114968" sldId="281"/>
            <ac:picMk id="7" creationId="{0B8F8FC6-1C53-E4EB-68B7-E1E5DEB50D10}"/>
          </ac:picMkLst>
        </pc:picChg>
        <pc:picChg chg="del">
          <ac:chgData name="Zheng Fei" userId="d19317889db4c986" providerId="LiveId" clId="{ECEA7EDE-D98C-0F45-8D7E-84B82A2601C5}" dt="2022-06-06T22:41:51.536" v="209" actId="478"/>
          <ac:picMkLst>
            <pc:docMk/>
            <pc:sldMk cId="281114968" sldId="281"/>
            <ac:picMk id="8" creationId="{0BE2EF35-D840-6D0C-A2B0-C532CD2EBB76}"/>
          </ac:picMkLst>
        </pc:picChg>
        <pc:picChg chg="del">
          <ac:chgData name="Zheng Fei" userId="d19317889db4c986" providerId="LiveId" clId="{ECEA7EDE-D98C-0F45-8D7E-84B82A2601C5}" dt="2022-06-06T22:41:52.106" v="210" actId="478"/>
          <ac:picMkLst>
            <pc:docMk/>
            <pc:sldMk cId="281114968" sldId="281"/>
            <ac:picMk id="9" creationId="{2C53360B-844C-3052-10EF-E22E7EF84F96}"/>
          </ac:picMkLst>
        </pc:picChg>
        <pc:picChg chg="del">
          <ac:chgData name="Zheng Fei" userId="d19317889db4c986" providerId="LiveId" clId="{ECEA7EDE-D98C-0F45-8D7E-84B82A2601C5}" dt="2022-06-06T22:41:53.216" v="211" actId="478"/>
          <ac:picMkLst>
            <pc:docMk/>
            <pc:sldMk cId="281114968" sldId="281"/>
            <ac:picMk id="11" creationId="{0AA3CCB7-AB64-4DE2-AFFD-83D521FA7E70}"/>
          </ac:picMkLst>
        </pc:picChg>
        <pc:picChg chg="del">
          <ac:chgData name="Zheng Fei" userId="d19317889db4c986" providerId="LiveId" clId="{ECEA7EDE-D98C-0F45-8D7E-84B82A2601C5}" dt="2022-06-06T22:41:53.966" v="212" actId="478"/>
          <ac:picMkLst>
            <pc:docMk/>
            <pc:sldMk cId="281114968" sldId="281"/>
            <ac:picMk id="13" creationId="{B7A71CF6-8942-A73C-6349-A2EC260ED740}"/>
          </ac:picMkLst>
        </pc:picChg>
      </pc:sldChg>
      <pc:sldChg chg="delSp modSp add mod">
        <pc:chgData name="Zheng Fei" userId="d19317889db4c986" providerId="LiveId" clId="{ECEA7EDE-D98C-0F45-8D7E-84B82A2601C5}" dt="2022-06-07T01:03:23.542" v="1378" actId="113"/>
        <pc:sldMkLst>
          <pc:docMk/>
          <pc:sldMk cId="4129041063" sldId="282"/>
        </pc:sldMkLst>
        <pc:spChg chg="mod">
          <ac:chgData name="Zheng Fei" userId="d19317889db4c986" providerId="LiveId" clId="{ECEA7EDE-D98C-0F45-8D7E-84B82A2601C5}" dt="2022-06-07T01:03:23.542" v="1378" actId="113"/>
          <ac:spMkLst>
            <pc:docMk/>
            <pc:sldMk cId="4129041063" sldId="282"/>
            <ac:spMk id="4" creationId="{26EDBDF4-3FAC-0174-BE48-77F43B8C3913}"/>
          </ac:spMkLst>
        </pc:spChg>
        <pc:picChg chg="del">
          <ac:chgData name="Zheng Fei" userId="d19317889db4c986" providerId="LiveId" clId="{ECEA7EDE-D98C-0F45-8D7E-84B82A2601C5}" dt="2022-06-06T22:46:19.850" v="321" actId="478"/>
          <ac:picMkLst>
            <pc:docMk/>
            <pc:sldMk cId="4129041063" sldId="282"/>
            <ac:picMk id="6" creationId="{188CF30E-2333-2F83-A566-B3F8BD8476DA}"/>
          </ac:picMkLst>
        </pc:picChg>
        <pc:picChg chg="del">
          <ac:chgData name="Zheng Fei" userId="d19317889db4c986" providerId="LiveId" clId="{ECEA7EDE-D98C-0F45-8D7E-84B82A2601C5}" dt="2022-06-06T22:46:20.764" v="322" actId="478"/>
          <ac:picMkLst>
            <pc:docMk/>
            <pc:sldMk cId="4129041063" sldId="282"/>
            <ac:picMk id="8" creationId="{60290213-81CA-2B2D-83B4-CBF8C246916E}"/>
          </ac:picMkLst>
        </pc:picChg>
      </pc:sldChg>
      <pc:sldChg chg="modSp add mod">
        <pc:chgData name="Zheng Fei" userId="d19317889db4c986" providerId="LiveId" clId="{ECEA7EDE-D98C-0F45-8D7E-84B82A2601C5}" dt="2022-06-07T01:03:30.008" v="1380" actId="113"/>
        <pc:sldMkLst>
          <pc:docMk/>
          <pc:sldMk cId="1004292442" sldId="283"/>
        </pc:sldMkLst>
        <pc:spChg chg="mod">
          <ac:chgData name="Zheng Fei" userId="d19317889db4c986" providerId="LiveId" clId="{ECEA7EDE-D98C-0F45-8D7E-84B82A2601C5}" dt="2022-06-07T01:03:30.008" v="1380" actId="113"/>
          <ac:spMkLst>
            <pc:docMk/>
            <pc:sldMk cId="1004292442" sldId="283"/>
            <ac:spMk id="4" creationId="{64593565-5C54-97D3-4D65-EFAF130C196F}"/>
          </ac:spMkLst>
        </pc:spChg>
      </pc:sldChg>
      <pc:sldChg chg="addSp delSp modSp add mod ord">
        <pc:chgData name="Zheng Fei" userId="d19317889db4c986" providerId="LiveId" clId="{ECEA7EDE-D98C-0F45-8D7E-84B82A2601C5}" dt="2022-06-07T01:03:33.652" v="1381" actId="113"/>
        <pc:sldMkLst>
          <pc:docMk/>
          <pc:sldMk cId="4253349279" sldId="284"/>
        </pc:sldMkLst>
        <pc:spChg chg="add mod">
          <ac:chgData name="Zheng Fei" userId="d19317889db4c986" providerId="LiveId" clId="{ECEA7EDE-D98C-0F45-8D7E-84B82A2601C5}" dt="2022-06-07T01:03:33.652" v="1381" actId="113"/>
          <ac:spMkLst>
            <pc:docMk/>
            <pc:sldMk cId="4253349279" sldId="284"/>
            <ac:spMk id="2" creationId="{E4DADF4B-7974-CF5C-6182-3C80EE84B530}"/>
          </ac:spMkLst>
        </pc:spChg>
        <pc:spChg chg="mod">
          <ac:chgData name="Zheng Fei" userId="d19317889db4c986" providerId="LiveId" clId="{ECEA7EDE-D98C-0F45-8D7E-84B82A2601C5}" dt="2022-06-06T22:49:43.612" v="354" actId="1076"/>
          <ac:spMkLst>
            <pc:docMk/>
            <pc:sldMk cId="4253349279" sldId="284"/>
            <ac:spMk id="4" creationId="{24B09DD3-578F-B597-3BDE-AEB52BE5694D}"/>
          </ac:spMkLst>
        </pc:spChg>
        <pc:picChg chg="mod">
          <ac:chgData name="Zheng Fei" userId="d19317889db4c986" providerId="LiveId" clId="{ECEA7EDE-D98C-0F45-8D7E-84B82A2601C5}" dt="2022-06-06T22:49:43.612" v="354" actId="1076"/>
          <ac:picMkLst>
            <pc:docMk/>
            <pc:sldMk cId="4253349279" sldId="284"/>
            <ac:picMk id="6" creationId="{3F0332D4-8E9A-173B-6992-78DF7DEF60BF}"/>
          </ac:picMkLst>
        </pc:picChg>
        <pc:picChg chg="del">
          <ac:chgData name="Zheng Fei" userId="d19317889db4c986" providerId="LiveId" clId="{ECEA7EDE-D98C-0F45-8D7E-84B82A2601C5}" dt="2022-06-06T22:49:37.974" v="353" actId="478"/>
          <ac:picMkLst>
            <pc:docMk/>
            <pc:sldMk cId="4253349279" sldId="284"/>
            <ac:picMk id="8" creationId="{C5F5D635-5752-13B2-24FD-97B43E4E97FD}"/>
          </ac:picMkLst>
        </pc:picChg>
      </pc:sldChg>
      <pc:sldChg chg="modSp add mod">
        <pc:chgData name="Zheng Fei" userId="d19317889db4c986" providerId="LiveId" clId="{ECEA7EDE-D98C-0F45-8D7E-84B82A2601C5}" dt="2022-06-06T22:56:06.514" v="436" actId="20577"/>
        <pc:sldMkLst>
          <pc:docMk/>
          <pc:sldMk cId="2509717409" sldId="285"/>
        </pc:sldMkLst>
        <pc:spChg chg="mod">
          <ac:chgData name="Zheng Fei" userId="d19317889db4c986" providerId="LiveId" clId="{ECEA7EDE-D98C-0F45-8D7E-84B82A2601C5}" dt="2022-06-06T22:56:06.514" v="436" actId="20577"/>
          <ac:spMkLst>
            <pc:docMk/>
            <pc:sldMk cId="2509717409" sldId="285"/>
            <ac:spMk id="4" creationId="{CBEF9396-861B-BD72-8345-8EE0D17A0E29}"/>
          </ac:spMkLst>
        </pc:spChg>
      </pc:sldChg>
      <pc:sldChg chg="modSp add mod">
        <pc:chgData name="Zheng Fei" userId="d19317889db4c986" providerId="LiveId" clId="{ECEA7EDE-D98C-0F45-8D7E-84B82A2601C5}" dt="2022-06-07T01:11:50.801" v="1477" actId="207"/>
        <pc:sldMkLst>
          <pc:docMk/>
          <pc:sldMk cId="644826575" sldId="286"/>
        </pc:sldMkLst>
        <pc:spChg chg="mod">
          <ac:chgData name="Zheng Fei" userId="d19317889db4c986" providerId="LiveId" clId="{ECEA7EDE-D98C-0F45-8D7E-84B82A2601C5}" dt="2022-06-07T01:11:50.801" v="1477" actId="207"/>
          <ac:spMkLst>
            <pc:docMk/>
            <pc:sldMk cId="644826575" sldId="286"/>
            <ac:spMk id="4" creationId="{30354C5F-F3D3-18E9-FA42-841333E878A9}"/>
          </ac:spMkLst>
        </pc:spChg>
      </pc:sldChg>
      <pc:sldChg chg="addSp delSp modSp add del mod">
        <pc:chgData name="Zheng Fei" userId="d19317889db4c986" providerId="LiveId" clId="{ECEA7EDE-D98C-0F45-8D7E-84B82A2601C5}" dt="2022-06-06T23:30:51.441" v="1045" actId="1076"/>
        <pc:sldMkLst>
          <pc:docMk/>
          <pc:sldMk cId="1008057070" sldId="287"/>
        </pc:sldMkLst>
        <pc:spChg chg="mod">
          <ac:chgData name="Zheng Fei" userId="d19317889db4c986" providerId="LiveId" clId="{ECEA7EDE-D98C-0F45-8D7E-84B82A2601C5}" dt="2022-06-06T23:30:37.179" v="1040" actId="27636"/>
          <ac:spMkLst>
            <pc:docMk/>
            <pc:sldMk cId="1008057070" sldId="287"/>
            <ac:spMk id="3" creationId="{C035DC90-89E0-96F6-C8B9-AC7BDF47F55A}"/>
          </ac:spMkLst>
        </pc:spChg>
        <pc:picChg chg="add mod">
          <ac:chgData name="Zheng Fei" userId="d19317889db4c986" providerId="LiveId" clId="{ECEA7EDE-D98C-0F45-8D7E-84B82A2601C5}" dt="2022-06-06T23:30:51.441" v="1045" actId="1076"/>
          <ac:picMkLst>
            <pc:docMk/>
            <pc:sldMk cId="1008057070" sldId="287"/>
            <ac:picMk id="4" creationId="{9EAC88E9-062E-E317-1DC4-BF7A9E27EE36}"/>
          </ac:picMkLst>
        </pc:picChg>
        <pc:picChg chg="del">
          <ac:chgData name="Zheng Fei" userId="d19317889db4c986" providerId="LiveId" clId="{ECEA7EDE-D98C-0F45-8D7E-84B82A2601C5}" dt="2022-06-06T23:01:18.346" v="594" actId="478"/>
          <ac:picMkLst>
            <pc:docMk/>
            <pc:sldMk cId="1008057070" sldId="287"/>
            <ac:picMk id="5" creationId="{619D0413-DC9A-67EB-069C-0CEED1F5ACDB}"/>
          </ac:picMkLst>
        </pc:picChg>
      </pc:sldChg>
      <pc:sldChg chg="addSp delSp modSp add del mod">
        <pc:chgData name="Zheng Fei" userId="d19317889db4c986" providerId="LiveId" clId="{ECEA7EDE-D98C-0F45-8D7E-84B82A2601C5}" dt="2022-06-06T23:34:44.877" v="1101" actId="2696"/>
        <pc:sldMkLst>
          <pc:docMk/>
          <pc:sldMk cId="3448734971" sldId="288"/>
        </pc:sldMkLst>
        <pc:spChg chg="add mod">
          <ac:chgData name="Zheng Fei" userId="d19317889db4c986" providerId="LiveId" clId="{ECEA7EDE-D98C-0F45-8D7E-84B82A2601C5}" dt="2022-06-06T23:06:25.380" v="739"/>
          <ac:spMkLst>
            <pc:docMk/>
            <pc:sldMk cId="3448734971" sldId="288"/>
            <ac:spMk id="2" creationId="{6F80B682-CE66-9C73-DC31-E53190395164}"/>
          </ac:spMkLst>
        </pc:spChg>
        <pc:spChg chg="mod">
          <ac:chgData name="Zheng Fei" userId="d19317889db4c986" providerId="LiveId" clId="{ECEA7EDE-D98C-0F45-8D7E-84B82A2601C5}" dt="2022-06-06T23:04:35.165" v="721" actId="20577"/>
          <ac:spMkLst>
            <pc:docMk/>
            <pc:sldMk cId="3448734971" sldId="288"/>
            <ac:spMk id="4" creationId="{C7E7686B-5899-D2D5-5CF5-14234D197492}"/>
          </ac:spMkLst>
        </pc:spChg>
        <pc:spChg chg="mod">
          <ac:chgData name="Zheng Fei" userId="d19317889db4c986" providerId="LiveId" clId="{ECEA7EDE-D98C-0F45-8D7E-84B82A2601C5}" dt="2022-06-06T23:04:20.795" v="708" actId="1076"/>
          <ac:spMkLst>
            <pc:docMk/>
            <pc:sldMk cId="3448734971" sldId="288"/>
            <ac:spMk id="5" creationId="{A272D445-985B-5EF5-5A41-9091478FC0DF}"/>
          </ac:spMkLst>
        </pc:spChg>
        <pc:picChg chg="del">
          <ac:chgData name="Zheng Fei" userId="d19317889db4c986" providerId="LiveId" clId="{ECEA7EDE-D98C-0F45-8D7E-84B82A2601C5}" dt="2022-06-06T23:04:37.591" v="722" actId="478"/>
          <ac:picMkLst>
            <pc:docMk/>
            <pc:sldMk cId="3448734971" sldId="288"/>
            <ac:picMk id="7" creationId="{F5AA476E-B669-9BFE-9AF9-075CE186ED83}"/>
          </ac:picMkLst>
        </pc:picChg>
        <pc:picChg chg="mod">
          <ac:chgData name="Zheng Fei" userId="d19317889db4c986" providerId="LiveId" clId="{ECEA7EDE-D98C-0F45-8D7E-84B82A2601C5}" dt="2022-06-06T23:04:39.105" v="723" actId="1076"/>
          <ac:picMkLst>
            <pc:docMk/>
            <pc:sldMk cId="3448734971" sldId="288"/>
            <ac:picMk id="9" creationId="{8F18E970-7896-3BBB-1F6E-C21F28F49353}"/>
          </ac:picMkLst>
        </pc:picChg>
      </pc:sldChg>
      <pc:sldChg chg="delSp modSp add mod">
        <pc:chgData name="Zheng Fei" userId="d19317889db4c986" providerId="LiveId" clId="{ECEA7EDE-D98C-0F45-8D7E-84B82A2601C5}" dt="2022-06-07T01:18:24.370" v="1552" actId="20577"/>
        <pc:sldMkLst>
          <pc:docMk/>
          <pc:sldMk cId="2095251177" sldId="289"/>
        </pc:sldMkLst>
        <pc:spChg chg="mod">
          <ac:chgData name="Zheng Fei" userId="d19317889db4c986" providerId="LiveId" clId="{ECEA7EDE-D98C-0F45-8D7E-84B82A2601C5}" dt="2022-06-07T01:18:24.370" v="1552" actId="20577"/>
          <ac:spMkLst>
            <pc:docMk/>
            <pc:sldMk cId="2095251177" sldId="289"/>
            <ac:spMk id="4" creationId="{E0CF433F-6CB9-3C47-57DC-D40B8856FB5E}"/>
          </ac:spMkLst>
        </pc:spChg>
        <pc:picChg chg="del">
          <ac:chgData name="Zheng Fei" userId="d19317889db4c986" providerId="LiveId" clId="{ECEA7EDE-D98C-0F45-8D7E-84B82A2601C5}" dt="2022-06-06T23:08:13.144" v="769" actId="478"/>
          <ac:picMkLst>
            <pc:docMk/>
            <pc:sldMk cId="2095251177" sldId="289"/>
            <ac:picMk id="6" creationId="{3DA013B2-29EC-EF40-89C7-266A6E5FC4F6}"/>
          </ac:picMkLst>
        </pc:picChg>
        <pc:picChg chg="del">
          <ac:chgData name="Zheng Fei" userId="d19317889db4c986" providerId="LiveId" clId="{ECEA7EDE-D98C-0F45-8D7E-84B82A2601C5}" dt="2022-06-06T23:08:19.416" v="772" actId="478"/>
          <ac:picMkLst>
            <pc:docMk/>
            <pc:sldMk cId="2095251177" sldId="289"/>
            <ac:picMk id="7" creationId="{6FA77AE5-2ABA-FDC4-DCD6-F46F8A774925}"/>
          </ac:picMkLst>
        </pc:picChg>
        <pc:picChg chg="del">
          <ac:chgData name="Zheng Fei" userId="d19317889db4c986" providerId="LiveId" clId="{ECEA7EDE-D98C-0F45-8D7E-84B82A2601C5}" dt="2022-06-06T23:08:29.684" v="778" actId="478"/>
          <ac:picMkLst>
            <pc:docMk/>
            <pc:sldMk cId="2095251177" sldId="289"/>
            <ac:picMk id="8" creationId="{C26DD335-2A61-2E54-99B2-68E27822C3D3}"/>
          </ac:picMkLst>
        </pc:picChg>
        <pc:picChg chg="del">
          <ac:chgData name="Zheng Fei" userId="d19317889db4c986" providerId="LiveId" clId="{ECEA7EDE-D98C-0F45-8D7E-84B82A2601C5}" dt="2022-06-06T23:08:27.102" v="777" actId="478"/>
          <ac:picMkLst>
            <pc:docMk/>
            <pc:sldMk cId="2095251177" sldId="289"/>
            <ac:picMk id="9" creationId="{62E14A78-49D8-08FE-D91B-B04A87EDE25D}"/>
          </ac:picMkLst>
        </pc:picChg>
      </pc:sldChg>
      <pc:sldChg chg="addSp modSp add mod ord">
        <pc:chgData name="Zheng Fei" userId="d19317889db4c986" providerId="LiveId" clId="{ECEA7EDE-D98C-0F45-8D7E-84B82A2601C5}" dt="2022-06-06T23:12:26.838" v="850"/>
        <pc:sldMkLst>
          <pc:docMk/>
          <pc:sldMk cId="3828577039" sldId="290"/>
        </pc:sldMkLst>
        <pc:spChg chg="mod">
          <ac:chgData name="Zheng Fei" userId="d19317889db4c986" providerId="LiveId" clId="{ECEA7EDE-D98C-0F45-8D7E-84B82A2601C5}" dt="2022-06-06T23:12:26.838" v="850"/>
          <ac:spMkLst>
            <pc:docMk/>
            <pc:sldMk cId="3828577039" sldId="290"/>
            <ac:spMk id="2" creationId="{5866DDE7-AFAB-1CFD-C2D7-CE2FF98D254D}"/>
          </ac:spMkLst>
        </pc:spChg>
        <pc:spChg chg="mod">
          <ac:chgData name="Zheng Fei" userId="d19317889db4c986" providerId="LiveId" clId="{ECEA7EDE-D98C-0F45-8D7E-84B82A2601C5}" dt="2022-06-06T23:11:42.762" v="839" actId="207"/>
          <ac:spMkLst>
            <pc:docMk/>
            <pc:sldMk cId="3828577039" sldId="290"/>
            <ac:spMk id="4" creationId="{8FD622FA-AEED-2CFD-2BEF-D04408525AE6}"/>
          </ac:spMkLst>
        </pc:spChg>
        <pc:spChg chg="add mod">
          <ac:chgData name="Zheng Fei" userId="d19317889db4c986" providerId="LiveId" clId="{ECEA7EDE-D98C-0F45-8D7E-84B82A2601C5}" dt="2022-06-06T23:12:06.904" v="846" actId="113"/>
          <ac:spMkLst>
            <pc:docMk/>
            <pc:sldMk cId="3828577039" sldId="290"/>
            <ac:spMk id="5" creationId="{D80AF8D6-70CA-F4BE-2B42-EBBAB2C05583}"/>
          </ac:spMkLst>
        </pc:spChg>
      </pc:sldChg>
      <pc:sldChg chg="add">
        <pc:chgData name="Zheng Fei" userId="d19317889db4c986" providerId="LiveId" clId="{ECEA7EDE-D98C-0F45-8D7E-84B82A2601C5}" dt="2022-06-08T16:17:13.451" v="1783"/>
        <pc:sldMkLst>
          <pc:docMk/>
          <pc:sldMk cId="1902181715" sldId="301"/>
        </pc:sldMkLst>
        <pc:spChg chg="mod">
          <ac:chgData name="Zheng Fei" userId="d19317889db4c986" providerId="LiveId" clId="{ECEA7EDE-D98C-0F45-8D7E-84B82A2601C5}" dt="2022-06-07T01:33:28.378" v="1675" actId="2711"/>
          <ac:spMkLst>
            <pc:docMk/>
            <pc:sldMk cId="1902181715" sldId="301"/>
            <ac:spMk id="40961" creationId="{191A1EFD-9EEA-9C28-CE40-293CDE1B2FCB}"/>
          </ac:spMkLst>
        </pc:spChg>
        <pc:spChg chg="mod">
          <ac:chgData name="Zheng Fei" userId="d19317889db4c986" providerId="LiveId" clId="{ECEA7EDE-D98C-0F45-8D7E-84B82A2601C5}" dt="2022-06-07T01:34:03.484" v="1704" actId="1036"/>
          <ac:spMkLst>
            <pc:docMk/>
            <pc:sldMk cId="1902181715" sldId="301"/>
            <ac:spMk id="53252" creationId="{5F904C8A-FDF8-64A2-448D-8BDCFBD3B3B1}"/>
          </ac:spMkLst>
        </pc:spChg>
        <pc:spChg chg="mod">
          <ac:chgData name="Zheng Fei" userId="d19317889db4c986" providerId="LiveId" clId="{ECEA7EDE-D98C-0F45-8D7E-84B82A2601C5}" dt="2022-06-07T01:34:03.484" v="1704" actId="1036"/>
          <ac:spMkLst>
            <pc:docMk/>
            <pc:sldMk cId="1902181715" sldId="301"/>
            <ac:spMk id="53253" creationId="{A4D6C085-25EE-1350-D945-8F721B969128}"/>
          </ac:spMkLst>
        </pc:spChg>
        <pc:spChg chg="mod">
          <ac:chgData name="Zheng Fei" userId="d19317889db4c986" providerId="LiveId" clId="{ECEA7EDE-D98C-0F45-8D7E-84B82A2601C5}" dt="2022-06-07T01:34:03.484" v="1704" actId="1036"/>
          <ac:spMkLst>
            <pc:docMk/>
            <pc:sldMk cId="1902181715" sldId="301"/>
            <ac:spMk id="53254" creationId="{857DE0F5-D302-F49C-03BF-ACB30B2CF076}"/>
          </ac:spMkLst>
        </pc:spChg>
        <pc:spChg chg="mod">
          <ac:chgData name="Zheng Fei" userId="d19317889db4c986" providerId="LiveId" clId="{ECEA7EDE-D98C-0F45-8D7E-84B82A2601C5}" dt="2022-06-07T01:34:03.484" v="1704" actId="1036"/>
          <ac:spMkLst>
            <pc:docMk/>
            <pc:sldMk cId="1902181715" sldId="301"/>
            <ac:spMk id="53255" creationId="{522A9EDC-62DB-F940-D8BF-21A3E81D39EA}"/>
          </ac:spMkLst>
        </pc:spChg>
        <pc:spChg chg="mod">
          <ac:chgData name="Zheng Fei" userId="d19317889db4c986" providerId="LiveId" clId="{ECEA7EDE-D98C-0F45-8D7E-84B82A2601C5}" dt="2022-06-07T01:34:03.484" v="1704" actId="1036"/>
          <ac:spMkLst>
            <pc:docMk/>
            <pc:sldMk cId="1902181715" sldId="301"/>
            <ac:spMk id="53256" creationId="{5F05467F-70EE-1099-2342-621B6CD78215}"/>
          </ac:spMkLst>
        </pc:spChg>
        <pc:spChg chg="mod">
          <ac:chgData name="Zheng Fei" userId="d19317889db4c986" providerId="LiveId" clId="{ECEA7EDE-D98C-0F45-8D7E-84B82A2601C5}" dt="2022-06-07T01:34:03.484" v="1704" actId="1036"/>
          <ac:spMkLst>
            <pc:docMk/>
            <pc:sldMk cId="1902181715" sldId="301"/>
            <ac:spMk id="53259" creationId="{4CBE40D7-42E1-3C69-5FD4-5F9D726182B0}"/>
          </ac:spMkLst>
        </pc:spChg>
        <pc:spChg chg="mod">
          <ac:chgData name="Zheng Fei" userId="d19317889db4c986" providerId="LiveId" clId="{ECEA7EDE-D98C-0F45-8D7E-84B82A2601C5}" dt="2022-06-07T01:34:03.484" v="1704" actId="1036"/>
          <ac:spMkLst>
            <pc:docMk/>
            <pc:sldMk cId="1902181715" sldId="301"/>
            <ac:spMk id="53262" creationId="{65AEE20A-49CF-1FC4-B9BB-328A62A29503}"/>
          </ac:spMkLst>
        </pc:spChg>
        <pc:graphicFrameChg chg="mod">
          <ac:chgData name="Zheng Fei" userId="d19317889db4c986" providerId="LiveId" clId="{ECEA7EDE-D98C-0F45-8D7E-84B82A2601C5}" dt="2022-06-07T01:34:03.484" v="1704" actId="1036"/>
          <ac:graphicFrameMkLst>
            <pc:docMk/>
            <pc:sldMk cId="1902181715" sldId="301"/>
            <ac:graphicFrameMk id="53257" creationId="{B3E58E1F-834F-06AE-53A1-10E7B68F0E73}"/>
          </ac:graphicFrameMkLst>
        </pc:graphicFrameChg>
        <pc:graphicFrameChg chg="mod">
          <ac:chgData name="Zheng Fei" userId="d19317889db4c986" providerId="LiveId" clId="{ECEA7EDE-D98C-0F45-8D7E-84B82A2601C5}" dt="2022-06-07T01:34:03.484" v="1704" actId="1036"/>
          <ac:graphicFrameMkLst>
            <pc:docMk/>
            <pc:sldMk cId="1902181715" sldId="301"/>
            <ac:graphicFrameMk id="53258" creationId="{2F565087-925B-32E2-D159-A50515F9904F}"/>
          </ac:graphicFrameMkLst>
        </pc:graphicFrameChg>
        <pc:graphicFrameChg chg="mod">
          <ac:chgData name="Zheng Fei" userId="d19317889db4c986" providerId="LiveId" clId="{ECEA7EDE-D98C-0F45-8D7E-84B82A2601C5}" dt="2022-06-07T01:34:03.484" v="1704" actId="1036"/>
          <ac:graphicFrameMkLst>
            <pc:docMk/>
            <pc:sldMk cId="1902181715" sldId="301"/>
            <ac:graphicFrameMk id="53260" creationId="{CD3FDB6F-83F2-38D4-A53A-6793E190407B}"/>
          </ac:graphicFrameMkLst>
        </pc:graphicFrameChg>
        <pc:graphicFrameChg chg="mod">
          <ac:chgData name="Zheng Fei" userId="d19317889db4c986" providerId="LiveId" clId="{ECEA7EDE-D98C-0F45-8D7E-84B82A2601C5}" dt="2022-06-07T01:34:03.484" v="1704" actId="1036"/>
          <ac:graphicFrameMkLst>
            <pc:docMk/>
            <pc:sldMk cId="1902181715" sldId="301"/>
            <ac:graphicFrameMk id="53261" creationId="{E9DEC310-5A18-3191-EBBC-0BE1118790E8}"/>
          </ac:graphicFrameMkLst>
        </pc:graphicFrameChg>
      </pc:sldChg>
      <pc:sldChg chg="add">
        <pc:chgData name="Zheng Fei" userId="d19317889db4c986" providerId="LiveId" clId="{ECEA7EDE-D98C-0F45-8D7E-84B82A2601C5}" dt="2022-06-08T16:17:13.451" v="1783"/>
        <pc:sldMkLst>
          <pc:docMk/>
          <pc:sldMk cId="2755232874" sldId="302"/>
        </pc:sldMkLst>
        <pc:spChg chg="add mod">
          <ac:chgData name="Zheng Fei" userId="d19317889db4c986" providerId="LiveId" clId="{ECEA7EDE-D98C-0F45-8D7E-84B82A2601C5}" dt="2022-06-07T01:34:30.342" v="1756"/>
          <ac:spMkLst>
            <pc:docMk/>
            <pc:sldMk cId="2755232874" sldId="302"/>
            <ac:spMk id="12" creationId="{F8F364C0-6A6E-A2CD-20C9-CDC206FDE51B}"/>
          </ac:spMkLst>
        </pc:spChg>
        <pc:spChg chg="del mod">
          <ac:chgData name="Zheng Fei" userId="d19317889db4c986" providerId="LiveId" clId="{ECEA7EDE-D98C-0F45-8D7E-84B82A2601C5}" dt="2022-06-07T01:34:25.414" v="1755" actId="478"/>
          <ac:spMkLst>
            <pc:docMk/>
            <pc:sldMk cId="2755232874" sldId="302"/>
            <ac:spMk id="41985" creationId="{F77A0B88-4875-7646-3E54-CEAA2F76E96A}"/>
          </ac:spMkLst>
        </pc:spChg>
        <pc:spChg chg="mod">
          <ac:chgData name="Zheng Fei" userId="d19317889db4c986" providerId="LiveId" clId="{ECEA7EDE-D98C-0F45-8D7E-84B82A2601C5}" dt="2022-06-07T01:34:18.514" v="1724" actId="1036"/>
          <ac:spMkLst>
            <pc:docMk/>
            <pc:sldMk cId="2755232874" sldId="302"/>
            <ac:spMk id="41987" creationId="{58362B03-9FC1-E802-9424-6E1DBA4E46E7}"/>
          </ac:spMkLst>
        </pc:spChg>
        <pc:spChg chg="mod">
          <ac:chgData name="Zheng Fei" userId="d19317889db4c986" providerId="LiveId" clId="{ECEA7EDE-D98C-0F45-8D7E-84B82A2601C5}" dt="2022-06-07T01:34:23.539" v="1753" actId="1036"/>
          <ac:spMkLst>
            <pc:docMk/>
            <pc:sldMk cId="2755232874" sldId="302"/>
            <ac:spMk id="41988" creationId="{934E59FF-2FBD-45A6-E813-4088E76B0FD4}"/>
          </ac:spMkLst>
        </pc:spChg>
        <pc:spChg chg="mod">
          <ac:chgData name="Zheng Fei" userId="d19317889db4c986" providerId="LiveId" clId="{ECEA7EDE-D98C-0F45-8D7E-84B82A2601C5}" dt="2022-06-07T01:34:18.514" v="1724" actId="1036"/>
          <ac:spMkLst>
            <pc:docMk/>
            <pc:sldMk cId="2755232874" sldId="302"/>
            <ac:spMk id="54278" creationId="{CC18589A-D239-D42E-47F8-FA38C2617614}"/>
          </ac:spMkLst>
        </pc:spChg>
        <pc:spChg chg="mod">
          <ac:chgData name="Zheng Fei" userId="d19317889db4c986" providerId="LiveId" clId="{ECEA7EDE-D98C-0F45-8D7E-84B82A2601C5}" dt="2022-06-07T01:34:18.514" v="1724" actId="1036"/>
          <ac:spMkLst>
            <pc:docMk/>
            <pc:sldMk cId="2755232874" sldId="302"/>
            <ac:spMk id="54279" creationId="{48C2FE68-1612-6114-8678-F90F96E71061}"/>
          </ac:spMkLst>
        </pc:spChg>
        <pc:spChg chg="mod">
          <ac:chgData name="Zheng Fei" userId="d19317889db4c986" providerId="LiveId" clId="{ECEA7EDE-D98C-0F45-8D7E-84B82A2601C5}" dt="2022-06-07T01:34:18.514" v="1724" actId="1036"/>
          <ac:spMkLst>
            <pc:docMk/>
            <pc:sldMk cId="2755232874" sldId="302"/>
            <ac:spMk id="54280" creationId="{53213F42-DD23-B59D-8B3A-D285B948874A}"/>
          </ac:spMkLst>
        </pc:spChg>
        <pc:graphicFrameChg chg="add mod">
          <ac:chgData name="Zheng Fei" userId="d19317889db4c986" providerId="LiveId" clId="{ECEA7EDE-D98C-0F45-8D7E-84B82A2601C5}" dt="2022-06-07T01:34:30.342" v="1756"/>
          <ac:graphicFrameMkLst>
            <pc:docMk/>
            <pc:sldMk cId="2755232874" sldId="302"/>
            <ac:graphicFrameMk id="13" creationId="{5C27825B-0BC5-9070-10B8-B123F4B04E33}"/>
          </ac:graphicFrameMkLst>
        </pc:graphicFrameChg>
        <pc:graphicFrameChg chg="del">
          <ac:chgData name="Zheng Fei" userId="d19317889db4c986" providerId="LiveId" clId="{ECEA7EDE-D98C-0F45-8D7E-84B82A2601C5}" dt="2022-06-07T01:34:24.709" v="1754" actId="478"/>
          <ac:graphicFrameMkLst>
            <pc:docMk/>
            <pc:sldMk cId="2755232874" sldId="302"/>
            <ac:graphicFrameMk id="41986" creationId="{D3976628-1B52-36BA-2959-692C3EAB0A6C}"/>
          </ac:graphicFrameMkLst>
        </pc:graphicFrameChg>
        <pc:graphicFrameChg chg="mod">
          <ac:chgData name="Zheng Fei" userId="d19317889db4c986" providerId="LiveId" clId="{ECEA7EDE-D98C-0F45-8D7E-84B82A2601C5}" dt="2022-06-07T01:34:18.514" v="1724" actId="1036"/>
          <ac:graphicFrameMkLst>
            <pc:docMk/>
            <pc:sldMk cId="2755232874" sldId="302"/>
            <ac:graphicFrameMk id="54281" creationId="{FBE21441-FB88-AA5D-D2C6-851BFEEBC3EA}"/>
          </ac:graphicFrameMkLst>
        </pc:graphicFrameChg>
        <pc:graphicFrameChg chg="mod">
          <ac:chgData name="Zheng Fei" userId="d19317889db4c986" providerId="LiveId" clId="{ECEA7EDE-D98C-0F45-8D7E-84B82A2601C5}" dt="2022-06-07T01:34:18.514" v="1724" actId="1036"/>
          <ac:graphicFrameMkLst>
            <pc:docMk/>
            <pc:sldMk cId="2755232874" sldId="302"/>
            <ac:graphicFrameMk id="54282" creationId="{D9B47884-4754-CF5F-AF36-158882C661B6}"/>
          </ac:graphicFrameMkLst>
        </pc:graphicFrameChg>
        <pc:graphicFrameChg chg="mod">
          <ac:chgData name="Zheng Fei" userId="d19317889db4c986" providerId="LiveId" clId="{ECEA7EDE-D98C-0F45-8D7E-84B82A2601C5}" dt="2022-06-07T01:34:18.514" v="1724" actId="1036"/>
          <ac:graphicFrameMkLst>
            <pc:docMk/>
            <pc:sldMk cId="2755232874" sldId="302"/>
            <ac:graphicFrameMk id="54283" creationId="{611233D9-6B7D-FEA0-BE04-D6914671D81A}"/>
          </ac:graphicFrameMkLst>
        </pc:graphicFrameChg>
      </pc:sldChg>
      <pc:sldChg chg="addSp delSp modSp add del mod">
        <pc:chgData name="Zheng Fei" userId="d19317889db4c986" providerId="LiveId" clId="{ECEA7EDE-D98C-0F45-8D7E-84B82A2601C5}" dt="2022-06-08T16:17:06.051" v="1782" actId="2696"/>
        <pc:sldMkLst>
          <pc:docMk/>
          <pc:sldMk cId="1964094694" sldId="303"/>
        </pc:sldMkLst>
        <pc:spChg chg="add mod">
          <ac:chgData name="Zheng Fei" userId="d19317889db4c986" providerId="LiveId" clId="{ECEA7EDE-D98C-0F45-8D7E-84B82A2601C5}" dt="2022-06-07T01:34:38.525" v="1759"/>
          <ac:spMkLst>
            <pc:docMk/>
            <pc:sldMk cId="1964094694" sldId="303"/>
            <ac:spMk id="13" creationId="{FC5361FA-4256-D319-C8B7-2B3F5B192A03}"/>
          </ac:spMkLst>
        </pc:spChg>
        <pc:spChg chg="del mod">
          <ac:chgData name="Zheng Fei" userId="d19317889db4c986" providerId="LiveId" clId="{ECEA7EDE-D98C-0F45-8D7E-84B82A2601C5}" dt="2022-06-07T01:34:36.664" v="1758" actId="478"/>
          <ac:spMkLst>
            <pc:docMk/>
            <pc:sldMk cId="1964094694" sldId="303"/>
            <ac:spMk id="43009" creationId="{4EBDD153-6E97-D9CA-4848-0E7C91388EBC}"/>
          </ac:spMkLst>
        </pc:spChg>
        <pc:spChg chg="mod">
          <ac:chgData name="Zheng Fei" userId="d19317889db4c986" providerId="LiveId" clId="{ECEA7EDE-D98C-0F45-8D7E-84B82A2601C5}" dt="2022-06-07T01:34:50.089" v="1778" actId="1036"/>
          <ac:spMkLst>
            <pc:docMk/>
            <pc:sldMk cId="1964094694" sldId="303"/>
            <ac:spMk id="43011" creationId="{99254A8D-9254-F181-C5B1-2305995020A5}"/>
          </ac:spMkLst>
        </pc:spChg>
        <pc:spChg chg="mod">
          <ac:chgData name="Zheng Fei" userId="d19317889db4c986" providerId="LiveId" clId="{ECEA7EDE-D98C-0F45-8D7E-84B82A2601C5}" dt="2022-06-07T01:34:50.089" v="1778" actId="1036"/>
          <ac:spMkLst>
            <pc:docMk/>
            <pc:sldMk cId="1964094694" sldId="303"/>
            <ac:spMk id="43012" creationId="{27329D2F-F5A7-64FF-6175-DF5EC630955B}"/>
          </ac:spMkLst>
        </pc:spChg>
        <pc:spChg chg="mod">
          <ac:chgData name="Zheng Fei" userId="d19317889db4c986" providerId="LiveId" clId="{ECEA7EDE-D98C-0F45-8D7E-84B82A2601C5}" dt="2022-06-07T01:34:50.089" v="1778" actId="1036"/>
          <ac:spMkLst>
            <pc:docMk/>
            <pc:sldMk cId="1964094694" sldId="303"/>
            <ac:spMk id="55302" creationId="{3F4C08A5-96D7-E102-1DD4-058F9ABB6C50}"/>
          </ac:spMkLst>
        </pc:spChg>
        <pc:spChg chg="mod">
          <ac:chgData name="Zheng Fei" userId="d19317889db4c986" providerId="LiveId" clId="{ECEA7EDE-D98C-0F45-8D7E-84B82A2601C5}" dt="2022-06-07T01:34:50.089" v="1778" actId="1036"/>
          <ac:spMkLst>
            <pc:docMk/>
            <pc:sldMk cId="1964094694" sldId="303"/>
            <ac:spMk id="55303" creationId="{43C351E9-7532-5B25-7BC3-362C4EA7C947}"/>
          </ac:spMkLst>
        </pc:spChg>
        <pc:spChg chg="mod">
          <ac:chgData name="Zheng Fei" userId="d19317889db4c986" providerId="LiveId" clId="{ECEA7EDE-D98C-0F45-8D7E-84B82A2601C5}" dt="2022-06-07T01:34:50.089" v="1778" actId="1036"/>
          <ac:spMkLst>
            <pc:docMk/>
            <pc:sldMk cId="1964094694" sldId="303"/>
            <ac:spMk id="55304" creationId="{CB5023A7-B255-39F7-DF1C-F77B185466C5}"/>
          </ac:spMkLst>
        </pc:spChg>
        <pc:graphicFrameChg chg="add mod">
          <ac:chgData name="Zheng Fei" userId="d19317889db4c986" providerId="LiveId" clId="{ECEA7EDE-D98C-0F45-8D7E-84B82A2601C5}" dt="2022-06-07T01:34:38.525" v="1759"/>
          <ac:graphicFrameMkLst>
            <pc:docMk/>
            <pc:sldMk cId="1964094694" sldId="303"/>
            <ac:graphicFrameMk id="14" creationId="{F58B28DB-DEB9-42F0-CEB5-2221949DA3F0}"/>
          </ac:graphicFrameMkLst>
        </pc:graphicFrameChg>
        <pc:graphicFrameChg chg="del">
          <ac:chgData name="Zheng Fei" userId="d19317889db4c986" providerId="LiveId" clId="{ECEA7EDE-D98C-0F45-8D7E-84B82A2601C5}" dt="2022-06-07T01:34:34.189" v="1757" actId="478"/>
          <ac:graphicFrameMkLst>
            <pc:docMk/>
            <pc:sldMk cId="1964094694" sldId="303"/>
            <ac:graphicFrameMk id="43010" creationId="{08636580-987B-7AC4-1BE5-B9101CE15828}"/>
          </ac:graphicFrameMkLst>
        </pc:graphicFrameChg>
        <pc:graphicFrameChg chg="mod">
          <ac:chgData name="Zheng Fei" userId="d19317889db4c986" providerId="LiveId" clId="{ECEA7EDE-D98C-0F45-8D7E-84B82A2601C5}" dt="2022-06-07T01:34:50.089" v="1778" actId="1036"/>
          <ac:graphicFrameMkLst>
            <pc:docMk/>
            <pc:sldMk cId="1964094694" sldId="303"/>
            <ac:graphicFrameMk id="55305" creationId="{C005EC9A-25DB-74A2-B00A-B98430D1C7A7}"/>
          </ac:graphicFrameMkLst>
        </pc:graphicFrameChg>
        <pc:graphicFrameChg chg="mod">
          <ac:chgData name="Zheng Fei" userId="d19317889db4c986" providerId="LiveId" clId="{ECEA7EDE-D98C-0F45-8D7E-84B82A2601C5}" dt="2022-06-07T01:34:50.089" v="1778" actId="1036"/>
          <ac:graphicFrameMkLst>
            <pc:docMk/>
            <pc:sldMk cId="1964094694" sldId="303"/>
            <ac:graphicFrameMk id="55306" creationId="{0EAE40BD-4127-2D24-8549-4598B36F06AA}"/>
          </ac:graphicFrameMkLst>
        </pc:graphicFrameChg>
        <pc:graphicFrameChg chg="mod">
          <ac:chgData name="Zheng Fei" userId="d19317889db4c986" providerId="LiveId" clId="{ECEA7EDE-D98C-0F45-8D7E-84B82A2601C5}" dt="2022-06-07T01:34:50.089" v="1778" actId="1036"/>
          <ac:graphicFrameMkLst>
            <pc:docMk/>
            <pc:sldMk cId="1964094694" sldId="303"/>
            <ac:graphicFrameMk id="55307" creationId="{01438509-28D2-40A9-05CB-14FE971F2981}"/>
          </ac:graphicFrameMkLst>
        </pc:graphicFrameChg>
        <pc:graphicFrameChg chg="mod">
          <ac:chgData name="Zheng Fei" userId="d19317889db4c986" providerId="LiveId" clId="{ECEA7EDE-D98C-0F45-8D7E-84B82A2601C5}" dt="2022-06-07T01:34:50.089" v="1778" actId="1036"/>
          <ac:graphicFrameMkLst>
            <pc:docMk/>
            <pc:sldMk cId="1964094694" sldId="303"/>
            <ac:graphicFrameMk id="55308" creationId="{292C3CCE-DFFE-A387-99FE-8F145DF2E023}"/>
          </ac:graphicFrameMkLst>
        </pc:graphicFrameChg>
      </pc:sldChg>
      <pc:sldChg chg="add">
        <pc:chgData name="Zheng Fei" userId="d19317889db4c986" providerId="LiveId" clId="{ECEA7EDE-D98C-0F45-8D7E-84B82A2601C5}" dt="2022-06-08T16:17:13.451" v="1783"/>
        <pc:sldMkLst>
          <pc:docMk/>
          <pc:sldMk cId="1784278897" sldId="304"/>
        </pc:sldMkLst>
        <pc:spChg chg="mod">
          <ac:chgData name="Zheng Fei" userId="d19317889db4c986" providerId="LiveId" clId="{ECEA7EDE-D98C-0F45-8D7E-84B82A2601C5}" dt="2022-06-07T01:34:56.453" v="1779" actId="20577"/>
          <ac:spMkLst>
            <pc:docMk/>
            <pc:sldMk cId="1784278897" sldId="304"/>
            <ac:spMk id="44033" creationId="{D5695415-D49A-0DC8-77F1-77D3987750B2}"/>
          </ac:spMkLst>
        </pc:spChg>
      </pc:sldChg>
      <pc:sldChg chg="modSp add mod">
        <pc:chgData name="Zheng Fei" userId="d19317889db4c986" providerId="LiveId" clId="{ECEA7EDE-D98C-0F45-8D7E-84B82A2601C5}" dt="2022-06-07T01:35:14.173" v="1781" actId="14100"/>
        <pc:sldMkLst>
          <pc:docMk/>
          <pc:sldMk cId="611270005" sldId="305"/>
        </pc:sldMkLst>
        <pc:spChg chg="mod">
          <ac:chgData name="Zheng Fei" userId="d19317889db4c986" providerId="LiveId" clId="{ECEA7EDE-D98C-0F45-8D7E-84B82A2601C5}" dt="2022-06-07T01:35:14.173" v="1781" actId="14100"/>
          <ac:spMkLst>
            <pc:docMk/>
            <pc:sldMk cId="611270005" sldId="305"/>
            <ac:spMk id="45057" creationId="{DEC7D61F-2605-8848-D8E0-CA9BEB09C99C}"/>
          </ac:spMkLst>
        </pc:spChg>
      </pc:sldChg>
      <pc:sldChg chg="modSp add mod">
        <pc:chgData name="Zheng Fei" userId="d19317889db4c986" providerId="LiveId" clId="{ECEA7EDE-D98C-0F45-8D7E-84B82A2601C5}" dt="2022-06-07T01:00:57.715" v="1376" actId="404"/>
        <pc:sldMkLst>
          <pc:docMk/>
          <pc:sldMk cId="3355953997" sldId="430"/>
        </pc:sldMkLst>
        <pc:spChg chg="mod">
          <ac:chgData name="Zheng Fei" userId="d19317889db4c986" providerId="LiveId" clId="{ECEA7EDE-D98C-0F45-8D7E-84B82A2601C5}" dt="2022-06-07T01:00:57.715" v="1376" actId="404"/>
          <ac:spMkLst>
            <pc:docMk/>
            <pc:sldMk cId="3355953997" sldId="430"/>
            <ac:spMk id="5" creationId="{6A76435A-043E-9CE6-A38F-49C71B87F62E}"/>
          </ac:spMkLst>
        </pc:spChg>
        <pc:spChg chg="mod">
          <ac:chgData name="Zheng Fei" userId="d19317889db4c986" providerId="LiveId" clId="{ECEA7EDE-D98C-0F45-8D7E-84B82A2601C5}" dt="2022-06-07T01:00:15.736" v="1322" actId="207"/>
          <ac:spMkLst>
            <pc:docMk/>
            <pc:sldMk cId="3355953997" sldId="430"/>
            <ac:spMk id="61444" creationId="{601F1377-4EC1-A648-9D08-93B0CEF44388}"/>
          </ac:spMkLst>
        </pc:spChg>
      </pc:sldChg>
      <pc:sldChg chg="add del">
        <pc:chgData name="Zheng Fei" userId="d19317889db4c986" providerId="LiveId" clId="{ECEA7EDE-D98C-0F45-8D7E-84B82A2601C5}" dt="2022-06-06T23:45:05.161" v="1205" actId="2696"/>
        <pc:sldMkLst>
          <pc:docMk/>
          <pc:sldMk cId="1299791266" sldId="448"/>
        </pc:sldMkLst>
      </pc:sldChg>
      <pc:sldChg chg="delSp add mod">
        <pc:chgData name="Zheng Fei" userId="d19317889db4c986" providerId="LiveId" clId="{ECEA7EDE-D98C-0F45-8D7E-84B82A2601C5}" dt="2022-06-06T23:46:55.803" v="1306" actId="478"/>
        <pc:sldMkLst>
          <pc:docMk/>
          <pc:sldMk cId="1640003283" sldId="448"/>
        </pc:sldMkLst>
        <pc:spChg chg="del">
          <ac:chgData name="Zheng Fei" userId="d19317889db4c986" providerId="LiveId" clId="{ECEA7EDE-D98C-0F45-8D7E-84B82A2601C5}" dt="2022-06-06T23:46:55.803" v="1306" actId="478"/>
          <ac:spMkLst>
            <pc:docMk/>
            <pc:sldMk cId="1640003283" sldId="448"/>
            <ac:spMk id="3" creationId="{C459C5D4-585F-50D1-CE14-5A303B24CC12}"/>
          </ac:spMkLst>
        </pc:spChg>
      </pc:sldChg>
      <pc:sldChg chg="addSp modSp add del">
        <pc:chgData name="Zheng Fei" userId="d19317889db4c986" providerId="LiveId" clId="{ECEA7EDE-D98C-0F45-8D7E-84B82A2601C5}" dt="2022-06-06T23:24:23.668" v="977" actId="2696"/>
        <pc:sldMkLst>
          <pc:docMk/>
          <pc:sldMk cId="1641196813" sldId="448"/>
        </pc:sldMkLst>
        <pc:spChg chg="add mod">
          <ac:chgData name="Zheng Fei" userId="d19317889db4c986" providerId="LiveId" clId="{ECEA7EDE-D98C-0F45-8D7E-84B82A2601C5}" dt="2022-06-06T23:21:17.700" v="964"/>
          <ac:spMkLst>
            <pc:docMk/>
            <pc:sldMk cId="1641196813" sldId="448"/>
            <ac:spMk id="3" creationId="{C459C5D4-585F-50D1-CE14-5A303B24CC12}"/>
          </ac:spMkLst>
        </pc:spChg>
      </pc:sldChg>
      <pc:sldChg chg="add del">
        <pc:chgData name="Zheng Fei" userId="d19317889db4c986" providerId="LiveId" clId="{ECEA7EDE-D98C-0F45-8D7E-84B82A2601C5}" dt="2022-06-06T23:45:05.161" v="1205" actId="2696"/>
        <pc:sldMkLst>
          <pc:docMk/>
          <pc:sldMk cId="1086500199" sldId="449"/>
        </pc:sldMkLst>
      </pc:sldChg>
      <pc:sldChg chg="delSp add mod">
        <pc:chgData name="Zheng Fei" userId="d19317889db4c986" providerId="LiveId" clId="{ECEA7EDE-D98C-0F45-8D7E-84B82A2601C5}" dt="2022-06-06T23:46:47.103" v="1305" actId="478"/>
        <pc:sldMkLst>
          <pc:docMk/>
          <pc:sldMk cId="1187236974" sldId="449"/>
        </pc:sldMkLst>
        <pc:spChg chg="del">
          <ac:chgData name="Zheng Fei" userId="d19317889db4c986" providerId="LiveId" clId="{ECEA7EDE-D98C-0F45-8D7E-84B82A2601C5}" dt="2022-06-06T23:46:47.103" v="1305" actId="478"/>
          <ac:spMkLst>
            <pc:docMk/>
            <pc:sldMk cId="1187236974" sldId="449"/>
            <ac:spMk id="6" creationId="{C05E4034-5A3A-CF3B-B369-60D762F737A0}"/>
          </ac:spMkLst>
        </pc:spChg>
      </pc:sldChg>
      <pc:sldChg chg="addSp delSp modSp add del mod">
        <pc:chgData name="Zheng Fei" userId="d19317889db4c986" providerId="LiveId" clId="{ECEA7EDE-D98C-0F45-8D7E-84B82A2601C5}" dt="2022-06-06T23:24:23.668" v="977" actId="2696"/>
        <pc:sldMkLst>
          <pc:docMk/>
          <pc:sldMk cId="2690915265" sldId="449"/>
        </pc:sldMkLst>
        <pc:spChg chg="add mod">
          <ac:chgData name="Zheng Fei" userId="d19317889db4c986" providerId="LiveId" clId="{ECEA7EDE-D98C-0F45-8D7E-84B82A2601C5}" dt="2022-06-06T23:18:35.041" v="934"/>
          <ac:spMkLst>
            <pc:docMk/>
            <pc:sldMk cId="2690915265" sldId="449"/>
            <ac:spMk id="6" creationId="{C05E4034-5A3A-CF3B-B369-60D762F737A0}"/>
          </ac:spMkLst>
        </pc:spChg>
        <pc:picChg chg="mod modCrop">
          <ac:chgData name="Zheng Fei" userId="d19317889db4c986" providerId="LiveId" clId="{ECEA7EDE-D98C-0F45-8D7E-84B82A2601C5}" dt="2022-06-06T23:18:42.529" v="935" actId="732"/>
          <ac:picMkLst>
            <pc:docMk/>
            <pc:sldMk cId="2690915265" sldId="449"/>
            <ac:picMk id="5" creationId="{93D972F1-E917-51BF-EF35-FB2D69B7CF1E}"/>
          </ac:picMkLst>
        </pc:picChg>
        <pc:picChg chg="add del">
          <ac:chgData name="Zheng Fei" userId="d19317889db4c986" providerId="LiveId" clId="{ECEA7EDE-D98C-0F45-8D7E-84B82A2601C5}" dt="2022-06-06T23:17:21.413" v="912" actId="478"/>
          <ac:picMkLst>
            <pc:docMk/>
            <pc:sldMk cId="2690915265" sldId="449"/>
            <ac:picMk id="7" creationId="{6C13B102-8C39-AF7D-CA8D-235B81C0183F}"/>
          </ac:picMkLst>
        </pc:picChg>
      </pc:sldChg>
      <pc:sldChg chg="add">
        <pc:chgData name="Zheng Fei" userId="d19317889db4c986" providerId="LiveId" clId="{ECEA7EDE-D98C-0F45-8D7E-84B82A2601C5}" dt="2022-06-06T23:24:26.693" v="978"/>
        <pc:sldMkLst>
          <pc:docMk/>
          <pc:sldMk cId="2236009996" sldId="450"/>
        </pc:sldMkLst>
      </pc:sldChg>
      <pc:sldChg chg="modSp add del mod">
        <pc:chgData name="Zheng Fei" userId="d19317889db4c986" providerId="LiveId" clId="{ECEA7EDE-D98C-0F45-8D7E-84B82A2601C5}" dt="2022-06-06T23:24:23.668" v="977" actId="2696"/>
        <pc:sldMkLst>
          <pc:docMk/>
          <pc:sldMk cId="3607164201" sldId="450"/>
        </pc:sldMkLst>
        <pc:spChg chg="mod">
          <ac:chgData name="Zheng Fei" userId="d19317889db4c986" providerId="LiveId" clId="{ECEA7EDE-D98C-0F45-8D7E-84B82A2601C5}" dt="2022-06-06T23:15:32.529" v="904" actId="20577"/>
          <ac:spMkLst>
            <pc:docMk/>
            <pc:sldMk cId="3607164201" sldId="450"/>
            <ac:spMk id="6" creationId="{38A6873E-7B75-3037-4713-B66005A5167D}"/>
          </ac:spMkLst>
        </pc:spChg>
      </pc:sldChg>
      <pc:sldChg chg="addSp delSp modSp add del mod ord">
        <pc:chgData name="Zheng Fei" userId="d19317889db4c986" providerId="LiveId" clId="{ECEA7EDE-D98C-0F45-8D7E-84B82A2601C5}" dt="2022-06-06T23:24:23.668" v="977" actId="2696"/>
        <pc:sldMkLst>
          <pc:docMk/>
          <pc:sldMk cId="427616019" sldId="451"/>
        </pc:sldMkLst>
        <pc:spChg chg="del">
          <ac:chgData name="Zheng Fei" userId="d19317889db4c986" providerId="LiveId" clId="{ECEA7EDE-D98C-0F45-8D7E-84B82A2601C5}" dt="2022-06-06T23:17:45.846" v="916" actId="478"/>
          <ac:spMkLst>
            <pc:docMk/>
            <pc:sldMk cId="427616019" sldId="451"/>
            <ac:spMk id="2" creationId="{6F80B682-CE66-9C73-DC31-E53190395164}"/>
          </ac:spMkLst>
        </pc:spChg>
        <pc:spChg chg="mod">
          <ac:chgData name="Zheng Fei" userId="d19317889db4c986" providerId="LiveId" clId="{ECEA7EDE-D98C-0F45-8D7E-84B82A2601C5}" dt="2022-06-06T23:20:16.721" v="958" actId="207"/>
          <ac:spMkLst>
            <pc:docMk/>
            <pc:sldMk cId="427616019" sldId="451"/>
            <ac:spMk id="4" creationId="{C7E7686B-5899-D2D5-5CF5-14234D197492}"/>
          </ac:spMkLst>
        </pc:spChg>
        <pc:spChg chg="del">
          <ac:chgData name="Zheng Fei" userId="d19317889db4c986" providerId="LiveId" clId="{ECEA7EDE-D98C-0F45-8D7E-84B82A2601C5}" dt="2022-06-06T23:14:59.694" v="855" actId="478"/>
          <ac:spMkLst>
            <pc:docMk/>
            <pc:sldMk cId="427616019" sldId="451"/>
            <ac:spMk id="5" creationId="{A272D445-985B-5EF5-5A41-9091478FC0DF}"/>
          </ac:spMkLst>
        </pc:spChg>
        <pc:spChg chg="add del mod">
          <ac:chgData name="Zheng Fei" userId="d19317889db4c986" providerId="LiveId" clId="{ECEA7EDE-D98C-0F45-8D7E-84B82A2601C5}" dt="2022-06-06T23:15:02.781" v="856" actId="478"/>
          <ac:spMkLst>
            <pc:docMk/>
            <pc:sldMk cId="427616019" sldId="451"/>
            <ac:spMk id="6" creationId="{15FD9632-89CD-C85A-561B-38494C1CA369}"/>
          </ac:spMkLst>
        </pc:spChg>
        <pc:spChg chg="add mod">
          <ac:chgData name="Zheng Fei" userId="d19317889db4c986" providerId="LiveId" clId="{ECEA7EDE-D98C-0F45-8D7E-84B82A2601C5}" dt="2022-06-06T23:18:32.527" v="933"/>
          <ac:spMkLst>
            <pc:docMk/>
            <pc:sldMk cId="427616019" sldId="451"/>
            <ac:spMk id="8" creationId="{6877864A-4F23-6F66-A8F5-6E8E7BD3E6AD}"/>
          </ac:spMkLst>
        </pc:spChg>
        <pc:picChg chg="del mod modCrop">
          <ac:chgData name="Zheng Fei" userId="d19317889db4c986" providerId="LiveId" clId="{ECEA7EDE-D98C-0F45-8D7E-84B82A2601C5}" dt="2022-06-06T23:18:19.022" v="931" actId="478"/>
          <ac:picMkLst>
            <pc:docMk/>
            <pc:sldMk cId="427616019" sldId="451"/>
            <ac:picMk id="9" creationId="{8F18E970-7896-3BBB-1F6E-C21F28F49353}"/>
          </ac:picMkLst>
        </pc:picChg>
      </pc:sldChg>
      <pc:sldChg chg="addSp modSp add mod">
        <pc:chgData name="Zheng Fei" userId="d19317889db4c986" providerId="LiveId" clId="{ECEA7EDE-D98C-0F45-8D7E-84B82A2601C5}" dt="2022-06-07T01:04:34.757" v="1385" actId="20577"/>
        <pc:sldMkLst>
          <pc:docMk/>
          <pc:sldMk cId="3985359709" sldId="451"/>
        </pc:sldMkLst>
        <pc:spChg chg="mod">
          <ac:chgData name="Zheng Fei" userId="d19317889db4c986" providerId="LiveId" clId="{ECEA7EDE-D98C-0F45-8D7E-84B82A2601C5}" dt="2022-06-07T01:04:34.757" v="1385" actId="20577"/>
          <ac:spMkLst>
            <pc:docMk/>
            <pc:sldMk cId="3985359709" sldId="451"/>
            <ac:spMk id="4" creationId="{C7E7686B-5899-D2D5-5CF5-14234D197492}"/>
          </ac:spMkLst>
        </pc:spChg>
        <pc:picChg chg="add mod">
          <ac:chgData name="Zheng Fei" userId="d19317889db4c986" providerId="LiveId" clId="{ECEA7EDE-D98C-0F45-8D7E-84B82A2601C5}" dt="2022-06-06T23:36:13.444" v="1108" actId="1076"/>
          <ac:picMkLst>
            <pc:docMk/>
            <pc:sldMk cId="3985359709" sldId="451"/>
            <ac:picMk id="3" creationId="{0B349177-AA6E-1745-412F-8CE0BFB3AAA1}"/>
          </ac:picMkLst>
        </pc:picChg>
      </pc:sldChg>
      <pc:sldChg chg="addSp delSp modSp add del mod">
        <pc:chgData name="Zheng Fei" userId="d19317889db4c986" providerId="LiveId" clId="{ECEA7EDE-D98C-0F45-8D7E-84B82A2601C5}" dt="2022-06-06T23:24:23.668" v="977" actId="2696"/>
        <pc:sldMkLst>
          <pc:docMk/>
          <pc:sldMk cId="465607576" sldId="452"/>
        </pc:sldMkLst>
        <pc:spChg chg="del">
          <ac:chgData name="Zheng Fei" userId="d19317889db4c986" providerId="LiveId" clId="{ECEA7EDE-D98C-0F45-8D7E-84B82A2601C5}" dt="2022-06-06T23:21:28.234" v="969" actId="478"/>
          <ac:spMkLst>
            <pc:docMk/>
            <pc:sldMk cId="465607576" sldId="452"/>
            <ac:spMk id="2" creationId="{4446A799-EAFF-42B6-F71E-5CCBBB8B2435}"/>
          </ac:spMkLst>
        </pc:spChg>
        <pc:spChg chg="del">
          <ac:chgData name="Zheng Fei" userId="d19317889db4c986" providerId="LiveId" clId="{ECEA7EDE-D98C-0F45-8D7E-84B82A2601C5}" dt="2022-06-06T23:21:32.659" v="971" actId="478"/>
          <ac:spMkLst>
            <pc:docMk/>
            <pc:sldMk cId="465607576" sldId="452"/>
            <ac:spMk id="6" creationId="{863EA20E-F6DA-DE4E-895B-31675B65B907}"/>
          </ac:spMkLst>
        </pc:spChg>
        <pc:spChg chg="add mod">
          <ac:chgData name="Zheng Fei" userId="d19317889db4c986" providerId="LiveId" clId="{ECEA7EDE-D98C-0F45-8D7E-84B82A2601C5}" dt="2022-06-06T23:21:19.387" v="965"/>
          <ac:spMkLst>
            <pc:docMk/>
            <pc:sldMk cId="465607576" sldId="452"/>
            <ac:spMk id="7" creationId="{7EE0AA9D-EC6B-81DB-C599-96A42A774DD1}"/>
          </ac:spMkLst>
        </pc:spChg>
        <pc:picChg chg="mod">
          <ac:chgData name="Zheng Fei" userId="d19317889db4c986" providerId="LiveId" clId="{ECEA7EDE-D98C-0F45-8D7E-84B82A2601C5}" dt="2022-06-06T23:21:39.262" v="973" actId="1076"/>
          <ac:picMkLst>
            <pc:docMk/>
            <pc:sldMk cId="465607576" sldId="452"/>
            <ac:picMk id="5" creationId="{1C7B350B-08E3-44E6-01A1-4A64829DB97A}"/>
          </ac:picMkLst>
        </pc:picChg>
      </pc:sldChg>
      <pc:sldChg chg="delSp add mod">
        <pc:chgData name="Zheng Fei" userId="d19317889db4c986" providerId="LiveId" clId="{ECEA7EDE-D98C-0F45-8D7E-84B82A2601C5}" dt="2022-06-06T23:46:58.804" v="1307" actId="478"/>
        <pc:sldMkLst>
          <pc:docMk/>
          <pc:sldMk cId="3392470368" sldId="452"/>
        </pc:sldMkLst>
        <pc:spChg chg="del">
          <ac:chgData name="Zheng Fei" userId="d19317889db4c986" providerId="LiveId" clId="{ECEA7EDE-D98C-0F45-8D7E-84B82A2601C5}" dt="2022-06-06T23:46:58.804" v="1307" actId="478"/>
          <ac:spMkLst>
            <pc:docMk/>
            <pc:sldMk cId="3392470368" sldId="452"/>
            <ac:spMk id="7" creationId="{7EE0AA9D-EC6B-81DB-C599-96A42A774DD1}"/>
          </ac:spMkLst>
        </pc:spChg>
      </pc:sldChg>
      <pc:sldChg chg="add del">
        <pc:chgData name="Zheng Fei" userId="d19317889db4c986" providerId="LiveId" clId="{ECEA7EDE-D98C-0F45-8D7E-84B82A2601C5}" dt="2022-06-06T23:45:05.161" v="1205" actId="2696"/>
        <pc:sldMkLst>
          <pc:docMk/>
          <pc:sldMk cId="3681459069" sldId="452"/>
        </pc:sldMkLst>
      </pc:sldChg>
      <pc:sldChg chg="addSp delSp modSp add del mod ord">
        <pc:chgData name="Zheng Fei" userId="d19317889db4c986" providerId="LiveId" clId="{ECEA7EDE-D98C-0F45-8D7E-84B82A2601C5}" dt="2022-06-06T23:24:23.668" v="977" actId="2696"/>
        <pc:sldMkLst>
          <pc:docMk/>
          <pc:sldMk cId="981377669" sldId="453"/>
        </pc:sldMkLst>
        <pc:spChg chg="mod">
          <ac:chgData name="Zheng Fei" userId="d19317889db4c986" providerId="LiveId" clId="{ECEA7EDE-D98C-0F45-8D7E-84B82A2601C5}" dt="2022-06-06T23:21:09.067" v="963" actId="207"/>
          <ac:spMkLst>
            <pc:docMk/>
            <pc:sldMk cId="981377669" sldId="453"/>
            <ac:spMk id="2" creationId="{6F80B682-CE66-9C73-DC31-E53190395164}"/>
          </ac:spMkLst>
        </pc:spChg>
        <pc:spChg chg="mod">
          <ac:chgData name="Zheng Fei" userId="d19317889db4c986" providerId="LiveId" clId="{ECEA7EDE-D98C-0F45-8D7E-84B82A2601C5}" dt="2022-06-06T23:20:58.620" v="961" actId="20577"/>
          <ac:spMkLst>
            <pc:docMk/>
            <pc:sldMk cId="981377669" sldId="453"/>
            <ac:spMk id="4" creationId="{C7E7686B-5899-D2D5-5CF5-14234D197492}"/>
          </ac:spMkLst>
        </pc:spChg>
        <pc:spChg chg="add del mod">
          <ac:chgData name="Zheng Fei" userId="d19317889db4c986" providerId="LiveId" clId="{ECEA7EDE-D98C-0F45-8D7E-84B82A2601C5}" dt="2022-06-06T23:21:53.869" v="975" actId="478"/>
          <ac:spMkLst>
            <pc:docMk/>
            <pc:sldMk cId="981377669" sldId="453"/>
            <ac:spMk id="5" creationId="{22ECAF5B-8EB2-468D-5901-8B088DF70E64}"/>
          </ac:spMkLst>
        </pc:spChg>
        <pc:picChg chg="del">
          <ac:chgData name="Zheng Fei" userId="d19317889db4c986" providerId="LiveId" clId="{ECEA7EDE-D98C-0F45-8D7E-84B82A2601C5}" dt="2022-06-06T23:18:57.949" v="936" actId="478"/>
          <ac:picMkLst>
            <pc:docMk/>
            <pc:sldMk cId="981377669" sldId="453"/>
            <ac:picMk id="9" creationId="{8F18E970-7896-3BBB-1F6E-C21F28F49353}"/>
          </ac:picMkLst>
        </pc:picChg>
      </pc:sldChg>
      <pc:sldChg chg="addSp modSp add mod modAnim">
        <pc:chgData name="Zheng Fei" userId="d19317889db4c986" providerId="LiveId" clId="{ECEA7EDE-D98C-0F45-8D7E-84B82A2601C5}" dt="2022-06-07T01:07:48.028" v="1408"/>
        <pc:sldMkLst>
          <pc:docMk/>
          <pc:sldMk cId="1463567714" sldId="453"/>
        </pc:sldMkLst>
        <pc:spChg chg="mod">
          <ac:chgData name="Zheng Fei" userId="d19317889db4c986" providerId="LiveId" clId="{ECEA7EDE-D98C-0F45-8D7E-84B82A2601C5}" dt="2022-06-06T23:45:44.287" v="1209" actId="1076"/>
          <ac:spMkLst>
            <pc:docMk/>
            <pc:sldMk cId="1463567714" sldId="453"/>
            <ac:spMk id="2" creationId="{6F80B682-CE66-9C73-DC31-E53190395164}"/>
          </ac:spMkLst>
        </pc:spChg>
        <pc:spChg chg="mod">
          <ac:chgData name="Zheng Fei" userId="d19317889db4c986" providerId="LiveId" clId="{ECEA7EDE-D98C-0F45-8D7E-84B82A2601C5}" dt="2022-06-06T23:43:56.988" v="1181" actId="20577"/>
          <ac:spMkLst>
            <pc:docMk/>
            <pc:sldMk cId="1463567714" sldId="453"/>
            <ac:spMk id="4" creationId="{C7E7686B-5899-D2D5-5CF5-14234D197492}"/>
          </ac:spMkLst>
        </pc:spChg>
        <pc:spChg chg="add mod">
          <ac:chgData name="Zheng Fei" userId="d19317889db4c986" providerId="LiveId" clId="{ECEA7EDE-D98C-0F45-8D7E-84B82A2601C5}" dt="2022-06-06T23:45:55.250" v="1238" actId="20577"/>
          <ac:spMkLst>
            <pc:docMk/>
            <pc:sldMk cId="1463567714" sldId="453"/>
            <ac:spMk id="8" creationId="{42DABD28-1B26-F620-4E47-7FDB48D76FE8}"/>
          </ac:spMkLst>
        </pc:spChg>
        <pc:picChg chg="add mod">
          <ac:chgData name="Zheng Fei" userId="d19317889db4c986" providerId="LiveId" clId="{ECEA7EDE-D98C-0F45-8D7E-84B82A2601C5}" dt="2022-06-06T23:46:01.578" v="1249" actId="1036"/>
          <ac:picMkLst>
            <pc:docMk/>
            <pc:sldMk cId="1463567714" sldId="453"/>
            <ac:picMk id="5" creationId="{3D6BAFBE-A302-91E7-4881-BFA57F05BDCE}"/>
          </ac:picMkLst>
        </pc:picChg>
        <pc:picChg chg="add mod">
          <ac:chgData name="Zheng Fei" userId="d19317889db4c986" providerId="LiveId" clId="{ECEA7EDE-D98C-0F45-8D7E-84B82A2601C5}" dt="2022-06-06T23:46:01.578" v="1249" actId="1036"/>
          <ac:picMkLst>
            <pc:docMk/>
            <pc:sldMk cId="1463567714" sldId="453"/>
            <ac:picMk id="7" creationId="{648080C4-048D-B5FC-9944-C0D1583388B8}"/>
          </ac:picMkLst>
        </pc:picChg>
      </pc:sldChg>
      <pc:sldChg chg="add del">
        <pc:chgData name="Zheng Fei" userId="d19317889db4c986" providerId="LiveId" clId="{ECEA7EDE-D98C-0F45-8D7E-84B82A2601C5}" dt="2022-06-06T23:24:23.668" v="977" actId="2696"/>
        <pc:sldMkLst>
          <pc:docMk/>
          <pc:sldMk cId="289064018" sldId="454"/>
        </pc:sldMkLst>
      </pc:sldChg>
      <pc:sldChg chg="addSp modSp add mod">
        <pc:chgData name="Zheng Fei" userId="d19317889db4c986" providerId="LiveId" clId="{ECEA7EDE-D98C-0F45-8D7E-84B82A2601C5}" dt="2022-06-07T01:11:05.472" v="1468" actId="20577"/>
        <pc:sldMkLst>
          <pc:docMk/>
          <pc:sldMk cId="4028330721" sldId="454"/>
        </pc:sldMkLst>
        <pc:spChg chg="add mod">
          <ac:chgData name="Zheng Fei" userId="d19317889db4c986" providerId="LiveId" clId="{ECEA7EDE-D98C-0F45-8D7E-84B82A2601C5}" dt="2022-06-07T01:11:05.472" v="1468" actId="20577"/>
          <ac:spMkLst>
            <pc:docMk/>
            <pc:sldMk cId="4028330721" sldId="454"/>
            <ac:spMk id="3" creationId="{1094B677-790D-3974-687B-BBBE21DDB05B}"/>
          </ac:spMkLst>
        </pc:spChg>
        <pc:spChg chg="mod">
          <ac:chgData name="Zheng Fei" userId="d19317889db4c986" providerId="LiveId" clId="{ECEA7EDE-D98C-0F45-8D7E-84B82A2601C5}" dt="2022-06-07T01:10:29.960" v="1424" actId="114"/>
          <ac:spMkLst>
            <pc:docMk/>
            <pc:sldMk cId="4028330721" sldId="454"/>
            <ac:spMk id="4" creationId="{C1796343-2ECB-96DB-D6BC-542C3D9EF36B}"/>
          </ac:spMkLst>
        </pc:spChg>
      </pc:sldChg>
      <pc:sldChg chg="addSp delSp modSp new mod">
        <pc:chgData name="Zheng Fei" userId="d19317889db4c986" providerId="LiveId" clId="{ECEA7EDE-D98C-0F45-8D7E-84B82A2601C5}" dt="2022-06-07T01:11:19.550" v="1471"/>
        <pc:sldMkLst>
          <pc:docMk/>
          <pc:sldMk cId="3237651377" sldId="455"/>
        </pc:sldMkLst>
        <pc:spChg chg="del">
          <ac:chgData name="Zheng Fei" userId="d19317889db4c986" providerId="LiveId" clId="{ECEA7EDE-D98C-0F45-8D7E-84B82A2601C5}" dt="2022-06-07T01:10:37.254" v="1425" actId="478"/>
          <ac:spMkLst>
            <pc:docMk/>
            <pc:sldMk cId="3237651377" sldId="455"/>
            <ac:spMk id="2" creationId="{17939B5B-6678-49B6-003E-444A7D5D1EDB}"/>
          </ac:spMkLst>
        </pc:spChg>
        <pc:spChg chg="del">
          <ac:chgData name="Zheng Fei" userId="d19317889db4c986" providerId="LiveId" clId="{ECEA7EDE-D98C-0F45-8D7E-84B82A2601C5}" dt="2022-06-06T23:25:42.351" v="986"/>
          <ac:spMkLst>
            <pc:docMk/>
            <pc:sldMk cId="3237651377" sldId="455"/>
            <ac:spMk id="3" creationId="{87E52405-DB4E-11A9-195B-73095F253ABF}"/>
          </ac:spMkLst>
        </pc:spChg>
        <pc:spChg chg="add del mod">
          <ac:chgData name="Zheng Fei" userId="d19317889db4c986" providerId="LiveId" clId="{ECEA7EDE-D98C-0F45-8D7E-84B82A2601C5}" dt="2022-06-07T01:11:18.970" v="1470" actId="478"/>
          <ac:spMkLst>
            <pc:docMk/>
            <pc:sldMk cId="3237651377" sldId="455"/>
            <ac:spMk id="4" creationId="{4C6803FE-5829-4ABC-4E5B-59E3927A26F2}"/>
          </ac:spMkLst>
        </pc:spChg>
        <pc:spChg chg="add mod">
          <ac:chgData name="Zheng Fei" userId="d19317889db4c986" providerId="LiveId" clId="{ECEA7EDE-D98C-0F45-8D7E-84B82A2601C5}" dt="2022-06-07T01:11:19.550" v="1471"/>
          <ac:spMkLst>
            <pc:docMk/>
            <pc:sldMk cId="3237651377" sldId="455"/>
            <ac:spMk id="6" creationId="{B949CD7F-5218-82DD-22EF-320C93EF8873}"/>
          </ac:spMkLst>
        </pc:spChg>
        <pc:picChg chg="add mod">
          <ac:chgData name="Zheng Fei" userId="d19317889db4c986" providerId="LiveId" clId="{ECEA7EDE-D98C-0F45-8D7E-84B82A2601C5}" dt="2022-06-06T23:25:44.436" v="988" actId="962"/>
          <ac:picMkLst>
            <pc:docMk/>
            <pc:sldMk cId="3237651377" sldId="455"/>
            <ac:picMk id="5" creationId="{C6AB3E26-05B0-6A51-8655-AA08DFD73FEF}"/>
          </ac:picMkLst>
        </pc:picChg>
      </pc:sldChg>
      <pc:sldChg chg="addSp delSp modSp new mod">
        <pc:chgData name="Zheng Fei" userId="d19317889db4c986" providerId="LiveId" clId="{ECEA7EDE-D98C-0F45-8D7E-84B82A2601C5}" dt="2022-06-07T01:11:27.162" v="1473"/>
        <pc:sldMkLst>
          <pc:docMk/>
          <pc:sldMk cId="2317646120" sldId="456"/>
        </pc:sldMkLst>
        <pc:spChg chg="del">
          <ac:chgData name="Zheng Fei" userId="d19317889db4c986" providerId="LiveId" clId="{ECEA7EDE-D98C-0F45-8D7E-84B82A2601C5}" dt="2022-06-07T01:11:26.545" v="1472" actId="478"/>
          <ac:spMkLst>
            <pc:docMk/>
            <pc:sldMk cId="2317646120" sldId="456"/>
            <ac:spMk id="2" creationId="{E8EA1AA5-7E76-970A-B5B6-C9B599B9E34F}"/>
          </ac:spMkLst>
        </pc:spChg>
        <pc:spChg chg="del">
          <ac:chgData name="Zheng Fei" userId="d19317889db4c986" providerId="LiveId" clId="{ECEA7EDE-D98C-0F45-8D7E-84B82A2601C5}" dt="2022-06-06T23:25:55.866" v="990"/>
          <ac:spMkLst>
            <pc:docMk/>
            <pc:sldMk cId="2317646120" sldId="456"/>
            <ac:spMk id="3" creationId="{8F880B78-3C41-9B29-9E62-DFAEBB7C2A4B}"/>
          </ac:spMkLst>
        </pc:spChg>
        <pc:spChg chg="add mod">
          <ac:chgData name="Zheng Fei" userId="d19317889db4c986" providerId="LiveId" clId="{ECEA7EDE-D98C-0F45-8D7E-84B82A2601C5}" dt="2022-06-07T01:11:27.162" v="1473"/>
          <ac:spMkLst>
            <pc:docMk/>
            <pc:sldMk cId="2317646120" sldId="456"/>
            <ac:spMk id="4" creationId="{A91A6A32-9837-0D75-8A49-F935AACAFE76}"/>
          </ac:spMkLst>
        </pc:spChg>
        <pc:picChg chg="add mod">
          <ac:chgData name="Zheng Fei" userId="d19317889db4c986" providerId="LiveId" clId="{ECEA7EDE-D98C-0F45-8D7E-84B82A2601C5}" dt="2022-06-06T23:25:57.454" v="992" actId="962"/>
          <ac:picMkLst>
            <pc:docMk/>
            <pc:sldMk cId="2317646120" sldId="456"/>
            <ac:picMk id="5" creationId="{0C35A814-8E82-B971-02B3-2D52ED1DF474}"/>
          </ac:picMkLst>
        </pc:picChg>
      </pc:sldChg>
      <pc:sldChg chg="addSp delSp modSp new mod">
        <pc:chgData name="Zheng Fei" userId="d19317889db4c986" providerId="LiveId" clId="{ECEA7EDE-D98C-0F45-8D7E-84B82A2601C5}" dt="2022-06-07T01:13:30.236" v="1500" actId="207"/>
        <pc:sldMkLst>
          <pc:docMk/>
          <pc:sldMk cId="3418935887" sldId="457"/>
        </pc:sldMkLst>
        <pc:spChg chg="del">
          <ac:chgData name="Zheng Fei" userId="d19317889db4c986" providerId="LiveId" clId="{ECEA7EDE-D98C-0F45-8D7E-84B82A2601C5}" dt="2022-06-07T01:11:54.640" v="1478" actId="478"/>
          <ac:spMkLst>
            <pc:docMk/>
            <pc:sldMk cId="3418935887" sldId="457"/>
            <ac:spMk id="2" creationId="{02F0DA73-84CF-0C25-EB71-0003585E0C18}"/>
          </ac:spMkLst>
        </pc:spChg>
        <pc:spChg chg="add mod">
          <ac:chgData name="Zheng Fei" userId="d19317889db4c986" providerId="LiveId" clId="{ECEA7EDE-D98C-0F45-8D7E-84B82A2601C5}" dt="2022-06-07T01:13:30.236" v="1500" actId="207"/>
          <ac:spMkLst>
            <pc:docMk/>
            <pc:sldMk cId="3418935887" sldId="457"/>
            <ac:spMk id="3" creationId="{92598681-9BBE-A090-3D52-99085A06F708}"/>
          </ac:spMkLst>
        </pc:spChg>
        <pc:spChg chg="del">
          <ac:chgData name="Zheng Fei" userId="d19317889db4c986" providerId="LiveId" clId="{ECEA7EDE-D98C-0F45-8D7E-84B82A2601C5}" dt="2022-06-06T23:28:40.531" v="1004"/>
          <ac:spMkLst>
            <pc:docMk/>
            <pc:sldMk cId="3418935887" sldId="457"/>
            <ac:spMk id="3" creationId="{9A990174-A555-4250-57D3-27F55CBBBCA6}"/>
          </ac:spMkLst>
        </pc:spChg>
        <pc:picChg chg="add mod">
          <ac:chgData name="Zheng Fei" userId="d19317889db4c986" providerId="LiveId" clId="{ECEA7EDE-D98C-0F45-8D7E-84B82A2601C5}" dt="2022-06-06T23:28:46.669" v="1008" actId="1076"/>
          <ac:picMkLst>
            <pc:docMk/>
            <pc:sldMk cId="3418935887" sldId="457"/>
            <ac:picMk id="5" creationId="{ED582A4F-DFE9-C648-01B6-48F17BD26C25}"/>
          </ac:picMkLst>
        </pc:picChg>
      </pc:sldChg>
      <pc:sldChg chg="addSp delSp modSp new mod">
        <pc:chgData name="Zheng Fei" userId="d19317889db4c986" providerId="LiveId" clId="{ECEA7EDE-D98C-0F45-8D7E-84B82A2601C5}" dt="2022-06-06T23:29:00.157" v="1014" actId="1076"/>
        <pc:sldMkLst>
          <pc:docMk/>
          <pc:sldMk cId="2616511627" sldId="458"/>
        </pc:sldMkLst>
        <pc:spChg chg="del">
          <ac:chgData name="Zheng Fei" userId="d19317889db4c986" providerId="LiveId" clId="{ECEA7EDE-D98C-0F45-8D7E-84B82A2601C5}" dt="2022-06-06T23:28:56.536" v="1010"/>
          <ac:spMkLst>
            <pc:docMk/>
            <pc:sldMk cId="2616511627" sldId="458"/>
            <ac:spMk id="3" creationId="{C7BB5491-F071-4806-EAFA-8D724FC0A53B}"/>
          </ac:spMkLst>
        </pc:spChg>
        <pc:picChg chg="add mod">
          <ac:chgData name="Zheng Fei" userId="d19317889db4c986" providerId="LiveId" clId="{ECEA7EDE-D98C-0F45-8D7E-84B82A2601C5}" dt="2022-06-06T23:29:00.157" v="1014" actId="1076"/>
          <ac:picMkLst>
            <pc:docMk/>
            <pc:sldMk cId="2616511627" sldId="458"/>
            <ac:picMk id="5" creationId="{22F227A6-19C7-3346-C290-AF354E320E24}"/>
          </ac:picMkLst>
        </pc:picChg>
      </pc:sldChg>
      <pc:sldChg chg="modSp add mod">
        <pc:chgData name="Zheng Fei" userId="d19317889db4c986" providerId="LiveId" clId="{ECEA7EDE-D98C-0F45-8D7E-84B82A2601C5}" dt="2022-06-06T23:30:58.785" v="1048" actId="1076"/>
        <pc:sldMkLst>
          <pc:docMk/>
          <pc:sldMk cId="1461481539" sldId="459"/>
        </pc:sldMkLst>
        <pc:spChg chg="mod">
          <ac:chgData name="Zheng Fei" userId="d19317889db4c986" providerId="LiveId" clId="{ECEA7EDE-D98C-0F45-8D7E-84B82A2601C5}" dt="2022-06-06T23:30:58.785" v="1048" actId="1076"/>
          <ac:spMkLst>
            <pc:docMk/>
            <pc:sldMk cId="1461481539" sldId="459"/>
            <ac:spMk id="3" creationId="{C035DC90-89E0-96F6-C8B9-AC7BDF47F55A}"/>
          </ac:spMkLst>
        </pc:spChg>
      </pc:sldChg>
      <pc:sldChg chg="addSp delSp modSp new mod modAnim">
        <pc:chgData name="Zheng Fei" userId="d19317889db4c986" providerId="LiveId" clId="{ECEA7EDE-D98C-0F45-8D7E-84B82A2601C5}" dt="2022-06-07T01:13:52.046" v="1503" actId="1076"/>
        <pc:sldMkLst>
          <pc:docMk/>
          <pc:sldMk cId="3724643476" sldId="460"/>
        </pc:sldMkLst>
        <pc:spChg chg="del">
          <ac:chgData name="Zheng Fei" userId="d19317889db4c986" providerId="LiveId" clId="{ECEA7EDE-D98C-0F45-8D7E-84B82A2601C5}" dt="2022-06-07T01:13:03.279" v="1484" actId="478"/>
          <ac:spMkLst>
            <pc:docMk/>
            <pc:sldMk cId="3724643476" sldId="460"/>
            <ac:spMk id="2" creationId="{DE0A655E-D045-B5FB-7397-18B8E64FF53A}"/>
          </ac:spMkLst>
        </pc:spChg>
        <pc:spChg chg="del">
          <ac:chgData name="Zheng Fei" userId="d19317889db4c986" providerId="LiveId" clId="{ECEA7EDE-D98C-0F45-8D7E-84B82A2601C5}" dt="2022-06-06T23:32:50.139" v="1080"/>
          <ac:spMkLst>
            <pc:docMk/>
            <pc:sldMk cId="3724643476" sldId="460"/>
            <ac:spMk id="3" creationId="{B1CF99BD-1361-66F1-FB1E-7A091662E52B}"/>
          </ac:spMkLst>
        </pc:spChg>
        <pc:spChg chg="add mod">
          <ac:chgData name="Zheng Fei" userId="d19317889db4c986" providerId="LiveId" clId="{ECEA7EDE-D98C-0F45-8D7E-84B82A2601C5}" dt="2022-06-06T23:33:20.245" v="1087" actId="2085"/>
          <ac:spMkLst>
            <pc:docMk/>
            <pc:sldMk cId="3724643476" sldId="460"/>
            <ac:spMk id="6" creationId="{44B9497A-B1E9-1387-99DA-185F36BFEDEA}"/>
          </ac:spMkLst>
        </pc:spChg>
        <pc:spChg chg="add mod">
          <ac:chgData name="Zheng Fei" userId="d19317889db4c986" providerId="LiveId" clId="{ECEA7EDE-D98C-0F45-8D7E-84B82A2601C5}" dt="2022-06-06T23:33:24.964" v="1089" actId="1076"/>
          <ac:spMkLst>
            <pc:docMk/>
            <pc:sldMk cId="3724643476" sldId="460"/>
            <ac:spMk id="7" creationId="{9192F35C-8DC6-02FB-D63B-31E55F24F9E5}"/>
          </ac:spMkLst>
        </pc:spChg>
        <pc:spChg chg="add mod">
          <ac:chgData name="Zheng Fei" userId="d19317889db4c986" providerId="LiveId" clId="{ECEA7EDE-D98C-0F45-8D7E-84B82A2601C5}" dt="2022-06-06T23:33:30.036" v="1092" actId="14100"/>
          <ac:spMkLst>
            <pc:docMk/>
            <pc:sldMk cId="3724643476" sldId="460"/>
            <ac:spMk id="8" creationId="{430D3AFA-29AA-C673-653E-B8327F02FBDE}"/>
          </ac:spMkLst>
        </pc:spChg>
        <pc:spChg chg="add mod">
          <ac:chgData name="Zheng Fei" userId="d19317889db4c986" providerId="LiveId" clId="{ECEA7EDE-D98C-0F45-8D7E-84B82A2601C5}" dt="2022-06-06T23:33:34.854" v="1096" actId="1076"/>
          <ac:spMkLst>
            <pc:docMk/>
            <pc:sldMk cId="3724643476" sldId="460"/>
            <ac:spMk id="9" creationId="{4004B7E5-C917-F4E7-6692-031A778852D5}"/>
          </ac:spMkLst>
        </pc:spChg>
        <pc:spChg chg="add mod">
          <ac:chgData name="Zheng Fei" userId="d19317889db4c986" providerId="LiveId" clId="{ECEA7EDE-D98C-0F45-8D7E-84B82A2601C5}" dt="2022-06-07T01:13:52.046" v="1503" actId="1076"/>
          <ac:spMkLst>
            <pc:docMk/>
            <pc:sldMk cId="3724643476" sldId="460"/>
            <ac:spMk id="10" creationId="{4C86C503-E8B2-8417-11C1-A30B44734588}"/>
          </ac:spMkLst>
        </pc:spChg>
        <pc:picChg chg="add mod">
          <ac:chgData name="Zheng Fei" userId="d19317889db4c986" providerId="LiveId" clId="{ECEA7EDE-D98C-0F45-8D7E-84B82A2601C5}" dt="2022-06-06T23:32:52.584" v="1083" actId="14100"/>
          <ac:picMkLst>
            <pc:docMk/>
            <pc:sldMk cId="3724643476" sldId="460"/>
            <ac:picMk id="5" creationId="{060D8A29-EDF0-56F9-4E33-60A85FDC23B2}"/>
          </ac:picMkLst>
        </pc:picChg>
      </pc:sldChg>
      <pc:sldChg chg="new del">
        <pc:chgData name="Zheng Fei" userId="d19317889db4c986" providerId="LiveId" clId="{ECEA7EDE-D98C-0F45-8D7E-84B82A2601C5}" dt="2022-06-06T23:37:47.759" v="1109" actId="2696"/>
        <pc:sldMkLst>
          <pc:docMk/>
          <pc:sldMk cId="3148911777" sldId="461"/>
        </pc:sldMkLst>
      </pc:sldChg>
      <pc:sldChg chg="addSp delSp modSp new del mod delAnim modAnim">
        <pc:chgData name="Zheng Fei" userId="d19317889db4c986" providerId="LiveId" clId="{ECEA7EDE-D98C-0F45-8D7E-84B82A2601C5}" dt="2022-06-07T01:31:31.452" v="1649" actId="2696"/>
        <pc:sldMkLst>
          <pc:docMk/>
          <pc:sldMk cId="3847727390" sldId="461"/>
        </pc:sldMkLst>
        <pc:spChg chg="del">
          <ac:chgData name="Zheng Fei" userId="d19317889db4c986" providerId="LiveId" clId="{ECEA7EDE-D98C-0F45-8D7E-84B82A2601C5}" dt="2022-06-06T23:40:53.031" v="1146" actId="478"/>
          <ac:spMkLst>
            <pc:docMk/>
            <pc:sldMk cId="3847727390" sldId="461"/>
            <ac:spMk id="2" creationId="{A89956FE-C192-F10C-0D34-5FA0968ADA1A}"/>
          </ac:spMkLst>
        </pc:spChg>
        <pc:spChg chg="del">
          <ac:chgData name="Zheng Fei" userId="d19317889db4c986" providerId="LiveId" clId="{ECEA7EDE-D98C-0F45-8D7E-84B82A2601C5}" dt="2022-06-06T23:39:00.558" v="1116"/>
          <ac:spMkLst>
            <pc:docMk/>
            <pc:sldMk cId="3847727390" sldId="461"/>
            <ac:spMk id="3" creationId="{341DAF2B-CE30-CF7D-7A7E-AC746F35B435}"/>
          </ac:spMkLst>
        </pc:spChg>
        <pc:spChg chg="add del mod">
          <ac:chgData name="Zheng Fei" userId="d19317889db4c986" providerId="LiveId" clId="{ECEA7EDE-D98C-0F45-8D7E-84B82A2601C5}" dt="2022-06-07T01:24:19.147" v="1583" actId="478"/>
          <ac:spMkLst>
            <pc:docMk/>
            <pc:sldMk cId="3847727390" sldId="461"/>
            <ac:spMk id="3" creationId="{948D2FE2-D893-C757-65BC-144788E6F1DD}"/>
          </ac:spMkLst>
        </pc:spChg>
        <pc:spChg chg="add del mod">
          <ac:chgData name="Zheng Fei" userId="d19317889db4c986" providerId="LiveId" clId="{ECEA7EDE-D98C-0F45-8D7E-84B82A2601C5}" dt="2022-06-07T01:24:24.669" v="1587" actId="478"/>
          <ac:spMkLst>
            <pc:docMk/>
            <pc:sldMk cId="3847727390" sldId="461"/>
            <ac:spMk id="6" creationId="{AF10F28F-1425-2D88-10E0-5D131FC18FEC}"/>
          </ac:spMkLst>
        </pc:spChg>
        <pc:spChg chg="add del mod">
          <ac:chgData name="Zheng Fei" userId="d19317889db4c986" providerId="LiveId" clId="{ECEA7EDE-D98C-0F45-8D7E-84B82A2601C5}" dt="2022-06-07T01:24:19.836" v="1584" actId="478"/>
          <ac:spMkLst>
            <pc:docMk/>
            <pc:sldMk cId="3847727390" sldId="461"/>
            <ac:spMk id="7" creationId="{68927C0E-0DC9-5589-13EE-30E716FBF323}"/>
          </ac:spMkLst>
        </pc:spChg>
        <pc:spChg chg="add del mod">
          <ac:chgData name="Zheng Fei" userId="d19317889db4c986" providerId="LiveId" clId="{ECEA7EDE-D98C-0F45-8D7E-84B82A2601C5}" dt="2022-06-07T01:24:23.572" v="1586" actId="478"/>
          <ac:spMkLst>
            <pc:docMk/>
            <pc:sldMk cId="3847727390" sldId="461"/>
            <ac:spMk id="8" creationId="{81A11762-7BA1-30D3-C2DC-B55E9C8833F2}"/>
          </ac:spMkLst>
        </pc:spChg>
        <pc:spChg chg="add mod">
          <ac:chgData name="Zheng Fei" userId="d19317889db4c986" providerId="LiveId" clId="{ECEA7EDE-D98C-0F45-8D7E-84B82A2601C5}" dt="2022-06-07T01:24:31.460" v="1588" actId="1076"/>
          <ac:spMkLst>
            <pc:docMk/>
            <pc:sldMk cId="3847727390" sldId="461"/>
            <ac:spMk id="9" creationId="{3A3CE7E4-ABA2-DA38-2EED-51FFF867504D}"/>
          </ac:spMkLst>
        </pc:spChg>
        <pc:spChg chg="mod">
          <ac:chgData name="Zheng Fei" userId="d19317889db4c986" providerId="LiveId" clId="{ECEA7EDE-D98C-0F45-8D7E-84B82A2601C5}" dt="2022-06-07T01:24:31.460" v="1588" actId="1076"/>
          <ac:spMkLst>
            <pc:docMk/>
            <pc:sldMk cId="3847727390" sldId="461"/>
            <ac:spMk id="13" creationId="{AB1A1C02-4FF2-BEF0-4059-46982609C9FC}"/>
          </ac:spMkLst>
        </pc:spChg>
        <pc:spChg chg="mod">
          <ac:chgData name="Zheng Fei" userId="d19317889db4c986" providerId="LiveId" clId="{ECEA7EDE-D98C-0F45-8D7E-84B82A2601C5}" dt="2022-06-07T01:24:31.460" v="1588" actId="1076"/>
          <ac:spMkLst>
            <pc:docMk/>
            <pc:sldMk cId="3847727390" sldId="461"/>
            <ac:spMk id="14" creationId="{E1111FAE-3D93-5EDF-4889-9A1698E35026}"/>
          </ac:spMkLst>
        </pc:spChg>
        <pc:spChg chg="add mod">
          <ac:chgData name="Zheng Fei" userId="d19317889db4c986" providerId="LiveId" clId="{ECEA7EDE-D98C-0F45-8D7E-84B82A2601C5}" dt="2022-06-07T01:24:31.460" v="1588" actId="1076"/>
          <ac:spMkLst>
            <pc:docMk/>
            <pc:sldMk cId="3847727390" sldId="461"/>
            <ac:spMk id="16" creationId="{3A2B5ED2-1796-44BF-9AFB-9CF0221C38D3}"/>
          </ac:spMkLst>
        </pc:spChg>
        <pc:spChg chg="add mod">
          <ac:chgData name="Zheng Fei" userId="d19317889db4c986" providerId="LiveId" clId="{ECEA7EDE-D98C-0F45-8D7E-84B82A2601C5}" dt="2022-06-07T01:24:31.460" v="1588" actId="1076"/>
          <ac:spMkLst>
            <pc:docMk/>
            <pc:sldMk cId="3847727390" sldId="461"/>
            <ac:spMk id="17" creationId="{C3004DD6-F921-AA7C-F039-6EB268A59007}"/>
          </ac:spMkLst>
        </pc:spChg>
        <pc:spChg chg="add mod">
          <ac:chgData name="Zheng Fei" userId="d19317889db4c986" providerId="LiveId" clId="{ECEA7EDE-D98C-0F45-8D7E-84B82A2601C5}" dt="2022-06-07T01:24:31.460" v="1588" actId="1076"/>
          <ac:spMkLst>
            <pc:docMk/>
            <pc:sldMk cId="3847727390" sldId="461"/>
            <ac:spMk id="19" creationId="{03F3AA8F-1A0F-1419-911C-E1668324BA43}"/>
          </ac:spMkLst>
        </pc:spChg>
        <pc:spChg chg="add mod">
          <ac:chgData name="Zheng Fei" userId="d19317889db4c986" providerId="LiveId" clId="{ECEA7EDE-D98C-0F45-8D7E-84B82A2601C5}" dt="2022-06-07T01:25:39.488" v="1597" actId="167"/>
          <ac:spMkLst>
            <pc:docMk/>
            <pc:sldMk cId="3847727390" sldId="461"/>
            <ac:spMk id="20" creationId="{2AB18997-D7FA-F8E4-185A-BB9473307B19}"/>
          </ac:spMkLst>
        </pc:spChg>
        <pc:grpChg chg="add">
          <ac:chgData name="Zheng Fei" userId="d19317889db4c986" providerId="LiveId" clId="{ECEA7EDE-D98C-0F45-8D7E-84B82A2601C5}" dt="2022-06-07T01:24:34.984" v="1589" actId="164"/>
          <ac:grpSpMkLst>
            <pc:docMk/>
            <pc:sldMk cId="3847727390" sldId="461"/>
            <ac:grpSpMk id="4" creationId="{7AC22359-978F-6C7C-3923-4205998D0C6C}"/>
          </ac:grpSpMkLst>
        </pc:grpChg>
        <pc:grpChg chg="add mod">
          <ac:chgData name="Zheng Fei" userId="d19317889db4c986" providerId="LiveId" clId="{ECEA7EDE-D98C-0F45-8D7E-84B82A2601C5}" dt="2022-06-07T01:24:31.460" v="1588" actId="1076"/>
          <ac:grpSpMkLst>
            <pc:docMk/>
            <pc:sldMk cId="3847727390" sldId="461"/>
            <ac:grpSpMk id="11" creationId="{A43F4C9A-B515-E13B-D971-BACA68D63B56}"/>
          </ac:grpSpMkLst>
        </pc:grpChg>
        <pc:grpChg chg="add del">
          <ac:chgData name="Zheng Fei" userId="d19317889db4c986" providerId="LiveId" clId="{ECEA7EDE-D98C-0F45-8D7E-84B82A2601C5}" dt="2022-06-07T01:25:45.824" v="1599" actId="21"/>
          <ac:grpSpMkLst>
            <pc:docMk/>
            <pc:sldMk cId="3847727390" sldId="461"/>
            <ac:grpSpMk id="21" creationId="{D7EBFE4D-6C20-EAC4-F07F-E9F90430BA9F}"/>
          </ac:grpSpMkLst>
        </pc:grpChg>
        <pc:graphicFrameChg chg="mod">
          <ac:chgData name="Zheng Fei" userId="d19317889db4c986" providerId="LiveId" clId="{ECEA7EDE-D98C-0F45-8D7E-84B82A2601C5}" dt="2022-06-07T01:24:31.460" v="1588" actId="1076"/>
          <ac:graphicFrameMkLst>
            <pc:docMk/>
            <pc:sldMk cId="3847727390" sldId="461"/>
            <ac:graphicFrameMk id="12" creationId="{330BF9AE-E7D7-2380-3A8D-356B9D54AE65}"/>
          </ac:graphicFrameMkLst>
        </pc:graphicFrameChg>
        <pc:graphicFrameChg chg="mod">
          <ac:chgData name="Zheng Fei" userId="d19317889db4c986" providerId="LiveId" clId="{ECEA7EDE-D98C-0F45-8D7E-84B82A2601C5}" dt="2022-06-07T01:24:31.460" v="1588" actId="1076"/>
          <ac:graphicFrameMkLst>
            <pc:docMk/>
            <pc:sldMk cId="3847727390" sldId="461"/>
            <ac:graphicFrameMk id="15" creationId="{DAC5BF0C-509C-09C3-52E1-89AC4D742072}"/>
          </ac:graphicFrameMkLst>
        </pc:graphicFrameChg>
        <pc:graphicFrameChg chg="add mod">
          <ac:chgData name="Zheng Fei" userId="d19317889db4c986" providerId="LiveId" clId="{ECEA7EDE-D98C-0F45-8D7E-84B82A2601C5}" dt="2022-06-07T01:24:31.460" v="1588" actId="1076"/>
          <ac:graphicFrameMkLst>
            <pc:docMk/>
            <pc:sldMk cId="3847727390" sldId="461"/>
            <ac:graphicFrameMk id="18" creationId="{519053D1-6C31-6A55-21D5-1C8C4A59E861}"/>
          </ac:graphicFrameMkLst>
        </pc:graphicFrameChg>
        <pc:picChg chg="add del mod">
          <ac:chgData name="Zheng Fei" userId="d19317889db4c986" providerId="LiveId" clId="{ECEA7EDE-D98C-0F45-8D7E-84B82A2601C5}" dt="2022-06-07T01:24:17.859" v="1582" actId="478"/>
          <ac:picMkLst>
            <pc:docMk/>
            <pc:sldMk cId="3847727390" sldId="461"/>
            <ac:picMk id="5" creationId="{1D9D97B7-B508-F65C-F8B3-B8C3D4BFE1B7}"/>
          </ac:picMkLst>
        </pc:picChg>
        <pc:picChg chg="add del mod">
          <ac:chgData name="Zheng Fei" userId="d19317889db4c986" providerId="LiveId" clId="{ECEA7EDE-D98C-0F45-8D7E-84B82A2601C5}" dt="2022-06-07T01:24:22.014" v="1585" actId="478"/>
          <ac:picMkLst>
            <pc:docMk/>
            <pc:sldMk cId="3847727390" sldId="461"/>
            <ac:picMk id="10" creationId="{0718C4AD-837F-4A2B-34C3-57C44B8F9779}"/>
          </ac:picMkLst>
        </pc:picChg>
      </pc:sldChg>
      <pc:sldChg chg="addSp delSp modSp new mod">
        <pc:chgData name="Zheng Fei" userId="d19317889db4c986" providerId="LiveId" clId="{ECEA7EDE-D98C-0F45-8D7E-84B82A2601C5}" dt="2022-06-07T01:16:45.009" v="1521" actId="478"/>
        <pc:sldMkLst>
          <pc:docMk/>
          <pc:sldMk cId="31547458" sldId="462"/>
        </pc:sldMkLst>
        <pc:spChg chg="del">
          <ac:chgData name="Zheng Fei" userId="d19317889db4c986" providerId="LiveId" clId="{ECEA7EDE-D98C-0F45-8D7E-84B82A2601C5}" dt="2022-06-07T01:16:45.009" v="1521" actId="478"/>
          <ac:spMkLst>
            <pc:docMk/>
            <pc:sldMk cId="31547458" sldId="462"/>
            <ac:spMk id="2" creationId="{36B9F8D8-C1E1-A858-7BF8-0192EE2569C6}"/>
          </ac:spMkLst>
        </pc:spChg>
        <pc:spChg chg="del">
          <ac:chgData name="Zheng Fei" userId="d19317889db4c986" providerId="LiveId" clId="{ECEA7EDE-D98C-0F45-8D7E-84B82A2601C5}" dt="2022-06-06T23:47:58.088" v="1313"/>
          <ac:spMkLst>
            <pc:docMk/>
            <pc:sldMk cId="31547458" sldId="462"/>
            <ac:spMk id="3" creationId="{FEA7158B-03F8-9549-1305-619C42FCC1C7}"/>
          </ac:spMkLst>
        </pc:spChg>
        <pc:spChg chg="add mod">
          <ac:chgData name="Zheng Fei" userId="d19317889db4c986" providerId="LiveId" clId="{ECEA7EDE-D98C-0F45-8D7E-84B82A2601C5}" dt="2022-06-07T01:16:43.089" v="1520"/>
          <ac:spMkLst>
            <pc:docMk/>
            <pc:sldMk cId="31547458" sldId="462"/>
            <ac:spMk id="4" creationId="{BF9B9850-6540-CC6E-5E4A-719E7F7A69D6}"/>
          </ac:spMkLst>
        </pc:spChg>
        <pc:picChg chg="add mod">
          <ac:chgData name="Zheng Fei" userId="d19317889db4c986" providerId="LiveId" clId="{ECEA7EDE-D98C-0F45-8D7E-84B82A2601C5}" dt="2022-06-06T23:47:59.999" v="1314" actId="27614"/>
          <ac:picMkLst>
            <pc:docMk/>
            <pc:sldMk cId="31547458" sldId="462"/>
            <ac:picMk id="5" creationId="{2E7E9C3C-5EAF-431C-085E-D9A0FDEF739D}"/>
          </ac:picMkLst>
        </pc:picChg>
      </pc:sldChg>
      <pc:sldChg chg="delSp add del mod ord">
        <pc:chgData name="Zheng Fei" userId="d19317889db4c986" providerId="LiveId" clId="{ECEA7EDE-D98C-0F45-8D7E-84B82A2601C5}" dt="2022-06-06T23:45:37.699" v="1208" actId="2696"/>
        <pc:sldMkLst>
          <pc:docMk/>
          <pc:sldMk cId="4223665645" sldId="462"/>
        </pc:sldMkLst>
        <pc:spChg chg="del">
          <ac:chgData name="Zheng Fei" userId="d19317889db4c986" providerId="LiveId" clId="{ECEA7EDE-D98C-0F45-8D7E-84B82A2601C5}" dt="2022-06-06T23:43:48.561" v="1179" actId="478"/>
          <ac:spMkLst>
            <pc:docMk/>
            <pc:sldMk cId="4223665645" sldId="462"/>
            <ac:spMk id="2" creationId="{6F80B682-CE66-9C73-DC31-E53190395164}"/>
          </ac:spMkLst>
        </pc:spChg>
      </pc:sldChg>
      <pc:sldChg chg="addSp delSp modSp new mod">
        <pc:chgData name="Zheng Fei" userId="d19317889db4c986" providerId="LiveId" clId="{ECEA7EDE-D98C-0F45-8D7E-84B82A2601C5}" dt="2022-06-07T01:16:51.594" v="1522" actId="478"/>
        <pc:sldMkLst>
          <pc:docMk/>
          <pc:sldMk cId="339884859" sldId="463"/>
        </pc:sldMkLst>
        <pc:spChg chg="del">
          <ac:chgData name="Zheng Fei" userId="d19317889db4c986" providerId="LiveId" clId="{ECEA7EDE-D98C-0F45-8D7E-84B82A2601C5}" dt="2022-06-07T01:16:51.594" v="1522" actId="478"/>
          <ac:spMkLst>
            <pc:docMk/>
            <pc:sldMk cId="339884859" sldId="463"/>
            <ac:spMk id="2" creationId="{21D64CC1-2E85-4D91-C7A1-035B38D40856}"/>
          </ac:spMkLst>
        </pc:spChg>
        <pc:spChg chg="del">
          <ac:chgData name="Zheng Fei" userId="d19317889db4c986" providerId="LiveId" clId="{ECEA7EDE-D98C-0F45-8D7E-84B82A2601C5}" dt="2022-06-06T23:48:17.476" v="1316"/>
          <ac:spMkLst>
            <pc:docMk/>
            <pc:sldMk cId="339884859" sldId="463"/>
            <ac:spMk id="3" creationId="{C41B766B-6D54-5C2A-C7B7-E7AEDB27AF1B}"/>
          </ac:spMkLst>
        </pc:spChg>
        <pc:picChg chg="add mod">
          <ac:chgData name="Zheng Fei" userId="d19317889db4c986" providerId="LiveId" clId="{ECEA7EDE-D98C-0F45-8D7E-84B82A2601C5}" dt="2022-06-06T23:48:20.305" v="1318" actId="962"/>
          <ac:picMkLst>
            <pc:docMk/>
            <pc:sldMk cId="339884859" sldId="463"/>
            <ac:picMk id="5" creationId="{D463A6E3-1125-D535-C183-7711C8A5D1BE}"/>
          </ac:picMkLst>
        </pc:picChg>
      </pc:sldChg>
      <pc:sldChg chg="add">
        <pc:chgData name="Zheng Fei" userId="d19317889db4c986" providerId="LiveId" clId="{ECEA7EDE-D98C-0F45-8D7E-84B82A2601C5}" dt="2022-06-07T01:04:04.957" v="1383"/>
        <pc:sldMkLst>
          <pc:docMk/>
          <pc:sldMk cId="1839637036" sldId="464"/>
        </pc:sldMkLst>
      </pc:sldChg>
      <pc:sldChg chg="add">
        <pc:chgData name="Zheng Fei" userId="d19317889db4c986" providerId="LiveId" clId="{ECEA7EDE-D98C-0F45-8D7E-84B82A2601C5}" dt="2022-06-07T01:04:04.957" v="1383"/>
        <pc:sldMkLst>
          <pc:docMk/>
          <pc:sldMk cId="829854007" sldId="465"/>
        </pc:sldMkLst>
      </pc:sldChg>
      <pc:sldChg chg="addSp delSp modSp add mod ord">
        <pc:chgData name="Zheng Fei" userId="d19317889db4c986" providerId="LiveId" clId="{ECEA7EDE-D98C-0F45-8D7E-84B82A2601C5}" dt="2022-06-07T01:07:18.874" v="1402" actId="20578"/>
        <pc:sldMkLst>
          <pc:docMk/>
          <pc:sldMk cId="3669662342" sldId="466"/>
        </pc:sldMkLst>
        <pc:spChg chg="mod">
          <ac:chgData name="Zheng Fei" userId="d19317889db4c986" providerId="LiveId" clId="{ECEA7EDE-D98C-0F45-8D7E-84B82A2601C5}" dt="2022-06-07T01:07:05.722" v="1401" actId="2710"/>
          <ac:spMkLst>
            <pc:docMk/>
            <pc:sldMk cId="3669662342" sldId="466"/>
            <ac:spMk id="2" creationId="{D821DB00-C296-D02A-8E7D-DE5402E736DD}"/>
          </ac:spMkLst>
        </pc:spChg>
        <pc:spChg chg="del">
          <ac:chgData name="Zheng Fei" userId="d19317889db4c986" providerId="LiveId" clId="{ECEA7EDE-D98C-0F45-8D7E-84B82A2601C5}" dt="2022-06-07T01:06:58.154" v="1397" actId="478"/>
          <ac:spMkLst>
            <pc:docMk/>
            <pc:sldMk cId="3669662342" sldId="466"/>
            <ac:spMk id="4" creationId="{26EDBDF4-3FAC-0174-BE48-77F43B8C3913}"/>
          </ac:spMkLst>
        </pc:spChg>
        <pc:spChg chg="add del mod">
          <ac:chgData name="Zheng Fei" userId="d19317889db4c986" providerId="LiveId" clId="{ECEA7EDE-D98C-0F45-8D7E-84B82A2601C5}" dt="2022-06-07T01:06:59.998" v="1398" actId="478"/>
          <ac:spMkLst>
            <pc:docMk/>
            <pc:sldMk cId="3669662342" sldId="466"/>
            <ac:spMk id="5" creationId="{627B8B0F-DE6F-169D-869C-D35E7D0940BC}"/>
          </ac:spMkLst>
        </pc:spChg>
        <pc:picChg chg="del">
          <ac:chgData name="Zheng Fei" userId="d19317889db4c986" providerId="LiveId" clId="{ECEA7EDE-D98C-0F45-8D7E-84B82A2601C5}" dt="2022-06-07T01:07:02.094" v="1399" actId="478"/>
          <ac:picMkLst>
            <pc:docMk/>
            <pc:sldMk cId="3669662342" sldId="466"/>
            <ac:picMk id="6" creationId="{188CF30E-2333-2F83-A566-B3F8BD8476DA}"/>
          </ac:picMkLst>
        </pc:picChg>
        <pc:picChg chg="del">
          <ac:chgData name="Zheng Fei" userId="d19317889db4c986" providerId="LiveId" clId="{ECEA7EDE-D98C-0F45-8D7E-84B82A2601C5}" dt="2022-06-07T01:07:02.709" v="1400" actId="478"/>
          <ac:picMkLst>
            <pc:docMk/>
            <pc:sldMk cId="3669662342" sldId="466"/>
            <ac:picMk id="8" creationId="{60290213-81CA-2B2D-83B4-CBF8C246916E}"/>
          </ac:picMkLst>
        </pc:picChg>
      </pc:sldChg>
      <pc:sldChg chg="addSp modSp add mod">
        <pc:chgData name="Zheng Fei" userId="d19317889db4c986" providerId="LiveId" clId="{ECEA7EDE-D98C-0F45-8D7E-84B82A2601C5}" dt="2022-06-07T01:19:48.175" v="1566" actId="20577"/>
        <pc:sldMkLst>
          <pc:docMk/>
          <pc:sldMk cId="863261374" sldId="467"/>
        </pc:sldMkLst>
        <pc:spChg chg="add mod">
          <ac:chgData name="Zheng Fei" userId="d19317889db4c986" providerId="LiveId" clId="{ECEA7EDE-D98C-0F45-8D7E-84B82A2601C5}" dt="2022-06-07T01:19:38.879" v="1563" actId="403"/>
          <ac:spMkLst>
            <pc:docMk/>
            <pc:sldMk cId="863261374" sldId="467"/>
            <ac:spMk id="2" creationId="{F501CCC5-C76B-B792-ED6E-D053284DFA63}"/>
          </ac:spMkLst>
        </pc:spChg>
        <pc:spChg chg="mod">
          <ac:chgData name="Zheng Fei" userId="d19317889db4c986" providerId="LiveId" clId="{ECEA7EDE-D98C-0F45-8D7E-84B82A2601C5}" dt="2022-06-07T01:19:48.175" v="1566" actId="20577"/>
          <ac:spMkLst>
            <pc:docMk/>
            <pc:sldMk cId="863261374" sldId="467"/>
            <ac:spMk id="4" creationId="{B1736E36-045B-BB5F-3A90-DAB70AD7DD0D}"/>
          </ac:spMkLst>
        </pc:spChg>
      </pc:sldChg>
      <pc:sldChg chg="addSp delSp modSp add mod delAnim modAnim">
        <pc:chgData name="Zheng Fei" userId="d19317889db4c986" providerId="LiveId" clId="{ECEA7EDE-D98C-0F45-8D7E-84B82A2601C5}" dt="2022-06-07T01:30:36.572" v="1648" actId="1076"/>
        <pc:sldMkLst>
          <pc:docMk/>
          <pc:sldMk cId="943124959" sldId="468"/>
        </pc:sldMkLst>
        <pc:spChg chg="mod">
          <ac:chgData name="Zheng Fei" userId="d19317889db4c986" providerId="LiveId" clId="{ECEA7EDE-D98C-0F45-8D7E-84B82A2601C5}" dt="2022-06-07T01:26:13.881" v="1629" actId="1035"/>
          <ac:spMkLst>
            <pc:docMk/>
            <pc:sldMk cId="943124959" sldId="468"/>
            <ac:spMk id="6" creationId="{AF10F28F-1425-2D88-10E0-5D131FC18FEC}"/>
          </ac:spMkLst>
        </pc:spChg>
        <pc:spChg chg="mod">
          <ac:chgData name="Zheng Fei" userId="d19317889db4c986" providerId="LiveId" clId="{ECEA7EDE-D98C-0F45-8D7E-84B82A2601C5}" dt="2022-06-07T01:26:36.891" v="1633" actId="1076"/>
          <ac:spMkLst>
            <pc:docMk/>
            <pc:sldMk cId="943124959" sldId="468"/>
            <ac:spMk id="7" creationId="{68927C0E-0DC9-5589-13EE-30E716FBF323}"/>
          </ac:spMkLst>
        </pc:spChg>
        <pc:spChg chg="mod">
          <ac:chgData name="Zheng Fei" userId="d19317889db4c986" providerId="LiveId" clId="{ECEA7EDE-D98C-0F45-8D7E-84B82A2601C5}" dt="2022-06-07T01:26:13.881" v="1629" actId="1035"/>
          <ac:spMkLst>
            <pc:docMk/>
            <pc:sldMk cId="943124959" sldId="468"/>
            <ac:spMk id="8" creationId="{81A11762-7BA1-30D3-C2DC-B55E9C8833F2}"/>
          </ac:spMkLst>
        </pc:spChg>
        <pc:spChg chg="del">
          <ac:chgData name="Zheng Fei" userId="d19317889db4c986" providerId="LiveId" clId="{ECEA7EDE-D98C-0F45-8D7E-84B82A2601C5}" dt="2022-06-07T01:25:50.886" v="1601" actId="478"/>
          <ac:spMkLst>
            <pc:docMk/>
            <pc:sldMk cId="943124959" sldId="468"/>
            <ac:spMk id="9" creationId="{3A3CE7E4-ABA2-DA38-2EED-51FFF867504D}"/>
          </ac:spMkLst>
        </pc:spChg>
        <pc:spChg chg="del">
          <ac:chgData name="Zheng Fei" userId="d19317889db4c986" providerId="LiveId" clId="{ECEA7EDE-D98C-0F45-8D7E-84B82A2601C5}" dt="2022-06-07T01:25:51.980" v="1602" actId="478"/>
          <ac:spMkLst>
            <pc:docMk/>
            <pc:sldMk cId="943124959" sldId="468"/>
            <ac:spMk id="16" creationId="{3A2B5ED2-1796-44BF-9AFB-9CF0221C38D3}"/>
          </ac:spMkLst>
        </pc:spChg>
        <pc:spChg chg="del">
          <ac:chgData name="Zheng Fei" userId="d19317889db4c986" providerId="LiveId" clId="{ECEA7EDE-D98C-0F45-8D7E-84B82A2601C5}" dt="2022-06-07T01:25:52.972" v="1603" actId="478"/>
          <ac:spMkLst>
            <pc:docMk/>
            <pc:sldMk cId="943124959" sldId="468"/>
            <ac:spMk id="17" creationId="{C3004DD6-F921-AA7C-F039-6EB268A59007}"/>
          </ac:spMkLst>
        </pc:spChg>
        <pc:spChg chg="del">
          <ac:chgData name="Zheng Fei" userId="d19317889db4c986" providerId="LiveId" clId="{ECEA7EDE-D98C-0F45-8D7E-84B82A2601C5}" dt="2022-06-07T01:25:54.801" v="1605" actId="478"/>
          <ac:spMkLst>
            <pc:docMk/>
            <pc:sldMk cId="943124959" sldId="468"/>
            <ac:spMk id="19" creationId="{03F3AA8F-1A0F-1419-911C-E1668324BA43}"/>
          </ac:spMkLst>
        </pc:spChg>
        <pc:spChg chg="mod">
          <ac:chgData name="Zheng Fei" userId="d19317889db4c986" providerId="LiveId" clId="{ECEA7EDE-D98C-0F45-8D7E-84B82A2601C5}" dt="2022-06-07T01:30:33.478" v="1646" actId="14100"/>
          <ac:spMkLst>
            <pc:docMk/>
            <pc:sldMk cId="943124959" sldId="468"/>
            <ac:spMk id="21" creationId="{1228F7FE-631E-BA0A-8FFE-04736209E9E5}"/>
          </ac:spMkLst>
        </pc:spChg>
        <pc:spChg chg="mod">
          <ac:chgData name="Zheng Fei" userId="d19317889db4c986" providerId="LiveId" clId="{ECEA7EDE-D98C-0F45-8D7E-84B82A2601C5}" dt="2022-06-07T01:30:33.478" v="1646" actId="14100"/>
          <ac:spMkLst>
            <pc:docMk/>
            <pc:sldMk cId="943124959" sldId="468"/>
            <ac:spMk id="23" creationId="{A34A9853-ABE9-D8D3-92AE-24793CE15AAE}"/>
          </ac:spMkLst>
        </pc:spChg>
        <pc:spChg chg="mod">
          <ac:chgData name="Zheng Fei" userId="d19317889db4c986" providerId="LiveId" clId="{ECEA7EDE-D98C-0F45-8D7E-84B82A2601C5}" dt="2022-06-07T01:30:33.478" v="1646" actId="14100"/>
          <ac:spMkLst>
            <pc:docMk/>
            <pc:sldMk cId="943124959" sldId="468"/>
            <ac:spMk id="25" creationId="{2E0A4132-7208-C8DD-5B69-0108787F7C9B}"/>
          </ac:spMkLst>
        </pc:spChg>
        <pc:spChg chg="mod">
          <ac:chgData name="Zheng Fei" userId="d19317889db4c986" providerId="LiveId" clId="{ECEA7EDE-D98C-0F45-8D7E-84B82A2601C5}" dt="2022-06-07T01:30:33.478" v="1646" actId="14100"/>
          <ac:spMkLst>
            <pc:docMk/>
            <pc:sldMk cId="943124959" sldId="468"/>
            <ac:spMk id="26" creationId="{9E77E6F1-51F1-D74C-BF3B-41614DD74633}"/>
          </ac:spMkLst>
        </pc:spChg>
        <pc:spChg chg="mod">
          <ac:chgData name="Zheng Fei" userId="d19317889db4c986" providerId="LiveId" clId="{ECEA7EDE-D98C-0F45-8D7E-84B82A2601C5}" dt="2022-06-07T01:30:33.478" v="1646" actId="14100"/>
          <ac:spMkLst>
            <pc:docMk/>
            <pc:sldMk cId="943124959" sldId="468"/>
            <ac:spMk id="28" creationId="{AC387019-15A5-3B6A-4AA9-F06BE5698938}"/>
          </ac:spMkLst>
        </pc:spChg>
        <pc:spChg chg="mod">
          <ac:chgData name="Zheng Fei" userId="d19317889db4c986" providerId="LiveId" clId="{ECEA7EDE-D98C-0F45-8D7E-84B82A2601C5}" dt="2022-06-07T01:30:33.478" v="1646" actId="14100"/>
          <ac:spMkLst>
            <pc:docMk/>
            <pc:sldMk cId="943124959" sldId="468"/>
            <ac:spMk id="30" creationId="{CF0F8FD7-E918-9274-C258-D9E8F5381611}"/>
          </ac:spMkLst>
        </pc:spChg>
        <pc:spChg chg="mod">
          <ac:chgData name="Zheng Fei" userId="d19317889db4c986" providerId="LiveId" clId="{ECEA7EDE-D98C-0F45-8D7E-84B82A2601C5}" dt="2022-06-07T01:30:33.478" v="1646" actId="14100"/>
          <ac:spMkLst>
            <pc:docMk/>
            <pc:sldMk cId="943124959" sldId="468"/>
            <ac:spMk id="31" creationId="{3EDBCCC4-B4EE-74A0-75F5-AD5CC3512182}"/>
          </ac:spMkLst>
        </pc:spChg>
        <pc:grpChg chg="del">
          <ac:chgData name="Zheng Fei" userId="d19317889db4c986" providerId="LiveId" clId="{ECEA7EDE-D98C-0F45-8D7E-84B82A2601C5}" dt="2022-06-07T01:25:49.849" v="1600" actId="478"/>
          <ac:grpSpMkLst>
            <pc:docMk/>
            <pc:sldMk cId="943124959" sldId="468"/>
            <ac:grpSpMk id="11" creationId="{A43F4C9A-B515-E13B-D971-BACA68D63B56}"/>
          </ac:grpSpMkLst>
        </pc:grpChg>
        <pc:grpChg chg="add mod">
          <ac:chgData name="Zheng Fei" userId="d19317889db4c986" providerId="LiveId" clId="{ECEA7EDE-D98C-0F45-8D7E-84B82A2601C5}" dt="2022-06-07T01:30:33.478" v="1646" actId="14100"/>
          <ac:grpSpMkLst>
            <pc:docMk/>
            <pc:sldMk cId="943124959" sldId="468"/>
            <ac:grpSpMk id="20" creationId="{1EA00F37-4CE0-C001-9120-37649FEB3BDF}"/>
          </ac:grpSpMkLst>
        </pc:grpChg>
        <pc:grpChg chg="mod">
          <ac:chgData name="Zheng Fei" userId="d19317889db4c986" providerId="LiveId" clId="{ECEA7EDE-D98C-0F45-8D7E-84B82A2601C5}" dt="2022-06-07T01:30:33.478" v="1646" actId="14100"/>
          <ac:grpSpMkLst>
            <pc:docMk/>
            <pc:sldMk cId="943124959" sldId="468"/>
            <ac:grpSpMk id="22" creationId="{DB574841-036F-B9DB-F0C3-271772ECBA0B}"/>
          </ac:grpSpMkLst>
        </pc:grpChg>
        <pc:grpChg chg="mod">
          <ac:chgData name="Zheng Fei" userId="d19317889db4c986" providerId="LiveId" clId="{ECEA7EDE-D98C-0F45-8D7E-84B82A2601C5}" dt="2022-06-07T01:30:33.478" v="1646" actId="14100"/>
          <ac:grpSpMkLst>
            <pc:docMk/>
            <pc:sldMk cId="943124959" sldId="468"/>
            <ac:grpSpMk id="24" creationId="{5CCCD9FC-C9F3-C4EE-7FC7-8B52A74A2218}"/>
          </ac:grpSpMkLst>
        </pc:grpChg>
        <pc:graphicFrameChg chg="del">
          <ac:chgData name="Zheng Fei" userId="d19317889db4c986" providerId="LiveId" clId="{ECEA7EDE-D98C-0F45-8D7E-84B82A2601C5}" dt="2022-06-07T01:25:53.677" v="1604" actId="478"/>
          <ac:graphicFrameMkLst>
            <pc:docMk/>
            <pc:sldMk cId="943124959" sldId="468"/>
            <ac:graphicFrameMk id="18" creationId="{519053D1-6C31-6A55-21D5-1C8C4A59E861}"/>
          </ac:graphicFrameMkLst>
        </pc:graphicFrameChg>
        <pc:graphicFrameChg chg="mod">
          <ac:chgData name="Zheng Fei" userId="d19317889db4c986" providerId="LiveId" clId="{ECEA7EDE-D98C-0F45-8D7E-84B82A2601C5}" dt="2022-06-07T01:30:36.572" v="1648" actId="1076"/>
          <ac:graphicFrameMkLst>
            <pc:docMk/>
            <pc:sldMk cId="943124959" sldId="468"/>
            <ac:graphicFrameMk id="27" creationId="{91487D7C-898D-9F45-DBAC-33A5C2FD1A95}"/>
          </ac:graphicFrameMkLst>
        </pc:graphicFrameChg>
        <pc:graphicFrameChg chg="mod">
          <ac:chgData name="Zheng Fei" userId="d19317889db4c986" providerId="LiveId" clId="{ECEA7EDE-D98C-0F45-8D7E-84B82A2601C5}" dt="2022-06-07T01:30:34.679" v="1647" actId="1076"/>
          <ac:graphicFrameMkLst>
            <pc:docMk/>
            <pc:sldMk cId="943124959" sldId="468"/>
            <ac:graphicFrameMk id="29" creationId="{3F733BB4-1D99-AE4A-5E65-075D83F17EE9}"/>
          </ac:graphicFrameMkLst>
        </pc:graphicFrameChg>
        <pc:graphicFrameChg chg="mod">
          <ac:chgData name="Zheng Fei" userId="d19317889db4c986" providerId="LiveId" clId="{ECEA7EDE-D98C-0F45-8D7E-84B82A2601C5}" dt="2022-06-07T01:30:33.478" v="1646" actId="14100"/>
          <ac:graphicFrameMkLst>
            <pc:docMk/>
            <pc:sldMk cId="943124959" sldId="468"/>
            <ac:graphicFrameMk id="32" creationId="{B41488DB-DDD5-8D2C-F461-F2566BD6B543}"/>
          </ac:graphicFrameMkLst>
        </pc:graphicFrameChg>
        <pc:picChg chg="mod">
          <ac:chgData name="Zheng Fei" userId="d19317889db4c986" providerId="LiveId" clId="{ECEA7EDE-D98C-0F45-8D7E-84B82A2601C5}" dt="2022-06-07T01:26:13.881" v="1629" actId="1035"/>
          <ac:picMkLst>
            <pc:docMk/>
            <pc:sldMk cId="943124959" sldId="468"/>
            <ac:picMk id="5" creationId="{1D9D97B7-B508-F65C-F8B3-B8C3D4BFE1B7}"/>
          </ac:picMkLst>
        </pc:picChg>
        <pc:picChg chg="mod">
          <ac:chgData name="Zheng Fei" userId="d19317889db4c986" providerId="LiveId" clId="{ECEA7EDE-D98C-0F45-8D7E-84B82A2601C5}" dt="2022-06-07T01:26:13.881" v="1629" actId="1035"/>
          <ac:picMkLst>
            <pc:docMk/>
            <pc:sldMk cId="943124959" sldId="468"/>
            <ac:picMk id="10" creationId="{0718C4AD-837F-4A2B-34C3-57C44B8F9779}"/>
          </ac:picMkLst>
        </pc:picChg>
      </pc:sldChg>
      <pc:sldChg chg="add del">
        <pc:chgData name="Zheng Fei" userId="d19317889db4c986" providerId="LiveId" clId="{ECEA7EDE-D98C-0F45-8D7E-84B82A2601C5}" dt="2022-06-07T01:23:46.020" v="1578" actId="2696"/>
        <pc:sldMkLst>
          <pc:docMk/>
          <pc:sldMk cId="3161097212" sldId="468"/>
        </pc:sldMkLst>
      </pc:sldChg>
    </pc:docChg>
  </pc:docChgLst>
  <pc:docChgLst>
    <pc:chgData name="Fei Zheng" userId="d19317889db4c986" providerId="LiveId" clId="{BE77E448-9288-9E4F-A91E-802EF552719A}"/>
    <pc:docChg chg="undo custSel addSld delSld modSld sldOrd">
      <pc:chgData name="Fei Zheng" userId="d19317889db4c986" providerId="LiveId" clId="{BE77E448-9288-9E4F-A91E-802EF552719A}" dt="2023-05-22T23:48:11.488" v="129" actId="207"/>
      <pc:docMkLst>
        <pc:docMk/>
      </pc:docMkLst>
      <pc:sldChg chg="modSp">
        <pc:chgData name="Fei Zheng" userId="d19317889db4c986" providerId="LiveId" clId="{BE77E448-9288-9E4F-A91E-802EF552719A}" dt="2023-05-16T08:00:30.641" v="119" actId="207"/>
        <pc:sldMkLst>
          <pc:docMk/>
          <pc:sldMk cId="952918842" sldId="258"/>
        </pc:sldMkLst>
        <pc:spChg chg="mod">
          <ac:chgData name="Fei Zheng" userId="d19317889db4c986" providerId="LiveId" clId="{BE77E448-9288-9E4F-A91E-802EF552719A}" dt="2023-05-16T08:00:30.641" v="119" actId="207"/>
          <ac:spMkLst>
            <pc:docMk/>
            <pc:sldMk cId="952918842" sldId="258"/>
            <ac:spMk id="4" creationId="{8FD622FA-AEED-2CFD-2BEF-D04408525AE6}"/>
          </ac:spMkLst>
        </pc:spChg>
      </pc:sldChg>
      <pc:sldChg chg="modSp">
        <pc:chgData name="Fei Zheng" userId="d19317889db4c986" providerId="LiveId" clId="{BE77E448-9288-9E4F-A91E-802EF552719A}" dt="2023-05-16T08:02:03.779" v="121"/>
        <pc:sldMkLst>
          <pc:docMk/>
          <pc:sldMk cId="1869799505" sldId="263"/>
        </pc:sldMkLst>
        <pc:spChg chg="mod">
          <ac:chgData name="Fei Zheng" userId="d19317889db4c986" providerId="LiveId" clId="{BE77E448-9288-9E4F-A91E-802EF552719A}" dt="2023-05-16T08:02:03.779" v="121"/>
          <ac:spMkLst>
            <pc:docMk/>
            <pc:sldMk cId="1869799505" sldId="263"/>
            <ac:spMk id="3" creationId="{1E1489C8-85B5-37E4-5FE4-B98DADC7080B}"/>
          </ac:spMkLst>
        </pc:spChg>
      </pc:sldChg>
      <pc:sldChg chg="modSp">
        <pc:chgData name="Fei Zheng" userId="d19317889db4c986" providerId="LiveId" clId="{BE77E448-9288-9E4F-A91E-802EF552719A}" dt="2023-05-16T08:08:18.154" v="125"/>
        <pc:sldMkLst>
          <pc:docMk/>
          <pc:sldMk cId="3756273904" sldId="264"/>
        </pc:sldMkLst>
        <pc:spChg chg="mod">
          <ac:chgData name="Fei Zheng" userId="d19317889db4c986" providerId="LiveId" clId="{BE77E448-9288-9E4F-A91E-802EF552719A}" dt="2023-05-16T08:08:18.154" v="125"/>
          <ac:spMkLst>
            <pc:docMk/>
            <pc:sldMk cId="3756273904" sldId="264"/>
            <ac:spMk id="4" creationId="{CBEF9396-861B-BD72-8345-8EE0D17A0E29}"/>
          </ac:spMkLst>
        </pc:spChg>
      </pc:sldChg>
      <pc:sldChg chg="modSp">
        <pc:chgData name="Fei Zheng" userId="d19317889db4c986" providerId="LiveId" clId="{BE77E448-9288-9E4F-A91E-802EF552719A}" dt="2023-05-22T23:48:04.974" v="128" actId="207"/>
        <pc:sldMkLst>
          <pc:docMk/>
          <pc:sldMk cId="999311974" sldId="265"/>
        </pc:sldMkLst>
        <pc:spChg chg="mod">
          <ac:chgData name="Fei Zheng" userId="d19317889db4c986" providerId="LiveId" clId="{BE77E448-9288-9E4F-A91E-802EF552719A}" dt="2023-05-22T23:48:04.974" v="128" actId="207"/>
          <ac:spMkLst>
            <pc:docMk/>
            <pc:sldMk cId="999311974" sldId="265"/>
            <ac:spMk id="4" creationId="{30354C5F-F3D3-18E9-FA42-841333E878A9}"/>
          </ac:spMkLst>
        </pc:spChg>
      </pc:sldChg>
      <pc:sldChg chg="modSp modAnim">
        <pc:chgData name="Fei Zheng" userId="d19317889db4c986" providerId="LiveId" clId="{BE77E448-9288-9E4F-A91E-802EF552719A}" dt="2023-05-16T07:46:34.226" v="92" actId="2710"/>
        <pc:sldMkLst>
          <pc:docMk/>
          <pc:sldMk cId="1957026071" sldId="280"/>
        </pc:sldMkLst>
        <pc:spChg chg="mod">
          <ac:chgData name="Fei Zheng" userId="d19317889db4c986" providerId="LiveId" clId="{BE77E448-9288-9E4F-A91E-802EF552719A}" dt="2023-05-16T07:46:34.226" v="92" actId="2710"/>
          <ac:spMkLst>
            <pc:docMk/>
            <pc:sldMk cId="1957026071" sldId="280"/>
            <ac:spMk id="3" creationId="{3C1B9012-DE89-337B-8A60-BF634325EEBF}"/>
          </ac:spMkLst>
        </pc:spChg>
      </pc:sldChg>
      <pc:sldChg chg="modSp">
        <pc:chgData name="Fei Zheng" userId="d19317889db4c986" providerId="LiveId" clId="{BE77E448-9288-9E4F-A91E-802EF552719A}" dt="2023-05-22T23:48:11.488" v="129" actId="207"/>
        <pc:sldMkLst>
          <pc:docMk/>
          <pc:sldMk cId="1008057070" sldId="287"/>
        </pc:sldMkLst>
        <pc:spChg chg="mod">
          <ac:chgData name="Fei Zheng" userId="d19317889db4c986" providerId="LiveId" clId="{BE77E448-9288-9E4F-A91E-802EF552719A}" dt="2023-05-22T23:48:11.488" v="129" actId="207"/>
          <ac:spMkLst>
            <pc:docMk/>
            <pc:sldMk cId="1008057070" sldId="287"/>
            <ac:spMk id="3" creationId="{C035DC90-89E0-96F6-C8B9-AC7BDF47F55A}"/>
          </ac:spMkLst>
        </pc:spChg>
      </pc:sldChg>
      <pc:sldChg chg="addSp modSp mod">
        <pc:chgData name="Fei Zheng" userId="d19317889db4c986" providerId="LiveId" clId="{BE77E448-9288-9E4F-A91E-802EF552719A}" dt="2023-05-16T08:00:18.311" v="117" actId="207"/>
        <pc:sldMkLst>
          <pc:docMk/>
          <pc:sldMk cId="162040101" sldId="290"/>
        </pc:sldMkLst>
        <pc:spChg chg="add mod">
          <ac:chgData name="Fei Zheng" userId="d19317889db4c986" providerId="LiveId" clId="{BE77E448-9288-9E4F-A91E-802EF552719A}" dt="2023-05-16T07:59:35.219" v="113" actId="1076"/>
          <ac:spMkLst>
            <pc:docMk/>
            <pc:sldMk cId="162040101" sldId="290"/>
            <ac:spMk id="3" creationId="{6BBCF638-FD3D-0065-40E8-FEF90846384C}"/>
          </ac:spMkLst>
        </pc:spChg>
        <pc:spChg chg="mod">
          <ac:chgData name="Fei Zheng" userId="d19317889db4c986" providerId="LiveId" clId="{BE77E448-9288-9E4F-A91E-802EF552719A}" dt="2023-05-16T08:00:18.311" v="117" actId="207"/>
          <ac:spMkLst>
            <pc:docMk/>
            <pc:sldMk cId="162040101" sldId="290"/>
            <ac:spMk id="4" creationId="{8FD622FA-AEED-2CFD-2BEF-D04408525AE6}"/>
          </ac:spMkLst>
        </pc:spChg>
      </pc:sldChg>
      <pc:sldChg chg="modSp mod">
        <pc:chgData name="Fei Zheng" userId="d19317889db4c986" providerId="LiveId" clId="{BE77E448-9288-9E4F-A91E-802EF552719A}" dt="2023-05-16T07:43:21.253" v="80" actId="207"/>
        <pc:sldMkLst>
          <pc:docMk/>
          <pc:sldMk cId="3355953997" sldId="430"/>
        </pc:sldMkLst>
        <pc:spChg chg="mod">
          <ac:chgData name="Fei Zheng" userId="d19317889db4c986" providerId="LiveId" clId="{BE77E448-9288-9E4F-A91E-802EF552719A}" dt="2023-05-16T07:43:21.253" v="80" actId="207"/>
          <ac:spMkLst>
            <pc:docMk/>
            <pc:sldMk cId="3355953997" sldId="430"/>
            <ac:spMk id="5" creationId="{6A76435A-043E-9CE6-A38F-49C71B87F62E}"/>
          </ac:spMkLst>
        </pc:spChg>
      </pc:sldChg>
      <pc:sldChg chg="modAnim">
        <pc:chgData name="Fei Zheng" userId="d19317889db4c986" providerId="LiveId" clId="{BE77E448-9288-9E4F-A91E-802EF552719A}" dt="2023-05-16T07:56:42.494" v="110"/>
        <pc:sldMkLst>
          <pc:docMk/>
          <pc:sldMk cId="1463567714" sldId="453"/>
        </pc:sldMkLst>
      </pc:sldChg>
      <pc:sldChg chg="add">
        <pc:chgData name="Fei Zheng" userId="d19317889db4c986" providerId="LiveId" clId="{BE77E448-9288-9E4F-A91E-802EF552719A}" dt="2023-05-16T07:44:31.159" v="82"/>
        <pc:sldMkLst>
          <pc:docMk/>
          <pc:sldMk cId="3923589187" sldId="461"/>
        </pc:sldMkLst>
      </pc:sldChg>
      <pc:sldChg chg="modSp mod">
        <pc:chgData name="Fei Zheng" userId="d19317889db4c986" providerId="LiveId" clId="{BE77E448-9288-9E4F-A91E-802EF552719A}" dt="2023-05-16T07:54:48.313" v="105" actId="207"/>
        <pc:sldMkLst>
          <pc:docMk/>
          <pc:sldMk cId="352782373" sldId="485"/>
        </pc:sldMkLst>
        <pc:spChg chg="mod">
          <ac:chgData name="Fei Zheng" userId="d19317889db4c986" providerId="LiveId" clId="{BE77E448-9288-9E4F-A91E-802EF552719A}" dt="2023-05-16T07:54:48.313" v="105" actId="207"/>
          <ac:spMkLst>
            <pc:docMk/>
            <pc:sldMk cId="352782373" sldId="485"/>
            <ac:spMk id="4" creationId="{8FD622FA-AEED-2CFD-2BEF-D04408525AE6}"/>
          </ac:spMkLst>
        </pc:spChg>
      </pc:sldChg>
      <pc:sldChg chg="addSp delSp mod modShow">
        <pc:chgData name="Fei Zheng" userId="d19317889db4c986" providerId="LiveId" clId="{BE77E448-9288-9E4F-A91E-802EF552719A}" dt="2023-05-16T07:09:12.579" v="5" actId="729"/>
        <pc:sldMkLst>
          <pc:docMk/>
          <pc:sldMk cId="383831422" sldId="495"/>
        </pc:sldMkLst>
        <pc:spChg chg="add del">
          <ac:chgData name="Fei Zheng" userId="d19317889db4c986" providerId="LiveId" clId="{BE77E448-9288-9E4F-A91E-802EF552719A}" dt="2023-05-16T07:07:28.129" v="2" actId="22"/>
          <ac:spMkLst>
            <pc:docMk/>
            <pc:sldMk cId="383831422" sldId="495"/>
            <ac:spMk id="7" creationId="{6574E2BA-19BC-84FE-BE14-334DE516D245}"/>
          </ac:spMkLst>
        </pc:spChg>
      </pc:sldChg>
      <pc:sldChg chg="modSp">
        <pc:chgData name="Fei Zheng" userId="d19317889db4c986" providerId="LiveId" clId="{BE77E448-9288-9E4F-A91E-802EF552719A}" dt="2023-05-16T07:23:51.836" v="77" actId="20577"/>
        <pc:sldMkLst>
          <pc:docMk/>
          <pc:sldMk cId="196267622" sldId="496"/>
        </pc:sldMkLst>
        <pc:spChg chg="mod">
          <ac:chgData name="Fei Zheng" userId="d19317889db4c986" providerId="LiveId" clId="{BE77E448-9288-9E4F-A91E-802EF552719A}" dt="2023-05-16T07:10:46.622" v="36" actId="207"/>
          <ac:spMkLst>
            <pc:docMk/>
            <pc:sldMk cId="196267622" sldId="496"/>
            <ac:spMk id="5" creationId="{3AF664BF-7DCD-674E-6C91-40C6EE70A5C2}"/>
          </ac:spMkLst>
        </pc:spChg>
        <pc:spChg chg="mod">
          <ac:chgData name="Fei Zheng" userId="d19317889db4c986" providerId="LiveId" clId="{BE77E448-9288-9E4F-A91E-802EF552719A}" dt="2023-05-16T07:23:51.836" v="77" actId="20577"/>
          <ac:spMkLst>
            <pc:docMk/>
            <pc:sldMk cId="196267622" sldId="496"/>
            <ac:spMk id="12" creationId="{3CB9F71D-B7A9-4922-90B6-3161CDE8CA05}"/>
          </ac:spMkLst>
        </pc:spChg>
      </pc:sldChg>
      <pc:sldChg chg="del">
        <pc:chgData name="Fei Zheng" userId="d19317889db4c986" providerId="LiveId" clId="{BE77E448-9288-9E4F-A91E-802EF552719A}" dt="2023-05-16T02:06:40.308" v="0" actId="2696"/>
        <pc:sldMkLst>
          <pc:docMk/>
          <pc:sldMk cId="3404162713" sldId="498"/>
        </pc:sldMkLst>
      </pc:sldChg>
      <pc:sldChg chg="ord">
        <pc:chgData name="Fei Zheng" userId="d19317889db4c986" providerId="LiveId" clId="{BE77E448-9288-9E4F-A91E-802EF552719A}" dt="2023-05-16T07:22:45.987" v="72" actId="20578"/>
        <pc:sldMkLst>
          <pc:docMk/>
          <pc:sldMk cId="3345095391" sldId="499"/>
        </pc:sldMkLst>
      </pc:sldChg>
      <pc:sldChg chg="addSp modSp mod">
        <pc:chgData name="Fei Zheng" userId="d19317889db4c986" providerId="LiveId" clId="{BE77E448-9288-9E4F-A91E-802EF552719A}" dt="2023-05-16T07:10:32.733" v="34" actId="20577"/>
        <pc:sldMkLst>
          <pc:docMk/>
          <pc:sldMk cId="886984157" sldId="500"/>
        </pc:sldMkLst>
        <pc:spChg chg="add mod">
          <ac:chgData name="Fei Zheng" userId="d19317889db4c986" providerId="LiveId" clId="{BE77E448-9288-9E4F-A91E-802EF552719A}" dt="2023-05-16T07:10:32.733" v="34" actId="20577"/>
          <ac:spMkLst>
            <pc:docMk/>
            <pc:sldMk cId="886984157" sldId="500"/>
            <ac:spMk id="2" creationId="{958E2DBA-818C-5EE8-8C7F-82958759C93B}"/>
          </ac:spMkLst>
        </pc:spChg>
        <pc:picChg chg="mod">
          <ac:chgData name="Fei Zheng" userId="d19317889db4c986" providerId="LiveId" clId="{BE77E448-9288-9E4F-A91E-802EF552719A}" dt="2023-05-16T07:09:54.005" v="13" actId="1076"/>
          <ac:picMkLst>
            <pc:docMk/>
            <pc:sldMk cId="886984157" sldId="500"/>
            <ac:picMk id="7" creationId="{1E30F15A-201B-A7D5-29E6-ACC2AA1536B9}"/>
          </ac:picMkLst>
        </pc:picChg>
      </pc:sldChg>
      <pc:sldChg chg="addSp modSp mod">
        <pc:chgData name="Fei Zheng" userId="d19317889db4c986" providerId="LiveId" clId="{BE77E448-9288-9E4F-A91E-802EF552719A}" dt="2023-05-16T07:16:00.835" v="66" actId="20577"/>
        <pc:sldMkLst>
          <pc:docMk/>
          <pc:sldMk cId="421425997" sldId="501"/>
        </pc:sldMkLst>
        <pc:spChg chg="add mod">
          <ac:chgData name="Fei Zheng" userId="d19317889db4c986" providerId="LiveId" clId="{BE77E448-9288-9E4F-A91E-802EF552719A}" dt="2023-05-16T07:16:00.835" v="66" actId="20577"/>
          <ac:spMkLst>
            <pc:docMk/>
            <pc:sldMk cId="421425997" sldId="501"/>
            <ac:spMk id="2" creationId="{42E34EDE-3F32-AA29-B5F0-6C8F06F028A4}"/>
          </ac:spMkLst>
        </pc:spChg>
        <pc:picChg chg="mod">
          <ac:chgData name="Fei Zheng" userId="d19317889db4c986" providerId="LiveId" clId="{BE77E448-9288-9E4F-A91E-802EF552719A}" dt="2023-05-16T07:11:00.754" v="38" actId="1076"/>
          <ac:picMkLst>
            <pc:docMk/>
            <pc:sldMk cId="421425997" sldId="501"/>
            <ac:picMk id="5" creationId="{0CD56FB9-DF00-FB96-1E9C-BD4EE5E25D35}"/>
          </ac:picMkLst>
        </pc:picChg>
      </pc:sldChg>
      <pc:sldChg chg="addSp modSp del">
        <pc:chgData name="Fei Zheng" userId="d19317889db4c986" providerId="LiveId" clId="{BE77E448-9288-9E4F-A91E-802EF552719A}" dt="2023-05-16T07:43:03.884" v="78" actId="2696"/>
        <pc:sldMkLst>
          <pc:docMk/>
          <pc:sldMk cId="1412098387" sldId="502"/>
        </pc:sldMkLst>
        <pc:spChg chg="add mod">
          <ac:chgData name="Fei Zheng" userId="d19317889db4c986" providerId="LiveId" clId="{BE77E448-9288-9E4F-A91E-802EF552719A}" dt="2023-05-16T07:16:12.373" v="67"/>
          <ac:spMkLst>
            <pc:docMk/>
            <pc:sldMk cId="1412098387" sldId="502"/>
            <ac:spMk id="2" creationId="{07E8B41C-133C-31A3-F9E4-5071858D2A9F}"/>
          </ac:spMkLst>
        </pc:spChg>
      </pc:sldChg>
      <pc:sldChg chg="modSp modAnim">
        <pc:chgData name="Fei Zheng" userId="d19317889db4c986" providerId="LiveId" clId="{BE77E448-9288-9E4F-A91E-802EF552719A}" dt="2023-05-16T07:52:28.974" v="103" actId="16959"/>
        <pc:sldMkLst>
          <pc:docMk/>
          <pc:sldMk cId="2029716487" sldId="504"/>
        </pc:sldMkLst>
        <pc:spChg chg="mod">
          <ac:chgData name="Fei Zheng" userId="d19317889db4c986" providerId="LiveId" clId="{BE77E448-9288-9E4F-A91E-802EF552719A}" dt="2023-05-16T07:52:28.974" v="103" actId="16959"/>
          <ac:spMkLst>
            <pc:docMk/>
            <pc:sldMk cId="2029716487" sldId="504"/>
            <ac:spMk id="4" creationId="{C7E7686B-5899-D2D5-5CF5-14234D197492}"/>
          </ac:spMkLst>
        </pc:spChg>
      </pc:sldChg>
      <pc:sldChg chg="modSp modAnim">
        <pc:chgData name="Fei Zheng" userId="d19317889db4c986" providerId="LiveId" clId="{BE77E448-9288-9E4F-A91E-802EF552719A}" dt="2023-05-16T07:52:55.075" v="104" actId="16959"/>
        <pc:sldMkLst>
          <pc:docMk/>
          <pc:sldMk cId="1327405792" sldId="505"/>
        </pc:sldMkLst>
        <pc:spChg chg="mod">
          <ac:chgData name="Fei Zheng" userId="d19317889db4c986" providerId="LiveId" clId="{BE77E448-9288-9E4F-A91E-802EF552719A}" dt="2023-05-16T07:52:55.075" v="104" actId="16959"/>
          <ac:spMkLst>
            <pc:docMk/>
            <pc:sldMk cId="1327405792" sldId="505"/>
            <ac:spMk id="4" creationId="{C7E7686B-5899-D2D5-5CF5-14234D197492}"/>
          </ac:spMkLst>
        </pc:spChg>
      </pc:sldChg>
      <pc:sldChg chg="modSp modAnim">
        <pc:chgData name="Fei Zheng" userId="d19317889db4c986" providerId="LiveId" clId="{BE77E448-9288-9E4F-A91E-802EF552719A}" dt="2023-05-16T07:56:08.230" v="108"/>
        <pc:sldMkLst>
          <pc:docMk/>
          <pc:sldMk cId="4255581141" sldId="506"/>
        </pc:sldMkLst>
        <pc:spChg chg="mod">
          <ac:chgData name="Fei Zheng" userId="d19317889db4c986" providerId="LiveId" clId="{BE77E448-9288-9E4F-A91E-802EF552719A}" dt="2023-05-16T07:56:02.166" v="107" actId="207"/>
          <ac:spMkLst>
            <pc:docMk/>
            <pc:sldMk cId="4255581141" sldId="506"/>
            <ac:spMk id="4" creationId="{8FD622FA-AEED-2CFD-2BEF-D04408525AE6}"/>
          </ac:spMkLst>
        </pc:spChg>
      </pc:sldChg>
      <pc:sldChg chg="addSp delSp modSp new mod">
        <pc:chgData name="Fei Zheng" userId="d19317889db4c986" providerId="LiveId" clId="{BE77E448-9288-9E4F-A91E-802EF552719A}" dt="2023-05-16T07:16:40.603" v="71" actId="1076"/>
        <pc:sldMkLst>
          <pc:docMk/>
          <pc:sldMk cId="926163987" sldId="508"/>
        </pc:sldMkLst>
        <pc:spChg chg="del">
          <ac:chgData name="Fei Zheng" userId="d19317889db4c986" providerId="LiveId" clId="{BE77E448-9288-9E4F-A91E-802EF552719A}" dt="2023-05-16T07:09:29.426" v="7" actId="478"/>
          <ac:spMkLst>
            <pc:docMk/>
            <pc:sldMk cId="926163987" sldId="508"/>
            <ac:spMk id="2" creationId="{7195BD3F-A625-948C-9F6D-F2D98AEDAE0B}"/>
          </ac:spMkLst>
        </pc:spChg>
        <pc:spChg chg="del">
          <ac:chgData name="Fei Zheng" userId="d19317889db4c986" providerId="LiveId" clId="{BE77E448-9288-9E4F-A91E-802EF552719A}" dt="2023-05-16T07:09:30.902" v="8" actId="478"/>
          <ac:spMkLst>
            <pc:docMk/>
            <pc:sldMk cId="926163987" sldId="508"/>
            <ac:spMk id="3" creationId="{713326BE-9041-5493-DDA8-59C397EF1478}"/>
          </ac:spMkLst>
        </pc:spChg>
        <pc:spChg chg="add mod">
          <ac:chgData name="Fei Zheng" userId="d19317889db4c986" providerId="LiveId" clId="{BE77E448-9288-9E4F-A91E-802EF552719A}" dt="2023-05-16T07:10:41.472" v="35" actId="207"/>
          <ac:spMkLst>
            <pc:docMk/>
            <pc:sldMk cId="926163987" sldId="508"/>
            <ac:spMk id="4" creationId="{513A3EC8-73A3-2319-BB7C-6D4013734009}"/>
          </ac:spMkLst>
        </pc:spChg>
        <pc:spChg chg="add mod">
          <ac:chgData name="Fei Zheng" userId="d19317889db4c986" providerId="LiveId" clId="{BE77E448-9288-9E4F-A91E-802EF552719A}" dt="2023-05-16T07:16:27.418" v="69" actId="1076"/>
          <ac:spMkLst>
            <pc:docMk/>
            <pc:sldMk cId="926163987" sldId="508"/>
            <ac:spMk id="5" creationId="{59B3668F-5402-6230-F400-0BC5773238CE}"/>
          </ac:spMkLst>
        </pc:spChg>
        <pc:spChg chg="add mod">
          <ac:chgData name="Fei Zheng" userId="d19317889db4c986" providerId="LiveId" clId="{BE77E448-9288-9E4F-A91E-802EF552719A}" dt="2023-05-16T07:16:40.603" v="71" actId="1076"/>
          <ac:spMkLst>
            <pc:docMk/>
            <pc:sldMk cId="926163987" sldId="508"/>
            <ac:spMk id="6" creationId="{187A17FA-D727-380E-5E7F-923E150828F2}"/>
          </ac:spMkLst>
        </pc:spChg>
      </pc:sldChg>
      <pc:sldChg chg="add del">
        <pc:chgData name="Fei Zheng" userId="d19317889db4c986" providerId="LiveId" clId="{BE77E448-9288-9E4F-A91E-802EF552719A}" dt="2023-05-16T07:09:08.808" v="4" actId="2696"/>
        <pc:sldMkLst>
          <pc:docMk/>
          <pc:sldMk cId="3425176322" sldId="508"/>
        </pc:sldMkLst>
      </pc:sldChg>
      <pc:sldChg chg="add">
        <pc:chgData name="Fei Zheng" userId="d19317889db4c986" providerId="LiveId" clId="{BE77E448-9288-9E4F-A91E-802EF552719A}" dt="2023-05-16T07:43:16.043" v="79"/>
        <pc:sldMkLst>
          <pc:docMk/>
          <pc:sldMk cId="991142988" sldId="509"/>
        </pc:sldMkLst>
      </pc:sldChg>
      <pc:sldChg chg="new del">
        <pc:chgData name="Fei Zheng" userId="d19317889db4c986" providerId="LiveId" clId="{BE77E448-9288-9E4F-A91E-802EF552719A}" dt="2023-05-16T07:44:34.706" v="83" actId="2696"/>
        <pc:sldMkLst>
          <pc:docMk/>
          <pc:sldMk cId="627319473" sldId="510"/>
        </pc:sldMkLst>
      </pc:sldChg>
    </pc:docChg>
  </pc:docChgLst>
  <pc:docChgLst>
    <pc:chgData name="Zheng Fei" userId="d19317889db4c986" providerId="LiveId" clId="{1D948332-0EB7-2C4A-89EA-2D5786B8F07E}"/>
    <pc:docChg chg="custSel addSld delSld modSld sldOrd">
      <pc:chgData name="Zheng Fei" userId="d19317889db4c986" providerId="LiveId" clId="{1D948332-0EB7-2C4A-89EA-2D5786B8F07E}" dt="2022-06-09T17:57:16.881" v="439" actId="207"/>
      <pc:docMkLst>
        <pc:docMk/>
      </pc:docMkLst>
      <pc:sldChg chg="add">
        <pc:chgData name="Zheng Fei" userId="d19317889db4c986" providerId="LiveId" clId="{1D948332-0EB7-2C4A-89EA-2D5786B8F07E}" dt="2022-06-07T09:25:49.136" v="163"/>
        <pc:sldMkLst>
          <pc:docMk/>
          <pc:sldMk cId="952918842" sldId="258"/>
        </pc:sldMkLst>
      </pc:sldChg>
      <pc:sldChg chg="del">
        <pc:chgData name="Zheng Fei" userId="d19317889db4c986" providerId="LiveId" clId="{1D948332-0EB7-2C4A-89EA-2D5786B8F07E}" dt="2022-06-07T09:25:45.679" v="162" actId="2696"/>
        <pc:sldMkLst>
          <pc:docMk/>
          <pc:sldMk cId="2405855155" sldId="258"/>
        </pc:sldMkLst>
      </pc:sldChg>
      <pc:sldChg chg="del">
        <pc:chgData name="Zheng Fei" userId="d19317889db4c986" providerId="LiveId" clId="{1D948332-0EB7-2C4A-89EA-2D5786B8F07E}" dt="2022-06-07T09:25:45.679" v="162" actId="2696"/>
        <pc:sldMkLst>
          <pc:docMk/>
          <pc:sldMk cId="1901142392" sldId="259"/>
        </pc:sldMkLst>
      </pc:sldChg>
      <pc:sldChg chg="add">
        <pc:chgData name="Zheng Fei" userId="d19317889db4c986" providerId="LiveId" clId="{1D948332-0EB7-2C4A-89EA-2D5786B8F07E}" dt="2022-06-07T09:25:49.136" v="163"/>
        <pc:sldMkLst>
          <pc:docMk/>
          <pc:sldMk cId="3022274187" sldId="259"/>
        </pc:sldMkLst>
      </pc:sldChg>
      <pc:sldChg chg="modSp mod">
        <pc:chgData name="Zheng Fei" userId="d19317889db4c986" providerId="LiveId" clId="{1D948332-0EB7-2C4A-89EA-2D5786B8F07E}" dt="2022-06-07T09:24:06.250" v="161" actId="1076"/>
        <pc:sldMkLst>
          <pc:docMk/>
          <pc:sldMk cId="2879870712" sldId="260"/>
        </pc:sldMkLst>
        <pc:spChg chg="mod">
          <ac:chgData name="Zheng Fei" userId="d19317889db4c986" providerId="LiveId" clId="{1D948332-0EB7-2C4A-89EA-2D5786B8F07E}" dt="2022-06-07T09:23:59.173" v="160" actId="20577"/>
          <ac:spMkLst>
            <pc:docMk/>
            <pc:sldMk cId="2879870712" sldId="260"/>
            <ac:spMk id="2" creationId="{D821DB00-C296-D02A-8E7D-DE5402E736DD}"/>
          </ac:spMkLst>
        </pc:spChg>
        <pc:spChg chg="mod">
          <ac:chgData name="Zheng Fei" userId="d19317889db4c986" providerId="LiveId" clId="{1D948332-0EB7-2C4A-89EA-2D5786B8F07E}" dt="2022-06-07T09:24:06.250" v="161" actId="1076"/>
          <ac:spMkLst>
            <pc:docMk/>
            <pc:sldMk cId="2879870712" sldId="260"/>
            <ac:spMk id="4" creationId="{26EDBDF4-3FAC-0174-BE48-77F43B8C3913}"/>
          </ac:spMkLst>
        </pc:spChg>
        <pc:picChg chg="mod">
          <ac:chgData name="Zheng Fei" userId="d19317889db4c986" providerId="LiveId" clId="{1D948332-0EB7-2C4A-89EA-2D5786B8F07E}" dt="2022-06-07T09:24:06.250" v="161" actId="1076"/>
          <ac:picMkLst>
            <pc:docMk/>
            <pc:sldMk cId="2879870712" sldId="260"/>
            <ac:picMk id="6" creationId="{188CF30E-2333-2F83-A566-B3F8BD8476DA}"/>
          </ac:picMkLst>
        </pc:picChg>
        <pc:picChg chg="mod">
          <ac:chgData name="Zheng Fei" userId="d19317889db4c986" providerId="LiveId" clId="{1D948332-0EB7-2C4A-89EA-2D5786B8F07E}" dt="2022-06-07T09:24:06.250" v="161" actId="1076"/>
          <ac:picMkLst>
            <pc:docMk/>
            <pc:sldMk cId="2879870712" sldId="260"/>
            <ac:picMk id="8" creationId="{60290213-81CA-2B2D-83B4-CBF8C246916E}"/>
          </ac:picMkLst>
        </pc:picChg>
      </pc:sldChg>
      <pc:sldChg chg="add">
        <pc:chgData name="Zheng Fei" userId="d19317889db4c986" providerId="LiveId" clId="{1D948332-0EB7-2C4A-89EA-2D5786B8F07E}" dt="2022-06-07T09:21:15.377" v="145"/>
        <pc:sldMkLst>
          <pc:docMk/>
          <pc:sldMk cId="920954378" sldId="261"/>
        </pc:sldMkLst>
      </pc:sldChg>
      <pc:sldChg chg="del">
        <pc:chgData name="Zheng Fei" userId="d19317889db4c986" providerId="LiveId" clId="{1D948332-0EB7-2C4A-89EA-2D5786B8F07E}" dt="2022-06-07T09:21:09.548" v="144" actId="2696"/>
        <pc:sldMkLst>
          <pc:docMk/>
          <pc:sldMk cId="2426368293" sldId="261"/>
        </pc:sldMkLst>
      </pc:sldChg>
      <pc:sldChg chg="add">
        <pc:chgData name="Zheng Fei" userId="d19317889db4c986" providerId="LiveId" clId="{1D948332-0EB7-2C4A-89EA-2D5786B8F07E}" dt="2022-06-07T09:21:15.377" v="145"/>
        <pc:sldMkLst>
          <pc:docMk/>
          <pc:sldMk cId="1715067318" sldId="262"/>
        </pc:sldMkLst>
      </pc:sldChg>
      <pc:sldChg chg="del">
        <pc:chgData name="Zheng Fei" userId="d19317889db4c986" providerId="LiveId" clId="{1D948332-0EB7-2C4A-89EA-2D5786B8F07E}" dt="2022-06-07T09:21:09.548" v="144" actId="2696"/>
        <pc:sldMkLst>
          <pc:docMk/>
          <pc:sldMk cId="4281868939" sldId="262"/>
        </pc:sldMkLst>
      </pc:sldChg>
      <pc:sldChg chg="modSp">
        <pc:chgData name="Zheng Fei" userId="d19317889db4c986" providerId="LiveId" clId="{1D948332-0EB7-2C4A-89EA-2D5786B8F07E}" dt="2022-06-07T09:31:44.254" v="176" actId="207"/>
        <pc:sldMkLst>
          <pc:docMk/>
          <pc:sldMk cId="1869799505" sldId="263"/>
        </pc:sldMkLst>
        <pc:spChg chg="mod">
          <ac:chgData name="Zheng Fei" userId="d19317889db4c986" providerId="LiveId" clId="{1D948332-0EB7-2C4A-89EA-2D5786B8F07E}" dt="2022-06-07T09:31:44.254" v="176" actId="207"/>
          <ac:spMkLst>
            <pc:docMk/>
            <pc:sldMk cId="1869799505" sldId="263"/>
            <ac:spMk id="3" creationId="{1E1489C8-85B5-37E4-5FE4-B98DADC7080B}"/>
          </ac:spMkLst>
        </pc:spChg>
      </pc:sldChg>
      <pc:sldChg chg="modSp">
        <pc:chgData name="Zheng Fei" userId="d19317889db4c986" providerId="LiveId" clId="{1D948332-0EB7-2C4A-89EA-2D5786B8F07E}" dt="2022-06-07T09:32:51.015" v="180" actId="207"/>
        <pc:sldMkLst>
          <pc:docMk/>
          <pc:sldMk cId="3756273904" sldId="264"/>
        </pc:sldMkLst>
        <pc:spChg chg="mod">
          <ac:chgData name="Zheng Fei" userId="d19317889db4c986" providerId="LiveId" clId="{1D948332-0EB7-2C4A-89EA-2D5786B8F07E}" dt="2022-06-07T09:32:51.015" v="180" actId="207"/>
          <ac:spMkLst>
            <pc:docMk/>
            <pc:sldMk cId="3756273904" sldId="264"/>
            <ac:spMk id="4" creationId="{CBEF9396-861B-BD72-8345-8EE0D17A0E29}"/>
          </ac:spMkLst>
        </pc:spChg>
      </pc:sldChg>
      <pc:sldChg chg="modSp">
        <pc:chgData name="Zheng Fei" userId="d19317889db4c986" providerId="LiveId" clId="{1D948332-0EB7-2C4A-89EA-2D5786B8F07E}" dt="2022-06-07T09:33:14.374" v="182" actId="207"/>
        <pc:sldMkLst>
          <pc:docMk/>
          <pc:sldMk cId="999311974" sldId="265"/>
        </pc:sldMkLst>
        <pc:spChg chg="mod">
          <ac:chgData name="Zheng Fei" userId="d19317889db4c986" providerId="LiveId" clId="{1D948332-0EB7-2C4A-89EA-2D5786B8F07E}" dt="2022-06-07T09:33:14.374" v="182" actId="207"/>
          <ac:spMkLst>
            <pc:docMk/>
            <pc:sldMk cId="999311974" sldId="265"/>
            <ac:spMk id="4" creationId="{30354C5F-F3D3-18E9-FA42-841333E878A9}"/>
          </ac:spMkLst>
        </pc:spChg>
      </pc:sldChg>
      <pc:sldChg chg="modSp mod">
        <pc:chgData name="Zheng Fei" userId="d19317889db4c986" providerId="LiveId" clId="{1D948332-0EB7-2C4A-89EA-2D5786B8F07E}" dt="2022-06-07T09:36:56.538" v="185" actId="207"/>
        <pc:sldMkLst>
          <pc:docMk/>
          <pc:sldMk cId="1624645975" sldId="266"/>
        </pc:sldMkLst>
        <pc:spChg chg="mod">
          <ac:chgData name="Zheng Fei" userId="d19317889db4c986" providerId="LiveId" clId="{1D948332-0EB7-2C4A-89EA-2D5786B8F07E}" dt="2022-06-07T09:36:56.538" v="185" actId="207"/>
          <ac:spMkLst>
            <pc:docMk/>
            <pc:sldMk cId="1624645975" sldId="266"/>
            <ac:spMk id="4" creationId="{2A448F43-D6E5-E0EF-ED1F-22F6763C7119}"/>
          </ac:spMkLst>
        </pc:spChg>
      </pc:sldChg>
      <pc:sldChg chg="modSp mod">
        <pc:chgData name="Zheng Fei" userId="d19317889db4c986" providerId="LiveId" clId="{1D948332-0EB7-2C4A-89EA-2D5786B8F07E}" dt="2022-06-07T09:37:56.270" v="203" actId="20577"/>
        <pc:sldMkLst>
          <pc:docMk/>
          <pc:sldMk cId="3644211386" sldId="267"/>
        </pc:sldMkLst>
        <pc:spChg chg="mod">
          <ac:chgData name="Zheng Fei" userId="d19317889db4c986" providerId="LiveId" clId="{1D948332-0EB7-2C4A-89EA-2D5786B8F07E}" dt="2022-06-07T09:37:56.270" v="203" actId="20577"/>
          <ac:spMkLst>
            <pc:docMk/>
            <pc:sldMk cId="3644211386" sldId="267"/>
            <ac:spMk id="3" creationId="{C035DC90-89E0-96F6-C8B9-AC7BDF47F55A}"/>
          </ac:spMkLst>
        </pc:spChg>
        <pc:picChg chg="mod">
          <ac:chgData name="Zheng Fei" userId="d19317889db4c986" providerId="LiveId" clId="{1D948332-0EB7-2C4A-89EA-2D5786B8F07E}" dt="2022-06-07T09:37:49.396" v="201" actId="14100"/>
          <ac:picMkLst>
            <pc:docMk/>
            <pc:sldMk cId="3644211386" sldId="267"/>
            <ac:picMk id="4" creationId="{9CE69D04-0C20-6E43-D453-3C9CF4A8BEDF}"/>
          </ac:picMkLst>
        </pc:picChg>
      </pc:sldChg>
      <pc:sldChg chg="modSp">
        <pc:chgData name="Zheng Fei" userId="d19317889db4c986" providerId="LiveId" clId="{1D948332-0EB7-2C4A-89EA-2D5786B8F07E}" dt="2022-06-07T09:41:09.720" v="215" actId="207"/>
        <pc:sldMkLst>
          <pc:docMk/>
          <pc:sldMk cId="3226337148" sldId="268"/>
        </pc:sldMkLst>
        <pc:spChg chg="mod">
          <ac:chgData name="Zheng Fei" userId="d19317889db4c986" providerId="LiveId" clId="{1D948332-0EB7-2C4A-89EA-2D5786B8F07E}" dt="2022-06-07T09:41:09.720" v="215" actId="207"/>
          <ac:spMkLst>
            <pc:docMk/>
            <pc:sldMk cId="3226337148" sldId="268"/>
            <ac:spMk id="4" creationId="{C688116A-66DE-FFDE-9EA2-2E481073D370}"/>
          </ac:spMkLst>
        </pc:spChg>
      </pc:sldChg>
      <pc:sldChg chg="modSp">
        <pc:chgData name="Zheng Fei" userId="d19317889db4c986" providerId="LiveId" clId="{1D948332-0EB7-2C4A-89EA-2D5786B8F07E}" dt="2022-06-07T09:41:38.577" v="218" actId="207"/>
        <pc:sldMkLst>
          <pc:docMk/>
          <pc:sldMk cId="294582498" sldId="269"/>
        </pc:sldMkLst>
        <pc:spChg chg="mod">
          <ac:chgData name="Zheng Fei" userId="d19317889db4c986" providerId="LiveId" clId="{1D948332-0EB7-2C4A-89EA-2D5786B8F07E}" dt="2022-06-07T09:41:38.577" v="218" actId="207"/>
          <ac:spMkLst>
            <pc:docMk/>
            <pc:sldMk cId="294582498" sldId="269"/>
            <ac:spMk id="3" creationId="{55331348-A8B9-0C5E-E788-501192C67E83}"/>
          </ac:spMkLst>
        </pc:spChg>
      </pc:sldChg>
      <pc:sldChg chg="modSp">
        <pc:chgData name="Zheng Fei" userId="d19317889db4c986" providerId="LiveId" clId="{1D948332-0EB7-2C4A-89EA-2D5786B8F07E}" dt="2022-06-07T10:01:30.548" v="387" actId="207"/>
        <pc:sldMkLst>
          <pc:docMk/>
          <pc:sldMk cId="1646109125" sldId="274"/>
        </pc:sldMkLst>
        <pc:spChg chg="mod">
          <ac:chgData name="Zheng Fei" userId="d19317889db4c986" providerId="LiveId" clId="{1D948332-0EB7-2C4A-89EA-2D5786B8F07E}" dt="2022-06-07T10:01:30.548" v="387" actId="207"/>
          <ac:spMkLst>
            <pc:docMk/>
            <pc:sldMk cId="1646109125" sldId="274"/>
            <ac:spMk id="4" creationId="{B1736E36-045B-BB5F-3A90-DAB70AD7DD0D}"/>
          </ac:spMkLst>
        </pc:spChg>
      </pc:sldChg>
      <pc:sldChg chg="modSp mod">
        <pc:chgData name="Zheng Fei" userId="d19317889db4c986" providerId="LiveId" clId="{1D948332-0EB7-2C4A-89EA-2D5786B8F07E}" dt="2022-06-07T09:19:50.713" v="142" actId="20577"/>
        <pc:sldMkLst>
          <pc:docMk/>
          <pc:sldMk cId="3915593950" sldId="279"/>
        </pc:sldMkLst>
        <pc:spChg chg="mod">
          <ac:chgData name="Zheng Fei" userId="d19317889db4c986" providerId="LiveId" clId="{1D948332-0EB7-2C4A-89EA-2D5786B8F07E}" dt="2022-06-07T09:19:50.713" v="142" actId="20577"/>
          <ac:spMkLst>
            <pc:docMk/>
            <pc:sldMk cId="3915593950" sldId="279"/>
            <ac:spMk id="3" creationId="{3C1B9012-DE89-337B-8A60-BF634325EEBF}"/>
          </ac:spMkLst>
        </pc:spChg>
      </pc:sldChg>
      <pc:sldChg chg="modSp">
        <pc:chgData name="Zheng Fei" userId="d19317889db4c986" providerId="LiveId" clId="{1D948332-0EB7-2C4A-89EA-2D5786B8F07E}" dt="2022-06-07T09:20:38.217" v="143" actId="113"/>
        <pc:sldMkLst>
          <pc:docMk/>
          <pc:sldMk cId="1957026071" sldId="280"/>
        </pc:sldMkLst>
        <pc:spChg chg="mod">
          <ac:chgData name="Zheng Fei" userId="d19317889db4c986" providerId="LiveId" clId="{1D948332-0EB7-2C4A-89EA-2D5786B8F07E}" dt="2022-06-07T09:20:38.217" v="143" actId="113"/>
          <ac:spMkLst>
            <pc:docMk/>
            <pc:sldMk cId="1957026071" sldId="280"/>
            <ac:spMk id="3" creationId="{3C1B9012-DE89-337B-8A60-BF634325EEBF}"/>
          </ac:spMkLst>
        </pc:spChg>
      </pc:sldChg>
      <pc:sldChg chg="modSp add mod">
        <pc:chgData name="Zheng Fei" userId="d19317889db4c986" providerId="LiveId" clId="{1D948332-0EB7-2C4A-89EA-2D5786B8F07E}" dt="2022-06-09T17:57:16.881" v="439" actId="207"/>
        <pc:sldMkLst>
          <pc:docMk/>
          <pc:sldMk cId="3891245211" sldId="282"/>
        </pc:sldMkLst>
        <pc:spChg chg="mod">
          <ac:chgData name="Zheng Fei" userId="d19317889db4c986" providerId="LiveId" clId="{1D948332-0EB7-2C4A-89EA-2D5786B8F07E}" dt="2022-06-09T17:57:16.881" v="439" actId="207"/>
          <ac:spMkLst>
            <pc:docMk/>
            <pc:sldMk cId="3891245211" sldId="282"/>
            <ac:spMk id="4" creationId="{26EDBDF4-3FAC-0174-BE48-77F43B8C3913}"/>
          </ac:spMkLst>
        </pc:spChg>
      </pc:sldChg>
      <pc:sldChg chg="del">
        <pc:chgData name="Zheng Fei" userId="d19317889db4c986" providerId="LiveId" clId="{1D948332-0EB7-2C4A-89EA-2D5786B8F07E}" dt="2022-06-07T09:21:09.548" v="144" actId="2696"/>
        <pc:sldMkLst>
          <pc:docMk/>
          <pc:sldMk cId="4129041063" sldId="282"/>
        </pc:sldMkLst>
      </pc:sldChg>
      <pc:sldChg chg="del">
        <pc:chgData name="Zheng Fei" userId="d19317889db4c986" providerId="LiveId" clId="{1D948332-0EB7-2C4A-89EA-2D5786B8F07E}" dt="2022-06-07T09:21:09.548" v="144" actId="2696"/>
        <pc:sldMkLst>
          <pc:docMk/>
          <pc:sldMk cId="1004292442" sldId="283"/>
        </pc:sldMkLst>
      </pc:sldChg>
      <pc:sldChg chg="add">
        <pc:chgData name="Zheng Fei" userId="d19317889db4c986" providerId="LiveId" clId="{1D948332-0EB7-2C4A-89EA-2D5786B8F07E}" dt="2022-06-07T09:21:15.377" v="145"/>
        <pc:sldMkLst>
          <pc:docMk/>
          <pc:sldMk cId="1375908844" sldId="283"/>
        </pc:sldMkLst>
      </pc:sldChg>
      <pc:sldChg chg="add">
        <pc:chgData name="Zheng Fei" userId="d19317889db4c986" providerId="LiveId" clId="{1D948332-0EB7-2C4A-89EA-2D5786B8F07E}" dt="2022-06-07T09:21:15.377" v="145"/>
        <pc:sldMkLst>
          <pc:docMk/>
          <pc:sldMk cId="3529866057" sldId="284"/>
        </pc:sldMkLst>
      </pc:sldChg>
      <pc:sldChg chg="del">
        <pc:chgData name="Zheng Fei" userId="d19317889db4c986" providerId="LiveId" clId="{1D948332-0EB7-2C4A-89EA-2D5786B8F07E}" dt="2022-06-07T09:21:09.548" v="144" actId="2696"/>
        <pc:sldMkLst>
          <pc:docMk/>
          <pc:sldMk cId="4253349279" sldId="284"/>
        </pc:sldMkLst>
      </pc:sldChg>
      <pc:sldChg chg="modSp">
        <pc:chgData name="Zheng Fei" userId="d19317889db4c986" providerId="LiveId" clId="{1D948332-0EB7-2C4A-89EA-2D5786B8F07E}" dt="2022-06-07T09:32:47.371" v="179" actId="207"/>
        <pc:sldMkLst>
          <pc:docMk/>
          <pc:sldMk cId="2509717409" sldId="285"/>
        </pc:sldMkLst>
        <pc:spChg chg="mod">
          <ac:chgData name="Zheng Fei" userId="d19317889db4c986" providerId="LiveId" clId="{1D948332-0EB7-2C4A-89EA-2D5786B8F07E}" dt="2022-06-07T09:32:47.371" v="179" actId="207"/>
          <ac:spMkLst>
            <pc:docMk/>
            <pc:sldMk cId="2509717409" sldId="285"/>
            <ac:spMk id="4" creationId="{CBEF9396-861B-BD72-8345-8EE0D17A0E29}"/>
          </ac:spMkLst>
        </pc:spChg>
      </pc:sldChg>
      <pc:sldChg chg="addSp delSp modSp mod">
        <pc:chgData name="Zheng Fei" userId="d19317889db4c986" providerId="LiveId" clId="{1D948332-0EB7-2C4A-89EA-2D5786B8F07E}" dt="2022-06-09T17:48:45.729" v="428" actId="478"/>
        <pc:sldMkLst>
          <pc:docMk/>
          <pc:sldMk cId="1008057070" sldId="287"/>
        </pc:sldMkLst>
        <pc:spChg chg="mod">
          <ac:chgData name="Zheng Fei" userId="d19317889db4c986" providerId="LiveId" clId="{1D948332-0EB7-2C4A-89EA-2D5786B8F07E}" dt="2022-06-07T09:38:21.972" v="206" actId="207"/>
          <ac:spMkLst>
            <pc:docMk/>
            <pc:sldMk cId="1008057070" sldId="287"/>
            <ac:spMk id="3" creationId="{C035DC90-89E0-96F6-C8B9-AC7BDF47F55A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6" creationId="{8FEF2846-BDBC-F510-F066-AFB764D5FDC9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7" creationId="{520955CA-911A-EA4C-C1C2-F9603D8C6E5D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8" creationId="{B7C660D0-6228-170E-BEF6-C5A097FD103D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9" creationId="{C217AECA-4C43-7C04-CC1F-2FD61C94B494}"/>
          </ac:spMkLst>
        </pc:spChg>
        <pc:spChg chg="del 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10" creationId="{B82F9904-A9BE-30D1-D650-025BDB714C7C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11" creationId="{798ED432-4D38-48C6-0F17-42A40A16378C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12" creationId="{2D9CC78E-0166-0BA1-35C0-92AB7B2E2410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13" creationId="{C7A935F6-F087-C361-1985-7352E4CD8959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14" creationId="{5F47A440-CC65-DB0C-CF87-DC06800068EE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15" creationId="{0A112828-8A73-C141-0F0E-E7943E574ABB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16" creationId="{D9818800-297D-34CE-8B7C-54762E282326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17" creationId="{61FAEA92-1FAF-C2D0-F44B-6A2C158E98B4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18" creationId="{D1663DAC-01DE-99EE-18E5-5D6544A687E4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19" creationId="{72E90481-6B93-5148-8903-E218069AE17F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20" creationId="{70178696-C476-6CE9-3978-66CDDC8B0B12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21" creationId="{2FE962A6-CB88-BBF7-E490-9CBC1D592061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22" creationId="{5B56877D-1A78-3D1E-039B-C8AC60982C13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23" creationId="{2CDCCD35-0F00-661B-F037-340258DD8674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24" creationId="{380CF63D-9CD2-2C06-E78F-60B2E40869BC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25" creationId="{02F0247F-54EF-047D-42CB-E2BD34DE38A1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26" creationId="{A80A6BD0-41F4-B8B7-CE28-97C00D4BF73B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27" creationId="{DD40CEDD-5508-6353-26D1-D49DB26AC70D}"/>
          </ac:spMkLst>
        </pc:spChg>
        <pc:spChg chg="mod">
          <ac:chgData name="Zheng Fei" userId="d19317889db4c986" providerId="LiveId" clId="{1D948332-0EB7-2C4A-89EA-2D5786B8F07E}" dt="2022-06-09T17:48:45.729" v="428" actId="478"/>
          <ac:spMkLst>
            <pc:docMk/>
            <pc:sldMk cId="1008057070" sldId="287"/>
            <ac:spMk id="28" creationId="{2CFF5572-948C-9592-8FD6-1798B4161D07}"/>
          </ac:spMkLst>
        </pc:spChg>
        <pc:spChg chg="add mod">
          <ac:chgData name="Zheng Fei" userId="d19317889db4c986" providerId="LiveId" clId="{1D948332-0EB7-2C4A-89EA-2D5786B8F07E}" dt="2022-06-09T17:48:39.071" v="427" actId="1076"/>
          <ac:spMkLst>
            <pc:docMk/>
            <pc:sldMk cId="1008057070" sldId="287"/>
            <ac:spMk id="29" creationId="{4180D0BA-3797-C153-91DE-D0A59A1FBE1F}"/>
          </ac:spMkLst>
        </pc:spChg>
        <pc:spChg chg="add mod">
          <ac:chgData name="Zheng Fei" userId="d19317889db4c986" providerId="LiveId" clId="{1D948332-0EB7-2C4A-89EA-2D5786B8F07E}" dt="2022-06-09T17:48:30.953" v="425" actId="20577"/>
          <ac:spMkLst>
            <pc:docMk/>
            <pc:sldMk cId="1008057070" sldId="287"/>
            <ac:spMk id="30" creationId="{023AE79B-F41F-AA91-E27B-3E59E01D3916}"/>
          </ac:spMkLst>
        </pc:spChg>
        <pc:spChg chg="add mod">
          <ac:chgData name="Zheng Fei" userId="d19317889db4c986" providerId="LiveId" clId="{1D948332-0EB7-2C4A-89EA-2D5786B8F07E}" dt="2022-06-09T17:47:56.588" v="407" actId="1076"/>
          <ac:spMkLst>
            <pc:docMk/>
            <pc:sldMk cId="1008057070" sldId="287"/>
            <ac:spMk id="31" creationId="{FAA7116C-7FC3-93E5-4870-78710BEA329A}"/>
          </ac:spMkLst>
        </pc:spChg>
        <pc:spChg chg="add mod">
          <ac:chgData name="Zheng Fei" userId="d19317889db4c986" providerId="LiveId" clId="{1D948332-0EB7-2C4A-89EA-2D5786B8F07E}" dt="2022-06-09T17:47:56.588" v="407" actId="1076"/>
          <ac:spMkLst>
            <pc:docMk/>
            <pc:sldMk cId="1008057070" sldId="287"/>
            <ac:spMk id="32" creationId="{E3F83F2F-9053-F8A6-80DF-AD365F2EFEB2}"/>
          </ac:spMkLst>
        </pc:spChg>
        <pc:spChg chg="add mod">
          <ac:chgData name="Zheng Fei" userId="d19317889db4c986" providerId="LiveId" clId="{1D948332-0EB7-2C4A-89EA-2D5786B8F07E}" dt="2022-06-09T17:47:56.588" v="407" actId="1076"/>
          <ac:spMkLst>
            <pc:docMk/>
            <pc:sldMk cId="1008057070" sldId="287"/>
            <ac:spMk id="33" creationId="{742B1DA6-5E3F-0082-CFD1-EC07B2C9F72D}"/>
          </ac:spMkLst>
        </pc:spChg>
        <pc:spChg chg="add mod">
          <ac:chgData name="Zheng Fei" userId="d19317889db4c986" providerId="LiveId" clId="{1D948332-0EB7-2C4A-89EA-2D5786B8F07E}" dt="2022-06-09T17:47:56.588" v="407" actId="1076"/>
          <ac:spMkLst>
            <pc:docMk/>
            <pc:sldMk cId="1008057070" sldId="287"/>
            <ac:spMk id="34" creationId="{D2028F47-884C-0A52-1ADA-5CE52F2B19EA}"/>
          </ac:spMkLst>
        </pc:spChg>
        <pc:grpChg chg="add mod">
          <ac:chgData name="Zheng Fei" userId="d19317889db4c986" providerId="LiveId" clId="{1D948332-0EB7-2C4A-89EA-2D5786B8F07E}" dt="2022-06-09T17:48:45.729" v="428" actId="478"/>
          <ac:grpSpMkLst>
            <pc:docMk/>
            <pc:sldMk cId="1008057070" sldId="287"/>
            <ac:grpSpMk id="5" creationId="{059945DE-7D35-4A61-58ED-0130BD6E6647}"/>
          </ac:grpSpMkLst>
        </pc:grpChg>
        <pc:picChg chg="mod modCrop">
          <ac:chgData name="Zheng Fei" userId="d19317889db4c986" providerId="LiveId" clId="{1D948332-0EB7-2C4A-89EA-2D5786B8F07E}" dt="2022-06-09T17:47:52.358" v="405" actId="732"/>
          <ac:picMkLst>
            <pc:docMk/>
            <pc:sldMk cId="1008057070" sldId="287"/>
            <ac:picMk id="4" creationId="{9EAC88E9-062E-E317-1DC4-BF7A9E27EE36}"/>
          </ac:picMkLst>
        </pc:picChg>
      </pc:sldChg>
      <pc:sldChg chg="modSp mod">
        <pc:chgData name="Zheng Fei" userId="d19317889db4c986" providerId="LiveId" clId="{1D948332-0EB7-2C4A-89EA-2D5786B8F07E}" dt="2022-06-09T17:52:23.871" v="434" actId="20577"/>
        <pc:sldMkLst>
          <pc:docMk/>
          <pc:sldMk cId="2095251177" sldId="289"/>
        </pc:sldMkLst>
        <pc:spChg chg="mod">
          <ac:chgData name="Zheng Fei" userId="d19317889db4c986" providerId="LiveId" clId="{1D948332-0EB7-2C4A-89EA-2D5786B8F07E}" dt="2022-06-09T17:52:23.871" v="434" actId="20577"/>
          <ac:spMkLst>
            <pc:docMk/>
            <pc:sldMk cId="2095251177" sldId="289"/>
            <ac:spMk id="4" creationId="{E0CF433F-6CB9-3C47-57DC-D40B8856FB5E}"/>
          </ac:spMkLst>
        </pc:spChg>
      </pc:sldChg>
      <pc:sldChg chg="add">
        <pc:chgData name="Zheng Fei" userId="d19317889db4c986" providerId="LiveId" clId="{1D948332-0EB7-2C4A-89EA-2D5786B8F07E}" dt="2022-06-07T09:25:49.136" v="163"/>
        <pc:sldMkLst>
          <pc:docMk/>
          <pc:sldMk cId="162040101" sldId="290"/>
        </pc:sldMkLst>
      </pc:sldChg>
      <pc:sldChg chg="del">
        <pc:chgData name="Zheng Fei" userId="d19317889db4c986" providerId="LiveId" clId="{1D948332-0EB7-2C4A-89EA-2D5786B8F07E}" dt="2022-06-07T09:25:45.679" v="162" actId="2696"/>
        <pc:sldMkLst>
          <pc:docMk/>
          <pc:sldMk cId="3828577039" sldId="290"/>
        </pc:sldMkLst>
      </pc:sldChg>
      <pc:sldChg chg="modAnim">
        <pc:chgData name="Zheng Fei" userId="d19317889db4c986" providerId="LiveId" clId="{1D948332-0EB7-2C4A-89EA-2D5786B8F07E}" dt="2022-06-07T10:01:50.125" v="389"/>
        <pc:sldMkLst>
          <pc:docMk/>
          <pc:sldMk cId="1902181715" sldId="301"/>
        </pc:sldMkLst>
      </pc:sldChg>
      <pc:sldChg chg="del">
        <pc:chgData name="Zheng Fei" userId="d19317889db4c986" providerId="LiveId" clId="{1D948332-0EB7-2C4A-89EA-2D5786B8F07E}" dt="2022-06-09T17:52:48.845" v="435" actId="2696"/>
        <pc:sldMkLst>
          <pc:docMk/>
          <pc:sldMk cId="611270005" sldId="305"/>
        </pc:sldMkLst>
      </pc:sldChg>
      <pc:sldChg chg="modSp mod">
        <pc:chgData name="Zheng Fei" userId="d19317889db4c986" providerId="LiveId" clId="{1D948332-0EB7-2C4A-89EA-2D5786B8F07E}" dt="2022-06-07T09:29:19.472" v="167" actId="20577"/>
        <pc:sldMkLst>
          <pc:docMk/>
          <pc:sldMk cId="3355953997" sldId="430"/>
        </pc:sldMkLst>
        <pc:spChg chg="mod">
          <ac:chgData name="Zheng Fei" userId="d19317889db4c986" providerId="LiveId" clId="{1D948332-0EB7-2C4A-89EA-2D5786B8F07E}" dt="2022-06-07T09:29:19.472" v="167" actId="20577"/>
          <ac:spMkLst>
            <pc:docMk/>
            <pc:sldMk cId="3355953997" sldId="430"/>
            <ac:spMk id="5" creationId="{6A76435A-043E-9CE6-A38F-49C71B87F62E}"/>
          </ac:spMkLst>
        </pc:spChg>
      </pc:sldChg>
      <pc:sldChg chg="modSp add mod">
        <pc:chgData name="Zheng Fei" userId="d19317889db4c986" providerId="LiveId" clId="{1D948332-0EB7-2C4A-89EA-2D5786B8F07E}" dt="2022-06-07T08:58:14.516" v="12" actId="207"/>
        <pc:sldMkLst>
          <pc:docMk/>
          <pc:sldMk cId="188046780" sldId="434"/>
        </pc:sldMkLst>
        <pc:spChg chg="mod">
          <ac:chgData name="Zheng Fei" userId="d19317889db4c986" providerId="LiveId" clId="{1D948332-0EB7-2C4A-89EA-2D5786B8F07E}" dt="2022-06-07T08:58:14.516" v="12" actId="207"/>
          <ac:spMkLst>
            <pc:docMk/>
            <pc:sldMk cId="188046780" sldId="434"/>
            <ac:spMk id="3" creationId="{882C639D-4A94-873F-49FE-84AE6E07468D}"/>
          </ac:spMkLst>
        </pc:spChg>
      </pc:sldChg>
      <pc:sldChg chg="add del">
        <pc:chgData name="Zheng Fei" userId="d19317889db4c986" providerId="LiveId" clId="{1D948332-0EB7-2C4A-89EA-2D5786B8F07E}" dt="2022-06-07T08:58:49.317" v="14" actId="2696"/>
        <pc:sldMkLst>
          <pc:docMk/>
          <pc:sldMk cId="4155052864" sldId="438"/>
        </pc:sldMkLst>
      </pc:sldChg>
      <pc:sldChg chg="add del">
        <pc:chgData name="Zheng Fei" userId="d19317889db4c986" providerId="LiveId" clId="{1D948332-0EB7-2C4A-89EA-2D5786B8F07E}" dt="2022-06-07T08:58:53.049" v="15" actId="2696"/>
        <pc:sldMkLst>
          <pc:docMk/>
          <pc:sldMk cId="1844936738" sldId="439"/>
        </pc:sldMkLst>
      </pc:sldChg>
      <pc:sldChg chg="addSp delSp modSp add mod modAnim">
        <pc:chgData name="Zheng Fei" userId="d19317889db4c986" providerId="LiveId" clId="{1D948332-0EB7-2C4A-89EA-2D5786B8F07E}" dt="2022-06-07T09:09:02.381" v="42"/>
        <pc:sldMkLst>
          <pc:docMk/>
          <pc:sldMk cId="2474415889" sldId="441"/>
        </pc:sldMkLst>
        <pc:spChg chg="del">
          <ac:chgData name="Zheng Fei" userId="d19317889db4c986" providerId="LiveId" clId="{1D948332-0EB7-2C4A-89EA-2D5786B8F07E}" dt="2022-06-07T09:07:45.205" v="22" actId="478"/>
          <ac:spMkLst>
            <pc:docMk/>
            <pc:sldMk cId="2474415889" sldId="441"/>
            <ac:spMk id="6" creationId="{0EF19886-BD3C-D8D5-BF9E-6FA2A2E15869}"/>
          </ac:spMkLst>
        </pc:spChg>
        <pc:picChg chg="mod">
          <ac:chgData name="Zheng Fei" userId="d19317889db4c986" providerId="LiveId" clId="{1D948332-0EB7-2C4A-89EA-2D5786B8F07E}" dt="2022-06-07T09:08:34.164" v="33" actId="1076"/>
          <ac:picMkLst>
            <pc:docMk/>
            <pc:sldMk cId="2474415889" sldId="441"/>
            <ac:picMk id="5" creationId="{7F905CFF-28E6-D5FF-B71D-D74CF36298ED}"/>
          </ac:picMkLst>
        </pc:picChg>
        <pc:picChg chg="add mod">
          <ac:chgData name="Zheng Fei" userId="d19317889db4c986" providerId="LiveId" clId="{1D948332-0EB7-2C4A-89EA-2D5786B8F07E}" dt="2022-06-07T09:08:38.814" v="39" actId="1035"/>
          <ac:picMkLst>
            <pc:docMk/>
            <pc:sldMk cId="2474415889" sldId="441"/>
            <ac:picMk id="7" creationId="{AE4BF4CB-4D72-6D83-0982-1EB4B5287642}"/>
          </ac:picMkLst>
        </pc:picChg>
        <pc:picChg chg="del mod">
          <ac:chgData name="Zheng Fei" userId="d19317889db4c986" providerId="LiveId" clId="{1D948332-0EB7-2C4A-89EA-2D5786B8F07E}" dt="2022-06-07T09:08:31.514" v="32" actId="478"/>
          <ac:picMkLst>
            <pc:docMk/>
            <pc:sldMk cId="2474415889" sldId="441"/>
            <ac:picMk id="8" creationId="{0C8D1869-521B-17AD-D118-88BF1145AC3F}"/>
          </ac:picMkLst>
        </pc:picChg>
        <pc:picChg chg="add mod modCrop">
          <ac:chgData name="Zheng Fei" userId="d19317889db4c986" providerId="LiveId" clId="{1D948332-0EB7-2C4A-89EA-2D5786B8F07E}" dt="2022-06-07T09:08:51.197" v="41" actId="732"/>
          <ac:picMkLst>
            <pc:docMk/>
            <pc:sldMk cId="2474415889" sldId="441"/>
            <ac:picMk id="9" creationId="{C0930645-F45A-F7E4-60A3-8CAB218DABB6}"/>
          </ac:picMkLst>
        </pc:picChg>
        <pc:cxnChg chg="add mod">
          <ac:chgData name="Zheng Fei" userId="d19317889db4c986" providerId="LiveId" clId="{1D948332-0EB7-2C4A-89EA-2D5786B8F07E}" dt="2022-06-07T09:08:36.467" v="34" actId="1076"/>
          <ac:cxnSpMkLst>
            <pc:docMk/>
            <pc:sldMk cId="2474415889" sldId="441"/>
            <ac:cxnSpMk id="3" creationId="{1A061114-86A9-BE59-94BD-AF7333C4A54B}"/>
          </ac:cxnSpMkLst>
        </pc:cxnChg>
      </pc:sldChg>
      <pc:sldChg chg="modSp add del mod">
        <pc:chgData name="Zheng Fei" userId="d19317889db4c986" providerId="LiveId" clId="{1D948332-0EB7-2C4A-89EA-2D5786B8F07E}" dt="2022-06-07T09:08:13.727" v="30" actId="2696"/>
        <pc:sldMkLst>
          <pc:docMk/>
          <pc:sldMk cId="3715198591" sldId="442"/>
        </pc:sldMkLst>
        <pc:picChg chg="mod">
          <ac:chgData name="Zheng Fei" userId="d19317889db4c986" providerId="LiveId" clId="{1D948332-0EB7-2C4A-89EA-2D5786B8F07E}" dt="2022-06-07T09:07:54.831" v="24" actId="14100"/>
          <ac:picMkLst>
            <pc:docMk/>
            <pc:sldMk cId="3715198591" sldId="442"/>
            <ac:picMk id="5" creationId="{A2062F71-5AC6-40F2-83B0-12C504D47CCB}"/>
          </ac:picMkLst>
        </pc:picChg>
        <pc:picChg chg="mod modCrop">
          <ac:chgData name="Zheng Fei" userId="d19317889db4c986" providerId="LiveId" clId="{1D948332-0EB7-2C4A-89EA-2D5786B8F07E}" dt="2022-06-07T09:07:35.171" v="21" actId="732"/>
          <ac:picMkLst>
            <pc:docMk/>
            <pc:sldMk cId="3715198591" sldId="442"/>
            <ac:picMk id="6" creationId="{1E1F0C14-A1E9-D8DB-840A-13585A556C2C}"/>
          </ac:picMkLst>
        </pc:picChg>
      </pc:sldChg>
      <pc:sldChg chg="modSp add">
        <pc:chgData name="Zheng Fei" userId="d19317889db4c986" providerId="LiveId" clId="{1D948332-0EB7-2C4A-89EA-2D5786B8F07E}" dt="2022-06-07T08:59:41.420" v="17" actId="20577"/>
        <pc:sldMkLst>
          <pc:docMk/>
          <pc:sldMk cId="4184174401" sldId="444"/>
        </pc:sldMkLst>
        <pc:spChg chg="mod">
          <ac:chgData name="Zheng Fei" userId="d19317889db4c986" providerId="LiveId" clId="{1D948332-0EB7-2C4A-89EA-2D5786B8F07E}" dt="2022-06-07T08:59:41.420" v="17" actId="20577"/>
          <ac:spMkLst>
            <pc:docMk/>
            <pc:sldMk cId="4184174401" sldId="444"/>
            <ac:spMk id="3" creationId="{99BD2BC3-EDAC-D880-B046-46FE7DC89563}"/>
          </ac:spMkLst>
        </pc:spChg>
      </pc:sldChg>
      <pc:sldChg chg="delSp add mod delAnim modAnim">
        <pc:chgData name="Zheng Fei" userId="d19317889db4c986" providerId="LiveId" clId="{1D948332-0EB7-2C4A-89EA-2D5786B8F07E}" dt="2022-06-07T09:09:09.095" v="44" actId="478"/>
        <pc:sldMkLst>
          <pc:docMk/>
          <pc:sldMk cId="1781481049" sldId="447"/>
        </pc:sldMkLst>
        <pc:spChg chg="del">
          <ac:chgData name="Zheng Fei" userId="d19317889db4c986" providerId="LiveId" clId="{1D948332-0EB7-2C4A-89EA-2D5786B8F07E}" dt="2022-06-07T09:09:09.095" v="44" actId="478"/>
          <ac:spMkLst>
            <pc:docMk/>
            <pc:sldMk cId="1781481049" sldId="447"/>
            <ac:spMk id="7" creationId="{269321FE-F2BD-FF0B-6CCC-9E288EB0F941}"/>
          </ac:spMkLst>
        </pc:spChg>
      </pc:sldChg>
      <pc:sldChg chg="add">
        <pc:chgData name="Zheng Fei" userId="d19317889db4c986" providerId="LiveId" clId="{1D948332-0EB7-2C4A-89EA-2D5786B8F07E}" dt="2022-06-07T09:27:20.658" v="166"/>
        <pc:sldMkLst>
          <pc:docMk/>
          <pc:sldMk cId="1423296912" sldId="448"/>
        </pc:sldMkLst>
      </pc:sldChg>
      <pc:sldChg chg="del">
        <pc:chgData name="Zheng Fei" userId="d19317889db4c986" providerId="LiveId" clId="{1D948332-0EB7-2C4A-89EA-2D5786B8F07E}" dt="2022-06-07T09:27:15.389" v="165" actId="2696"/>
        <pc:sldMkLst>
          <pc:docMk/>
          <pc:sldMk cId="1640003283" sldId="448"/>
        </pc:sldMkLst>
      </pc:sldChg>
      <pc:sldChg chg="modSp del mod">
        <pc:chgData name="Zheng Fei" userId="d19317889db4c986" providerId="LiveId" clId="{1D948332-0EB7-2C4A-89EA-2D5786B8F07E}" dt="2022-06-07T09:27:15.389" v="165" actId="2696"/>
        <pc:sldMkLst>
          <pc:docMk/>
          <pc:sldMk cId="1187236974" sldId="449"/>
        </pc:sldMkLst>
        <pc:picChg chg="mod modCrop">
          <ac:chgData name="Zheng Fei" userId="d19317889db4c986" providerId="LiveId" clId="{1D948332-0EB7-2C4A-89EA-2D5786B8F07E}" dt="2022-06-07T09:26:40.934" v="164" actId="732"/>
          <ac:picMkLst>
            <pc:docMk/>
            <pc:sldMk cId="1187236974" sldId="449"/>
            <ac:picMk id="5" creationId="{93D972F1-E917-51BF-EF35-FB2D69B7CF1E}"/>
          </ac:picMkLst>
        </pc:picChg>
      </pc:sldChg>
      <pc:sldChg chg="add">
        <pc:chgData name="Zheng Fei" userId="d19317889db4c986" providerId="LiveId" clId="{1D948332-0EB7-2C4A-89EA-2D5786B8F07E}" dt="2022-06-07T09:27:20.658" v="166"/>
        <pc:sldMkLst>
          <pc:docMk/>
          <pc:sldMk cId="1341387970" sldId="449"/>
        </pc:sldMkLst>
      </pc:sldChg>
      <pc:sldChg chg="modSp mod">
        <pc:chgData name="Zheng Fei" userId="d19317889db4c986" providerId="LiveId" clId="{1D948332-0EB7-2C4A-89EA-2D5786B8F07E}" dt="2022-06-07T09:22:31.482" v="153" actId="1076"/>
        <pc:sldMkLst>
          <pc:docMk/>
          <pc:sldMk cId="3985359709" sldId="451"/>
        </pc:sldMkLst>
        <pc:spChg chg="mod">
          <ac:chgData name="Zheng Fei" userId="d19317889db4c986" providerId="LiveId" clId="{1D948332-0EB7-2C4A-89EA-2D5786B8F07E}" dt="2022-06-07T09:22:28.685" v="152" actId="20577"/>
          <ac:spMkLst>
            <pc:docMk/>
            <pc:sldMk cId="3985359709" sldId="451"/>
            <ac:spMk id="4" creationId="{C7E7686B-5899-D2D5-5CF5-14234D197492}"/>
          </ac:spMkLst>
        </pc:spChg>
        <pc:picChg chg="mod">
          <ac:chgData name="Zheng Fei" userId="d19317889db4c986" providerId="LiveId" clId="{1D948332-0EB7-2C4A-89EA-2D5786B8F07E}" dt="2022-06-07T09:22:31.482" v="153" actId="1076"/>
          <ac:picMkLst>
            <pc:docMk/>
            <pc:sldMk cId="3985359709" sldId="451"/>
            <ac:picMk id="3" creationId="{0B349177-AA6E-1745-412F-8CE0BFB3AAA1}"/>
          </ac:picMkLst>
        </pc:picChg>
      </pc:sldChg>
      <pc:sldChg chg="add">
        <pc:chgData name="Zheng Fei" userId="d19317889db4c986" providerId="LiveId" clId="{1D948332-0EB7-2C4A-89EA-2D5786B8F07E}" dt="2022-06-07T09:27:20.658" v="166"/>
        <pc:sldMkLst>
          <pc:docMk/>
          <pc:sldMk cId="1755570892" sldId="452"/>
        </pc:sldMkLst>
      </pc:sldChg>
      <pc:sldChg chg="del">
        <pc:chgData name="Zheng Fei" userId="d19317889db4c986" providerId="LiveId" clId="{1D948332-0EB7-2C4A-89EA-2D5786B8F07E}" dt="2022-06-07T09:27:15.389" v="165" actId="2696"/>
        <pc:sldMkLst>
          <pc:docMk/>
          <pc:sldMk cId="3392470368" sldId="452"/>
        </pc:sldMkLst>
      </pc:sldChg>
      <pc:sldChg chg="ord">
        <pc:chgData name="Zheng Fei" userId="d19317889db4c986" providerId="LiveId" clId="{1D948332-0EB7-2C4A-89EA-2D5786B8F07E}" dt="2022-06-07T09:22:46.502" v="154" actId="20578"/>
        <pc:sldMkLst>
          <pc:docMk/>
          <pc:sldMk cId="1463567714" sldId="453"/>
        </pc:sldMkLst>
      </pc:sldChg>
      <pc:sldChg chg="modSp del">
        <pc:chgData name="Zheng Fei" userId="d19317889db4c986" providerId="LiveId" clId="{1D948332-0EB7-2C4A-89EA-2D5786B8F07E}" dt="2022-06-07T09:30:44.499" v="171" actId="2696"/>
        <pc:sldMkLst>
          <pc:docMk/>
          <pc:sldMk cId="4028330721" sldId="454"/>
        </pc:sldMkLst>
        <pc:spChg chg="mod">
          <ac:chgData name="Zheng Fei" userId="d19317889db4c986" providerId="LiveId" clId="{1D948332-0EB7-2C4A-89EA-2D5786B8F07E}" dt="2022-06-07T09:29:35.542" v="168" actId="115"/>
          <ac:spMkLst>
            <pc:docMk/>
            <pc:sldMk cId="4028330721" sldId="454"/>
            <ac:spMk id="4" creationId="{C1796343-2ECB-96DB-D6BC-542C3D9EF36B}"/>
          </ac:spMkLst>
        </pc:spChg>
      </pc:sldChg>
      <pc:sldChg chg="ord">
        <pc:chgData name="Zheng Fei" userId="d19317889db4c986" providerId="LiveId" clId="{1D948332-0EB7-2C4A-89EA-2D5786B8F07E}" dt="2022-06-07T09:30:01.269" v="169" actId="20578"/>
        <pc:sldMkLst>
          <pc:docMk/>
          <pc:sldMk cId="3237651377" sldId="455"/>
        </pc:sldMkLst>
      </pc:sldChg>
      <pc:sldChg chg="ord">
        <pc:chgData name="Zheng Fei" userId="d19317889db4c986" providerId="LiveId" clId="{1D948332-0EB7-2C4A-89EA-2D5786B8F07E}" dt="2022-06-07T09:30:19.852" v="170" actId="20578"/>
        <pc:sldMkLst>
          <pc:docMk/>
          <pc:sldMk cId="2317646120" sldId="456"/>
        </pc:sldMkLst>
      </pc:sldChg>
      <pc:sldChg chg="ord">
        <pc:chgData name="Zheng Fei" userId="d19317889db4c986" providerId="LiveId" clId="{1D948332-0EB7-2C4A-89EA-2D5786B8F07E}" dt="2022-06-09T17:44:50.757" v="403" actId="20578"/>
        <pc:sldMkLst>
          <pc:docMk/>
          <pc:sldMk cId="3418935887" sldId="457"/>
        </pc:sldMkLst>
      </pc:sldChg>
      <pc:sldChg chg="delSp mod ord">
        <pc:chgData name="Zheng Fei" userId="d19317889db4c986" providerId="LiveId" clId="{1D948332-0EB7-2C4A-89EA-2D5786B8F07E}" dt="2022-06-09T17:44:50.757" v="403" actId="20578"/>
        <pc:sldMkLst>
          <pc:docMk/>
          <pc:sldMk cId="2616511627" sldId="458"/>
        </pc:sldMkLst>
        <pc:spChg chg="del">
          <ac:chgData name="Zheng Fei" userId="d19317889db4c986" providerId="LiveId" clId="{1D948332-0EB7-2C4A-89EA-2D5786B8F07E}" dt="2022-06-09T17:44:40.239" v="402" actId="478"/>
          <ac:spMkLst>
            <pc:docMk/>
            <pc:sldMk cId="2616511627" sldId="458"/>
            <ac:spMk id="2" creationId="{206F8185-62D1-5A6E-E176-57DB9C0D3755}"/>
          </ac:spMkLst>
        </pc:spChg>
      </pc:sldChg>
      <pc:sldChg chg="modSp">
        <pc:chgData name="Zheng Fei" userId="d19317889db4c986" providerId="LiveId" clId="{1D948332-0EB7-2C4A-89EA-2D5786B8F07E}" dt="2022-06-07T09:40:11.424" v="212" actId="20577"/>
        <pc:sldMkLst>
          <pc:docMk/>
          <pc:sldMk cId="1461481539" sldId="459"/>
        </pc:sldMkLst>
        <pc:spChg chg="mod">
          <ac:chgData name="Zheng Fei" userId="d19317889db4c986" providerId="LiveId" clId="{1D948332-0EB7-2C4A-89EA-2D5786B8F07E}" dt="2022-06-07T09:40:11.424" v="212" actId="20577"/>
          <ac:spMkLst>
            <pc:docMk/>
            <pc:sldMk cId="1461481539" sldId="459"/>
            <ac:spMk id="3" creationId="{C035DC90-89E0-96F6-C8B9-AC7BDF47F55A}"/>
          </ac:spMkLst>
        </pc:spChg>
      </pc:sldChg>
      <pc:sldChg chg="del">
        <pc:chgData name="Zheng Fei" userId="d19317889db4c986" providerId="LiveId" clId="{1D948332-0EB7-2C4A-89EA-2D5786B8F07E}" dt="2022-06-07T09:23:27.858" v="158" actId="2696"/>
        <pc:sldMkLst>
          <pc:docMk/>
          <pc:sldMk cId="1839637036" sldId="464"/>
        </pc:sldMkLst>
      </pc:sldChg>
      <pc:sldChg chg="del">
        <pc:chgData name="Zheng Fei" userId="d19317889db4c986" providerId="LiveId" clId="{1D948332-0EB7-2C4A-89EA-2D5786B8F07E}" dt="2022-06-07T09:23:25.656" v="157" actId="2696"/>
        <pc:sldMkLst>
          <pc:docMk/>
          <pc:sldMk cId="829854007" sldId="465"/>
        </pc:sldMkLst>
      </pc:sldChg>
      <pc:sldChg chg="add">
        <pc:chgData name="Zheng Fei" userId="d19317889db4c986" providerId="LiveId" clId="{1D948332-0EB7-2C4A-89EA-2D5786B8F07E}" dt="2022-06-07T09:23:35.351" v="159"/>
        <pc:sldMkLst>
          <pc:docMk/>
          <pc:sldMk cId="2999021074" sldId="465"/>
        </pc:sldMkLst>
      </pc:sldChg>
      <pc:sldChg chg="modSp">
        <pc:chgData name="Zheng Fei" userId="d19317889db4c986" providerId="LiveId" clId="{1D948332-0EB7-2C4A-89EA-2D5786B8F07E}" dt="2022-06-07T10:01:34.477" v="388" actId="207"/>
        <pc:sldMkLst>
          <pc:docMk/>
          <pc:sldMk cId="863261374" sldId="467"/>
        </pc:sldMkLst>
        <pc:spChg chg="mod">
          <ac:chgData name="Zheng Fei" userId="d19317889db4c986" providerId="LiveId" clId="{1D948332-0EB7-2C4A-89EA-2D5786B8F07E}" dt="2022-06-07T10:01:34.477" v="388" actId="207"/>
          <ac:spMkLst>
            <pc:docMk/>
            <pc:sldMk cId="863261374" sldId="467"/>
            <ac:spMk id="4" creationId="{B1736E36-045B-BB5F-3A90-DAB70AD7DD0D}"/>
          </ac:spMkLst>
        </pc:spChg>
      </pc:sldChg>
      <pc:sldChg chg="modSp add">
        <pc:chgData name="Zheng Fei" userId="d19317889db4c986" providerId="LiveId" clId="{1D948332-0EB7-2C4A-89EA-2D5786B8F07E}" dt="2022-06-07T09:00:02.373" v="18" actId="207"/>
        <pc:sldMkLst>
          <pc:docMk/>
          <pc:sldMk cId="3190379674" sldId="469"/>
        </pc:sldMkLst>
        <pc:spChg chg="mod">
          <ac:chgData name="Zheng Fei" userId="d19317889db4c986" providerId="LiveId" clId="{1D948332-0EB7-2C4A-89EA-2D5786B8F07E}" dt="2022-06-07T09:00:02.373" v="18" actId="207"/>
          <ac:spMkLst>
            <pc:docMk/>
            <pc:sldMk cId="3190379674" sldId="469"/>
            <ac:spMk id="3" creationId="{30F7B529-DB21-7DDE-6CEA-5842A80BC794}"/>
          </ac:spMkLst>
        </pc:spChg>
      </pc:sldChg>
      <pc:sldChg chg="modSp add mod">
        <pc:chgData name="Zheng Fei" userId="d19317889db4c986" providerId="LiveId" clId="{1D948332-0EB7-2C4A-89EA-2D5786B8F07E}" dt="2022-06-07T08:57:41.431" v="4" actId="207"/>
        <pc:sldMkLst>
          <pc:docMk/>
          <pc:sldMk cId="1680757790" sldId="470"/>
        </pc:sldMkLst>
        <pc:spChg chg="mod">
          <ac:chgData name="Zheng Fei" userId="d19317889db4c986" providerId="LiveId" clId="{1D948332-0EB7-2C4A-89EA-2D5786B8F07E}" dt="2022-06-07T08:57:36.554" v="3" actId="207"/>
          <ac:spMkLst>
            <pc:docMk/>
            <pc:sldMk cId="1680757790" sldId="470"/>
            <ac:spMk id="5" creationId="{6A76435A-043E-9CE6-A38F-49C71B87F62E}"/>
          </ac:spMkLst>
        </pc:spChg>
        <pc:spChg chg="mod">
          <ac:chgData name="Zheng Fei" userId="d19317889db4c986" providerId="LiveId" clId="{1D948332-0EB7-2C4A-89EA-2D5786B8F07E}" dt="2022-06-07T08:57:41.431" v="4" actId="207"/>
          <ac:spMkLst>
            <pc:docMk/>
            <pc:sldMk cId="1680757790" sldId="470"/>
            <ac:spMk id="61444" creationId="{601F1377-4EC1-A648-9D08-93B0CEF44388}"/>
          </ac:spMkLst>
        </pc:spChg>
        <pc:spChg chg="mod">
          <ac:chgData name="Zheng Fei" userId="d19317889db4c986" providerId="LiveId" clId="{1D948332-0EB7-2C4A-89EA-2D5786B8F07E}" dt="2022-06-07T08:57:41.431" v="4" actId="207"/>
          <ac:spMkLst>
            <pc:docMk/>
            <pc:sldMk cId="1680757790" sldId="470"/>
            <ac:spMk id="61446" creationId="{3CA5D0EF-1412-D449-86E5-3BEFAEB9289A}"/>
          </ac:spMkLst>
        </pc:spChg>
      </pc:sldChg>
      <pc:sldChg chg="add">
        <pc:chgData name="Zheng Fei" userId="d19317889db4c986" providerId="LiveId" clId="{1D948332-0EB7-2C4A-89EA-2D5786B8F07E}" dt="2022-06-07T09:07:11.715" v="19"/>
        <pc:sldMkLst>
          <pc:docMk/>
          <pc:sldMk cId="4162404930" sldId="471"/>
        </pc:sldMkLst>
      </pc:sldChg>
      <pc:sldChg chg="add">
        <pc:chgData name="Zheng Fei" userId="d19317889db4c986" providerId="LiveId" clId="{1D948332-0EB7-2C4A-89EA-2D5786B8F07E}" dt="2022-06-07T09:10:35.031" v="45"/>
        <pc:sldMkLst>
          <pc:docMk/>
          <pc:sldMk cId="866282703" sldId="472"/>
        </pc:sldMkLst>
      </pc:sldChg>
      <pc:sldChg chg="add">
        <pc:chgData name="Zheng Fei" userId="d19317889db4c986" providerId="LiveId" clId="{1D948332-0EB7-2C4A-89EA-2D5786B8F07E}" dt="2022-06-07T09:10:35.031" v="45"/>
        <pc:sldMkLst>
          <pc:docMk/>
          <pc:sldMk cId="633461253" sldId="473"/>
        </pc:sldMkLst>
      </pc:sldChg>
      <pc:sldChg chg="add">
        <pc:chgData name="Zheng Fei" userId="d19317889db4c986" providerId="LiveId" clId="{1D948332-0EB7-2C4A-89EA-2D5786B8F07E}" dt="2022-06-07T09:10:35.031" v="45"/>
        <pc:sldMkLst>
          <pc:docMk/>
          <pc:sldMk cId="3663689735" sldId="474"/>
        </pc:sldMkLst>
      </pc:sldChg>
      <pc:sldChg chg="add">
        <pc:chgData name="Zheng Fei" userId="d19317889db4c986" providerId="LiveId" clId="{1D948332-0EB7-2C4A-89EA-2D5786B8F07E}" dt="2022-06-07T09:11:13.910" v="46"/>
        <pc:sldMkLst>
          <pc:docMk/>
          <pc:sldMk cId="4124036605" sldId="475"/>
        </pc:sldMkLst>
      </pc:sldChg>
      <pc:sldChg chg="add">
        <pc:chgData name="Zheng Fei" userId="d19317889db4c986" providerId="LiveId" clId="{1D948332-0EB7-2C4A-89EA-2D5786B8F07E}" dt="2022-06-07T09:11:13.910" v="46"/>
        <pc:sldMkLst>
          <pc:docMk/>
          <pc:sldMk cId="2984786761" sldId="476"/>
        </pc:sldMkLst>
      </pc:sldChg>
      <pc:sldChg chg="add del">
        <pc:chgData name="Zheng Fei" userId="d19317889db4c986" providerId="LiveId" clId="{1D948332-0EB7-2C4A-89EA-2D5786B8F07E}" dt="2022-06-07T09:11:33.817" v="47" actId="2696"/>
        <pc:sldMkLst>
          <pc:docMk/>
          <pc:sldMk cId="898951025" sldId="477"/>
        </pc:sldMkLst>
      </pc:sldChg>
      <pc:sldChg chg="add">
        <pc:chgData name="Zheng Fei" userId="d19317889db4c986" providerId="LiveId" clId="{1D948332-0EB7-2C4A-89EA-2D5786B8F07E}" dt="2022-06-07T09:11:13.910" v="46"/>
        <pc:sldMkLst>
          <pc:docMk/>
          <pc:sldMk cId="86293710" sldId="478"/>
        </pc:sldMkLst>
      </pc:sldChg>
      <pc:sldChg chg="modSp add">
        <pc:chgData name="Zheng Fei" userId="d19317889db4c986" providerId="LiveId" clId="{1D948332-0EB7-2C4A-89EA-2D5786B8F07E}" dt="2022-06-07T09:12:31.036" v="50"/>
        <pc:sldMkLst>
          <pc:docMk/>
          <pc:sldMk cId="901248136" sldId="479"/>
        </pc:sldMkLst>
        <pc:spChg chg="mod">
          <ac:chgData name="Zheng Fei" userId="d19317889db4c986" providerId="LiveId" clId="{1D948332-0EB7-2C4A-89EA-2D5786B8F07E}" dt="2022-06-07T09:12:31.036" v="50"/>
          <ac:spMkLst>
            <pc:docMk/>
            <pc:sldMk cId="901248136" sldId="479"/>
            <ac:spMk id="5" creationId="{BD65C7C2-3A95-6EBF-5B38-25F9617D0D93}"/>
          </ac:spMkLst>
        </pc:spChg>
      </pc:sldChg>
      <pc:sldChg chg="modSp add mod">
        <pc:chgData name="Zheng Fei" userId="d19317889db4c986" providerId="LiveId" clId="{1D948332-0EB7-2C4A-89EA-2D5786B8F07E}" dt="2022-06-07T09:14:36.806" v="134" actId="1038"/>
        <pc:sldMkLst>
          <pc:docMk/>
          <pc:sldMk cId="2651898088" sldId="480"/>
        </pc:sldMkLst>
        <pc:spChg chg="mod">
          <ac:chgData name="Zheng Fei" userId="d19317889db4c986" providerId="LiveId" clId="{1D948332-0EB7-2C4A-89EA-2D5786B8F07E}" dt="2022-06-07T09:14:36.806" v="134" actId="1038"/>
          <ac:spMkLst>
            <pc:docMk/>
            <pc:sldMk cId="2651898088" sldId="480"/>
            <ac:spMk id="2" creationId="{8CA54579-0146-1C47-D937-9FA8A61E745F}"/>
          </ac:spMkLst>
        </pc:spChg>
        <pc:spChg chg="mod">
          <ac:chgData name="Zheng Fei" userId="d19317889db4c986" providerId="LiveId" clId="{1D948332-0EB7-2C4A-89EA-2D5786B8F07E}" dt="2022-06-07T09:13:04.823" v="51" actId="20577"/>
          <ac:spMkLst>
            <pc:docMk/>
            <pc:sldMk cId="2651898088" sldId="480"/>
            <ac:spMk id="3" creationId="{134E5D6F-4039-1166-CACD-52EA0B71108B}"/>
          </ac:spMkLst>
        </pc:spChg>
        <pc:spChg chg="mod">
          <ac:chgData name="Zheng Fei" userId="d19317889db4c986" providerId="LiveId" clId="{1D948332-0EB7-2C4A-89EA-2D5786B8F07E}" dt="2022-06-07T09:13:48.301" v="83" actId="1038"/>
          <ac:spMkLst>
            <pc:docMk/>
            <pc:sldMk cId="2651898088" sldId="480"/>
            <ac:spMk id="17" creationId="{1E7FAD8F-125C-A2CA-A757-75332A059680}"/>
          </ac:spMkLst>
        </pc:spChg>
        <pc:spChg chg="mod">
          <ac:chgData name="Zheng Fei" userId="d19317889db4c986" providerId="LiveId" clId="{1D948332-0EB7-2C4A-89EA-2D5786B8F07E}" dt="2022-06-07T09:14:25.149" v="128" actId="1038"/>
          <ac:spMkLst>
            <pc:docMk/>
            <pc:sldMk cId="2651898088" sldId="480"/>
            <ac:spMk id="47" creationId="{66A2957B-64A9-7CDD-CDA0-0C89BC7DC395}"/>
          </ac:spMkLst>
        </pc:spChg>
        <pc:cxnChg chg="mod">
          <ac:chgData name="Zheng Fei" userId="d19317889db4c986" providerId="LiveId" clId="{1D948332-0EB7-2C4A-89EA-2D5786B8F07E}" dt="2022-06-07T09:13:43.463" v="69" actId="1038"/>
          <ac:cxnSpMkLst>
            <pc:docMk/>
            <pc:sldMk cId="2651898088" sldId="480"/>
            <ac:cxnSpMk id="16" creationId="{76C4B4E7-D03F-DA4C-1F7A-5A494A68B827}"/>
          </ac:cxnSpMkLst>
        </pc:cxnChg>
        <pc:cxnChg chg="mod">
          <ac:chgData name="Zheng Fei" userId="d19317889db4c986" providerId="LiveId" clId="{1D948332-0EB7-2C4A-89EA-2D5786B8F07E}" dt="2022-06-07T09:14:15.062" v="104" actId="1038"/>
          <ac:cxnSpMkLst>
            <pc:docMk/>
            <pc:sldMk cId="2651898088" sldId="480"/>
            <ac:cxnSpMk id="46" creationId="{E96A8348-3F6F-80D4-0746-056A4774121E}"/>
          </ac:cxnSpMkLst>
        </pc:cxnChg>
      </pc:sldChg>
      <pc:sldChg chg="add">
        <pc:chgData name="Zheng Fei" userId="d19317889db4c986" providerId="LiveId" clId="{1D948332-0EB7-2C4A-89EA-2D5786B8F07E}" dt="2022-06-07T09:11:13.910" v="46"/>
        <pc:sldMkLst>
          <pc:docMk/>
          <pc:sldMk cId="2350342937" sldId="481"/>
        </pc:sldMkLst>
      </pc:sldChg>
      <pc:sldChg chg="modSp add mod">
        <pc:chgData name="Zheng Fei" userId="d19317889db4c986" providerId="LiveId" clId="{1D948332-0EB7-2C4A-89EA-2D5786B8F07E}" dt="2022-06-07T09:18:04.936" v="139" actId="207"/>
        <pc:sldMkLst>
          <pc:docMk/>
          <pc:sldMk cId="4034957788" sldId="482"/>
        </pc:sldMkLst>
        <pc:spChg chg="mod">
          <ac:chgData name="Zheng Fei" userId="d19317889db4c986" providerId="LiveId" clId="{1D948332-0EB7-2C4A-89EA-2D5786B8F07E}" dt="2022-06-07T09:18:04.936" v="139" actId="207"/>
          <ac:spMkLst>
            <pc:docMk/>
            <pc:sldMk cId="4034957788" sldId="482"/>
            <ac:spMk id="4" creationId="{9C64349D-72D7-D272-4637-D26F9BEA881B}"/>
          </ac:spMkLst>
        </pc:spChg>
      </pc:sldChg>
      <pc:sldChg chg="add">
        <pc:chgData name="Zheng Fei" userId="d19317889db4c986" providerId="LiveId" clId="{1D948332-0EB7-2C4A-89EA-2D5786B8F07E}" dt="2022-06-07T09:11:13.910" v="46"/>
        <pc:sldMkLst>
          <pc:docMk/>
          <pc:sldMk cId="676291613" sldId="483"/>
        </pc:sldMkLst>
      </pc:sldChg>
      <pc:sldChg chg="modSp add mod ord">
        <pc:chgData name="Zheng Fei" userId="d19317889db4c986" providerId="LiveId" clId="{1D948332-0EB7-2C4A-89EA-2D5786B8F07E}" dt="2022-06-07T09:22:17.921" v="149" actId="20578"/>
        <pc:sldMkLst>
          <pc:docMk/>
          <pc:sldMk cId="264753939" sldId="484"/>
        </pc:sldMkLst>
        <pc:spChg chg="mod">
          <ac:chgData name="Zheng Fei" userId="d19317889db4c986" providerId="LiveId" clId="{1D948332-0EB7-2C4A-89EA-2D5786B8F07E}" dt="2022-06-07T09:22:09.939" v="148" actId="20577"/>
          <ac:spMkLst>
            <pc:docMk/>
            <pc:sldMk cId="264753939" sldId="484"/>
            <ac:spMk id="4" creationId="{8FD622FA-AEED-2CFD-2BEF-D04408525AE6}"/>
          </ac:spMkLst>
        </pc:spChg>
      </pc:sldChg>
      <pc:sldChg chg="modSp add">
        <pc:chgData name="Zheng Fei" userId="d19317889db4c986" providerId="LiveId" clId="{1D948332-0EB7-2C4A-89EA-2D5786B8F07E}" dt="2022-06-07T09:23:00.086" v="156" actId="20577"/>
        <pc:sldMkLst>
          <pc:docMk/>
          <pc:sldMk cId="352782373" sldId="485"/>
        </pc:sldMkLst>
        <pc:spChg chg="mod">
          <ac:chgData name="Zheng Fei" userId="d19317889db4c986" providerId="LiveId" clId="{1D948332-0EB7-2C4A-89EA-2D5786B8F07E}" dt="2022-06-07T09:23:00.086" v="156" actId="20577"/>
          <ac:spMkLst>
            <pc:docMk/>
            <pc:sldMk cId="352782373" sldId="485"/>
            <ac:spMk id="4" creationId="{8FD622FA-AEED-2CFD-2BEF-D04408525AE6}"/>
          </ac:spMkLst>
        </pc:spChg>
      </pc:sldChg>
      <pc:sldChg chg="addSp delSp modSp add mod ord modAnim">
        <pc:chgData name="Zheng Fei" userId="d19317889db4c986" providerId="LiveId" clId="{1D948332-0EB7-2C4A-89EA-2D5786B8F07E}" dt="2022-06-07T09:47:43.215" v="327" actId="20578"/>
        <pc:sldMkLst>
          <pc:docMk/>
          <pc:sldMk cId="1778580483" sldId="486"/>
        </pc:sldMkLst>
        <pc:spChg chg="add mod">
          <ac:chgData name="Zheng Fei" userId="d19317889db4c986" providerId="LiveId" clId="{1D948332-0EB7-2C4A-89EA-2D5786B8F07E}" dt="2022-06-07T09:47:05.966" v="258" actId="14100"/>
          <ac:spMkLst>
            <pc:docMk/>
            <pc:sldMk cId="1778580483" sldId="486"/>
            <ac:spMk id="17" creationId="{34AEAE1B-A33E-0B7D-F4B4-E38FA811B337}"/>
          </ac:spMkLst>
        </pc:spChg>
        <pc:spChg chg="mod">
          <ac:chgData name="Zheng Fei" userId="d19317889db4c986" providerId="LiveId" clId="{1D948332-0EB7-2C4A-89EA-2D5786B8F07E}" dt="2022-06-07T09:46:18.016" v="252" actId="20577"/>
          <ac:spMkLst>
            <pc:docMk/>
            <pc:sldMk cId="1778580483" sldId="486"/>
            <ac:spMk id="40961" creationId="{191A1EFD-9EEA-9C28-CE40-293CDE1B2FCB}"/>
          </ac:spMkLst>
        </pc:spChg>
        <pc:graphicFrameChg chg="add del mod">
          <ac:chgData name="Zheng Fei" userId="d19317889db4c986" providerId="LiveId" clId="{1D948332-0EB7-2C4A-89EA-2D5786B8F07E}" dt="2022-06-07T09:45:57.837" v="222"/>
          <ac:graphicFrameMkLst>
            <pc:docMk/>
            <pc:sldMk cId="1778580483" sldId="486"/>
            <ac:graphicFrameMk id="15" creationId="{249E2B09-A8AE-52B7-E9AF-F2C1B406512D}"/>
          </ac:graphicFrameMkLst>
        </pc:graphicFrameChg>
        <pc:graphicFrameChg chg="del">
          <ac:chgData name="Zheng Fei" userId="d19317889db4c986" providerId="LiveId" clId="{1D948332-0EB7-2C4A-89EA-2D5786B8F07E}" dt="2022-06-07T09:45:54.574" v="220" actId="21"/>
          <ac:graphicFrameMkLst>
            <pc:docMk/>
            <pc:sldMk cId="1778580483" sldId="486"/>
            <ac:graphicFrameMk id="40962" creationId="{7C0C55EE-9C94-1B5C-1274-89C1647ED426}"/>
          </ac:graphicFrameMkLst>
        </pc:graphicFrameChg>
        <pc:picChg chg="add mod modCrop">
          <ac:chgData name="Zheng Fei" userId="d19317889db4c986" providerId="LiveId" clId="{1D948332-0EB7-2C4A-89EA-2D5786B8F07E}" dt="2022-06-07T09:46:27.263" v="253" actId="732"/>
          <ac:picMkLst>
            <pc:docMk/>
            <pc:sldMk cId="1778580483" sldId="486"/>
            <ac:picMk id="2" creationId="{F7D3CEAF-D185-7D22-3EC4-28FE1DF5F48B}"/>
          </ac:picMkLst>
        </pc:picChg>
      </pc:sldChg>
      <pc:sldChg chg="delSp modSp new mod">
        <pc:chgData name="Zheng Fei" userId="d19317889db4c986" providerId="LiveId" clId="{1D948332-0EB7-2C4A-89EA-2D5786B8F07E}" dt="2022-06-07T09:47:47.443" v="328" actId="478"/>
        <pc:sldMkLst>
          <pc:docMk/>
          <pc:sldMk cId="4207790522" sldId="487"/>
        </pc:sldMkLst>
        <pc:spChg chg="mod">
          <ac:chgData name="Zheng Fei" userId="d19317889db4c986" providerId="LiveId" clId="{1D948332-0EB7-2C4A-89EA-2D5786B8F07E}" dt="2022-06-07T09:47:39.918" v="326" actId="20577"/>
          <ac:spMkLst>
            <pc:docMk/>
            <pc:sldMk cId="4207790522" sldId="487"/>
            <ac:spMk id="2" creationId="{2CF2FD8F-231E-EA48-A6AC-514E4B0DADCF}"/>
          </ac:spMkLst>
        </pc:spChg>
        <pc:spChg chg="del">
          <ac:chgData name="Zheng Fei" userId="d19317889db4c986" providerId="LiveId" clId="{1D948332-0EB7-2C4A-89EA-2D5786B8F07E}" dt="2022-06-07T09:47:47.443" v="328" actId="478"/>
          <ac:spMkLst>
            <pc:docMk/>
            <pc:sldMk cId="4207790522" sldId="487"/>
            <ac:spMk id="3" creationId="{B2A00A46-B1E4-3659-B76D-B8D304275760}"/>
          </ac:spMkLst>
        </pc:spChg>
      </pc:sldChg>
      <pc:sldChg chg="add modAnim">
        <pc:chgData name="Zheng Fei" userId="d19317889db4c986" providerId="LiveId" clId="{1D948332-0EB7-2C4A-89EA-2D5786B8F07E}" dt="2022-06-07T09:52:07.046" v="330"/>
        <pc:sldMkLst>
          <pc:docMk/>
          <pc:sldMk cId="2082928368" sldId="488"/>
        </pc:sldMkLst>
      </pc:sldChg>
      <pc:sldChg chg="modSp new mod">
        <pc:chgData name="Zheng Fei" userId="d19317889db4c986" providerId="LiveId" clId="{1D948332-0EB7-2C4A-89EA-2D5786B8F07E}" dt="2022-06-09T17:56:15.056" v="437" actId="2711"/>
        <pc:sldMkLst>
          <pc:docMk/>
          <pc:sldMk cId="3064658434" sldId="489"/>
        </pc:sldMkLst>
        <pc:spChg chg="mod">
          <ac:chgData name="Zheng Fei" userId="d19317889db4c986" providerId="LiveId" clId="{1D948332-0EB7-2C4A-89EA-2D5786B8F07E}" dt="2022-06-07T09:57:57.528" v="347" actId="20577"/>
          <ac:spMkLst>
            <pc:docMk/>
            <pc:sldMk cId="3064658434" sldId="489"/>
            <ac:spMk id="2" creationId="{118BEE9E-6D26-43D3-90E6-D68736DFF2C1}"/>
          </ac:spMkLst>
        </pc:spChg>
        <pc:spChg chg="mod">
          <ac:chgData name="Zheng Fei" userId="d19317889db4c986" providerId="LiveId" clId="{1D948332-0EB7-2C4A-89EA-2D5786B8F07E}" dt="2022-06-09T17:56:15.056" v="437" actId="2711"/>
          <ac:spMkLst>
            <pc:docMk/>
            <pc:sldMk cId="3064658434" sldId="489"/>
            <ac:spMk id="3" creationId="{CF019BB8-5EC3-C9C0-3574-B2BE9EEDCBAB}"/>
          </ac:spMkLst>
        </pc:spChg>
      </pc:sldChg>
      <pc:sldChg chg="del">
        <pc:chgData name="Zheng Fei" userId="d19317889db4c986" providerId="LiveId" clId="{1D948332-0EB7-2C4A-89EA-2D5786B8F07E}" dt="2022-06-09T17:51:48.302" v="430" actId="2696"/>
        <pc:sldMkLst>
          <pc:docMk/>
          <pc:sldMk cId="2401520465" sldId="492"/>
        </pc:sldMkLst>
      </pc:sldChg>
      <pc:sldChg chg="modSp add">
        <pc:chgData name="Zheng Fei" userId="d19317889db4c986" providerId="LiveId" clId="{1D948332-0EB7-2C4A-89EA-2D5786B8F07E}" dt="2022-06-09T17:44:15.605" v="401" actId="20577"/>
        <pc:sldMkLst>
          <pc:docMk/>
          <pc:sldMk cId="2521904488" sldId="493"/>
        </pc:sldMkLst>
        <pc:spChg chg="mod">
          <ac:chgData name="Zheng Fei" userId="d19317889db4c986" providerId="LiveId" clId="{1D948332-0EB7-2C4A-89EA-2D5786B8F07E}" dt="2022-06-09T17:44:15.605" v="401" actId="20577"/>
          <ac:spMkLst>
            <pc:docMk/>
            <pc:sldMk cId="2521904488" sldId="493"/>
            <ac:spMk id="12" creationId="{3CB9F71D-B7A9-4922-90B6-3161CDE8CA05}"/>
          </ac:spMkLst>
        </pc:spChg>
      </pc:sldChg>
      <pc:sldChg chg="add">
        <pc:chgData name="Zheng Fei" userId="d19317889db4c986" providerId="LiveId" clId="{1D948332-0EB7-2C4A-89EA-2D5786B8F07E}" dt="2022-06-09T17:51:46.249" v="429"/>
        <pc:sldMkLst>
          <pc:docMk/>
          <pc:sldMk cId="1538449821" sldId="494"/>
        </pc:sldMkLst>
      </pc:sldChg>
    </pc:docChg>
  </pc:docChgLst>
  <pc:docChgLst>
    <pc:chgData name="Fei Zheng" userId="d19317889db4c986" providerId="LiveId" clId="{73625C2E-0573-2540-86F6-A258116BE49F}"/>
    <pc:docChg chg="undo custSel addSld delSld modSld sldOrd">
      <pc:chgData name="Fei Zheng" userId="d19317889db4c986" providerId="LiveId" clId="{73625C2E-0573-2540-86F6-A258116BE49F}" dt="2023-05-22T08:45:49.831" v="517"/>
      <pc:docMkLst>
        <pc:docMk/>
      </pc:docMkLst>
      <pc:sldChg chg="modSp">
        <pc:chgData name="Fei Zheng" userId="d19317889db4c986" providerId="LiveId" clId="{73625C2E-0573-2540-86F6-A258116BE49F}" dt="2023-05-22T07:50:07.650" v="26" actId="20577"/>
        <pc:sldMkLst>
          <pc:docMk/>
          <pc:sldMk cId="1869799505" sldId="263"/>
        </pc:sldMkLst>
        <pc:spChg chg="mod">
          <ac:chgData name="Fei Zheng" userId="d19317889db4c986" providerId="LiveId" clId="{73625C2E-0573-2540-86F6-A258116BE49F}" dt="2023-05-22T07:50:07.650" v="26" actId="20577"/>
          <ac:spMkLst>
            <pc:docMk/>
            <pc:sldMk cId="1869799505" sldId="263"/>
            <ac:spMk id="3" creationId="{1E1489C8-85B5-37E4-5FE4-B98DADC7080B}"/>
          </ac:spMkLst>
        </pc:spChg>
      </pc:sldChg>
      <pc:sldChg chg="modSp">
        <pc:chgData name="Fei Zheng" userId="d19317889db4c986" providerId="LiveId" clId="{73625C2E-0573-2540-86F6-A258116BE49F}" dt="2023-05-22T07:52:13.772" v="34" actId="255"/>
        <pc:sldMkLst>
          <pc:docMk/>
          <pc:sldMk cId="3756273904" sldId="264"/>
        </pc:sldMkLst>
        <pc:spChg chg="mod">
          <ac:chgData name="Fei Zheng" userId="d19317889db4c986" providerId="LiveId" clId="{73625C2E-0573-2540-86F6-A258116BE49F}" dt="2023-05-22T07:52:13.772" v="34" actId="255"/>
          <ac:spMkLst>
            <pc:docMk/>
            <pc:sldMk cId="3756273904" sldId="264"/>
            <ac:spMk id="4" creationId="{CBEF9396-861B-BD72-8345-8EE0D17A0E29}"/>
          </ac:spMkLst>
        </pc:spChg>
      </pc:sldChg>
      <pc:sldChg chg="modSp">
        <pc:chgData name="Fei Zheng" userId="d19317889db4c986" providerId="LiveId" clId="{73625C2E-0573-2540-86F6-A258116BE49F}" dt="2023-05-22T07:53:03.811" v="40"/>
        <pc:sldMkLst>
          <pc:docMk/>
          <pc:sldMk cId="999311974" sldId="265"/>
        </pc:sldMkLst>
        <pc:spChg chg="mod">
          <ac:chgData name="Fei Zheng" userId="d19317889db4c986" providerId="LiveId" clId="{73625C2E-0573-2540-86F6-A258116BE49F}" dt="2023-05-22T07:53:03.811" v="40"/>
          <ac:spMkLst>
            <pc:docMk/>
            <pc:sldMk cId="999311974" sldId="265"/>
            <ac:spMk id="4" creationId="{30354C5F-F3D3-18E9-FA42-841333E878A9}"/>
          </ac:spMkLst>
        </pc:spChg>
      </pc:sldChg>
      <pc:sldChg chg="modSp mod">
        <pc:chgData name="Fei Zheng" userId="d19317889db4c986" providerId="LiveId" clId="{73625C2E-0573-2540-86F6-A258116BE49F}" dt="2023-05-22T08:40:56.799" v="490" actId="1076"/>
        <pc:sldMkLst>
          <pc:docMk/>
          <pc:sldMk cId="1624645975" sldId="266"/>
        </pc:sldMkLst>
        <pc:spChg chg="mod">
          <ac:chgData name="Fei Zheng" userId="d19317889db4c986" providerId="LiveId" clId="{73625C2E-0573-2540-86F6-A258116BE49F}" dt="2023-05-22T07:54:36.755" v="56" actId="20577"/>
          <ac:spMkLst>
            <pc:docMk/>
            <pc:sldMk cId="1624645975" sldId="266"/>
            <ac:spMk id="4" creationId="{2A448F43-D6E5-E0EF-ED1F-22F6763C7119}"/>
          </ac:spMkLst>
        </pc:spChg>
        <pc:spChg chg="mod">
          <ac:chgData name="Fei Zheng" userId="d19317889db4c986" providerId="LiveId" clId="{73625C2E-0573-2540-86F6-A258116BE49F}" dt="2023-05-22T08:40:56.799" v="490" actId="1076"/>
          <ac:spMkLst>
            <pc:docMk/>
            <pc:sldMk cId="1624645975" sldId="266"/>
            <ac:spMk id="5" creationId="{3357561C-E0F6-6FF9-1836-B2EE961B90B2}"/>
          </ac:spMkLst>
        </pc:spChg>
      </pc:sldChg>
      <pc:sldChg chg="modSp">
        <pc:chgData name="Fei Zheng" userId="d19317889db4c986" providerId="LiveId" clId="{73625C2E-0573-2540-86F6-A258116BE49F}" dt="2023-05-22T07:56:33.910" v="81" actId="20577"/>
        <pc:sldMkLst>
          <pc:docMk/>
          <pc:sldMk cId="3226337148" sldId="268"/>
        </pc:sldMkLst>
        <pc:spChg chg="mod">
          <ac:chgData name="Fei Zheng" userId="d19317889db4c986" providerId="LiveId" clId="{73625C2E-0573-2540-86F6-A258116BE49F}" dt="2023-05-22T07:56:33.910" v="81" actId="20577"/>
          <ac:spMkLst>
            <pc:docMk/>
            <pc:sldMk cId="3226337148" sldId="268"/>
            <ac:spMk id="4" creationId="{C688116A-66DE-FFDE-9EA2-2E481073D370}"/>
          </ac:spMkLst>
        </pc:spChg>
      </pc:sldChg>
      <pc:sldChg chg="modSp">
        <pc:chgData name="Fei Zheng" userId="d19317889db4c986" providerId="LiveId" clId="{73625C2E-0573-2540-86F6-A258116BE49F}" dt="2023-05-22T07:57:07.360" v="87"/>
        <pc:sldMkLst>
          <pc:docMk/>
          <pc:sldMk cId="294582498" sldId="269"/>
        </pc:sldMkLst>
        <pc:spChg chg="mod">
          <ac:chgData name="Fei Zheng" userId="d19317889db4c986" providerId="LiveId" clId="{73625C2E-0573-2540-86F6-A258116BE49F}" dt="2023-05-22T07:57:07.360" v="87"/>
          <ac:spMkLst>
            <pc:docMk/>
            <pc:sldMk cId="294582498" sldId="269"/>
            <ac:spMk id="3" creationId="{55331348-A8B9-0C5E-E788-501192C67E83}"/>
          </ac:spMkLst>
        </pc:spChg>
      </pc:sldChg>
      <pc:sldChg chg="modSp">
        <pc:chgData name="Fei Zheng" userId="d19317889db4c986" providerId="LiveId" clId="{73625C2E-0573-2540-86F6-A258116BE49F}" dt="2023-05-22T07:57:17.967" v="89" actId="114"/>
        <pc:sldMkLst>
          <pc:docMk/>
          <pc:sldMk cId="814759319" sldId="270"/>
        </pc:sldMkLst>
        <pc:spChg chg="mod">
          <ac:chgData name="Fei Zheng" userId="d19317889db4c986" providerId="LiveId" clId="{73625C2E-0573-2540-86F6-A258116BE49F}" dt="2023-05-22T07:57:17.967" v="89" actId="114"/>
          <ac:spMkLst>
            <pc:docMk/>
            <pc:sldMk cId="814759319" sldId="270"/>
            <ac:spMk id="4" creationId="{C7E7686B-5899-D2D5-5CF5-14234D197492}"/>
          </ac:spMkLst>
        </pc:spChg>
      </pc:sldChg>
      <pc:sldChg chg="modSp mod">
        <pc:chgData name="Fei Zheng" userId="d19317889db4c986" providerId="LiveId" clId="{73625C2E-0573-2540-86F6-A258116BE49F}" dt="2023-05-22T08:35:11.467" v="441" actId="27636"/>
        <pc:sldMkLst>
          <pc:docMk/>
          <pc:sldMk cId="1203354851" sldId="275"/>
        </pc:sldMkLst>
        <pc:spChg chg="mod">
          <ac:chgData name="Fei Zheng" userId="d19317889db4c986" providerId="LiveId" clId="{73625C2E-0573-2540-86F6-A258116BE49F}" dt="2023-05-22T08:35:11.467" v="441" actId="27636"/>
          <ac:spMkLst>
            <pc:docMk/>
            <pc:sldMk cId="1203354851" sldId="275"/>
            <ac:spMk id="4" creationId="{052AF4A6-0A30-8D01-3811-5ADC33711B35}"/>
          </ac:spMkLst>
        </pc:spChg>
      </pc:sldChg>
      <pc:sldChg chg="modSp">
        <pc:chgData name="Fei Zheng" userId="d19317889db4c986" providerId="LiveId" clId="{73625C2E-0573-2540-86F6-A258116BE49F}" dt="2023-05-22T07:42:11.854" v="0" actId="255"/>
        <pc:sldMkLst>
          <pc:docMk/>
          <pc:sldMk cId="1957026071" sldId="280"/>
        </pc:sldMkLst>
        <pc:spChg chg="mod">
          <ac:chgData name="Fei Zheng" userId="d19317889db4c986" providerId="LiveId" clId="{73625C2E-0573-2540-86F6-A258116BE49F}" dt="2023-05-22T07:42:11.854" v="0" actId="255"/>
          <ac:spMkLst>
            <pc:docMk/>
            <pc:sldMk cId="1957026071" sldId="280"/>
            <ac:spMk id="3" creationId="{3C1B9012-DE89-337B-8A60-BF634325EEBF}"/>
          </ac:spMkLst>
        </pc:spChg>
      </pc:sldChg>
      <pc:sldChg chg="modSp">
        <pc:chgData name="Fei Zheng" userId="d19317889db4c986" providerId="LiveId" clId="{73625C2E-0573-2540-86F6-A258116BE49F}" dt="2023-05-22T07:54:06.660" v="50" actId="207"/>
        <pc:sldMkLst>
          <pc:docMk/>
          <pc:sldMk cId="644826575" sldId="286"/>
        </pc:sldMkLst>
        <pc:spChg chg="mod">
          <ac:chgData name="Fei Zheng" userId="d19317889db4c986" providerId="LiveId" clId="{73625C2E-0573-2540-86F6-A258116BE49F}" dt="2023-05-22T07:54:06.660" v="50" actId="207"/>
          <ac:spMkLst>
            <pc:docMk/>
            <pc:sldMk cId="644826575" sldId="286"/>
            <ac:spMk id="4" creationId="{30354C5F-F3D3-18E9-FA42-841333E878A9}"/>
          </ac:spMkLst>
        </pc:spChg>
      </pc:sldChg>
      <pc:sldChg chg="modSp">
        <pc:chgData name="Fei Zheng" userId="d19317889db4c986" providerId="LiveId" clId="{73625C2E-0573-2540-86F6-A258116BE49F}" dt="2023-05-22T07:56:20.784" v="78" actId="20577"/>
        <pc:sldMkLst>
          <pc:docMk/>
          <pc:sldMk cId="1008057070" sldId="287"/>
        </pc:sldMkLst>
        <pc:spChg chg="mod">
          <ac:chgData name="Fei Zheng" userId="d19317889db4c986" providerId="LiveId" clId="{73625C2E-0573-2540-86F6-A258116BE49F}" dt="2023-05-22T07:56:20.784" v="78" actId="20577"/>
          <ac:spMkLst>
            <pc:docMk/>
            <pc:sldMk cId="1008057070" sldId="287"/>
            <ac:spMk id="3" creationId="{C035DC90-89E0-96F6-C8B9-AC7BDF47F55A}"/>
          </ac:spMkLst>
        </pc:spChg>
      </pc:sldChg>
      <pc:sldChg chg="addSp delSp modSp mod delAnim modAnim">
        <pc:chgData name="Fei Zheng" userId="d19317889db4c986" providerId="LiveId" clId="{73625C2E-0573-2540-86F6-A258116BE49F}" dt="2023-05-22T08:44:51.604" v="507"/>
        <pc:sldMkLst>
          <pc:docMk/>
          <pc:sldMk cId="1902181715" sldId="301"/>
        </pc:sldMkLst>
        <pc:spChg chg="del mod">
          <ac:chgData name="Fei Zheng" userId="d19317889db4c986" providerId="LiveId" clId="{73625C2E-0573-2540-86F6-A258116BE49F}" dt="2023-05-22T07:57:43.835" v="92" actId="478"/>
          <ac:spMkLst>
            <pc:docMk/>
            <pc:sldMk cId="1902181715" sldId="301"/>
            <ac:spMk id="2" creationId="{B3BEFAAC-BE9E-3D55-FB6D-4FAE9DD3CBBD}"/>
          </ac:spMkLst>
        </pc:spChg>
        <pc:spChg chg="add mod">
          <ac:chgData name="Fei Zheng" userId="d19317889db4c986" providerId="LiveId" clId="{73625C2E-0573-2540-86F6-A258116BE49F}" dt="2023-05-22T08:44:51.604" v="507"/>
          <ac:spMkLst>
            <pc:docMk/>
            <pc:sldMk cId="1902181715" sldId="301"/>
            <ac:spMk id="3" creationId="{E5D29F2D-4315-F7BF-B2B1-8E1AD8A8AA5F}"/>
          </ac:spMkLst>
        </pc:spChg>
        <pc:spChg chg="mod">
          <ac:chgData name="Fei Zheng" userId="d19317889db4c986" providerId="LiveId" clId="{73625C2E-0573-2540-86F6-A258116BE49F}" dt="2023-05-22T07:58:41.143" v="105" actId="14100"/>
          <ac:spMkLst>
            <pc:docMk/>
            <pc:sldMk cId="1902181715" sldId="301"/>
            <ac:spMk id="40961" creationId="{191A1EFD-9EEA-9C28-CE40-293CDE1B2FCB}"/>
          </ac:spMkLst>
        </pc:spChg>
        <pc:spChg chg="mod">
          <ac:chgData name="Fei Zheng" userId="d19317889db4c986" providerId="LiveId" clId="{73625C2E-0573-2540-86F6-A258116BE49F}" dt="2023-05-22T08:01:03.190" v="117" actId="1076"/>
          <ac:spMkLst>
            <pc:docMk/>
            <pc:sldMk cId="1902181715" sldId="301"/>
            <ac:spMk id="53252" creationId="{5F904C8A-FDF8-64A2-448D-8BDCFBD3B3B1}"/>
          </ac:spMkLst>
        </pc:spChg>
        <pc:spChg chg="mod">
          <ac:chgData name="Fei Zheng" userId="d19317889db4c986" providerId="LiveId" clId="{73625C2E-0573-2540-86F6-A258116BE49F}" dt="2023-05-22T08:01:03.190" v="117" actId="1076"/>
          <ac:spMkLst>
            <pc:docMk/>
            <pc:sldMk cId="1902181715" sldId="301"/>
            <ac:spMk id="53253" creationId="{A4D6C085-25EE-1350-D945-8F721B969128}"/>
          </ac:spMkLst>
        </pc:spChg>
        <pc:spChg chg="mod">
          <ac:chgData name="Fei Zheng" userId="d19317889db4c986" providerId="LiveId" clId="{73625C2E-0573-2540-86F6-A258116BE49F}" dt="2023-05-22T08:01:03.190" v="117" actId="1076"/>
          <ac:spMkLst>
            <pc:docMk/>
            <pc:sldMk cId="1902181715" sldId="301"/>
            <ac:spMk id="53254" creationId="{857DE0F5-D302-F49C-03BF-ACB30B2CF076}"/>
          </ac:spMkLst>
        </pc:spChg>
        <pc:spChg chg="mod">
          <ac:chgData name="Fei Zheng" userId="d19317889db4c986" providerId="LiveId" clId="{73625C2E-0573-2540-86F6-A258116BE49F}" dt="2023-05-22T08:01:06.138" v="118" actId="1076"/>
          <ac:spMkLst>
            <pc:docMk/>
            <pc:sldMk cId="1902181715" sldId="301"/>
            <ac:spMk id="53255" creationId="{522A9EDC-62DB-F940-D8BF-21A3E81D39EA}"/>
          </ac:spMkLst>
        </pc:spChg>
        <pc:spChg chg="mod">
          <ac:chgData name="Fei Zheng" userId="d19317889db4c986" providerId="LiveId" clId="{73625C2E-0573-2540-86F6-A258116BE49F}" dt="2023-05-22T08:01:09.938" v="119" actId="1076"/>
          <ac:spMkLst>
            <pc:docMk/>
            <pc:sldMk cId="1902181715" sldId="301"/>
            <ac:spMk id="53256" creationId="{5F05467F-70EE-1099-2342-621B6CD78215}"/>
          </ac:spMkLst>
        </pc:spChg>
        <pc:spChg chg="mod">
          <ac:chgData name="Fei Zheng" userId="d19317889db4c986" providerId="LiveId" clId="{73625C2E-0573-2540-86F6-A258116BE49F}" dt="2023-05-22T08:01:25.466" v="121" actId="1076"/>
          <ac:spMkLst>
            <pc:docMk/>
            <pc:sldMk cId="1902181715" sldId="301"/>
            <ac:spMk id="53259" creationId="{4CBE40D7-42E1-3C69-5FD4-5F9D726182B0}"/>
          </ac:spMkLst>
        </pc:spChg>
        <pc:spChg chg="mod">
          <ac:chgData name="Fei Zheng" userId="d19317889db4c986" providerId="LiveId" clId="{73625C2E-0573-2540-86F6-A258116BE49F}" dt="2023-05-22T08:01:50.418" v="128" actId="1076"/>
          <ac:spMkLst>
            <pc:docMk/>
            <pc:sldMk cId="1902181715" sldId="301"/>
            <ac:spMk id="53262" creationId="{65AEE20A-49CF-1FC4-B9BB-328A62A29503}"/>
          </ac:spMkLst>
        </pc:spChg>
        <pc:graphicFrameChg chg="mod">
          <ac:chgData name="Fei Zheng" userId="d19317889db4c986" providerId="LiveId" clId="{73625C2E-0573-2540-86F6-A258116BE49F}" dt="2023-05-22T07:57:36.404" v="90" actId="14100"/>
          <ac:graphicFrameMkLst>
            <pc:docMk/>
            <pc:sldMk cId="1902181715" sldId="301"/>
            <ac:graphicFrameMk id="40962" creationId="{7C0C55EE-9C94-1B5C-1274-89C1647ED426}"/>
          </ac:graphicFrameMkLst>
        </pc:graphicFrameChg>
        <pc:graphicFrameChg chg="mod">
          <ac:chgData name="Fei Zheng" userId="d19317889db4c986" providerId="LiveId" clId="{73625C2E-0573-2540-86F6-A258116BE49F}" dt="2023-05-22T08:01:31.525" v="123" actId="1076"/>
          <ac:graphicFrameMkLst>
            <pc:docMk/>
            <pc:sldMk cId="1902181715" sldId="301"/>
            <ac:graphicFrameMk id="53257" creationId="{B3E58E1F-834F-06AE-53A1-10E7B68F0E73}"/>
          </ac:graphicFrameMkLst>
        </pc:graphicFrameChg>
        <pc:graphicFrameChg chg="mod">
          <ac:chgData name="Fei Zheng" userId="d19317889db4c986" providerId="LiveId" clId="{73625C2E-0573-2540-86F6-A258116BE49F}" dt="2023-05-22T08:01:27.497" v="122" actId="1076"/>
          <ac:graphicFrameMkLst>
            <pc:docMk/>
            <pc:sldMk cId="1902181715" sldId="301"/>
            <ac:graphicFrameMk id="53258" creationId="{2F565087-925B-32E2-D159-A50515F9904F}"/>
          </ac:graphicFrameMkLst>
        </pc:graphicFrameChg>
        <pc:graphicFrameChg chg="mod">
          <ac:chgData name="Fei Zheng" userId="d19317889db4c986" providerId="LiveId" clId="{73625C2E-0573-2540-86F6-A258116BE49F}" dt="2023-05-22T07:58:27.458" v="100" actId="1076"/>
          <ac:graphicFrameMkLst>
            <pc:docMk/>
            <pc:sldMk cId="1902181715" sldId="301"/>
            <ac:graphicFrameMk id="53260" creationId="{CD3FDB6F-83F2-38D4-A53A-6793E190407B}"/>
          </ac:graphicFrameMkLst>
        </pc:graphicFrameChg>
        <pc:graphicFrameChg chg="mod">
          <ac:chgData name="Fei Zheng" userId="d19317889db4c986" providerId="LiveId" clId="{73625C2E-0573-2540-86F6-A258116BE49F}" dt="2023-05-22T08:01:44.447" v="125" actId="1076"/>
          <ac:graphicFrameMkLst>
            <pc:docMk/>
            <pc:sldMk cId="1902181715" sldId="301"/>
            <ac:graphicFrameMk id="53261" creationId="{E9DEC310-5A18-3191-EBBC-0BE1118790E8}"/>
          </ac:graphicFrameMkLst>
        </pc:graphicFrameChg>
      </pc:sldChg>
      <pc:sldChg chg="addSp delSp modSp mod">
        <pc:chgData name="Fei Zheng" userId="d19317889db4c986" providerId="LiveId" clId="{73625C2E-0573-2540-86F6-A258116BE49F}" dt="2023-05-22T08:44:53.423" v="508"/>
        <pc:sldMkLst>
          <pc:docMk/>
          <pc:sldMk cId="2755232874" sldId="302"/>
        </pc:sldMkLst>
        <pc:spChg chg="add mod">
          <ac:chgData name="Fei Zheng" userId="d19317889db4c986" providerId="LiveId" clId="{73625C2E-0573-2540-86F6-A258116BE49F}" dt="2023-05-22T07:58:57.588" v="107"/>
          <ac:spMkLst>
            <pc:docMk/>
            <pc:sldMk cId="2755232874" sldId="302"/>
            <ac:spMk id="2" creationId="{7DD2E648-47B4-A0E8-5CD8-8617E4D7FD74}"/>
          </ac:spMkLst>
        </pc:spChg>
        <pc:spChg chg="add mod">
          <ac:chgData name="Fei Zheng" userId="d19317889db4c986" providerId="LiveId" clId="{73625C2E-0573-2540-86F6-A258116BE49F}" dt="2023-05-22T08:44:53.423" v="508"/>
          <ac:spMkLst>
            <pc:docMk/>
            <pc:sldMk cId="2755232874" sldId="302"/>
            <ac:spMk id="4" creationId="{1E3E96CA-E617-43D9-85DD-70A657B746C3}"/>
          </ac:spMkLst>
        </pc:spChg>
        <pc:spChg chg="del">
          <ac:chgData name="Fei Zheng" userId="d19317889db4c986" providerId="LiveId" clId="{73625C2E-0573-2540-86F6-A258116BE49F}" dt="2023-05-22T07:58:51.216" v="106" actId="478"/>
          <ac:spMkLst>
            <pc:docMk/>
            <pc:sldMk cId="2755232874" sldId="302"/>
            <ac:spMk id="12" creationId="{F8F364C0-6A6E-A2CD-20C9-CDC206FDE51B}"/>
          </ac:spMkLst>
        </pc:spChg>
        <pc:spChg chg="mod">
          <ac:chgData name="Fei Zheng" userId="d19317889db4c986" providerId="LiveId" clId="{73625C2E-0573-2540-86F6-A258116BE49F}" dt="2023-05-22T08:02:35.226" v="133" actId="1076"/>
          <ac:spMkLst>
            <pc:docMk/>
            <pc:sldMk cId="2755232874" sldId="302"/>
            <ac:spMk id="41987" creationId="{58362B03-9FC1-E802-9424-6E1DBA4E46E7}"/>
          </ac:spMkLst>
        </pc:spChg>
        <pc:spChg chg="mod">
          <ac:chgData name="Fei Zheng" userId="d19317889db4c986" providerId="LiveId" clId="{73625C2E-0573-2540-86F6-A258116BE49F}" dt="2023-05-22T08:02:46.156" v="134" actId="1076"/>
          <ac:spMkLst>
            <pc:docMk/>
            <pc:sldMk cId="2755232874" sldId="302"/>
            <ac:spMk id="41988" creationId="{934E59FF-2FBD-45A6-E813-4088E76B0FD4}"/>
          </ac:spMkLst>
        </pc:spChg>
        <pc:spChg chg="mod">
          <ac:chgData name="Fei Zheng" userId="d19317889db4c986" providerId="LiveId" clId="{73625C2E-0573-2540-86F6-A258116BE49F}" dt="2023-05-22T08:02:46.156" v="134" actId="1076"/>
          <ac:spMkLst>
            <pc:docMk/>
            <pc:sldMk cId="2755232874" sldId="302"/>
            <ac:spMk id="54278" creationId="{CC18589A-D239-D42E-47F8-FA38C2617614}"/>
          </ac:spMkLst>
        </pc:spChg>
        <pc:spChg chg="mod">
          <ac:chgData name="Fei Zheng" userId="d19317889db4c986" providerId="LiveId" clId="{73625C2E-0573-2540-86F6-A258116BE49F}" dt="2023-05-22T08:02:56.896" v="136" actId="1076"/>
          <ac:spMkLst>
            <pc:docMk/>
            <pc:sldMk cId="2755232874" sldId="302"/>
            <ac:spMk id="54279" creationId="{48C2FE68-1612-6114-8678-F90F96E71061}"/>
          </ac:spMkLst>
        </pc:spChg>
        <pc:spChg chg="mod">
          <ac:chgData name="Fei Zheng" userId="d19317889db4c986" providerId="LiveId" clId="{73625C2E-0573-2540-86F6-A258116BE49F}" dt="2023-05-22T08:03:05.846" v="139" actId="1076"/>
          <ac:spMkLst>
            <pc:docMk/>
            <pc:sldMk cId="2755232874" sldId="302"/>
            <ac:spMk id="54280" creationId="{53213F42-DD23-B59D-8B3A-D285B948874A}"/>
          </ac:spMkLst>
        </pc:spChg>
        <pc:graphicFrameChg chg="add mod">
          <ac:chgData name="Fei Zheng" userId="d19317889db4c986" providerId="LiveId" clId="{73625C2E-0573-2540-86F6-A258116BE49F}" dt="2023-05-22T07:58:57.588" v="107"/>
          <ac:graphicFrameMkLst>
            <pc:docMk/>
            <pc:sldMk cId="2755232874" sldId="302"/>
            <ac:graphicFrameMk id="3" creationId="{F0AABB49-6C48-4762-568E-6F8EF129AEC6}"/>
          </ac:graphicFrameMkLst>
        </pc:graphicFrameChg>
        <pc:graphicFrameChg chg="del">
          <ac:chgData name="Fei Zheng" userId="d19317889db4c986" providerId="LiveId" clId="{73625C2E-0573-2540-86F6-A258116BE49F}" dt="2023-05-22T07:58:51.216" v="106" actId="478"/>
          <ac:graphicFrameMkLst>
            <pc:docMk/>
            <pc:sldMk cId="2755232874" sldId="302"/>
            <ac:graphicFrameMk id="13" creationId="{5C27825B-0BC5-9070-10B8-B123F4B04E33}"/>
          </ac:graphicFrameMkLst>
        </pc:graphicFrameChg>
        <pc:graphicFrameChg chg="mod">
          <ac:chgData name="Fei Zheng" userId="d19317889db4c986" providerId="LiveId" clId="{73625C2E-0573-2540-86F6-A258116BE49F}" dt="2023-05-22T08:02:49.258" v="135" actId="1076"/>
          <ac:graphicFrameMkLst>
            <pc:docMk/>
            <pc:sldMk cId="2755232874" sldId="302"/>
            <ac:graphicFrameMk id="54281" creationId="{FBE21441-FB88-AA5D-D2C6-851BFEEBC3EA}"/>
          </ac:graphicFrameMkLst>
        </pc:graphicFrameChg>
        <pc:graphicFrameChg chg="mod">
          <ac:chgData name="Fei Zheng" userId="d19317889db4c986" providerId="LiveId" clId="{73625C2E-0573-2540-86F6-A258116BE49F}" dt="2023-05-22T08:03:00.197" v="137" actId="1076"/>
          <ac:graphicFrameMkLst>
            <pc:docMk/>
            <pc:sldMk cId="2755232874" sldId="302"/>
            <ac:graphicFrameMk id="54282" creationId="{D9B47884-4754-CF5F-AF36-158882C661B6}"/>
          </ac:graphicFrameMkLst>
        </pc:graphicFrameChg>
        <pc:graphicFrameChg chg="mod">
          <ac:chgData name="Fei Zheng" userId="d19317889db4c986" providerId="LiveId" clId="{73625C2E-0573-2540-86F6-A258116BE49F}" dt="2023-05-22T08:03:03.430" v="138" actId="1076"/>
          <ac:graphicFrameMkLst>
            <pc:docMk/>
            <pc:sldMk cId="2755232874" sldId="302"/>
            <ac:graphicFrameMk id="54283" creationId="{611233D9-6B7D-FEA0-BE04-D6914671D81A}"/>
          </ac:graphicFrameMkLst>
        </pc:graphicFrameChg>
      </pc:sldChg>
      <pc:sldChg chg="addSp delSp modSp mod">
        <pc:chgData name="Fei Zheng" userId="d19317889db4c986" providerId="LiveId" clId="{73625C2E-0573-2540-86F6-A258116BE49F}" dt="2023-05-22T08:44:55.150" v="509"/>
        <pc:sldMkLst>
          <pc:docMk/>
          <pc:sldMk cId="1964094694" sldId="303"/>
        </pc:sldMkLst>
        <pc:spChg chg="add mod">
          <ac:chgData name="Fei Zheng" userId="d19317889db4c986" providerId="LiveId" clId="{73625C2E-0573-2540-86F6-A258116BE49F}" dt="2023-05-22T07:59:04.868" v="109"/>
          <ac:spMkLst>
            <pc:docMk/>
            <pc:sldMk cId="1964094694" sldId="303"/>
            <ac:spMk id="2" creationId="{D1761725-B50A-A792-5019-93713196B411}"/>
          </ac:spMkLst>
        </pc:spChg>
        <pc:spChg chg="add mod">
          <ac:chgData name="Fei Zheng" userId="d19317889db4c986" providerId="LiveId" clId="{73625C2E-0573-2540-86F6-A258116BE49F}" dt="2023-05-22T08:44:55.150" v="509"/>
          <ac:spMkLst>
            <pc:docMk/>
            <pc:sldMk cId="1964094694" sldId="303"/>
            <ac:spMk id="4" creationId="{F17623D9-FE00-A94F-A75E-26F53F304676}"/>
          </ac:spMkLst>
        </pc:spChg>
        <pc:spChg chg="del">
          <ac:chgData name="Fei Zheng" userId="d19317889db4c986" providerId="LiveId" clId="{73625C2E-0573-2540-86F6-A258116BE49F}" dt="2023-05-22T07:59:04.409" v="108" actId="478"/>
          <ac:spMkLst>
            <pc:docMk/>
            <pc:sldMk cId="1964094694" sldId="303"/>
            <ac:spMk id="13" creationId="{FC5361FA-4256-D319-C8B7-2B3F5B192A03}"/>
          </ac:spMkLst>
        </pc:spChg>
        <pc:spChg chg="mod">
          <ac:chgData name="Fei Zheng" userId="d19317889db4c986" providerId="LiveId" clId="{73625C2E-0573-2540-86F6-A258116BE49F}" dt="2023-05-22T08:03:25.330" v="140" actId="1076"/>
          <ac:spMkLst>
            <pc:docMk/>
            <pc:sldMk cId="1964094694" sldId="303"/>
            <ac:spMk id="43011" creationId="{99254A8D-9254-F181-C5B1-2305995020A5}"/>
          </ac:spMkLst>
        </pc:spChg>
        <pc:spChg chg="mod">
          <ac:chgData name="Fei Zheng" userId="d19317889db4c986" providerId="LiveId" clId="{73625C2E-0573-2540-86F6-A258116BE49F}" dt="2023-05-22T08:03:32.251" v="141" actId="1076"/>
          <ac:spMkLst>
            <pc:docMk/>
            <pc:sldMk cId="1964094694" sldId="303"/>
            <ac:spMk id="43012" creationId="{27329D2F-F5A7-64FF-6175-DF5EC630955B}"/>
          </ac:spMkLst>
        </pc:spChg>
        <pc:spChg chg="mod">
          <ac:chgData name="Fei Zheng" userId="d19317889db4c986" providerId="LiveId" clId="{73625C2E-0573-2540-86F6-A258116BE49F}" dt="2023-05-22T08:03:32.251" v="141" actId="1076"/>
          <ac:spMkLst>
            <pc:docMk/>
            <pc:sldMk cId="1964094694" sldId="303"/>
            <ac:spMk id="55302" creationId="{3F4C08A5-96D7-E102-1DD4-058F9ABB6C50}"/>
          </ac:spMkLst>
        </pc:spChg>
        <pc:spChg chg="mod">
          <ac:chgData name="Fei Zheng" userId="d19317889db4c986" providerId="LiveId" clId="{73625C2E-0573-2540-86F6-A258116BE49F}" dt="2023-05-22T08:03:37.298" v="143" actId="1076"/>
          <ac:spMkLst>
            <pc:docMk/>
            <pc:sldMk cId="1964094694" sldId="303"/>
            <ac:spMk id="55303" creationId="{43C351E9-7532-5B25-7BC3-362C4EA7C947}"/>
          </ac:spMkLst>
        </pc:spChg>
        <pc:spChg chg="mod">
          <ac:chgData name="Fei Zheng" userId="d19317889db4c986" providerId="LiveId" clId="{73625C2E-0573-2540-86F6-A258116BE49F}" dt="2023-05-22T08:03:47.704" v="149" actId="404"/>
          <ac:spMkLst>
            <pc:docMk/>
            <pc:sldMk cId="1964094694" sldId="303"/>
            <ac:spMk id="55304" creationId="{CB5023A7-B255-39F7-DF1C-F77B185466C5}"/>
          </ac:spMkLst>
        </pc:spChg>
        <pc:graphicFrameChg chg="add mod">
          <ac:chgData name="Fei Zheng" userId="d19317889db4c986" providerId="LiveId" clId="{73625C2E-0573-2540-86F6-A258116BE49F}" dt="2023-05-22T07:59:04.868" v="109"/>
          <ac:graphicFrameMkLst>
            <pc:docMk/>
            <pc:sldMk cId="1964094694" sldId="303"/>
            <ac:graphicFrameMk id="3" creationId="{9527D623-4151-D21B-2D31-B3EB471DB2C5}"/>
          </ac:graphicFrameMkLst>
        </pc:graphicFrameChg>
        <pc:graphicFrameChg chg="del">
          <ac:chgData name="Fei Zheng" userId="d19317889db4c986" providerId="LiveId" clId="{73625C2E-0573-2540-86F6-A258116BE49F}" dt="2023-05-22T07:59:04.409" v="108" actId="478"/>
          <ac:graphicFrameMkLst>
            <pc:docMk/>
            <pc:sldMk cId="1964094694" sldId="303"/>
            <ac:graphicFrameMk id="14" creationId="{F58B28DB-DEB9-42F0-CEB5-2221949DA3F0}"/>
          </ac:graphicFrameMkLst>
        </pc:graphicFrameChg>
        <pc:graphicFrameChg chg="mod">
          <ac:chgData name="Fei Zheng" userId="d19317889db4c986" providerId="LiveId" clId="{73625C2E-0573-2540-86F6-A258116BE49F}" dt="2023-05-22T08:03:32.251" v="141" actId="1076"/>
          <ac:graphicFrameMkLst>
            <pc:docMk/>
            <pc:sldMk cId="1964094694" sldId="303"/>
            <ac:graphicFrameMk id="55305" creationId="{C005EC9A-25DB-74A2-B00A-B98430D1C7A7}"/>
          </ac:graphicFrameMkLst>
        </pc:graphicFrameChg>
        <pc:graphicFrameChg chg="mod">
          <ac:chgData name="Fei Zheng" userId="d19317889db4c986" providerId="LiveId" clId="{73625C2E-0573-2540-86F6-A258116BE49F}" dt="2023-05-22T08:03:34.445" v="142" actId="1076"/>
          <ac:graphicFrameMkLst>
            <pc:docMk/>
            <pc:sldMk cId="1964094694" sldId="303"/>
            <ac:graphicFrameMk id="55306" creationId="{0EAE40BD-4127-2D24-8549-4598B36F06AA}"/>
          </ac:graphicFrameMkLst>
        </pc:graphicFrameChg>
        <pc:graphicFrameChg chg="mod">
          <ac:chgData name="Fei Zheng" userId="d19317889db4c986" providerId="LiveId" clId="{73625C2E-0573-2540-86F6-A258116BE49F}" dt="2023-05-22T08:03:39.335" v="144" actId="14100"/>
          <ac:graphicFrameMkLst>
            <pc:docMk/>
            <pc:sldMk cId="1964094694" sldId="303"/>
            <ac:graphicFrameMk id="55307" creationId="{01438509-28D2-40A9-05CB-14FE971F2981}"/>
          </ac:graphicFrameMkLst>
        </pc:graphicFrameChg>
        <pc:graphicFrameChg chg="mod">
          <ac:chgData name="Fei Zheng" userId="d19317889db4c986" providerId="LiveId" clId="{73625C2E-0573-2540-86F6-A258116BE49F}" dt="2023-05-22T08:03:43.345" v="147" actId="1076"/>
          <ac:graphicFrameMkLst>
            <pc:docMk/>
            <pc:sldMk cId="1964094694" sldId="303"/>
            <ac:graphicFrameMk id="55308" creationId="{292C3CCE-DFFE-A387-99FE-8F145DF2E023}"/>
          </ac:graphicFrameMkLst>
        </pc:graphicFrameChg>
      </pc:sldChg>
      <pc:sldChg chg="addSp modSp mod ord">
        <pc:chgData name="Fei Zheng" userId="d19317889db4c986" providerId="LiveId" clId="{73625C2E-0573-2540-86F6-A258116BE49F}" dt="2023-05-22T08:43:02.144" v="492" actId="2085"/>
        <pc:sldMkLst>
          <pc:docMk/>
          <pc:sldMk cId="1784278897" sldId="304"/>
        </pc:sldMkLst>
        <pc:spChg chg="add mod">
          <ac:chgData name="Fei Zheng" userId="d19317889db4c986" providerId="LiveId" clId="{73625C2E-0573-2540-86F6-A258116BE49F}" dt="2023-05-22T08:43:02.144" v="492" actId="2085"/>
          <ac:spMkLst>
            <pc:docMk/>
            <pc:sldMk cId="1784278897" sldId="304"/>
            <ac:spMk id="2" creationId="{BDB29DE0-DC66-FE74-A6FA-C58C18C37144}"/>
          </ac:spMkLst>
        </pc:spChg>
        <pc:spChg chg="mod">
          <ac:chgData name="Fei Zheng" userId="d19317889db4c986" providerId="LiveId" clId="{73625C2E-0573-2540-86F6-A258116BE49F}" dt="2023-05-22T08:00:22.161" v="113" actId="1076"/>
          <ac:spMkLst>
            <pc:docMk/>
            <pc:sldMk cId="1784278897" sldId="304"/>
            <ac:spMk id="56323" creationId="{6D4E18E2-AC74-2B26-5D95-7BD977AE084F}"/>
          </ac:spMkLst>
        </pc:spChg>
        <pc:spChg chg="mod">
          <ac:chgData name="Fei Zheng" userId="d19317889db4c986" providerId="LiveId" clId="{73625C2E-0573-2540-86F6-A258116BE49F}" dt="2023-05-22T08:00:22.161" v="113" actId="1076"/>
          <ac:spMkLst>
            <pc:docMk/>
            <pc:sldMk cId="1784278897" sldId="304"/>
            <ac:spMk id="56324" creationId="{6585222E-15EF-8B8C-06F7-2983A444E5CF}"/>
          </ac:spMkLst>
        </pc:spChg>
        <pc:spChg chg="mod">
          <ac:chgData name="Fei Zheng" userId="d19317889db4c986" providerId="LiveId" clId="{73625C2E-0573-2540-86F6-A258116BE49F}" dt="2023-05-22T08:00:22.161" v="113" actId="1076"/>
          <ac:spMkLst>
            <pc:docMk/>
            <pc:sldMk cId="1784278897" sldId="304"/>
            <ac:spMk id="56325" creationId="{84268759-7AB5-93C6-763C-89BBEFBE6F3B}"/>
          </ac:spMkLst>
        </pc:spChg>
        <pc:spChg chg="mod">
          <ac:chgData name="Fei Zheng" userId="d19317889db4c986" providerId="LiveId" clId="{73625C2E-0573-2540-86F6-A258116BE49F}" dt="2023-05-22T08:00:29.891" v="114" actId="1076"/>
          <ac:spMkLst>
            <pc:docMk/>
            <pc:sldMk cId="1784278897" sldId="304"/>
            <ac:spMk id="56327" creationId="{8AC5A0C5-A4C4-ACBF-9C41-0294610630F1}"/>
          </ac:spMkLst>
        </pc:spChg>
        <pc:spChg chg="mod">
          <ac:chgData name="Fei Zheng" userId="d19317889db4c986" providerId="LiveId" clId="{73625C2E-0573-2540-86F6-A258116BE49F}" dt="2023-05-22T08:00:43.573" v="115" actId="1076"/>
          <ac:spMkLst>
            <pc:docMk/>
            <pc:sldMk cId="1784278897" sldId="304"/>
            <ac:spMk id="56329" creationId="{76B92970-3EA4-E4DD-98D2-F59B409A9EEF}"/>
          </ac:spMkLst>
        </pc:spChg>
        <pc:spChg chg="mod">
          <ac:chgData name="Fei Zheng" userId="d19317889db4c986" providerId="LiveId" clId="{73625C2E-0573-2540-86F6-A258116BE49F}" dt="2023-05-22T08:00:48.981" v="116" actId="1076"/>
          <ac:spMkLst>
            <pc:docMk/>
            <pc:sldMk cId="1784278897" sldId="304"/>
            <ac:spMk id="56331" creationId="{2CFB2A4F-2F96-EEB3-ACD2-74AA28751C10}"/>
          </ac:spMkLst>
        </pc:spChg>
        <pc:graphicFrameChg chg="mod">
          <ac:chgData name="Fei Zheng" userId="d19317889db4c986" providerId="LiveId" clId="{73625C2E-0573-2540-86F6-A258116BE49F}" dt="2023-05-22T08:00:22.161" v="113" actId="1076"/>
          <ac:graphicFrameMkLst>
            <pc:docMk/>
            <pc:sldMk cId="1784278897" sldId="304"/>
            <ac:graphicFrameMk id="56326" creationId="{9BA85DED-90C8-F039-D256-D444F41A199B}"/>
          </ac:graphicFrameMkLst>
        </pc:graphicFrameChg>
        <pc:graphicFrameChg chg="mod">
          <ac:chgData name="Fei Zheng" userId="d19317889db4c986" providerId="LiveId" clId="{73625C2E-0573-2540-86F6-A258116BE49F}" dt="2023-05-22T08:00:43.573" v="115" actId="1076"/>
          <ac:graphicFrameMkLst>
            <pc:docMk/>
            <pc:sldMk cId="1784278897" sldId="304"/>
            <ac:graphicFrameMk id="56328" creationId="{0E3B6BAD-B663-35AA-162B-36CCBD384942}"/>
          </ac:graphicFrameMkLst>
        </pc:graphicFrameChg>
        <pc:graphicFrameChg chg="mod">
          <ac:chgData name="Fei Zheng" userId="d19317889db4c986" providerId="LiveId" clId="{73625C2E-0573-2540-86F6-A258116BE49F}" dt="2023-05-22T08:00:48.981" v="116" actId="1076"/>
          <ac:graphicFrameMkLst>
            <pc:docMk/>
            <pc:sldMk cId="1784278897" sldId="304"/>
            <ac:graphicFrameMk id="56330" creationId="{938ED5C7-97BA-73D2-5E50-987F8175A638}"/>
          </ac:graphicFrameMkLst>
        </pc:graphicFrameChg>
      </pc:sldChg>
      <pc:sldChg chg="addSp modSp ord">
        <pc:chgData name="Fei Zheng" userId="d19317889db4c986" providerId="LiveId" clId="{73625C2E-0573-2540-86F6-A258116BE49F}" dt="2023-05-22T08:45:49.831" v="517"/>
        <pc:sldMkLst>
          <pc:docMk/>
          <pc:sldMk cId="611270005" sldId="305"/>
        </pc:sldMkLst>
        <pc:spChg chg="add mod">
          <ac:chgData name="Fei Zheng" userId="d19317889db4c986" providerId="LiveId" clId="{73625C2E-0573-2540-86F6-A258116BE49F}" dt="2023-05-22T08:45:49.831" v="517"/>
          <ac:spMkLst>
            <pc:docMk/>
            <pc:sldMk cId="611270005" sldId="305"/>
            <ac:spMk id="2" creationId="{58192DC2-6418-8C9B-78CE-61445CCB009C}"/>
          </ac:spMkLst>
        </pc:spChg>
        <pc:spChg chg="mod">
          <ac:chgData name="Fei Zheng" userId="d19317889db4c986" providerId="LiveId" clId="{73625C2E-0573-2540-86F6-A258116BE49F}" dt="2023-05-22T08:21:37.532" v="433" actId="113"/>
          <ac:spMkLst>
            <pc:docMk/>
            <pc:sldMk cId="611270005" sldId="305"/>
            <ac:spMk id="45057" creationId="{DEC7D61F-2605-8848-D8E0-CA9BEB09C99C}"/>
          </ac:spMkLst>
        </pc:spChg>
        <pc:spChg chg="mod">
          <ac:chgData name="Fei Zheng" userId="d19317889db4c986" providerId="LiveId" clId="{73625C2E-0573-2540-86F6-A258116BE49F}" dt="2023-05-22T08:37:07.857" v="465" actId="1036"/>
          <ac:spMkLst>
            <pc:docMk/>
            <pc:sldMk cId="611270005" sldId="305"/>
            <ac:spMk id="45076" creationId="{A52FF7BF-2A1E-1819-0059-B61F1E9ABED7}"/>
          </ac:spMkLst>
        </pc:spChg>
        <pc:spChg chg="mod">
          <ac:chgData name="Fei Zheng" userId="d19317889db4c986" providerId="LiveId" clId="{73625C2E-0573-2540-86F6-A258116BE49F}" dt="2023-05-22T08:37:07.857" v="465" actId="1036"/>
          <ac:spMkLst>
            <pc:docMk/>
            <pc:sldMk cId="611270005" sldId="305"/>
            <ac:spMk id="45077" creationId="{4124BDD4-31C9-027F-C6F4-ED1B75D7CA3F}"/>
          </ac:spMkLst>
        </pc:spChg>
        <pc:spChg chg="mod">
          <ac:chgData name="Fei Zheng" userId="d19317889db4c986" providerId="LiveId" clId="{73625C2E-0573-2540-86F6-A258116BE49F}" dt="2023-05-22T08:21:37.532" v="433" actId="113"/>
          <ac:spMkLst>
            <pc:docMk/>
            <pc:sldMk cId="611270005" sldId="305"/>
            <ac:spMk id="57347" creationId="{865C91B3-A344-8F70-616B-29B55952E87A}"/>
          </ac:spMkLst>
        </pc:spChg>
        <pc:spChg chg="mod">
          <ac:chgData name="Fei Zheng" userId="d19317889db4c986" providerId="LiveId" clId="{73625C2E-0573-2540-86F6-A258116BE49F}" dt="2023-05-22T08:21:37.532" v="433" actId="113"/>
          <ac:spMkLst>
            <pc:docMk/>
            <pc:sldMk cId="611270005" sldId="305"/>
            <ac:spMk id="57348" creationId="{7344F63A-0020-BF66-5157-8FEDD5041C7B}"/>
          </ac:spMkLst>
        </pc:spChg>
        <pc:spChg chg="mod">
          <ac:chgData name="Fei Zheng" userId="d19317889db4c986" providerId="LiveId" clId="{73625C2E-0573-2540-86F6-A258116BE49F}" dt="2023-05-22T08:21:37.532" v="433" actId="113"/>
          <ac:spMkLst>
            <pc:docMk/>
            <pc:sldMk cId="611270005" sldId="305"/>
            <ac:spMk id="57349" creationId="{D5F08DD9-3EC4-CDF0-C071-9D49FFFF1B16}"/>
          </ac:spMkLst>
        </pc:spChg>
        <pc:spChg chg="mod">
          <ac:chgData name="Fei Zheng" userId="d19317889db4c986" providerId="LiveId" clId="{73625C2E-0573-2540-86F6-A258116BE49F}" dt="2023-05-22T08:21:37.532" v="433" actId="113"/>
          <ac:spMkLst>
            <pc:docMk/>
            <pc:sldMk cId="611270005" sldId="305"/>
            <ac:spMk id="57351" creationId="{381132A8-2A4E-95FC-CB86-336F57B5761D}"/>
          </ac:spMkLst>
        </pc:spChg>
        <pc:spChg chg="mod">
          <ac:chgData name="Fei Zheng" userId="d19317889db4c986" providerId="LiveId" clId="{73625C2E-0573-2540-86F6-A258116BE49F}" dt="2023-05-22T08:37:02.634" v="455" actId="1036"/>
          <ac:spMkLst>
            <pc:docMk/>
            <pc:sldMk cId="611270005" sldId="305"/>
            <ac:spMk id="57352" creationId="{FCE54A54-3F93-E232-9746-5A33985AC260}"/>
          </ac:spMkLst>
        </pc:spChg>
        <pc:spChg chg="mod">
          <ac:chgData name="Fei Zheng" userId="d19317889db4c986" providerId="LiveId" clId="{73625C2E-0573-2540-86F6-A258116BE49F}" dt="2023-05-22T08:37:02.634" v="455" actId="1036"/>
          <ac:spMkLst>
            <pc:docMk/>
            <pc:sldMk cId="611270005" sldId="305"/>
            <ac:spMk id="57353" creationId="{8C0127E1-6C8F-4CA9-86A2-C4BB919D73ED}"/>
          </ac:spMkLst>
        </pc:spChg>
        <pc:spChg chg="mod">
          <ac:chgData name="Fei Zheng" userId="d19317889db4c986" providerId="LiveId" clId="{73625C2E-0573-2540-86F6-A258116BE49F}" dt="2023-05-22T08:37:02.634" v="455" actId="1036"/>
          <ac:spMkLst>
            <pc:docMk/>
            <pc:sldMk cId="611270005" sldId="305"/>
            <ac:spMk id="57355" creationId="{25F2252D-1860-DE5E-C692-CC9E09E9ED1A}"/>
          </ac:spMkLst>
        </pc:spChg>
        <pc:spChg chg="mod">
          <ac:chgData name="Fei Zheng" userId="d19317889db4c986" providerId="LiveId" clId="{73625C2E-0573-2540-86F6-A258116BE49F}" dt="2023-05-22T08:37:07.857" v="465" actId="1036"/>
          <ac:spMkLst>
            <pc:docMk/>
            <pc:sldMk cId="611270005" sldId="305"/>
            <ac:spMk id="57356" creationId="{57E0C892-3F26-CBDC-9BA5-A42F73BC3ED6}"/>
          </ac:spMkLst>
        </pc:spChg>
        <pc:spChg chg="mod">
          <ac:chgData name="Fei Zheng" userId="d19317889db4c986" providerId="LiveId" clId="{73625C2E-0573-2540-86F6-A258116BE49F}" dt="2023-05-22T08:37:07.857" v="465" actId="1036"/>
          <ac:spMkLst>
            <pc:docMk/>
            <pc:sldMk cId="611270005" sldId="305"/>
            <ac:spMk id="57361" creationId="{3F93C10C-DF39-DA45-816B-BF5E154295E1}"/>
          </ac:spMkLst>
        </pc:spChg>
        <pc:spChg chg="mod">
          <ac:chgData name="Fei Zheng" userId="d19317889db4c986" providerId="LiveId" clId="{73625C2E-0573-2540-86F6-A258116BE49F}" dt="2023-05-22T08:37:07.857" v="465" actId="1036"/>
          <ac:spMkLst>
            <pc:docMk/>
            <pc:sldMk cId="611270005" sldId="305"/>
            <ac:spMk id="57362" creationId="{38C58677-2995-A8E1-2F6A-F6AF6C7FF25D}"/>
          </ac:spMkLst>
        </pc:spChg>
        <pc:spChg chg="mod">
          <ac:chgData name="Fei Zheng" userId="d19317889db4c986" providerId="LiveId" clId="{73625C2E-0573-2540-86F6-A258116BE49F}" dt="2023-05-22T08:37:15.080" v="476" actId="1036"/>
          <ac:spMkLst>
            <pc:docMk/>
            <pc:sldMk cId="611270005" sldId="305"/>
            <ac:spMk id="57363" creationId="{51A2E987-B046-F30C-58A6-BFE52D65BC5F}"/>
          </ac:spMkLst>
        </pc:spChg>
        <pc:spChg chg="mod">
          <ac:chgData name="Fei Zheng" userId="d19317889db4c986" providerId="LiveId" clId="{73625C2E-0573-2540-86F6-A258116BE49F}" dt="2023-05-22T08:37:15.080" v="476" actId="1036"/>
          <ac:spMkLst>
            <pc:docMk/>
            <pc:sldMk cId="611270005" sldId="305"/>
            <ac:spMk id="57364" creationId="{CD1938A8-FA35-D19A-955D-250C4DAF9C54}"/>
          </ac:spMkLst>
        </pc:spChg>
        <pc:spChg chg="mod">
          <ac:chgData name="Fei Zheng" userId="d19317889db4c986" providerId="LiveId" clId="{73625C2E-0573-2540-86F6-A258116BE49F}" dt="2023-05-22T08:37:15.080" v="476" actId="1036"/>
          <ac:spMkLst>
            <pc:docMk/>
            <pc:sldMk cId="611270005" sldId="305"/>
            <ac:spMk id="57366" creationId="{28C143A1-A7A6-3863-702E-FD1DE6FA1EE8}"/>
          </ac:spMkLst>
        </pc:spChg>
        <pc:grpChg chg="mod">
          <ac:chgData name="Fei Zheng" userId="d19317889db4c986" providerId="LiveId" clId="{73625C2E-0573-2540-86F6-A258116BE49F}" dt="2023-05-22T08:37:07.857" v="465" actId="1036"/>
          <ac:grpSpMkLst>
            <pc:docMk/>
            <pc:sldMk cId="611270005" sldId="305"/>
            <ac:grpSpMk id="57358" creationId="{2EF63833-3C66-DA05-0CB4-8F4F3FFE55EC}"/>
          </ac:grpSpMkLst>
        </pc:grpChg>
        <pc:graphicFrameChg chg="mod">
          <ac:chgData name="Fei Zheng" userId="d19317889db4c986" providerId="LiveId" clId="{73625C2E-0573-2540-86F6-A258116BE49F}" dt="2023-05-22T08:21:37.532" v="433" actId="113"/>
          <ac:graphicFrameMkLst>
            <pc:docMk/>
            <pc:sldMk cId="611270005" sldId="305"/>
            <ac:graphicFrameMk id="57350" creationId="{8179674C-5AE9-C64B-2F48-EC4B948473FE}"/>
          </ac:graphicFrameMkLst>
        </pc:graphicFrameChg>
        <pc:graphicFrameChg chg="mod">
          <ac:chgData name="Fei Zheng" userId="d19317889db4c986" providerId="LiveId" clId="{73625C2E-0573-2540-86F6-A258116BE49F}" dt="2023-05-22T08:37:02.634" v="455" actId="1036"/>
          <ac:graphicFrameMkLst>
            <pc:docMk/>
            <pc:sldMk cId="611270005" sldId="305"/>
            <ac:graphicFrameMk id="57354" creationId="{0BF0E05E-8DFB-EE03-3872-140DE0B17FE8}"/>
          </ac:graphicFrameMkLst>
        </pc:graphicFrameChg>
        <pc:graphicFrameChg chg="mod">
          <ac:chgData name="Fei Zheng" userId="d19317889db4c986" providerId="LiveId" clId="{73625C2E-0573-2540-86F6-A258116BE49F}" dt="2023-05-22T08:37:07.857" v="465" actId="1036"/>
          <ac:graphicFrameMkLst>
            <pc:docMk/>
            <pc:sldMk cId="611270005" sldId="305"/>
            <ac:graphicFrameMk id="57357" creationId="{601E2819-ABA3-FC12-3C62-1469DD5F477E}"/>
          </ac:graphicFrameMkLst>
        </pc:graphicFrameChg>
        <pc:graphicFrameChg chg="mod">
          <ac:chgData name="Fei Zheng" userId="d19317889db4c986" providerId="LiveId" clId="{73625C2E-0573-2540-86F6-A258116BE49F}" dt="2023-05-22T08:37:15.080" v="476" actId="1036"/>
          <ac:graphicFrameMkLst>
            <pc:docMk/>
            <pc:sldMk cId="611270005" sldId="305"/>
            <ac:graphicFrameMk id="57365" creationId="{643B0C27-0818-7C29-0F48-B8F62517D319}"/>
          </ac:graphicFrameMkLst>
        </pc:graphicFrameChg>
      </pc:sldChg>
      <pc:sldChg chg="addSp modSp">
        <pc:chgData name="Fei Zheng" userId="d19317889db4c986" providerId="LiveId" clId="{73625C2E-0573-2540-86F6-A258116BE49F}" dt="2023-05-22T08:43:34.753" v="496"/>
        <pc:sldMkLst>
          <pc:docMk/>
          <pc:sldMk cId="1423296912" sldId="448"/>
        </pc:sldMkLst>
        <pc:spChg chg="add mod">
          <ac:chgData name="Fei Zheng" userId="d19317889db4c986" providerId="LiveId" clId="{73625C2E-0573-2540-86F6-A258116BE49F}" dt="2023-05-22T08:43:34.753" v="496"/>
          <ac:spMkLst>
            <pc:docMk/>
            <pc:sldMk cId="1423296912" sldId="448"/>
            <ac:spMk id="3" creationId="{39961D81-0693-2688-24F5-A00655688054}"/>
          </ac:spMkLst>
        </pc:spChg>
      </pc:sldChg>
      <pc:sldChg chg="addSp modSp">
        <pc:chgData name="Fei Zheng" userId="d19317889db4c986" providerId="LiveId" clId="{73625C2E-0573-2540-86F6-A258116BE49F}" dt="2023-05-22T08:43:32.356" v="495"/>
        <pc:sldMkLst>
          <pc:docMk/>
          <pc:sldMk cId="1341387970" sldId="449"/>
        </pc:sldMkLst>
        <pc:spChg chg="add mod">
          <ac:chgData name="Fei Zheng" userId="d19317889db4c986" providerId="LiveId" clId="{73625C2E-0573-2540-86F6-A258116BE49F}" dt="2023-05-22T08:43:32.356" v="495"/>
          <ac:spMkLst>
            <pc:docMk/>
            <pc:sldMk cId="1341387970" sldId="449"/>
            <ac:spMk id="2" creationId="{2B088567-545C-6B20-8E24-06493717ABE1}"/>
          </ac:spMkLst>
        </pc:spChg>
      </pc:sldChg>
      <pc:sldChg chg="addSp modSp">
        <pc:chgData name="Fei Zheng" userId="d19317889db4c986" providerId="LiveId" clId="{73625C2E-0573-2540-86F6-A258116BE49F}" dt="2023-05-22T08:43:18.914" v="493"/>
        <pc:sldMkLst>
          <pc:docMk/>
          <pc:sldMk cId="2236009996" sldId="450"/>
        </pc:sldMkLst>
        <pc:spChg chg="add mod">
          <ac:chgData name="Fei Zheng" userId="d19317889db4c986" providerId="LiveId" clId="{73625C2E-0573-2540-86F6-A258116BE49F}" dt="2023-05-22T08:43:18.914" v="493"/>
          <ac:spMkLst>
            <pc:docMk/>
            <pc:sldMk cId="2236009996" sldId="450"/>
            <ac:spMk id="2" creationId="{0D149376-6A97-7B5A-1E62-E74766F51EC5}"/>
          </ac:spMkLst>
        </pc:spChg>
      </pc:sldChg>
      <pc:sldChg chg="del">
        <pc:chgData name="Fei Zheng" userId="d19317889db4c986" providerId="LiveId" clId="{73625C2E-0573-2540-86F6-A258116BE49F}" dt="2023-05-22T08:29:03.504" v="436" actId="2696"/>
        <pc:sldMkLst>
          <pc:docMk/>
          <pc:sldMk cId="3985359709" sldId="451"/>
        </pc:sldMkLst>
      </pc:sldChg>
      <pc:sldChg chg="addSp modSp">
        <pc:chgData name="Fei Zheng" userId="d19317889db4c986" providerId="LiveId" clId="{73625C2E-0573-2540-86F6-A258116BE49F}" dt="2023-05-22T08:43:36.079" v="497"/>
        <pc:sldMkLst>
          <pc:docMk/>
          <pc:sldMk cId="1755570892" sldId="452"/>
        </pc:sldMkLst>
        <pc:spChg chg="add mod">
          <ac:chgData name="Fei Zheng" userId="d19317889db4c986" providerId="LiveId" clId="{73625C2E-0573-2540-86F6-A258116BE49F}" dt="2023-05-22T08:43:36.079" v="497"/>
          <ac:spMkLst>
            <pc:docMk/>
            <pc:sldMk cId="1755570892" sldId="452"/>
            <ac:spMk id="2" creationId="{8F8BC712-4B15-77F1-4A3A-E979B010D715}"/>
          </ac:spMkLst>
        </pc:spChg>
      </pc:sldChg>
      <pc:sldChg chg="addSp modSp del mod modAnim">
        <pc:chgData name="Fei Zheng" userId="d19317889db4c986" providerId="LiveId" clId="{73625C2E-0573-2540-86F6-A258116BE49F}" dt="2023-05-22T08:44:08.562" v="500" actId="2696"/>
        <pc:sldMkLst>
          <pc:docMk/>
          <pc:sldMk cId="3418935887" sldId="457"/>
        </pc:sldMkLst>
        <pc:spChg chg="add mod">
          <ac:chgData name="Fei Zheng" userId="d19317889db4c986" providerId="LiveId" clId="{73625C2E-0573-2540-86F6-A258116BE49F}" dt="2023-05-22T08:43:51.173" v="498"/>
          <ac:spMkLst>
            <pc:docMk/>
            <pc:sldMk cId="3418935887" sldId="457"/>
            <ac:spMk id="4" creationId="{34CA9B57-45D0-55A0-C345-B8B8DF05ACE0}"/>
          </ac:spMkLst>
        </pc:spChg>
        <pc:picChg chg="add mod">
          <ac:chgData name="Fei Zheng" userId="d19317889db4c986" providerId="LiveId" clId="{73625C2E-0573-2540-86F6-A258116BE49F}" dt="2023-05-22T08:40:31.859" v="487" actId="1076"/>
          <ac:picMkLst>
            <pc:docMk/>
            <pc:sldMk cId="3418935887" sldId="457"/>
            <ac:picMk id="2" creationId="{AC6C44FA-3F01-DF57-EC53-D377F8A65A55}"/>
          </ac:picMkLst>
        </pc:picChg>
        <pc:picChg chg="mod">
          <ac:chgData name="Fei Zheng" userId="d19317889db4c986" providerId="LiveId" clId="{73625C2E-0573-2540-86F6-A258116BE49F}" dt="2023-05-22T08:40:24.939" v="482" actId="1076"/>
          <ac:picMkLst>
            <pc:docMk/>
            <pc:sldMk cId="3418935887" sldId="457"/>
            <ac:picMk id="5" creationId="{ED582A4F-DFE9-C648-01B6-48F17BD26C25}"/>
          </ac:picMkLst>
        </pc:picChg>
      </pc:sldChg>
      <pc:sldChg chg="delSp add mod">
        <pc:chgData name="Fei Zheng" userId="d19317889db4c986" providerId="LiveId" clId="{73625C2E-0573-2540-86F6-A258116BE49F}" dt="2023-05-22T08:44:16.434" v="502" actId="478"/>
        <pc:sldMkLst>
          <pc:docMk/>
          <pc:sldMk cId="4294740436" sldId="457"/>
        </pc:sldMkLst>
        <pc:spChg chg="del">
          <ac:chgData name="Fei Zheng" userId="d19317889db4c986" providerId="LiveId" clId="{73625C2E-0573-2540-86F6-A258116BE49F}" dt="2023-05-22T08:44:16.434" v="502" actId="478"/>
          <ac:spMkLst>
            <pc:docMk/>
            <pc:sldMk cId="4294740436" sldId="457"/>
            <ac:spMk id="3" creationId="{92598681-9BBE-A090-3D52-99085A06F708}"/>
          </ac:spMkLst>
        </pc:spChg>
      </pc:sldChg>
      <pc:sldChg chg="addSp delSp modSp del mod">
        <pc:chgData name="Fei Zheng" userId="d19317889db4c986" providerId="LiveId" clId="{73625C2E-0573-2540-86F6-A258116BE49F}" dt="2023-05-22T08:40:37.961" v="489" actId="2696"/>
        <pc:sldMkLst>
          <pc:docMk/>
          <pc:sldMk cId="2616511627" sldId="458"/>
        </pc:sldMkLst>
        <pc:spChg chg="add mod">
          <ac:chgData name="Fei Zheng" userId="d19317889db4c986" providerId="LiveId" clId="{73625C2E-0573-2540-86F6-A258116BE49F}" dt="2023-05-22T08:40:27.500" v="483" actId="21"/>
          <ac:spMkLst>
            <pc:docMk/>
            <pc:sldMk cId="2616511627" sldId="458"/>
            <ac:spMk id="3" creationId="{B8F21BAA-CBC3-3CE1-8E07-4B9AFEC6B4F7}"/>
          </ac:spMkLst>
        </pc:spChg>
        <pc:picChg chg="del">
          <ac:chgData name="Fei Zheng" userId="d19317889db4c986" providerId="LiveId" clId="{73625C2E-0573-2540-86F6-A258116BE49F}" dt="2023-05-22T08:40:27.500" v="483" actId="21"/>
          <ac:picMkLst>
            <pc:docMk/>
            <pc:sldMk cId="2616511627" sldId="458"/>
            <ac:picMk id="5" creationId="{22F227A6-19C7-3346-C290-AF354E320E24}"/>
          </ac:picMkLst>
        </pc:picChg>
      </pc:sldChg>
      <pc:sldChg chg="modSp">
        <pc:chgData name="Fei Zheng" userId="d19317889db4c986" providerId="LiveId" clId="{73625C2E-0573-2540-86F6-A258116BE49F}" dt="2023-05-22T07:56:06.969" v="75" actId="20577"/>
        <pc:sldMkLst>
          <pc:docMk/>
          <pc:sldMk cId="1461481539" sldId="459"/>
        </pc:sldMkLst>
        <pc:spChg chg="mod">
          <ac:chgData name="Fei Zheng" userId="d19317889db4c986" providerId="LiveId" clId="{73625C2E-0573-2540-86F6-A258116BE49F}" dt="2023-05-22T07:56:06.969" v="75" actId="20577"/>
          <ac:spMkLst>
            <pc:docMk/>
            <pc:sldMk cId="1461481539" sldId="459"/>
            <ac:spMk id="3" creationId="{C035DC90-89E0-96F6-C8B9-AC7BDF47F55A}"/>
          </ac:spMkLst>
        </pc:spChg>
      </pc:sldChg>
      <pc:sldChg chg="addSp delSp modSp mod delAnim">
        <pc:chgData name="Fei Zheng" userId="d19317889db4c986" providerId="LiveId" clId="{73625C2E-0573-2540-86F6-A258116BE49F}" dt="2023-05-22T08:44:41.135" v="506" actId="207"/>
        <pc:sldMkLst>
          <pc:docMk/>
          <pc:sldMk cId="3724643476" sldId="460"/>
        </pc:sldMkLst>
        <pc:spChg chg="add mod">
          <ac:chgData name="Fei Zheng" userId="d19317889db4c986" providerId="LiveId" clId="{73625C2E-0573-2540-86F6-A258116BE49F}" dt="2023-05-22T08:44:41.135" v="506" actId="207"/>
          <ac:spMkLst>
            <pc:docMk/>
            <pc:sldMk cId="3724643476" sldId="460"/>
            <ac:spMk id="2" creationId="{58C88931-789E-18C6-0B49-6FF408BB1459}"/>
          </ac:spMkLst>
        </pc:spChg>
        <pc:spChg chg="del">
          <ac:chgData name="Fei Zheng" userId="d19317889db4c986" providerId="LiveId" clId="{73625C2E-0573-2540-86F6-A258116BE49F}" dt="2023-05-22T07:59:13.496" v="110" actId="478"/>
          <ac:spMkLst>
            <pc:docMk/>
            <pc:sldMk cId="3724643476" sldId="460"/>
            <ac:spMk id="9" creationId="{4004B7E5-C917-F4E7-6692-031A778852D5}"/>
          </ac:spMkLst>
        </pc:spChg>
        <pc:spChg chg="add del mod">
          <ac:chgData name="Fei Zheng" userId="d19317889db4c986" providerId="LiveId" clId="{73625C2E-0573-2540-86F6-A258116BE49F}" dt="2023-05-22T08:44:29.388" v="505" actId="207"/>
          <ac:spMkLst>
            <pc:docMk/>
            <pc:sldMk cId="3724643476" sldId="460"/>
            <ac:spMk id="10" creationId="{4C86C503-E8B2-8417-11C1-A30B44734588}"/>
          </ac:spMkLst>
        </pc:spChg>
        <pc:picChg chg="mod modCrop">
          <ac:chgData name="Fei Zheng" userId="d19317889db4c986" providerId="LiveId" clId="{73625C2E-0573-2540-86F6-A258116BE49F}" dt="2023-05-22T07:59:17.612" v="111" actId="732"/>
          <ac:picMkLst>
            <pc:docMk/>
            <pc:sldMk cId="3724643476" sldId="460"/>
            <ac:picMk id="5" creationId="{060D8A29-EDF0-56F9-4E33-60A85FDC23B2}"/>
          </ac:picMkLst>
        </pc:picChg>
      </pc:sldChg>
      <pc:sldChg chg="addSp delSp modSp mod ord">
        <pc:chgData name="Fei Zheng" userId="d19317889db4c986" providerId="LiveId" clId="{73625C2E-0573-2540-86F6-A258116BE49F}" dt="2023-05-22T08:45:22.873" v="511" actId="478"/>
        <pc:sldMkLst>
          <pc:docMk/>
          <pc:sldMk cId="31547458" sldId="462"/>
        </pc:sldMkLst>
        <pc:spChg chg="add mod">
          <ac:chgData name="Fei Zheng" userId="d19317889db4c986" providerId="LiveId" clId="{73625C2E-0573-2540-86F6-A258116BE49F}" dt="2023-05-22T08:45:19.676" v="510"/>
          <ac:spMkLst>
            <pc:docMk/>
            <pc:sldMk cId="31547458" sldId="462"/>
            <ac:spMk id="2" creationId="{C1C25214-0C87-B37F-7F5C-6A621B46384A}"/>
          </ac:spMkLst>
        </pc:spChg>
        <pc:spChg chg="del">
          <ac:chgData name="Fei Zheng" userId="d19317889db4c986" providerId="LiveId" clId="{73625C2E-0573-2540-86F6-A258116BE49F}" dt="2023-05-22T08:45:22.873" v="511" actId="478"/>
          <ac:spMkLst>
            <pc:docMk/>
            <pc:sldMk cId="31547458" sldId="462"/>
            <ac:spMk id="4" creationId="{BF9B9850-6540-CC6E-5E4A-719E7F7A69D6}"/>
          </ac:spMkLst>
        </pc:spChg>
      </pc:sldChg>
      <pc:sldChg chg="addSp modSp ord">
        <pc:chgData name="Fei Zheng" userId="d19317889db4c986" providerId="LiveId" clId="{73625C2E-0573-2540-86F6-A258116BE49F}" dt="2023-05-22T08:45:27.727" v="513"/>
        <pc:sldMkLst>
          <pc:docMk/>
          <pc:sldMk cId="339884859" sldId="463"/>
        </pc:sldMkLst>
        <pc:spChg chg="add mod">
          <ac:chgData name="Fei Zheng" userId="d19317889db4c986" providerId="LiveId" clId="{73625C2E-0573-2540-86F6-A258116BE49F}" dt="2023-05-22T08:45:27.727" v="513"/>
          <ac:spMkLst>
            <pc:docMk/>
            <pc:sldMk cId="339884859" sldId="463"/>
            <ac:spMk id="2" creationId="{CF96C886-CF58-3528-4090-DDA81568344A}"/>
          </ac:spMkLst>
        </pc:spChg>
      </pc:sldChg>
      <pc:sldChg chg="modSp mod">
        <pc:chgData name="Fei Zheng" userId="d19317889db4c986" providerId="LiveId" clId="{73625C2E-0573-2540-86F6-A258116BE49F}" dt="2023-05-22T08:39:44.881" v="479" actId="207"/>
        <pc:sldMkLst>
          <pc:docMk/>
          <pc:sldMk cId="2999021074" sldId="465"/>
        </pc:sldMkLst>
        <pc:spChg chg="mod">
          <ac:chgData name="Fei Zheng" userId="d19317889db4c986" providerId="LiveId" clId="{73625C2E-0573-2540-86F6-A258116BE49F}" dt="2023-05-22T08:39:44.881" v="479" actId="207"/>
          <ac:spMkLst>
            <pc:docMk/>
            <pc:sldMk cId="2999021074" sldId="465"/>
            <ac:spMk id="4" creationId="{8FD622FA-AEED-2CFD-2BEF-D04408525AE6}"/>
          </ac:spMkLst>
        </pc:spChg>
      </pc:sldChg>
      <pc:sldChg chg="modSp">
        <pc:chgData name="Fei Zheng" userId="d19317889db4c986" providerId="LiveId" clId="{73625C2E-0573-2540-86F6-A258116BE49F}" dt="2023-05-22T07:48:50.058" v="25" actId="20577"/>
        <pc:sldMkLst>
          <pc:docMk/>
          <pc:sldMk cId="3669662342" sldId="466"/>
        </pc:sldMkLst>
        <pc:spChg chg="mod">
          <ac:chgData name="Fei Zheng" userId="d19317889db4c986" providerId="LiveId" clId="{73625C2E-0573-2540-86F6-A258116BE49F}" dt="2023-05-22T07:48:50.058" v="25" actId="20577"/>
          <ac:spMkLst>
            <pc:docMk/>
            <pc:sldMk cId="3669662342" sldId="466"/>
            <ac:spMk id="2" creationId="{D821DB00-C296-D02A-8E7D-DE5402E736DD}"/>
          </ac:spMkLst>
        </pc:spChg>
      </pc:sldChg>
      <pc:sldChg chg="addSp delSp modSp mod modAnim">
        <pc:chgData name="Fei Zheng" userId="d19317889db4c986" providerId="LiveId" clId="{73625C2E-0573-2540-86F6-A258116BE49F}" dt="2023-05-22T07:47:12.289" v="24"/>
        <pc:sldMkLst>
          <pc:docMk/>
          <pc:sldMk cId="352782373" sldId="485"/>
        </pc:sldMkLst>
        <pc:spChg chg="add mod">
          <ac:chgData name="Fei Zheng" userId="d19317889db4c986" providerId="LiveId" clId="{73625C2E-0573-2540-86F6-A258116BE49F}" dt="2023-05-22T07:46:21.927" v="17" actId="692"/>
          <ac:spMkLst>
            <pc:docMk/>
            <pc:sldMk cId="352782373" sldId="485"/>
            <ac:spMk id="7" creationId="{1FEA432D-2316-13B0-F4D2-E0F37E041229}"/>
          </ac:spMkLst>
        </pc:spChg>
        <pc:spChg chg="add del mod">
          <ac:chgData name="Fei Zheng" userId="d19317889db4c986" providerId="LiveId" clId="{73625C2E-0573-2540-86F6-A258116BE49F}" dt="2023-05-22T07:46:33.991" v="20" actId="478"/>
          <ac:spMkLst>
            <pc:docMk/>
            <pc:sldMk cId="352782373" sldId="485"/>
            <ac:spMk id="8" creationId="{9475A346-1F7F-F5E4-6AA3-86F2FA0C7CCF}"/>
          </ac:spMkLst>
        </pc:spChg>
        <pc:spChg chg="add del mod">
          <ac:chgData name="Fei Zheng" userId="d19317889db4c986" providerId="LiveId" clId="{73625C2E-0573-2540-86F6-A258116BE49F}" dt="2023-05-22T07:47:12.289" v="24"/>
          <ac:spMkLst>
            <pc:docMk/>
            <pc:sldMk cId="352782373" sldId="485"/>
            <ac:spMk id="9" creationId="{4B8E1B94-A008-3DE9-071D-6C642DF4976E}"/>
          </ac:spMkLst>
        </pc:spChg>
        <pc:spChg chg="add del mod">
          <ac:chgData name="Fei Zheng" userId="d19317889db4c986" providerId="LiveId" clId="{73625C2E-0573-2540-86F6-A258116BE49F}" dt="2023-05-22T07:47:12.289" v="24"/>
          <ac:spMkLst>
            <pc:docMk/>
            <pc:sldMk cId="352782373" sldId="485"/>
            <ac:spMk id="10" creationId="{624A5F32-CD27-597C-997F-FC02FB47B5A5}"/>
          </ac:spMkLst>
        </pc:spChg>
      </pc:sldChg>
      <pc:sldChg chg="addSp modSp ord">
        <pc:chgData name="Fei Zheng" userId="d19317889db4c986" providerId="LiveId" clId="{73625C2E-0573-2540-86F6-A258116BE49F}" dt="2023-05-22T08:45:25.785" v="512"/>
        <pc:sldMkLst>
          <pc:docMk/>
          <pc:sldMk cId="2082928368" sldId="488"/>
        </pc:sldMkLst>
        <pc:spChg chg="add mod">
          <ac:chgData name="Fei Zheng" userId="d19317889db4c986" providerId="LiveId" clId="{73625C2E-0573-2540-86F6-A258116BE49F}" dt="2023-05-22T08:45:25.785" v="512"/>
          <ac:spMkLst>
            <pc:docMk/>
            <pc:sldMk cId="2082928368" sldId="488"/>
            <ac:spMk id="3" creationId="{4370F29B-5435-F419-98EE-DFA97EFE63A3}"/>
          </ac:spMkLst>
        </pc:spChg>
      </pc:sldChg>
      <pc:sldChg chg="addSp delSp modSp mod ord delAnim modAnim">
        <pc:chgData name="Fei Zheng" userId="d19317889db4c986" providerId="LiveId" clId="{73625C2E-0573-2540-86F6-A258116BE49F}" dt="2023-05-22T08:45:41.452" v="515" actId="478"/>
        <pc:sldMkLst>
          <pc:docMk/>
          <pc:sldMk cId="1538449821" sldId="494"/>
        </pc:sldMkLst>
        <pc:spChg chg="mod">
          <ac:chgData name="Fei Zheng" userId="d19317889db4c986" providerId="LiveId" clId="{73625C2E-0573-2540-86F6-A258116BE49F}" dt="2023-05-22T08:15:35.053" v="350" actId="1076"/>
          <ac:spMkLst>
            <pc:docMk/>
            <pc:sldMk cId="1538449821" sldId="494"/>
            <ac:spMk id="3" creationId="{0ACFCC2C-329E-E5D4-C268-49055AA4DB83}"/>
          </ac:spMkLst>
        </pc:spChg>
        <pc:spChg chg="mod">
          <ac:chgData name="Fei Zheng" userId="d19317889db4c986" providerId="LiveId" clId="{73625C2E-0573-2540-86F6-A258116BE49F}" dt="2023-05-22T08:15:35.053" v="350" actId="1076"/>
          <ac:spMkLst>
            <pc:docMk/>
            <pc:sldMk cId="1538449821" sldId="494"/>
            <ac:spMk id="4" creationId="{B30AB209-472E-172F-FBC9-670070CDAC5F}"/>
          </ac:spMkLst>
        </pc:spChg>
        <pc:spChg chg="mod">
          <ac:chgData name="Fei Zheng" userId="d19317889db4c986" providerId="LiveId" clId="{73625C2E-0573-2540-86F6-A258116BE49F}" dt="2023-05-22T08:15:35.053" v="350" actId="1076"/>
          <ac:spMkLst>
            <pc:docMk/>
            <pc:sldMk cId="1538449821" sldId="494"/>
            <ac:spMk id="5" creationId="{4F6EA468-954E-C9F1-9242-A191DDCF0D9C}"/>
          </ac:spMkLst>
        </pc:spChg>
        <pc:spChg chg="add del mod">
          <ac:chgData name="Fei Zheng" userId="d19317889db4c986" providerId="LiveId" clId="{73625C2E-0573-2540-86F6-A258116BE49F}" dt="2023-05-22T08:15:27.176" v="349" actId="478"/>
          <ac:spMkLst>
            <pc:docMk/>
            <pc:sldMk cId="1538449821" sldId="494"/>
            <ac:spMk id="6" creationId="{319D0A51-ED86-1E8E-DF31-86253042DC60}"/>
          </ac:spMkLst>
        </pc:spChg>
        <pc:spChg chg="add mod">
          <ac:chgData name="Fei Zheng" userId="d19317889db4c986" providerId="LiveId" clId="{73625C2E-0573-2540-86F6-A258116BE49F}" dt="2023-05-22T08:12:47.822" v="289" actId="20577"/>
          <ac:spMkLst>
            <pc:docMk/>
            <pc:sldMk cId="1538449821" sldId="494"/>
            <ac:spMk id="8" creationId="{B03EB8CE-0DCC-F3FD-FC6A-706ACB19EDDA}"/>
          </ac:spMkLst>
        </pc:spChg>
        <pc:spChg chg="add mod">
          <ac:chgData name="Fei Zheng" userId="d19317889db4c986" providerId="LiveId" clId="{73625C2E-0573-2540-86F6-A258116BE49F}" dt="2023-05-22T08:12:47.822" v="289" actId="20577"/>
          <ac:spMkLst>
            <pc:docMk/>
            <pc:sldMk cId="1538449821" sldId="494"/>
            <ac:spMk id="9" creationId="{3663CA45-FD96-7585-DF78-DEE00D81488D}"/>
          </ac:spMkLst>
        </pc:spChg>
        <pc:spChg chg="add mod">
          <ac:chgData name="Fei Zheng" userId="d19317889db4c986" providerId="LiveId" clId="{73625C2E-0573-2540-86F6-A258116BE49F}" dt="2023-05-22T08:13:13.386" v="323" actId="20577"/>
          <ac:spMkLst>
            <pc:docMk/>
            <pc:sldMk cId="1538449821" sldId="494"/>
            <ac:spMk id="10" creationId="{45558A7C-BB5D-79C9-5DF8-FC32AF47D2FD}"/>
          </ac:spMkLst>
        </pc:spChg>
        <pc:spChg chg="add mod">
          <ac:chgData name="Fei Zheng" userId="d19317889db4c986" providerId="LiveId" clId="{73625C2E-0573-2540-86F6-A258116BE49F}" dt="2023-05-22T08:13:13.386" v="323" actId="20577"/>
          <ac:spMkLst>
            <pc:docMk/>
            <pc:sldMk cId="1538449821" sldId="494"/>
            <ac:spMk id="11" creationId="{FC6117D0-A7B6-6DA0-7B9F-795A81DD5D93}"/>
          </ac:spMkLst>
        </pc:spChg>
        <pc:spChg chg="add mod">
          <ac:chgData name="Fei Zheng" userId="d19317889db4c986" providerId="LiveId" clId="{73625C2E-0573-2540-86F6-A258116BE49F}" dt="2023-05-22T08:15:41.574" v="352" actId="404"/>
          <ac:spMkLst>
            <pc:docMk/>
            <pc:sldMk cId="1538449821" sldId="494"/>
            <ac:spMk id="15" creationId="{846BA507-9713-CA42-6D34-2A6B74937797}"/>
          </ac:spMkLst>
        </pc:spChg>
        <pc:spChg chg="add mod">
          <ac:chgData name="Fei Zheng" userId="d19317889db4c986" providerId="LiveId" clId="{73625C2E-0573-2540-86F6-A258116BE49F}" dt="2023-05-22T08:15:35.053" v="350" actId="1076"/>
          <ac:spMkLst>
            <pc:docMk/>
            <pc:sldMk cId="1538449821" sldId="494"/>
            <ac:spMk id="16" creationId="{F371FDAE-B6CF-B97F-4AE4-05A06C78827D}"/>
          </ac:spMkLst>
        </pc:spChg>
        <pc:spChg chg="add mod">
          <ac:chgData name="Fei Zheng" userId="d19317889db4c986" providerId="LiveId" clId="{73625C2E-0573-2540-86F6-A258116BE49F}" dt="2023-05-22T08:45:38.541" v="514"/>
          <ac:spMkLst>
            <pc:docMk/>
            <pc:sldMk cId="1538449821" sldId="494"/>
            <ac:spMk id="17" creationId="{34DDC3E7-EE0A-654D-0843-A50F4FB7DA20}"/>
          </ac:spMkLst>
        </pc:spChg>
        <pc:spChg chg="del mod">
          <ac:chgData name="Fei Zheng" userId="d19317889db4c986" providerId="LiveId" clId="{73625C2E-0573-2540-86F6-A258116BE49F}" dt="2023-05-22T08:45:41.452" v="515" actId="478"/>
          <ac:spMkLst>
            <pc:docMk/>
            <pc:sldMk cId="1538449821" sldId="494"/>
            <ac:spMk id="19" creationId="{32EB7555-A24C-85AF-2390-ABD3AA939898}"/>
          </ac:spMkLst>
        </pc:spChg>
        <pc:spChg chg="del mod">
          <ac:chgData name="Fei Zheng" userId="d19317889db4c986" providerId="LiveId" clId="{73625C2E-0573-2540-86F6-A258116BE49F}" dt="2023-05-22T08:11:11.836" v="224" actId="478"/>
          <ac:spMkLst>
            <pc:docMk/>
            <pc:sldMk cId="1538449821" sldId="494"/>
            <ac:spMk id="20" creationId="{C90BB4EA-CA71-1970-AD02-28AF1F8670F4}"/>
          </ac:spMkLst>
        </pc:spChg>
        <pc:spChg chg="del">
          <ac:chgData name="Fei Zheng" userId="d19317889db4c986" providerId="LiveId" clId="{73625C2E-0573-2540-86F6-A258116BE49F}" dt="2023-05-22T08:11:12.832" v="225" actId="478"/>
          <ac:spMkLst>
            <pc:docMk/>
            <pc:sldMk cId="1538449821" sldId="494"/>
            <ac:spMk id="21" creationId="{69AAE90B-AC89-8BF5-3BF8-11FE0E4D4DD7}"/>
          </ac:spMkLst>
        </pc:spChg>
        <pc:grpChg chg="add mod">
          <ac:chgData name="Fei Zheng" userId="d19317889db4c986" providerId="LiveId" clId="{73625C2E-0573-2540-86F6-A258116BE49F}" dt="2023-05-22T08:15:35.053" v="350" actId="1076"/>
          <ac:grpSpMkLst>
            <pc:docMk/>
            <pc:sldMk cId="1538449821" sldId="494"/>
            <ac:grpSpMk id="12" creationId="{81685400-76BF-7EB8-DB54-715BD08D547E}"/>
          </ac:grpSpMkLst>
        </pc:grpChg>
        <pc:grpChg chg="add mod">
          <ac:chgData name="Fei Zheng" userId="d19317889db4c986" providerId="LiveId" clId="{73625C2E-0573-2540-86F6-A258116BE49F}" dt="2023-05-22T08:15:35.053" v="350" actId="1076"/>
          <ac:grpSpMkLst>
            <pc:docMk/>
            <pc:sldMk cId="1538449821" sldId="494"/>
            <ac:grpSpMk id="13" creationId="{5AF0B5EF-8F69-318C-84A2-EE3910EFD4A6}"/>
          </ac:grpSpMkLst>
        </pc:grpChg>
        <pc:grpChg chg="del">
          <ac:chgData name="Fei Zheng" userId="d19317889db4c986" providerId="LiveId" clId="{73625C2E-0573-2540-86F6-A258116BE49F}" dt="2023-05-22T08:06:33.357" v="151" actId="478"/>
          <ac:grpSpMkLst>
            <pc:docMk/>
            <pc:sldMk cId="1538449821" sldId="494"/>
            <ac:grpSpMk id="22" creationId="{13C7ED67-8CFB-BFB9-BD18-042B14A16650}"/>
          </ac:grpSpMkLst>
        </pc:grpChg>
      </pc:sldChg>
      <pc:sldChg chg="del">
        <pc:chgData name="Fei Zheng" userId="d19317889db4c986" providerId="LiveId" clId="{73625C2E-0573-2540-86F6-A258116BE49F}" dt="2023-05-22T08:28:42.206" v="435" actId="2696"/>
        <pc:sldMkLst>
          <pc:docMk/>
          <pc:sldMk cId="383831422" sldId="495"/>
        </pc:sldMkLst>
      </pc:sldChg>
      <pc:sldChg chg="del">
        <pc:chgData name="Fei Zheng" userId="d19317889db4c986" providerId="LiveId" clId="{73625C2E-0573-2540-86F6-A258116BE49F}" dt="2023-05-22T07:53:10.256" v="41" actId="2696"/>
        <pc:sldMkLst>
          <pc:docMk/>
          <pc:sldMk cId="2916176661" sldId="497"/>
        </pc:sldMkLst>
      </pc:sldChg>
      <pc:sldChg chg="addSp modSp">
        <pc:chgData name="Fei Zheng" userId="d19317889db4c986" providerId="LiveId" clId="{73625C2E-0573-2540-86F6-A258116BE49F}" dt="2023-05-22T08:43:22.982" v="494"/>
        <pc:sldMkLst>
          <pc:docMk/>
          <pc:sldMk cId="3753683032" sldId="503"/>
        </pc:sldMkLst>
        <pc:spChg chg="add mod">
          <ac:chgData name="Fei Zheng" userId="d19317889db4c986" providerId="LiveId" clId="{73625C2E-0573-2540-86F6-A258116BE49F}" dt="2023-05-22T08:43:22.982" v="494"/>
          <ac:spMkLst>
            <pc:docMk/>
            <pc:sldMk cId="3753683032" sldId="503"/>
            <ac:spMk id="3" creationId="{EB700AE4-9D96-711D-E243-43C7BB2E0A3E}"/>
          </ac:spMkLst>
        </pc:spChg>
      </pc:sldChg>
      <pc:sldChg chg="modSp modAnim">
        <pc:chgData name="Fei Zheng" userId="d19317889db4c986" providerId="LiveId" clId="{73625C2E-0573-2540-86F6-A258116BE49F}" dt="2023-05-22T07:42:58.062" v="1" actId="20577"/>
        <pc:sldMkLst>
          <pc:docMk/>
          <pc:sldMk cId="2029716487" sldId="504"/>
        </pc:sldMkLst>
        <pc:spChg chg="mod">
          <ac:chgData name="Fei Zheng" userId="d19317889db4c986" providerId="LiveId" clId="{73625C2E-0573-2540-86F6-A258116BE49F}" dt="2023-05-22T07:42:58.062" v="1" actId="20577"/>
          <ac:spMkLst>
            <pc:docMk/>
            <pc:sldMk cId="2029716487" sldId="504"/>
            <ac:spMk id="4" creationId="{C7E7686B-5899-D2D5-5CF5-14234D197492}"/>
          </ac:spMkLst>
        </pc:spChg>
      </pc:sldChg>
      <pc:sldChg chg="addSp delSp modSp mod">
        <pc:chgData name="Fei Zheng" userId="d19317889db4c986" providerId="LiveId" clId="{73625C2E-0573-2540-86F6-A258116BE49F}" dt="2023-05-22T07:44:55.151" v="12" actId="478"/>
        <pc:sldMkLst>
          <pc:docMk/>
          <pc:sldMk cId="1327405792" sldId="505"/>
        </pc:sldMkLst>
        <pc:spChg chg="mod">
          <ac:chgData name="Fei Zheng" userId="d19317889db4c986" providerId="LiveId" clId="{73625C2E-0573-2540-86F6-A258116BE49F}" dt="2023-05-22T07:43:09.931" v="3" actId="20577"/>
          <ac:spMkLst>
            <pc:docMk/>
            <pc:sldMk cId="1327405792" sldId="505"/>
            <ac:spMk id="4" creationId="{C7E7686B-5899-D2D5-5CF5-14234D197492}"/>
          </ac:spMkLst>
        </pc:spChg>
        <pc:picChg chg="mod modCrop">
          <ac:chgData name="Fei Zheng" userId="d19317889db4c986" providerId="LiveId" clId="{73625C2E-0573-2540-86F6-A258116BE49F}" dt="2023-05-22T07:43:24.838" v="6" actId="732"/>
          <ac:picMkLst>
            <pc:docMk/>
            <pc:sldMk cId="1327405792" sldId="505"/>
            <ac:picMk id="3" creationId="{0B349177-AA6E-1745-412F-8CE0BFB3AAA1}"/>
          </ac:picMkLst>
        </pc:picChg>
        <pc:picChg chg="add del mod modCrop">
          <ac:chgData name="Fei Zheng" userId="d19317889db4c986" providerId="LiveId" clId="{73625C2E-0573-2540-86F6-A258116BE49F}" dt="2023-05-22T07:44:55.151" v="12" actId="478"/>
          <ac:picMkLst>
            <pc:docMk/>
            <pc:sldMk cId="1327405792" sldId="505"/>
            <ac:picMk id="5" creationId="{94CD150C-7B04-E6A9-62E7-1DC7EBF897E6}"/>
          </ac:picMkLst>
        </pc:picChg>
      </pc:sldChg>
      <pc:sldChg chg="addSp delSp modSp add mod modAnim">
        <pc:chgData name="Fei Zheng" userId="d19317889db4c986" providerId="LiveId" clId="{73625C2E-0573-2540-86F6-A258116BE49F}" dt="2023-05-22T07:45:10.124" v="13"/>
        <pc:sldMkLst>
          <pc:docMk/>
          <pc:sldMk cId="3969054360" sldId="510"/>
        </pc:sldMkLst>
        <pc:picChg chg="del">
          <ac:chgData name="Fei Zheng" userId="d19317889db4c986" providerId="LiveId" clId="{73625C2E-0573-2540-86F6-A258116BE49F}" dt="2023-05-22T07:44:51.947" v="10" actId="478"/>
          <ac:picMkLst>
            <pc:docMk/>
            <pc:sldMk cId="3969054360" sldId="510"/>
            <ac:picMk id="3" creationId="{0B349177-AA6E-1745-412F-8CE0BFB3AAA1}"/>
          </ac:picMkLst>
        </pc:picChg>
        <pc:picChg chg="add mod">
          <ac:chgData name="Fei Zheng" userId="d19317889db4c986" providerId="LiveId" clId="{73625C2E-0573-2540-86F6-A258116BE49F}" dt="2023-05-22T07:44:52.463" v="11"/>
          <ac:picMkLst>
            <pc:docMk/>
            <pc:sldMk cId="3969054360" sldId="510"/>
            <ac:picMk id="5" creationId="{D33AA7AD-A245-3D8F-BCCA-4D9067CD7AD8}"/>
          </ac:picMkLst>
        </pc:picChg>
        <pc:picChg chg="add mod">
          <ac:chgData name="Fei Zheng" userId="d19317889db4c986" providerId="LiveId" clId="{73625C2E-0573-2540-86F6-A258116BE49F}" dt="2023-05-22T07:44:52.463" v="11"/>
          <ac:picMkLst>
            <pc:docMk/>
            <pc:sldMk cId="3969054360" sldId="510"/>
            <ac:picMk id="6" creationId="{8DD807A6-CAAF-231C-EAF1-13763B1E3877}"/>
          </ac:picMkLst>
        </pc:picChg>
      </pc:sldChg>
      <pc:sldChg chg="addSp delSp modSp new mod">
        <pc:chgData name="Fei Zheng" userId="d19317889db4c986" providerId="LiveId" clId="{73625C2E-0573-2540-86F6-A258116BE49F}" dt="2023-05-22T07:51:51.680" v="33"/>
        <pc:sldMkLst>
          <pc:docMk/>
          <pc:sldMk cId="1655596515" sldId="511"/>
        </pc:sldMkLst>
        <pc:spChg chg="del">
          <ac:chgData name="Fei Zheng" userId="d19317889db4c986" providerId="LiveId" clId="{73625C2E-0573-2540-86F6-A258116BE49F}" dt="2023-05-22T07:51:39.399" v="28" actId="478"/>
          <ac:spMkLst>
            <pc:docMk/>
            <pc:sldMk cId="1655596515" sldId="511"/>
            <ac:spMk id="2" creationId="{D984066D-C07F-9B58-6F53-1E43153A22D8}"/>
          </ac:spMkLst>
        </pc:spChg>
        <pc:spChg chg="del">
          <ac:chgData name="Fei Zheng" userId="d19317889db4c986" providerId="LiveId" clId="{73625C2E-0573-2540-86F6-A258116BE49F}" dt="2023-05-22T07:51:41.471" v="29" actId="478"/>
          <ac:spMkLst>
            <pc:docMk/>
            <pc:sldMk cId="1655596515" sldId="511"/>
            <ac:spMk id="3" creationId="{533B8A0C-CAAB-C81B-549B-F18DB426E053}"/>
          </ac:spMkLst>
        </pc:spChg>
        <pc:spChg chg="add mod">
          <ac:chgData name="Fei Zheng" userId="d19317889db4c986" providerId="LiveId" clId="{73625C2E-0573-2540-86F6-A258116BE49F}" dt="2023-05-22T07:51:51.680" v="33"/>
          <ac:spMkLst>
            <pc:docMk/>
            <pc:sldMk cId="1655596515" sldId="511"/>
            <ac:spMk id="5" creationId="{660D6622-85AC-AF9B-9219-4844034BFD14}"/>
          </ac:spMkLst>
        </pc:spChg>
        <pc:picChg chg="add mod">
          <ac:chgData name="Fei Zheng" userId="d19317889db4c986" providerId="LiveId" clId="{73625C2E-0573-2540-86F6-A258116BE49F}" dt="2023-05-22T07:51:46.552" v="32" actId="1440"/>
          <ac:picMkLst>
            <pc:docMk/>
            <pc:sldMk cId="1655596515" sldId="511"/>
            <ac:picMk id="4" creationId="{70BF130D-E61D-74D7-8FE6-6584CA8E786F}"/>
          </ac:picMkLst>
        </pc:picChg>
      </pc:sldChg>
      <pc:sldChg chg="addSp delSp modSp add mod ord delAnim modAnim">
        <pc:chgData name="Fei Zheng" userId="d19317889db4c986" providerId="LiveId" clId="{73625C2E-0573-2540-86F6-A258116BE49F}" dt="2023-05-22T08:45:43.468" v="516"/>
        <pc:sldMkLst>
          <pc:docMk/>
          <pc:sldMk cId="979728253" sldId="512"/>
        </pc:sldMkLst>
        <pc:spChg chg="del mod">
          <ac:chgData name="Fei Zheng" userId="d19317889db4c986" providerId="LiveId" clId="{73625C2E-0573-2540-86F6-A258116BE49F}" dt="2023-05-22T08:18:24.101" v="359" actId="478"/>
          <ac:spMkLst>
            <pc:docMk/>
            <pc:sldMk cId="979728253" sldId="512"/>
            <ac:spMk id="3" creationId="{0ACFCC2C-329E-E5D4-C268-49055AA4DB83}"/>
          </ac:spMkLst>
        </pc:spChg>
        <pc:spChg chg="del">
          <ac:chgData name="Fei Zheng" userId="d19317889db4c986" providerId="LiveId" clId="{73625C2E-0573-2540-86F6-A258116BE49F}" dt="2023-05-22T08:18:16.813" v="357" actId="478"/>
          <ac:spMkLst>
            <pc:docMk/>
            <pc:sldMk cId="979728253" sldId="512"/>
            <ac:spMk id="4" creationId="{B30AB209-472E-172F-FBC9-670070CDAC5F}"/>
          </ac:spMkLst>
        </pc:spChg>
        <pc:spChg chg="del">
          <ac:chgData name="Fei Zheng" userId="d19317889db4c986" providerId="LiveId" clId="{73625C2E-0573-2540-86F6-A258116BE49F}" dt="2023-05-22T08:18:16.813" v="357" actId="478"/>
          <ac:spMkLst>
            <pc:docMk/>
            <pc:sldMk cId="979728253" sldId="512"/>
            <ac:spMk id="5" creationId="{4F6EA468-954E-C9F1-9242-A191DDCF0D9C}"/>
          </ac:spMkLst>
        </pc:spChg>
        <pc:spChg chg="add del mod">
          <ac:chgData name="Fei Zheng" userId="d19317889db4c986" providerId="LiveId" clId="{73625C2E-0573-2540-86F6-A258116BE49F}" dt="2023-05-22T08:18:25.776" v="360" actId="478"/>
          <ac:spMkLst>
            <pc:docMk/>
            <pc:sldMk cId="979728253" sldId="512"/>
            <ac:spMk id="6" creationId="{C6707AD9-6499-3182-EEE4-F2B37932FBF8}"/>
          </ac:spMkLst>
        </pc:spChg>
        <pc:spChg chg="add del mod">
          <ac:chgData name="Fei Zheng" userId="d19317889db4c986" providerId="LiveId" clId="{73625C2E-0573-2540-86F6-A258116BE49F}" dt="2023-05-22T08:18:59.444" v="365" actId="478"/>
          <ac:spMkLst>
            <pc:docMk/>
            <pc:sldMk cId="979728253" sldId="512"/>
            <ac:spMk id="7" creationId="{54914B3F-A4C2-09A7-31BB-74A681574B5E}"/>
          </ac:spMkLst>
        </pc:spChg>
        <pc:spChg chg="add del mod">
          <ac:chgData name="Fei Zheng" userId="d19317889db4c986" providerId="LiveId" clId="{73625C2E-0573-2540-86F6-A258116BE49F}" dt="2023-05-22T08:19:02.892" v="367" actId="478"/>
          <ac:spMkLst>
            <pc:docMk/>
            <pc:sldMk cId="979728253" sldId="512"/>
            <ac:spMk id="8" creationId="{79D55202-765D-B23F-266C-53F1A227F36B}"/>
          </ac:spMkLst>
        </pc:spChg>
        <pc:spChg chg="add del mod">
          <ac:chgData name="Fei Zheng" userId="d19317889db4c986" providerId="LiveId" clId="{73625C2E-0573-2540-86F6-A258116BE49F}" dt="2023-05-22T08:19:02.892" v="367" actId="478"/>
          <ac:spMkLst>
            <pc:docMk/>
            <pc:sldMk cId="979728253" sldId="512"/>
            <ac:spMk id="9" creationId="{143AD6EB-D392-25CC-4733-832E694AC0F4}"/>
          </ac:spMkLst>
        </pc:spChg>
        <pc:spChg chg="mod">
          <ac:chgData name="Fei Zheng" userId="d19317889db4c986" providerId="LiveId" clId="{73625C2E-0573-2540-86F6-A258116BE49F}" dt="2023-05-22T08:18:34.385" v="362"/>
          <ac:spMkLst>
            <pc:docMk/>
            <pc:sldMk cId="979728253" sldId="512"/>
            <ac:spMk id="11" creationId="{43E815B2-AA13-2A9D-AC9E-65A635875A54}"/>
          </ac:spMkLst>
        </pc:spChg>
        <pc:spChg chg="mod">
          <ac:chgData name="Fei Zheng" userId="d19317889db4c986" providerId="LiveId" clId="{73625C2E-0573-2540-86F6-A258116BE49F}" dt="2023-05-22T08:18:34.385" v="362"/>
          <ac:spMkLst>
            <pc:docMk/>
            <pc:sldMk cId="979728253" sldId="512"/>
            <ac:spMk id="12" creationId="{10BBF726-8327-5E3E-BD0E-E4DCCE821CE8}"/>
          </ac:spMkLst>
        </pc:spChg>
        <pc:spChg chg="mod">
          <ac:chgData name="Fei Zheng" userId="d19317889db4c986" providerId="LiveId" clId="{73625C2E-0573-2540-86F6-A258116BE49F}" dt="2023-05-22T08:18:34.385" v="362"/>
          <ac:spMkLst>
            <pc:docMk/>
            <pc:sldMk cId="979728253" sldId="512"/>
            <ac:spMk id="14" creationId="{4D626BAB-BC39-0FA9-CBE2-7754849E0CC5}"/>
          </ac:spMkLst>
        </pc:spChg>
        <pc:spChg chg="mod">
          <ac:chgData name="Fei Zheng" userId="d19317889db4c986" providerId="LiveId" clId="{73625C2E-0573-2540-86F6-A258116BE49F}" dt="2023-05-22T08:18:34.385" v="362"/>
          <ac:spMkLst>
            <pc:docMk/>
            <pc:sldMk cId="979728253" sldId="512"/>
            <ac:spMk id="15" creationId="{9B4FF0C7-157F-3E96-4E88-D4D7CD202F05}"/>
          </ac:spMkLst>
        </pc:spChg>
        <pc:spChg chg="add del mod">
          <ac:chgData name="Fei Zheng" userId="d19317889db4c986" providerId="LiveId" clId="{73625C2E-0573-2540-86F6-A258116BE49F}" dt="2023-05-22T08:19:02.892" v="367" actId="478"/>
          <ac:spMkLst>
            <pc:docMk/>
            <pc:sldMk cId="979728253" sldId="512"/>
            <ac:spMk id="16" creationId="{393E5690-CEDE-05D3-38EE-A8F164BE4044}"/>
          </ac:spMkLst>
        </pc:spChg>
        <pc:spChg chg="add del mod">
          <ac:chgData name="Fei Zheng" userId="d19317889db4c986" providerId="LiveId" clId="{73625C2E-0573-2540-86F6-A258116BE49F}" dt="2023-05-22T08:19:02.892" v="367" actId="478"/>
          <ac:spMkLst>
            <pc:docMk/>
            <pc:sldMk cId="979728253" sldId="512"/>
            <ac:spMk id="17" creationId="{516A3C14-1856-B999-52B3-DBCCDF5EA9F6}"/>
          </ac:spMkLst>
        </pc:spChg>
        <pc:spChg chg="del">
          <ac:chgData name="Fei Zheng" userId="d19317889db4c986" providerId="LiveId" clId="{73625C2E-0573-2540-86F6-A258116BE49F}" dt="2023-05-22T08:18:27.498" v="361" actId="478"/>
          <ac:spMkLst>
            <pc:docMk/>
            <pc:sldMk cId="979728253" sldId="512"/>
            <ac:spMk id="19" creationId="{32EB7555-A24C-85AF-2390-ABD3AA939898}"/>
          </ac:spMkLst>
        </pc:spChg>
        <pc:spChg chg="del mod">
          <ac:chgData name="Fei Zheng" userId="d19317889db4c986" providerId="LiveId" clId="{73625C2E-0573-2540-86F6-A258116BE49F}" dt="2023-05-22T08:18:16.813" v="357" actId="478"/>
          <ac:spMkLst>
            <pc:docMk/>
            <pc:sldMk cId="979728253" sldId="512"/>
            <ac:spMk id="20" creationId="{C90BB4EA-CA71-1970-AD02-28AF1F8670F4}"/>
          </ac:spMkLst>
        </pc:spChg>
        <pc:spChg chg="del">
          <ac:chgData name="Fei Zheng" userId="d19317889db4c986" providerId="LiveId" clId="{73625C2E-0573-2540-86F6-A258116BE49F}" dt="2023-05-22T08:18:16.813" v="357" actId="478"/>
          <ac:spMkLst>
            <pc:docMk/>
            <pc:sldMk cId="979728253" sldId="512"/>
            <ac:spMk id="21" creationId="{69AAE90B-AC89-8BF5-3BF8-11FE0E4D4DD7}"/>
          </ac:spMkLst>
        </pc:spChg>
        <pc:spChg chg="mod topLvl">
          <ac:chgData name="Fei Zheng" userId="d19317889db4c986" providerId="LiveId" clId="{73625C2E-0573-2540-86F6-A258116BE49F}" dt="2023-05-22T08:19:49.412" v="381" actId="165"/>
          <ac:spMkLst>
            <pc:docMk/>
            <pc:sldMk cId="979728253" sldId="512"/>
            <ac:spMk id="23" creationId="{0F9770A0-8DD7-EE66-E9DA-5CF863A3AFBB}"/>
          </ac:spMkLst>
        </pc:spChg>
        <pc:spChg chg="mod">
          <ac:chgData name="Fei Zheng" userId="d19317889db4c986" providerId="LiveId" clId="{73625C2E-0573-2540-86F6-A258116BE49F}" dt="2023-05-22T08:20:37.575" v="427" actId="1076"/>
          <ac:spMkLst>
            <pc:docMk/>
            <pc:sldMk cId="979728253" sldId="512"/>
            <ac:spMk id="25" creationId="{8CA5A9BD-DA96-9E51-4914-ECC0A5AB950F}"/>
          </ac:spMkLst>
        </pc:spChg>
        <pc:spChg chg="mod">
          <ac:chgData name="Fei Zheng" userId="d19317889db4c986" providerId="LiveId" clId="{73625C2E-0573-2540-86F6-A258116BE49F}" dt="2023-05-22T08:20:37.575" v="427" actId="1076"/>
          <ac:spMkLst>
            <pc:docMk/>
            <pc:sldMk cId="979728253" sldId="512"/>
            <ac:spMk id="27" creationId="{9199AB72-6B02-3394-FDAD-03966AE3BB27}"/>
          </ac:spMkLst>
        </pc:spChg>
        <pc:spChg chg="mod">
          <ac:chgData name="Fei Zheng" userId="d19317889db4c986" providerId="LiveId" clId="{73625C2E-0573-2540-86F6-A258116BE49F}" dt="2023-05-22T08:20:37.575" v="427" actId="1076"/>
          <ac:spMkLst>
            <pc:docMk/>
            <pc:sldMk cId="979728253" sldId="512"/>
            <ac:spMk id="28" creationId="{C99848C1-3247-EDF9-6C0F-89B29A3D3C93}"/>
          </ac:spMkLst>
        </pc:spChg>
        <pc:spChg chg="mod">
          <ac:chgData name="Fei Zheng" userId="d19317889db4c986" providerId="LiveId" clId="{73625C2E-0573-2540-86F6-A258116BE49F}" dt="2023-05-22T08:21:20.461" v="432"/>
          <ac:spMkLst>
            <pc:docMk/>
            <pc:sldMk cId="979728253" sldId="512"/>
            <ac:spMk id="30" creationId="{5C6E325A-8D9E-54AC-44AB-0B2EB4F275A0}"/>
          </ac:spMkLst>
        </pc:spChg>
        <pc:spChg chg="mod">
          <ac:chgData name="Fei Zheng" userId="d19317889db4c986" providerId="LiveId" clId="{73625C2E-0573-2540-86F6-A258116BE49F}" dt="2023-05-22T08:20:37.575" v="427" actId="1076"/>
          <ac:spMkLst>
            <pc:docMk/>
            <pc:sldMk cId="979728253" sldId="512"/>
            <ac:spMk id="32" creationId="{1093FD53-39E0-7FD6-EA6E-814DFBAD250A}"/>
          </ac:spMkLst>
        </pc:spChg>
        <pc:spChg chg="mod">
          <ac:chgData name="Fei Zheng" userId="d19317889db4c986" providerId="LiveId" clId="{73625C2E-0573-2540-86F6-A258116BE49F}" dt="2023-05-22T08:20:37.575" v="427" actId="1076"/>
          <ac:spMkLst>
            <pc:docMk/>
            <pc:sldMk cId="979728253" sldId="512"/>
            <ac:spMk id="33" creationId="{244CE2BC-80A7-83CB-8A95-935D9CF23B17}"/>
          </ac:spMkLst>
        </pc:spChg>
        <pc:spChg chg="add del mod">
          <ac:chgData name="Fei Zheng" userId="d19317889db4c986" providerId="LiveId" clId="{73625C2E-0573-2540-86F6-A258116BE49F}" dt="2023-05-22T08:19:00.608" v="366" actId="478"/>
          <ac:spMkLst>
            <pc:docMk/>
            <pc:sldMk cId="979728253" sldId="512"/>
            <ac:spMk id="35" creationId="{787F494E-6935-D724-E88F-200A80B55CDF}"/>
          </ac:spMkLst>
        </pc:spChg>
        <pc:spChg chg="add mod">
          <ac:chgData name="Fei Zheng" userId="d19317889db4c986" providerId="LiveId" clId="{73625C2E-0573-2540-86F6-A258116BE49F}" dt="2023-05-22T08:45:43.468" v="516"/>
          <ac:spMkLst>
            <pc:docMk/>
            <pc:sldMk cId="979728253" sldId="512"/>
            <ac:spMk id="36" creationId="{49479553-817E-9F13-E168-DE31008C9B33}"/>
          </ac:spMkLst>
        </pc:spChg>
        <pc:grpChg chg="add del mod">
          <ac:chgData name="Fei Zheng" userId="d19317889db4c986" providerId="LiveId" clId="{73625C2E-0573-2540-86F6-A258116BE49F}" dt="2023-05-22T08:19:06.155" v="368" actId="478"/>
          <ac:grpSpMkLst>
            <pc:docMk/>
            <pc:sldMk cId="979728253" sldId="512"/>
            <ac:grpSpMk id="10" creationId="{0CECB93E-8FE8-2B4B-F814-4CFE8680C016}"/>
          </ac:grpSpMkLst>
        </pc:grpChg>
        <pc:grpChg chg="add del mod">
          <ac:chgData name="Fei Zheng" userId="d19317889db4c986" providerId="LiveId" clId="{73625C2E-0573-2540-86F6-A258116BE49F}" dt="2023-05-22T08:19:06.882" v="369" actId="478"/>
          <ac:grpSpMkLst>
            <pc:docMk/>
            <pc:sldMk cId="979728253" sldId="512"/>
            <ac:grpSpMk id="13" creationId="{1E063846-00D9-B20A-2255-4B3C6CD2D6C8}"/>
          </ac:grpSpMkLst>
        </pc:grpChg>
        <pc:grpChg chg="del mod">
          <ac:chgData name="Fei Zheng" userId="d19317889db4c986" providerId="LiveId" clId="{73625C2E-0573-2540-86F6-A258116BE49F}" dt="2023-05-22T08:19:49.412" v="381" actId="165"/>
          <ac:grpSpMkLst>
            <pc:docMk/>
            <pc:sldMk cId="979728253" sldId="512"/>
            <ac:grpSpMk id="22" creationId="{13C7ED67-8CFB-BFB9-BD18-042B14A16650}"/>
          </ac:grpSpMkLst>
        </pc:grpChg>
        <pc:grpChg chg="mod topLvl">
          <ac:chgData name="Fei Zheng" userId="d19317889db4c986" providerId="LiveId" clId="{73625C2E-0573-2540-86F6-A258116BE49F}" dt="2023-05-22T08:20:37.575" v="427" actId="1076"/>
          <ac:grpSpMkLst>
            <pc:docMk/>
            <pc:sldMk cId="979728253" sldId="512"/>
            <ac:grpSpMk id="24" creationId="{50B57357-51E1-72E0-DD58-A925E8C69AD6}"/>
          </ac:grpSpMkLst>
        </pc:grpChg>
        <pc:grpChg chg="mod">
          <ac:chgData name="Fei Zheng" userId="d19317889db4c986" providerId="LiveId" clId="{73625C2E-0573-2540-86F6-A258116BE49F}" dt="2023-05-22T08:20:37.575" v="427" actId="1076"/>
          <ac:grpSpMkLst>
            <pc:docMk/>
            <pc:sldMk cId="979728253" sldId="512"/>
            <ac:grpSpMk id="26" creationId="{75984D3B-94A6-69B3-7AE1-3874083C39D3}"/>
          </ac:grpSpMkLst>
        </pc:grpChg>
        <pc:graphicFrameChg chg="mod">
          <ac:chgData name="Fei Zheng" userId="d19317889db4c986" providerId="LiveId" clId="{73625C2E-0573-2540-86F6-A258116BE49F}" dt="2023-05-22T08:20:37.575" v="427" actId="1076"/>
          <ac:graphicFrameMkLst>
            <pc:docMk/>
            <pc:sldMk cId="979728253" sldId="512"/>
            <ac:graphicFrameMk id="29" creationId="{8D92AABC-B8AF-C14F-1F2C-B4D6030A1E90}"/>
          </ac:graphicFrameMkLst>
        </pc:graphicFrameChg>
        <pc:graphicFrameChg chg="mod">
          <ac:chgData name="Fei Zheng" userId="d19317889db4c986" providerId="LiveId" clId="{73625C2E-0573-2540-86F6-A258116BE49F}" dt="2023-05-22T08:20:37.575" v="427" actId="1076"/>
          <ac:graphicFrameMkLst>
            <pc:docMk/>
            <pc:sldMk cId="979728253" sldId="512"/>
            <ac:graphicFrameMk id="31" creationId="{D62EF1F3-E500-8DFE-EB7B-F4FE7B25D22F}"/>
          </ac:graphicFrameMkLst>
        </pc:graphicFrameChg>
        <pc:graphicFrameChg chg="mod">
          <ac:chgData name="Fei Zheng" userId="d19317889db4c986" providerId="LiveId" clId="{73625C2E-0573-2540-86F6-A258116BE49F}" dt="2023-05-22T08:20:37.575" v="427" actId="1076"/>
          <ac:graphicFrameMkLst>
            <pc:docMk/>
            <pc:sldMk cId="979728253" sldId="512"/>
            <ac:graphicFrameMk id="34" creationId="{5691116A-799B-55B3-D609-04B2066C5F59}"/>
          </ac:graphicFrameMkLst>
        </pc:graphicFrameChg>
      </pc:sldChg>
    </pc:docChg>
  </pc:docChgLst>
  <pc:docChgLst>
    <pc:chgData name="Zheng Fei" userId="d19317889db4c986" providerId="LiveId" clId="{F682663F-A2F1-9744-809E-D929562D967B}"/>
    <pc:docChg chg="delSld">
      <pc:chgData name="Zheng Fei" userId="d19317889db4c986" providerId="LiveId" clId="{F682663F-A2F1-9744-809E-D929562D967B}" dt="2023-04-12T07:22:13.996" v="0" actId="2696"/>
      <pc:docMkLst>
        <pc:docMk/>
      </pc:docMkLst>
      <pc:sldChg chg="del">
        <pc:chgData name="Zheng Fei" userId="d19317889db4c986" providerId="LiveId" clId="{F682663F-A2F1-9744-809E-D929562D967B}" dt="2023-04-12T07:22:13.996" v="0" actId="2696"/>
        <pc:sldMkLst>
          <pc:docMk/>
          <pc:sldMk cId="3064658434" sldId="489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image" Target="../media/image80.emf"/><Relationship Id="rId1" Type="http://schemas.openxmlformats.org/officeDocument/2006/relationships/image" Target="../media/image79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image" Target="../media/image83.emf"/><Relationship Id="rId1" Type="http://schemas.openxmlformats.org/officeDocument/2006/relationships/image" Target="../media/image82.emf"/><Relationship Id="rId5" Type="http://schemas.openxmlformats.org/officeDocument/2006/relationships/image" Target="../media/image86.emf"/><Relationship Id="rId4" Type="http://schemas.openxmlformats.org/officeDocument/2006/relationships/image" Target="../media/image8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image" Target="../media/image87.emf"/><Relationship Id="rId4" Type="http://schemas.openxmlformats.org/officeDocument/2006/relationships/image" Target="../media/image82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" Type="http://schemas.openxmlformats.org/officeDocument/2006/relationships/image" Target="../media/image90.emf"/><Relationship Id="rId5" Type="http://schemas.openxmlformats.org/officeDocument/2006/relationships/image" Target="../media/image82.emf"/><Relationship Id="rId4" Type="http://schemas.openxmlformats.org/officeDocument/2006/relationships/image" Target="../media/image93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image" Target="../media/image98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2.emf"/><Relationship Id="rId1" Type="http://schemas.openxmlformats.org/officeDocument/2006/relationships/image" Target="../media/image101.emf"/><Relationship Id="rId4" Type="http://schemas.openxmlformats.org/officeDocument/2006/relationships/image" Target="../media/image10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26AD52-F159-044E-9B68-1549BCA6E5FC}" type="datetimeFigureOut">
              <a:rPr kumimoji="1" lang="zh-CN" altLang="en-US" smtClean="0"/>
              <a:t>2023/05/23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EE941-A5C0-4544-A490-16C1C4DC68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2365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2023/05/23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2023/05/23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4.pn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0.xml"/><Relationship Id="rId2" Type="http://schemas.openxmlformats.org/officeDocument/2006/relationships/slide" Target="slide3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0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9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8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3.e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85.emf"/><Relationship Id="rId4" Type="http://schemas.openxmlformats.org/officeDocument/2006/relationships/image" Target="../media/image82.emf"/><Relationship Id="rId9" Type="http://schemas.openxmlformats.org/officeDocument/2006/relationships/oleObject" Target="../embeddings/oleObject7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8.e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82.emf"/><Relationship Id="rId4" Type="http://schemas.openxmlformats.org/officeDocument/2006/relationships/image" Target="../media/image87.emf"/><Relationship Id="rId9" Type="http://schemas.openxmlformats.org/officeDocument/2006/relationships/oleObject" Target="../embeddings/oleObject4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8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1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93.emf"/><Relationship Id="rId4" Type="http://schemas.openxmlformats.org/officeDocument/2006/relationships/image" Target="../media/image90.emf"/><Relationship Id="rId9" Type="http://schemas.openxmlformats.org/officeDocument/2006/relationships/oleObject" Target="../embeddings/oleObject15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99.png"/><Relationship Id="rId7" Type="http://schemas.openxmlformats.org/officeDocument/2006/relationships/image" Target="../media/image105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1.png"/><Relationship Id="rId10" Type="http://schemas.openxmlformats.org/officeDocument/2006/relationships/image" Target="../media/image109.png"/><Relationship Id="rId4" Type="http://schemas.openxmlformats.org/officeDocument/2006/relationships/image" Target="../media/image100.png"/><Relationship Id="rId9" Type="http://schemas.openxmlformats.org/officeDocument/2006/relationships/image" Target="../media/image108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100.emf"/><Relationship Id="rId3" Type="http://schemas.openxmlformats.org/officeDocument/2006/relationships/oleObject" Target="../embeddings/oleObject16.bin"/><Relationship Id="rId7" Type="http://schemas.openxmlformats.org/officeDocument/2006/relationships/image" Target="../media/image111.png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4.png"/><Relationship Id="rId1" Type="http://schemas.openxmlformats.org/officeDocument/2006/relationships/vmlDrawing" Target="../drawings/vmlDrawing5.vml"/><Relationship Id="rId6" Type="http://schemas.openxmlformats.org/officeDocument/2006/relationships/image" Target="../media/image98.emf"/><Relationship Id="rId11" Type="http://schemas.openxmlformats.org/officeDocument/2006/relationships/image" Target="../media/image99.emf"/><Relationship Id="rId5" Type="http://schemas.openxmlformats.org/officeDocument/2006/relationships/oleObject" Target="../embeddings/oleObject16.bin"/><Relationship Id="rId15" Type="http://schemas.openxmlformats.org/officeDocument/2006/relationships/image" Target="../media/image100.emf"/><Relationship Id="rId10" Type="http://schemas.openxmlformats.org/officeDocument/2006/relationships/oleObject" Target="../embeddings/oleObject17.bin"/><Relationship Id="rId4" Type="http://schemas.openxmlformats.org/officeDocument/2006/relationships/image" Target="../media/image98.emf"/><Relationship Id="rId9" Type="http://schemas.openxmlformats.org/officeDocument/2006/relationships/image" Target="../media/image99.emf"/><Relationship Id="rId14" Type="http://schemas.openxmlformats.org/officeDocument/2006/relationships/oleObject" Target="../embeddings/oleObject18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e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02.e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104.emf"/><Relationship Id="rId4" Type="http://schemas.openxmlformats.org/officeDocument/2006/relationships/image" Target="../media/image101.emf"/><Relationship Id="rId9" Type="http://schemas.openxmlformats.org/officeDocument/2006/relationships/oleObject" Target="../embeddings/oleObject22.bin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副标题 2">
                <a:extLst>
                  <a:ext uri="{FF2B5EF4-FFF2-40B4-BE49-F238E27FC236}">
                    <a16:creationId xmlns:a16="http://schemas.microsoft.com/office/drawing/2014/main" id="{513A3EC8-73A3-2319-BB7C-6D40137340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2282" y="1311377"/>
                <a:ext cx="3075753" cy="6552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:r>
                  <a:rPr lang="zh-CN" altLang="en-US" sz="3600">
                    <a:solidFill>
                      <a:srgbClr val="0432FF"/>
                    </a:solidFill>
                    <a:latin typeface="STXinwei" panose="02010800040101010101" pitchFamily="2" charset="-122"/>
                    <a:ea typeface="STXinwei" panose="02010800040101010101" pitchFamily="2" charset="-122"/>
                    <a:cs typeface="Times New Roman" panose="02020603050405020304" pitchFamily="18" charset="0"/>
                  </a:rPr>
                  <a:t>上</a:t>
                </a:r>
                <a14:m>
                  <m:oMath xmlns:m="http://schemas.openxmlformats.org/officeDocument/2006/math">
                    <m:r>
                      <a:rPr lang="zh-CN" altLang="en-US" sz="36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sz="3600">
                    <a:solidFill>
                      <a:srgbClr val="0432FF"/>
                    </a:solidFill>
                    <a:latin typeface="STXinwei" panose="02010800040101010101" pitchFamily="2" charset="-122"/>
                    <a:ea typeface="STXinwei" panose="02010800040101010101" pitchFamily="2" charset="-122"/>
                    <a:cs typeface="Times New Roman" panose="02020603050405020304" pitchFamily="18" charset="0"/>
                  </a:rPr>
                  <a:t>分位数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dirty="0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dirty="0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600" dirty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endParaRPr kumimoji="0" lang="en-US" altLang="zh-CN" sz="3600" u="none" strike="noStrike" kern="1200" cap="none" spc="0" normalizeH="0" baseline="0" noProof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STXinwei" panose="02010800040101010101" pitchFamily="2" charset="-122"/>
                  <a:ea typeface="STXinwei" panose="020108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副标题 2">
                <a:extLst>
                  <a:ext uri="{FF2B5EF4-FFF2-40B4-BE49-F238E27FC236}">
                    <a16:creationId xmlns:a16="http://schemas.microsoft.com/office/drawing/2014/main" id="{513A3EC8-73A3-2319-BB7C-6D4013734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282" y="1311377"/>
                <a:ext cx="3075753" cy="655201"/>
              </a:xfrm>
              <a:prstGeom prst="rect">
                <a:avLst/>
              </a:prstGeom>
              <a:blipFill>
                <a:blip r:embed="rId2"/>
                <a:stretch>
                  <a:fillRect l="-1386" b="-5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副标题 2">
                <a:extLst>
                  <a:ext uri="{FF2B5EF4-FFF2-40B4-BE49-F238E27FC236}">
                    <a16:creationId xmlns:a16="http://schemas.microsoft.com/office/drawing/2014/main" id="{59B3668F-5402-6230-F400-0BC5773238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2282" y="2773799"/>
                <a:ext cx="3075753" cy="6552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60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STXinwei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360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3600" b="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STXinwei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36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  <a:cs typeface="Times New Roman" panose="02020603050405020304" pitchFamily="18" charset="0"/>
                        </a:rPr>
                        <m:t>分布</m:t>
                      </m:r>
                    </m:oMath>
                  </m:oMathPara>
                </a14:m>
                <a:endParaRPr kumimoji="0" lang="en-US" altLang="zh-CN" sz="3600" u="none" strike="noStrike" kern="1200" cap="none" spc="0" normalizeH="0" baseline="0" noProof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STXinwei" panose="02010800040101010101" pitchFamily="2" charset="-122"/>
                  <a:ea typeface="STXinwei" panose="020108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副标题 2">
                <a:extLst>
                  <a:ext uri="{FF2B5EF4-FFF2-40B4-BE49-F238E27FC236}">
                    <a16:creationId xmlns:a16="http://schemas.microsoft.com/office/drawing/2014/main" id="{59B3668F-5402-6230-F400-0BC577323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282" y="2773799"/>
                <a:ext cx="3075753" cy="655201"/>
              </a:xfrm>
              <a:prstGeom prst="rect">
                <a:avLst/>
              </a:prstGeom>
              <a:blipFill>
                <a:blip r:embed="rId3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副标题 2">
                <a:extLst>
                  <a:ext uri="{FF2B5EF4-FFF2-40B4-BE49-F238E27FC236}">
                    <a16:creationId xmlns:a16="http://schemas.microsoft.com/office/drawing/2014/main" id="{187A17FA-D727-380E-5E7F-923E150828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2281" y="4563822"/>
                <a:ext cx="3075753" cy="6552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60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zh-CN" altLang="en-US" sz="3600" i="1" dirty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  <a:cs typeface="Times New Roman" panose="02020603050405020304" pitchFamily="18" charset="0"/>
                      </a:rPr>
                      <m:t>分布和</m:t>
                    </m:r>
                    <m:r>
                      <m:rPr>
                        <m:sty m:val="p"/>
                      </m:rPr>
                      <a:rPr lang="el-GR" altLang="zh-CN" sz="360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kumimoji="0" lang="zh-CN" altLang="en-US" sz="3600" u="none" strike="noStrike" kern="1200" cap="none" spc="0" normalizeH="0" baseline="0" noProof="0">
                    <a:ln>
                      <a:noFill/>
                    </a:ln>
                    <a:solidFill>
                      <a:srgbClr val="0432FF"/>
                    </a:solidFill>
                    <a:effectLst/>
                    <a:uLnTx/>
                    <a:uFillTx/>
                    <a:latin typeface="STXinwei" panose="02010800040101010101" pitchFamily="2" charset="-122"/>
                    <a:ea typeface="STXinwei" panose="02010800040101010101" pitchFamily="2" charset="-122"/>
                    <a:cs typeface="Times New Roman" panose="02020603050405020304" pitchFamily="18" charset="0"/>
                  </a:rPr>
                  <a:t>函数</a:t>
                </a:r>
                <a:endParaRPr kumimoji="0" lang="en-US" altLang="zh-CN" sz="3600" u="none" strike="noStrike" kern="1200" cap="none" spc="0" normalizeH="0" baseline="0" noProof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STXinwei" panose="02010800040101010101" pitchFamily="2" charset="-122"/>
                  <a:ea typeface="STXinwei" panose="020108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副标题 2">
                <a:extLst>
                  <a:ext uri="{FF2B5EF4-FFF2-40B4-BE49-F238E27FC236}">
                    <a16:creationId xmlns:a16="http://schemas.microsoft.com/office/drawing/2014/main" id="{187A17FA-D727-380E-5E7F-923E15082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281" y="4563822"/>
                <a:ext cx="3075753" cy="655201"/>
              </a:xfrm>
              <a:prstGeom prst="rect">
                <a:avLst/>
              </a:prstGeom>
              <a:blipFill>
                <a:blip r:embed="rId4"/>
                <a:stretch>
                  <a:fillRect r="-3960" b="-61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616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图表, 直方图&#10;&#10;描述已自动生成">
            <a:extLst>
              <a:ext uri="{FF2B5EF4-FFF2-40B4-BE49-F238E27FC236}">
                <a16:creationId xmlns:a16="http://schemas.microsoft.com/office/drawing/2014/main" id="{DB03E5E5-E776-170D-6F25-F1F418074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818" y="449671"/>
            <a:ext cx="8103071" cy="5959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509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副标题 2">
                <a:extLst>
                  <a:ext uri="{FF2B5EF4-FFF2-40B4-BE49-F238E27FC236}">
                    <a16:creationId xmlns:a16="http://schemas.microsoft.com/office/drawing/2014/main" id="{3AF664BF-7DCD-674E-6C91-40C6EE70A5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8537" y="-137413"/>
                <a:ext cx="3075753" cy="6552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:r>
                  <a:rPr lang="zh-CN" altLang="en-US" sz="3600">
                    <a:solidFill>
                      <a:srgbClr val="0432FF"/>
                    </a:solidFill>
                    <a:latin typeface="STXinwei" panose="02010800040101010101" pitchFamily="2" charset="-122"/>
                    <a:ea typeface="STXinwei" panose="02010800040101010101" pitchFamily="2" charset="-122"/>
                    <a:cs typeface="Times New Roman" panose="02020603050405020304" pitchFamily="18" charset="0"/>
                  </a:rPr>
                  <a:t>上</a:t>
                </a:r>
                <a14:m>
                  <m:oMath xmlns:m="http://schemas.openxmlformats.org/officeDocument/2006/math">
                    <m:r>
                      <a:rPr lang="zh-CN" altLang="en-US" sz="36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sz="3600">
                    <a:solidFill>
                      <a:srgbClr val="0432FF"/>
                    </a:solidFill>
                    <a:latin typeface="STXinwei" panose="02010800040101010101" pitchFamily="2" charset="-122"/>
                    <a:ea typeface="STXinwei" panose="02010800040101010101" pitchFamily="2" charset="-122"/>
                    <a:cs typeface="Times New Roman" panose="02020603050405020304" pitchFamily="18" charset="0"/>
                  </a:rPr>
                  <a:t>分位数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dirty="0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dirty="0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600" dirty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endParaRPr kumimoji="0" lang="en-US" altLang="zh-CN" sz="3600" u="none" strike="noStrike" kern="1200" cap="none" spc="0" normalizeH="0" baseline="0" noProof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STXinwei" panose="02010800040101010101" pitchFamily="2" charset="-122"/>
                  <a:ea typeface="STXinwei" panose="020108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副标题 2">
                <a:extLst>
                  <a:ext uri="{FF2B5EF4-FFF2-40B4-BE49-F238E27FC236}">
                    <a16:creationId xmlns:a16="http://schemas.microsoft.com/office/drawing/2014/main" id="{3AF664BF-7DCD-674E-6C91-40C6EE70A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537" y="-137413"/>
                <a:ext cx="3075753" cy="655201"/>
              </a:xfrm>
              <a:prstGeom prst="rect">
                <a:avLst/>
              </a:prstGeom>
              <a:blipFill>
                <a:blip r:embed="rId2"/>
                <a:stretch>
                  <a:fillRect l="-1587" b="-5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副标题 2">
                <a:extLst>
                  <a:ext uri="{FF2B5EF4-FFF2-40B4-BE49-F238E27FC236}">
                    <a16:creationId xmlns:a16="http://schemas.microsoft.com/office/drawing/2014/main" id="{3CB9F71D-B7A9-4922-90B6-3161CDE8CA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5484" y="655201"/>
                <a:ext cx="11444556" cy="11770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lnSpc>
                    <a:spcPct val="150000"/>
                  </a:lnSpc>
                </a:pPr>
                <a:r>
                  <a:rPr lang="zh-CN" altLang="en-US" sz="280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设随机变量</a:t>
                </a:r>
                <a14:m>
                  <m:oMath xmlns:m="http://schemas.openxmlformats.org/officeDocument/2006/math">
                    <m:r>
                      <a:rPr lang="en-US" altLang="zh-CN" sz="28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80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分布函数为</a:t>
                </a:r>
                <a14:m>
                  <m:oMath xmlns:m="http://schemas.openxmlformats.org/officeDocument/2006/math">
                    <m:r>
                      <a:rPr lang="en-US" altLang="zh-CN" sz="28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CN" sz="28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8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，对给定的实数</a:t>
                </a:r>
                <a14:m>
                  <m:oMath xmlns:m="http://schemas.openxmlformats.org/officeDocument/2006/math">
                    <m:r>
                      <a:rPr lang="en-US" altLang="zh-CN" sz="28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28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(0&lt;</m:t>
                    </m:r>
                    <m:r>
                      <a:rPr lang="en-US" altLang="zh-CN" sz="28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28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&lt;1)</m:t>
                    </m:r>
                  </m:oMath>
                </a14:m>
                <a:r>
                  <a:rPr lang="zh-CN" altLang="en-US" sz="280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，如果实数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en-US" sz="280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满足</a:t>
                </a:r>
                <a:endParaRPr kumimoji="0" lang="en-US" altLang="zh-CN" sz="280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副标题 2">
                <a:extLst>
                  <a:ext uri="{FF2B5EF4-FFF2-40B4-BE49-F238E27FC236}">
                    <a16:creationId xmlns:a16="http://schemas.microsoft.com/office/drawing/2014/main" id="{3CB9F71D-B7A9-4922-90B6-3161CDE8C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84" y="655201"/>
                <a:ext cx="11444556" cy="1177047"/>
              </a:xfrm>
              <a:prstGeom prst="rect">
                <a:avLst/>
              </a:prstGeom>
              <a:blipFill>
                <a:blip r:embed="rId3"/>
                <a:stretch>
                  <a:fillRect l="-1065" r="-639" b="-24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FE02280-D9BB-4241-9DCA-BF48B6A6C101}"/>
                  </a:ext>
                </a:extLst>
              </p:cNvPr>
              <p:cNvSpPr/>
              <p:nvPr/>
            </p:nvSpPr>
            <p:spPr>
              <a:xfrm>
                <a:off x="4896594" y="1715646"/>
                <a:ext cx="22042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zh-CN" alt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d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FE02280-D9BB-4241-9DCA-BF48B6A6C1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594" y="1715646"/>
                <a:ext cx="220425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2012798-E0EE-4D2E-9D60-AFBEEF4B06CD}"/>
                  </a:ext>
                </a:extLst>
              </p:cNvPr>
              <p:cNvSpPr/>
              <p:nvPr/>
            </p:nvSpPr>
            <p:spPr>
              <a:xfrm>
                <a:off x="6376413" y="3198167"/>
                <a:ext cx="217328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2012798-E0EE-4D2E-9D60-AFBEEF4B06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413" y="3198167"/>
                <a:ext cx="217328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副标题 2">
                <a:extLst>
                  <a:ext uri="{FF2B5EF4-FFF2-40B4-BE49-F238E27FC236}">
                    <a16:creationId xmlns:a16="http://schemas.microsoft.com/office/drawing/2014/main" id="{BFC80BAD-72A4-498D-8ABF-AEF7AE7A72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5484" y="2297409"/>
                <a:ext cx="11202337" cy="16113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lnSpc>
                    <a:spcPct val="130000"/>
                  </a:lnSpc>
                </a:pPr>
                <a:r>
                  <a:rPr lang="zh-CN" altLang="en-US" sz="280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为随机变量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的分布的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水平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sz="280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的上分位数，上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sz="280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分位数</a:t>
                </a:r>
                <a:endParaRPr lang="zh-CN" altLang="en-US" sz="2800">
                  <a:solidFill>
                    <a:prstClr val="black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副标题 2">
                <a:extLst>
                  <a:ext uri="{FF2B5EF4-FFF2-40B4-BE49-F238E27FC236}">
                    <a16:creationId xmlns:a16="http://schemas.microsoft.com/office/drawing/2014/main" id="{BFC80BAD-72A4-498D-8ABF-AEF7AE7A7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84" y="2297409"/>
                <a:ext cx="11202337" cy="1611326"/>
              </a:xfrm>
              <a:prstGeom prst="rect">
                <a:avLst/>
              </a:prstGeom>
              <a:blipFill>
                <a:blip r:embed="rId6"/>
                <a:stretch>
                  <a:fillRect l="-1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8">
            <a:extLst>
              <a:ext uri="{FF2B5EF4-FFF2-40B4-BE49-F238E27FC236}">
                <a16:creationId xmlns:a16="http://schemas.microsoft.com/office/drawing/2014/main" id="{0B5C46AC-C641-5D02-6A5E-CCA3D10F12E7}"/>
              </a:ext>
            </a:extLst>
          </p:cNvPr>
          <p:cNvGrpSpPr>
            <a:grpSpLocks/>
          </p:cNvGrpSpPr>
          <p:nvPr/>
        </p:nvGrpSpPr>
        <p:grpSpPr bwMode="auto">
          <a:xfrm>
            <a:off x="817634" y="4353895"/>
            <a:ext cx="3441700" cy="2254250"/>
            <a:chOff x="1710" y="924"/>
            <a:chExt cx="2168" cy="1420"/>
          </a:xfrm>
        </p:grpSpPr>
        <p:grpSp>
          <p:nvGrpSpPr>
            <p:cNvPr id="19" name="Group 9">
              <a:extLst>
                <a:ext uri="{FF2B5EF4-FFF2-40B4-BE49-F238E27FC236}">
                  <a16:creationId xmlns:a16="http://schemas.microsoft.com/office/drawing/2014/main" id="{EE89CAD3-020A-1113-86D1-EADDFAC13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0" y="1369"/>
              <a:ext cx="651" cy="590"/>
              <a:chOff x="1927" y="1888"/>
              <a:chExt cx="651" cy="590"/>
            </a:xfrm>
          </p:grpSpPr>
          <p:sp>
            <p:nvSpPr>
              <p:cNvPr id="28" name="Line 10">
                <a:extLst>
                  <a:ext uri="{FF2B5EF4-FFF2-40B4-BE49-F238E27FC236}">
                    <a16:creationId xmlns:a16="http://schemas.microsoft.com/office/drawing/2014/main" id="{D62BCF5F-9CAC-B579-01DB-A14BABE1F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7" y="2160"/>
                <a:ext cx="0" cy="31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11">
                <a:extLst>
                  <a:ext uri="{FF2B5EF4-FFF2-40B4-BE49-F238E27FC236}">
                    <a16:creationId xmlns:a16="http://schemas.microsoft.com/office/drawing/2014/main" id="{48AE781D-1651-AB8A-8B25-93272BDFD2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7" y="2251"/>
                <a:ext cx="91" cy="1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12">
                <a:extLst>
                  <a:ext uri="{FF2B5EF4-FFF2-40B4-BE49-F238E27FC236}">
                    <a16:creationId xmlns:a16="http://schemas.microsoft.com/office/drawing/2014/main" id="{0808D45F-51A5-6218-4852-E9F309FCB9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7" y="2296"/>
                <a:ext cx="137" cy="18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Line 13">
                <a:extLst>
                  <a:ext uri="{FF2B5EF4-FFF2-40B4-BE49-F238E27FC236}">
                    <a16:creationId xmlns:a16="http://schemas.microsoft.com/office/drawing/2014/main" id="{F01B07EE-2178-0FB4-8D61-4CE79C420E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18" y="2332"/>
                <a:ext cx="90" cy="13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Line 14">
                <a:extLst>
                  <a:ext uri="{FF2B5EF4-FFF2-40B4-BE49-F238E27FC236}">
                    <a16:creationId xmlns:a16="http://schemas.microsoft.com/office/drawing/2014/main" id="{3B91EF7C-1863-C874-5ABE-C8F11E2C1A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83" y="2341"/>
                <a:ext cx="90" cy="13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Line 15">
                <a:extLst>
                  <a:ext uri="{FF2B5EF4-FFF2-40B4-BE49-F238E27FC236}">
                    <a16:creationId xmlns:a16="http://schemas.microsoft.com/office/drawing/2014/main" id="{170D02EE-3EB9-E247-D14F-788C5E07BE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73" y="2387"/>
                <a:ext cx="45" cy="9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Line 16">
                <a:extLst>
                  <a:ext uri="{FF2B5EF4-FFF2-40B4-BE49-F238E27FC236}">
                    <a16:creationId xmlns:a16="http://schemas.microsoft.com/office/drawing/2014/main" id="{62949AC1-D898-0249-69A3-248A782733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45" y="2387"/>
                <a:ext cx="45" cy="9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Line 17">
                <a:extLst>
                  <a:ext uri="{FF2B5EF4-FFF2-40B4-BE49-F238E27FC236}">
                    <a16:creationId xmlns:a16="http://schemas.microsoft.com/office/drawing/2014/main" id="{14B01F7A-F17C-BB46-2871-DA674A133C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9" y="2206"/>
                <a:ext cx="91" cy="18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Rectangle 18">
                <a:extLst>
                  <a:ext uri="{FF2B5EF4-FFF2-40B4-BE49-F238E27FC236}">
                    <a16:creationId xmlns:a16="http://schemas.microsoft.com/office/drawing/2014/main" id="{7E00D88D-2361-5096-261C-060E8CA928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9" y="1888"/>
                <a:ext cx="469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r>
                  <a:rPr lang="en-US" altLang="zh-CN" sz="3600">
                    <a:latin typeface="Times New Roman" panose="02020603050405020304" pitchFamily="18" charset="0"/>
                    <a:sym typeface="Symbol" pitchFamily="2" charset="2"/>
                  </a:rPr>
                  <a:t></a:t>
                </a:r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17F5D83-46B3-491A-EA27-487E2EE0E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2" y="1940"/>
              <a:ext cx="501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</a:pPr>
              <a:r>
                <a:rPr lang="en-US" altLang="zh-CN" sz="3600" i="1">
                  <a:latin typeface="Times New Roman" panose="02020603050405020304" pitchFamily="18" charset="0"/>
                </a:rPr>
                <a:t>x</a:t>
              </a:r>
              <a:r>
                <a:rPr lang="en-US" altLang="zh-CN" sz="3600" i="1" baseline="-25000">
                  <a:latin typeface="Times New Roman" panose="02020603050405020304" pitchFamily="18" charset="0"/>
                  <a:sym typeface="Symbol" pitchFamily="2" charset="2"/>
                </a:rPr>
                <a:t></a:t>
              </a:r>
              <a:endParaRPr lang="en-US" altLang="en-US" sz="3600" i="1" baseline="-250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7A703A5-B5C1-C936-D94E-F04C67754E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0" y="924"/>
              <a:ext cx="2168" cy="1348"/>
              <a:chOff x="467" y="1443"/>
              <a:chExt cx="2168" cy="1348"/>
            </a:xfrm>
          </p:grpSpPr>
          <p:sp>
            <p:nvSpPr>
              <p:cNvPr id="22" name="Line 21">
                <a:extLst>
                  <a:ext uri="{FF2B5EF4-FFF2-40B4-BE49-F238E27FC236}">
                    <a16:creationId xmlns:a16="http://schemas.microsoft.com/office/drawing/2014/main" id="{29624DD7-82CB-AEC2-0FDA-7F35538046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" y="2478"/>
                <a:ext cx="19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22">
                <a:extLst>
                  <a:ext uri="{FF2B5EF4-FFF2-40B4-BE49-F238E27FC236}">
                    <a16:creationId xmlns:a16="http://schemas.microsoft.com/office/drawing/2014/main" id="{F48E9A3D-39DD-4FC0-2DC3-B2859661CB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20" y="1616"/>
                <a:ext cx="0" cy="104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D1B9A748-D044-C09D-F17A-2FBAF2A510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" y="1697"/>
                <a:ext cx="1860" cy="717"/>
              </a:xfrm>
              <a:custGeom>
                <a:avLst/>
                <a:gdLst>
                  <a:gd name="T0" fmla="*/ 0 w 2086"/>
                  <a:gd name="T1" fmla="*/ 677 h 809"/>
                  <a:gd name="T2" fmla="*/ 283 w 2086"/>
                  <a:gd name="T3" fmla="*/ 557 h 809"/>
                  <a:gd name="T4" fmla="*/ 728 w 2086"/>
                  <a:gd name="T5" fmla="*/ 74 h 809"/>
                  <a:gd name="T6" fmla="*/ 1091 w 2086"/>
                  <a:gd name="T7" fmla="*/ 114 h 809"/>
                  <a:gd name="T8" fmla="*/ 1617 w 2086"/>
                  <a:gd name="T9" fmla="*/ 596 h 809"/>
                  <a:gd name="T10" fmla="*/ 1860 w 2086"/>
                  <a:gd name="T11" fmla="*/ 717 h 80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86" h="809">
                    <a:moveTo>
                      <a:pt x="0" y="764"/>
                    </a:moveTo>
                    <a:cubicBezTo>
                      <a:pt x="90" y="752"/>
                      <a:pt x="181" y="741"/>
                      <a:pt x="317" y="628"/>
                    </a:cubicBezTo>
                    <a:cubicBezTo>
                      <a:pt x="453" y="515"/>
                      <a:pt x="665" y="166"/>
                      <a:pt x="816" y="83"/>
                    </a:cubicBezTo>
                    <a:cubicBezTo>
                      <a:pt x="967" y="0"/>
                      <a:pt x="1058" y="31"/>
                      <a:pt x="1224" y="129"/>
                    </a:cubicBezTo>
                    <a:cubicBezTo>
                      <a:pt x="1390" y="227"/>
                      <a:pt x="1670" y="560"/>
                      <a:pt x="1814" y="673"/>
                    </a:cubicBezTo>
                    <a:cubicBezTo>
                      <a:pt x="1958" y="786"/>
                      <a:pt x="2041" y="786"/>
                      <a:pt x="2086" y="809"/>
                    </a:cubicBez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60D5751-0DAA-68DC-0D77-CA6D48CCA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2346"/>
                <a:ext cx="403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r>
                  <a:rPr lang="en-US" altLang="zh-CN" sz="3600" i="1">
                    <a:latin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FFADF66-B593-351B-2BAC-B19FF15FCB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443"/>
                <a:ext cx="475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r>
                  <a:rPr lang="en-US" altLang="zh-CN" sz="3600" i="1">
                    <a:latin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6AE94A0-5594-A88C-D739-48889F23D2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2387"/>
                <a:ext cx="36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r>
                  <a:rPr lang="en-US" altLang="zh-CN" sz="3600" i="1">
                    <a:latin typeface="Times New Roman" panose="02020603050405020304" pitchFamily="18" charset="0"/>
                  </a:rPr>
                  <a:t>x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副标题 2">
                <a:extLst>
                  <a:ext uri="{FF2B5EF4-FFF2-40B4-BE49-F238E27FC236}">
                    <a16:creationId xmlns:a16="http://schemas.microsoft.com/office/drawing/2014/main" id="{8343B19F-3FB7-45DD-4F3C-073497E108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99170" y="4463227"/>
                <a:ext cx="4991062" cy="6493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lnSpc>
                    <a:spcPct val="150000"/>
                  </a:lnSpc>
                </a:pPr>
                <a:r>
                  <a:rPr lang="zh-CN" altLang="en-US" sz="280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80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是连续型随机变量时，设其密度函数为</a:t>
                </a:r>
                <a14:m>
                  <m:oMath xmlns:m="http://schemas.openxmlformats.org/officeDocument/2006/math">
                    <m:r>
                      <a:rPr lang="en-US" altLang="zh-CN" sz="28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8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8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，则其水平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sz="280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的上分位数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en-US" sz="2800">
                    <a:solidFill>
                      <a:prstClr val="black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满足</a:t>
                </a:r>
                <a:endParaRPr kumimoji="0" lang="en-US" altLang="zh-CN" sz="280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副标题 2">
                <a:extLst>
                  <a:ext uri="{FF2B5EF4-FFF2-40B4-BE49-F238E27FC236}">
                    <a16:creationId xmlns:a16="http://schemas.microsoft.com/office/drawing/2014/main" id="{8343B19F-3FB7-45DD-4F3C-073497E10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170" y="4463227"/>
                <a:ext cx="4991062" cy="649320"/>
              </a:xfrm>
              <a:prstGeom prst="rect">
                <a:avLst/>
              </a:prstGeom>
              <a:blipFill>
                <a:blip r:embed="rId7"/>
                <a:stretch>
                  <a:fillRect l="-2442" b="-223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F974EDCB-0F61-94CD-A562-3BA2A77EA666}"/>
                  </a:ext>
                </a:extLst>
              </p:cNvPr>
              <p:cNvSpPr/>
              <p:nvPr/>
            </p:nvSpPr>
            <p:spPr>
              <a:xfrm>
                <a:off x="8919089" y="5787408"/>
                <a:ext cx="2440989" cy="9564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grow m:val="on"/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sub>
                        <m:sup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F974EDCB-0F61-94CD-A562-3BA2A77EA6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089" y="5787408"/>
                <a:ext cx="2440989" cy="9564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00A87DD4-7DC0-65FA-2A6A-BF104F828080}"/>
                  </a:ext>
                </a:extLst>
              </p:cNvPr>
              <p:cNvSpPr txBox="1"/>
              <p:nvPr/>
            </p:nvSpPr>
            <p:spPr>
              <a:xfrm>
                <a:off x="817634" y="3198166"/>
                <a:ext cx="61170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00A87DD4-7DC0-65FA-2A6A-BF104F828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634" y="3198166"/>
                <a:ext cx="611702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7FD3DF0-D025-71F0-41E1-D3ADBEFD3EC5}"/>
                  </a:ext>
                </a:extLst>
              </p:cNvPr>
              <p:cNvSpPr txBox="1"/>
              <p:nvPr/>
            </p:nvSpPr>
            <p:spPr>
              <a:xfrm>
                <a:off x="4168847" y="3205429"/>
                <a:ext cx="171552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D7FD3DF0-D025-71F0-41E1-D3ADBEFD3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847" y="3205429"/>
                <a:ext cx="171552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701DAC7A-186E-F1E4-8683-1FADE03CC830}"/>
                  </a:ext>
                </a:extLst>
              </p:cNvPr>
              <p:cNvSpPr txBox="1"/>
              <p:nvPr/>
            </p:nvSpPr>
            <p:spPr>
              <a:xfrm>
                <a:off x="8222003" y="3160804"/>
                <a:ext cx="9481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701DAC7A-186E-F1E4-8683-1FADE03CC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003" y="3160804"/>
                <a:ext cx="94819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26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7" grpId="0"/>
      <p:bldP spid="38" grpId="0"/>
      <p:bldP spid="40" grpId="0"/>
      <p:bldP spid="41" grpId="0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文本, 信件&#10;&#10;描述已自动生成">
            <a:extLst>
              <a:ext uri="{FF2B5EF4-FFF2-40B4-BE49-F238E27FC236}">
                <a16:creationId xmlns:a16="http://schemas.microsoft.com/office/drawing/2014/main" id="{1E30F15A-201B-A7D5-29E6-ACC2AA1536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090" y="1175656"/>
            <a:ext cx="6881323" cy="52316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副标题 2">
                <a:extLst>
                  <a:ext uri="{FF2B5EF4-FFF2-40B4-BE49-F238E27FC236}">
                    <a16:creationId xmlns:a16="http://schemas.microsoft.com/office/drawing/2014/main" id="{958E2DBA-818C-5EE8-8C7F-82958759C9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8537" y="-137413"/>
                <a:ext cx="3075753" cy="6552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60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STXinwei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360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3600" b="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STXinwei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36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  <a:cs typeface="Times New Roman" panose="02020603050405020304" pitchFamily="18" charset="0"/>
                        </a:rPr>
                        <m:t>分布</m:t>
                      </m:r>
                    </m:oMath>
                  </m:oMathPara>
                </a14:m>
                <a:endParaRPr kumimoji="0" lang="en-US" altLang="zh-CN" sz="3600" u="none" strike="noStrike" kern="1200" cap="none" spc="0" normalizeH="0" baseline="0" noProof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STXinwei" panose="02010800040101010101" pitchFamily="2" charset="-122"/>
                  <a:ea typeface="STXinwei" panose="020108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副标题 2">
                <a:extLst>
                  <a:ext uri="{FF2B5EF4-FFF2-40B4-BE49-F238E27FC236}">
                    <a16:creationId xmlns:a16="http://schemas.microsoft.com/office/drawing/2014/main" id="{958E2DBA-818C-5EE8-8C7F-82958759C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537" y="-137413"/>
                <a:ext cx="3075753" cy="655201"/>
              </a:xfrm>
              <a:prstGeom prst="rect">
                <a:avLst/>
              </a:prstGeom>
              <a:blipFill>
                <a:blip r:embed="rId3"/>
                <a:stretch>
                  <a:fillRect b="-15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98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, 信件&#10;&#10;描述已自动生成">
            <a:extLst>
              <a:ext uri="{FF2B5EF4-FFF2-40B4-BE49-F238E27FC236}">
                <a16:creationId xmlns:a16="http://schemas.microsoft.com/office/drawing/2014/main" id="{0CD56FB9-DF00-FB96-1E9C-BD4EE5E25D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17" b="893"/>
          <a:stretch/>
        </p:blipFill>
        <p:spPr>
          <a:xfrm>
            <a:off x="2213058" y="748146"/>
            <a:ext cx="7765884" cy="57650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副标题 2">
                <a:extLst>
                  <a:ext uri="{FF2B5EF4-FFF2-40B4-BE49-F238E27FC236}">
                    <a16:creationId xmlns:a16="http://schemas.microsoft.com/office/drawing/2014/main" id="{42E34EDE-3F32-AA29-B5F0-6C8F06F028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8537" y="-137413"/>
                <a:ext cx="3075753" cy="6552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60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zh-CN" altLang="en-US" sz="3600" i="1" dirty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  <a:cs typeface="Times New Roman" panose="02020603050405020304" pitchFamily="18" charset="0"/>
                      </a:rPr>
                      <m:t>分布和</m:t>
                    </m:r>
                    <m:r>
                      <m:rPr>
                        <m:sty m:val="p"/>
                      </m:rPr>
                      <a:rPr lang="el-GR" altLang="zh-CN" sz="360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kumimoji="0" lang="zh-CN" alt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srgbClr val="0432FF"/>
                    </a:solidFill>
                    <a:effectLst/>
                    <a:uLnTx/>
                    <a:uFillTx/>
                    <a:latin typeface="STXinwei" panose="02010800040101010101" pitchFamily="2" charset="-122"/>
                    <a:ea typeface="STXinwei" panose="02010800040101010101" pitchFamily="2" charset="-122"/>
                    <a:cs typeface="Times New Roman" panose="02020603050405020304" pitchFamily="18" charset="0"/>
                  </a:rPr>
                  <a:t>函数</a:t>
                </a:r>
                <a:endParaRPr kumimoji="0" lang="en-US" altLang="zh-CN" sz="3600" u="none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STXinwei" panose="02010800040101010101" pitchFamily="2" charset="-122"/>
                  <a:ea typeface="STXinwei" panose="020108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副标题 2">
                <a:extLst>
                  <a:ext uri="{FF2B5EF4-FFF2-40B4-BE49-F238E27FC236}">
                    <a16:creationId xmlns:a16="http://schemas.microsoft.com/office/drawing/2014/main" id="{42E34EDE-3F32-AA29-B5F0-6C8F06F02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537" y="-137413"/>
                <a:ext cx="3075753" cy="655201"/>
              </a:xfrm>
              <a:prstGeom prst="rect">
                <a:avLst/>
              </a:prstGeom>
              <a:blipFill>
                <a:blip r:embed="rId3"/>
                <a:stretch>
                  <a:fillRect r="-3968" b="-60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25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7">
            <a:extLst>
              <a:ext uri="{FF2B5EF4-FFF2-40B4-BE49-F238E27FC236}">
                <a16:creationId xmlns:a16="http://schemas.microsoft.com/office/drawing/2014/main" id="{70BF130D-E61D-74D7-8FE6-6584CA8E7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919" y="2405448"/>
            <a:ext cx="8920162" cy="3257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副标题 2">
                <a:extLst>
                  <a:ext uri="{FF2B5EF4-FFF2-40B4-BE49-F238E27FC236}">
                    <a16:creationId xmlns:a16="http://schemas.microsoft.com/office/drawing/2014/main" id="{660D6622-85AC-AF9B-9219-4844034BFD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8537" y="-137413"/>
                <a:ext cx="3075753" cy="6552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60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zh-CN" altLang="en-US" sz="3600" i="1" dirty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  <a:cs typeface="Times New Roman" panose="02020603050405020304" pitchFamily="18" charset="0"/>
                      </a:rPr>
                      <m:t>分布和</m:t>
                    </m:r>
                    <m:r>
                      <m:rPr>
                        <m:sty m:val="p"/>
                      </m:rPr>
                      <a:rPr lang="el-GR" altLang="zh-CN" sz="360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kumimoji="0" lang="zh-CN" altLang="en-US" sz="3600" u="none" strike="noStrike" kern="1200" cap="none" spc="0" normalizeH="0" baseline="0" noProof="0" dirty="0">
                    <a:ln>
                      <a:noFill/>
                    </a:ln>
                    <a:solidFill>
                      <a:srgbClr val="0432FF"/>
                    </a:solidFill>
                    <a:effectLst/>
                    <a:uLnTx/>
                    <a:uFillTx/>
                    <a:latin typeface="STXinwei" panose="02010800040101010101" pitchFamily="2" charset="-122"/>
                    <a:ea typeface="STXinwei" panose="02010800040101010101" pitchFamily="2" charset="-122"/>
                    <a:cs typeface="Times New Roman" panose="02020603050405020304" pitchFamily="18" charset="0"/>
                  </a:rPr>
                  <a:t>函数</a:t>
                </a:r>
                <a:endParaRPr kumimoji="0" lang="en-US" altLang="zh-CN" sz="3600" u="none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STXinwei" panose="02010800040101010101" pitchFamily="2" charset="-122"/>
                  <a:ea typeface="STXinwei" panose="020108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副标题 2">
                <a:extLst>
                  <a:ext uri="{FF2B5EF4-FFF2-40B4-BE49-F238E27FC236}">
                    <a16:creationId xmlns:a16="http://schemas.microsoft.com/office/drawing/2014/main" id="{660D6622-85AC-AF9B-9219-4844034BF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537" y="-137413"/>
                <a:ext cx="3075753" cy="655201"/>
              </a:xfrm>
              <a:prstGeom prst="rect">
                <a:avLst/>
              </a:prstGeom>
              <a:blipFill>
                <a:blip r:embed="rId3"/>
                <a:stretch>
                  <a:fillRect l="-412" r="-4115" b="-62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596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副标题 2">
                <a:extLst>
                  <a:ext uri="{FF2B5EF4-FFF2-40B4-BE49-F238E27FC236}">
                    <a16:creationId xmlns:a16="http://schemas.microsoft.com/office/drawing/2014/main" id="{513A3EC8-73A3-2319-BB7C-6D40137340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2282" y="1311377"/>
                <a:ext cx="3075753" cy="6552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:r>
                  <a:rPr lang="zh-CN" altLang="en-US" sz="3600">
                    <a:solidFill>
                      <a:srgbClr val="0432FF"/>
                    </a:solidFill>
                    <a:latin typeface="STXinwei" panose="02010800040101010101" pitchFamily="2" charset="-122"/>
                    <a:ea typeface="STXinwei" panose="02010800040101010101" pitchFamily="2" charset="-122"/>
                    <a:cs typeface="Times New Roman" panose="02020603050405020304" pitchFamily="18" charset="0"/>
                  </a:rPr>
                  <a:t>上</a:t>
                </a:r>
                <a14:m>
                  <m:oMath xmlns:m="http://schemas.openxmlformats.org/officeDocument/2006/math">
                    <m:r>
                      <a:rPr lang="zh-CN" altLang="en-US" sz="36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zh-CN" altLang="en-US" sz="3600">
                    <a:solidFill>
                      <a:srgbClr val="0432FF"/>
                    </a:solidFill>
                    <a:latin typeface="STXinwei" panose="02010800040101010101" pitchFamily="2" charset="-122"/>
                    <a:ea typeface="STXinwei" panose="02010800040101010101" pitchFamily="2" charset="-122"/>
                    <a:cs typeface="Times New Roman" panose="02020603050405020304" pitchFamily="18" charset="0"/>
                  </a:rPr>
                  <a:t>分位数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dirty="0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dirty="0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600" dirty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endParaRPr kumimoji="0" lang="en-US" altLang="zh-CN" sz="3600" u="none" strike="noStrike" kern="1200" cap="none" spc="0" normalizeH="0" baseline="0" noProof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STXinwei" panose="02010800040101010101" pitchFamily="2" charset="-122"/>
                  <a:ea typeface="STXinwei" panose="020108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副标题 2">
                <a:extLst>
                  <a:ext uri="{FF2B5EF4-FFF2-40B4-BE49-F238E27FC236}">
                    <a16:creationId xmlns:a16="http://schemas.microsoft.com/office/drawing/2014/main" id="{513A3EC8-73A3-2319-BB7C-6D4013734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282" y="1311377"/>
                <a:ext cx="3075753" cy="655201"/>
              </a:xfrm>
              <a:prstGeom prst="rect">
                <a:avLst/>
              </a:prstGeom>
              <a:blipFill>
                <a:blip r:embed="rId2"/>
                <a:stretch>
                  <a:fillRect l="-1386" b="-5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副标题 2">
                <a:extLst>
                  <a:ext uri="{FF2B5EF4-FFF2-40B4-BE49-F238E27FC236}">
                    <a16:creationId xmlns:a16="http://schemas.microsoft.com/office/drawing/2014/main" id="{59B3668F-5402-6230-F400-0BC5773238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2282" y="2773799"/>
                <a:ext cx="3075753" cy="6552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60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STXinwei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360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3600" b="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STXinwei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3600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STXinwei" panose="02010800040101010101" pitchFamily="2" charset="-122"/>
                          <a:cs typeface="Times New Roman" panose="02020603050405020304" pitchFamily="18" charset="0"/>
                        </a:rPr>
                        <m:t>分布</m:t>
                      </m:r>
                    </m:oMath>
                  </m:oMathPara>
                </a14:m>
                <a:endParaRPr kumimoji="0" lang="en-US" altLang="zh-CN" sz="3600" u="none" strike="noStrike" kern="1200" cap="none" spc="0" normalizeH="0" baseline="0" noProof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STXinwei" panose="02010800040101010101" pitchFamily="2" charset="-122"/>
                  <a:ea typeface="STXinwei" panose="020108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副标题 2">
                <a:extLst>
                  <a:ext uri="{FF2B5EF4-FFF2-40B4-BE49-F238E27FC236}">
                    <a16:creationId xmlns:a16="http://schemas.microsoft.com/office/drawing/2014/main" id="{59B3668F-5402-6230-F400-0BC577323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282" y="2773799"/>
                <a:ext cx="3075753" cy="655201"/>
              </a:xfrm>
              <a:prstGeom prst="rect">
                <a:avLst/>
              </a:prstGeom>
              <a:blipFill>
                <a:blip r:embed="rId3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副标题 2">
                <a:extLst>
                  <a:ext uri="{FF2B5EF4-FFF2-40B4-BE49-F238E27FC236}">
                    <a16:creationId xmlns:a16="http://schemas.microsoft.com/office/drawing/2014/main" id="{187A17FA-D727-380E-5E7F-923E150828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2281" y="4563822"/>
                <a:ext cx="3075753" cy="6552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60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zh-CN" altLang="en-US" sz="3600" i="1" dirty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STXinwei" panose="02010800040101010101" pitchFamily="2" charset="-122"/>
                        <a:cs typeface="Times New Roman" panose="02020603050405020304" pitchFamily="18" charset="0"/>
                      </a:rPr>
                      <m:t>分布和</m:t>
                    </m:r>
                    <m:r>
                      <m:rPr>
                        <m:sty m:val="p"/>
                      </m:rPr>
                      <a:rPr lang="el-GR" altLang="zh-CN" sz="3600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kumimoji="0" lang="zh-CN" altLang="en-US" sz="3600" u="none" strike="noStrike" kern="1200" cap="none" spc="0" normalizeH="0" baseline="0" noProof="0">
                    <a:ln>
                      <a:noFill/>
                    </a:ln>
                    <a:solidFill>
                      <a:srgbClr val="0432FF"/>
                    </a:solidFill>
                    <a:effectLst/>
                    <a:uLnTx/>
                    <a:uFillTx/>
                    <a:latin typeface="STXinwei" panose="02010800040101010101" pitchFamily="2" charset="-122"/>
                    <a:ea typeface="STXinwei" panose="02010800040101010101" pitchFamily="2" charset="-122"/>
                    <a:cs typeface="Times New Roman" panose="02020603050405020304" pitchFamily="18" charset="0"/>
                  </a:rPr>
                  <a:t>函数</a:t>
                </a:r>
                <a:endParaRPr kumimoji="0" lang="en-US" altLang="zh-CN" sz="3600" u="none" strike="noStrike" kern="1200" cap="none" spc="0" normalizeH="0" baseline="0" noProof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STXinwei" panose="02010800040101010101" pitchFamily="2" charset="-122"/>
                  <a:ea typeface="STXinwei" panose="020108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副标题 2">
                <a:extLst>
                  <a:ext uri="{FF2B5EF4-FFF2-40B4-BE49-F238E27FC236}">
                    <a16:creationId xmlns:a16="http://schemas.microsoft.com/office/drawing/2014/main" id="{187A17FA-D727-380E-5E7F-923E15082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281" y="4563822"/>
                <a:ext cx="3075753" cy="655201"/>
              </a:xfrm>
              <a:prstGeom prst="rect">
                <a:avLst/>
              </a:prstGeom>
              <a:blipFill>
                <a:blip r:embed="rId4"/>
                <a:stretch>
                  <a:fillRect r="-3960" b="-61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142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9979D594-9100-0446-A19F-7140E5533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588" y="538263"/>
            <a:ext cx="8011526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70000"/>
              <a:defRPr/>
            </a:pPr>
            <a:r>
              <a:rPr kumimoji="1" lang="zh-CN" altLang="en-US" sz="4000" b="1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第六章   样本及抽样分布</a:t>
            </a:r>
          </a:p>
        </p:txBody>
      </p:sp>
      <p:sp>
        <p:nvSpPr>
          <p:cNvPr id="61444" name="Text Box 4">
            <a:hlinkClick r:id="rId3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2572" y="2658768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indent="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§6.1</a:t>
            </a:r>
            <a:r>
              <a:rPr kumimoji="1" lang="zh-CN" altLang="en-US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随机样本</a:t>
            </a:r>
          </a:p>
        </p:txBody>
      </p:sp>
      <p:sp>
        <p:nvSpPr>
          <p:cNvPr id="61446" name="Text Box 6">
            <a:hlinkClick r:id="rId4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2572" y="3792340"/>
            <a:ext cx="5761037" cy="53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indent="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§6.2</a:t>
            </a:r>
            <a:r>
              <a:rPr kumimoji="1" lang="zh-CN" altLang="en-US" sz="3200" b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直方图和箱线图</a:t>
            </a:r>
          </a:p>
        </p:txBody>
      </p:sp>
      <p:sp>
        <p:nvSpPr>
          <p:cNvPr id="5" name="Text Box 6">
            <a:hlinkClick r:id="rId4" action="ppaction://hlinksldjump"/>
            <a:extLst>
              <a:ext uri="{FF2B5EF4-FFF2-40B4-BE49-F238E27FC236}">
                <a16:creationId xmlns:a16="http://schemas.microsoft.com/office/drawing/2014/main" id="{6A76435A-043E-9CE6-A38F-49C71B87F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289" y="4881580"/>
            <a:ext cx="5761037" cy="96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indent="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r>
              <a:rPr kumimoji="1" lang="en-US" altLang="zh-CN" sz="3200" b="1">
                <a:solidFill>
                  <a:srgbClr val="0432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§6.3</a:t>
            </a:r>
            <a:r>
              <a:rPr kumimoji="1" lang="zh-CN" altLang="en-US" sz="3200" b="1">
                <a:solidFill>
                  <a:srgbClr val="0432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抽样分布</a:t>
            </a:r>
            <a:endParaRPr kumimoji="1" lang="en-US" altLang="zh-CN" sz="3200" b="1">
              <a:solidFill>
                <a:srgbClr val="0432FF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71487" indent="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defRPr/>
            </a:pPr>
            <a:endParaRPr kumimoji="1"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95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0F7B529-DB21-7DDE-6CEA-5842A80BC7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4843" y="1166197"/>
                <a:ext cx="11652422" cy="646611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由定义得，若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𝑭</m:t>
                    </m:r>
                  </m:oMath>
                </a14:m>
                <a:r>
                  <a:rPr lang="zh-CN" alt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的一个样本，则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相互独立，且它们的分布函数都是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𝑭</m:t>
                    </m:r>
                  </m:oMath>
                </a14:m>
                <a:r>
                  <a:rPr lang="zh-CN" alt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，所以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的分布函数为：</a:t>
                </a:r>
                <a:endPara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  <m:aln/>
                            </m:rP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altLang="zh-CN" b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又若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𝑿</m:t>
                    </m:r>
                  </m:oMath>
                </a14:m>
                <a:r>
                  <a:rPr lang="zh-CN" alt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具有概率密度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</m:oMath>
                </a14:m>
                <a:r>
                  <a:rPr lang="zh-CN" alt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的概率密度为：</a:t>
                </a:r>
                <a:endPara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b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n-US" altLang="zh-CN" b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b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0F7B529-DB21-7DDE-6CEA-5842A80BC7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4843" y="1166197"/>
                <a:ext cx="11652422" cy="6466115"/>
              </a:xfrm>
              <a:blipFill>
                <a:blip r:embed="rId2"/>
                <a:stretch>
                  <a:fillRect l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224D67C0-893A-6260-931E-E718E512C8C4}"/>
              </a:ext>
            </a:extLst>
          </p:cNvPr>
          <p:cNvSpPr txBox="1">
            <a:spLocks/>
          </p:cNvSpPr>
          <p:nvPr/>
        </p:nvSpPr>
        <p:spPr>
          <a:xfrm>
            <a:off x="990600" y="1582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简单随机样本</a:t>
            </a:r>
          </a:p>
        </p:txBody>
      </p:sp>
    </p:spTree>
    <p:extLst>
      <p:ext uri="{BB962C8B-B14F-4D97-AF65-F5344CB8AC3E}">
        <p14:creationId xmlns:p14="http://schemas.microsoft.com/office/powerpoint/2010/main" val="392358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24EBC-E067-760D-2DC6-2A302D259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统计量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1B9012-DE89-337B-8A60-BF634325E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1012371"/>
            <a:ext cx="11691257" cy="56496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1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样本是进行统计推断的依据</a:t>
            </a:r>
            <a:endParaRPr lang="en-US" altLang="zh-CN" b="1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>
                <a:latin typeface="KaiTi" panose="02010609060101010101" pitchFamily="49" charset="-122"/>
                <a:ea typeface="KaiTi" panose="02010609060101010101" pitchFamily="49" charset="-122"/>
              </a:rPr>
              <a:t>在应用时，往往不是直接使用样本本身，而是针对不同的问题</a:t>
            </a:r>
            <a:r>
              <a:rPr lang="zh-CN" altLang="en-US" b="1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构造样本的适当函数</a:t>
            </a:r>
            <a:r>
              <a:rPr lang="zh-CN" altLang="en-US" b="1">
                <a:latin typeface="KaiTi" panose="02010609060101010101" pitchFamily="49" charset="-122"/>
                <a:ea typeface="KaiTi" panose="02010609060101010101" pitchFamily="49" charset="-122"/>
              </a:rPr>
              <a:t>，利用这些样本的函数进行统计推断</a:t>
            </a:r>
            <a:endParaRPr lang="en-US" altLang="zh-CN" b="1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559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1B9012-DE89-337B-8A60-BF634325EE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55" y="1001354"/>
                <a:ext cx="11544890" cy="5649686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2600" b="1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定义</a:t>
                </a:r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 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是来自总体</a:t>
                </a:r>
                <a14:m>
                  <m:oMath xmlns:m="http://schemas.openxmlformats.org/officeDocument/2006/math">
                    <m:r>
                      <a:rPr lang="en-US" altLang="zh-CN" sz="2600" b="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的一个样本，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𝑔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6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的函数，</a:t>
                </a:r>
                <a:r>
                  <a:rPr lang="zh-CN" altLang="en-US" sz="2600" b="1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𝒈</m:t>
                    </m:r>
                  </m:oMath>
                </a14:m>
                <a:r>
                  <a:rPr lang="zh-CN" altLang="en-US" sz="2600" b="1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中不含未知参数</a:t>
                </a:r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，称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𝑔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是一统计量。</a:t>
                </a:r>
                <a:endParaRPr lang="en-US" altLang="zh-CN" sz="26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US" altLang="zh-CN" sz="26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都是随机变量，而统计量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𝑔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是随机变量的函数，因此</a:t>
                </a:r>
                <a:r>
                  <a:rPr lang="zh-CN" altLang="en-US" sz="2600" b="1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统计量是一个随机变量</a:t>
                </a:r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。</a:t>
                </a:r>
                <a:endParaRPr lang="en-US" altLang="zh-CN" sz="26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US" altLang="zh-CN" sz="26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是相应于样本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的样本值，则称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𝑔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𝑔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 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的观察值。</a:t>
                </a:r>
                <a:endParaRPr lang="en-US" altLang="zh-CN" sz="26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CN" sz="260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    </a:t>
                </a:r>
                <a:endParaRPr lang="zh-CN" altLang="zh-CN" sz="2600" dirty="0"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1B9012-DE89-337B-8A60-BF634325EE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55" y="1001354"/>
                <a:ext cx="11544890" cy="5649686"/>
              </a:xfrm>
              <a:blipFill>
                <a:blip r:embed="rId2"/>
                <a:stretch>
                  <a:fillRect l="-989" r="-9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>
            <a:extLst>
              <a:ext uri="{FF2B5EF4-FFF2-40B4-BE49-F238E27FC236}">
                <a16:creationId xmlns:a16="http://schemas.microsoft.com/office/drawing/2014/main" id="{5BFBF7C7-96F7-E192-339E-201F83E3B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统计量</a:t>
            </a:r>
          </a:p>
        </p:txBody>
      </p:sp>
    </p:spTree>
    <p:extLst>
      <p:ext uri="{BB962C8B-B14F-4D97-AF65-F5344CB8AC3E}">
        <p14:creationId xmlns:p14="http://schemas.microsoft.com/office/powerpoint/2010/main" val="1957026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FD622FA-AEED-2CFD-2BEF-D04408525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1" y="2220686"/>
            <a:ext cx="11691257" cy="64661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b="1"/>
          </a:p>
          <a:p>
            <a:pPr marL="0" indent="0">
              <a:buNone/>
            </a:pPr>
            <a:endParaRPr lang="zh-CN" altLang="zh-CN" sz="2400" i="1" kern="10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866DDE7-AFAB-1CFD-C2D7-CE2FF98D254D}"/>
                  </a:ext>
                </a:extLst>
              </p:cNvPr>
              <p:cNvSpPr/>
              <p:nvPr/>
            </p:nvSpPr>
            <p:spPr>
              <a:xfrm>
                <a:off x="635961" y="1790766"/>
                <a:ext cx="620432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>
                    <a:latin typeface="KaiTi" panose="02010609060101010101" pitchFamily="49" charset="-122"/>
                    <a:ea typeface="KaiTi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>
                    <a:latin typeface="KaiTi" panose="02010609060101010101" pitchFamily="49" charset="-122"/>
                    <a:ea typeface="KaiTi" panose="02010609060101010101" pitchFamily="49" charset="-122"/>
                  </a:rPr>
                  <a:t>是来自总体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2800">
                    <a:latin typeface="KaiTi" panose="02010609060101010101" pitchFamily="49" charset="-122"/>
                    <a:ea typeface="KaiTi" panose="02010609060101010101" pitchFamily="49" charset="-122"/>
                  </a:rPr>
                  <a:t>的一个样本</a:t>
                </a:r>
                <a:endParaRPr lang="zh-CN" altLang="en-US" sz="280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866DDE7-AFAB-1CFD-C2D7-CE2FF98D2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61" y="1790766"/>
                <a:ext cx="6204327" cy="523220"/>
              </a:xfrm>
              <a:prstGeom prst="rect">
                <a:avLst/>
              </a:prstGeom>
              <a:blipFill>
                <a:blip r:embed="rId2"/>
                <a:stretch>
                  <a:fillRect l="-1965" t="-13953" r="-2063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D80AF8D6-70CA-F4BE-2B42-EBBAB2C05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2"/>
            <a:ext cx="10515600" cy="1325563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样本均值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189F2B6-6A71-ED5F-22A6-1AA750AE33DE}"/>
                  </a:ext>
                </a:extLst>
              </p:cNvPr>
              <p:cNvSpPr txBox="1"/>
              <p:nvPr/>
            </p:nvSpPr>
            <p:spPr>
              <a:xfrm>
                <a:off x="2806547" y="3119879"/>
                <a:ext cx="6097836" cy="1268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8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i="1" kern="10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zh-CN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189F2B6-6A71-ED5F-22A6-1AA750AE3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6547" y="3119879"/>
                <a:ext cx="6097836" cy="12685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753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, 信件&#10;&#10;描述已自动生成">
            <a:extLst>
              <a:ext uri="{FF2B5EF4-FFF2-40B4-BE49-F238E27FC236}">
                <a16:creationId xmlns:a16="http://schemas.microsoft.com/office/drawing/2014/main" id="{47DFD40D-40C1-DA63-4A3C-4FE2635C8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0" b="62611"/>
          <a:stretch/>
        </p:blipFill>
        <p:spPr>
          <a:xfrm>
            <a:off x="2636044" y="1621641"/>
            <a:ext cx="7958137" cy="1807360"/>
          </a:xfr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4F2D2897-779F-693C-E644-307BF1C66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2"/>
            <a:ext cx="10515600" cy="1325563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样本均值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149376-6A97-7B5A-1E62-E74766F51EC5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600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, 信件&#10;&#10;描述已自动生成">
            <a:extLst>
              <a:ext uri="{FF2B5EF4-FFF2-40B4-BE49-F238E27FC236}">
                <a16:creationId xmlns:a16="http://schemas.microsoft.com/office/drawing/2014/main" id="{47DFD40D-40C1-DA63-4A3C-4FE2635C8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0"/>
          <a:stretch/>
        </p:blipFill>
        <p:spPr>
          <a:xfrm>
            <a:off x="2636044" y="1621640"/>
            <a:ext cx="7958137" cy="4833929"/>
          </a:xfr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C3E8480-3A29-AB79-F345-5582A8C0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2"/>
            <a:ext cx="10515600" cy="1325563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样本均值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700AE4-9D96-711D-E243-43C7BB2E0A3E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368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7E7686B-5899-D2D5-5CF5-14234D1974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设总体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的均值为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/>
                  <a:t>， 方差为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时来自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的一个样本，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统计量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dirty="0"/>
                  <a:t>满足：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7E7686B-5899-D2D5-5CF5-14234D1974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  <a:blipFill>
                <a:blip r:embed="rId2"/>
                <a:stretch>
                  <a:fillRect l="-1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15DDFD26-47D0-47DA-B8A6-8A3F5440D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2"/>
            <a:ext cx="10515600" cy="1325563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样本均值 </a:t>
            </a:r>
            <a:r>
              <a:rPr lang="en-US" altLang="zh-CN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.vs. </a:t>
            </a:r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总体期望</a:t>
            </a:r>
          </a:p>
        </p:txBody>
      </p:sp>
    </p:spTree>
    <p:extLst>
      <p:ext uri="{BB962C8B-B14F-4D97-AF65-F5344CB8AC3E}">
        <p14:creationId xmlns:p14="http://schemas.microsoft.com/office/powerpoint/2010/main" val="202971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7E7686B-5899-D2D5-5CF5-14234D1974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设总体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的均值为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/>
                  <a:t>， 方差为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时来自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的一个样本，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统计量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dirty="0"/>
                  <a:t>满足：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7E7686B-5899-D2D5-5CF5-14234D1974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  <a:blipFill>
                <a:blip r:embed="rId2"/>
                <a:stretch>
                  <a:fillRect l="-1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0B349177-AA6E-1745-412F-8CE0BFB3AA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738"/>
          <a:stretch/>
        </p:blipFill>
        <p:spPr>
          <a:xfrm>
            <a:off x="2971123" y="4552043"/>
            <a:ext cx="5626100" cy="81078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5DDFD26-47D0-47DA-B8A6-8A3F5440D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2"/>
            <a:ext cx="10515600" cy="1325563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样本均值 </a:t>
            </a:r>
            <a:r>
              <a:rPr lang="en-US" altLang="zh-CN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.vs. </a:t>
            </a:r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总体期望</a:t>
            </a:r>
          </a:p>
        </p:txBody>
      </p:sp>
    </p:spTree>
    <p:extLst>
      <p:ext uri="{BB962C8B-B14F-4D97-AF65-F5344CB8AC3E}">
        <p14:creationId xmlns:p14="http://schemas.microsoft.com/office/powerpoint/2010/main" val="132740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7E7686B-5899-D2D5-5CF5-14234D1974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设总体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的均值为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/>
                  <a:t>， 方差为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时来自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的一个样本，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统计量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dirty="0"/>
                  <a:t>满足：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7E7686B-5899-D2D5-5CF5-14234D1974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  <a:blipFill>
                <a:blip r:embed="rId2"/>
                <a:stretch>
                  <a:fillRect l="-1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15DDFD26-47D0-47DA-B8A6-8A3F5440D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2"/>
            <a:ext cx="10515600" cy="1325563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样本均值 </a:t>
            </a:r>
            <a:r>
              <a:rPr lang="en-US" altLang="zh-CN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.vs. </a:t>
            </a:r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总体期望</a:t>
            </a:r>
          </a:p>
        </p:txBody>
      </p:sp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D33AA7AD-A245-3D8F-BCCA-4D9067CD7AD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738"/>
          <a:stretch/>
        </p:blipFill>
        <p:spPr>
          <a:xfrm>
            <a:off x="2971123" y="4552043"/>
            <a:ext cx="5626100" cy="810789"/>
          </a:xfrm>
          <a:prstGeom prst="rect">
            <a:avLst/>
          </a:prstGeom>
        </p:spPr>
      </p:pic>
      <p:pic>
        <p:nvPicPr>
          <p:cNvPr id="6" name="图片 5" descr="文本&#10;&#10;描述已自动生成">
            <a:extLst>
              <a:ext uri="{FF2B5EF4-FFF2-40B4-BE49-F238E27FC236}">
                <a16:creationId xmlns:a16="http://schemas.microsoft.com/office/drawing/2014/main" id="{8DD807A6-CAAF-231C-EAF1-13763B1E387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93"/>
          <a:stretch/>
        </p:blipFill>
        <p:spPr>
          <a:xfrm>
            <a:off x="3082334" y="5580324"/>
            <a:ext cx="5626100" cy="91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5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FD622FA-AEED-2CFD-2BEF-D04408525A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2" y="1773667"/>
                <a:ext cx="11691257" cy="646611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0432FF"/>
                    </a:solidFill>
                  </a:rPr>
                  <a:t>样本方差</a:t>
                </a:r>
                <a:endParaRPr lang="en-US" altLang="zh-CN" b="1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CN" sz="240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 kern="100" dirty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acc>
                      <m:sSup>
                        <m:s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b="0" i="0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a:rPr lang="en-US" altLang="zh-CN" sz="24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 dirty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sz="240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en-US" b="1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FD622FA-AEED-2CFD-2BEF-D04408525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2" y="1773667"/>
                <a:ext cx="11691257" cy="6466114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866DDE7-AFAB-1CFD-C2D7-CE2FF98D254D}"/>
                  </a:ext>
                </a:extLst>
              </p:cNvPr>
              <p:cNvSpPr/>
              <p:nvPr/>
            </p:nvSpPr>
            <p:spPr>
              <a:xfrm>
                <a:off x="250371" y="1328057"/>
                <a:ext cx="620432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>
                    <a:latin typeface="KaiTi" panose="02010609060101010101" pitchFamily="49" charset="-122"/>
                    <a:ea typeface="KaiTi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>
                    <a:latin typeface="KaiTi" panose="02010609060101010101" pitchFamily="49" charset="-122"/>
                    <a:ea typeface="KaiTi" panose="02010609060101010101" pitchFamily="49" charset="-122"/>
                  </a:rPr>
                  <a:t>是来自总体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2800">
                    <a:latin typeface="KaiTi" panose="02010609060101010101" pitchFamily="49" charset="-122"/>
                    <a:ea typeface="KaiTi" panose="02010609060101010101" pitchFamily="49" charset="-122"/>
                  </a:rPr>
                  <a:t>的一个样本</a:t>
                </a:r>
                <a:endParaRPr lang="zh-CN" altLang="en-US" sz="280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866DDE7-AFAB-1CFD-C2D7-CE2FF98D2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71" y="1328057"/>
                <a:ext cx="6204327" cy="523220"/>
              </a:xfrm>
              <a:prstGeom prst="rect">
                <a:avLst/>
              </a:prstGeom>
              <a:blipFill>
                <a:blip r:embed="rId3"/>
                <a:stretch>
                  <a:fillRect l="-1965" t="-13953" r="-2063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D80AF8D6-70CA-F4BE-2B42-EBBAB2C05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2"/>
            <a:ext cx="10515600" cy="1325563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样本方差</a:t>
            </a:r>
          </a:p>
        </p:txBody>
      </p:sp>
      <p:pic>
        <p:nvPicPr>
          <p:cNvPr id="3" name="图片 2" descr="文本, 信件&#10;&#10;描述已自动生成">
            <a:extLst>
              <a:ext uri="{FF2B5EF4-FFF2-40B4-BE49-F238E27FC236}">
                <a16:creationId xmlns:a16="http://schemas.microsoft.com/office/drawing/2014/main" id="{9145F192-6182-5CFD-E069-30EE27A2A8B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38"/>
          <a:stretch/>
        </p:blipFill>
        <p:spPr>
          <a:xfrm>
            <a:off x="3060032" y="4047900"/>
            <a:ext cx="4950001" cy="2557860"/>
          </a:xfrm>
          <a:prstGeom prst="rect">
            <a:avLst/>
          </a:prstGeom>
        </p:spPr>
      </p:pic>
      <p:pic>
        <p:nvPicPr>
          <p:cNvPr id="6" name="图片 5" descr="文本, 信件&#10;&#10;描述已自动生成">
            <a:extLst>
              <a:ext uri="{FF2B5EF4-FFF2-40B4-BE49-F238E27FC236}">
                <a16:creationId xmlns:a16="http://schemas.microsoft.com/office/drawing/2014/main" id="{5D479F0A-211F-E343-D93E-F96660B8C75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60" t="70501"/>
          <a:stretch/>
        </p:blipFill>
        <p:spPr>
          <a:xfrm>
            <a:off x="7855438" y="5634329"/>
            <a:ext cx="3645158" cy="106183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FEA432D-2316-13B0-F4D2-E0F37E041229}"/>
              </a:ext>
            </a:extLst>
          </p:cNvPr>
          <p:cNvSpPr/>
          <p:nvPr/>
        </p:nvSpPr>
        <p:spPr>
          <a:xfrm>
            <a:off x="2421924" y="3929449"/>
            <a:ext cx="7858898" cy="2766710"/>
          </a:xfrm>
          <a:prstGeom prst="rect">
            <a:avLst/>
          </a:prstGeom>
          <a:noFill/>
          <a:ln>
            <a:solidFill>
              <a:srgbClr val="0432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78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FD622FA-AEED-2CFD-2BEF-D04408525A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2" y="1773667"/>
                <a:ext cx="11691257" cy="646611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zh-CN" b="1"/>
              </a:p>
              <a:p>
                <a:pPr marL="0" indent="0">
                  <a:buNone/>
                </a:pPr>
                <a:r>
                  <a:rPr lang="zh-CN" altLang="en-US" b="1">
                    <a:solidFill>
                      <a:srgbClr val="0432FF"/>
                    </a:solidFill>
                  </a:rPr>
                  <a:t>样本方差</a:t>
                </a:r>
                <a:endParaRPr lang="en-US" altLang="zh-CN" b="1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CN" sz="240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 kern="100" dirty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acc>
                      <m:sSup>
                        <m:s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b="0" i="0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a:rPr lang="en-US" altLang="zh-CN" sz="24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 dirty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400" kern="1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b="1">
                    <a:solidFill>
                      <a:srgbClr val="0432FF"/>
                    </a:solidFill>
                  </a:rPr>
                  <a:t>样本标准差</a:t>
                </a:r>
                <a:endParaRPr lang="en-US" altLang="zh-CN" b="1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 dirty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acc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zh-CN" sz="2400" i="1" kern="10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en-US" b="1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FD622FA-AEED-2CFD-2BEF-D04408525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2" y="1773667"/>
                <a:ext cx="11691257" cy="6466114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866DDE7-AFAB-1CFD-C2D7-CE2FF98D254D}"/>
                  </a:ext>
                </a:extLst>
              </p:cNvPr>
              <p:cNvSpPr/>
              <p:nvPr/>
            </p:nvSpPr>
            <p:spPr>
              <a:xfrm>
                <a:off x="250371" y="1328057"/>
                <a:ext cx="620432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>
                    <a:latin typeface="KaiTi" panose="02010609060101010101" pitchFamily="49" charset="-122"/>
                    <a:ea typeface="KaiTi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>
                    <a:latin typeface="KaiTi" panose="02010609060101010101" pitchFamily="49" charset="-122"/>
                    <a:ea typeface="KaiTi" panose="02010609060101010101" pitchFamily="49" charset="-122"/>
                  </a:rPr>
                  <a:t>是来自总体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2800">
                    <a:latin typeface="KaiTi" panose="02010609060101010101" pitchFamily="49" charset="-122"/>
                    <a:ea typeface="KaiTi" panose="02010609060101010101" pitchFamily="49" charset="-122"/>
                  </a:rPr>
                  <a:t>的一个样本</a:t>
                </a:r>
                <a:endParaRPr lang="zh-CN" altLang="en-US" sz="280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866DDE7-AFAB-1CFD-C2D7-CE2FF98D2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71" y="1328057"/>
                <a:ext cx="6204327" cy="523220"/>
              </a:xfrm>
              <a:prstGeom prst="rect">
                <a:avLst/>
              </a:prstGeom>
              <a:blipFill>
                <a:blip r:embed="rId3"/>
                <a:stretch>
                  <a:fillRect l="-1965" t="-13953" r="-2063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D80AF8D6-70CA-F4BE-2B42-EBBAB2C05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2"/>
            <a:ext cx="10515600" cy="1325563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样本方差</a:t>
            </a:r>
          </a:p>
        </p:txBody>
      </p:sp>
    </p:spTree>
    <p:extLst>
      <p:ext uri="{BB962C8B-B14F-4D97-AF65-F5344CB8AC3E}">
        <p14:creationId xmlns:p14="http://schemas.microsoft.com/office/powerpoint/2010/main" val="425558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7E7686B-5899-D2D5-5CF5-14234D197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2" y="424543"/>
            <a:ext cx="11691257" cy="62865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altLang="zh-CN"/>
          </a:p>
          <a:p>
            <a:pPr marL="0" indent="0">
              <a:lnSpc>
                <a:spcPct val="150000"/>
              </a:lnSpc>
              <a:buNone/>
            </a:pP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F80B682-CE66-9C73-DC31-E53190395164}"/>
                  </a:ext>
                </a:extLst>
              </p:cNvPr>
              <p:cNvSpPr/>
              <p:nvPr/>
            </p:nvSpPr>
            <p:spPr>
              <a:xfrm>
                <a:off x="-1537820" y="1315121"/>
                <a:ext cx="11213432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altLang="zh-CN" sz="2800"/>
              </a:p>
              <a:p>
                <a:r>
                  <a:rPr lang="zh-CN" altLang="en-US" sz="2800">
                    <a:solidFill>
                      <a:srgbClr val="FF0000"/>
                    </a:solidFill>
                  </a:rPr>
                  <a:t>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zh-CN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80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F80B682-CE66-9C73-DC31-E53190395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37820" y="1315121"/>
                <a:ext cx="11213432" cy="9541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 descr="文本, 信件&#10;&#10;描述已自动生成">
            <a:extLst>
              <a:ext uri="{FF2B5EF4-FFF2-40B4-BE49-F238E27FC236}">
                <a16:creationId xmlns:a16="http://schemas.microsoft.com/office/drawing/2014/main" id="{648080C4-048D-B5FC-9944-C0D1583388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584" y="2791049"/>
            <a:ext cx="6368102" cy="3642408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8272580B-4019-A849-0579-155A7BBA1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2"/>
            <a:ext cx="10515600" cy="1325563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样本方差</a:t>
            </a:r>
            <a:r>
              <a:rPr lang="en-US" altLang="zh-CN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.vs. </a:t>
            </a:r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总体方差</a:t>
            </a:r>
          </a:p>
        </p:txBody>
      </p:sp>
    </p:spTree>
    <p:extLst>
      <p:ext uri="{BB962C8B-B14F-4D97-AF65-F5344CB8AC3E}">
        <p14:creationId xmlns:p14="http://schemas.microsoft.com/office/powerpoint/2010/main" val="1463567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文本, 信件&#10;&#10;描述已自动生成">
            <a:extLst>
              <a:ext uri="{FF2B5EF4-FFF2-40B4-BE49-F238E27FC236}">
                <a16:creationId xmlns:a16="http://schemas.microsoft.com/office/drawing/2014/main" id="{8819C35C-F2CC-8B92-7D78-BF21E1E4C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7" y="1815732"/>
            <a:ext cx="5342813" cy="1215189"/>
          </a:xfrm>
          <a:prstGeom prst="rect">
            <a:avLst/>
          </a:prstGeom>
        </p:spPr>
      </p:pic>
      <p:pic>
        <p:nvPicPr>
          <p:cNvPr id="5" name="图片 4" descr="表格&#10;&#10;低可信度描述已自动生成">
            <a:extLst>
              <a:ext uri="{FF2B5EF4-FFF2-40B4-BE49-F238E27FC236}">
                <a16:creationId xmlns:a16="http://schemas.microsoft.com/office/drawing/2014/main" id="{93D972F1-E917-51BF-EF35-FB2D69B7CF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-2597"/>
          <a:stretch/>
        </p:blipFill>
        <p:spPr>
          <a:xfrm>
            <a:off x="630491" y="3301196"/>
            <a:ext cx="5851520" cy="2007404"/>
          </a:xfrm>
          <a:prstGeom prst="rect">
            <a:avLst/>
          </a:prstGeom>
        </p:spPr>
      </p:pic>
      <p:pic>
        <p:nvPicPr>
          <p:cNvPr id="7" name="图片 6" descr="文本&#10;&#10;描述已自动生成">
            <a:extLst>
              <a:ext uri="{FF2B5EF4-FFF2-40B4-BE49-F238E27FC236}">
                <a16:creationId xmlns:a16="http://schemas.microsoft.com/office/drawing/2014/main" id="{6C13B102-8C39-AF7D-CA8D-235B81C01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237" y="1815732"/>
            <a:ext cx="5543881" cy="334290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B088567-545C-6B20-8E24-06493717ABE1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1387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表格&#10;&#10;描述已自动生成">
            <a:extLst>
              <a:ext uri="{FF2B5EF4-FFF2-40B4-BE49-F238E27FC236}">
                <a16:creationId xmlns:a16="http://schemas.microsoft.com/office/drawing/2014/main" id="{BF99F46C-89B3-F82E-2B65-0E689E005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" r="27623"/>
          <a:stretch/>
        </p:blipFill>
        <p:spPr>
          <a:xfrm>
            <a:off x="2254958" y="783942"/>
            <a:ext cx="7517003" cy="5290116"/>
          </a:xfr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31728BD-8212-5564-D465-BEA532784051}"/>
              </a:ext>
            </a:extLst>
          </p:cNvPr>
          <p:cNvSpPr/>
          <p:nvPr/>
        </p:nvSpPr>
        <p:spPr>
          <a:xfrm>
            <a:off x="8857561" y="560793"/>
            <a:ext cx="1202574" cy="1201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961D81-0693-2688-24F5-A00655688054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3296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表格&#10;&#10;描述已自动生成">
            <a:extLst>
              <a:ext uri="{FF2B5EF4-FFF2-40B4-BE49-F238E27FC236}">
                <a16:creationId xmlns:a16="http://schemas.microsoft.com/office/drawing/2014/main" id="{1C7B350B-08E3-44E6-01A1-4A64829DB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38"/>
          <a:stretch/>
        </p:blipFill>
        <p:spPr>
          <a:xfrm>
            <a:off x="2740801" y="459538"/>
            <a:ext cx="6524383" cy="6201096"/>
          </a:xfr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F8BC712-4B15-77F1-4A3A-E979B010D715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5570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FD622FA-AEED-2CFD-2BEF-D04408525A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0743" y="1854376"/>
                <a:ext cx="11691257" cy="646611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zh-CN" altLang="zh-CN" sz="2400" i="1" kern="100" dirty="0">
                  <a:solidFill>
                    <a:srgbClr val="0432FF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0432FF"/>
                    </a:solidFill>
                  </a:rPr>
                  <a:t>样本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 dirty="0">
                    <a:solidFill>
                      <a:srgbClr val="0432FF"/>
                    </a:solidFill>
                  </a:rPr>
                  <a:t>阶（原点）矩</a:t>
                </a:r>
                <a:endParaRPr lang="en-US" altLang="zh-CN" b="1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en-US" altLang="zh-CN" sz="240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=1,2,⋯</m:t>
                      </m:r>
                    </m:oMath>
                  </m:oMathPara>
                </a14:m>
                <a:endParaRPr lang="en-US" altLang="zh-CN" sz="2400" i="1" kern="1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b="1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0432FF"/>
                    </a:solidFill>
                  </a:rPr>
                  <a:t>样本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 dirty="0">
                    <a:solidFill>
                      <a:srgbClr val="0432FF"/>
                    </a:solidFill>
                  </a:rPr>
                  <a:t>阶中心矩</a:t>
                </a:r>
                <a:endParaRPr lang="zh-CN" altLang="zh-CN" b="1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 kern="1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acc>
                      <m:sSup>
                        <m:sSup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=2,3,⋯</m:t>
                      </m:r>
                    </m:oMath>
                  </m:oMathPara>
                </a14:m>
                <a:endParaRPr lang="zh-CN" altLang="zh-CN" sz="2400" i="1" kern="1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en-US" b="1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FD622FA-AEED-2CFD-2BEF-D04408525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743" y="1854376"/>
                <a:ext cx="11691257" cy="6466114"/>
              </a:xfrm>
              <a:blipFill>
                <a:blip r:embed="rId2"/>
                <a:stretch>
                  <a:fillRect l="-1085" t="-6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2351610A-01A8-DA90-32E4-5E96E0407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2"/>
            <a:ext cx="10515600" cy="1325563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常用的统计量</a:t>
            </a:r>
          </a:p>
        </p:txBody>
      </p:sp>
    </p:spTree>
    <p:extLst>
      <p:ext uri="{BB962C8B-B14F-4D97-AF65-F5344CB8AC3E}">
        <p14:creationId xmlns:p14="http://schemas.microsoft.com/office/powerpoint/2010/main" val="2999021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821DB00-C296-D02A-8E7D-DE5402E736DD}"/>
                  </a:ext>
                </a:extLst>
              </p:cNvPr>
              <p:cNvSpPr/>
              <p:nvPr/>
            </p:nvSpPr>
            <p:spPr>
              <a:xfrm>
                <a:off x="500743" y="1038835"/>
                <a:ext cx="11578962" cy="20131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若总体</a:t>
                </a:r>
                <a14:m>
                  <m:oMath xmlns:m="http://schemas.openxmlformats.org/officeDocument/2006/math">
                    <m:r>
                      <a:rPr lang="en-US" altLang="zh-CN" sz="28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8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8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sz="28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阶矩存在</a:t>
                </a:r>
                <a:r>
                  <a:rPr lang="en-US" altLang="zh-CN" sz="28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800" b="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/>
                      <m:sup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zh-CN" sz="2800" b="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记成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800" b="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b="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endParaRPr lang="en-US" altLang="zh-CN" sz="28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kern="100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则当</a:t>
                </a:r>
                <a14:m>
                  <m:oMath xmlns:m="http://schemas.openxmlformats.org/officeDocument/2006/math">
                    <m:r>
                      <a:rPr lang="en-US" altLang="zh-CN" sz="2800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800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zh-CN" altLang="en-US" sz="2800" kern="100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800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800" i="1" kern="100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800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kern="100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依概率收敛于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800" b="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800" b="0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8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,</a:t>
                </a:r>
                <a14:m>
                  <m:oMath xmlns:m="http://schemas.openxmlformats.org/officeDocument/2006/math">
                    <m:r>
                      <a:rPr lang="en-US" altLang="zh-CN" sz="28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sz="28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=1,2,….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28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821DB00-C296-D02A-8E7D-DE5402E736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43" y="1038835"/>
                <a:ext cx="11578962" cy="2013180"/>
              </a:xfrm>
              <a:prstGeom prst="rect">
                <a:avLst/>
              </a:prstGeom>
              <a:blipFill>
                <a:blip r:embed="rId2"/>
                <a:stretch>
                  <a:fillRect l="-10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>
            <a:extLst>
              <a:ext uri="{FF2B5EF4-FFF2-40B4-BE49-F238E27FC236}">
                <a16:creationId xmlns:a16="http://schemas.microsoft.com/office/drawing/2014/main" id="{C8689D5B-4AEF-00C2-5B17-6E9DC4C88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2"/>
            <a:ext cx="10515600" cy="1325563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样本原点矩 </a:t>
            </a:r>
            <a:r>
              <a:rPr lang="en-US" altLang="zh-CN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.vs. </a:t>
            </a:r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总体原点矩</a:t>
            </a:r>
          </a:p>
        </p:txBody>
      </p:sp>
    </p:spTree>
    <p:extLst>
      <p:ext uri="{BB962C8B-B14F-4D97-AF65-F5344CB8AC3E}">
        <p14:creationId xmlns:p14="http://schemas.microsoft.com/office/powerpoint/2010/main" val="366966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821DB00-C296-D02A-8E7D-DE5402E736DD}"/>
                  </a:ext>
                </a:extLst>
              </p:cNvPr>
              <p:cNvSpPr/>
              <p:nvPr/>
            </p:nvSpPr>
            <p:spPr>
              <a:xfrm>
                <a:off x="613038" y="302405"/>
                <a:ext cx="11578962" cy="19559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endParaRPr lang="en-US" altLang="zh-CN" sz="2800" kern="10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kern="10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这是因为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kern="10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独立且与</a:t>
                </a:r>
                <a14:m>
                  <m:oMath xmlns:m="http://schemas.openxmlformats.org/officeDocument/2006/math">
                    <m:r>
                      <a:rPr lang="en-US" altLang="zh-CN" sz="28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800" kern="10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同分布，所以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zh-CN" sz="2800" b="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zh-CN" sz="2800" b="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zh-CN" altLang="en-US" sz="2800" kern="10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独立且与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sz="2800" kern="10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同分布。故有</a:t>
                </a:r>
                <a:endParaRPr lang="en-US" altLang="zh-CN" sz="2800" kern="10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821DB00-C296-D02A-8E7D-DE5402E736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38" y="302405"/>
                <a:ext cx="11578962" cy="1955920"/>
              </a:xfrm>
              <a:prstGeom prst="rect">
                <a:avLst/>
              </a:prstGeom>
              <a:blipFill>
                <a:blip r:embed="rId2"/>
                <a:stretch>
                  <a:fillRect l="-1106" r="-211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6EDBDF4-3FAC-0174-BE48-77F43B8C39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3038" y="2258325"/>
                <a:ext cx="11691257" cy="6466114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400" b="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24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4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4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24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)=⋯=</m:t>
                      </m:r>
                      <m:r>
                        <a:rPr lang="en-US" altLang="zh-CN" sz="24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4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400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24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40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/>
                  <a:t>从而由第五章的辛钦大数定律知</a:t>
                </a:r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6EDBDF4-3FAC-0174-BE48-77F43B8C39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38" y="2258325"/>
                <a:ext cx="11691257" cy="6466114"/>
              </a:xfrm>
              <a:blipFill>
                <a:blip r:embed="rId3"/>
                <a:stretch>
                  <a:fillRect l="-1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403A2F61-01EF-FCCC-B26F-C953F5E71C8F}"/>
              </a:ext>
            </a:extLst>
          </p:cNvPr>
          <p:cNvSpPr txBox="1"/>
          <p:nvPr/>
        </p:nvSpPr>
        <p:spPr>
          <a:xfrm>
            <a:off x="2971123" y="-43887"/>
            <a:ext cx="6095028" cy="844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57200" algn="ctr">
              <a:lnSpc>
                <a:spcPct val="150000"/>
              </a:lnSpc>
            </a:pPr>
            <a:r>
              <a:rPr lang="zh-CN" altLang="en-US" sz="3600" b="1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样本原点矩 </a:t>
            </a:r>
            <a:r>
              <a:rPr lang="en-US" altLang="zh-CN" sz="3600" b="1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vs</a:t>
            </a:r>
            <a:r>
              <a:rPr lang="zh-CN" altLang="en-US" sz="3600" b="1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 总体原点矩</a:t>
            </a:r>
            <a:endParaRPr lang="en-US" altLang="zh-CN" sz="3600" b="1">
              <a:solidFill>
                <a:srgbClr val="3333FF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E84DFDF-6DA0-3C31-20A3-453F7B752E1D}"/>
                  </a:ext>
                </a:extLst>
              </p:cNvPr>
              <p:cNvSpPr txBox="1"/>
              <p:nvPr/>
            </p:nvSpPr>
            <p:spPr>
              <a:xfrm>
                <a:off x="4736427" y="4749826"/>
                <a:ext cx="2564420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nary>
                      <m:groupChr>
                        <m:groupChrPr>
                          <m:chr m:val="→"/>
                          <m:vertJc m:val="bot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groupChr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1" lang="zh-CN" altLang="en-US" sz="240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E84DFDF-6DA0-3C31-20A3-453F7B752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427" y="4749826"/>
                <a:ext cx="2564420" cy="1008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87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821DB00-C296-D02A-8E7D-DE5402E736DD}"/>
                  </a:ext>
                </a:extLst>
              </p:cNvPr>
              <p:cNvSpPr/>
              <p:nvPr/>
            </p:nvSpPr>
            <p:spPr>
              <a:xfrm>
                <a:off x="613038" y="302405"/>
                <a:ext cx="11578962" cy="19559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endParaRPr lang="en-US" altLang="zh-CN" sz="28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这是因为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独立且与</a:t>
                </a:r>
                <a14:m>
                  <m:oMath xmlns:m="http://schemas.openxmlformats.org/officeDocument/2006/math">
                    <m:r>
                      <a:rPr lang="en-US" altLang="zh-CN" sz="28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28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同分布，所以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zh-CN" sz="2800" b="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  <m:r>
                      <a:rPr lang="en-US" altLang="zh-CN" sz="2800" b="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zh-CN" altLang="en-US" sz="28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独立且与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800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sz="28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同分布。故有</a:t>
                </a:r>
                <a:endParaRPr lang="en-US" altLang="zh-CN" sz="2800" kern="1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821DB00-C296-D02A-8E7D-DE5402E736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38" y="302405"/>
                <a:ext cx="11578962" cy="1955920"/>
              </a:xfrm>
              <a:prstGeom prst="rect">
                <a:avLst/>
              </a:prstGeom>
              <a:blipFill>
                <a:blip r:embed="rId2"/>
                <a:stretch>
                  <a:fillRect l="-1106" r="-211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6EDBDF4-3FAC-0174-BE48-77F43B8C39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3038" y="2258325"/>
                <a:ext cx="11691257" cy="6466114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400" b="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24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4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4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24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)=⋯=</m:t>
                      </m:r>
                      <m:r>
                        <a:rPr lang="en-US" altLang="zh-CN" sz="24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4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400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24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40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从而由第五章的辛钦大数定律知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进而由第五章中关于依概率收敛的序列的性质知道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为连续函数。这就是下一章所要介绍的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矩估计法的理论根据</a:t>
                </a:r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6EDBDF4-3FAC-0174-BE48-77F43B8C39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038" y="2258325"/>
                <a:ext cx="11691257" cy="6466114"/>
              </a:xfrm>
              <a:blipFill>
                <a:blip r:embed="rId3"/>
                <a:stretch>
                  <a:fillRect l="-1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403A2F61-01EF-FCCC-B26F-C953F5E71C8F}"/>
              </a:ext>
            </a:extLst>
          </p:cNvPr>
          <p:cNvSpPr txBox="1"/>
          <p:nvPr/>
        </p:nvSpPr>
        <p:spPr>
          <a:xfrm>
            <a:off x="2971123" y="-43887"/>
            <a:ext cx="6095028" cy="844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57200" algn="ctr">
              <a:lnSpc>
                <a:spcPct val="150000"/>
              </a:lnSpc>
            </a:pPr>
            <a:r>
              <a:rPr lang="zh-CN" altLang="en-US" sz="3600" b="1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样本原点矩 </a:t>
            </a:r>
            <a:r>
              <a:rPr lang="en-US" altLang="zh-CN" sz="3600" b="1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vs</a:t>
            </a:r>
            <a:r>
              <a:rPr lang="zh-CN" altLang="en-US" sz="3600" b="1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 总体原点矩</a:t>
            </a:r>
            <a:endParaRPr lang="en-US" altLang="zh-CN" sz="3600" b="1">
              <a:solidFill>
                <a:srgbClr val="3333FF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E84DFDF-6DA0-3C31-20A3-453F7B752E1D}"/>
                  </a:ext>
                </a:extLst>
              </p:cNvPr>
              <p:cNvSpPr txBox="1"/>
              <p:nvPr/>
            </p:nvSpPr>
            <p:spPr>
              <a:xfrm>
                <a:off x="4657480" y="3593055"/>
                <a:ext cx="2564420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nary>
                      <m:groupChr>
                        <m:groupChrPr>
                          <m:chr m:val="→"/>
                          <m:vertJc m:val="bot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groupChr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1" lang="zh-CN" altLang="en-US" sz="240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E84DFDF-6DA0-3C31-20A3-453F7B752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480" y="3593055"/>
                <a:ext cx="2564420" cy="1008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5929C22-83D7-435E-9F58-4522FA16C119}"/>
                  </a:ext>
                </a:extLst>
              </p:cNvPr>
              <p:cNvSpPr txBox="1"/>
              <p:nvPr/>
            </p:nvSpPr>
            <p:spPr>
              <a:xfrm>
                <a:off x="3681907" y="5439849"/>
                <a:ext cx="4673459" cy="4961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groupChr>
                        <m:groupChrPr>
                          <m:chr m:val="→"/>
                          <m:vertJc m:val="bot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groupCh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5929C22-83D7-435E-9F58-4522FA16C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907" y="5439849"/>
                <a:ext cx="4673459" cy="4961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063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FD622FA-AEED-2CFD-2BEF-D04408525A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1" y="2220686"/>
                <a:ext cx="11691257" cy="646611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b="1">
                    <a:solidFill>
                      <a:srgbClr val="0432FF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样本均值</a:t>
                </a:r>
                <a:endParaRPr lang="zh-CN" altLang="zh-CN">
                  <a:solidFill>
                    <a:srgbClr val="0432FF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b="1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b="1">
                    <a:solidFill>
                      <a:srgbClr val="0432FF"/>
                    </a:solidFill>
                  </a:rPr>
                  <a:t>样本方差</a:t>
                </a:r>
                <a:endParaRPr lang="en-US" altLang="zh-CN" b="1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CN" sz="24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 kern="1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acc>
                      <m:sSup>
                        <m:sSup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a:rPr lang="en-US" altLang="zh-CN" sz="24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p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400" kern="100">
                  <a:solidFill>
                    <a:schemeClr val="tx1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b="1">
                    <a:solidFill>
                      <a:srgbClr val="0432FF"/>
                    </a:solidFill>
                  </a:rPr>
                  <a:t>样本标准差</a:t>
                </a:r>
                <a:endParaRPr lang="en-US" altLang="zh-CN" b="1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CN" sz="2400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sz="2400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b="0" i="1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kern="1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acc>
                          <m:sSup>
                            <m:sSupPr>
                              <m:ctrlPr>
                                <a:rPr lang="zh-CN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zh-CN" sz="2400" i="1" kern="1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en-US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FD622FA-AEED-2CFD-2BEF-D04408525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1" y="2220686"/>
                <a:ext cx="11691257" cy="6466114"/>
              </a:xfrm>
              <a:blipFill>
                <a:blip r:embed="rId2"/>
                <a:stretch>
                  <a:fillRect l="-1043" t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866DDE7-AFAB-1CFD-C2D7-CE2FF98D254D}"/>
                  </a:ext>
                </a:extLst>
              </p:cNvPr>
              <p:cNvSpPr/>
              <p:nvPr/>
            </p:nvSpPr>
            <p:spPr>
              <a:xfrm>
                <a:off x="250371" y="1328057"/>
                <a:ext cx="620432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>
                    <a:latin typeface="KaiTi" panose="02010609060101010101" pitchFamily="49" charset="-122"/>
                    <a:ea typeface="KaiTi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>
                    <a:latin typeface="KaiTi" panose="02010609060101010101" pitchFamily="49" charset="-122"/>
                    <a:ea typeface="KaiTi" panose="02010609060101010101" pitchFamily="49" charset="-122"/>
                  </a:rPr>
                  <a:t>是来自总体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2800">
                    <a:latin typeface="KaiTi" panose="02010609060101010101" pitchFamily="49" charset="-122"/>
                    <a:ea typeface="KaiTi" panose="02010609060101010101" pitchFamily="49" charset="-122"/>
                  </a:rPr>
                  <a:t>的一个样本</a:t>
                </a:r>
                <a:endParaRPr lang="zh-CN" altLang="en-US" sz="280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866DDE7-AFAB-1CFD-C2D7-CE2FF98D2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71" y="1328057"/>
                <a:ext cx="6204327" cy="523220"/>
              </a:xfrm>
              <a:prstGeom prst="rect">
                <a:avLst/>
              </a:prstGeom>
              <a:blipFill>
                <a:blip r:embed="rId3"/>
                <a:stretch>
                  <a:fillRect l="-1965" t="-13953" r="-2063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D80AF8D6-70CA-F4BE-2B42-EBBAB2C05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2"/>
            <a:ext cx="10515600" cy="1325563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常用的统计量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BBCF638-FD3D-0065-40E8-FEF90846384C}"/>
                  </a:ext>
                </a:extLst>
              </p:cNvPr>
              <p:cNvSpPr txBox="1"/>
              <p:nvPr/>
            </p:nvSpPr>
            <p:spPr>
              <a:xfrm>
                <a:off x="614677" y="1864213"/>
                <a:ext cx="6097836" cy="1268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800" i="1" kern="1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i="1" kern="10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zh-CN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BBCF638-FD3D-0065-40E8-FEF908463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77" y="1864213"/>
                <a:ext cx="6097836" cy="1268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04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FD622FA-AEED-2CFD-2BEF-D04408525A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1" y="2449286"/>
                <a:ext cx="11691257" cy="646611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zh-CN" altLang="zh-CN" sz="2400" i="1" kern="10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b="1">
                    <a:solidFill>
                      <a:srgbClr val="0432FF"/>
                    </a:solidFill>
                  </a:rPr>
                  <a:t>样本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rgbClr val="0432FF"/>
                    </a:solidFill>
                  </a:rPr>
                  <a:t>阶（原点）矩</a:t>
                </a:r>
                <a:endParaRPr lang="en-US" altLang="zh-CN" b="1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en-US" altLang="zh-CN" sz="24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=1,2,⋯</m:t>
                      </m:r>
                    </m:oMath>
                  </m:oMathPara>
                </a14:m>
                <a:endParaRPr lang="en-US" altLang="zh-CN" sz="2400" i="1" kern="10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b="1">
                    <a:solidFill>
                      <a:srgbClr val="0432FF"/>
                    </a:solidFill>
                  </a:rPr>
                  <a:t>样本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rgbClr val="0432FF"/>
                    </a:solidFill>
                  </a:rPr>
                  <a:t>阶中心矩</a:t>
                </a:r>
                <a:endParaRPr lang="zh-CN" altLang="zh-CN" b="1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 kern="100" dirty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acc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=2,3,⋯</m:t>
                      </m:r>
                    </m:oMath>
                  </m:oMathPara>
                </a14:m>
                <a:endParaRPr lang="zh-CN" altLang="zh-CN" sz="2400" i="1" kern="10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en-US" b="1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FD622FA-AEED-2CFD-2BEF-D04408525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1" y="2449286"/>
                <a:ext cx="11691257" cy="6466114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2351610A-01A8-DA90-32E4-5E96E0407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2"/>
            <a:ext cx="10515600" cy="1325563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432FF"/>
                </a:solidFill>
                <a:latin typeface="STXinwei" panose="02010800040101010101" pitchFamily="2" charset="-122"/>
                <a:ea typeface="STXinwei" panose="02010800040101010101" pitchFamily="2" charset="-122"/>
              </a:rPr>
              <a:t>常用的统计量</a:t>
            </a:r>
          </a:p>
        </p:txBody>
      </p:sp>
    </p:spTree>
    <p:extLst>
      <p:ext uri="{BB962C8B-B14F-4D97-AF65-F5344CB8AC3E}">
        <p14:creationId xmlns:p14="http://schemas.microsoft.com/office/powerpoint/2010/main" val="952918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4C98053-0B56-0FEC-63BC-5859264A90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195943"/>
                <a:ext cx="11691257" cy="646611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zh-CN" altLang="en-US" sz="26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它们的观察值分别为</a:t>
                </a:r>
                <a:endParaRPr lang="zh-CN" altLang="zh-CN" sz="2600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zh-CN" alt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i="1" kern="100" dirty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sSup>
                        <m:sSupPr>
                          <m:ctrlPr>
                            <a:rPr lang="zh-CN" altLang="zh-CN" sz="2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800" b="0" i="0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a:rPr lang="en-US" altLang="zh-CN" sz="2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zh-CN" altLang="zh-CN" sz="2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zh-CN" altLang="zh-CN" sz="2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altLang="zh-CN" sz="2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kern="1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CN" sz="28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zh-CN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zh-CN" altLang="zh-CN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800" b="0" i="1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  <m:sSup>
                            <m:sSupPr>
                              <m:ctrlPr>
                                <a:rPr lang="zh-CN" altLang="zh-CN" sz="2800" i="1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8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en-US" altLang="zh-CN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28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8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28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=1,2,⋯</m:t>
                      </m:r>
                    </m:oMath>
                  </m:oMathPara>
                </a14:m>
                <a:endParaRPr lang="en-US" altLang="zh-CN" sz="280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8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8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sSup>
                        <m:sSupPr>
                          <m:ctrlPr>
                            <a:rPr lang="zh-CN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8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8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28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=2,3,⋯</m:t>
                      </m:r>
                    </m:oMath>
                  </m:oMathPara>
                </a14:m>
                <a:endParaRPr lang="zh-CN" altLang="zh-CN" sz="280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6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这些观察值仍分别称为样本均值、样本方差、样本标准差，样本</a:t>
                </a:r>
                <a14:m>
                  <m:oMath xmlns:m="http://schemas.openxmlformats.org/officeDocument/2006/math">
                    <m:r>
                      <a:rPr lang="en-US" altLang="zh-CN" sz="26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sz="26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阶（原点）矩以及样本</a:t>
                </a:r>
                <a14:m>
                  <m:oMath xmlns:m="http://schemas.openxmlformats.org/officeDocument/2006/math">
                    <m:r>
                      <a:rPr lang="en-US" altLang="zh-CN" sz="2600" i="1" kern="100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sz="26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阶中心矩</a:t>
                </a:r>
                <a:endParaRPr lang="zh-CN" altLang="zh-CN" sz="2800" kern="100" dirty="0">
                  <a:effectLst/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4C98053-0B56-0FEC-63BC-5859264A90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195943"/>
                <a:ext cx="11691257" cy="6466114"/>
              </a:xfrm>
              <a:blipFill>
                <a:blip r:embed="rId2"/>
                <a:stretch>
                  <a:fillRect l="-834" t="-2168" r="-313" b="-1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227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, 信件&#10;&#10;描述已自动生成">
            <a:extLst>
              <a:ext uri="{FF2B5EF4-FFF2-40B4-BE49-F238E27FC236}">
                <a16:creationId xmlns:a16="http://schemas.microsoft.com/office/drawing/2014/main" id="{C6AB3E26-05B0-6A51-8655-AA08DFD73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496" y="1528170"/>
            <a:ext cx="7935244" cy="435133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949CD7F-5218-82DD-22EF-320C93EF8873}"/>
              </a:ext>
            </a:extLst>
          </p:cNvPr>
          <p:cNvSpPr txBox="1"/>
          <p:nvPr/>
        </p:nvSpPr>
        <p:spPr>
          <a:xfrm>
            <a:off x="2971123" y="-43887"/>
            <a:ext cx="6095028" cy="1011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57200" algn="ctr">
              <a:lnSpc>
                <a:spcPct val="150000"/>
              </a:lnSpc>
            </a:pPr>
            <a:r>
              <a:rPr lang="zh-CN" altLang="en-US" sz="4400" b="1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抽样分布</a:t>
            </a:r>
            <a:endParaRPr lang="en-US" altLang="zh-CN" sz="4400" b="1">
              <a:solidFill>
                <a:srgbClr val="3333FF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65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, 信件&#10;&#10;描述已自动生成">
            <a:extLst>
              <a:ext uri="{FF2B5EF4-FFF2-40B4-BE49-F238E27FC236}">
                <a16:creationId xmlns:a16="http://schemas.microsoft.com/office/drawing/2014/main" id="{0C35A814-8E82-B971-02B3-2D52ED1DF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173" y="1825625"/>
            <a:ext cx="7361653" cy="4351338"/>
          </a:xfr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91A6A32-9837-0D75-8A49-F935AACAFE76}"/>
              </a:ext>
            </a:extLst>
          </p:cNvPr>
          <p:cNvSpPr txBox="1"/>
          <p:nvPr/>
        </p:nvSpPr>
        <p:spPr>
          <a:xfrm>
            <a:off x="2971123" y="-43887"/>
            <a:ext cx="6095028" cy="844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57200" algn="ctr">
              <a:lnSpc>
                <a:spcPct val="150000"/>
              </a:lnSpc>
            </a:pPr>
            <a:r>
              <a:rPr lang="zh-CN" altLang="en-US" sz="3600" b="1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抽样分布</a:t>
            </a:r>
            <a:endParaRPr lang="en-US" altLang="zh-CN" sz="3600" b="1">
              <a:solidFill>
                <a:srgbClr val="3333FF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646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949839D-BBAE-6773-9E7B-027D9B15748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35781" y="-104674"/>
                <a:ext cx="10515600" cy="1325563"/>
              </a:xfrm>
            </p:spPr>
            <p:txBody>
              <a:bodyPr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>
                    <a:solidFill>
                      <a:srgbClr val="FF0000"/>
                    </a:solidFill>
                  </a:rPr>
                  <a:t>分布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949839D-BBAE-6773-9E7B-027D9B1574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35781" y="-104674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1489C8-85B5-37E4-5FE4-B98DADC708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6958" y="1045030"/>
                <a:ext cx="11887200" cy="563335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是来自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总体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zh-CN" altLang="en-US" dirty="0"/>
                  <a:t>的样本，则称统计量</a:t>
                </a:r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Sup>
                      <m:sSub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 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服从自由度为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分布，记为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分布的概率密度为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)={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l-GR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Γ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/2)</m:t>
                              </m:r>
                            </m:den>
                          </m:f>
                        </m:e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/2−1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r>
                            <a:rPr lang="en-US" altLang="zh-CN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mr>
                      <m:m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其他</m:t>
                          </m:r>
                        </m:e>
                        <m:e/>
                        <m:e/>
                      </m:mr>
                    </m:m>
                  </m:oMath>
                </a14:m>
                <a:r>
                  <a:rPr lang="en-US" altLang="zh-CN" dirty="0"/>
                  <a:t>  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1489C8-85B5-37E4-5FE4-B98DADC70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6958" y="1045030"/>
                <a:ext cx="11887200" cy="5633356"/>
              </a:xfrm>
              <a:blipFill>
                <a:blip r:embed="rId3"/>
                <a:stretch>
                  <a:fillRect l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5BC63BC-9047-8A7C-0C43-75D9F5FED0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1"/>
          <a:stretch/>
        </p:blipFill>
        <p:spPr>
          <a:xfrm>
            <a:off x="7375359" y="3759200"/>
            <a:ext cx="4078704" cy="272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79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BEF9396-861B-BD72-8345-8EE0D17A0E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1" y="2011680"/>
                <a:ext cx="11691257" cy="68580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b="1">
                    <a:solidFill>
                      <a:srgbClr val="FF0000"/>
                    </a:solidFill>
                  </a:rPr>
                  <a:t>分布的可加性     </a:t>
                </a:r>
                <a:r>
                  <a:rPr lang="zh-CN" altLang="en-US"/>
                  <a:t>设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zh-CN" dirty="0"/>
                      <m:t>,</m:t>
                    </m:r>
                  </m:oMath>
                </a14:m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zh-CN" dirty="0"/>
                      <m:t>,</m:t>
                    </m:r>
                  </m:oMath>
                </a14:m>
                <a:r>
                  <a:rPr lang="zh-CN" altLang="en-US"/>
                  <a:t>并且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/>
                  <a:t>，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/>
                  <a:t>相互独立，则</a:t>
                </a:r>
                <a:endParaRPr lang="en-US" altLang="zh-CN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n-US" altLang="zh-CN" i="1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zh-CN" altLang="zh-CN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BEF9396-861B-BD72-8345-8EE0D17A0E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1" y="2011680"/>
                <a:ext cx="11691257" cy="6858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标题 1">
                <a:extLst>
                  <a:ext uri="{FF2B5EF4-FFF2-40B4-BE49-F238E27FC236}">
                    <a16:creationId xmlns:a16="http://schemas.microsoft.com/office/drawing/2014/main" id="{4E53E71B-5C78-07CD-1C48-B5FBD76CCE2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35781" y="-104674"/>
                <a:ext cx="10515600" cy="1325563"/>
              </a:xfrm>
            </p:spPr>
            <p:txBody>
              <a:bodyPr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>
                    <a:solidFill>
                      <a:srgbClr val="FF0000"/>
                    </a:solidFill>
                  </a:rPr>
                  <a:t>分布</a:t>
                </a:r>
              </a:p>
            </p:txBody>
          </p:sp>
        </mc:Choice>
        <mc:Fallback xmlns="">
          <p:sp>
            <p:nvSpPr>
              <p:cNvPr id="3" name="标题 1">
                <a:extLst>
                  <a:ext uri="{FF2B5EF4-FFF2-40B4-BE49-F238E27FC236}">
                    <a16:creationId xmlns:a16="http://schemas.microsoft.com/office/drawing/2014/main" id="{4E53E71B-5C78-07CD-1C48-B5FBD76CCE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35781" y="-104674"/>
                <a:ext cx="10515600" cy="13255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971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BEF9396-861B-BD72-8345-8EE0D17A0E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1" y="721895"/>
                <a:ext cx="11691257" cy="68580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altLang="zh-CN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600" b="1" dirty="0">
                    <a:solidFill>
                      <a:srgbClr val="FF0000"/>
                    </a:solidFill>
                  </a:rPr>
                  <a:t>分布的数学期望和方差   </a:t>
                </a:r>
                <a:r>
                  <a:rPr lang="zh-CN" altLang="en-US" sz="2600" dirty="0"/>
                  <a:t>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600" i="1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zh-CN" altLang="zh-CN" sz="2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600" dirty="0"/>
                  <a:t>，则有</a:t>
                </a:r>
                <a:endParaRPr lang="en-US" altLang="zh-CN" sz="2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)=2</m:t>
                      </m:r>
                      <m:r>
                        <a:rPr lang="en-US" altLang="zh-CN" sz="2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zh-CN" sz="26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600" dirty="0"/>
                  <a:t>事实上，因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zh-CN" altLang="en-US" sz="2600" dirty="0"/>
                  <a:t>，故</a:t>
                </a:r>
                <a:endParaRPr lang="en-US" altLang="zh-CN" sz="26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6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60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zh-CN" altLang="zh-CN" sz="2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6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600" i="1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altLang="zh-CN" sz="2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600" dirty="0"/>
                  <a:t>，</a:t>
                </a:r>
                <a:endParaRPr lang="en-US" altLang="zh-CN" sz="2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zh-CN" altLang="zh-CN" sz="26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zh-CN" altLang="zh-CN" sz="26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4</m:t>
                          </m:r>
                        </m:sup>
                      </m:sSubSup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)−[</m:t>
                      </m:r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zh-CN" altLang="zh-CN" sz="26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6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=3−1=2,   </m:t>
                      </m:r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=1,2,⋯,</m:t>
                      </m:r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lang="zh-CN" altLang="zh-CN" sz="26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600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于是</a:t>
                </a:r>
                <a:r>
                  <a:rPr lang="zh-CN" altLang="en-US" sz="2600" i="1" kern="1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600" i="1" kern="100" dirty="0"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                                 </a:t>
                </a:r>
                <a14:m>
                  <m:oMath xmlns:m="http://schemas.openxmlformats.org/officeDocument/2006/math">
                    <m:r>
                      <a:rPr lang="en-US" altLang="zh-CN" sz="26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6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zh-CN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6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6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6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26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6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6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6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600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  <m:sSubSup>
                      <m:sSubSupPr>
                        <m:ctrlPr>
                          <a:rPr lang="zh-CN" altLang="zh-CN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6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  <m:r>
                      <a:rPr lang="en-US" altLang="zh-CN" sz="26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6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Sup>
                      <m:sSubSupPr>
                        <m:ctrlPr>
                          <a:rPr lang="zh-CN" altLang="zh-CN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6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6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6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zh-CN" sz="2600" i="1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zh-CN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zh-CN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)=2</m:t>
                      </m:r>
                      <m:r>
                        <a:rPr lang="en-US" altLang="zh-CN" sz="26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lang="zh-CN" altLang="zh-CN" sz="2600" i="1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zh-CN" altLang="en-US" sz="2600" dirty="0"/>
              </a:p>
            </p:txBody>
          </p:sp>
        </mc:Choice>
        <mc:Fallback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BEF9396-861B-BD72-8345-8EE0D17A0E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1" y="721895"/>
                <a:ext cx="11691257" cy="6858000"/>
              </a:xfrm>
              <a:blipFill>
                <a:blip r:embed="rId2"/>
                <a:stretch>
                  <a:fillRect l="-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标题 1">
                <a:extLst>
                  <a:ext uri="{FF2B5EF4-FFF2-40B4-BE49-F238E27FC236}">
                    <a16:creationId xmlns:a16="http://schemas.microsoft.com/office/drawing/2014/main" id="{4E53E71B-5C78-07CD-1C48-B5FBD76CCE2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35781" y="-104674"/>
                <a:ext cx="10515600" cy="1325563"/>
              </a:xfrm>
            </p:spPr>
            <p:txBody>
              <a:bodyPr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>
                    <a:solidFill>
                      <a:srgbClr val="FF0000"/>
                    </a:solidFill>
                  </a:rPr>
                  <a:t>分布</a:t>
                </a:r>
              </a:p>
            </p:txBody>
          </p:sp>
        </mc:Choice>
        <mc:Fallback xmlns="">
          <p:sp>
            <p:nvSpPr>
              <p:cNvPr id="3" name="标题 1">
                <a:extLst>
                  <a:ext uri="{FF2B5EF4-FFF2-40B4-BE49-F238E27FC236}">
                    <a16:creationId xmlns:a16="http://schemas.microsoft.com/office/drawing/2014/main" id="{4E53E71B-5C78-07CD-1C48-B5FBD76CCE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35781" y="-104674"/>
                <a:ext cx="10515600" cy="13255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27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30354C5F-F3D3-18E9-FA42-841333E878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1" y="394637"/>
                <a:ext cx="11691257" cy="68580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CN" altLang="en-US" sz="28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𝝌</m:t>
                        </m:r>
                      </m:e>
                      <m:sup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</a:rPr>
                  <a:t>分布的上分位数     </a:t>
                </a:r>
                <a:r>
                  <a:rPr lang="zh-CN" altLang="en-US" dirty="0"/>
                  <a:t>对于给定的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正数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0&lt;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dirty="0"/>
                  <a:t> ，满足条件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>
                          <a:latin typeface="Cambria Math" panose="02040503050406030204" pitchFamily="18" charset="0"/>
                        </a:rPr>
                        <m:t>&gt;</m:t>
                      </m:r>
                      <m:sSubSup>
                        <m:sSubSupPr>
                          <m:ctrlPr>
                            <a:rPr lang="zh-CN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l-GR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)}=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Sup>
                            <m:sSub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就是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分布的上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分位数</a:t>
                </a:r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30354C5F-F3D3-18E9-FA42-841333E878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1" y="394637"/>
                <a:ext cx="11691257" cy="6858000"/>
              </a:xfrm>
              <a:blipFill>
                <a:blip r:embed="rId2"/>
                <a:stretch>
                  <a:fillRect l="-1085" t="-90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直方图&#10;&#10;描述已自动生成">
            <a:extLst>
              <a:ext uri="{FF2B5EF4-FFF2-40B4-BE49-F238E27FC236}">
                <a16:creationId xmlns:a16="http://schemas.microsoft.com/office/drawing/2014/main" id="{2DCB905F-C5A0-0511-08BC-0014DF53ED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914" y="3600661"/>
            <a:ext cx="6197288" cy="307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11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30354C5F-F3D3-18E9-FA42-841333E878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1" y="394637"/>
                <a:ext cx="11691257" cy="68580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对于不同的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，上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分位数的值已制成表格，可以查用（参见附表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例如对于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zh-CN" alt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，查得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0.1</m:t>
                        </m:r>
                      </m:sub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d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=34.382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充分大时，近似地有</a:t>
                </a:r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𝜒</m:t>
                        </m:r>
                      </m:e>
                      <m:sub>
                        <m:r>
                          <a:rPr lang="el-GR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l-GR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l-GR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dirty="0"/>
                  <a:t>标准正态分布的上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分位数。当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&gt;40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时</a:t>
                </a:r>
                <a:r>
                  <a:rPr lang="zh-CN" altLang="en-US" dirty="0"/>
                  <a:t>，利用上式计算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分布的分布的上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分位数的近似值。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例如，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0.05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(50)≈</m:t>
                    </m:r>
                    <m:f>
                      <m:f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(1.645+</m:t>
                    </m:r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e>
                    </m:rad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=67.221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30354C5F-F3D3-18E9-FA42-841333E878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1" y="394637"/>
                <a:ext cx="11691257" cy="6858000"/>
              </a:xfrm>
              <a:blipFill>
                <a:blip r:embed="rId2"/>
                <a:stretch>
                  <a:fillRect l="-1085" r="-4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826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A448F43-D6E5-E0EF-ED1F-22F6763C71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1" y="146956"/>
                <a:ext cx="11691257" cy="671104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(0 , 1)</m:t>
                    </m:r>
                    <m:r>
                      <m:rPr>
                        <m:nor/>
                      </m:rPr>
                      <a:rPr lang="zh-CN" altLang="en-US" dirty="0"/>
                      <m:t>，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~ 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/>
                  <a:t>，且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zh-CN" altLang="en-US" dirty="0"/>
                      <m:t>，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dirty="0"/>
                  <a:t>相互独立，则称随机变量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/>
                  <a:t>服从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自由度为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</a:rPr>
                  <a:t>分布</a:t>
                </a:r>
                <a:r>
                  <a:rPr lang="zh-CN" altLang="en-US" b="1" dirty="0"/>
                  <a:t>，</a:t>
                </a:r>
                <a:r>
                  <a:rPr lang="zh-CN" altLang="en-US" dirty="0"/>
                  <a:t>记为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dirty="0"/>
                  <a:t>分布又称</a:t>
                </a:r>
                <a:r>
                  <a:rPr lang="zh-CN" altLang="en-US" b="1" dirty="0"/>
                  <a:t>学生氏分布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分布的概率密度函数为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+1)/2]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/2)</m:t>
                          </m:r>
                        </m:den>
                      </m:f>
                      <m:r>
                        <a:rPr lang="en-US" altLang="zh-CN">
                          <a:latin typeface="Cambria Math" panose="02040503050406030204" pitchFamily="18" charset="0"/>
                        </a:rPr>
                        <m:t>(1+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+1)/2</m:t>
                          </m:r>
                        </m:sup>
                      </m:sSup>
                      <m:r>
                        <a:rPr lang="en-US" altLang="zh-CN">
                          <a:latin typeface="Cambria Math" panose="02040503050406030204" pitchFamily="18" charset="0"/>
                        </a:rPr>
                        <m:t>,−∞&lt;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A448F43-D6E5-E0EF-ED1F-22F6763C71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1" y="146956"/>
                <a:ext cx="11691257" cy="6711043"/>
              </a:xfrm>
              <a:blipFill>
                <a:blip r:embed="rId2"/>
                <a:stretch>
                  <a:fillRect l="-1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3357561C-E0F6-6FF9-1836-B2EE961B90B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199" y="0"/>
                <a:ext cx="10515600" cy="1325563"/>
              </a:xfrm>
            </p:spPr>
            <p:txBody>
              <a:bodyPr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分布</a:t>
                </a:r>
              </a:p>
            </p:txBody>
          </p:sp>
        </mc:Choice>
        <mc:Fallback xmlns="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3357561C-E0F6-6FF9-1836-B2EE961B90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199" y="0"/>
                <a:ext cx="10515600" cy="13255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64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035DC90-89E0-96F6-C8B9-AC7BDF47F5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3913" y="284250"/>
                <a:ext cx="11609615" cy="642679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关于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对称，</m:t>
                    </m:r>
                    <m:r>
                      <a:rPr lang="zh-CN" alt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当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>
                    <a:solidFill>
                      <a:srgbClr val="FF0000"/>
                    </a:solidFill>
                  </a:rPr>
                  <a:t>充分大时其图形类似于标准正态变量概率密度</a:t>
                </a:r>
                <a:r>
                  <a:rPr lang="en-US" altLang="zh-CN"/>
                  <a:t> 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n-US" altLang="zh-CN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n-US" altLang="zh-CN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/>
                  <a:t> </a:t>
                </a:r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故当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足够大时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分布近似于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(0,1)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分布。</m:t>
                      </m:r>
                    </m:oMath>
                  </m:oMathPara>
                </a14:m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但对于较小的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分布与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(0 , 1)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分布相差较大</m:t>
                      </m:r>
                    </m:oMath>
                  </m:oMathPara>
                </a14:m>
                <a:endParaRPr lang="zh-CN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035DC90-89E0-96F6-C8B9-AC7BDF47F5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3913" y="284250"/>
                <a:ext cx="11609615" cy="642679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图表, 直方图&#10;&#10;描述已自动生成">
            <a:extLst>
              <a:ext uri="{FF2B5EF4-FFF2-40B4-BE49-F238E27FC236}">
                <a16:creationId xmlns:a16="http://schemas.microsoft.com/office/drawing/2014/main" id="{9CE69D04-0C20-6E43-D453-3C9CF4A8B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872" y="1515278"/>
            <a:ext cx="5109028" cy="343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21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035DC90-89E0-96F6-C8B9-AC7BDF47F5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3913" y="284250"/>
                <a:ext cx="11609615" cy="642679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    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b="1" dirty="0"/>
                  <a:t>分布的上分位数     </a:t>
                </a:r>
                <a:r>
                  <a:rPr lang="zh-CN" altLang="en-US" dirty="0"/>
                  <a:t>对于给定的</a:t>
                </a:r>
                <a14:m>
                  <m:oMath xmlns:m="http://schemas.openxmlformats.org/officeDocument/2006/math">
                    <m:r>
                      <a:rPr lang="en-US" altLang="zh-CN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dirty="0"/>
                  <a:t>，满足条件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zh-CN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l-GR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)}=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l-GR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就是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分布的上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分位数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     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035DC90-89E0-96F6-C8B9-AC7BDF47F5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3913" y="284250"/>
                <a:ext cx="11609615" cy="6426793"/>
              </a:xfrm>
              <a:blipFill>
                <a:blip r:embed="rId2"/>
                <a:stretch>
                  <a:fillRect l="-1202" t="-98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图表, 直方图&#10;&#10;描述已自动生成">
            <a:extLst>
              <a:ext uri="{FF2B5EF4-FFF2-40B4-BE49-F238E27FC236}">
                <a16:creationId xmlns:a16="http://schemas.microsoft.com/office/drawing/2014/main" id="{9EAC88E9-062E-E317-1DC4-BF7A9E27EE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63" b="67072"/>
          <a:stretch/>
        </p:blipFill>
        <p:spPr>
          <a:xfrm>
            <a:off x="6675119" y="3380282"/>
            <a:ext cx="2762333" cy="1100278"/>
          </a:xfrm>
          <a:prstGeom prst="rect">
            <a:avLst/>
          </a:prstGeom>
        </p:spPr>
      </p:pic>
      <p:grpSp>
        <p:nvGrpSpPr>
          <p:cNvPr id="5" name="Group 46">
            <a:extLst>
              <a:ext uri="{FF2B5EF4-FFF2-40B4-BE49-F238E27FC236}">
                <a16:creationId xmlns:a16="http://schemas.microsoft.com/office/drawing/2014/main" id="{059945DE-7D35-4A61-58ED-0130BD6E6647}"/>
              </a:ext>
            </a:extLst>
          </p:cNvPr>
          <p:cNvGrpSpPr>
            <a:grpSpLocks/>
          </p:cNvGrpSpPr>
          <p:nvPr/>
        </p:nvGrpSpPr>
        <p:grpSpPr bwMode="auto">
          <a:xfrm>
            <a:off x="3219609" y="3915994"/>
            <a:ext cx="3992562" cy="2235200"/>
            <a:chOff x="2836" y="2294"/>
            <a:chExt cx="2515" cy="1408"/>
          </a:xfrm>
        </p:grpSpPr>
        <p:sp>
          <p:nvSpPr>
            <p:cNvPr id="6" name="Line 47">
              <a:extLst>
                <a:ext uri="{FF2B5EF4-FFF2-40B4-BE49-F238E27FC236}">
                  <a16:creationId xmlns:a16="http://schemas.microsoft.com/office/drawing/2014/main" id="{8FEF2846-BDBC-F510-F066-AFB764D5FD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6" y="3381"/>
              <a:ext cx="2312" cy="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48">
              <a:extLst>
                <a:ext uri="{FF2B5EF4-FFF2-40B4-BE49-F238E27FC236}">
                  <a16:creationId xmlns:a16="http://schemas.microsoft.com/office/drawing/2014/main" id="{520955CA-911A-EA4C-C1C2-F9603D8C6E5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351" y="3019"/>
              <a:ext cx="11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Box 49">
              <a:extLst>
                <a:ext uri="{FF2B5EF4-FFF2-40B4-BE49-F238E27FC236}">
                  <a16:creationId xmlns:a16="http://schemas.microsoft.com/office/drawing/2014/main" id="{B7C660D0-6228-170E-BEF6-C5A097FD1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5" y="2294"/>
              <a:ext cx="59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3200" i="1">
                  <a:latin typeface="Times New Roman" panose="02020603050405020304" pitchFamily="18" charset="0"/>
                  <a:sym typeface="Symbol" pitchFamily="2" charset="2"/>
                </a:rPr>
                <a:t>y</a:t>
              </a:r>
              <a:endParaRPr lang="en-US" altLang="zh-CN" sz="3200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9" name="Rectangle 50">
              <a:extLst>
                <a:ext uri="{FF2B5EF4-FFF2-40B4-BE49-F238E27FC236}">
                  <a16:creationId xmlns:a16="http://schemas.microsoft.com/office/drawing/2014/main" id="{C217AECA-4C43-7C04-CC1F-2FD61C94B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0" y="3298"/>
              <a:ext cx="431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lang="en-US" altLang="zh-CN" sz="3600" i="1">
                  <a:latin typeface="Times New Roman" panose="02020603050405020304" pitchFamily="18" charset="0"/>
                  <a:sym typeface="Symbol" pitchFamily="2" charset="2"/>
                </a:rPr>
                <a:t>x</a:t>
              </a:r>
            </a:p>
          </p:txBody>
        </p:sp>
        <p:sp>
          <p:nvSpPr>
            <p:cNvPr id="11" name="Line 52">
              <a:extLst>
                <a:ext uri="{FF2B5EF4-FFF2-40B4-BE49-F238E27FC236}">
                  <a16:creationId xmlns:a16="http://schemas.microsoft.com/office/drawing/2014/main" id="{798ED432-4D38-48C6-0F17-42A40A1637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" y="3158"/>
              <a:ext cx="0" cy="2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53">
              <a:extLst>
                <a:ext uri="{FF2B5EF4-FFF2-40B4-BE49-F238E27FC236}">
                  <a16:creationId xmlns:a16="http://schemas.microsoft.com/office/drawing/2014/main" id="{2D9CC78E-0166-0BA1-35C0-92AB7B2E24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71" y="3294"/>
              <a:ext cx="45" cy="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54">
              <a:extLst>
                <a:ext uri="{FF2B5EF4-FFF2-40B4-BE49-F238E27FC236}">
                  <a16:creationId xmlns:a16="http://schemas.microsoft.com/office/drawing/2014/main" id="{C7A935F6-F087-C361-1985-7352E4CD89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6" y="3294"/>
              <a:ext cx="46" cy="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55">
              <a:extLst>
                <a:ext uri="{FF2B5EF4-FFF2-40B4-BE49-F238E27FC236}">
                  <a16:creationId xmlns:a16="http://schemas.microsoft.com/office/drawing/2014/main" id="{5F47A440-CC65-DB0C-CF87-DC06800068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34" y="3294"/>
              <a:ext cx="45" cy="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56">
              <a:extLst>
                <a:ext uri="{FF2B5EF4-FFF2-40B4-BE49-F238E27FC236}">
                  <a16:creationId xmlns:a16="http://schemas.microsoft.com/office/drawing/2014/main" id="{0A112828-8A73-C141-0F0E-E7943E574A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0" y="3249"/>
              <a:ext cx="82" cy="1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57">
              <a:extLst>
                <a:ext uri="{FF2B5EF4-FFF2-40B4-BE49-F238E27FC236}">
                  <a16:creationId xmlns:a16="http://schemas.microsoft.com/office/drawing/2014/main" id="{D9818800-297D-34CE-8B7C-54762E2823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52" y="3203"/>
              <a:ext cx="91" cy="18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58">
              <a:extLst>
                <a:ext uri="{FF2B5EF4-FFF2-40B4-BE49-F238E27FC236}">
                  <a16:creationId xmlns:a16="http://schemas.microsoft.com/office/drawing/2014/main" id="{61FAEA92-1FAF-C2D0-F44B-6A2C158E98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34" y="3203"/>
              <a:ext cx="91" cy="18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59">
              <a:extLst>
                <a:ext uri="{FF2B5EF4-FFF2-40B4-BE49-F238E27FC236}">
                  <a16:creationId xmlns:a16="http://schemas.microsoft.com/office/drawing/2014/main" id="{D1663DAC-01DE-99EE-18E5-5D6544A687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8" y="3294"/>
              <a:ext cx="46" cy="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60">
              <a:extLst>
                <a:ext uri="{FF2B5EF4-FFF2-40B4-BE49-F238E27FC236}">
                  <a16:creationId xmlns:a16="http://schemas.microsoft.com/office/drawing/2014/main" id="{72E90481-6B93-5148-8903-E218069AE1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22" y="3158"/>
              <a:ext cx="0" cy="2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61">
              <a:extLst>
                <a:ext uri="{FF2B5EF4-FFF2-40B4-BE49-F238E27FC236}">
                  <a16:creationId xmlns:a16="http://schemas.microsoft.com/office/drawing/2014/main" id="{70178696-C476-6CE9-3978-66CDDC8B0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9" y="3285"/>
              <a:ext cx="45" cy="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62">
              <a:extLst>
                <a:ext uri="{FF2B5EF4-FFF2-40B4-BE49-F238E27FC236}">
                  <a16:creationId xmlns:a16="http://schemas.microsoft.com/office/drawing/2014/main" id="{2FE962A6-CB88-BBF7-E490-9CBC1D592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3" y="3294"/>
              <a:ext cx="46" cy="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63">
              <a:extLst>
                <a:ext uri="{FF2B5EF4-FFF2-40B4-BE49-F238E27FC236}">
                  <a16:creationId xmlns:a16="http://schemas.microsoft.com/office/drawing/2014/main" id="{5B56877D-1A78-3D1E-039B-C8AC60982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1" y="3294"/>
              <a:ext cx="45" cy="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64">
              <a:extLst>
                <a:ext uri="{FF2B5EF4-FFF2-40B4-BE49-F238E27FC236}">
                  <a16:creationId xmlns:a16="http://schemas.microsoft.com/office/drawing/2014/main" id="{2CDCCD35-0F00-661B-F037-340258DD86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9" y="3249"/>
              <a:ext cx="82" cy="1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65">
              <a:extLst>
                <a:ext uri="{FF2B5EF4-FFF2-40B4-BE49-F238E27FC236}">
                  <a16:creationId xmlns:a16="http://schemas.microsoft.com/office/drawing/2014/main" id="{380CF63D-9CD2-2C06-E78F-60B2E4086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8" y="3213"/>
              <a:ext cx="91" cy="18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66">
              <a:extLst>
                <a:ext uri="{FF2B5EF4-FFF2-40B4-BE49-F238E27FC236}">
                  <a16:creationId xmlns:a16="http://schemas.microsoft.com/office/drawing/2014/main" id="{02F0247F-54EF-047D-42CB-E2BD34DE3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7" y="3194"/>
              <a:ext cx="91" cy="18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67">
              <a:extLst>
                <a:ext uri="{FF2B5EF4-FFF2-40B4-BE49-F238E27FC236}">
                  <a16:creationId xmlns:a16="http://schemas.microsoft.com/office/drawing/2014/main" id="{A80A6BD0-41F4-B8B7-CE28-97C00D4BF7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1" y="3276"/>
              <a:ext cx="46" cy="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68">
              <a:extLst>
                <a:ext uri="{FF2B5EF4-FFF2-40B4-BE49-F238E27FC236}">
                  <a16:creationId xmlns:a16="http://schemas.microsoft.com/office/drawing/2014/main" id="{DD40CEDD-5508-6353-26D1-D49DB26AC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2653"/>
              <a:ext cx="1088" cy="643"/>
            </a:xfrm>
            <a:custGeom>
              <a:avLst/>
              <a:gdLst>
                <a:gd name="T0" fmla="*/ 1088 w 1043"/>
                <a:gd name="T1" fmla="*/ 0 h 998"/>
                <a:gd name="T2" fmla="*/ 852 w 1043"/>
                <a:gd name="T3" fmla="*/ 117 h 998"/>
                <a:gd name="T4" fmla="*/ 569 w 1043"/>
                <a:gd name="T5" fmla="*/ 468 h 998"/>
                <a:gd name="T6" fmla="*/ 237 w 1043"/>
                <a:gd name="T7" fmla="*/ 614 h 998"/>
                <a:gd name="T8" fmla="*/ 0 w 1043"/>
                <a:gd name="T9" fmla="*/ 643 h 9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3" h="998">
                  <a:moveTo>
                    <a:pt x="1043" y="0"/>
                  </a:moveTo>
                  <a:cubicBezTo>
                    <a:pt x="971" y="30"/>
                    <a:pt x="900" y="61"/>
                    <a:pt x="817" y="182"/>
                  </a:cubicBezTo>
                  <a:cubicBezTo>
                    <a:pt x="734" y="303"/>
                    <a:pt x="643" y="598"/>
                    <a:pt x="545" y="726"/>
                  </a:cubicBezTo>
                  <a:cubicBezTo>
                    <a:pt x="447" y="854"/>
                    <a:pt x="318" y="908"/>
                    <a:pt x="227" y="953"/>
                  </a:cubicBezTo>
                  <a:cubicBezTo>
                    <a:pt x="136" y="998"/>
                    <a:pt x="38" y="991"/>
                    <a:pt x="0" y="998"/>
                  </a:cubicBez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69">
              <a:extLst>
                <a:ext uri="{FF2B5EF4-FFF2-40B4-BE49-F238E27FC236}">
                  <a16:creationId xmlns:a16="http://schemas.microsoft.com/office/drawing/2014/main" id="{2CFF5572-948C-9592-8FD6-1798B4161D0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954" y="2653"/>
              <a:ext cx="1088" cy="643"/>
            </a:xfrm>
            <a:custGeom>
              <a:avLst/>
              <a:gdLst>
                <a:gd name="T0" fmla="*/ 1088 w 1043"/>
                <a:gd name="T1" fmla="*/ 0 h 998"/>
                <a:gd name="T2" fmla="*/ 852 w 1043"/>
                <a:gd name="T3" fmla="*/ 117 h 998"/>
                <a:gd name="T4" fmla="*/ 569 w 1043"/>
                <a:gd name="T5" fmla="*/ 468 h 998"/>
                <a:gd name="T6" fmla="*/ 237 w 1043"/>
                <a:gd name="T7" fmla="*/ 614 h 998"/>
                <a:gd name="T8" fmla="*/ 0 w 1043"/>
                <a:gd name="T9" fmla="*/ 643 h 9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3" h="998">
                  <a:moveTo>
                    <a:pt x="1043" y="0"/>
                  </a:moveTo>
                  <a:cubicBezTo>
                    <a:pt x="971" y="30"/>
                    <a:pt x="900" y="61"/>
                    <a:pt x="817" y="182"/>
                  </a:cubicBezTo>
                  <a:cubicBezTo>
                    <a:pt x="734" y="303"/>
                    <a:pt x="643" y="598"/>
                    <a:pt x="545" y="726"/>
                  </a:cubicBezTo>
                  <a:cubicBezTo>
                    <a:pt x="447" y="854"/>
                    <a:pt x="318" y="908"/>
                    <a:pt x="227" y="953"/>
                  </a:cubicBezTo>
                  <a:cubicBezTo>
                    <a:pt x="136" y="998"/>
                    <a:pt x="38" y="991"/>
                    <a:pt x="0" y="998"/>
                  </a:cubicBez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4180D0BA-3797-C153-91DE-D0A59A1FBE1F}"/>
                  </a:ext>
                </a:extLst>
              </p:cNvPr>
              <p:cNvSpPr/>
              <p:nvPr/>
            </p:nvSpPr>
            <p:spPr>
              <a:xfrm>
                <a:off x="3445344" y="5807904"/>
                <a:ext cx="125220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altLang="zh-CN" sz="2400"/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4180D0BA-3797-C153-91DE-D0A59A1FBE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344" y="5807904"/>
                <a:ext cx="1252202" cy="461665"/>
              </a:xfrm>
              <a:prstGeom prst="rect">
                <a:avLst/>
              </a:prstGeom>
              <a:blipFill>
                <a:blip r:embed="rId4"/>
                <a:stretch>
                  <a:fillRect r="-3398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23AE79B-F41F-AA91-E27B-3E59E01D3916}"/>
                  </a:ext>
                </a:extLst>
              </p:cNvPr>
              <p:cNvSpPr/>
              <p:nvPr/>
            </p:nvSpPr>
            <p:spPr>
              <a:xfrm>
                <a:off x="5624973" y="5832807"/>
                <a:ext cx="9659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23AE79B-F41F-AA91-E27B-3E59E01D39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973" y="5832807"/>
                <a:ext cx="965970" cy="461665"/>
              </a:xfrm>
              <a:prstGeom prst="rect">
                <a:avLst/>
              </a:prstGeom>
              <a:blipFill>
                <a:blip r:embed="rId5"/>
                <a:stretch>
                  <a:fillRect r="-1899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Line 17">
            <a:extLst>
              <a:ext uri="{FF2B5EF4-FFF2-40B4-BE49-F238E27FC236}">
                <a16:creationId xmlns:a16="http://schemas.microsoft.com/office/drawing/2014/main" id="{FAA7116C-7FC3-93E5-4870-78710BEA32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4111" y="5046294"/>
            <a:ext cx="144463" cy="287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E3F83F2F-9053-F8A6-80DF-AD365F2EF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111" y="4541469"/>
            <a:ext cx="12082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>
                <a:latin typeface="Times New Roman" panose="02020603050405020304" pitchFamily="18" charset="0"/>
                <a:sym typeface="Symbol" pitchFamily="2" charset="2"/>
              </a:rPr>
              <a:t></a:t>
            </a:r>
          </a:p>
        </p:txBody>
      </p:sp>
      <p:sp>
        <p:nvSpPr>
          <p:cNvPr id="33" name="Line 17">
            <a:extLst>
              <a:ext uri="{FF2B5EF4-FFF2-40B4-BE49-F238E27FC236}">
                <a16:creationId xmlns:a16="http://schemas.microsoft.com/office/drawing/2014/main" id="{742B1DA6-5E3F-0082-CFD1-EC07B2C9F7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85661" y="5013611"/>
            <a:ext cx="176848" cy="35494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Rectangle 18">
            <a:extLst>
              <a:ext uri="{FF2B5EF4-FFF2-40B4-BE49-F238E27FC236}">
                <a16:creationId xmlns:a16="http://schemas.microsoft.com/office/drawing/2014/main" id="{D2028F47-884C-0A52-1ADA-5CE52F2B1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224" y="4563090"/>
            <a:ext cx="12082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>
                <a:latin typeface="Times New Roman" panose="02020603050405020304" pitchFamily="18" charset="0"/>
                <a:sym typeface="Symbol" pitchFamily="2" charset="2"/>
              </a:rPr>
              <a:t></a:t>
            </a:r>
          </a:p>
        </p:txBody>
      </p:sp>
    </p:spTree>
    <p:extLst>
      <p:ext uri="{BB962C8B-B14F-4D97-AF65-F5344CB8AC3E}">
        <p14:creationId xmlns:p14="http://schemas.microsoft.com/office/powerpoint/2010/main" val="100805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035DC90-89E0-96F6-C8B9-AC7BDF47F5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3992" y="2173010"/>
                <a:ext cx="11609615" cy="642679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分布的上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分位数的定义及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图形的对称性知</a:t>
                </a:r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)=−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  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dirty="0"/>
                  <a:t>分布的上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分位数可自附表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查得。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&gt;45</m:t>
                    </m:r>
                  </m:oMath>
                </a14:m>
                <a:r>
                  <a:rPr lang="zh-CN" altLang="en-US" dirty="0"/>
                  <a:t>时，对于常用的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的值，就用正态近似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≈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035DC90-89E0-96F6-C8B9-AC7BDF47F5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3992" y="2173010"/>
                <a:ext cx="11609615" cy="6426793"/>
              </a:xfrm>
              <a:blipFill>
                <a:blip r:embed="rId2"/>
                <a:stretch>
                  <a:fillRect l="-1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48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688116A-66DE-FFDE-9EA2-2E481073D3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zh-CN" altLang="en-US" b="0" i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，且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zh-CN" altLang="en-US" b="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/>
                  <a:t>相互独立，则称随机变量</a:t>
                </a:r>
                <a:endParaRPr lang="zh-CN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/>
                  <a:t>服从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自由度为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,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)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分布</a:t>
                </a:r>
                <a:r>
                  <a:rPr lang="zh-CN" altLang="en-US" dirty="0"/>
                  <a:t>，记为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688116A-66DE-FFDE-9EA2-2E481073D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  <a:blipFill>
                <a:blip r:embed="rId2"/>
                <a:stretch>
                  <a:fillRect l="-1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EF1609AF-172A-3BC6-8CA5-B290409B08C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0371" y="146957"/>
                <a:ext cx="10515600" cy="1325563"/>
              </a:xfrm>
            </p:spPr>
            <p:txBody>
              <a:bodyPr/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>
                    <a:solidFill>
                      <a:srgbClr val="FF0000"/>
                    </a:solidFill>
                  </a:rPr>
                  <a:t>分布</a:t>
                </a:r>
              </a:p>
            </p:txBody>
          </p:sp>
        </mc:Choice>
        <mc:Fallback xmlns="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EF1609AF-172A-3BC6-8CA5-B290409B08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0371" y="146957"/>
                <a:ext cx="10515600" cy="13255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7AF5700-9116-57FF-FB1A-3F5A0EBA941B}"/>
                  </a:ext>
                </a:extLst>
              </p:cNvPr>
              <p:cNvSpPr/>
              <p:nvPr/>
            </p:nvSpPr>
            <p:spPr>
              <a:xfrm>
                <a:off x="250371" y="4189805"/>
                <a:ext cx="10587217" cy="21632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80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/>
                  <a:t>分布的概率密度为</a:t>
                </a:r>
                <a:endParaRPr lang="en-US" altLang="zh-CN" sz="28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Γ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[(</m:t>
                                  </m:r>
                                  <m:sSub>
                                    <m:sSubPr>
                                      <m:ctrlPr>
                                        <a:rPr lang="zh-C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8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altLang="zh-CN" sz="28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8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)/2]</m:t>
                                  </m:r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altLang="zh-CN" sz="280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den>
                                      </m:f>
                                    </m:e>
                                    <m:sup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altLang="zh-CN" sz="280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)−1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Γ</m:t>
                                      </m:r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l-GR" altLang="zh-CN" sz="2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Γ</m:t>
                                              </m:r>
                                              <m:r>
                                                <a:rPr lang="en-US" altLang="zh-CN" sz="280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altLang="zh-CN" sz="280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)[1+(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/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)]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altLang="zh-CN" sz="280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)/2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&gt;0,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其他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7AF5700-9116-57FF-FB1A-3F5A0EBA94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71" y="4189805"/>
                <a:ext cx="10587217" cy="2163285"/>
              </a:xfrm>
              <a:prstGeom prst="rect">
                <a:avLst/>
              </a:prstGeom>
              <a:blipFill>
                <a:blip r:embed="rId4"/>
                <a:stretch>
                  <a:fillRect t="-3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4CD23E37-4A2C-F75D-136D-6EB398CB0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850" y="2125814"/>
            <a:ext cx="3614057" cy="274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33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, 直方图&#10;&#10;描述已自动生成">
            <a:extLst>
              <a:ext uri="{FF2B5EF4-FFF2-40B4-BE49-F238E27FC236}">
                <a16:creationId xmlns:a16="http://schemas.microsoft.com/office/drawing/2014/main" id="{E8CDEBEB-7B74-8E39-0601-B9BF2EE2EE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575" y="3649744"/>
            <a:ext cx="7070425" cy="32082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5331348-A8B9-0C5E-E788-501192C67E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-782434"/>
                <a:ext cx="11854542" cy="671104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由定义可知，若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，则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  <m:r>
                      <a:rPr lang="en-US" altLang="zh-CN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            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zh-CN" altLang="en-US" b="1" dirty="0"/>
                  <a:t>分布的上分位数     </a:t>
                </a:r>
                <a:r>
                  <a:rPr lang="zh-CN" altLang="en-US" dirty="0"/>
                  <a:t>对于给定的</a:t>
                </a:r>
                <a14:m>
                  <m:oMath xmlns:m="http://schemas.openxmlformats.org/officeDocument/2006/math">
                    <m:r>
                      <a:rPr lang="en-US" altLang="zh-CN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0&lt;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dirty="0"/>
                  <a:t>，满足条件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zh-CN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}=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就是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分布的上</a:t>
                </a:r>
                <a14:m>
                  <m:oMath xmlns:m="http://schemas.openxmlformats.org/officeDocument/2006/math">
                    <m:r>
                      <a:rPr lang="el-GR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分位数</a:t>
                </a:r>
                <a:r>
                  <a:rPr lang="en-US" altLang="zh-CN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dirty="0"/>
                  <a:t>分布的上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zh-CN" altLang="en-US" dirty="0"/>
                  <a:t>分位数有表可查（见附表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5331348-A8B9-0C5E-E788-501192C67E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-782434"/>
                <a:ext cx="11854542" cy="6711044"/>
              </a:xfrm>
              <a:blipFill>
                <a:blip r:embed="rId3"/>
                <a:stretch>
                  <a:fillRect l="-1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58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7E7686B-5899-D2D5-5CF5-14234D1974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7863" y="1541074"/>
                <a:ext cx="11691257" cy="62865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dirty="0"/>
                  <a:t>分布的上</a:t>
                </a:r>
                <a14:m>
                  <m:oMath xmlns:m="http://schemas.openxmlformats.org/officeDocument/2006/math">
                    <m: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分位数有如下的重要性质</a:t>
                </a:r>
                <a:r>
                  <a:rPr lang="zh-CN" altLang="en-US" baseline="30000" dirty="0"/>
                  <a:t>① </a:t>
                </a:r>
                <a:endParaRPr lang="en-US" altLang="zh-CN" baseline="300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l-GR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α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dirty="0"/>
                  <a:t>  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(3.18)</a:t>
                </a:r>
                <a:r>
                  <a:rPr lang="zh-CN" altLang="en-US" dirty="0"/>
                  <a:t>式常用来求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dirty="0"/>
                  <a:t>分布表中未列出的常用的上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zh-CN" altLang="en-US" dirty="0"/>
                  <a:t>分位数。例如，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0.95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(12,9)=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(9,12)</m:t>
                          </m:r>
                        </m:den>
                      </m:f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2.80</m:t>
                          </m:r>
                        </m:den>
                      </m:f>
                      <m:r>
                        <a:rPr lang="en-US" altLang="zh-CN">
                          <a:latin typeface="Cambria Math" panose="02040503050406030204" pitchFamily="18" charset="0"/>
                        </a:rPr>
                        <m:t>=0.357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7E7686B-5899-D2D5-5CF5-14234D1974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7863" y="1541074"/>
                <a:ext cx="11691257" cy="6286500"/>
              </a:xfrm>
              <a:blipFill>
                <a:blip r:embed="rId2"/>
                <a:stretch>
                  <a:fillRect l="-1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75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, 信件&#10;&#10;描述已自动生成">
            <a:extLst>
              <a:ext uri="{FF2B5EF4-FFF2-40B4-BE49-F238E27FC236}">
                <a16:creationId xmlns:a16="http://schemas.microsoft.com/office/drawing/2014/main" id="{ED582A4F-DFE9-C648-01B6-48F17BD26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372" y="613317"/>
            <a:ext cx="6188270" cy="2660378"/>
          </a:xfrm>
        </p:spPr>
      </p:pic>
      <p:pic>
        <p:nvPicPr>
          <p:cNvPr id="2" name="内容占位符 4" descr="文本, 信件&#10;&#10;描述已自动生成">
            <a:extLst>
              <a:ext uri="{FF2B5EF4-FFF2-40B4-BE49-F238E27FC236}">
                <a16:creationId xmlns:a16="http://schemas.microsoft.com/office/drawing/2014/main" id="{AC6C44FA-3F01-DF57-EC53-D377F8A65A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458" y="3584306"/>
            <a:ext cx="6354516" cy="295434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4CA9B57-45D0-55A0-C345-B8B8DF05ACE0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474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, 信件&#10;&#10;描述已自动生成">
            <a:extLst>
              <a:ext uri="{FF2B5EF4-FFF2-40B4-BE49-F238E27FC236}">
                <a16:creationId xmlns:a16="http://schemas.microsoft.com/office/drawing/2014/main" id="{060D8A29-EDF0-56F9-4E33-60A85FDC2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63"/>
          <a:stretch/>
        </p:blipFill>
        <p:spPr>
          <a:xfrm>
            <a:off x="1269935" y="824459"/>
            <a:ext cx="8131216" cy="4342853"/>
          </a:xfr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44B9497A-B1E9-1387-99DA-185F36BFEDEA}"/>
              </a:ext>
            </a:extLst>
          </p:cNvPr>
          <p:cNvSpPr/>
          <p:nvPr/>
        </p:nvSpPr>
        <p:spPr>
          <a:xfrm>
            <a:off x="5081666" y="1690688"/>
            <a:ext cx="1014334" cy="722728"/>
          </a:xfrm>
          <a:prstGeom prst="roundRect">
            <a:avLst>
              <a:gd name="adj" fmla="val 422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192F35C-8DC6-02FB-D63B-31E55F24F9E5}"/>
              </a:ext>
            </a:extLst>
          </p:cNvPr>
          <p:cNvSpPr/>
          <p:nvPr/>
        </p:nvSpPr>
        <p:spPr>
          <a:xfrm>
            <a:off x="5335543" y="2706272"/>
            <a:ext cx="1014334" cy="722728"/>
          </a:xfrm>
          <a:prstGeom prst="roundRect">
            <a:avLst>
              <a:gd name="adj" fmla="val 422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30D3AFA-29AA-C673-653E-B8327F02FBDE}"/>
              </a:ext>
            </a:extLst>
          </p:cNvPr>
          <p:cNvSpPr/>
          <p:nvPr/>
        </p:nvSpPr>
        <p:spPr>
          <a:xfrm>
            <a:off x="4828375" y="3933825"/>
            <a:ext cx="1521501" cy="722728"/>
          </a:xfrm>
          <a:prstGeom prst="roundRect">
            <a:avLst>
              <a:gd name="adj" fmla="val 422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C86C503-E8B2-8417-11C1-A30B44734588}"/>
              </a:ext>
            </a:extLst>
          </p:cNvPr>
          <p:cNvSpPr txBox="1"/>
          <p:nvPr/>
        </p:nvSpPr>
        <p:spPr>
          <a:xfrm>
            <a:off x="1025912" y="869876"/>
            <a:ext cx="110799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bg1"/>
                </a:solidFill>
              </a:rPr>
              <a:t>例题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C88931-789E-18C6-0B49-6FF408BB1459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464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 Box 2">
            <a:extLst>
              <a:ext uri="{FF2B5EF4-FFF2-40B4-BE49-F238E27FC236}">
                <a16:creationId xmlns:a16="http://schemas.microsoft.com/office/drawing/2014/main" id="{D5695415-D49A-0DC8-77F1-77D398775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88913"/>
            <a:ext cx="73453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</a:rPr>
              <a:t>若</a:t>
            </a:r>
            <a:r>
              <a:rPr lang="en-US" altLang="zh-CN" sz="3200" i="1">
                <a:latin typeface="Times New Roman" panose="02020603050405020304" pitchFamily="18" charset="0"/>
              </a:rPr>
              <a:t>T</a:t>
            </a:r>
            <a:r>
              <a:rPr lang="zh-CN" altLang="en-US" sz="3200">
                <a:latin typeface="Times New Roman" panose="02020603050405020304" pitchFamily="18" charset="0"/>
              </a:rPr>
              <a:t>～</a:t>
            </a:r>
            <a:r>
              <a:rPr lang="en-US" altLang="zh-CN" sz="3600" i="1">
                <a:latin typeface="Times New Roman" panose="02020603050405020304" pitchFamily="18" charset="0"/>
              </a:rPr>
              <a:t>t</a:t>
            </a:r>
            <a:r>
              <a:rPr lang="en-US" altLang="zh-CN" sz="3200">
                <a:latin typeface="Times New Roman" panose="02020603050405020304" pitchFamily="18" charset="0"/>
              </a:rPr>
              <a:t>(</a:t>
            </a:r>
            <a:r>
              <a:rPr lang="en-US" altLang="zh-CN" sz="3600" i="1">
                <a:latin typeface="Times New Roman" panose="02020603050405020304" pitchFamily="18" charset="0"/>
              </a:rPr>
              <a:t>n</a:t>
            </a:r>
            <a:r>
              <a:rPr lang="en-US" altLang="zh-CN" sz="3200">
                <a:latin typeface="Times New Roman" panose="02020603050405020304" pitchFamily="18" charset="0"/>
              </a:rPr>
              <a:t>)</a:t>
            </a:r>
            <a:r>
              <a:rPr lang="zh-CN" altLang="en-US" sz="3200">
                <a:latin typeface="Times New Roman" panose="02020603050405020304" pitchFamily="18" charset="0"/>
              </a:rPr>
              <a:t>， </a:t>
            </a:r>
            <a:r>
              <a:rPr lang="zh-CN" altLang="en-US">
                <a:latin typeface="Times New Roman" panose="02020603050405020304" pitchFamily="18" charset="0"/>
              </a:rPr>
              <a:t>问</a:t>
            </a:r>
            <a:r>
              <a:rPr lang="en-US" altLang="zh-CN" sz="3200" i="1">
                <a:latin typeface="Times New Roman" panose="02020603050405020304" pitchFamily="18" charset="0"/>
              </a:rPr>
              <a:t>T</a:t>
            </a:r>
            <a:r>
              <a:rPr lang="en-US" altLang="zh-CN" sz="3600" baseline="30000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服从什么分布？</a:t>
            </a:r>
          </a:p>
        </p:txBody>
      </p:sp>
      <p:sp>
        <p:nvSpPr>
          <p:cNvPr id="56323" name="Text Box 3">
            <a:extLst>
              <a:ext uri="{FF2B5EF4-FFF2-40B4-BE49-F238E27FC236}">
                <a16:creationId xmlns:a16="http://schemas.microsoft.com/office/drawing/2014/main" id="{6D4E18E2-AC74-2B26-5D95-7BD977AE0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3445" y="1375676"/>
            <a:ext cx="1008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56324" name="Text Box 4">
            <a:extLst>
              <a:ext uri="{FF2B5EF4-FFF2-40B4-BE49-F238E27FC236}">
                <a16:creationId xmlns:a16="http://schemas.microsoft.com/office/drawing/2014/main" id="{6585222E-15EF-8B8C-06F7-2983A444E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9708" y="1324876"/>
            <a:ext cx="2663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因为</a:t>
            </a:r>
            <a:r>
              <a:rPr lang="en-US" altLang="zh-CN" sz="3200" i="1">
                <a:latin typeface="Times New Roman" panose="02020603050405020304" pitchFamily="18" charset="0"/>
              </a:rPr>
              <a:t>T</a:t>
            </a:r>
            <a:r>
              <a:rPr lang="zh-CN" altLang="en-US" sz="3200">
                <a:latin typeface="Times New Roman" panose="02020603050405020304" pitchFamily="18" charset="0"/>
              </a:rPr>
              <a:t>～</a:t>
            </a:r>
            <a:r>
              <a:rPr lang="en-US" altLang="zh-CN" sz="3600" i="1">
                <a:latin typeface="Times New Roman" panose="02020603050405020304" pitchFamily="18" charset="0"/>
              </a:rPr>
              <a:t>t</a:t>
            </a:r>
            <a:r>
              <a:rPr lang="en-US" altLang="zh-CN" sz="3200">
                <a:latin typeface="Times New Roman" panose="02020603050405020304" pitchFamily="18" charset="0"/>
              </a:rPr>
              <a:t>(</a:t>
            </a:r>
            <a:r>
              <a:rPr lang="en-US" altLang="zh-CN" sz="3600" i="1">
                <a:latin typeface="Times New Roman" panose="02020603050405020304" pitchFamily="18" charset="0"/>
              </a:rPr>
              <a:t>n</a:t>
            </a:r>
            <a:r>
              <a:rPr lang="en-US" altLang="zh-CN" sz="3200">
                <a:latin typeface="Times New Roman" panose="02020603050405020304" pitchFamily="18" charset="0"/>
              </a:rPr>
              <a:t>)</a:t>
            </a:r>
            <a:r>
              <a:rPr lang="zh-CN" altLang="en-US" sz="3200">
                <a:latin typeface="Times New Roman" panose="02020603050405020304" pitchFamily="18" charset="0"/>
              </a:rPr>
              <a:t>， </a:t>
            </a:r>
          </a:p>
        </p:txBody>
      </p:sp>
      <p:sp>
        <p:nvSpPr>
          <p:cNvPr id="56325" name="Text Box 5">
            <a:extLst>
              <a:ext uri="{FF2B5EF4-FFF2-40B4-BE49-F238E27FC236}">
                <a16:creationId xmlns:a16="http://schemas.microsoft.com/office/drawing/2014/main" id="{84268759-7AB5-93C6-763C-89BBEFBE6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632" y="1447114"/>
            <a:ext cx="2305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可以认为</a:t>
            </a:r>
          </a:p>
        </p:txBody>
      </p:sp>
      <p:graphicFrame>
        <p:nvGraphicFramePr>
          <p:cNvPr id="56326" name="Object 6">
            <a:extLst>
              <a:ext uri="{FF2B5EF4-FFF2-40B4-BE49-F238E27FC236}">
                <a16:creationId xmlns:a16="http://schemas.microsoft.com/office/drawing/2014/main" id="{9BA85DED-90C8-F039-D256-D444F41A19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020148"/>
              </p:ext>
            </p:extLst>
          </p:nvPr>
        </p:nvGraphicFramePr>
        <p:xfrm>
          <a:off x="3876333" y="1894788"/>
          <a:ext cx="1979613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3" imgW="17259300" imgH="8775700" progId="Equation.DSMT4">
                  <p:embed/>
                </p:oleObj>
              </mc:Choice>
              <mc:Fallback>
                <p:oleObj name="Equation" r:id="rId3" imgW="17259300" imgH="8775700" progId="Equation.DSMT4">
                  <p:embed/>
                  <p:pic>
                    <p:nvPicPr>
                      <p:cNvPr id="56326" name="Object 6">
                        <a:extLst>
                          <a:ext uri="{FF2B5EF4-FFF2-40B4-BE49-F238E27FC236}">
                            <a16:creationId xmlns:a16="http://schemas.microsoft.com/office/drawing/2014/main" id="{9BA85DED-90C8-F039-D256-D444F41A19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6333" y="1894788"/>
                        <a:ext cx="1979613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7" name="Text Box 7">
            <a:extLst>
              <a:ext uri="{FF2B5EF4-FFF2-40B4-BE49-F238E27FC236}">
                <a16:creationId xmlns:a16="http://schemas.microsoft.com/office/drawing/2014/main" id="{8AC5A0C5-A4C4-ACBF-9C41-029461063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9708" y="3296550"/>
            <a:ext cx="5832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其中</a:t>
            </a:r>
            <a:r>
              <a:rPr lang="en-US" altLang="zh-CN" sz="3200" i="1">
                <a:latin typeface="Times New Roman" panose="02020603050405020304" pitchFamily="18" charset="0"/>
              </a:rPr>
              <a:t>U</a:t>
            </a:r>
            <a:r>
              <a:rPr lang="zh-CN" altLang="en-US" sz="3200">
                <a:latin typeface="Times New Roman" panose="02020603050405020304" pitchFamily="18" charset="0"/>
              </a:rPr>
              <a:t>～</a:t>
            </a:r>
            <a:r>
              <a:rPr lang="en-US" altLang="zh-CN" sz="3200" i="1">
                <a:latin typeface="Times New Roman" panose="02020603050405020304" pitchFamily="18" charset="0"/>
              </a:rPr>
              <a:t>N</a:t>
            </a:r>
            <a:r>
              <a:rPr lang="en-US" altLang="zh-CN" sz="3200">
                <a:latin typeface="Times New Roman" panose="02020603050405020304" pitchFamily="18" charset="0"/>
              </a:rPr>
              <a:t>(0,1)</a:t>
            </a:r>
            <a:r>
              <a:rPr lang="zh-CN" altLang="en-US" sz="3200">
                <a:latin typeface="Times New Roman" panose="02020603050405020304" pitchFamily="18" charset="0"/>
              </a:rPr>
              <a:t>， </a:t>
            </a:r>
            <a:r>
              <a:rPr lang="en-US" altLang="zh-CN" sz="3200" i="1">
                <a:latin typeface="Times New Roman" panose="02020603050405020304" pitchFamily="18" charset="0"/>
              </a:rPr>
              <a:t>V</a:t>
            </a:r>
            <a:r>
              <a:rPr lang="zh-CN" altLang="en-US" sz="3200">
                <a:latin typeface="Times New Roman" panose="02020603050405020304" pitchFamily="18" charset="0"/>
              </a:rPr>
              <a:t>～</a:t>
            </a:r>
            <a:r>
              <a:rPr lang="zh-CN" altLang="en-US" sz="3600" i="1">
                <a:latin typeface="Times New Roman" panose="02020603050405020304" pitchFamily="18" charset="0"/>
                <a:sym typeface="Symbol" pitchFamily="2" charset="2"/>
              </a:rPr>
              <a:t></a:t>
            </a:r>
            <a:r>
              <a:rPr lang="en-US" altLang="zh-CN" sz="3600" baseline="300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zh-CN" sz="3200">
                <a:latin typeface="Times New Roman" panose="02020603050405020304" pitchFamily="18" charset="0"/>
              </a:rPr>
              <a:t>(</a:t>
            </a:r>
            <a:r>
              <a:rPr lang="en-US" altLang="zh-CN" sz="3600" i="1">
                <a:latin typeface="Times New Roman" panose="02020603050405020304" pitchFamily="18" charset="0"/>
              </a:rPr>
              <a:t>n</a:t>
            </a:r>
            <a:r>
              <a:rPr lang="en-US" altLang="zh-CN" sz="3200">
                <a:latin typeface="Times New Roman" panose="02020603050405020304" pitchFamily="18" charset="0"/>
              </a:rPr>
              <a:t>)</a:t>
            </a:r>
            <a:r>
              <a:rPr lang="zh-CN" altLang="en-US" sz="3200">
                <a:latin typeface="Times New Roman" panose="02020603050405020304" pitchFamily="18" charset="0"/>
              </a:rPr>
              <a:t>， </a:t>
            </a:r>
          </a:p>
        </p:txBody>
      </p:sp>
      <p:graphicFrame>
        <p:nvGraphicFramePr>
          <p:cNvPr id="56328" name="Object 8">
            <a:extLst>
              <a:ext uri="{FF2B5EF4-FFF2-40B4-BE49-F238E27FC236}">
                <a16:creationId xmlns:a16="http://schemas.microsoft.com/office/drawing/2014/main" id="{0E3B6BAD-B663-35AA-162B-36CCBD3849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214340"/>
              </p:ext>
            </p:extLst>
          </p:nvPr>
        </p:nvGraphicFramePr>
        <p:xfrm>
          <a:off x="3758858" y="4314136"/>
          <a:ext cx="184467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5" imgW="16090900" imgH="8775700" progId="Equation.DSMT4">
                  <p:embed/>
                </p:oleObj>
              </mc:Choice>
              <mc:Fallback>
                <p:oleObj name="Equation" r:id="rId5" imgW="16090900" imgH="8775700" progId="Equation.DSMT4">
                  <p:embed/>
                  <p:pic>
                    <p:nvPicPr>
                      <p:cNvPr id="56328" name="Object 8">
                        <a:extLst>
                          <a:ext uri="{FF2B5EF4-FFF2-40B4-BE49-F238E27FC236}">
                            <a16:creationId xmlns:a16="http://schemas.microsoft.com/office/drawing/2014/main" id="{0E3B6BAD-B663-35AA-162B-36CCBD3849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8858" y="4314136"/>
                        <a:ext cx="184467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9" name="Rectangle 9">
            <a:extLst>
              <a:ext uri="{FF2B5EF4-FFF2-40B4-BE49-F238E27FC236}">
                <a16:creationId xmlns:a16="http://schemas.microsoft.com/office/drawing/2014/main" id="{76B92970-3EA4-E4DD-98D2-F59B409A9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857" y="4458597"/>
            <a:ext cx="23225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 sz="3200" i="1">
                <a:latin typeface="Times New Roman" panose="02020603050405020304" pitchFamily="18" charset="0"/>
              </a:rPr>
              <a:t>U</a:t>
            </a:r>
            <a:r>
              <a:rPr lang="en-US" altLang="zh-CN" sz="3600" baseline="30000">
                <a:latin typeface="Times New Roman" panose="02020603050405020304" pitchFamily="18" charset="0"/>
              </a:rPr>
              <a:t>2</a:t>
            </a:r>
            <a:r>
              <a:rPr lang="zh-CN" altLang="en-US" sz="3200">
                <a:latin typeface="Times New Roman" panose="02020603050405020304" pitchFamily="18" charset="0"/>
              </a:rPr>
              <a:t>～</a:t>
            </a:r>
            <a:r>
              <a:rPr lang="zh-CN" altLang="en-US" sz="3600" i="1">
                <a:latin typeface="Times New Roman" panose="02020603050405020304" pitchFamily="18" charset="0"/>
                <a:sym typeface="Symbol" pitchFamily="2" charset="2"/>
              </a:rPr>
              <a:t></a:t>
            </a:r>
            <a:r>
              <a:rPr lang="en-US" altLang="zh-CN" sz="3600" baseline="300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zh-CN" sz="3200">
                <a:latin typeface="Times New Roman" panose="02020603050405020304" pitchFamily="18" charset="0"/>
              </a:rPr>
              <a:t>(1)</a:t>
            </a:r>
            <a:r>
              <a:rPr lang="zh-CN" altLang="en-US" sz="3200">
                <a:latin typeface="Times New Roman" panose="02020603050405020304" pitchFamily="18" charset="0"/>
              </a:rPr>
              <a:t>，</a:t>
            </a:r>
          </a:p>
        </p:txBody>
      </p:sp>
      <p:graphicFrame>
        <p:nvGraphicFramePr>
          <p:cNvPr id="56330" name="Object 10">
            <a:extLst>
              <a:ext uri="{FF2B5EF4-FFF2-40B4-BE49-F238E27FC236}">
                <a16:creationId xmlns:a16="http://schemas.microsoft.com/office/drawing/2014/main" id="{938ED5C7-97BA-73D2-5E50-987F8175A6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6129"/>
              </p:ext>
            </p:extLst>
          </p:nvPr>
        </p:nvGraphicFramePr>
        <p:xfrm>
          <a:off x="3758858" y="5533124"/>
          <a:ext cx="18446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7" imgW="16090900" imgH="9359900" progId="Equation.DSMT4">
                  <p:embed/>
                </p:oleObj>
              </mc:Choice>
              <mc:Fallback>
                <p:oleObj name="Equation" r:id="rId7" imgW="16090900" imgH="9359900" progId="Equation.DSMT4">
                  <p:embed/>
                  <p:pic>
                    <p:nvPicPr>
                      <p:cNvPr id="56330" name="Object 10">
                        <a:extLst>
                          <a:ext uri="{FF2B5EF4-FFF2-40B4-BE49-F238E27FC236}">
                            <a16:creationId xmlns:a16="http://schemas.microsoft.com/office/drawing/2014/main" id="{938ED5C7-97BA-73D2-5E50-987F8175A6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8858" y="5533124"/>
                        <a:ext cx="1844675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1" name="Rectangle 11">
            <a:extLst>
              <a:ext uri="{FF2B5EF4-FFF2-40B4-BE49-F238E27FC236}">
                <a16:creationId xmlns:a16="http://schemas.microsoft.com/office/drawing/2014/main" id="{2CFB2A4F-2F96-EEB3-ACD2-74AA28751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807" y="5685524"/>
            <a:ext cx="26050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sz="3200">
                <a:latin typeface="Times New Roman" panose="02020603050405020304" pitchFamily="18" charset="0"/>
              </a:rPr>
              <a:t>～ </a:t>
            </a:r>
            <a:r>
              <a:rPr lang="en-US" altLang="zh-CN" sz="3600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zh-CN" sz="3200">
                <a:latin typeface="Times New Roman" panose="02020603050405020304" pitchFamily="18" charset="0"/>
              </a:rPr>
              <a:t>(</a:t>
            </a:r>
            <a:r>
              <a:rPr lang="en-US" altLang="zh-CN" sz="3200"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zh-CN" sz="3200">
                <a:latin typeface="Times New Roman" panose="02020603050405020304" pitchFamily="18" charset="0"/>
              </a:rPr>
              <a:t>, </a:t>
            </a:r>
            <a:r>
              <a:rPr lang="en-US" altLang="zh-CN" sz="3600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zh-CN" sz="3200">
                <a:latin typeface="Times New Roman" panose="02020603050405020304" pitchFamily="18" charset="0"/>
              </a:rPr>
              <a:t>).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B29DE0-DC66-FE74-A6FA-C58C18C37144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42788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6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6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/>
      <p:bldP spid="56324" grpId="0"/>
      <p:bldP spid="56325" grpId="0"/>
      <p:bldP spid="56327" grpId="0"/>
      <p:bldP spid="56329" grpId="0"/>
      <p:bldP spid="5633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 Box 2">
            <a:extLst>
              <a:ext uri="{FF2B5EF4-FFF2-40B4-BE49-F238E27FC236}">
                <a16:creationId xmlns:a16="http://schemas.microsoft.com/office/drawing/2014/main" id="{191A1EFD-9EEA-9C28-CE40-293CDE1B2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708" y="185003"/>
            <a:ext cx="1180729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设总体</a:t>
            </a:r>
            <a:r>
              <a:rPr lang="en-US" altLang="zh-CN" sz="32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 sz="32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(0,1)</a:t>
            </a:r>
            <a:r>
              <a:rPr lang="zh-CN" altLang="en-US" sz="3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 </a:t>
            </a:r>
            <a:r>
              <a:rPr lang="en-US" altLang="zh-CN" sz="32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3200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3200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3600" i="1" baseline="-250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为简单随机样本，试问下列统计量各服从什么分布？</a:t>
            </a:r>
          </a:p>
        </p:txBody>
      </p:sp>
      <p:graphicFrame>
        <p:nvGraphicFramePr>
          <p:cNvPr id="40962" name="Object 3">
            <a:extLst>
              <a:ext uri="{FF2B5EF4-FFF2-40B4-BE49-F238E27FC236}">
                <a16:creationId xmlns:a16="http://schemas.microsoft.com/office/drawing/2014/main" id="{7C0C55EE-9C94-1B5C-1274-89C1647ED4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169076"/>
              </p:ext>
            </p:extLst>
          </p:nvPr>
        </p:nvGraphicFramePr>
        <p:xfrm>
          <a:off x="2659063" y="953711"/>
          <a:ext cx="7613651" cy="1826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3" imgW="72847200" imgH="18427700" progId="Equation.DSMT4">
                  <p:embed/>
                </p:oleObj>
              </mc:Choice>
              <mc:Fallback>
                <p:oleObj name="Equation" r:id="rId3" imgW="72847200" imgH="18427700" progId="Equation.DSMT4">
                  <p:embed/>
                  <p:pic>
                    <p:nvPicPr>
                      <p:cNvPr id="40962" name="Object 3">
                        <a:extLst>
                          <a:ext uri="{FF2B5EF4-FFF2-40B4-BE49-F238E27FC236}">
                            <a16:creationId xmlns:a16="http://schemas.microsoft.com/office/drawing/2014/main" id="{7C0C55EE-9C94-1B5C-1274-89C1647ED4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063" y="953711"/>
                        <a:ext cx="7613651" cy="1826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Text Box 4">
            <a:extLst>
              <a:ext uri="{FF2B5EF4-FFF2-40B4-BE49-F238E27FC236}">
                <a16:creationId xmlns:a16="http://schemas.microsoft.com/office/drawing/2014/main" id="{5F904C8A-FDF8-64A2-448D-8BDCFBD3B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789" y="3278723"/>
            <a:ext cx="86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 </a:t>
            </a:r>
          </a:p>
        </p:txBody>
      </p:sp>
      <p:sp>
        <p:nvSpPr>
          <p:cNvPr id="53253" name="Text Box 5">
            <a:extLst>
              <a:ext uri="{FF2B5EF4-FFF2-40B4-BE49-F238E27FC236}">
                <a16:creationId xmlns:a16="http://schemas.microsoft.com/office/drawing/2014/main" id="{A4D6C085-25EE-1350-D945-8F721B969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9465" y="3278723"/>
            <a:ext cx="8651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53254" name="Text Box 6">
            <a:extLst>
              <a:ext uri="{FF2B5EF4-FFF2-40B4-BE49-F238E27FC236}">
                <a16:creationId xmlns:a16="http://schemas.microsoft.com/office/drawing/2014/main" id="{857DE0F5-D302-F49C-03BF-ACB30B2CF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726" y="3221572"/>
            <a:ext cx="54737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3200" i="1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(0,1)</a:t>
            </a:r>
            <a:r>
              <a:rPr lang="zh-CN" altLang="en-US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1, 2, …, </a:t>
            </a:r>
            <a:r>
              <a:rPr lang="en-US" altLang="zh-CN" sz="32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n.</a:t>
            </a:r>
          </a:p>
        </p:txBody>
      </p:sp>
      <p:sp>
        <p:nvSpPr>
          <p:cNvPr id="53255" name="Text Box 7">
            <a:extLst>
              <a:ext uri="{FF2B5EF4-FFF2-40B4-BE49-F238E27FC236}">
                <a16:creationId xmlns:a16="http://schemas.microsoft.com/office/drawing/2014/main" id="{522A9EDC-62DB-F940-D8BF-21A3E81D3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0287" y="3317038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所以</a:t>
            </a:r>
          </a:p>
        </p:txBody>
      </p:sp>
      <p:sp>
        <p:nvSpPr>
          <p:cNvPr id="53256" name="Rectangle 8">
            <a:extLst>
              <a:ext uri="{FF2B5EF4-FFF2-40B4-BE49-F238E27FC236}">
                <a16:creationId xmlns:a16="http://schemas.microsoft.com/office/drawing/2014/main" id="{5F05467F-70EE-1099-2342-621B6CD78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4979" y="3312931"/>
            <a:ext cx="3646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/>
              <a:t>-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</a:rPr>
              <a:t>～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(0, 2)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</p:txBody>
      </p:sp>
      <p:graphicFrame>
        <p:nvGraphicFramePr>
          <p:cNvPr id="53257" name="Object 9">
            <a:extLst>
              <a:ext uri="{FF2B5EF4-FFF2-40B4-BE49-F238E27FC236}">
                <a16:creationId xmlns:a16="http://schemas.microsoft.com/office/drawing/2014/main" id="{B3E58E1F-834F-06AE-53A1-10E7B68F0E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386800"/>
              </p:ext>
            </p:extLst>
          </p:nvPr>
        </p:nvGraphicFramePr>
        <p:xfrm>
          <a:off x="7554979" y="4182663"/>
          <a:ext cx="2987936" cy="809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5" imgW="30721300" imgH="8775700" progId="Equation.DSMT4">
                  <p:embed/>
                </p:oleObj>
              </mc:Choice>
              <mc:Fallback>
                <p:oleObj name="Equation" r:id="rId5" imgW="30721300" imgH="8775700" progId="Equation.DSMT4">
                  <p:embed/>
                  <p:pic>
                    <p:nvPicPr>
                      <p:cNvPr id="53257" name="Object 9">
                        <a:extLst>
                          <a:ext uri="{FF2B5EF4-FFF2-40B4-BE49-F238E27FC236}">
                            <a16:creationId xmlns:a16="http://schemas.microsoft.com/office/drawing/2014/main" id="{B3E58E1F-834F-06AE-53A1-10E7B68F0E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4979" y="4182663"/>
                        <a:ext cx="2987936" cy="809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8" name="Object 10">
            <a:extLst>
              <a:ext uri="{FF2B5EF4-FFF2-40B4-BE49-F238E27FC236}">
                <a16:creationId xmlns:a16="http://schemas.microsoft.com/office/drawing/2014/main" id="{2F565087-925B-32E2-D159-A50515F990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072020"/>
              </p:ext>
            </p:extLst>
          </p:nvPr>
        </p:nvGraphicFramePr>
        <p:xfrm>
          <a:off x="2999388" y="4791401"/>
          <a:ext cx="2746376" cy="575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7" imgW="25158700" imgH="5562600" progId="Equation.DSMT4">
                  <p:embed/>
                </p:oleObj>
              </mc:Choice>
              <mc:Fallback>
                <p:oleObj name="Equation" r:id="rId7" imgW="25158700" imgH="5562600" progId="Equation.DSMT4">
                  <p:embed/>
                  <p:pic>
                    <p:nvPicPr>
                      <p:cNvPr id="53258" name="Object 10">
                        <a:extLst>
                          <a:ext uri="{FF2B5EF4-FFF2-40B4-BE49-F238E27FC236}">
                            <a16:creationId xmlns:a16="http://schemas.microsoft.com/office/drawing/2014/main" id="{2F565087-925B-32E2-D159-A50515F990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388" y="4791401"/>
                        <a:ext cx="2746376" cy="5758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9" name="Text Box 11">
            <a:extLst>
              <a:ext uri="{FF2B5EF4-FFF2-40B4-BE49-F238E27FC236}">
                <a16:creationId xmlns:a16="http://schemas.microsoft.com/office/drawing/2014/main" id="{4CBE40D7-42E1-3C69-5FD4-5F9D72618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461" y="5705032"/>
            <a:ext cx="86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故</a:t>
            </a:r>
          </a:p>
        </p:txBody>
      </p:sp>
      <p:graphicFrame>
        <p:nvGraphicFramePr>
          <p:cNvPr id="53260" name="Object 12">
            <a:extLst>
              <a:ext uri="{FF2B5EF4-FFF2-40B4-BE49-F238E27FC236}">
                <a16:creationId xmlns:a16="http://schemas.microsoft.com/office/drawing/2014/main" id="{CD3FDB6F-83F2-38D4-A53A-6793E19040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0715931"/>
              </p:ext>
            </p:extLst>
          </p:nvPr>
        </p:nvGraphicFramePr>
        <p:xfrm>
          <a:off x="2656061" y="5480891"/>
          <a:ext cx="2214562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9" imgW="19304000" imgH="10236200" progId="Equation.DSMT4">
                  <p:embed/>
                </p:oleObj>
              </mc:Choice>
              <mc:Fallback>
                <p:oleObj name="Equation" r:id="rId9" imgW="19304000" imgH="10236200" progId="Equation.DSMT4">
                  <p:embed/>
                  <p:pic>
                    <p:nvPicPr>
                      <p:cNvPr id="53260" name="Object 12">
                        <a:extLst>
                          <a:ext uri="{FF2B5EF4-FFF2-40B4-BE49-F238E27FC236}">
                            <a16:creationId xmlns:a16="http://schemas.microsoft.com/office/drawing/2014/main" id="{CD3FDB6F-83F2-38D4-A53A-6793E19040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6061" y="5480891"/>
                        <a:ext cx="2214562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1" name="Object 13">
            <a:extLst>
              <a:ext uri="{FF2B5EF4-FFF2-40B4-BE49-F238E27FC236}">
                <a16:creationId xmlns:a16="http://schemas.microsoft.com/office/drawing/2014/main" id="{E9DEC310-5A18-3191-EBBC-0BE1118790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811682"/>
              </p:ext>
            </p:extLst>
          </p:nvPr>
        </p:nvGraphicFramePr>
        <p:xfrm>
          <a:off x="4737806" y="5510695"/>
          <a:ext cx="2015915" cy="1246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11" imgW="21069300" imgH="13754100" progId="Equation.DSMT4">
                  <p:embed/>
                </p:oleObj>
              </mc:Choice>
              <mc:Fallback>
                <p:oleObj name="Equation" r:id="rId11" imgW="21069300" imgH="13754100" progId="Equation.DSMT4">
                  <p:embed/>
                  <p:pic>
                    <p:nvPicPr>
                      <p:cNvPr id="53261" name="Object 13">
                        <a:extLst>
                          <a:ext uri="{FF2B5EF4-FFF2-40B4-BE49-F238E27FC236}">
                            <a16:creationId xmlns:a16="http://schemas.microsoft.com/office/drawing/2014/main" id="{E9DEC310-5A18-3191-EBBC-0BE1118790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806" y="5510695"/>
                        <a:ext cx="2015915" cy="1246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2" name="Rectangle 14">
            <a:extLst>
              <a:ext uri="{FF2B5EF4-FFF2-40B4-BE49-F238E27FC236}">
                <a16:creationId xmlns:a16="http://schemas.microsoft.com/office/drawing/2014/main" id="{65AEE20A-49CF-1FC4-B9BB-328A62A29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186" y="5705032"/>
            <a:ext cx="17843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sz="3200" dirty="0">
                <a:latin typeface="Times New Roman" panose="02020603050405020304" pitchFamily="18" charset="0"/>
              </a:rPr>
              <a:t>～</a:t>
            </a:r>
            <a:r>
              <a:rPr lang="en-US" altLang="zh-CN" sz="3200" i="1" dirty="0">
                <a:latin typeface="Times New Roman" panose="02020603050405020304" pitchFamily="18" charset="0"/>
              </a:rPr>
              <a:t>t</a:t>
            </a:r>
            <a:r>
              <a:rPr lang="en-US" altLang="zh-CN" sz="3200" dirty="0">
                <a:latin typeface="Times New Roman" panose="02020603050405020304" pitchFamily="18" charset="0"/>
              </a:rPr>
              <a:t>(2).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D29F2D-4315-F7BF-B2B1-8E1AD8A8AA5F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21817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/>
      <p:bldP spid="53253" grpId="0"/>
      <p:bldP spid="53254" grpId="0"/>
      <p:bldP spid="53255" grpId="0"/>
      <p:bldP spid="53256" grpId="0"/>
      <p:bldP spid="53259" grpId="0"/>
      <p:bldP spid="5326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ext Box 4">
            <a:extLst>
              <a:ext uri="{FF2B5EF4-FFF2-40B4-BE49-F238E27FC236}">
                <a16:creationId xmlns:a16="http://schemas.microsoft.com/office/drawing/2014/main" id="{58362B03-9FC1-E802-9424-6E1DBA4E4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4" y="3709812"/>
            <a:ext cx="1150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续解</a:t>
            </a:r>
          </a:p>
        </p:txBody>
      </p:sp>
      <p:sp>
        <p:nvSpPr>
          <p:cNvPr id="41988" name="Text Box 5">
            <a:extLst>
              <a:ext uri="{FF2B5EF4-FFF2-40B4-BE49-F238E27FC236}">
                <a16:creationId xmlns:a16="http://schemas.microsoft.com/office/drawing/2014/main" id="{934E59FF-2FBD-45A6-E813-4088E76B0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6690" y="3697116"/>
            <a:ext cx="865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54278" name="Text Box 6">
            <a:extLst>
              <a:ext uri="{FF2B5EF4-FFF2-40B4-BE49-F238E27FC236}">
                <a16:creationId xmlns:a16="http://schemas.microsoft.com/office/drawing/2014/main" id="{CC18589A-D239-D42E-47F8-FA38C2617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953" y="3709812"/>
            <a:ext cx="33131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因为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6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</a:rPr>
              <a:t>～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(0,1)</a:t>
            </a:r>
            <a:r>
              <a:rPr lang="zh-CN" altLang="en-US" sz="3200" dirty="0">
                <a:latin typeface="Times New Roman" panose="02020603050405020304" pitchFamily="18" charset="0"/>
              </a:rPr>
              <a:t>，</a:t>
            </a:r>
            <a:endParaRPr lang="zh-CN" altLang="en-US" sz="3600" i="1" dirty="0">
              <a:latin typeface="Times New Roman" panose="02020603050405020304" pitchFamily="18" charset="0"/>
            </a:endParaRPr>
          </a:p>
        </p:txBody>
      </p:sp>
      <p:sp>
        <p:nvSpPr>
          <p:cNvPr id="54279" name="Text Box 7">
            <a:extLst>
              <a:ext uri="{FF2B5EF4-FFF2-40B4-BE49-F238E27FC236}">
                <a16:creationId xmlns:a16="http://schemas.microsoft.com/office/drawing/2014/main" id="{48C2FE68-1612-6114-8678-F90F96E71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578" y="5025796"/>
            <a:ext cx="86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故</a:t>
            </a:r>
          </a:p>
        </p:txBody>
      </p:sp>
      <p:sp>
        <p:nvSpPr>
          <p:cNvPr id="54280" name="Rectangle 8">
            <a:extLst>
              <a:ext uri="{FF2B5EF4-FFF2-40B4-BE49-F238E27FC236}">
                <a16:creationId xmlns:a16="http://schemas.microsoft.com/office/drawing/2014/main" id="{53213F42-DD23-B59D-8B3A-D285B9488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1" y="5347611"/>
            <a:ext cx="25765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sz="3600" dirty="0">
                <a:latin typeface="Times New Roman" panose="02020603050405020304" pitchFamily="18" charset="0"/>
              </a:rPr>
              <a:t>～</a:t>
            </a:r>
            <a:r>
              <a:rPr lang="en-US" altLang="zh-CN" sz="3600" i="1" dirty="0">
                <a:latin typeface="Times New Roman" panose="02020603050405020304" pitchFamily="18" charset="0"/>
              </a:rPr>
              <a:t>t</a:t>
            </a:r>
            <a:r>
              <a:rPr lang="en-US" altLang="zh-CN" sz="3600" dirty="0">
                <a:latin typeface="Times New Roman" panose="02020603050405020304" pitchFamily="18" charset="0"/>
              </a:rPr>
              <a:t>(</a:t>
            </a:r>
            <a:r>
              <a:rPr lang="en-US" altLang="zh-CN" sz="3600" i="1" dirty="0">
                <a:latin typeface="Times New Roman" panose="02020603050405020304" pitchFamily="18" charset="0"/>
              </a:rPr>
              <a:t>n</a:t>
            </a:r>
            <a:r>
              <a:rPr lang="en-US" altLang="zh-CN" sz="3600" dirty="0"/>
              <a:t>-</a:t>
            </a:r>
            <a:r>
              <a:rPr lang="en-US" altLang="zh-CN" sz="3600" dirty="0">
                <a:latin typeface="Times New Roman" panose="02020603050405020304" pitchFamily="18" charset="0"/>
              </a:rPr>
              <a:t>1).</a:t>
            </a:r>
          </a:p>
        </p:txBody>
      </p:sp>
      <p:graphicFrame>
        <p:nvGraphicFramePr>
          <p:cNvPr id="54281" name="Object 9">
            <a:extLst>
              <a:ext uri="{FF2B5EF4-FFF2-40B4-BE49-F238E27FC236}">
                <a16:creationId xmlns:a16="http://schemas.microsoft.com/office/drawing/2014/main" id="{FBE21441-FB88-AA5D-D2C6-851BFEEBC3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088494"/>
              </p:ext>
            </p:extLst>
          </p:nvPr>
        </p:nvGraphicFramePr>
        <p:xfrm>
          <a:off x="5413677" y="3508201"/>
          <a:ext cx="2986087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3" imgW="26035000" imgH="9359900" progId="Equation.DSMT4">
                  <p:embed/>
                </p:oleObj>
              </mc:Choice>
              <mc:Fallback>
                <p:oleObj name="Equation" r:id="rId3" imgW="26035000" imgH="9359900" progId="Equation.DSMT4">
                  <p:embed/>
                  <p:pic>
                    <p:nvPicPr>
                      <p:cNvPr id="54281" name="Object 9">
                        <a:extLst>
                          <a:ext uri="{FF2B5EF4-FFF2-40B4-BE49-F238E27FC236}">
                            <a16:creationId xmlns:a16="http://schemas.microsoft.com/office/drawing/2014/main" id="{FBE21441-FB88-AA5D-D2C6-851BFEEBC3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677" y="3508201"/>
                        <a:ext cx="2986087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2" name="Object 10">
            <a:extLst>
              <a:ext uri="{FF2B5EF4-FFF2-40B4-BE49-F238E27FC236}">
                <a16:creationId xmlns:a16="http://schemas.microsoft.com/office/drawing/2014/main" id="{D9B47884-4754-CF5F-AF36-158882C661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305860"/>
              </p:ext>
            </p:extLst>
          </p:nvPr>
        </p:nvGraphicFramePr>
        <p:xfrm>
          <a:off x="2593976" y="5025796"/>
          <a:ext cx="2012950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5" imgW="17551400" imgH="14338300" progId="Equation.DSMT4">
                  <p:embed/>
                </p:oleObj>
              </mc:Choice>
              <mc:Fallback>
                <p:oleObj name="Equation" r:id="rId5" imgW="17551400" imgH="14338300" progId="Equation.DSMT4">
                  <p:embed/>
                  <p:pic>
                    <p:nvPicPr>
                      <p:cNvPr id="54282" name="Object 10">
                        <a:extLst>
                          <a:ext uri="{FF2B5EF4-FFF2-40B4-BE49-F238E27FC236}">
                            <a16:creationId xmlns:a16="http://schemas.microsoft.com/office/drawing/2014/main" id="{D9B47884-4754-CF5F-AF36-158882C661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6" y="5025796"/>
                        <a:ext cx="2012950" cy="155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3" name="Object 11">
            <a:extLst>
              <a:ext uri="{FF2B5EF4-FFF2-40B4-BE49-F238E27FC236}">
                <a16:creationId xmlns:a16="http://schemas.microsoft.com/office/drawing/2014/main" id="{611233D9-6B7D-FEA0-BE04-D6914671D8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010628"/>
              </p:ext>
            </p:extLst>
          </p:nvPr>
        </p:nvGraphicFramePr>
        <p:xfrm>
          <a:off x="4606926" y="5081780"/>
          <a:ext cx="2784475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7" imgW="24282400" imgH="14046200" progId="Equation.DSMT4">
                  <p:embed/>
                </p:oleObj>
              </mc:Choice>
              <mc:Fallback>
                <p:oleObj name="Equation" r:id="rId7" imgW="24282400" imgH="14046200" progId="Equation.DSMT4">
                  <p:embed/>
                  <p:pic>
                    <p:nvPicPr>
                      <p:cNvPr id="54283" name="Object 11">
                        <a:extLst>
                          <a:ext uri="{FF2B5EF4-FFF2-40B4-BE49-F238E27FC236}">
                            <a16:creationId xmlns:a16="http://schemas.microsoft.com/office/drawing/2014/main" id="{611233D9-6B7D-FEA0-BE04-D6914671D8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6926" y="5081780"/>
                        <a:ext cx="2784475" cy="152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2">
            <a:extLst>
              <a:ext uri="{FF2B5EF4-FFF2-40B4-BE49-F238E27FC236}">
                <a16:creationId xmlns:a16="http://schemas.microsoft.com/office/drawing/2014/main" id="{7DD2E648-47B4-A0E8-5CD8-8617E4D7F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708" y="185003"/>
            <a:ext cx="1180729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设总体</a:t>
            </a:r>
            <a:r>
              <a:rPr lang="en-US" altLang="zh-CN" sz="32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 sz="32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(0,1)</a:t>
            </a:r>
            <a:r>
              <a:rPr lang="zh-CN" altLang="en-US" sz="3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 </a:t>
            </a:r>
            <a:r>
              <a:rPr lang="en-US" altLang="zh-CN" sz="32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3200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3200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3600" i="1" baseline="-250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为简单随机样本，试问下列统计量各服从什么分布？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F0AABB49-6C48-4762-568E-6F8EF129AE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736753"/>
              </p:ext>
            </p:extLst>
          </p:nvPr>
        </p:nvGraphicFramePr>
        <p:xfrm>
          <a:off x="2659063" y="953711"/>
          <a:ext cx="7613651" cy="1826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9" imgW="72847200" imgH="18427700" progId="Equation.DSMT4">
                  <p:embed/>
                </p:oleObj>
              </mc:Choice>
              <mc:Fallback>
                <p:oleObj name="Equation" r:id="rId9" imgW="72847200" imgH="1842770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F0AABB49-6C48-4762-568E-6F8EF129AE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063" y="953711"/>
                        <a:ext cx="7613651" cy="1826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E3E96CA-E617-43D9-85DD-70A657B746C3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52328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8" grpId="0"/>
      <p:bldP spid="54279" grpId="0"/>
      <p:bldP spid="5428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 Box 4">
            <a:extLst>
              <a:ext uri="{FF2B5EF4-FFF2-40B4-BE49-F238E27FC236}">
                <a16:creationId xmlns:a16="http://schemas.microsoft.com/office/drawing/2014/main" id="{99254A8D-9254-F181-C5B1-230599502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708" y="3530602"/>
            <a:ext cx="1150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续解</a:t>
            </a:r>
          </a:p>
        </p:txBody>
      </p:sp>
      <p:sp>
        <p:nvSpPr>
          <p:cNvPr id="43012" name="Text Box 5">
            <a:extLst>
              <a:ext uri="{FF2B5EF4-FFF2-40B4-BE49-F238E27FC236}">
                <a16:creationId xmlns:a16="http://schemas.microsoft.com/office/drawing/2014/main" id="{27329D2F-F5A7-64FF-6175-DF5EC6309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6593" y="3540922"/>
            <a:ext cx="865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(3)</a:t>
            </a:r>
          </a:p>
        </p:txBody>
      </p:sp>
      <p:sp>
        <p:nvSpPr>
          <p:cNvPr id="55302" name="Text Box 6">
            <a:extLst>
              <a:ext uri="{FF2B5EF4-FFF2-40B4-BE49-F238E27FC236}">
                <a16:creationId xmlns:a16="http://schemas.microsoft.com/office/drawing/2014/main" id="{3F4C08A5-96D7-E102-1DD4-058F9ABB6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856" y="3553622"/>
            <a:ext cx="1225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因为</a:t>
            </a:r>
            <a:endParaRPr lang="zh-CN" altLang="en-US" sz="3600" i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5303" name="Text Box 7">
            <a:extLst>
              <a:ext uri="{FF2B5EF4-FFF2-40B4-BE49-F238E27FC236}">
                <a16:creationId xmlns:a16="http://schemas.microsoft.com/office/drawing/2014/main" id="{43C351E9-7532-5B25-7BC3-362C4EA7C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606" y="5319715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所以</a:t>
            </a:r>
          </a:p>
        </p:txBody>
      </p:sp>
      <p:sp>
        <p:nvSpPr>
          <p:cNvPr id="55304" name="Rectangle 8">
            <a:extLst>
              <a:ext uri="{FF2B5EF4-FFF2-40B4-BE49-F238E27FC236}">
                <a16:creationId xmlns:a16="http://schemas.microsoft.com/office/drawing/2014/main" id="{CB5023A7-B255-39F7-DF1C-F77B18546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218" y="5262939"/>
            <a:ext cx="33845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sz="3200" dirty="0">
                <a:latin typeface="Times New Roman" panose="02020603050405020304" pitchFamily="18" charset="0"/>
              </a:rPr>
              <a:t>～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/>
              <a:t>-</a:t>
            </a:r>
            <a:r>
              <a:rPr lang="en-US" altLang="zh-CN" sz="3200" dirty="0">
                <a:latin typeface="Times New Roman" panose="02020603050405020304" pitchFamily="18" charset="0"/>
              </a:rPr>
              <a:t>3).</a:t>
            </a:r>
          </a:p>
        </p:txBody>
      </p:sp>
      <p:graphicFrame>
        <p:nvGraphicFramePr>
          <p:cNvPr id="55305" name="Object 9">
            <a:extLst>
              <a:ext uri="{FF2B5EF4-FFF2-40B4-BE49-F238E27FC236}">
                <a16:creationId xmlns:a16="http://schemas.microsoft.com/office/drawing/2014/main" id="{C005EC9A-25DB-74A2-B00A-B98430D1C7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93158"/>
              </p:ext>
            </p:extLst>
          </p:nvPr>
        </p:nvGraphicFramePr>
        <p:xfrm>
          <a:off x="2888343" y="3340896"/>
          <a:ext cx="2516188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3" imgW="21945600" imgH="9359900" progId="Equation.DSMT4">
                  <p:embed/>
                </p:oleObj>
              </mc:Choice>
              <mc:Fallback>
                <p:oleObj name="Equation" r:id="rId3" imgW="21945600" imgH="9359900" progId="Equation.DSMT4">
                  <p:embed/>
                  <p:pic>
                    <p:nvPicPr>
                      <p:cNvPr id="55305" name="Object 9">
                        <a:extLst>
                          <a:ext uri="{FF2B5EF4-FFF2-40B4-BE49-F238E27FC236}">
                            <a16:creationId xmlns:a16="http://schemas.microsoft.com/office/drawing/2014/main" id="{C005EC9A-25DB-74A2-B00A-B98430D1C7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8343" y="3340896"/>
                        <a:ext cx="2516188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6" name="Object 10">
            <a:extLst>
              <a:ext uri="{FF2B5EF4-FFF2-40B4-BE49-F238E27FC236}">
                <a16:creationId xmlns:a16="http://schemas.microsoft.com/office/drawing/2014/main" id="{0EAE40BD-4127-2D24-8549-4598B36F06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55735"/>
              </p:ext>
            </p:extLst>
          </p:nvPr>
        </p:nvGraphicFramePr>
        <p:xfrm>
          <a:off x="5720108" y="3340896"/>
          <a:ext cx="312102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5" imgW="27203400" imgH="9359900" progId="Equation.DSMT4">
                  <p:embed/>
                </p:oleObj>
              </mc:Choice>
              <mc:Fallback>
                <p:oleObj name="Equation" r:id="rId5" imgW="27203400" imgH="9359900" progId="Equation.DSMT4">
                  <p:embed/>
                  <p:pic>
                    <p:nvPicPr>
                      <p:cNvPr id="55306" name="Object 10">
                        <a:extLst>
                          <a:ext uri="{FF2B5EF4-FFF2-40B4-BE49-F238E27FC236}">
                            <a16:creationId xmlns:a16="http://schemas.microsoft.com/office/drawing/2014/main" id="{0EAE40BD-4127-2D24-8549-4598B36F06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0108" y="3340896"/>
                        <a:ext cx="3121025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7" name="Object 11">
            <a:extLst>
              <a:ext uri="{FF2B5EF4-FFF2-40B4-BE49-F238E27FC236}">
                <a16:creationId xmlns:a16="http://schemas.microsoft.com/office/drawing/2014/main" id="{01438509-28D2-40A9-05CB-14FE971F29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533172"/>
              </p:ext>
            </p:extLst>
          </p:nvPr>
        </p:nvGraphicFramePr>
        <p:xfrm>
          <a:off x="2063751" y="4899631"/>
          <a:ext cx="2112833" cy="1586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7" imgW="22529800" imgH="17843500" progId="Equation.DSMT4">
                  <p:embed/>
                </p:oleObj>
              </mc:Choice>
              <mc:Fallback>
                <p:oleObj name="Equation" r:id="rId7" imgW="22529800" imgH="17843500" progId="Equation.DSMT4">
                  <p:embed/>
                  <p:pic>
                    <p:nvPicPr>
                      <p:cNvPr id="55307" name="Object 11">
                        <a:extLst>
                          <a:ext uri="{FF2B5EF4-FFF2-40B4-BE49-F238E27FC236}">
                            <a16:creationId xmlns:a16="http://schemas.microsoft.com/office/drawing/2014/main" id="{01438509-28D2-40A9-05CB-14FE971F29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4899631"/>
                        <a:ext cx="2112833" cy="1586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8" name="Object 12">
            <a:extLst>
              <a:ext uri="{FF2B5EF4-FFF2-40B4-BE49-F238E27FC236}">
                <a16:creationId xmlns:a16="http://schemas.microsoft.com/office/drawing/2014/main" id="{292C3CCE-DFFE-A387-99FE-8F145DF2E0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982331"/>
              </p:ext>
            </p:extLst>
          </p:nvPr>
        </p:nvGraphicFramePr>
        <p:xfrm>
          <a:off x="4281943" y="4919666"/>
          <a:ext cx="1900916" cy="1465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9" imgW="21945600" imgH="17843500" progId="Equation.DSMT4">
                  <p:embed/>
                </p:oleObj>
              </mc:Choice>
              <mc:Fallback>
                <p:oleObj name="Equation" r:id="rId9" imgW="21945600" imgH="17843500" progId="Equation.DSMT4">
                  <p:embed/>
                  <p:pic>
                    <p:nvPicPr>
                      <p:cNvPr id="55308" name="Object 12">
                        <a:extLst>
                          <a:ext uri="{FF2B5EF4-FFF2-40B4-BE49-F238E27FC236}">
                            <a16:creationId xmlns:a16="http://schemas.microsoft.com/office/drawing/2014/main" id="{292C3CCE-DFFE-A387-99FE-8F145DF2E0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1943" y="4919666"/>
                        <a:ext cx="1900916" cy="14655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2">
            <a:extLst>
              <a:ext uri="{FF2B5EF4-FFF2-40B4-BE49-F238E27FC236}">
                <a16:creationId xmlns:a16="http://schemas.microsoft.com/office/drawing/2014/main" id="{D1761725-B50A-A792-5019-93713196B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708" y="185003"/>
            <a:ext cx="1180729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设总体</a:t>
            </a:r>
            <a:r>
              <a:rPr lang="en-US" altLang="zh-CN" sz="32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 sz="32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(0,1)</a:t>
            </a:r>
            <a:r>
              <a:rPr lang="zh-CN" altLang="en-US" sz="3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 </a:t>
            </a:r>
            <a:r>
              <a:rPr lang="en-US" altLang="zh-CN" sz="32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3200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3200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3600" i="1" baseline="-250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为简单随机样本，试问下列统计量各服从什么分布？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527D623-4151-D21B-2D31-B3EB471DB2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736753"/>
              </p:ext>
            </p:extLst>
          </p:nvPr>
        </p:nvGraphicFramePr>
        <p:xfrm>
          <a:off x="2659063" y="953711"/>
          <a:ext cx="7613651" cy="1826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11" imgW="72847200" imgH="18427700" progId="Equation.DSMT4">
                  <p:embed/>
                </p:oleObj>
              </mc:Choice>
              <mc:Fallback>
                <p:oleObj name="Equation" r:id="rId11" imgW="72847200" imgH="1842770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9527D623-4151-D21B-2D31-B3EB471DB2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063" y="953711"/>
                        <a:ext cx="7613651" cy="1826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17623D9-FE00-A94F-A75E-26F53F304676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40946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2" grpId="0"/>
      <p:bldP spid="55303" grpId="0"/>
      <p:bldP spid="5530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, 信件&#10;&#10;描述已自动生成">
            <a:extLst>
              <a:ext uri="{FF2B5EF4-FFF2-40B4-BE49-F238E27FC236}">
                <a16:creationId xmlns:a16="http://schemas.microsoft.com/office/drawing/2014/main" id="{C6AB3E26-05B0-6A51-8655-AA08DFD73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378" y="1825625"/>
            <a:ext cx="7935244" cy="435133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949CD7F-5218-82DD-22EF-320C93EF8873}"/>
              </a:ext>
            </a:extLst>
          </p:cNvPr>
          <p:cNvSpPr txBox="1"/>
          <p:nvPr/>
        </p:nvSpPr>
        <p:spPr>
          <a:xfrm>
            <a:off x="2971123" y="-43887"/>
            <a:ext cx="6095028" cy="844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57200" algn="ctr">
              <a:lnSpc>
                <a:spcPct val="150000"/>
              </a:lnSpc>
            </a:pPr>
            <a:r>
              <a:rPr lang="zh-CN" altLang="en-US" sz="3600" b="1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抽样分布</a:t>
            </a:r>
            <a:endParaRPr lang="en-US" altLang="zh-CN" sz="3600" b="1">
              <a:solidFill>
                <a:srgbClr val="3333FF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66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2FD8F-231E-EA48-A6AC-514E4B0DA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600" dirty="0">
                <a:solidFill>
                  <a:srgbClr val="0432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正态总体样本均值与样本方差的分布</a:t>
            </a:r>
          </a:p>
        </p:txBody>
      </p:sp>
    </p:spTree>
    <p:extLst>
      <p:ext uri="{BB962C8B-B14F-4D97-AF65-F5344CB8AC3E}">
        <p14:creationId xmlns:p14="http://schemas.microsoft.com/office/powerpoint/2010/main" val="420779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1796343-2ECB-96DB-D6BC-542C3D9EF3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/>
                  <a:t>设总体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对于正态总体的样本均值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和样本方差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，有以下两个重要定理：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b="1" dirty="0">
                    <a:solidFill>
                      <a:srgbClr val="FF0000"/>
                    </a:solidFill>
                  </a:rPr>
                  <a:t>定理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2   </a:t>
                </a:r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是来自正态总体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的样本，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dirty="0"/>
                  <a:t>是样本均值，则有</a:t>
                </a:r>
                <a:endParaRPr lang="en-US" altLang="zh-CN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zh-CN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b="1" dirty="0">
                    <a:solidFill>
                      <a:srgbClr val="FF0000"/>
                    </a:solidFill>
                  </a:rPr>
                  <a:t>定理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3    </a:t>
                </a:r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是来自总体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的样本，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dirty="0"/>
                  <a:t>，</a:t>
                </a:r>
                <a:r>
                  <a:rPr lang="zh-CN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分别是样本均值和样本方差，则有</a:t>
                </a:r>
                <a:endParaRPr lang="en-US" altLang="zh-CN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与</m:t>
                    </m:r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相互独立</a:t>
                </a:r>
                <a:endParaRPr lang="zh-CN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1796343-2ECB-96DB-D6BC-542C3D9EF3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  <a:blipFill>
                <a:blip r:embed="rId2"/>
                <a:stretch>
                  <a:fillRect l="-1043" t="-2134" r="-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167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90EE8BA-3E4C-CE27-FB89-42DC51239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300" y="1072371"/>
            <a:ext cx="5970761" cy="40124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6225AE7-C793-E6E8-CDE5-AECA00E32FB3}"/>
                  </a:ext>
                </a:extLst>
              </p:cNvPr>
              <p:cNvSpPr txBox="1"/>
              <p:nvPr/>
            </p:nvSpPr>
            <p:spPr>
              <a:xfrm>
                <a:off x="6554038" y="5560537"/>
                <a:ext cx="6094324" cy="910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6225AE7-C793-E6E8-CDE5-AECA00E32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038" y="5560537"/>
                <a:ext cx="6094324" cy="9103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47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7C03941-75BE-25E1-F083-8954F2BE4F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b="1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b="1">
                    <a:solidFill>
                      <a:srgbClr val="FF0000"/>
                    </a:solidFill>
                  </a:rPr>
                  <a:t>定理</a:t>
                </a:r>
                <a:r>
                  <a:rPr lang="en-US" altLang="zh-CN" b="1">
                    <a:solidFill>
                      <a:srgbClr val="FF0000"/>
                    </a:solidFill>
                  </a:rPr>
                  <a:t>4      </a:t>
                </a:r>
                <a:r>
                  <a:rPr lang="zh-CN" altLang="en-US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/>
                  <a:t>是来自总体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/>
                  <a:t>的样本，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/>
                  <a:t>，</a:t>
                </a:r>
                <a:r>
                  <a:rPr lang="zh-CN" altLang="zh-CN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/>
                  <a:t>分别是样本均值和样本方差，则有</a:t>
                </a:r>
                <a:endParaRPr lang="en-US" altLang="zh-CN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zh-CN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b="1"/>
                  <a:t>证</a:t>
                </a:r>
                <a:r>
                  <a:rPr lang="zh-CN" altLang="en-US"/>
                  <a:t>     由定理</a:t>
                </a:r>
                <a:r>
                  <a:rPr lang="en-US" altLang="zh-CN"/>
                  <a:t>2</a:t>
                </a:r>
                <a:r>
                  <a:rPr lang="zh-CN" altLang="en-US"/>
                  <a:t>、定理</a:t>
                </a:r>
                <a:r>
                  <a:rPr lang="en-US" altLang="zh-CN"/>
                  <a:t>3</a:t>
                </a:r>
                <a:r>
                  <a:rPr lang="zh-CN" altLang="en-US"/>
                  <a:t>，</a:t>
                </a:r>
                <a:endParaRPr lang="en-US" altLang="zh-CN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altLang="zh-CN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(0,1)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−1)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zh-CN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zh-CN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en-US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7C03941-75BE-25E1-F083-8954F2BE4F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CB0335D-86AE-F841-4203-5AD5409DA63B}"/>
                  </a:ext>
                </a:extLst>
              </p:cNvPr>
              <p:cNvSpPr/>
              <p:nvPr/>
            </p:nvSpPr>
            <p:spPr>
              <a:xfrm>
                <a:off x="1055077" y="4968761"/>
                <a:ext cx="9706708" cy="17962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/>
                  <a:t>且两者独立。由</a:t>
                </a:r>
                <a:r>
                  <a:rPr lang="en-US" altLang="zh-CN" sz="2800"/>
                  <a:t>t</a:t>
                </a:r>
                <a:r>
                  <a:rPr lang="zh-CN" altLang="en-US" sz="2800"/>
                  <a:t>分布的定义知</a:t>
                </a:r>
                <a:endParaRPr lang="en-US" altLang="zh-CN" sz="28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  <m:sSup>
                                <m:sSup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n-US" altLang="zh-CN" sz="2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CN" sz="2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</m:e>
                      </m:rad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altLang="zh-CN" sz="280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CB0335D-86AE-F841-4203-5AD5409DA6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077" y="4968761"/>
                <a:ext cx="9706708" cy="1796261"/>
              </a:xfrm>
              <a:prstGeom prst="rect">
                <a:avLst/>
              </a:prstGeom>
              <a:blipFill>
                <a:blip r:embed="rId3"/>
                <a:stretch>
                  <a:fillRect l="-1256" t="-4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239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0CF433F-6CB9-3C47-57DC-D40B8856FB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1" dirty="0">
                    <a:solidFill>
                      <a:srgbClr val="FF0000"/>
                    </a:solidFill>
                  </a:rPr>
                  <a:t>定理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5   </a:t>
                </a:r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/>
                  <a:t>分别是来自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正态总体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的样本，且这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两个样本相互独立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    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是这两个样本的样本均值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是这两个样本的样本方差，则有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0CF433F-6CB9-3C47-57DC-D40B8856FB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25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1736E36-045B-BB5F-3A90-DAB70AD7DD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/>
                  <a:t>1°</a:t>
                </a:r>
                <a:r>
                  <a:rPr lang="zh-CN" altLang="en-US"/>
                  <a:t>  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Sup>
                          <m:sSub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Sup>
                          <m:sSub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−1,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zh-CN" altLang="zh-CN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/>
                  <a:t>2°</a:t>
                </a:r>
                <a:r>
                  <a:rPr lang="zh-CN" altLang="en-US"/>
                  <a:t> 当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zh-CN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/>
                  <a:t>时，</a:t>
                </a:r>
                <a:endParaRPr lang="zh-CN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zh-CN" alt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)−(</m:t>
                          </m:r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zh-CN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US" altLang="zh-CN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>
                    <a:latin typeface="Cambria Math" panose="02040503050406030204" pitchFamily="18" charset="0"/>
                  </a:rPr>
                  <a:t>其中 </a:t>
                </a:r>
                <a:r>
                  <a:rPr lang="zh-CN" altLang="en-US" i="1">
                    <a:latin typeface="Cambria Math" panose="02040503050406030204" pitchFamily="18" charset="0"/>
                  </a:rPr>
                  <a:t>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−1)</m:t>
                        </m:r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+(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−1)</m:t>
                        </m:r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zh-CN" altLang="zh-CN" i="1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1736E36-045B-BB5F-3A90-DAB70AD7DD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6109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1736E36-045B-BB5F-3A90-DAB70AD7DD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Sup>
                          <m:sSub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Sup>
                          <m:sSub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−1,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altLang="zh-CN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zh-CN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/>
                  <a:t>证    </a:t>
                </a:r>
                <a:r>
                  <a:rPr lang="en-US" altLang="zh-CN"/>
                  <a:t>1°</a:t>
                </a:r>
                <a:r>
                  <a:rPr lang="zh-CN" altLang="en-US"/>
                  <a:t>由定理</a:t>
                </a:r>
                <a:r>
                  <a:rPr lang="en-US" altLang="zh-CN"/>
                  <a:t>3</a:t>
                </a:r>
                <a:r>
                  <a:rPr lang="zh-CN" altLang="en-US"/>
                  <a:t>，</a:t>
                </a:r>
                <a:endParaRPr lang="zh-CN" altLang="zh-CN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−1)</m:t>
                          </m:r>
                          <m:sSubSup>
                            <m:sSub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−1)</m:t>
                          </m:r>
                          <m:sSubSup>
                            <m:sSub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zh-CN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/>
                  <a:t>由假设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/>
                  <a:t>，</a:t>
                </a:r>
                <a:r>
                  <a:rPr lang="zh-CN" altLang="zh-CN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/>
                  <a:t>相互独立，则由</a:t>
                </a:r>
                <a:r>
                  <a:rPr lang="en-US" altLang="zh-CN"/>
                  <a:t>F</a:t>
                </a:r>
                <a:r>
                  <a:rPr lang="zh-CN" altLang="en-US"/>
                  <a:t>分布的定义知</a:t>
                </a:r>
                <a:endParaRPr lang="en-US" altLang="zh-CN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en-US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1736E36-045B-BB5F-3A90-DAB70AD7DD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501CCC5-C76B-B792-ED6E-D053284DFA63}"/>
                  </a:ext>
                </a:extLst>
              </p:cNvPr>
              <p:cNvSpPr/>
              <p:nvPr/>
            </p:nvSpPr>
            <p:spPr>
              <a:xfrm>
                <a:off x="3910744" y="4444746"/>
                <a:ext cx="4294445" cy="16912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d>
                                <m:dPr>
                                  <m:ctrlP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d>
                                <m:dPr>
                                  <m:ctrlP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den>
                      </m:f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~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−1,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−1)</m:t>
                      </m:r>
                    </m:oMath>
                  </m:oMathPara>
                </a14:m>
                <a:endParaRPr lang="zh-CN" altLang="zh-CN" sz="2400" kern="10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501CCC5-C76B-B792-ED6E-D053284DFA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744" y="4444746"/>
                <a:ext cx="4294445" cy="16912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326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052AF4A6-0A30-8D01-3811-5ADC33711B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kern="100" smtClean="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，即有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)−(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zh-CN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/>
                  <a:t>又由给定条件知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−1)</m:t>
                          </m:r>
                          <m:sSubSup>
                            <m:sSub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−1)</m:t>
                          </m:r>
                          <m:sSubSup>
                            <m:sSub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/>
                  <a:t>且它们相互独立，故由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分布的可加性知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−1)</m:t>
                          </m:r>
                          <m:sSubSup>
                            <m:sSub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−1)</m:t>
                          </m:r>
                          <m:sSubSup>
                            <m:sSub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/>
                  <a:t>由本章末所附“第三节定理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的证明及其推广”的</a:t>
                </a:r>
                <a:r>
                  <a:rPr lang="en-US" altLang="zh-CN" dirty="0"/>
                  <a:t>2°</a:t>
                </a:r>
                <a:r>
                  <a:rPr lang="zh-CN" altLang="en-US" dirty="0"/>
                  <a:t>知</a:t>
                </a:r>
                <a:r>
                  <a:rPr lang="en-US" altLang="zh-CN" dirty="0"/>
                  <a:t>U</a:t>
                </a:r>
                <a:r>
                  <a:rPr lang="zh-CN" altLang="en-US" dirty="0"/>
                  <a:t>与</a:t>
                </a:r>
                <a:r>
                  <a:rPr lang="en-US" altLang="zh-CN" dirty="0"/>
                  <a:t>V</a:t>
                </a:r>
                <a:r>
                  <a:rPr lang="zh-CN" altLang="en-US" dirty="0"/>
                  <a:t>相互独立。从而按</a:t>
                </a:r>
                <a:r>
                  <a:rPr lang="en-US" altLang="zh-CN" dirty="0"/>
                  <a:t>t</a:t>
                </a:r>
                <a:r>
                  <a:rPr lang="zh-CN" altLang="en-US" dirty="0"/>
                  <a:t>分布的定义知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/(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−2)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)−(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  <m:r>
                      <a:rPr lang="en-US" altLang="zh-CN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052AF4A6-0A30-8D01-3811-5ADC33711B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2" y="424543"/>
                <a:ext cx="11691257" cy="6286500"/>
              </a:xfrm>
              <a:blipFill>
                <a:blip r:embed="rId2"/>
                <a:stretch>
                  <a:fillRect l="-868" t="-605" r="-5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335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, 信件&#10;&#10;描述已自动生成">
            <a:extLst>
              <a:ext uri="{FF2B5EF4-FFF2-40B4-BE49-F238E27FC236}">
                <a16:creationId xmlns:a16="http://schemas.microsoft.com/office/drawing/2014/main" id="{2E7E9C3C-5EAF-431C-085E-D9A0FDEF73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873" y="1825625"/>
            <a:ext cx="7980253" cy="4351338"/>
          </a:xfr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1C25214-0C87-B37F-7F5C-6A621B46384A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4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7E7686B-5899-D2D5-5CF5-14234D197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2" y="424543"/>
            <a:ext cx="11691257" cy="62865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altLang="zh-CN"/>
          </a:p>
          <a:p>
            <a:pPr marL="0" indent="0">
              <a:lnSpc>
                <a:spcPct val="150000"/>
              </a:lnSpc>
              <a:buNone/>
            </a:pP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F80B682-CE66-9C73-DC31-E53190395164}"/>
                  </a:ext>
                </a:extLst>
              </p:cNvPr>
              <p:cNvSpPr/>
              <p:nvPr/>
            </p:nvSpPr>
            <p:spPr>
              <a:xfrm>
                <a:off x="489284" y="1298517"/>
                <a:ext cx="11213432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altLang="zh-CN" sz="2800"/>
              </a:p>
              <a:p>
                <a:r>
                  <a:rPr lang="zh-CN" altLang="en-US" sz="2800">
                    <a:solidFill>
                      <a:srgbClr val="FF0000"/>
                    </a:solidFill>
                  </a:rPr>
                  <a:t>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zh-CN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80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F80B682-CE66-9C73-DC31-E53190395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84" y="1298517"/>
                <a:ext cx="11213432" cy="9541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文本, 信件&#10;&#10;描述已自动生成">
            <a:extLst>
              <a:ext uri="{FF2B5EF4-FFF2-40B4-BE49-F238E27FC236}">
                <a16:creationId xmlns:a16="http://schemas.microsoft.com/office/drawing/2014/main" id="{3D6BAFBE-A302-91E7-4881-BFA57F05BD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71" y="2598034"/>
            <a:ext cx="4950001" cy="3599493"/>
          </a:xfrm>
          <a:prstGeom prst="rect">
            <a:avLst/>
          </a:prstGeom>
        </p:spPr>
      </p:pic>
      <p:pic>
        <p:nvPicPr>
          <p:cNvPr id="7" name="图片 6" descr="文本, 信件&#10;&#10;描述已自动生成">
            <a:extLst>
              <a:ext uri="{FF2B5EF4-FFF2-40B4-BE49-F238E27FC236}">
                <a16:creationId xmlns:a16="http://schemas.microsoft.com/office/drawing/2014/main" id="{648080C4-048D-B5FC-9944-C0D1583388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898" y="2512205"/>
            <a:ext cx="6368102" cy="364240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370F29B-5435-F419-98EE-DFA97EFE63A3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292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, 信件&#10;&#10;描述已自动生成">
            <a:extLst>
              <a:ext uri="{FF2B5EF4-FFF2-40B4-BE49-F238E27FC236}">
                <a16:creationId xmlns:a16="http://schemas.microsoft.com/office/drawing/2014/main" id="{D463A6E3-1125-D535-C183-7711C8A5D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347" y="1825625"/>
            <a:ext cx="7335305" cy="4351338"/>
          </a:xfr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F96C886-CF58-3528-4090-DDA81568344A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88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ACFCC2C-329E-E5D4-C268-49055AA4DB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76400" y="145709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/>
                  <a:t>设总体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是样本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3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300" dirty="0"/>
                  <a:t>                          </a:t>
                </a:r>
                <a:endParaRPr lang="en-US" altLang="zh-CN" sz="23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3200" dirty="0"/>
                  <a:t>                        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/>
                  <a:t>                            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ACFCC2C-329E-E5D4-C268-49055AA4DB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76400" y="1457095"/>
                <a:ext cx="10515600" cy="4351338"/>
              </a:xfrm>
              <a:blipFill>
                <a:blip r:embed="rId2"/>
                <a:stretch>
                  <a:fillRect l="-1327" t="-2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30AB209-472E-172F-FBC9-670070CDAC5F}"/>
                  </a:ext>
                </a:extLst>
              </p:cNvPr>
              <p:cNvSpPr/>
              <p:nvPr/>
            </p:nvSpPr>
            <p:spPr>
              <a:xfrm>
                <a:off x="5684176" y="3153794"/>
                <a:ext cx="213616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3200" dirty="0">
                    <a:solidFill>
                      <a:srgbClr val="FF0000"/>
                    </a:solidFill>
                  </a:rPr>
                  <a:t>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3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altLang="zh-CN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30AB209-472E-172F-FBC9-670070CDAC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176" y="3153794"/>
                <a:ext cx="2136162" cy="584775"/>
              </a:xfrm>
              <a:prstGeom prst="rect">
                <a:avLst/>
              </a:prstGeom>
              <a:blipFill>
                <a:blip r:embed="rId3"/>
                <a:stretch>
                  <a:fillRect l="-7101" t="-12766" r="-4142" b="-319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F6EA468-954E-C9F1-9242-A191DDCF0D9C}"/>
                  </a:ext>
                </a:extLst>
              </p:cNvPr>
              <p:cNvSpPr/>
              <p:nvPr/>
            </p:nvSpPr>
            <p:spPr>
              <a:xfrm>
                <a:off x="6294530" y="5083094"/>
                <a:ext cx="142000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3200" dirty="0">
                    <a:solidFill>
                      <a:srgbClr val="FF0000"/>
                    </a:solidFill>
                  </a:rPr>
                  <a:t>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3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F6EA468-954E-C9F1-9242-A191DDCF0D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530" y="5083094"/>
                <a:ext cx="1420004" cy="584775"/>
              </a:xfrm>
              <a:prstGeom prst="rect">
                <a:avLst/>
              </a:prstGeom>
              <a:blipFill>
                <a:blip r:embed="rId4"/>
                <a:stretch>
                  <a:fillRect l="-10619" t="-12766" r="-6195" b="-319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685400-76BF-7EB8-DB54-715BD08D547E}"/>
              </a:ext>
            </a:extLst>
          </p:cNvPr>
          <p:cNvGrpSpPr/>
          <p:nvPr/>
        </p:nvGrpSpPr>
        <p:grpSpPr>
          <a:xfrm>
            <a:off x="1290729" y="2285104"/>
            <a:ext cx="2721860" cy="1453465"/>
            <a:chOff x="4357264" y="4792650"/>
            <a:chExt cx="2721860" cy="14534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B03EB8CE-0DCC-F3FD-FC6A-706ACB19EDDA}"/>
                    </a:ext>
                  </a:extLst>
                </p:cNvPr>
                <p:cNvSpPr txBox="1"/>
                <p:nvPr/>
              </p:nvSpPr>
              <p:spPr>
                <a:xfrm>
                  <a:off x="4357264" y="4792650"/>
                  <a:ext cx="2721860" cy="1100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nary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kern="100" dirty="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acc>
                        <m:sSup>
                          <m:s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B03EB8CE-0DCC-F3FD-FC6A-706ACB19E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7264" y="4792650"/>
                  <a:ext cx="2721860" cy="1100558"/>
                </a:xfrm>
                <a:prstGeom prst="rect">
                  <a:avLst/>
                </a:prstGeom>
                <a:blipFill>
                  <a:blip r:embed="rId5"/>
                  <a:stretch>
                    <a:fillRect l="-26047" t="-108046" b="-1632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3663CA45-FD96-7585-DF78-DEE00D81488D}"/>
                    </a:ext>
                  </a:extLst>
                </p:cNvPr>
                <p:cNvSpPr txBox="1"/>
                <p:nvPr/>
              </p:nvSpPr>
              <p:spPr>
                <a:xfrm>
                  <a:off x="4573650" y="5745400"/>
                  <a:ext cx="2154436" cy="5007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zh-CN" altLang="en-US" sz="24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3663CA45-FD96-7585-DF78-DEE00D8148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3650" y="5745400"/>
                  <a:ext cx="2154436" cy="500715"/>
                </a:xfrm>
                <a:prstGeom prst="rect">
                  <a:avLst/>
                </a:prstGeom>
                <a:blipFill>
                  <a:blip r:embed="rId6"/>
                  <a:stretch>
                    <a:fillRect l="-5263" t="-48780" r="-5263" b="-121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AF0B5EF-8F69-318C-84A2-EE3910EFD4A6}"/>
              </a:ext>
            </a:extLst>
          </p:cNvPr>
          <p:cNvGrpSpPr/>
          <p:nvPr/>
        </p:nvGrpSpPr>
        <p:grpSpPr>
          <a:xfrm>
            <a:off x="1290729" y="4356546"/>
            <a:ext cx="2721860" cy="1453465"/>
            <a:chOff x="7104791" y="4792650"/>
            <a:chExt cx="2721860" cy="14534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5558A7C-BB5D-79C9-5DF8-FC32AF47D2FD}"/>
                    </a:ext>
                  </a:extLst>
                </p:cNvPr>
                <p:cNvSpPr txBox="1"/>
                <p:nvPr/>
              </p:nvSpPr>
              <p:spPr>
                <a:xfrm>
                  <a:off x="7104791" y="4792650"/>
                  <a:ext cx="2721860" cy="1100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nary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4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  <m:sSup>
                          <m:sSup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5558A7C-BB5D-79C9-5DF8-FC32AF47D2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4791" y="4792650"/>
                  <a:ext cx="2721860" cy="1100558"/>
                </a:xfrm>
                <a:prstGeom prst="rect">
                  <a:avLst/>
                </a:prstGeom>
                <a:blipFill>
                  <a:blip r:embed="rId7"/>
                  <a:stretch>
                    <a:fillRect l="-25581" t="-108046" b="-1632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C6117D0-A7B6-6DA0-7B9F-795A81DD5D93}"/>
                    </a:ext>
                  </a:extLst>
                </p:cNvPr>
                <p:cNvSpPr txBox="1"/>
                <p:nvPr/>
              </p:nvSpPr>
              <p:spPr>
                <a:xfrm>
                  <a:off x="7321177" y="5745400"/>
                  <a:ext cx="2154436" cy="5007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zh-CN" altLang="en-US" sz="24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1" lang="zh-CN" altLang="en-US" sz="2400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C6117D0-A7B6-6DA0-7B9F-795A81DD5D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1177" y="5745400"/>
                  <a:ext cx="2154436" cy="500715"/>
                </a:xfrm>
                <a:prstGeom prst="rect">
                  <a:avLst/>
                </a:prstGeom>
                <a:blipFill>
                  <a:blip r:embed="rId8"/>
                  <a:stretch>
                    <a:fillRect l="-5263" t="-52500" r="-5263" b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46BA507-9713-CA42-6D34-2A6B74937797}"/>
                  </a:ext>
                </a:extLst>
              </p:cNvPr>
              <p:cNvSpPr txBox="1"/>
              <p:nvPr/>
            </p:nvSpPr>
            <p:spPr>
              <a:xfrm>
                <a:off x="3805160" y="3028631"/>
                <a:ext cx="1938672" cy="860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  <m:sSup>
                          <m:sSupPr>
                            <m:ctrlPr>
                              <a:rPr lang="zh-CN" altLang="zh-CN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CN" altLang="zh-CN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altLang="zh-CN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zh-CN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46BA507-9713-CA42-6D34-2A6B74937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160" y="3028631"/>
                <a:ext cx="1938672" cy="860428"/>
              </a:xfrm>
              <a:prstGeom prst="rect">
                <a:avLst/>
              </a:prstGeom>
              <a:blipFill>
                <a:blip r:embed="rId9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371FDAE-B6CF-B97F-4AE4-05A06C78827D}"/>
                  </a:ext>
                </a:extLst>
              </p:cNvPr>
              <p:cNvSpPr txBox="1"/>
              <p:nvPr/>
            </p:nvSpPr>
            <p:spPr>
              <a:xfrm>
                <a:off x="3488028" y="4957198"/>
                <a:ext cx="2721860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240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altLang="zh-CN" sz="24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den>
                      </m:f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371FDAE-B6CF-B97F-4AE4-05A06C788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028" y="4957198"/>
                <a:ext cx="2721860" cy="1100558"/>
              </a:xfrm>
              <a:prstGeom prst="rect">
                <a:avLst/>
              </a:prstGeom>
              <a:blipFill>
                <a:blip r:embed="rId10"/>
                <a:stretch>
                  <a:fillRect l="-19907" t="-106818" b="-161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34DDC3E7-EE0A-654D-0843-A50F4FB7DA20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844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5" grpId="0"/>
      <p:bldP spid="1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0F9770A0-8DD7-EE66-E9DA-5CF863A3AFBB}"/>
              </a:ext>
            </a:extLst>
          </p:cNvPr>
          <p:cNvSpPr/>
          <p:nvPr/>
        </p:nvSpPr>
        <p:spPr>
          <a:xfrm>
            <a:off x="879289" y="1216772"/>
            <a:ext cx="9940573" cy="44190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kumimoji="1"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0B57357-51E1-72E0-DD58-A925E8C69AD6}"/>
              </a:ext>
            </a:extLst>
          </p:cNvPr>
          <p:cNvGrpSpPr/>
          <p:nvPr/>
        </p:nvGrpSpPr>
        <p:grpSpPr>
          <a:xfrm>
            <a:off x="1061324" y="1483307"/>
            <a:ext cx="9345614" cy="4853603"/>
            <a:chOff x="1451328" y="1695095"/>
            <a:chExt cx="9345614" cy="4853603"/>
          </a:xfrm>
        </p:grpSpPr>
        <p:sp>
          <p:nvSpPr>
            <p:cNvPr id="25" name="Text Box 12">
              <a:extLst>
                <a:ext uri="{FF2B5EF4-FFF2-40B4-BE49-F238E27FC236}">
                  <a16:creationId xmlns:a16="http://schemas.microsoft.com/office/drawing/2014/main" id="{8CA5A9BD-DA96-9E51-4914-ECC0A5AB95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8666" y="1817674"/>
              <a:ext cx="2089150" cy="5597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400" b="0" dirty="0">
                  <a:latin typeface="KaiTi" panose="02010609060101010101" pitchFamily="49" charset="-122"/>
                  <a:ea typeface="KaiTi" panose="02010609060101010101" pitchFamily="49" charset="-122"/>
                </a:rPr>
                <a:t>从表面上看，</a:t>
              </a:r>
            </a:p>
          </p:txBody>
        </p:sp>
        <p:grpSp>
          <p:nvGrpSpPr>
            <p:cNvPr id="26" name="Group 13">
              <a:extLst>
                <a:ext uri="{FF2B5EF4-FFF2-40B4-BE49-F238E27FC236}">
                  <a16:creationId xmlns:a16="http://schemas.microsoft.com/office/drawing/2014/main" id="{75984D3B-94A6-69B3-7AE1-3874083C39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03991" y="1695095"/>
              <a:ext cx="7092951" cy="909639"/>
              <a:chOff x="1487" y="2264"/>
              <a:chExt cx="4468" cy="573"/>
            </a:xfrm>
          </p:grpSpPr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31" name="Object 14">
                    <a:extLst>
                      <a:ext uri="{FF2B5EF4-FFF2-40B4-BE49-F238E27FC236}">
                        <a16:creationId xmlns:a16="http://schemas.microsoft.com/office/drawing/2014/main" id="{D62EF1F3-E500-8DFE-EB7B-F4FE7B25D22F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509136877"/>
                      </p:ext>
                    </p:extLst>
                  </p:nvPr>
                </p:nvGraphicFramePr>
                <p:xfrm>
                  <a:off x="1487" y="2308"/>
                  <a:ext cx="882" cy="529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5125" name="Equation" r:id="rId3" imgW="18427700" imgH="9359900" progId="Equation.DSMT4">
                          <p:embed/>
                        </p:oleObj>
                      </mc:Choice>
                      <mc:Fallback>
                        <p:oleObj name="Equation" r:id="rId3" imgW="18427700" imgH="9359900" progId="Equation.DSMT4">
                          <p:embed/>
                          <p:pic>
                            <p:nvPicPr>
                              <p:cNvPr id="31" name="Object 14">
                                <a:extLst>
                                  <a:ext uri="{FF2B5EF4-FFF2-40B4-BE49-F238E27FC236}">
                                    <a16:creationId xmlns:a16="http://schemas.microsoft.com/office/drawing/2014/main" id="{D62EF1F3-E500-8DFE-EB7B-F4FE7B25D22F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487" y="2308"/>
                                <a:ext cx="882" cy="52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31" name="Object 14">
                    <a:extLst>
                      <a:ext uri="{FF2B5EF4-FFF2-40B4-BE49-F238E27FC236}">
                        <a16:creationId xmlns:a16="http://schemas.microsoft.com/office/drawing/2014/main" id="{D62EF1F3-E500-8DFE-EB7B-F4FE7B25D22F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509136877"/>
                      </p:ext>
                    </p:extLst>
                  </p:nvPr>
                </p:nvGraphicFramePr>
                <p:xfrm>
                  <a:off x="1487" y="2308"/>
                  <a:ext cx="882" cy="529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5" imgW="18427700" imgH="9359900" progId="Equation.DSMT4">
                          <p:embed/>
                        </p:oleObj>
                      </mc:Choice>
                      <mc:Fallback>
                        <p:oleObj name="Equation" r:id="rId5" imgW="18427700" imgH="9359900" progId="Equation.DSMT4">
                          <p:embed/>
                          <p:pic>
                            <p:nvPicPr>
                              <p:cNvPr id="31" name="Object 14">
                                <a:extLst>
                                  <a:ext uri="{FF2B5EF4-FFF2-40B4-BE49-F238E27FC236}">
                                    <a16:creationId xmlns:a16="http://schemas.microsoft.com/office/drawing/2014/main" id="{D62EF1F3-E500-8DFE-EB7B-F4FE7B25D22F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487" y="2308"/>
                                <a:ext cx="882" cy="52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 Box 15">
                    <a:extLst>
                      <a:ext uri="{FF2B5EF4-FFF2-40B4-BE49-F238E27FC236}">
                        <a16:creationId xmlns:a16="http://schemas.microsoft.com/office/drawing/2014/main" id="{1093FD53-39E0-7FD6-EA6E-814DFBAD250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11" y="2264"/>
                    <a:ext cx="2223" cy="50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lnSpc>
                        <a:spcPct val="130000"/>
                      </a:lnSpc>
                      <a:defRPr sz="2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130000"/>
                      </a:lnSpc>
                      <a:defRPr sz="2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130000"/>
                      </a:lnSpc>
                      <a:defRPr sz="2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130000"/>
                      </a:lnSpc>
                      <a:defRPr sz="2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130000"/>
                      </a:lnSpc>
                      <a:defRPr sz="2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13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13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13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13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50000"/>
                      </a:lnSpc>
                      <a:spcBef>
                        <a:spcPct val="50000"/>
                      </a:spcBef>
                    </a:pPr>
                    <a:r>
                      <a:rPr lang="zh-CN" altLang="en-US" sz="2400" b="0" dirty="0">
                        <a:latin typeface="KaiTi" panose="02010609060101010101" pitchFamily="49" charset="-122"/>
                        <a:ea typeface="KaiTi" panose="02010609060101010101" pitchFamily="49" charset="-122"/>
                      </a:rPr>
                      <a:t>是</a:t>
                    </a:r>
                    <a14:m>
                      <m:oMath xmlns:m="http://schemas.openxmlformats.org/officeDocument/2006/math">
                        <m:r>
                          <a:rPr lang="en-US" altLang="zh-CN" sz="3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𝑛</m:t>
                        </m:r>
                      </m:oMath>
                    </a14:m>
                    <a:r>
                      <a:rPr lang="zh-CN" altLang="en-US" sz="2400" b="0" dirty="0">
                        <a:latin typeface="KaiTi" panose="02010609060101010101" pitchFamily="49" charset="-122"/>
                        <a:ea typeface="KaiTi" panose="02010609060101010101" pitchFamily="49" charset="-122"/>
                      </a:rPr>
                      <a:t>个正态随机变量</a:t>
                    </a:r>
                    <a:endParaRPr lang="zh-CN" altLang="en-US" sz="2400" b="0" i="1" baseline="-25000" dirty="0">
                      <a:latin typeface="KaiTi" panose="02010609060101010101" pitchFamily="49" charset="-122"/>
                      <a:ea typeface="KaiTi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32" name="Text Box 15">
                    <a:extLst>
                      <a:ext uri="{FF2B5EF4-FFF2-40B4-BE49-F238E27FC236}">
                        <a16:creationId xmlns:a16="http://schemas.microsoft.com/office/drawing/2014/main" id="{1093FD53-39E0-7FD6-EA6E-814DFBAD25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411" y="2264"/>
                    <a:ext cx="2223" cy="50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509" b="-10938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Rectangle 16">
                <a:extLst>
                  <a:ext uri="{FF2B5EF4-FFF2-40B4-BE49-F238E27FC236}">
                    <a16:creationId xmlns:a16="http://schemas.microsoft.com/office/drawing/2014/main" id="{244CE2BC-80A7-83CB-8A95-935D9CF23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1" y="2383"/>
                <a:ext cx="1134" cy="3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30000"/>
                  </a:lnSpc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400" b="0" dirty="0">
                    <a:latin typeface="KaiTi" panose="02010609060101010101" pitchFamily="49" charset="-122"/>
                    <a:ea typeface="KaiTi" panose="02010609060101010101" pitchFamily="49" charset="-122"/>
                  </a:rPr>
                  <a:t>的平方和，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34" name="Object 17">
                    <a:extLst>
                      <a:ext uri="{FF2B5EF4-FFF2-40B4-BE49-F238E27FC236}">
                        <a16:creationId xmlns:a16="http://schemas.microsoft.com/office/drawing/2014/main" id="{5691116A-799B-55B3-D609-04B2066C5F59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831472308"/>
                      </p:ext>
                    </p:extLst>
                  </p:nvPr>
                </p:nvGraphicFramePr>
                <p:xfrm>
                  <a:off x="4290" y="2433"/>
                  <a:ext cx="521" cy="329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5126" name="Equation" r:id="rId8" imgW="11112500" imgH="5562600" progId="Equation.DSMT4">
                          <p:embed/>
                        </p:oleObj>
                      </mc:Choice>
                      <mc:Fallback>
                        <p:oleObj name="Equation" r:id="rId8" imgW="11112500" imgH="5562600" progId="Equation.DSMT4">
                          <p:embed/>
                          <p:pic>
                            <p:nvPicPr>
                              <p:cNvPr id="34" name="Object 17">
                                <a:extLst>
                                  <a:ext uri="{FF2B5EF4-FFF2-40B4-BE49-F238E27FC236}">
                                    <a16:creationId xmlns:a16="http://schemas.microsoft.com/office/drawing/2014/main" id="{5691116A-799B-55B3-D609-04B2066C5F59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290" y="2433"/>
                                <a:ext cx="521" cy="32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34" name="Object 17">
                    <a:extLst>
                      <a:ext uri="{FF2B5EF4-FFF2-40B4-BE49-F238E27FC236}">
                        <a16:creationId xmlns:a16="http://schemas.microsoft.com/office/drawing/2014/main" id="{5691116A-799B-55B3-D609-04B2066C5F59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831472308"/>
                      </p:ext>
                    </p:extLst>
                  </p:nvPr>
                </p:nvGraphicFramePr>
                <p:xfrm>
                  <a:off x="4290" y="2433"/>
                  <a:ext cx="521" cy="329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0" imgW="11112500" imgH="5562600" progId="Equation.DSMT4">
                          <p:embed/>
                        </p:oleObj>
                      </mc:Choice>
                      <mc:Fallback>
                        <p:oleObj name="Equation" r:id="rId10" imgW="11112500" imgH="5562600" progId="Equation.DSMT4">
                          <p:embed/>
                          <p:pic>
                            <p:nvPicPr>
                              <p:cNvPr id="34" name="Object 17">
                                <a:extLst>
                                  <a:ext uri="{FF2B5EF4-FFF2-40B4-BE49-F238E27FC236}">
                                    <a16:creationId xmlns:a16="http://schemas.microsoft.com/office/drawing/2014/main" id="{5691116A-799B-55B3-D609-04B2066C5F59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290" y="2433"/>
                                <a:ext cx="521" cy="32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sp>
          <p:nvSpPr>
            <p:cNvPr id="27" name="Text Box 18">
              <a:extLst>
                <a:ext uri="{FF2B5EF4-FFF2-40B4-BE49-F238E27FC236}">
                  <a16:creationId xmlns:a16="http://schemas.microsoft.com/office/drawing/2014/main" id="{9199AB72-6B02-3394-FDAD-03966AE3BB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1328" y="2609483"/>
              <a:ext cx="4176713" cy="5597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400" b="0" dirty="0">
                  <a:latin typeface="KaiTi" panose="02010609060101010101" pitchFamily="49" charset="-122"/>
                  <a:ea typeface="KaiTi" panose="02010609060101010101" pitchFamily="49" charset="-122"/>
                </a:rPr>
                <a:t>但实际上它们不是独立的，</a:t>
              </a:r>
            </a:p>
          </p:txBody>
        </p:sp>
        <p:sp>
          <p:nvSpPr>
            <p:cNvPr id="28" name="Text Box 19">
              <a:extLst>
                <a:ext uri="{FF2B5EF4-FFF2-40B4-BE49-F238E27FC236}">
                  <a16:creationId xmlns:a16="http://schemas.microsoft.com/office/drawing/2014/main" id="{C99848C1-3247-EDF9-6C0F-89B29A3D3C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3216" y="2625427"/>
              <a:ext cx="4895850" cy="5597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400" b="0" dirty="0">
                  <a:latin typeface="KaiTi" panose="02010609060101010101" pitchFamily="49" charset="-122"/>
                  <a:ea typeface="KaiTi" panose="02010609060101010101" pitchFamily="49" charset="-122"/>
                </a:rPr>
                <a:t>它们之间有一种线性约束关系：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9" name="Object 20">
                  <a:extLst>
                    <a:ext uri="{FF2B5EF4-FFF2-40B4-BE49-F238E27FC236}">
                      <a16:creationId xmlns:a16="http://schemas.microsoft.com/office/drawing/2014/main" id="{8D92AABC-B8AF-C14F-1F2C-B4D6030A1E9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59185441"/>
                    </p:ext>
                  </p:extLst>
                </p:nvPr>
              </p:nvGraphicFramePr>
              <p:xfrm>
                <a:off x="4115764" y="3251592"/>
                <a:ext cx="3024554" cy="84162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5127" name="Equation" r:id="rId12" imgW="36868100" imgH="9359900" progId="Equation.DSMT4">
                        <p:embed/>
                      </p:oleObj>
                    </mc:Choice>
                    <mc:Fallback>
                      <p:oleObj name="Equation" r:id="rId12" imgW="36868100" imgH="9359900" progId="Equation.DSMT4">
                        <p:embed/>
                        <p:pic>
                          <p:nvPicPr>
                            <p:cNvPr id="29" name="Object 20">
                              <a:extLst>
                                <a:ext uri="{FF2B5EF4-FFF2-40B4-BE49-F238E27FC236}">
                                  <a16:creationId xmlns:a16="http://schemas.microsoft.com/office/drawing/2014/main" id="{8D92AABC-B8AF-C14F-1F2C-B4D6030A1E90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15764" y="3251592"/>
                              <a:ext cx="3024554" cy="8416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9" name="Object 20">
                  <a:extLst>
                    <a:ext uri="{FF2B5EF4-FFF2-40B4-BE49-F238E27FC236}">
                      <a16:creationId xmlns:a16="http://schemas.microsoft.com/office/drawing/2014/main" id="{8D92AABC-B8AF-C14F-1F2C-B4D6030A1E9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59185441"/>
                    </p:ext>
                  </p:extLst>
                </p:nvPr>
              </p:nvGraphicFramePr>
              <p:xfrm>
                <a:off x="4115764" y="3251592"/>
                <a:ext cx="3024554" cy="841626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4" imgW="36868100" imgH="9359900" progId="Equation.DSMT4">
                        <p:embed/>
                      </p:oleObj>
                    </mc:Choice>
                    <mc:Fallback>
                      <p:oleObj name="Equation" r:id="rId14" imgW="36868100" imgH="9359900" progId="Equation.DSMT4">
                        <p:embed/>
                        <p:pic>
                          <p:nvPicPr>
                            <p:cNvPr id="29" name="Object 20">
                              <a:extLst>
                                <a:ext uri="{FF2B5EF4-FFF2-40B4-BE49-F238E27FC236}">
                                  <a16:creationId xmlns:a16="http://schemas.microsoft.com/office/drawing/2014/main" id="{8D92AABC-B8AF-C14F-1F2C-B4D6030A1E90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15764" y="3251592"/>
                              <a:ext cx="3024554" cy="8416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22">
                  <a:extLst>
                    <a:ext uri="{FF2B5EF4-FFF2-40B4-BE49-F238E27FC236}">
                      <a16:creationId xmlns:a16="http://schemas.microsoft.com/office/drawing/2014/main" id="{5C6E325A-8D9E-54AC-44AB-0B2EB4F275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51328" y="4093218"/>
                  <a:ext cx="8785225" cy="2455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lnSpc>
                      <a:spcPct val="130000"/>
                    </a:lnSpc>
                    <a:defRPr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30000"/>
                    </a:lnSpc>
                    <a:defRPr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30000"/>
                    </a:lnSpc>
                    <a:defRPr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30000"/>
                    </a:lnSpc>
                    <a:defRPr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30000"/>
                    </a:lnSpc>
                    <a:defRPr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50000"/>
                    </a:lnSpc>
                    <a:spcBef>
                      <a:spcPct val="50000"/>
                    </a:spcBef>
                  </a:pPr>
                  <a:r>
                    <a:rPr lang="zh-CN" altLang="en-US" sz="2400" b="0" dirty="0">
                      <a:latin typeface="KaiTi" panose="02010609060101010101" pitchFamily="49" charset="-122"/>
                      <a:ea typeface="KaiTi" panose="02010609060101010101" pitchFamily="49" charset="-122"/>
                    </a:rPr>
                    <a:t>这表明，当这个</a:t>
                  </a:r>
                  <a14:m>
                    <m:oMath xmlns:m="http://schemas.openxmlformats.org/officeDocument/2006/math">
                      <m:r>
                        <a:rPr lang="en-US" altLang="zh-CN" sz="36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2400" b="0" dirty="0">
                      <a:latin typeface="KaiTi" panose="02010609060101010101" pitchFamily="49" charset="-122"/>
                      <a:ea typeface="KaiTi" panose="02010609060101010101" pitchFamily="49" charset="-122"/>
                    </a:rPr>
                    <a:t>个正态随机变量中有</a:t>
                  </a:r>
                  <a14:m>
                    <m:oMath xmlns:m="http://schemas.openxmlformats.org/officeDocument/2006/math">
                      <m:r>
                        <a:rPr lang="en-US" altLang="zh-CN" sz="36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𝑛</m:t>
                      </m:r>
                      <m:r>
                        <a:rPr lang="en-US" altLang="zh-CN" sz="32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−1</m:t>
                      </m:r>
                    </m:oMath>
                  </a14:m>
                  <a:r>
                    <a:rPr lang="zh-CN" altLang="en-US" sz="2400" b="0" dirty="0">
                      <a:latin typeface="KaiTi" panose="02010609060101010101" pitchFamily="49" charset="-122"/>
                      <a:ea typeface="KaiTi" panose="02010609060101010101" pitchFamily="49" charset="-122"/>
                    </a:rPr>
                    <a:t>个取值给定时，剩下的一个的取值就跟着唯一确定了，故在这</a:t>
                  </a:r>
                  <a14:m>
                    <m:oMath xmlns:m="http://schemas.openxmlformats.org/officeDocument/2006/math">
                      <m:r>
                        <a:rPr lang="en-US" altLang="zh-CN" sz="36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2400" b="0" dirty="0">
                      <a:latin typeface="KaiTi" panose="02010609060101010101" pitchFamily="49" charset="-122"/>
                      <a:ea typeface="KaiTi" panose="02010609060101010101" pitchFamily="49" charset="-122"/>
                    </a:rPr>
                    <a:t>项平方和中只有</a:t>
                  </a:r>
                  <a14:m>
                    <m:oMath xmlns:m="http://schemas.openxmlformats.org/officeDocument/2006/math">
                      <m:r>
                        <a:rPr lang="en-US" altLang="zh-CN" sz="36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𝑛</m:t>
                      </m:r>
                      <m:r>
                        <a:rPr lang="en-US" altLang="zh-CN" sz="32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−1</m:t>
                      </m:r>
                    </m:oMath>
                  </a14:m>
                  <a:r>
                    <a:rPr lang="zh-CN" altLang="en-US" sz="2400" b="0" dirty="0">
                      <a:latin typeface="KaiTi" panose="02010609060101010101" pitchFamily="49" charset="-122"/>
                      <a:ea typeface="KaiTi" panose="02010609060101010101" pitchFamily="49" charset="-122"/>
                    </a:rPr>
                    <a:t>项是独立的</a:t>
                  </a:r>
                  <a:r>
                    <a:rPr lang="en-US" altLang="zh-CN" sz="2400" b="0" dirty="0">
                      <a:latin typeface="KaiTi" panose="02010609060101010101" pitchFamily="49" charset="-122"/>
                      <a:ea typeface="KaiTi" panose="02010609060101010101" pitchFamily="49" charset="-122"/>
                    </a:rPr>
                    <a:t>.</a:t>
                  </a:r>
                  <a:r>
                    <a:rPr lang="zh-CN" altLang="en-US" sz="2400" b="0" dirty="0">
                      <a:latin typeface="KaiTi" panose="02010609060101010101" pitchFamily="49" charset="-122"/>
                      <a:ea typeface="KaiTi" panose="02010609060101010101" pitchFamily="49" charset="-122"/>
                    </a:rPr>
                    <a:t>所以自由度是</a:t>
                  </a:r>
                  <a14:m>
                    <m:oMath xmlns:m="http://schemas.openxmlformats.org/officeDocument/2006/math">
                      <m:r>
                        <a:rPr lang="en-US" altLang="zh-CN" sz="36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𝑛</m:t>
                      </m:r>
                      <m:r>
                        <a:rPr lang="en-US" altLang="zh-CN" sz="3200" b="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−1</m:t>
                      </m:r>
                    </m:oMath>
                  </a14:m>
                  <a:r>
                    <a:rPr lang="en-US" altLang="zh-CN" sz="3200" b="0" dirty="0">
                      <a:solidFill>
                        <a:srgbClr val="000000"/>
                      </a:solidFill>
                      <a:latin typeface="KaiTi" panose="02010609060101010101" pitchFamily="49" charset="-122"/>
                      <a:ea typeface="KaiTi" panose="02010609060101010101" pitchFamily="49" charset="-122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30" name="Text Box 22">
                  <a:extLst>
                    <a:ext uri="{FF2B5EF4-FFF2-40B4-BE49-F238E27FC236}">
                      <a16:creationId xmlns:a16="http://schemas.microsoft.com/office/drawing/2014/main" id="{5C6E325A-8D9E-54AC-44AB-0B2EB4F27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51328" y="4093218"/>
                  <a:ext cx="8785225" cy="2455480"/>
                </a:xfrm>
                <a:prstGeom prst="rect">
                  <a:avLst/>
                </a:prstGeom>
                <a:blipFill>
                  <a:blip r:embed="rId16"/>
                  <a:stretch>
                    <a:fillRect l="-1154" r="-722" b="-410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49479553-817E-9F13-E168-DE31008C9B33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97282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2">
            <a:extLst>
              <a:ext uri="{FF2B5EF4-FFF2-40B4-BE49-F238E27FC236}">
                <a16:creationId xmlns:a16="http://schemas.microsoft.com/office/drawing/2014/main" id="{DEC7D61F-2605-8848-D8E0-CA9BEB09C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188913"/>
            <a:ext cx="904363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设总体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</a:rPr>
              <a:t>～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sym typeface="Symbol" pitchFamily="2" charset="2"/>
              </a:rPr>
              <a:t></a:t>
            </a:r>
            <a:r>
              <a:rPr lang="en-US" altLang="zh-CN" sz="1200" i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dirty="0">
                <a:latin typeface="Times New Roman" panose="02020603050405020304" pitchFamily="18" charset="0"/>
                <a:sym typeface="Symbol" pitchFamily="2" charset="2"/>
              </a:rPr>
              <a:t>4</a:t>
            </a:r>
            <a:r>
              <a:rPr lang="en-US" altLang="zh-CN" sz="3600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</a:rPr>
              <a:t>，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dirty="0"/>
              <a:t>…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600" baseline="-25000" dirty="0">
                <a:latin typeface="Times New Roman" panose="02020603050405020304" pitchFamily="18" charset="0"/>
              </a:rPr>
              <a:t>10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sz="3600" i="1" dirty="0">
                <a:latin typeface="Times New Roman" panose="02020603050405020304" pitchFamily="18" charset="0"/>
              </a:rPr>
              <a:t>n</a:t>
            </a:r>
            <a:r>
              <a:rPr lang="en-US" altLang="zh-CN" sz="3600" dirty="0">
                <a:latin typeface="Times New Roman" panose="02020603050405020304" pitchFamily="18" charset="0"/>
              </a:rPr>
              <a:t>=</a:t>
            </a:r>
            <a:r>
              <a:rPr lang="en-US" altLang="zh-CN" sz="3200" dirty="0">
                <a:latin typeface="Times New Roman" panose="02020603050405020304" pitchFamily="18" charset="0"/>
              </a:rPr>
              <a:t>10</a:t>
            </a:r>
            <a:r>
              <a:rPr lang="zh-CN" altLang="en-US" dirty="0">
                <a:latin typeface="Times New Roman" panose="02020603050405020304" pitchFamily="18" charset="0"/>
              </a:rPr>
              <a:t>简单随机样本， </a:t>
            </a:r>
            <a:r>
              <a:rPr lang="en-US" altLang="zh-CN" sz="3200" i="1" dirty="0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zh-CN" sz="3600" baseline="30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为样本方差，已知</a:t>
            </a:r>
            <a:r>
              <a:rPr lang="en-US" altLang="zh-CN" sz="3600" i="1" dirty="0">
                <a:latin typeface="Times New Roman" panose="02020603050405020304" pitchFamily="18" charset="0"/>
              </a:rPr>
              <a:t>P</a:t>
            </a:r>
            <a:r>
              <a:rPr lang="en-US" altLang="zh-CN" sz="3600" dirty="0">
                <a:latin typeface="Times New Roman" panose="02020603050405020304" pitchFamily="18" charset="0"/>
              </a:rPr>
              <a:t>{</a:t>
            </a:r>
            <a:r>
              <a:rPr lang="en-US" altLang="zh-CN" sz="3600" i="1" dirty="0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zh-CN" sz="3600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3600" dirty="0">
                <a:latin typeface="Times New Roman" panose="02020603050405020304" pitchFamily="18" charset="0"/>
              </a:rPr>
              <a:t>&gt;</a:t>
            </a:r>
            <a:r>
              <a:rPr lang="en-US" altLang="zh-CN" sz="3600" i="1" dirty="0">
                <a:latin typeface="Times New Roman" panose="02020603050405020304" pitchFamily="18" charset="0"/>
                <a:sym typeface="Symbol" pitchFamily="2" charset="2"/>
              </a:rPr>
              <a:t></a:t>
            </a:r>
            <a:r>
              <a:rPr lang="en-US" altLang="zh-CN" sz="3600" dirty="0">
                <a:latin typeface="Times New Roman" panose="02020603050405020304" pitchFamily="18" charset="0"/>
              </a:rPr>
              <a:t>}=0.1,</a:t>
            </a:r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r>
              <a:rPr lang="zh-CN" altLang="en-US" sz="3600" i="1" dirty="0">
                <a:latin typeface="Times New Roman" panose="02020603050405020304" pitchFamily="18" charset="0"/>
                <a:sym typeface="Symbol" pitchFamily="2" charset="2"/>
              </a:rPr>
              <a:t></a:t>
            </a:r>
            <a:r>
              <a:rPr lang="zh-CN" altLang="en-US" sz="1800" i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sym typeface="Symbol" pitchFamily="2" charset="2"/>
              </a:rPr>
              <a:t>.</a:t>
            </a:r>
          </a:p>
        </p:txBody>
      </p:sp>
      <p:sp>
        <p:nvSpPr>
          <p:cNvPr id="57347" name="Text Box 3">
            <a:extLst>
              <a:ext uri="{FF2B5EF4-FFF2-40B4-BE49-F238E27FC236}">
                <a16:creationId xmlns:a16="http://schemas.microsoft.com/office/drawing/2014/main" id="{865C91B3-A344-8F70-616B-29B55952E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1844676"/>
            <a:ext cx="1008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57348" name="Text Box 4">
            <a:extLst>
              <a:ext uri="{FF2B5EF4-FFF2-40B4-BE49-F238E27FC236}">
                <a16:creationId xmlns:a16="http://schemas.microsoft.com/office/drawing/2014/main" id="{7344F63A-0020-BF66-5157-8FEDD5041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1779588"/>
            <a:ext cx="54721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因为</a:t>
            </a:r>
            <a:r>
              <a:rPr lang="en-US" altLang="zh-CN" sz="3600" i="1">
                <a:latin typeface="Times New Roman" panose="02020603050405020304" pitchFamily="18" charset="0"/>
              </a:rPr>
              <a:t>n</a:t>
            </a:r>
            <a:r>
              <a:rPr lang="en-US" altLang="zh-CN" sz="3600">
                <a:latin typeface="Times New Roman" panose="02020603050405020304" pitchFamily="18" charset="0"/>
              </a:rPr>
              <a:t>=</a:t>
            </a:r>
            <a:r>
              <a:rPr lang="en-US" altLang="zh-CN" sz="3200">
                <a:latin typeface="Times New Roman" panose="02020603050405020304" pitchFamily="18" charset="0"/>
              </a:rPr>
              <a:t>10</a:t>
            </a:r>
            <a:r>
              <a:rPr lang="zh-CN" altLang="en-US" sz="3200">
                <a:latin typeface="Times New Roman" panose="02020603050405020304" pitchFamily="18" charset="0"/>
              </a:rPr>
              <a:t>，</a:t>
            </a:r>
            <a:r>
              <a:rPr lang="en-US" altLang="zh-CN" sz="3600" i="1">
                <a:latin typeface="Times New Roman" panose="02020603050405020304" pitchFamily="18" charset="0"/>
              </a:rPr>
              <a:t>n</a:t>
            </a:r>
            <a:r>
              <a:rPr lang="en-US" altLang="zh-CN" sz="3600" i="1"/>
              <a:t>-</a:t>
            </a:r>
            <a:r>
              <a:rPr lang="en-US" altLang="zh-CN" sz="3200">
                <a:latin typeface="Times New Roman" panose="02020603050405020304" pitchFamily="18" charset="0"/>
              </a:rPr>
              <a:t>1</a:t>
            </a:r>
            <a:r>
              <a:rPr lang="en-US" altLang="zh-CN" sz="3600">
                <a:latin typeface="Times New Roman" panose="02020603050405020304" pitchFamily="18" charset="0"/>
              </a:rPr>
              <a:t>=</a:t>
            </a:r>
            <a:r>
              <a:rPr lang="en-US" altLang="zh-CN" sz="3200">
                <a:latin typeface="Times New Roman" panose="02020603050405020304" pitchFamily="18" charset="0"/>
              </a:rPr>
              <a:t>9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zh-CN" altLang="en-US" sz="3600" i="1">
                <a:latin typeface="Times New Roman" panose="02020603050405020304" pitchFamily="18" charset="0"/>
                <a:sym typeface="Symbol" pitchFamily="2" charset="2"/>
              </a:rPr>
              <a:t></a:t>
            </a:r>
            <a:r>
              <a:rPr lang="zh-CN" altLang="en-US" sz="1800" i="1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sz="3600" baseline="30000">
                <a:latin typeface="Times New Roman" panose="02020603050405020304" pitchFamily="18" charset="0"/>
              </a:rPr>
              <a:t>2</a:t>
            </a:r>
            <a:r>
              <a:rPr lang="en-US" altLang="zh-CN" sz="3600">
                <a:latin typeface="Times New Roman" panose="02020603050405020304" pitchFamily="18" charset="0"/>
              </a:rPr>
              <a:t>=</a:t>
            </a:r>
            <a:r>
              <a:rPr lang="en-US" altLang="zh-CN" sz="3200">
                <a:latin typeface="Times New Roman" panose="02020603050405020304" pitchFamily="18" charset="0"/>
                <a:sym typeface="Symbol" pitchFamily="2" charset="2"/>
              </a:rPr>
              <a:t>4</a:t>
            </a:r>
            <a:r>
              <a:rPr lang="en-US" altLang="zh-CN" sz="3600" baseline="30000">
                <a:latin typeface="Times New Roman" panose="02020603050405020304" pitchFamily="18" charset="0"/>
              </a:rPr>
              <a:t>2</a:t>
            </a:r>
            <a:r>
              <a:rPr lang="zh-CN" altLang="en-US" sz="3600">
                <a:latin typeface="Times New Roman" panose="02020603050405020304" pitchFamily="18" charset="0"/>
              </a:rPr>
              <a:t>，</a:t>
            </a:r>
          </a:p>
        </p:txBody>
      </p:sp>
      <p:sp>
        <p:nvSpPr>
          <p:cNvPr id="57349" name="Text Box 5">
            <a:extLst>
              <a:ext uri="{FF2B5EF4-FFF2-40B4-BE49-F238E27FC236}">
                <a16:creationId xmlns:a16="http://schemas.microsoft.com/office/drawing/2014/main" id="{D5F08DD9-3EC4-CDF0-C071-9D49FFFF1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3" y="1773238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所以</a:t>
            </a:r>
          </a:p>
        </p:txBody>
      </p:sp>
      <p:graphicFrame>
        <p:nvGraphicFramePr>
          <p:cNvPr id="57350" name="Object 6">
            <a:extLst>
              <a:ext uri="{FF2B5EF4-FFF2-40B4-BE49-F238E27FC236}">
                <a16:creationId xmlns:a16="http://schemas.microsoft.com/office/drawing/2014/main" id="{8179674C-5AE9-C64B-2F48-EC4B948473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1" y="2349500"/>
          <a:ext cx="804863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3" imgW="7023100" imgH="8483600" progId="Equation.DSMT4">
                  <p:embed/>
                </p:oleObj>
              </mc:Choice>
              <mc:Fallback>
                <p:oleObj name="Equation" r:id="rId3" imgW="7023100" imgH="8483600" progId="Equation.DSMT4">
                  <p:embed/>
                  <p:pic>
                    <p:nvPicPr>
                      <p:cNvPr id="57350" name="Object 6">
                        <a:extLst>
                          <a:ext uri="{FF2B5EF4-FFF2-40B4-BE49-F238E27FC236}">
                            <a16:creationId xmlns:a16="http://schemas.microsoft.com/office/drawing/2014/main" id="{8179674C-5AE9-C64B-2F48-EC4B948473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2349500"/>
                        <a:ext cx="804863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1" name="Rectangle 7">
            <a:extLst>
              <a:ext uri="{FF2B5EF4-FFF2-40B4-BE49-F238E27FC236}">
                <a16:creationId xmlns:a16="http://schemas.microsoft.com/office/drawing/2014/main" id="{381132A8-2A4E-95FC-CB86-336F57B57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9" y="2493963"/>
            <a:ext cx="15700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sz="3200">
                <a:latin typeface="Times New Roman" panose="02020603050405020304" pitchFamily="18" charset="0"/>
              </a:rPr>
              <a:t>～</a:t>
            </a:r>
            <a:r>
              <a:rPr lang="zh-CN" altLang="en-US" sz="3600" i="1">
                <a:latin typeface="Times New Roman" panose="02020603050405020304" pitchFamily="18" charset="0"/>
                <a:sym typeface="Symbol" pitchFamily="2" charset="2"/>
              </a:rPr>
              <a:t></a:t>
            </a:r>
            <a:r>
              <a:rPr lang="en-US" altLang="zh-CN" sz="3600" baseline="300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zh-CN" sz="3200">
                <a:latin typeface="Times New Roman" panose="02020603050405020304" pitchFamily="18" charset="0"/>
              </a:rPr>
              <a:t>(9).</a:t>
            </a:r>
          </a:p>
        </p:txBody>
      </p:sp>
      <p:sp>
        <p:nvSpPr>
          <p:cNvPr id="57352" name="Text Box 8">
            <a:extLst>
              <a:ext uri="{FF2B5EF4-FFF2-40B4-BE49-F238E27FC236}">
                <a16:creationId xmlns:a16="http://schemas.microsoft.com/office/drawing/2014/main" id="{FCE54A54-3F93-E232-9746-5A33985AC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3452136"/>
            <a:ext cx="7921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又</a:t>
            </a:r>
          </a:p>
        </p:txBody>
      </p:sp>
      <p:sp>
        <p:nvSpPr>
          <p:cNvPr id="57353" name="Rectangle 9">
            <a:extLst>
              <a:ext uri="{FF2B5EF4-FFF2-40B4-BE49-F238E27FC236}">
                <a16:creationId xmlns:a16="http://schemas.microsoft.com/office/drawing/2014/main" id="{8C0127E1-6C8F-4CA9-86A2-C4BB919D7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213" y="3394985"/>
            <a:ext cx="24939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 sz="3200" i="1">
                <a:latin typeface="Times New Roman" panose="02020603050405020304" pitchFamily="18" charset="0"/>
              </a:rPr>
              <a:t>P</a:t>
            </a:r>
            <a:r>
              <a:rPr lang="en-US" altLang="zh-CN" sz="3600">
                <a:latin typeface="Times New Roman" panose="02020603050405020304" pitchFamily="18" charset="0"/>
              </a:rPr>
              <a:t>{</a:t>
            </a:r>
            <a:r>
              <a:rPr lang="en-US" altLang="zh-CN" sz="3200" i="1"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zh-CN" sz="3600" baseline="30000">
                <a:latin typeface="Times New Roman" panose="02020603050405020304" pitchFamily="18" charset="0"/>
              </a:rPr>
              <a:t>2</a:t>
            </a:r>
            <a:r>
              <a:rPr lang="en-US" altLang="zh-CN" sz="3600">
                <a:latin typeface="Times New Roman" panose="02020603050405020304" pitchFamily="18" charset="0"/>
              </a:rPr>
              <a:t>&gt; </a:t>
            </a:r>
            <a:r>
              <a:rPr lang="en-US" altLang="zh-CN" sz="3600" i="1">
                <a:latin typeface="Times New Roman" panose="02020603050405020304" pitchFamily="18" charset="0"/>
                <a:sym typeface="Symbol" pitchFamily="2" charset="2"/>
              </a:rPr>
              <a:t></a:t>
            </a:r>
            <a:r>
              <a:rPr lang="en-US" altLang="zh-CN" sz="3600">
                <a:latin typeface="Times New Roman" panose="02020603050405020304" pitchFamily="18" charset="0"/>
              </a:rPr>
              <a:t>}=</a:t>
            </a:r>
          </a:p>
        </p:txBody>
      </p:sp>
      <p:graphicFrame>
        <p:nvGraphicFramePr>
          <p:cNvPr id="57354" name="Object 10">
            <a:extLst>
              <a:ext uri="{FF2B5EF4-FFF2-40B4-BE49-F238E27FC236}">
                <a16:creationId xmlns:a16="http://schemas.microsoft.com/office/drawing/2014/main" id="{0BF0E05E-8DFB-EE03-3872-140DE0B17F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6639185"/>
              </p:ext>
            </p:extLst>
          </p:nvPr>
        </p:nvGraphicFramePr>
        <p:xfrm>
          <a:off x="5040313" y="3264810"/>
          <a:ext cx="227965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5" imgW="19900900" imgH="8483600" progId="Equation.DSMT4">
                  <p:embed/>
                </p:oleObj>
              </mc:Choice>
              <mc:Fallback>
                <p:oleObj name="Equation" r:id="rId5" imgW="19900900" imgH="8483600" progId="Equation.DSMT4">
                  <p:embed/>
                  <p:pic>
                    <p:nvPicPr>
                      <p:cNvPr id="57354" name="Object 10">
                        <a:extLst>
                          <a:ext uri="{FF2B5EF4-FFF2-40B4-BE49-F238E27FC236}">
                            <a16:creationId xmlns:a16="http://schemas.microsoft.com/office/drawing/2014/main" id="{0BF0E05E-8DFB-EE03-3872-140DE0B17F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3264810"/>
                        <a:ext cx="2279650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5" name="Rectangle 11">
            <a:extLst>
              <a:ext uri="{FF2B5EF4-FFF2-40B4-BE49-F238E27FC236}">
                <a16:creationId xmlns:a16="http://schemas.microsoft.com/office/drawing/2014/main" id="{25F2252D-1860-DE5E-C692-CC9E09E9E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3409273"/>
            <a:ext cx="17287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 sz="3600">
                <a:latin typeface="Times New Roman" panose="02020603050405020304" pitchFamily="18" charset="0"/>
              </a:rPr>
              <a:t>=</a:t>
            </a:r>
            <a:r>
              <a:rPr lang="en-US" altLang="zh-CN" sz="3200">
                <a:latin typeface="Times New Roman" panose="02020603050405020304" pitchFamily="18" charset="0"/>
                <a:sym typeface="Symbol" pitchFamily="2" charset="2"/>
              </a:rPr>
              <a:t>0.1</a:t>
            </a:r>
            <a:r>
              <a:rPr lang="zh-CN" altLang="en-US" sz="3200">
                <a:latin typeface="Times New Roman" panose="02020603050405020304" pitchFamily="18" charset="0"/>
                <a:sym typeface="Symbol" pitchFamily="2" charset="2"/>
              </a:rPr>
              <a:t>，</a:t>
            </a:r>
          </a:p>
        </p:txBody>
      </p:sp>
      <p:sp>
        <p:nvSpPr>
          <p:cNvPr id="57356" name="Text Box 12">
            <a:extLst>
              <a:ext uri="{FF2B5EF4-FFF2-40B4-BE49-F238E27FC236}">
                <a16:creationId xmlns:a16="http://schemas.microsoft.com/office/drawing/2014/main" id="{57E0C892-3F26-CBDC-9BA5-A42F73BC3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9" y="4423008"/>
            <a:ext cx="1152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所以</a:t>
            </a:r>
          </a:p>
        </p:txBody>
      </p:sp>
      <p:graphicFrame>
        <p:nvGraphicFramePr>
          <p:cNvPr id="57357" name="Object 13">
            <a:extLst>
              <a:ext uri="{FF2B5EF4-FFF2-40B4-BE49-F238E27FC236}">
                <a16:creationId xmlns:a16="http://schemas.microsoft.com/office/drawing/2014/main" id="{601E2819-ABA3-FC12-3C62-1469DD5F47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57352"/>
              </p:ext>
            </p:extLst>
          </p:nvPr>
        </p:nvGraphicFramePr>
        <p:xfrm>
          <a:off x="3216276" y="4294420"/>
          <a:ext cx="2112963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7" imgW="18427700" imgH="7899400" progId="Equation.DSMT4">
                  <p:embed/>
                </p:oleObj>
              </mc:Choice>
              <mc:Fallback>
                <p:oleObj name="Equation" r:id="rId7" imgW="18427700" imgH="7899400" progId="Equation.DSMT4">
                  <p:embed/>
                  <p:pic>
                    <p:nvPicPr>
                      <p:cNvPr id="57357" name="Object 13">
                        <a:extLst>
                          <a:ext uri="{FF2B5EF4-FFF2-40B4-BE49-F238E27FC236}">
                            <a16:creationId xmlns:a16="http://schemas.microsoft.com/office/drawing/2014/main" id="{601E2819-ABA3-FC12-3C62-1469DD5F47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4294420"/>
                        <a:ext cx="2112963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358" name="Group 14">
            <a:extLst>
              <a:ext uri="{FF2B5EF4-FFF2-40B4-BE49-F238E27FC236}">
                <a16:creationId xmlns:a16="http://schemas.microsoft.com/office/drawing/2014/main" id="{2EF63833-3C66-DA05-0CB4-8F4F3FFE55EC}"/>
              </a:ext>
            </a:extLst>
          </p:cNvPr>
          <p:cNvGrpSpPr>
            <a:grpSpLocks/>
          </p:cNvGrpSpPr>
          <p:nvPr/>
        </p:nvGrpSpPr>
        <p:grpSpPr bwMode="auto">
          <a:xfrm>
            <a:off x="5160963" y="4294420"/>
            <a:ext cx="1079500" cy="1366838"/>
            <a:chOff x="703" y="3294"/>
            <a:chExt cx="680" cy="861"/>
          </a:xfrm>
        </p:grpSpPr>
        <p:sp>
          <p:nvSpPr>
            <p:cNvPr id="45076" name="Text Box 15">
              <a:extLst>
                <a:ext uri="{FF2B5EF4-FFF2-40B4-BE49-F238E27FC236}">
                  <a16:creationId xmlns:a16="http://schemas.microsoft.com/office/drawing/2014/main" id="{A52FF7BF-2A1E-1819-0059-B61F1E9AB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3294"/>
              <a:ext cx="68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3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≈</a:t>
              </a:r>
            </a:p>
          </p:txBody>
        </p:sp>
        <p:sp>
          <p:nvSpPr>
            <p:cNvPr id="45077" name="Text Box 16">
              <a:extLst>
                <a:ext uri="{FF2B5EF4-FFF2-40B4-BE49-F238E27FC236}">
                  <a16:creationId xmlns:a16="http://schemas.microsoft.com/office/drawing/2014/main" id="{4124BDD4-31C9-027F-C6F4-ED1B75D7C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" y="3566"/>
              <a:ext cx="388" cy="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30000"/>
                </a:lnSpc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zh-CN" altLang="en-US">
                  <a:solidFill>
                    <a:srgbClr val="FF0000"/>
                  </a:solidFill>
                  <a:latin typeface="Times New Roman" panose="02020603050405020304" pitchFamily="18" charset="0"/>
                </a:rPr>
                <a:t>查表</a:t>
              </a:r>
            </a:p>
          </p:txBody>
        </p:sp>
      </p:grpSp>
      <p:sp>
        <p:nvSpPr>
          <p:cNvPr id="57361" name="Text Box 17">
            <a:extLst>
              <a:ext uri="{FF2B5EF4-FFF2-40B4-BE49-F238E27FC236}">
                <a16:creationId xmlns:a16="http://schemas.microsoft.com/office/drawing/2014/main" id="{3F93C10C-DF39-DA45-816B-BF5E15429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464" y="4381734"/>
            <a:ext cx="18002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3200">
                <a:latin typeface="Times New Roman" panose="02020603050405020304" pitchFamily="18" charset="0"/>
              </a:rPr>
              <a:t>14.684.</a:t>
            </a:r>
          </a:p>
        </p:txBody>
      </p:sp>
      <p:sp>
        <p:nvSpPr>
          <p:cNvPr id="57362" name="Text Box 18">
            <a:extLst>
              <a:ext uri="{FF2B5EF4-FFF2-40B4-BE49-F238E27FC236}">
                <a16:creationId xmlns:a16="http://schemas.microsoft.com/office/drawing/2014/main" id="{38C58677-2995-A8E1-2F6A-F6AF6C7FF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4064" y="4367446"/>
            <a:ext cx="936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故</a:t>
            </a:r>
          </a:p>
        </p:txBody>
      </p:sp>
      <p:sp>
        <p:nvSpPr>
          <p:cNvPr id="57363" name="Text Box 19">
            <a:extLst>
              <a:ext uri="{FF2B5EF4-FFF2-40B4-BE49-F238E27FC236}">
                <a16:creationId xmlns:a16="http://schemas.microsoft.com/office/drawing/2014/main" id="{51A2E987-B046-F30C-58A6-BFE52D65B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1" y="5638129"/>
            <a:ext cx="12239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3600" i="1">
                <a:latin typeface="Times New Roman" panose="02020603050405020304" pitchFamily="18" charset="0"/>
                <a:sym typeface="Symbol" pitchFamily="2" charset="2"/>
              </a:rPr>
              <a:t>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</a:p>
        </p:txBody>
      </p:sp>
      <p:sp>
        <p:nvSpPr>
          <p:cNvPr id="57364" name="Text Box 20">
            <a:extLst>
              <a:ext uri="{FF2B5EF4-FFF2-40B4-BE49-F238E27FC236}">
                <a16:creationId xmlns:a16="http://schemas.microsoft.com/office/drawing/2014/main" id="{CD1938A8-FA35-D19A-955D-250C4DAF9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5711154"/>
            <a:ext cx="1584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</a:rPr>
              <a:t>14.684</a:t>
            </a:r>
            <a:r>
              <a:rPr lang="en-US" altLang="zh-CN" b="0">
                <a:latin typeface="Tahoma" panose="020B0604030504040204" pitchFamily="34" charset="0"/>
              </a:rPr>
              <a:t>x</a:t>
            </a:r>
          </a:p>
        </p:txBody>
      </p:sp>
      <p:graphicFrame>
        <p:nvGraphicFramePr>
          <p:cNvPr id="57365" name="Object 21">
            <a:extLst>
              <a:ext uri="{FF2B5EF4-FFF2-40B4-BE49-F238E27FC236}">
                <a16:creationId xmlns:a16="http://schemas.microsoft.com/office/drawing/2014/main" id="{643B0C27-0818-7C29-0F48-B8F62517D3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792320"/>
              </p:ext>
            </p:extLst>
          </p:nvPr>
        </p:nvGraphicFramePr>
        <p:xfrm>
          <a:off x="4733925" y="5638129"/>
          <a:ext cx="5461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9" imgW="4978400" imgH="7607300" progId="Equation.DSMT4">
                  <p:embed/>
                </p:oleObj>
              </mc:Choice>
              <mc:Fallback>
                <p:oleObj name="Equation" r:id="rId9" imgW="4978400" imgH="7607300" progId="Equation.DSMT4">
                  <p:embed/>
                  <p:pic>
                    <p:nvPicPr>
                      <p:cNvPr id="57365" name="Object 21">
                        <a:extLst>
                          <a:ext uri="{FF2B5EF4-FFF2-40B4-BE49-F238E27FC236}">
                            <a16:creationId xmlns:a16="http://schemas.microsoft.com/office/drawing/2014/main" id="{643B0C27-0818-7C29-0F48-B8F62517D3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5638129"/>
                        <a:ext cx="54610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6" name="Text Box 22">
            <a:extLst>
              <a:ext uri="{FF2B5EF4-FFF2-40B4-BE49-F238E27FC236}">
                <a16:creationId xmlns:a16="http://schemas.microsoft.com/office/drawing/2014/main" id="{28C143A1-A7A6-3863-702E-FD1DE6FA1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76" y="5711155"/>
            <a:ext cx="22320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lnSpc>
                <a:spcPct val="130000"/>
              </a:lnSpc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≈26.105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192DC2-6418-8C9B-78CE-61445CCB009C}"/>
              </a:ext>
            </a:extLst>
          </p:cNvPr>
          <p:cNvSpPr/>
          <p:nvPr/>
        </p:nvSpPr>
        <p:spPr>
          <a:xfrm>
            <a:off x="0" y="0"/>
            <a:ext cx="1850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1270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  <p:bldP spid="57348" grpId="0"/>
      <p:bldP spid="57349" grpId="0"/>
      <p:bldP spid="57351" grpId="0"/>
      <p:bldP spid="57352" grpId="0"/>
      <p:bldP spid="57353" grpId="0"/>
      <p:bldP spid="57355" grpId="0"/>
      <p:bldP spid="57356" grpId="0"/>
      <p:bldP spid="57361" grpId="0"/>
      <p:bldP spid="57362" grpId="0"/>
      <p:bldP spid="57363" grpId="0"/>
      <p:bldP spid="57364" grpId="0"/>
      <p:bldP spid="5736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6EDBDF4-3FAC-0174-BE48-77F43B8C39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195943"/>
                <a:ext cx="11691257" cy="6466114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/>
                  <a:t>我们还要介绍一个与总体分布函数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/>
                  <a:t>相应的</a:t>
                </a:r>
                <a:r>
                  <a:rPr lang="zh-CN" altLang="en-US">
                    <a:solidFill>
                      <a:srgbClr val="FF0000"/>
                    </a:solidFill>
                  </a:rPr>
                  <a:t>统计量</a:t>
                </a:r>
                <a:r>
                  <a:rPr lang="en-US" altLang="zh-CN">
                    <a:solidFill>
                      <a:srgbClr val="FF0000"/>
                    </a:solidFill>
                  </a:rPr>
                  <a:t>——</a:t>
                </a:r>
                <a:r>
                  <a:rPr lang="zh-CN" altLang="en-US">
                    <a:solidFill>
                      <a:srgbClr val="FF0000"/>
                    </a:solidFill>
                  </a:rPr>
                  <a:t>经验分布函数</a:t>
                </a:r>
                <a:endParaRPr lang="en-US" altLang="zh-CN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/>
                  <a:t>    定义    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/>
                  <a:t>是来自分布函数为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/>
                  <a:t>的总体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/>
                  <a:t>的样本观察值。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/>
                  <a:t>的经验分布函数，记为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/>
                  <a:t>定义为样本观察值，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/>
                  <a:t>中小于或等于指定值</a:t>
                </a:r>
                <a:r>
                  <a:rPr lang="en-US" altLang="zh-CN"/>
                  <a:t>x</a:t>
                </a:r>
                <a:r>
                  <a:rPr lang="zh-CN" altLang="en-US"/>
                  <a:t>所占的比率，即</a:t>
                </a:r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en-US" altLang="zh-CN" b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,−∞&lt;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zh-CN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/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#</m:t>
                    </m:r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/>
                  <a:t>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/>
                  <a:t>中小于或等于</a:t>
                </a:r>
                <a:r>
                  <a:rPr lang="en-US" altLang="zh-CN"/>
                  <a:t>x</a:t>
                </a:r>
                <a:r>
                  <a:rPr lang="zh-CN" altLang="en-US"/>
                  <a:t>的个数。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6EDBDF4-3FAC-0174-BE48-77F43B8C39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195943"/>
                <a:ext cx="11691257" cy="6466114"/>
              </a:xfrm>
              <a:blipFill>
                <a:blip r:embed="rId2"/>
                <a:stretch>
                  <a:fillRect l="-1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2452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4593565-5C54-97D3-4D65-EFAF130C19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1" y="452387"/>
                <a:ext cx="11691257" cy="666205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/>
                  <a:t> 按定义，当给定样本观察值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/>
                  <a:t>时，</a:t>
                </a:r>
                <a:r>
                  <a:rPr lang="zh-CN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/>
                  <a:t>是自变量</a:t>
                </a:r>
                <a:r>
                  <a:rPr lang="en-US" altLang="zh-CN"/>
                  <a:t>x</a:t>
                </a:r>
                <a:r>
                  <a:rPr lang="zh-CN" altLang="en-US"/>
                  <a:t>的函数，它具有分布函数的三个条件：</a:t>
                </a:r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/>
                  <a:t>①</a:t>
                </a:r>
                <a:r>
                  <a:rPr lang="zh-CN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/>
                  <a:t>是</a:t>
                </a:r>
                <a:r>
                  <a:rPr lang="en-US" altLang="zh-CN"/>
                  <a:t>x</a:t>
                </a:r>
                <a:r>
                  <a:rPr lang="zh-CN" altLang="en-US"/>
                  <a:t>的不减函数  </a:t>
                </a:r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/>
                  <a:t>②</a:t>
                </a:r>
                <a:r>
                  <a:rPr lang="en-US" altLang="zh-CN"/>
                  <a:t>0≤</a:t>
                </a:r>
                <a:r>
                  <a:rPr lang="zh-CN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/>
                  <a:t>≤1</a:t>
                </a:r>
                <a:r>
                  <a:rPr lang="zh-CN" altLang="en-US"/>
                  <a:t>，且</a:t>
                </a:r>
                <a:r>
                  <a:rPr lang="en-US" altLang="zh-CN"/>
                  <a:t>F(-∞)=0 , F(∞)=1.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/>
                  <a:t>③F(x)</a:t>
                </a:r>
                <a:r>
                  <a:rPr lang="zh-CN" altLang="en-US"/>
                  <a:t>是一个右连续函数。</a:t>
                </a:r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/>
                  <a:t>由此知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/>
                  <a:t>是一个分布函数。当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/>
                  <a:t>各不相同时，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/>
                  <a:t>是以等概率</a:t>
                </a:r>
                <a:r>
                  <a:rPr lang="en-US" altLang="zh-CN"/>
                  <a:t>1/n</a:t>
                </a:r>
                <a:r>
                  <a:rPr lang="zh-CN" altLang="en-US"/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/>
                  <a:t>的离散型随机变量的分布函数</a:t>
                </a:r>
                <a:r>
                  <a:rPr lang="zh-CN" altLang="en-US" baseline="30000"/>
                  <a:t>①</a:t>
                </a:r>
                <a:r>
                  <a:rPr lang="en-US" altLang="zh-CN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/>
                  <a:t>    </a:t>
                </a:r>
                <a:endParaRPr lang="zh-CN" altLang="en-US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4593565-5C54-97D3-4D65-EFAF130C19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1" y="452387"/>
                <a:ext cx="11691257" cy="6662057"/>
              </a:xfrm>
              <a:blipFill>
                <a:blip r:embed="rId2"/>
                <a:stretch>
                  <a:fillRect l="-1043" r="-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9543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4593565-5C54-97D3-4D65-EFAF130C19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0"/>
                <a:ext cx="11691257" cy="666205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/>
                  <a:t>一般地，设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/>
                  <a:t>是总体</a:t>
                </a:r>
                <a:r>
                  <a:rPr lang="en-US" altLang="zh-CN"/>
                  <a:t>X</a:t>
                </a:r>
                <a:r>
                  <a:rPr lang="zh-CN" altLang="en-US"/>
                  <a:t>的一个容量为</a:t>
                </a:r>
                <a:r>
                  <a:rPr lang="en-US" altLang="zh-CN"/>
                  <a:t>n</a:t>
                </a:r>
                <a:r>
                  <a:rPr lang="zh-CN" altLang="en-US"/>
                  <a:t>的样本观察值，先将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/>
                  <a:t>按自小到大的次序排序，并重新编号为</a:t>
                </a:r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≤…≤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/>
                  <a:t>则经验分布函数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/>
                  <a:t>可写成</a:t>
                </a:r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>
                          <a:latin typeface="Cambria Math" panose="02040503050406030204" pitchFamily="18" charset="0"/>
                        </a:rPr>
                        <m:t>)={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b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</m:e>
                          <m:e/>
                        </m:mr>
                        <m:m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a:rPr lang="en-US" altLang="zh-CN" b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  <m:r>
                              <a:rPr lang="en-US" altLang="zh-CN" b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a:rPr lang="en-US" altLang="zh-CN" b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b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  <m:r>
                              <a:rPr lang="en-US" altLang="zh-CN" b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b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b="0">
                                <a:latin typeface="Cambria Math" panose="02040503050406030204" pitchFamily="18" charset="0"/>
                              </a:rPr>
                              <m:t>,⋯,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b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</m:e>
                          <m:e/>
                        </m:mr>
                      </m:m>
                    </m:oMath>
                  </m:oMathPara>
                </a14:m>
                <a:endParaRPr lang="en-US" altLang="zh-CN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>
                    <a:latin typeface="Cambria Math" panose="02040503050406030204" pitchFamily="18" charset="0"/>
                  </a:rPr>
                  <a:t>      </a:t>
                </a:r>
                <a:endParaRPr lang="zh-CN" altLang="zh-CN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4593565-5C54-97D3-4D65-EFAF130C19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0"/>
                <a:ext cx="11691257" cy="6662057"/>
              </a:xfrm>
              <a:blipFill>
                <a:blip r:embed="rId2"/>
                <a:stretch>
                  <a:fillRect l="-1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9088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4B09DD3-578F-B597-3BDE-AEB52BE569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7510" y="2194559"/>
                <a:ext cx="11691257" cy="700495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zh-CN" sz="2400" i="1" kern="10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)={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0,</m:t>
                            </m:r>
                          </m:e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&lt;−1</m:t>
                            </m:r>
                          </m:e>
                        </m:mr>
                        <m:m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1/3,</m:t>
                            </m:r>
                          </m:e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−1≤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&lt;1</m:t>
                            </m:r>
                          </m:e>
                        </m:mr>
                        <m:m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2/3,</m:t>
                            </m:r>
                          </m:e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1≤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&lt;2</m:t>
                            </m:r>
                          </m:e>
                        </m:mr>
                        <m:m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1,</m:t>
                            </m:r>
                          </m:e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≥2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kern="1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400" kern="10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400" kern="1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400" kern="1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en-US"/>
                  <a:t>另一方面，当给定</a:t>
                </a:r>
                <a:r>
                  <a:rPr lang="en-US" altLang="zh-CN"/>
                  <a:t>x</a:t>
                </a:r>
                <a:r>
                  <a:rPr lang="zh-CN" altLang="en-US"/>
                  <a:t>时，</a:t>
                </a:r>
                <a:r>
                  <a:rPr lang="zh-CN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>
                    <a:solidFill>
                      <a:srgbClr val="FF0000"/>
                    </a:solidFill>
                  </a:rPr>
                  <a:t>是样本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rgbClr val="FF0000"/>
                    </a:solidFill>
                  </a:rPr>
                  <a:t>的函数，因此，它是一个统计量</a:t>
                </a:r>
                <a:r>
                  <a:rPr lang="zh-CN" altLang="en-US"/>
                  <a:t>。</a:t>
                </a:r>
                <a:endParaRPr lang="en-US" altLang="zh-CN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/>
                  <a:t>    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4B09DD3-578F-B597-3BDE-AEB52BE569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7510" y="2194559"/>
                <a:ext cx="11691257" cy="7004957"/>
              </a:xfrm>
              <a:blipFill>
                <a:blip r:embed="rId2"/>
                <a:stretch>
                  <a:fillRect l="-1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3F0332D4-8E9A-173B-6992-78DF7DEF6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59" y="2390503"/>
            <a:ext cx="3114675" cy="2124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4DADF4B-7974-CF5C-6182-3C80EE84B530}"/>
                  </a:ext>
                </a:extLst>
              </p:cNvPr>
              <p:cNvSpPr/>
              <p:nvPr/>
            </p:nvSpPr>
            <p:spPr>
              <a:xfrm>
                <a:off x="526181" y="955690"/>
                <a:ext cx="10949759" cy="9955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>
                    <a:latin typeface="Cambria Math" panose="02040503050406030204" pitchFamily="18" charset="0"/>
                  </a:rPr>
                  <a:t>例如，设总体</a:t>
                </a:r>
                <a:r>
                  <a:rPr lang="en-US" altLang="zh-CN" sz="2800">
                    <a:latin typeface="Cambria Math" panose="02040503050406030204" pitchFamily="18" charset="0"/>
                  </a:rPr>
                  <a:t>X</a:t>
                </a:r>
                <a:r>
                  <a:rPr lang="zh-CN" altLang="en-US" sz="2800">
                    <a:latin typeface="Cambria Math" panose="02040503050406030204" pitchFamily="18" charset="0"/>
                  </a:rPr>
                  <a:t>有样本观察值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1)</m:t>
                        </m:r>
                      </m:sub>
                    </m:sSub>
                  </m:oMath>
                </a14:m>
                <a:r>
                  <a:rPr lang="en-US" altLang="zh-CN" sz="2800">
                    <a:latin typeface="Cambria Math" panose="02040503050406030204" pitchFamily="18" charset="0"/>
                  </a:rPr>
                  <a:t>=-1</a:t>
                </a:r>
                <a:r>
                  <a:rPr lang="zh-CN" altLang="en-US" sz="2800">
                    <a:latin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(2)</m:t>
                        </m:r>
                      </m:sub>
                    </m:sSub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>
                    <a:latin typeface="Cambria Math" panose="02040503050406030204" pitchFamily="18" charset="0"/>
                  </a:rPr>
                  <a:t>1</a:t>
                </a:r>
                <a:r>
                  <a:rPr lang="zh-CN" altLang="en-US" sz="2800">
                    <a:latin typeface="Cambria Math" panose="02040503050406030204" pitchFamily="18" charset="0"/>
                  </a:rPr>
                  <a:t>，</a:t>
                </a:r>
                <a:r>
                  <a:rPr lang="en-US" altLang="zh-CN" sz="28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(3)</m:t>
                        </m:r>
                      </m:sub>
                    </m:sSub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>
                    <a:latin typeface="Cambria Math" panose="02040503050406030204" pitchFamily="18" charset="0"/>
                  </a:rPr>
                  <a:t>2</a:t>
                </a:r>
                <a:r>
                  <a:rPr lang="zh-CN" altLang="en-US" sz="2800">
                    <a:latin typeface="Cambria Math" panose="02040503050406030204" pitchFamily="18" charset="0"/>
                  </a:rPr>
                  <a:t>，得经验分布函数为：</a:t>
                </a:r>
                <a:endParaRPr lang="zh-CN" altLang="en-US" sz="280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4DADF4B-7974-CF5C-6182-3C80EE84B5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81" y="955690"/>
                <a:ext cx="10949759" cy="995594"/>
              </a:xfrm>
              <a:prstGeom prst="rect">
                <a:avLst/>
              </a:prstGeom>
              <a:blipFill>
                <a:blip r:embed="rId4"/>
                <a:stretch>
                  <a:fillRect l="-1113" t="-8589" b="-15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8660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4B09DD3-578F-B597-3BDE-AEB52BE569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-1"/>
                <a:ext cx="11691257" cy="700495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400" i="1" kern="10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>
                    <a:solidFill>
                      <a:srgbClr val="FF0000"/>
                    </a:solidFill>
                  </a:rPr>
                  <a:t>定理</a:t>
                </a:r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r>
                  <a:rPr lang="zh-CN" altLang="en-US">
                    <a:solidFill>
                      <a:srgbClr val="FF0000"/>
                    </a:solidFill>
                  </a:rPr>
                  <a:t>（格里汶科定理）</a:t>
                </a:r>
                <a:r>
                  <a:rPr lang="zh-CN" altLang="en-US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/>
                  <a:t>是来自以</a:t>
                </a:r>
                <a:r>
                  <a:rPr lang="en-US" altLang="zh-CN"/>
                  <a:t>F(x)</a:t>
                </a:r>
                <a:r>
                  <a:rPr lang="zh-CN" altLang="en-US"/>
                  <a:t>为分布函数的总体</a:t>
                </a:r>
                <a:r>
                  <a:rPr lang="en-US" altLang="zh-CN"/>
                  <a:t>X</a:t>
                </a:r>
                <a:r>
                  <a:rPr lang="zh-CN" altLang="en-US"/>
                  <a:t>的样本，</a:t>
                </a:r>
                <a:r>
                  <a:rPr lang="en-US" altLang="zh-CN"/>
                  <a:t>F(x)</a:t>
                </a:r>
                <a:r>
                  <a:rPr lang="zh-CN" altLang="en-US"/>
                  <a:t>是经验分布函数，则有</a:t>
                </a:r>
                <a:endParaRPr lang="zh-CN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{</m:t>
                      </m:r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𝑙𝑖𝑚</m:t>
                          </m:r>
                        </m:e>
                        <m:li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smtClean="0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𝑠𝑢𝑝</m:t>
                      </m:r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)|=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}=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/>
                  <a:t>定理</a:t>
                </a:r>
                <a:r>
                  <a:rPr lang="en-US" altLang="zh-CN"/>
                  <a:t>1</a:t>
                </a:r>
                <a:r>
                  <a:rPr lang="zh-CN" altLang="en-US"/>
                  <a:t>的含义是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b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>
                    <a:solidFill>
                      <a:srgbClr val="FF0000"/>
                    </a:solidFill>
                  </a:rPr>
                  <a:t>在整个实轴上以概率</a:t>
                </a:r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r>
                  <a:rPr lang="zh-CN" altLang="en-US">
                    <a:solidFill>
                      <a:srgbClr val="FF0000"/>
                    </a:solidFill>
                  </a:rPr>
                  <a:t>均匀收敛于</a:t>
                </a:r>
                <a:r>
                  <a:rPr lang="en-US" altLang="zh-CN">
                    <a:solidFill>
                      <a:srgbClr val="FF0000"/>
                    </a:solidFill>
                  </a:rPr>
                  <a:t>F(x)</a:t>
                </a:r>
                <a:r>
                  <a:rPr lang="en-US" altLang="zh-CN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/>
                  <a:t>于是当样本容量</a:t>
                </a:r>
                <a:r>
                  <a:rPr lang="en-US" altLang="zh-CN"/>
                  <a:t>n</a:t>
                </a:r>
                <a:r>
                  <a:rPr lang="zh-CN" altLang="en-US"/>
                  <a:t>充分大时，</a:t>
                </a:r>
                <a:r>
                  <a:rPr lang="zh-CN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/>
                  <a:t>能够良好地逼近总体分布函数</a:t>
                </a:r>
                <a:r>
                  <a:rPr lang="en-US" altLang="zh-CN"/>
                  <a:t>F(x).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/>
                  <a:t>这是在概率统计学中以样本推断总体的依据。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4B09DD3-578F-B597-3BDE-AEB52BE569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-1"/>
                <a:ext cx="11691257" cy="7004957"/>
              </a:xfrm>
              <a:blipFill>
                <a:blip r:embed="rId2"/>
                <a:stretch>
                  <a:fillRect l="-1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86B7233-A2E7-B2C5-5ECE-1B065FEC99C5}"/>
                  </a:ext>
                </a:extLst>
              </p:cNvPr>
              <p:cNvSpPr txBox="1"/>
              <p:nvPr/>
            </p:nvSpPr>
            <p:spPr>
              <a:xfrm>
                <a:off x="4504623" y="2651760"/>
                <a:ext cx="13471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−∞&lt;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kumimoji="1" lang="zh-CN" altLang="en-US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86B7233-A2E7-B2C5-5ECE-1B065FEC9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623" y="2651760"/>
                <a:ext cx="1347100" cy="276999"/>
              </a:xfrm>
              <a:prstGeom prst="rect">
                <a:avLst/>
              </a:prstGeom>
              <a:blipFill>
                <a:blip r:embed="rId3"/>
                <a:stretch>
                  <a:fillRect l="-905" r="-181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5067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6747</Words>
  <Application>Microsoft Office PowerPoint</Application>
  <PresentationFormat>宽屏</PresentationFormat>
  <Paragraphs>357</Paragraphs>
  <Slides>70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5" baseType="lpstr">
      <vt:lpstr>KaiTi</vt:lpstr>
      <vt:lpstr>等线</vt:lpstr>
      <vt:lpstr>华文楷体</vt:lpstr>
      <vt:lpstr>STXinwei</vt:lpstr>
      <vt:lpstr>STXinwei</vt:lpstr>
      <vt:lpstr>宋体</vt:lpstr>
      <vt:lpstr>微软雅黑</vt:lpstr>
      <vt:lpstr>Arial</vt:lpstr>
      <vt:lpstr>Cambria Math</vt:lpstr>
      <vt:lpstr>Candara</vt:lpstr>
      <vt:lpstr>Symbol</vt:lpstr>
      <vt:lpstr>Tahoma</vt:lpstr>
      <vt:lpstr>Times New Roman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统计量</vt:lpstr>
      <vt:lpstr>统计量</vt:lpstr>
      <vt:lpstr>样本均值</vt:lpstr>
      <vt:lpstr>样本均值</vt:lpstr>
      <vt:lpstr>样本均值</vt:lpstr>
      <vt:lpstr>样本均值 .vs. 总体期望</vt:lpstr>
      <vt:lpstr>样本均值 .vs. 总体期望</vt:lpstr>
      <vt:lpstr>样本均值 .vs. 总体期望</vt:lpstr>
      <vt:lpstr>样本方差</vt:lpstr>
      <vt:lpstr>样本方差</vt:lpstr>
      <vt:lpstr>样本方差.vs. 总体方差</vt:lpstr>
      <vt:lpstr>PowerPoint 演示文稿</vt:lpstr>
      <vt:lpstr>PowerPoint 演示文稿</vt:lpstr>
      <vt:lpstr>PowerPoint 演示文稿</vt:lpstr>
      <vt:lpstr>常用的统计量</vt:lpstr>
      <vt:lpstr>样本原点矩 .vs. 总体原点矩</vt:lpstr>
      <vt:lpstr>PowerPoint 演示文稿</vt:lpstr>
      <vt:lpstr>PowerPoint 演示文稿</vt:lpstr>
      <vt:lpstr>常用的统计量</vt:lpstr>
      <vt:lpstr>常用的统计量</vt:lpstr>
      <vt:lpstr>PowerPoint 演示文稿</vt:lpstr>
      <vt:lpstr>PowerPoint 演示文稿</vt:lpstr>
      <vt:lpstr>PowerPoint 演示文稿</vt:lpstr>
      <vt:lpstr>χ^2分布</vt:lpstr>
      <vt:lpstr>χ^2分布</vt:lpstr>
      <vt:lpstr>χ^2分布</vt:lpstr>
      <vt:lpstr>PowerPoint 演示文稿</vt:lpstr>
      <vt:lpstr>PowerPoint 演示文稿</vt:lpstr>
      <vt:lpstr>t分布</vt:lpstr>
      <vt:lpstr>PowerPoint 演示文稿</vt:lpstr>
      <vt:lpstr>PowerPoint 演示文稿</vt:lpstr>
      <vt:lpstr>PowerPoint 演示文稿</vt:lpstr>
      <vt:lpstr> F分布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正态总体样本均值与样本方差的分布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抽样分布</dc:title>
  <dc:creator>qingyang li</dc:creator>
  <cp:lastModifiedBy>201</cp:lastModifiedBy>
  <cp:revision>3</cp:revision>
  <dcterms:created xsi:type="dcterms:W3CDTF">2022-05-13T13:38:55Z</dcterms:created>
  <dcterms:modified xsi:type="dcterms:W3CDTF">2023-05-23T01:40:42Z</dcterms:modified>
</cp:coreProperties>
</file>