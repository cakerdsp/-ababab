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60.xml" ContentType="application/vnd.openxmlformats-officedocument.presentationml.tag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22"/>
  </p:notesMasterIdLst>
  <p:sldIdLst>
    <p:sldId id="257" r:id="rId2"/>
    <p:sldId id="1784" r:id="rId3"/>
    <p:sldId id="1785" r:id="rId4"/>
    <p:sldId id="1787" r:id="rId5"/>
    <p:sldId id="1795" r:id="rId6"/>
    <p:sldId id="1799" r:id="rId7"/>
    <p:sldId id="1797" r:id="rId8"/>
    <p:sldId id="1794" r:id="rId9"/>
    <p:sldId id="259" r:id="rId10"/>
    <p:sldId id="262" r:id="rId11"/>
    <p:sldId id="1792" r:id="rId12"/>
    <p:sldId id="260" r:id="rId13"/>
    <p:sldId id="317" r:id="rId14"/>
    <p:sldId id="318" r:id="rId15"/>
    <p:sldId id="261" r:id="rId16"/>
    <p:sldId id="433" r:id="rId17"/>
    <p:sldId id="1793" r:id="rId18"/>
    <p:sldId id="1791" r:id="rId19"/>
    <p:sldId id="312" r:id="rId20"/>
    <p:sldId id="264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892"/>
    <a:srgbClr val="4E3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F5398-6F94-1B4B-83B8-AD6CAAB5A4E6}" v="465" dt="2023-03-06T16:19:57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99"/>
    <p:restoredTop sz="77103"/>
  </p:normalViewPr>
  <p:slideViewPr>
    <p:cSldViewPr>
      <p:cViewPr varScale="1">
        <p:scale>
          <a:sx n="67" d="100"/>
          <a:sy n="67" d="100"/>
        </p:scale>
        <p:origin x="1387" y="62"/>
      </p:cViewPr>
      <p:guideLst>
        <p:guide orient="horz" pos="36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6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AB5A41F6-E0B3-B547-BF52-DD2499254A4E}"/>
    <pc:docChg chg="delSld">
      <pc:chgData name="Fei Zheng" userId="d19317889db4c986" providerId="LiveId" clId="{AB5A41F6-E0B3-B547-BF52-DD2499254A4E}" dt="2023-02-10T04:08:03.901" v="0" actId="2696"/>
      <pc:docMkLst>
        <pc:docMk/>
      </pc:docMkLst>
      <pc:sldChg chg="del">
        <pc:chgData name="Fei Zheng" userId="d19317889db4c986" providerId="LiveId" clId="{AB5A41F6-E0B3-B547-BF52-DD2499254A4E}" dt="2023-02-10T04:08:03.901" v="0" actId="2696"/>
        <pc:sldMkLst>
          <pc:docMk/>
          <pc:sldMk cId="1106504408" sldId="440"/>
        </pc:sldMkLst>
      </pc:sldChg>
    </pc:docChg>
  </pc:docChgLst>
  <pc:docChgLst>
    <pc:chgData name="Zheng Fei" userId="d19317889db4c986" providerId="LiveId" clId="{7C2AD6F1-D0BA-4689-8139-07F15EC587B2}"/>
    <pc:docChg chg="undo redo custSel addSld delSld modSld sldOrd">
      <pc:chgData name="Zheng Fei" userId="d19317889db4c986" providerId="LiveId" clId="{7C2AD6F1-D0BA-4689-8139-07F15EC587B2}" dt="2022-04-04T09:10:17.704" v="4645" actId="20577"/>
      <pc:docMkLst>
        <pc:docMk/>
      </pc:docMkLst>
      <pc:sldChg chg="addSp delSp modSp mod">
        <pc:chgData name="Zheng Fei" userId="d19317889db4c986" providerId="LiveId" clId="{7C2AD6F1-D0BA-4689-8139-07F15EC587B2}" dt="2022-03-21T12:23:47.951" v="2509"/>
        <pc:sldMkLst>
          <pc:docMk/>
          <pc:sldMk cId="0" sldId="257"/>
        </pc:sldMkLst>
        <pc:spChg chg="del mod">
          <ac:chgData name="Zheng Fei" userId="d19317889db4c986" providerId="LiveId" clId="{7C2AD6F1-D0BA-4689-8139-07F15EC587B2}" dt="2022-03-21T07:14:53.998" v="430" actId="478"/>
          <ac:spMkLst>
            <pc:docMk/>
            <pc:sldMk cId="0" sldId="257"/>
            <ac:spMk id="8" creationId="{D9527F36-A578-8B41-985F-E714E99EC2A1}"/>
          </ac:spMkLst>
        </pc:spChg>
        <pc:spChg chg="add mod">
          <ac:chgData name="Zheng Fei" userId="d19317889db4c986" providerId="LiveId" clId="{7C2AD6F1-D0BA-4689-8139-07F15EC587B2}" dt="2022-03-21T09:56:02.838" v="2200" actId="207"/>
          <ac:spMkLst>
            <pc:docMk/>
            <pc:sldMk cId="0" sldId="257"/>
            <ac:spMk id="9" creationId="{A2A32693-FA85-46ED-9F52-424F364119E5}"/>
          </ac:spMkLst>
        </pc:spChg>
        <pc:spChg chg="mod">
          <ac:chgData name="Zheng Fei" userId="d19317889db4c986" providerId="LiveId" clId="{7C2AD6F1-D0BA-4689-8139-07F15EC587B2}" dt="2022-03-21T12:23:47.333" v="2507" actId="12788"/>
          <ac:spMkLst>
            <pc:docMk/>
            <pc:sldMk cId="0" sldId="257"/>
            <ac:spMk id="61442" creationId="{9979D594-9100-0446-A19F-7140E5533581}"/>
          </ac:spMkLst>
        </pc:spChg>
        <pc:spChg chg="del mod">
          <ac:chgData name="Zheng Fei" userId="d19317889db4c986" providerId="LiveId" clId="{7C2AD6F1-D0BA-4689-8139-07F15EC587B2}" dt="2022-03-21T12:23:47.951" v="2509"/>
          <ac:spMkLst>
            <pc:docMk/>
            <pc:sldMk cId="0" sldId="257"/>
            <ac:spMk id="61443" creationId="{C42CC485-E02A-824E-917A-36793DCF3AF3}"/>
          </ac:spMkLst>
        </pc:spChg>
        <pc:spChg chg="mod">
          <ac:chgData name="Zheng Fei" userId="d19317889db4c986" providerId="LiveId" clId="{7C2AD6F1-D0BA-4689-8139-07F15EC587B2}" dt="2022-03-21T09:56:02.838" v="2200" actId="207"/>
          <ac:spMkLst>
            <pc:docMk/>
            <pc:sldMk cId="0" sldId="257"/>
            <ac:spMk id="61444" creationId="{601F1377-4EC1-A648-9D08-93B0CEF44388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5" creationId="{D75E15BB-A7A5-2C46-90D2-B9B92ACCDED9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6" creationId="{3CA5D0EF-1412-D449-86E5-3BEFAEB9289A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7" creationId="{DD80242F-AA85-8545-A347-8717F40C342A}"/>
          </ac:spMkLst>
        </pc:spChg>
      </pc:sldChg>
      <pc:sldChg chg="del">
        <pc:chgData name="Zheng Fei" userId="d19317889db4c986" providerId="LiveId" clId="{7C2AD6F1-D0BA-4689-8139-07F15EC587B2}" dt="2022-03-20T14:50:06.299" v="0" actId="47"/>
        <pc:sldMkLst>
          <pc:docMk/>
          <pc:sldMk cId="0" sldId="258"/>
        </pc:sldMkLst>
      </pc:sldChg>
      <pc:sldChg chg="delSp modSp mod modAnim">
        <pc:chgData name="Zheng Fei" userId="d19317889db4c986" providerId="LiveId" clId="{7C2AD6F1-D0BA-4689-8139-07F15EC587B2}" dt="2022-03-21T07:21:40.861" v="542" actId="20577"/>
        <pc:sldMkLst>
          <pc:docMk/>
          <pc:sldMk cId="0" sldId="259"/>
        </pc:sldMkLst>
        <pc:spChg chg="mod">
          <ac:chgData name="Zheng Fei" userId="d19317889db4c986" providerId="LiveId" clId="{7C2AD6F1-D0BA-4689-8139-07F15EC587B2}" dt="2022-03-21T07:21:40.861" v="542" actId="20577"/>
          <ac:spMkLst>
            <pc:docMk/>
            <pc:sldMk cId="0" sldId="259"/>
            <ac:spMk id="63491" creationId="{6CBE2239-1360-1648-9720-50145D887247}"/>
          </ac:spMkLst>
        </pc:spChg>
        <pc:spChg chg="mod">
          <ac:chgData name="Zheng Fei" userId="d19317889db4c986" providerId="LiveId" clId="{7C2AD6F1-D0BA-4689-8139-07F15EC587B2}" dt="2022-03-21T07:21:24.920" v="541" actId="1076"/>
          <ac:spMkLst>
            <pc:docMk/>
            <pc:sldMk cId="0" sldId="259"/>
            <ac:spMk id="63492" creationId="{7069B1DC-52CB-AD4A-9394-959ADD92EFE5}"/>
          </ac:spMkLst>
        </pc:spChg>
        <pc:spChg chg="mod">
          <ac:chgData name="Zheng Fei" userId="d19317889db4c986" providerId="LiveId" clId="{7C2AD6F1-D0BA-4689-8139-07F15EC587B2}" dt="2022-03-21T07:17:39.916" v="469" actId="1035"/>
          <ac:spMkLst>
            <pc:docMk/>
            <pc:sldMk cId="0" sldId="259"/>
            <ac:spMk id="63493" creationId="{14BCA5D7-1658-AC41-BA02-21C046D062AE}"/>
          </ac:spMkLst>
        </pc:spChg>
        <pc:spChg chg="mod">
          <ac:chgData name="Zheng Fei" userId="d19317889db4c986" providerId="LiveId" clId="{7C2AD6F1-D0BA-4689-8139-07F15EC587B2}" dt="2022-03-21T07:18:19.225" v="478" actId="20577"/>
          <ac:spMkLst>
            <pc:docMk/>
            <pc:sldMk cId="0" sldId="259"/>
            <ac:spMk id="63494" creationId="{F8077D6E-8C04-9343-99FE-B65B4C544DBB}"/>
          </ac:spMkLst>
        </pc:spChg>
        <pc:spChg chg="mod">
          <ac:chgData name="Zheng Fei" userId="d19317889db4c986" providerId="LiveId" clId="{7C2AD6F1-D0BA-4689-8139-07F15EC587B2}" dt="2022-03-21T07:21:07.326" v="537" actId="2711"/>
          <ac:spMkLst>
            <pc:docMk/>
            <pc:sldMk cId="0" sldId="259"/>
            <ac:spMk id="63495" creationId="{5DFA4211-42D2-4941-854D-2412FC5DB237}"/>
          </ac:spMkLst>
        </pc:spChg>
        <pc:spChg chg="del mod">
          <ac:chgData name="Zheng Fei" userId="d19317889db4c986" providerId="LiveId" clId="{7C2AD6F1-D0BA-4689-8139-07F15EC587B2}" dt="2022-03-21T07:19:05.508" v="506"/>
          <ac:spMkLst>
            <pc:docMk/>
            <pc:sldMk cId="0" sldId="259"/>
            <ac:spMk id="63496" creationId="{E27041B4-2225-A64B-9CE8-3248F4F6B022}"/>
          </ac:spMkLst>
        </pc:spChg>
        <pc:spChg chg="mod">
          <ac:chgData name="Zheng Fei" userId="d19317889db4c986" providerId="LiveId" clId="{7C2AD6F1-D0BA-4689-8139-07F15EC587B2}" dt="2022-03-21T07:20:22.108" v="529" actId="21"/>
          <ac:spMkLst>
            <pc:docMk/>
            <pc:sldMk cId="0" sldId="259"/>
            <ac:spMk id="63498" creationId="{99549D0D-4C30-3448-B832-52EBEAF5D8BE}"/>
          </ac:spMkLst>
        </pc:spChg>
      </pc:sldChg>
      <pc:sldChg chg="addSp delSp modSp mod modAnim">
        <pc:chgData name="Zheng Fei" userId="d19317889db4c986" providerId="LiveId" clId="{7C2AD6F1-D0BA-4689-8139-07F15EC587B2}" dt="2022-03-21T14:19:36.293" v="4584" actId="12788"/>
        <pc:sldMkLst>
          <pc:docMk/>
          <pc:sldMk cId="0" sldId="260"/>
        </pc:sldMkLst>
        <pc:spChg chg="add del mod">
          <ac:chgData name="Zheng Fei" userId="d19317889db4c986" providerId="LiveId" clId="{7C2AD6F1-D0BA-4689-8139-07F15EC587B2}" dt="2022-03-21T12:25:44.367" v="2519" actId="478"/>
          <ac:spMkLst>
            <pc:docMk/>
            <pc:sldMk cId="0" sldId="260"/>
            <ac:spMk id="2" creationId="{DA3295B2-D992-4989-90E0-E76A03415D8D}"/>
          </ac:spMkLst>
        </pc:spChg>
        <pc:spChg chg="mod">
          <ac:chgData name="Zheng Fei" userId="d19317889db4c986" providerId="LiveId" clId="{7C2AD6F1-D0BA-4689-8139-07F15EC587B2}" dt="2022-03-21T12:25:23.359" v="2513"/>
          <ac:spMkLst>
            <pc:docMk/>
            <pc:sldMk cId="0" sldId="260"/>
            <ac:spMk id="64514" creationId="{8039605C-9F4D-ED4F-8405-BCD3B1D30849}"/>
          </ac:spMkLst>
        </pc:spChg>
        <pc:spChg chg="del mod">
          <ac:chgData name="Zheng Fei" userId="d19317889db4c986" providerId="LiveId" clId="{7C2AD6F1-D0BA-4689-8139-07F15EC587B2}" dt="2022-03-21T12:25:39.458" v="2518" actId="478"/>
          <ac:spMkLst>
            <pc:docMk/>
            <pc:sldMk cId="0" sldId="260"/>
            <ac:spMk id="64515" creationId="{D246DF8A-42A4-E542-B2AE-884BFC9AC288}"/>
          </ac:spMkLst>
        </pc:spChg>
        <pc:spChg chg="mod">
          <ac:chgData name="Zheng Fei" userId="d19317889db4c986" providerId="LiveId" clId="{7C2AD6F1-D0BA-4689-8139-07F15EC587B2}" dt="2022-03-21T07:23:37.639" v="567" actId="1035"/>
          <ac:spMkLst>
            <pc:docMk/>
            <pc:sldMk cId="0" sldId="260"/>
            <ac:spMk id="64516" creationId="{67747F90-A8C8-9A46-BA33-CAC2A1997045}"/>
          </ac:spMkLst>
        </pc:spChg>
        <pc:spChg chg="mod">
          <ac:chgData name="Zheng Fei" userId="d19317889db4c986" providerId="LiveId" clId="{7C2AD6F1-D0BA-4689-8139-07F15EC587B2}" dt="2022-03-21T12:26:05.399" v="2524" actId="1035"/>
          <ac:spMkLst>
            <pc:docMk/>
            <pc:sldMk cId="0" sldId="260"/>
            <ac:spMk id="64517" creationId="{17F3E8B7-D9EF-B447-B773-DE5DDEAE1430}"/>
          </ac:spMkLst>
        </pc:spChg>
        <pc:spChg chg="mod">
          <ac:chgData name="Zheng Fei" userId="d19317889db4c986" providerId="LiveId" clId="{7C2AD6F1-D0BA-4689-8139-07F15EC587B2}" dt="2022-03-21T14:19:36.293" v="4584" actId="12788"/>
          <ac:spMkLst>
            <pc:docMk/>
            <pc:sldMk cId="0" sldId="260"/>
            <ac:spMk id="64518" creationId="{27C1C725-61D5-0941-9B81-938EEDAC7FF1}"/>
          </ac:spMkLst>
        </pc:spChg>
      </pc:sldChg>
      <pc:sldChg chg="addSp delSp modSp mod delAnim modAnim">
        <pc:chgData name="Zheng Fei" userId="d19317889db4c986" providerId="LiveId" clId="{7C2AD6F1-D0BA-4689-8139-07F15EC587B2}" dt="2022-04-04T09:06:49.953" v="4607"/>
        <pc:sldMkLst>
          <pc:docMk/>
          <pc:sldMk cId="0" sldId="261"/>
        </pc:sldMkLst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7" creationId="{19C967BC-FEA1-423E-B765-85A9A3900A2F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8" creationId="{D1FE19EC-1FA1-495B-99ED-2274CAE84D63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2" creationId="{B31FB208-8824-46E5-B55B-02B0110D17AB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3" creationId="{6F49D32E-7150-4004-A931-3FB24FB69332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4" creationId="{3AEBE088-D677-41DE-9CCD-7DD10B44BC1F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5" creationId="{4C971104-5E7A-48E0-BF4F-8DF9EC23FD0F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6" creationId="{1617DC22-E660-42F4-9609-28D3AA425550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19" creationId="{75899B1E-35E0-46F9-9E09-221DF99CCEBD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0" creationId="{411823A2-AA4D-4ACE-B0AB-3F591737432D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1" creationId="{9C5BF82F-7260-45BF-8D0F-491E407D3A41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2" creationId="{E218188F-7701-478D-A1C3-7EFBED8843CC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3" creationId="{E5C0F222-BD5E-4CA2-AF2F-5899C4A7EACA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4" creationId="{BE862B94-A5F8-49BE-816B-7BCF2628874E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5" creationId="{24D2F443-FFE7-43FD-BFFE-78F33597B178}"/>
          </ac:spMkLst>
        </pc:spChg>
        <pc:spChg chg="add 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6" creationId="{6106CAFD-51F3-4DDC-A8BD-C6326DA8FA74}"/>
          </ac:spMkLst>
        </pc:spChg>
        <pc:spChg chg="add 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7" creationId="{CF07CA14-F572-4C80-8C05-4B8C21A5BDA6}"/>
          </ac:spMkLst>
        </pc:spChg>
        <pc:spChg chg="add 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8" creationId="{D6E88FF6-8F8A-4783-A108-7F381C4BFEDD}"/>
          </ac:spMkLst>
        </pc:spChg>
        <pc:spChg chg="mod">
          <ac:chgData name="Zheng Fei" userId="d19317889db4c986" providerId="LiveId" clId="{7C2AD6F1-D0BA-4689-8139-07F15EC587B2}" dt="2022-03-21T12:33:25.540" v="2593" actId="12788"/>
          <ac:spMkLst>
            <pc:docMk/>
            <pc:sldMk cId="0" sldId="261"/>
            <ac:spMk id="65538" creationId="{8A1909D6-17E2-5C43-AD47-D36FCF817C35}"/>
          </ac:spMkLst>
        </pc:spChg>
        <pc:spChg chg="mod">
          <ac:chgData name="Zheng Fei" userId="d19317889db4c986" providerId="LiveId" clId="{7C2AD6F1-D0BA-4689-8139-07F15EC587B2}" dt="2022-04-04T09:06:49.953" v="4607"/>
          <ac:spMkLst>
            <pc:docMk/>
            <pc:sldMk cId="0" sldId="261"/>
            <ac:spMk id="65539" creationId="{48460FEB-F4CE-D04E-A143-F9F791A96B39}"/>
          </ac:spMkLst>
        </pc:spChg>
        <pc:spChg chg="mod">
          <ac:chgData name="Zheng Fei" userId="d19317889db4c986" providerId="LiveId" clId="{7C2AD6F1-D0BA-4689-8139-07F15EC587B2}" dt="2022-03-21T12:35:05.830" v="2603" actId="1076"/>
          <ac:spMkLst>
            <pc:docMk/>
            <pc:sldMk cId="0" sldId="261"/>
            <ac:spMk id="65540" creationId="{B70F7123-819B-9446-94FA-80183FCCD467}"/>
          </ac:spMkLst>
        </pc:spChg>
        <pc:spChg chg="mod">
          <ac:chgData name="Zheng Fei" userId="d19317889db4c986" providerId="LiveId" clId="{7C2AD6F1-D0BA-4689-8139-07F15EC587B2}" dt="2022-03-21T12:34:59.005" v="2602" actId="1076"/>
          <ac:spMkLst>
            <pc:docMk/>
            <pc:sldMk cId="0" sldId="261"/>
            <ac:spMk id="65541" creationId="{92709FDD-3D1F-0D47-95BB-280C4A4C6694}"/>
          </ac:spMkLst>
        </pc:spChg>
        <pc:spChg chg="mod topLvl">
          <ac:chgData name="Zheng Fei" userId="d19317889db4c986" providerId="LiveId" clId="{7C2AD6F1-D0BA-4689-8139-07F15EC587B2}" dt="2022-03-21T12:35:13.451" v="2606" actId="20577"/>
          <ac:spMkLst>
            <pc:docMk/>
            <pc:sldMk cId="0" sldId="261"/>
            <ac:spMk id="65542" creationId="{36CCCA20-8364-AD4A-A284-A901296A22B1}"/>
          </ac:spMkLst>
        </pc:spChg>
        <pc:grpChg chg="add del mod">
          <ac:chgData name="Zheng Fei" userId="d19317889db4c986" providerId="LiveId" clId="{7C2AD6F1-D0BA-4689-8139-07F15EC587B2}" dt="2022-04-04T09:06:45.076" v="4600" actId="478"/>
          <ac:grpSpMkLst>
            <pc:docMk/>
            <pc:sldMk cId="0" sldId="261"/>
            <ac:grpSpMk id="2" creationId="{928B8172-712D-43CF-9FB0-7D28F180D9D6}"/>
          </ac:grpSpMkLst>
        </pc:grpChg>
        <pc:grpChg chg="add mod">
          <ac:chgData name="Zheng Fei" userId="d19317889db4c986" providerId="LiveId" clId="{7C2AD6F1-D0BA-4689-8139-07F15EC587B2}" dt="2022-04-04T09:06:45.866" v="4601"/>
          <ac:grpSpMkLst>
            <pc:docMk/>
            <pc:sldMk cId="0" sldId="261"/>
            <ac:grpSpMk id="18" creationId="{CB0A5A54-69E9-477C-B9C7-83EEACE2FBC2}"/>
          </ac:grpSpMkLst>
        </pc:grpChg>
        <pc:grpChg chg="del">
          <ac:chgData name="Zheng Fei" userId="d19317889db4c986" providerId="LiveId" clId="{7C2AD6F1-D0BA-4689-8139-07F15EC587B2}" dt="2022-03-20T14:58:52.881" v="29" actId="478"/>
          <ac:grpSpMkLst>
            <pc:docMk/>
            <pc:sldMk cId="0" sldId="261"/>
            <ac:grpSpMk id="65546" creationId="{3F71356D-3DCF-4246-908C-198A5BE6CC3A}"/>
          </ac:grpSpMkLst>
        </pc:grpChg>
        <pc:graphicFrameChg chg="add mod">
          <ac:chgData name="Zheng Fei" userId="d19317889db4c986" providerId="LiveId" clId="{7C2AD6F1-D0BA-4689-8139-07F15EC587B2}" dt="2022-03-21T12:35:46.046" v="2611" actId="1035"/>
          <ac:graphicFrameMkLst>
            <pc:docMk/>
            <pc:sldMk cId="0" sldId="261"/>
            <ac:graphicFrameMk id="9" creationId="{BA6B681B-FFC7-487E-A45B-71F7645BC71B}"/>
          </ac:graphicFrameMkLst>
        </pc:graphicFrameChg>
        <pc:graphicFrameChg chg="add mod">
          <ac:chgData name="Zheng Fei" userId="d19317889db4c986" providerId="LiveId" clId="{7C2AD6F1-D0BA-4689-8139-07F15EC587B2}" dt="2022-03-21T12:35:46.046" v="2611" actId="1035"/>
          <ac:graphicFrameMkLst>
            <pc:docMk/>
            <pc:sldMk cId="0" sldId="261"/>
            <ac:graphicFrameMk id="10" creationId="{0BAA05A4-9427-4A5A-AE04-0F0E8D1C6D1D}"/>
          </ac:graphicFrameMkLst>
        </pc:graphicFrameChg>
        <pc:graphicFrameChg chg="add mod">
          <ac:chgData name="Zheng Fei" userId="d19317889db4c986" providerId="LiveId" clId="{7C2AD6F1-D0BA-4689-8139-07F15EC587B2}" dt="2022-03-21T12:35:46.046" v="2611" actId="1035"/>
          <ac:graphicFrameMkLst>
            <pc:docMk/>
            <pc:sldMk cId="0" sldId="261"/>
            <ac:graphicFrameMk id="11" creationId="{03C49BCA-BA2E-4DA2-9583-9B227518A227}"/>
          </ac:graphicFrameMkLst>
        </pc:graphicFrameChg>
        <pc:graphicFrameChg chg="de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3" creationId="{31CE1075-200C-1347-A646-DC557BBF0230}"/>
          </ac:graphicFrameMkLst>
        </pc:graphicFrameChg>
        <pc:graphicFrameChg chg="del topLv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4" creationId="{ABF5C69D-A68F-2846-9E79-C1E8D05901E5}"/>
          </ac:graphicFrameMkLst>
        </pc:graphicFrameChg>
        <pc:graphicFrameChg chg="de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5" creationId="{35A890A0-48E3-EB41-9A19-215CF7DD7EC2}"/>
          </ac:graphicFrameMkLst>
        </pc:graphicFrameChg>
        <pc:inkChg chg="add del">
          <ac:chgData name="Zheng Fei" userId="d19317889db4c986" providerId="LiveId" clId="{7C2AD6F1-D0BA-4689-8139-07F15EC587B2}" dt="2022-03-20T14:59:50.088" v="31" actId="9405"/>
          <ac:inkMkLst>
            <pc:docMk/>
            <pc:sldMk cId="0" sldId="261"/>
            <ac:inkMk id="2" creationId="{19EDCED5-F45A-4313-89D9-F6AC5A424555}"/>
          </ac:inkMkLst>
        </pc:inkChg>
      </pc:sldChg>
      <pc:sldChg chg="addSp delSp modSp ord modAnim">
        <pc:chgData name="Zheng Fei" userId="d19317889db4c986" providerId="LiveId" clId="{7C2AD6F1-D0BA-4689-8139-07F15EC587B2}" dt="2022-04-04T09:06:10.590" v="4599"/>
        <pc:sldMkLst>
          <pc:docMk/>
          <pc:sldMk cId="0" sldId="262"/>
        </pc:sldMkLst>
        <pc:spChg chg="add del mod">
          <ac:chgData name="Zheng Fei" userId="d19317889db4c986" providerId="LiveId" clId="{7C2AD6F1-D0BA-4689-8139-07F15EC587B2}" dt="2022-03-21T07:56:53.437" v="1086" actId="478"/>
          <ac:spMkLst>
            <pc:docMk/>
            <pc:sldMk cId="0" sldId="262"/>
            <ac:spMk id="2" creationId="{A997E9A7-E3FB-452B-87CD-BFD01D6F2578}"/>
          </ac:spMkLst>
        </pc:spChg>
        <pc:spChg chg="add mod">
          <ac:chgData name="Zheng Fei" userId="d19317889db4c986" providerId="LiveId" clId="{7C2AD6F1-D0BA-4689-8139-07F15EC587B2}" dt="2022-03-21T07:56:51.169" v="1085"/>
          <ac:spMkLst>
            <pc:docMk/>
            <pc:sldMk cId="0" sldId="262"/>
            <ac:spMk id="9" creationId="{49D656BA-479D-4571-82E4-93E028DB7622}"/>
          </ac:spMkLst>
        </pc:spChg>
        <pc:spChg chg="mod">
          <ac:chgData name="Zheng Fei" userId="d19317889db4c986" providerId="LiveId" clId="{7C2AD6F1-D0BA-4689-8139-07F15EC587B2}" dt="2022-03-21T08:01:53.129" v="1174" actId="114"/>
          <ac:spMkLst>
            <pc:docMk/>
            <pc:sldMk cId="0" sldId="262"/>
            <ac:spMk id="66562" creationId="{E4B9ED88-0A67-C84C-9C6C-C06F257AA800}"/>
          </ac:spMkLst>
        </pc:spChg>
        <pc:spChg chg="mod">
          <ac:chgData name="Zheng Fei" userId="d19317889db4c986" providerId="LiveId" clId="{7C2AD6F1-D0BA-4689-8139-07F15EC587B2}" dt="2022-03-21T08:01:41.132" v="1170" actId="114"/>
          <ac:spMkLst>
            <pc:docMk/>
            <pc:sldMk cId="0" sldId="262"/>
            <ac:spMk id="66563" creationId="{478A9266-B17C-DE4B-A276-6EF34E0CB566}"/>
          </ac:spMkLst>
        </pc:spChg>
        <pc:spChg chg="mod">
          <ac:chgData name="Zheng Fei" userId="d19317889db4c986" providerId="LiveId" clId="{7C2AD6F1-D0BA-4689-8139-07F15EC587B2}" dt="2022-03-21T08:01:43.820" v="1171" actId="114"/>
          <ac:spMkLst>
            <pc:docMk/>
            <pc:sldMk cId="0" sldId="262"/>
            <ac:spMk id="66564" creationId="{CE5AC33F-4168-4D47-BF7F-2343A551F1B1}"/>
          </ac:spMkLst>
        </pc:spChg>
        <pc:spChg chg="mod">
          <ac:chgData name="Zheng Fei" userId="d19317889db4c986" providerId="LiveId" clId="{7C2AD6F1-D0BA-4689-8139-07F15EC587B2}" dt="2022-03-21T08:01:49.764" v="1173" actId="114"/>
          <ac:spMkLst>
            <pc:docMk/>
            <pc:sldMk cId="0" sldId="262"/>
            <ac:spMk id="66565" creationId="{ADF406E0-C981-6848-82B2-67BD6282C531}"/>
          </ac:spMkLst>
        </pc:spChg>
        <pc:spChg chg="mod">
          <ac:chgData name="Zheng Fei" userId="d19317889db4c986" providerId="LiveId" clId="{7C2AD6F1-D0BA-4689-8139-07F15EC587B2}" dt="2022-03-21T07:56:18.267" v="1083" actId="1076"/>
          <ac:spMkLst>
            <pc:docMk/>
            <pc:sldMk cId="0" sldId="262"/>
            <ac:spMk id="66566" creationId="{08D5ACB3-CCE9-F240-A5B1-D4985722C7F5}"/>
          </ac:spMkLst>
        </pc:spChg>
        <pc:spChg chg="del">
          <ac:chgData name="Zheng Fei" userId="d19317889db4c986" providerId="LiveId" clId="{7C2AD6F1-D0BA-4689-8139-07F15EC587B2}" dt="2022-03-21T07:56:50.731" v="1084" actId="478"/>
          <ac:spMkLst>
            <pc:docMk/>
            <pc:sldMk cId="0" sldId="262"/>
            <ac:spMk id="66567" creationId="{E41F63C1-C9E0-1C4C-AA64-8A62771345C4}"/>
          </ac:spMkLst>
        </pc:spChg>
      </pc:sldChg>
      <pc:sldChg chg="addSp delSp modSp del ord modAnim">
        <pc:chgData name="Zheng Fei" userId="d19317889db4c986" providerId="LiveId" clId="{7C2AD6F1-D0BA-4689-8139-07F15EC587B2}" dt="2022-03-21T09:14:49.711" v="1568" actId="47"/>
        <pc:sldMkLst>
          <pc:docMk/>
          <pc:sldMk cId="0" sldId="263"/>
        </pc:sldMkLst>
        <pc:spChg chg="add del mod">
          <ac:chgData name="Zheng Fei" userId="d19317889db4c986" providerId="LiveId" clId="{7C2AD6F1-D0BA-4689-8139-07F15EC587B2}" dt="2022-03-21T09:14:27.330" v="1564" actId="478"/>
          <ac:spMkLst>
            <pc:docMk/>
            <pc:sldMk cId="0" sldId="263"/>
            <ac:spMk id="2" creationId="{34C3AFBC-841C-4B0E-94C5-849D230CC60E}"/>
          </ac:spMkLst>
        </pc:spChg>
        <pc:spChg chg="del">
          <ac:chgData name="Zheng Fei" userId="d19317889db4c986" providerId="LiveId" clId="{7C2AD6F1-D0BA-4689-8139-07F15EC587B2}" dt="2022-03-21T09:14:25.551" v="1563" actId="478"/>
          <ac:spMkLst>
            <pc:docMk/>
            <pc:sldMk cId="0" sldId="263"/>
            <ac:spMk id="67587" creationId="{EFC4D2A5-80F7-3649-B94B-F570F61D8B5B}"/>
          </ac:spMkLst>
        </pc:spChg>
      </pc:sldChg>
      <pc:sldChg chg="modSp modAnim">
        <pc:chgData name="Zheng Fei" userId="d19317889db4c986" providerId="LiveId" clId="{7C2AD6F1-D0BA-4689-8139-07F15EC587B2}" dt="2022-03-21T13:17:07.969" v="3123" actId="207"/>
        <pc:sldMkLst>
          <pc:docMk/>
          <pc:sldMk cId="0" sldId="264"/>
        </pc:sldMkLst>
        <pc:spChg chg="mod">
          <ac:chgData name="Zheng Fei" userId="d19317889db4c986" providerId="LiveId" clId="{7C2AD6F1-D0BA-4689-8139-07F15EC587B2}" dt="2022-03-21T09:14:58.391" v="1570" actId="12788"/>
          <ac:spMkLst>
            <pc:docMk/>
            <pc:sldMk cId="0" sldId="264"/>
            <ac:spMk id="68610" creationId="{FCBC43F4-6D2C-884B-A3F6-65689C219389}"/>
          </ac:spMkLst>
        </pc:spChg>
        <pc:spChg chg="mod">
          <ac:chgData name="Zheng Fei" userId="d19317889db4c986" providerId="LiveId" clId="{7C2AD6F1-D0BA-4689-8139-07F15EC587B2}" dt="2022-03-21T09:16:37.995" v="1592" actId="1036"/>
          <ac:spMkLst>
            <pc:docMk/>
            <pc:sldMk cId="0" sldId="264"/>
            <ac:spMk id="68611" creationId="{02625C09-D470-054F-88A9-BE5DE8AF442B}"/>
          </ac:spMkLst>
        </pc:spChg>
        <pc:spChg chg="mod">
          <ac:chgData name="Zheng Fei" userId="d19317889db4c986" providerId="LiveId" clId="{7C2AD6F1-D0BA-4689-8139-07F15EC587B2}" dt="2022-03-21T09:16:33.712" v="1589" actId="1036"/>
          <ac:spMkLst>
            <pc:docMk/>
            <pc:sldMk cId="0" sldId="264"/>
            <ac:spMk id="68612" creationId="{3C524127-EE79-9648-A69D-98917A61127A}"/>
          </ac:spMkLst>
        </pc:spChg>
        <pc:spChg chg="mod">
          <ac:chgData name="Zheng Fei" userId="d19317889db4c986" providerId="LiveId" clId="{7C2AD6F1-D0BA-4689-8139-07F15EC587B2}" dt="2022-03-21T13:17:05.479" v="3122" actId="207"/>
          <ac:spMkLst>
            <pc:docMk/>
            <pc:sldMk cId="0" sldId="264"/>
            <ac:spMk id="68613" creationId="{3A68CE6C-5B14-1D4D-A321-EFFCF6931790}"/>
          </ac:spMkLst>
        </pc:spChg>
        <pc:spChg chg="mod">
          <ac:chgData name="Zheng Fei" userId="d19317889db4c986" providerId="LiveId" clId="{7C2AD6F1-D0BA-4689-8139-07F15EC587B2}" dt="2022-03-21T13:17:07.969" v="3123" actId="207"/>
          <ac:spMkLst>
            <pc:docMk/>
            <pc:sldMk cId="0" sldId="264"/>
            <ac:spMk id="68614" creationId="{81EB7BC4-F1CD-1C4F-A5BE-6E571FD1C07E}"/>
          </ac:spMkLst>
        </pc:spChg>
        <pc:spChg chg="mod">
          <ac:chgData name="Zheng Fei" userId="d19317889db4c986" providerId="LiveId" clId="{7C2AD6F1-D0BA-4689-8139-07F15EC587B2}" dt="2022-03-21T09:16:18.572" v="1584" actId="1076"/>
          <ac:spMkLst>
            <pc:docMk/>
            <pc:sldMk cId="0" sldId="264"/>
            <ac:spMk id="68615" creationId="{3843CF23-8BA7-6D49-B29E-EA6098D1B147}"/>
          </ac:spMkLst>
        </pc:spChg>
      </pc:sldChg>
      <pc:sldChg chg="addSp delSp modSp mod delAnim modAnim">
        <pc:chgData name="Zheng Fei" userId="d19317889db4c986" providerId="LiveId" clId="{7C2AD6F1-D0BA-4689-8139-07F15EC587B2}" dt="2022-03-21T12:38:07.739" v="2632"/>
        <pc:sldMkLst>
          <pc:docMk/>
          <pc:sldMk cId="0" sldId="265"/>
        </pc:sldMkLst>
        <pc:spChg chg="add mod">
          <ac:chgData name="Zheng Fei" userId="d19317889db4c986" providerId="LiveId" clId="{7C2AD6F1-D0BA-4689-8139-07F15EC587B2}" dt="2022-03-21T12:38:07.739" v="2632"/>
          <ac:spMkLst>
            <pc:docMk/>
            <pc:sldMk cId="0" sldId="265"/>
            <ac:spMk id="2" creationId="{312D4565-0205-45ED-9021-6116B98A8C90}"/>
          </ac:spMkLst>
        </pc:spChg>
        <pc:spChg chg="mod">
          <ac:chgData name="Zheng Fei" userId="d19317889db4c986" providerId="LiveId" clId="{7C2AD6F1-D0BA-4689-8139-07F15EC587B2}" dt="2022-03-21T09:24:57.415" v="1675" actId="12788"/>
          <ac:spMkLst>
            <pc:docMk/>
            <pc:sldMk cId="0" sldId="265"/>
            <ac:spMk id="69634" creationId="{B6D52BBC-3D87-D646-8147-73F0C164DE3E}"/>
          </ac:spMkLst>
        </pc:spChg>
        <pc:spChg chg="mod topLvl">
          <ac:chgData name="Zheng Fei" userId="d19317889db4c986" providerId="LiveId" clId="{7C2AD6F1-D0BA-4689-8139-07F15EC587B2}" dt="2022-03-21T09:25:02.755" v="1679" actId="20577"/>
          <ac:spMkLst>
            <pc:docMk/>
            <pc:sldMk cId="0" sldId="265"/>
            <ac:spMk id="69635" creationId="{3FE89C70-1BC5-1A47-B958-4E24CACAA64F}"/>
          </ac:spMkLst>
        </pc:spChg>
        <pc:spChg chg="mod">
          <ac:chgData name="Zheng Fei" userId="d19317889db4c986" providerId="LiveId" clId="{7C2AD6F1-D0BA-4689-8139-07F15EC587B2}" dt="2022-03-21T12:38:03.268" v="2631" actId="1076"/>
          <ac:spMkLst>
            <pc:docMk/>
            <pc:sldMk cId="0" sldId="265"/>
            <ac:spMk id="69636" creationId="{A444F019-76AB-5F4C-A814-54C3F7B272F2}"/>
          </ac:spMkLst>
        </pc:spChg>
        <pc:spChg chg="del">
          <ac:chgData name="Zheng Fei" userId="d19317889db4c986" providerId="LiveId" clId="{7C2AD6F1-D0BA-4689-8139-07F15EC587B2}" dt="2022-03-20T15:11:05.890" v="250" actId="478"/>
          <ac:spMkLst>
            <pc:docMk/>
            <pc:sldMk cId="0" sldId="265"/>
            <ac:spMk id="69643" creationId="{EB7ADE7D-0ABE-E541-A00D-E6892C2B1894}"/>
          </ac:spMkLst>
        </pc:spChg>
        <pc:grpChg chg="del mod">
          <ac:chgData name="Zheng Fei" userId="d19317889db4c986" providerId="LiveId" clId="{7C2AD6F1-D0BA-4689-8139-07F15EC587B2}" dt="2022-03-21T09:19:07.053" v="1625" actId="478"/>
          <ac:grpSpMkLst>
            <pc:docMk/>
            <pc:sldMk cId="0" sldId="265"/>
            <ac:grpSpMk id="69644" creationId="{8588FC7B-A96E-5F47-AFD2-9CAFE024FBCF}"/>
          </ac:grpSpMkLst>
        </pc:grpChg>
        <pc:graphicFrameChg chg="mod">
          <ac:chgData name="Zheng Fei" userId="d19317889db4c986" providerId="LiveId" clId="{7C2AD6F1-D0BA-4689-8139-07F15EC587B2}" dt="2022-03-21T12:37:58.175" v="2630" actId="1076"/>
          <ac:graphicFrameMkLst>
            <pc:docMk/>
            <pc:sldMk cId="0" sldId="265"/>
            <ac:graphicFrameMk id="69638" creationId="{467039DB-CCB2-6E4F-8818-B69B216E5393}"/>
          </ac:graphicFrameMkLst>
        </pc:graphicFrameChg>
        <pc:graphicFrameChg chg="del mod topLvl">
          <ac:chgData name="Zheng Fei" userId="d19317889db4c986" providerId="LiveId" clId="{7C2AD6F1-D0BA-4689-8139-07F15EC587B2}" dt="2022-03-21T09:19:07.053" v="1625" actId="478"/>
          <ac:graphicFrameMkLst>
            <pc:docMk/>
            <pc:sldMk cId="0" sldId="265"/>
            <ac:graphicFrameMk id="69639" creationId="{6F5EA801-5425-144E-82DE-C06CD7B8394B}"/>
          </ac:graphicFrameMkLst>
        </pc:graphicFrameChg>
        <pc:graphicFrameChg chg="del">
          <ac:chgData name="Zheng Fei" userId="d19317889db4c986" providerId="LiveId" clId="{7C2AD6F1-D0BA-4689-8139-07F15EC587B2}" dt="2022-03-20T15:07:59.033" v="188" actId="478"/>
          <ac:graphicFrameMkLst>
            <pc:docMk/>
            <pc:sldMk cId="0" sldId="265"/>
            <ac:graphicFrameMk id="69640" creationId="{B511B5DE-25EB-674B-95D8-308992B76C90}"/>
          </ac:graphicFrameMkLst>
        </pc:graphicFrameChg>
        <pc:graphicFrameChg chg="del mod">
          <ac:chgData name="Zheng Fei" userId="d19317889db4c986" providerId="LiveId" clId="{7C2AD6F1-D0BA-4689-8139-07F15EC587B2}" dt="2022-03-20T15:09:14.040" v="209" actId="478"/>
          <ac:graphicFrameMkLst>
            <pc:docMk/>
            <pc:sldMk cId="0" sldId="265"/>
            <ac:graphicFrameMk id="69641" creationId="{6938E264-87FD-7A41-925B-A74321B64086}"/>
          </ac:graphicFrameMkLst>
        </pc:graphicFrameChg>
        <pc:graphicFrameChg chg="del mod">
          <ac:chgData name="Zheng Fei" userId="d19317889db4c986" providerId="LiveId" clId="{7C2AD6F1-D0BA-4689-8139-07F15EC587B2}" dt="2022-03-20T15:09:12.480" v="208" actId="478"/>
          <ac:graphicFrameMkLst>
            <pc:docMk/>
            <pc:sldMk cId="0" sldId="265"/>
            <ac:graphicFrameMk id="69642" creationId="{4D2F1954-E584-5B40-9A1B-7067E11C5854}"/>
          </ac:graphicFrameMkLst>
        </pc:graphicFrameChg>
        <pc:picChg chg="add mod modCrop">
          <ac:chgData name="Zheng Fei" userId="d19317889db4c986" providerId="LiveId" clId="{7C2AD6F1-D0BA-4689-8139-07F15EC587B2}" dt="2022-03-21T09:24:31.815" v="1664" actId="1076"/>
          <ac:picMkLst>
            <pc:docMk/>
            <pc:sldMk cId="0" sldId="265"/>
            <ac:picMk id="4" creationId="{E6759FD8-F812-43AC-AE9F-A604D9CD6076}"/>
          </ac:picMkLst>
        </pc:picChg>
      </pc:sldChg>
      <pc:sldChg chg="modSp mod modAnim">
        <pc:chgData name="Zheng Fei" userId="d19317889db4c986" providerId="LiveId" clId="{7C2AD6F1-D0BA-4689-8139-07F15EC587B2}" dt="2022-04-04T09:07:48.087" v="4611" actId="114"/>
        <pc:sldMkLst>
          <pc:docMk/>
          <pc:sldMk cId="0" sldId="267"/>
        </pc:sldMkLst>
        <pc:spChg chg="mod">
          <ac:chgData name="Zheng Fei" userId="d19317889db4c986" providerId="LiveId" clId="{7C2AD6F1-D0BA-4689-8139-07F15EC587B2}" dt="2022-03-21T12:38:55.017" v="2633" actId="114"/>
          <ac:spMkLst>
            <pc:docMk/>
            <pc:sldMk cId="0" sldId="267"/>
            <ac:spMk id="72707" creationId="{AB605B63-927F-C44B-8C6B-5820B085B10A}"/>
          </ac:spMkLst>
        </pc:spChg>
        <pc:spChg chg="mod">
          <ac:chgData name="Zheng Fei" userId="d19317889db4c986" providerId="LiveId" clId="{7C2AD6F1-D0BA-4689-8139-07F15EC587B2}" dt="2022-03-21T09:33:19.049" v="1827" actId="20577"/>
          <ac:spMkLst>
            <pc:docMk/>
            <pc:sldMk cId="0" sldId="267"/>
            <ac:spMk id="72708" creationId="{1885C26A-6A55-3241-8F6E-2C7592F7FACE}"/>
          </ac:spMkLst>
        </pc:spChg>
        <pc:spChg chg="mod">
          <ac:chgData name="Zheng Fei" userId="d19317889db4c986" providerId="LiveId" clId="{7C2AD6F1-D0BA-4689-8139-07F15EC587B2}" dt="2022-04-04T09:07:48.087" v="4611" actId="114"/>
          <ac:spMkLst>
            <pc:docMk/>
            <pc:sldMk cId="0" sldId="267"/>
            <ac:spMk id="72709" creationId="{7F551A94-40C9-5341-9398-4CD9F740510E}"/>
          </ac:spMkLst>
        </pc:spChg>
        <pc:spChg chg="mod">
          <ac:chgData name="Zheng Fei" userId="d19317889db4c986" providerId="LiveId" clId="{7C2AD6F1-D0BA-4689-8139-07F15EC587B2}" dt="2022-03-21T09:32:45.769" v="1815" actId="12788"/>
          <ac:spMkLst>
            <pc:docMk/>
            <pc:sldMk cId="0" sldId="267"/>
            <ac:spMk id="72710" creationId="{9FD8F82C-1BB0-3A4C-A22E-ECE7B2B4AF8B}"/>
          </ac:spMkLst>
        </pc:spChg>
        <pc:spChg chg="mod">
          <ac:chgData name="Zheng Fei" userId="d19317889db4c986" providerId="LiveId" clId="{7C2AD6F1-D0BA-4689-8139-07F15EC587B2}" dt="2022-03-21T09:34:18.389" v="1855" actId="552"/>
          <ac:spMkLst>
            <pc:docMk/>
            <pc:sldMk cId="0" sldId="267"/>
            <ac:spMk id="72711" creationId="{43340CAC-CAD9-514E-9AEF-AEC9DAFDDF2A}"/>
          </ac:spMkLst>
        </pc:spChg>
        <pc:graphicFrameChg chg="mod">
          <ac:chgData name="Zheng Fei" userId="d19317889db4c986" providerId="LiveId" clId="{7C2AD6F1-D0BA-4689-8139-07F15EC587B2}" dt="2022-03-21T12:40:21.597" v="2641"/>
          <ac:graphicFrameMkLst>
            <pc:docMk/>
            <pc:sldMk cId="0" sldId="267"/>
            <ac:graphicFrameMk id="72706" creationId="{9D013166-F305-7549-AEE1-EC6A50ECC6EF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4-04T09:08:39.943" v="4628" actId="20577"/>
        <pc:sldMkLst>
          <pc:docMk/>
          <pc:sldMk cId="0" sldId="268"/>
        </pc:sldMkLst>
        <pc:spChg chg="mod">
          <ac:chgData name="Zheng Fei" userId="d19317889db4c986" providerId="LiveId" clId="{7C2AD6F1-D0BA-4689-8139-07F15EC587B2}" dt="2022-03-21T12:40:42.242" v="2646" actId="1036"/>
          <ac:spMkLst>
            <pc:docMk/>
            <pc:sldMk cId="0" sldId="268"/>
            <ac:spMk id="73730" creationId="{184A9AAD-CBE8-3C4A-9C25-79AA1366B852}"/>
          </ac:spMkLst>
        </pc:spChg>
        <pc:spChg chg="mod">
          <ac:chgData name="Zheng Fei" userId="d19317889db4c986" providerId="LiveId" clId="{7C2AD6F1-D0BA-4689-8139-07F15EC587B2}" dt="2022-03-21T09:36:38.640" v="1891" actId="207"/>
          <ac:spMkLst>
            <pc:docMk/>
            <pc:sldMk cId="0" sldId="268"/>
            <ac:spMk id="73731" creationId="{8904FC05-4F6C-AF41-9DF5-3D2B97375DC1}"/>
          </ac:spMkLst>
        </pc:spChg>
        <pc:spChg chg="mod">
          <ac:chgData name="Zheng Fei" userId="d19317889db4c986" providerId="LiveId" clId="{7C2AD6F1-D0BA-4689-8139-07F15EC587B2}" dt="2022-04-04T09:07:58.693" v="4612" actId="114"/>
          <ac:spMkLst>
            <pc:docMk/>
            <pc:sldMk cId="0" sldId="268"/>
            <ac:spMk id="73732" creationId="{69FE6477-61F5-3542-91EF-0C82FC69274A}"/>
          </ac:spMkLst>
        </pc:spChg>
        <pc:spChg chg="mod">
          <ac:chgData name="Zheng Fei" userId="d19317889db4c986" providerId="LiveId" clId="{7C2AD6F1-D0BA-4689-8139-07F15EC587B2}" dt="2022-04-04T09:08:30.765" v="4624" actId="114"/>
          <ac:spMkLst>
            <pc:docMk/>
            <pc:sldMk cId="0" sldId="268"/>
            <ac:spMk id="73733" creationId="{8D97D223-E2C3-BE45-87BE-A3F5FDD42C35}"/>
          </ac:spMkLst>
        </pc:spChg>
        <pc:spChg chg="add mod">
          <ac:chgData name="Zheng Fei" userId="d19317889db4c986" providerId="LiveId" clId="{7C2AD6F1-D0BA-4689-8139-07F15EC587B2}" dt="2022-03-21T09:37:38.520" v="1908" actId="2711"/>
          <ac:spMkLst>
            <pc:docMk/>
            <pc:sldMk cId="0" sldId="268"/>
            <ac:spMk id="73734" creationId="{E8BDE86E-BC76-B047-8C5F-D7206250B041}"/>
          </ac:spMkLst>
        </pc:spChg>
        <pc:spChg chg="mod">
          <ac:chgData name="Zheng Fei" userId="d19317889db4c986" providerId="LiveId" clId="{7C2AD6F1-D0BA-4689-8139-07F15EC587B2}" dt="2022-04-04T09:08:24.707" v="4621"/>
          <ac:spMkLst>
            <pc:docMk/>
            <pc:sldMk cId="0" sldId="268"/>
            <ac:spMk id="73735" creationId="{16077833-C7B6-C14A-BA5F-D32EE4E1D2CD}"/>
          </ac:spMkLst>
        </pc:spChg>
        <pc:spChg chg="mod">
          <ac:chgData name="Zheng Fei" userId="d19317889db4c986" providerId="LiveId" clId="{7C2AD6F1-D0BA-4689-8139-07F15EC587B2}" dt="2022-04-04T09:08:26.607" v="4623"/>
          <ac:spMkLst>
            <pc:docMk/>
            <pc:sldMk cId="0" sldId="268"/>
            <ac:spMk id="73736" creationId="{B5F94087-BE36-5C4D-A862-9B8D85B30D85}"/>
          </ac:spMkLst>
        </pc:spChg>
        <pc:spChg chg="add mod">
          <ac:chgData name="Zheng Fei" userId="d19317889db4c986" providerId="LiveId" clId="{7C2AD6F1-D0BA-4689-8139-07F15EC587B2}" dt="2022-03-21T09:38:09.601" v="1917" actId="1036"/>
          <ac:spMkLst>
            <pc:docMk/>
            <pc:sldMk cId="0" sldId="268"/>
            <ac:spMk id="73737" creationId="{A51C3A4F-1241-5240-9B93-FCEEFF8C9D23}"/>
          </ac:spMkLst>
        </pc:spChg>
        <pc:spChg chg="add mod">
          <ac:chgData name="Zheng Fei" userId="d19317889db4c986" providerId="LiveId" clId="{7C2AD6F1-D0BA-4689-8139-07F15EC587B2}" dt="2022-03-21T09:38:31.055" v="1923" actId="1036"/>
          <ac:spMkLst>
            <pc:docMk/>
            <pc:sldMk cId="0" sldId="268"/>
            <ac:spMk id="73738" creationId="{630CBC73-0F98-4F47-98D4-C54A438257FE}"/>
          </ac:spMkLst>
        </pc:spChg>
        <pc:spChg chg="mod">
          <ac:chgData name="Zheng Fei" userId="d19317889db4c986" providerId="LiveId" clId="{7C2AD6F1-D0BA-4689-8139-07F15EC587B2}" dt="2022-04-04T09:08:33.816" v="4625" actId="114"/>
          <ac:spMkLst>
            <pc:docMk/>
            <pc:sldMk cId="0" sldId="268"/>
            <ac:spMk id="73739" creationId="{ABBCCFD2-DBB0-6A46-A2CB-0671202A9F54}"/>
          </ac:spMkLst>
        </pc:spChg>
        <pc:spChg chg="mod">
          <ac:chgData name="Zheng Fei" userId="d19317889db4c986" providerId="LiveId" clId="{7C2AD6F1-D0BA-4689-8139-07F15EC587B2}" dt="2022-04-04T09:08:36.345" v="4626" actId="114"/>
          <ac:spMkLst>
            <pc:docMk/>
            <pc:sldMk cId="0" sldId="268"/>
            <ac:spMk id="73740" creationId="{01FA7347-ED18-0D4E-94A5-7DEC9A086912}"/>
          </ac:spMkLst>
        </pc:spChg>
        <pc:spChg chg="mod">
          <ac:chgData name="Zheng Fei" userId="d19317889db4c986" providerId="LiveId" clId="{7C2AD6F1-D0BA-4689-8139-07F15EC587B2}" dt="2022-04-04T09:08:39.943" v="4628" actId="20577"/>
          <ac:spMkLst>
            <pc:docMk/>
            <pc:sldMk cId="0" sldId="268"/>
            <ac:spMk id="73741" creationId="{063EB188-C42E-5C47-99EE-FDA4600A2FCC}"/>
          </ac:spMkLst>
        </pc:spChg>
        <pc:graphicFrameChg chg="del mod replId">
          <ac:chgData name="Zheng Fei" userId="d19317889db4c986" providerId="LiveId" clId="{7C2AD6F1-D0BA-4689-8139-07F15EC587B2}" dt="2022-03-21T09:37:17.223" v="1900"/>
          <ac:graphicFrameMkLst>
            <pc:docMk/>
            <pc:sldMk cId="0" sldId="268"/>
            <ac:graphicFrameMk id="2" creationId="{E8BDE86E-BC76-B047-8C5F-D7206250B041}"/>
          </ac:graphicFrameMkLst>
        </pc:graphicFrameChg>
        <pc:graphicFrameChg chg="del mod replId">
          <ac:chgData name="Zheng Fei" userId="d19317889db4c986" providerId="LiveId" clId="{7C2AD6F1-D0BA-4689-8139-07F15EC587B2}" dt="2022-03-21T09:37:20.571" v="1902"/>
          <ac:graphicFrameMkLst>
            <pc:docMk/>
            <pc:sldMk cId="0" sldId="268"/>
            <ac:graphicFrameMk id="4" creationId="{A51C3A4F-1241-5240-9B93-FCEEFF8C9D23}"/>
          </ac:graphicFrameMkLst>
        </pc:graphicFrameChg>
        <pc:graphicFrameChg chg="del mod replId">
          <ac:chgData name="Zheng Fei" userId="d19317889db4c986" providerId="LiveId" clId="{7C2AD6F1-D0BA-4689-8139-07F15EC587B2}" dt="2022-03-21T09:37:22.597" v="1905"/>
          <ac:graphicFrameMkLst>
            <pc:docMk/>
            <pc:sldMk cId="0" sldId="268"/>
            <ac:graphicFrameMk id="6" creationId="{630CBC73-0F98-4F47-98D4-C54A438257FE}"/>
          </ac:graphicFrameMkLst>
        </pc:graphicFrameChg>
      </pc:sldChg>
      <pc:sldChg chg="addSp modSp mod modAnim">
        <pc:chgData name="Zheng Fei" userId="d19317889db4c986" providerId="LiveId" clId="{7C2AD6F1-D0BA-4689-8139-07F15EC587B2}" dt="2022-03-21T12:40:44.664" v="2647"/>
        <pc:sldMkLst>
          <pc:docMk/>
          <pc:sldMk cId="0" sldId="269"/>
        </pc:sldMkLst>
        <pc:spChg chg="add mod">
          <ac:chgData name="Zheng Fei" userId="d19317889db4c986" providerId="LiveId" clId="{7C2AD6F1-D0BA-4689-8139-07F15EC587B2}" dt="2022-03-21T12:40:44.664" v="2647"/>
          <ac:spMkLst>
            <pc:docMk/>
            <pc:sldMk cId="0" sldId="269"/>
            <ac:spMk id="16" creationId="{5C01A378-5687-4065-8D22-FAE02D5174A0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54" creationId="{61E34251-D126-7248-A973-4AA65F29FB2F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1" creationId="{EB460BC6-8ABA-2245-9F29-E264499F20D0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2" creationId="{A3A66B21-2ED0-AF42-98B0-8A8DA24E66A7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3" creationId="{C52AA575-89AF-6F4A-9C28-FF106BC8FB7F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4" creationId="{3B93D601-7220-E847-BFA8-7C8D4F92E228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6" creationId="{8B0F161B-270B-8043-BD71-CC2F0186F733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7" creationId="{FA4761A8-DEDF-3849-850C-60C0BDF81126}"/>
          </ac:spMkLst>
        </pc:spChg>
        <pc:grpChg chg="mod">
          <ac:chgData name="Zheng Fei" userId="d19317889db4c986" providerId="LiveId" clId="{7C2AD6F1-D0BA-4689-8139-07F15EC587B2}" dt="2022-03-21T12:39:40.216" v="2637" actId="1076"/>
          <ac:grpSpMkLst>
            <pc:docMk/>
            <pc:sldMk cId="0" sldId="269"/>
            <ac:grpSpMk id="74755" creationId="{36EAA2A5-CC63-6D4F-ADFC-A5D3BEDD5AD2}"/>
          </ac:grpSpMkLst>
        </pc:grpChg>
        <pc:graphicFrameChg chg="mod">
          <ac:chgData name="Zheng Fei" userId="d19317889db4c986" providerId="LiveId" clId="{7C2AD6F1-D0BA-4689-8139-07F15EC587B2}" dt="2022-03-21T12:39:52.269" v="2639"/>
          <ac:graphicFrameMkLst>
            <pc:docMk/>
            <pc:sldMk cId="0" sldId="269"/>
            <ac:graphicFrameMk id="74756" creationId="{0547B37E-9E83-1743-9741-601B336BCD5D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57" creationId="{23BA9E08-D9EE-3E4D-986A-C0F0A333BC6B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58" creationId="{22C98F4F-6653-2C42-A27A-17F0BBF906FD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59" creationId="{C8DD1959-E4D9-9B46-911C-ED1BFF6D3976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60" creationId="{F4AC7E41-1625-BC43-A120-4AD8F86F6237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65" creationId="{ACF2CE6A-CB15-E94F-9360-4B7DBA7C966D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2:42:15.384" v="2667" actId="1076"/>
        <pc:sldMkLst>
          <pc:docMk/>
          <pc:sldMk cId="0" sldId="270"/>
        </pc:sldMkLst>
        <pc:spChg chg="add mod">
          <ac:chgData name="Zheng Fei" userId="d19317889db4c986" providerId="LiveId" clId="{7C2AD6F1-D0BA-4689-8139-07F15EC587B2}" dt="2022-03-21T09:40:46.862" v="1965"/>
          <ac:spMkLst>
            <pc:docMk/>
            <pc:sldMk cId="0" sldId="270"/>
            <ac:spMk id="11" creationId="{90AB737E-3DEB-41C8-BBF1-787E6B0972BE}"/>
          </ac:spMkLst>
        </pc:spChg>
        <pc:spChg chg="add mod">
          <ac:chgData name="Zheng Fei" userId="d19317889db4c986" providerId="LiveId" clId="{7C2AD6F1-D0BA-4689-8139-07F15EC587B2}" dt="2022-03-21T12:41:29.822" v="2659" actId="1076"/>
          <ac:spMkLst>
            <pc:docMk/>
            <pc:sldMk cId="0" sldId="270"/>
            <ac:spMk id="12" creationId="{C3FB9FEF-71B4-4210-9960-BB82A850AF6C}"/>
          </ac:spMkLst>
        </pc:spChg>
        <pc:spChg chg="mod">
          <ac:chgData name="Zheng Fei" userId="d19317889db4c986" providerId="LiveId" clId="{7C2AD6F1-D0BA-4689-8139-07F15EC587B2}" dt="2022-03-21T09:41:34.194" v="1996" actId="1076"/>
          <ac:spMkLst>
            <pc:docMk/>
            <pc:sldMk cId="0" sldId="270"/>
            <ac:spMk id="75778" creationId="{38501C3E-CC83-254C-9156-E7A17793D4D4}"/>
          </ac:spMkLst>
        </pc:spChg>
        <pc:spChg chg="mod">
          <ac:chgData name="Zheng Fei" userId="d19317889db4c986" providerId="LiveId" clId="{7C2AD6F1-D0BA-4689-8139-07F15EC587B2}" dt="2022-03-21T12:41:24.093" v="2658" actId="1076"/>
          <ac:spMkLst>
            <pc:docMk/>
            <pc:sldMk cId="0" sldId="270"/>
            <ac:spMk id="75779" creationId="{FA9656A5-62C1-F645-B4E6-22621892FDD8}"/>
          </ac:spMkLst>
        </pc:spChg>
        <pc:spChg chg="mod">
          <ac:chgData name="Zheng Fei" userId="d19317889db4c986" providerId="LiveId" clId="{7C2AD6F1-D0BA-4689-8139-07F15EC587B2}" dt="2022-03-21T12:41:29.822" v="2659" actId="1076"/>
          <ac:spMkLst>
            <pc:docMk/>
            <pc:sldMk cId="0" sldId="270"/>
            <ac:spMk id="75780" creationId="{DAF08943-A2EE-9B47-97DB-454D875C89D4}"/>
          </ac:spMkLst>
        </pc:spChg>
        <pc:spChg chg="mod">
          <ac:chgData name="Zheng Fei" userId="d19317889db4c986" providerId="LiveId" clId="{7C2AD6F1-D0BA-4689-8139-07F15EC587B2}" dt="2022-03-21T12:42:15.384" v="2667" actId="1076"/>
          <ac:spMkLst>
            <pc:docMk/>
            <pc:sldMk cId="0" sldId="270"/>
            <ac:spMk id="75781" creationId="{F3646521-38FD-7244-9DE3-9EDE7474B346}"/>
          </ac:spMkLst>
        </pc:spChg>
        <pc:spChg chg="mod">
          <ac:chgData name="Zheng Fei" userId="d19317889db4c986" providerId="LiveId" clId="{7C2AD6F1-D0BA-4689-8139-07F15EC587B2}" dt="2022-03-21T12:42:15.384" v="2667" actId="1076"/>
          <ac:spMkLst>
            <pc:docMk/>
            <pc:sldMk cId="0" sldId="270"/>
            <ac:spMk id="75783" creationId="{DC1C60BC-285F-B64D-AEE9-52D9AE0C56B6}"/>
          </ac:spMkLst>
        </pc:spChg>
        <pc:spChg chg="mod">
          <ac:chgData name="Zheng Fei" userId="d19317889db4c986" providerId="LiveId" clId="{7C2AD6F1-D0BA-4689-8139-07F15EC587B2}" dt="2022-03-21T12:41:59.341" v="2662" actId="20577"/>
          <ac:spMkLst>
            <pc:docMk/>
            <pc:sldMk cId="0" sldId="270"/>
            <ac:spMk id="75784" creationId="{D3A85390-BB2B-314D-B266-2E9F92822674}"/>
          </ac:spMkLst>
        </pc:spChg>
        <pc:spChg chg="del mod">
          <ac:chgData name="Zheng Fei" userId="d19317889db4c986" providerId="LiveId" clId="{7C2AD6F1-D0BA-4689-8139-07F15EC587B2}" dt="2022-03-21T09:40:49.082" v="1966" actId="478"/>
          <ac:spMkLst>
            <pc:docMk/>
            <pc:sldMk cId="0" sldId="270"/>
            <ac:spMk id="75786" creationId="{FF58808E-3E1E-9341-A44E-6B63832926AD}"/>
          </ac:spMkLst>
        </pc:spChg>
        <pc:graphicFrameChg chg="mod">
          <ac:chgData name="Zheng Fei" userId="d19317889db4c986" providerId="LiveId" clId="{7C2AD6F1-D0BA-4689-8139-07F15EC587B2}" dt="2022-03-21T12:42:15.384" v="2667" actId="1076"/>
          <ac:graphicFrameMkLst>
            <pc:docMk/>
            <pc:sldMk cId="0" sldId="270"/>
            <ac:graphicFrameMk id="75782" creationId="{B5C84B67-9232-2049-A974-C77D1B07147E}"/>
          </ac:graphicFrameMkLst>
        </pc:graphicFrameChg>
        <pc:graphicFrameChg chg="mod">
          <ac:chgData name="Zheng Fei" userId="d19317889db4c986" providerId="LiveId" clId="{7C2AD6F1-D0BA-4689-8139-07F15EC587B2}" dt="2022-03-21T12:41:24.093" v="2658" actId="1076"/>
          <ac:graphicFrameMkLst>
            <pc:docMk/>
            <pc:sldMk cId="0" sldId="270"/>
            <ac:graphicFrameMk id="75785" creationId="{1BFDCB5D-EE4B-1449-A466-FA81F0267EFA}"/>
          </ac:graphicFrameMkLst>
        </pc:graphicFrameChg>
      </pc:sldChg>
      <pc:sldChg chg="addSp modSp mod modAnim">
        <pc:chgData name="Zheng Fei" userId="d19317889db4c986" providerId="LiveId" clId="{7C2AD6F1-D0BA-4689-8139-07F15EC587B2}" dt="2022-03-21T12:42:27.770" v="2669" actId="1076"/>
        <pc:sldMkLst>
          <pc:docMk/>
          <pc:sldMk cId="0" sldId="271"/>
        </pc:sldMkLst>
        <pc:spChg chg="add mod">
          <ac:chgData name="Zheng Fei" userId="d19317889db4c986" providerId="LiveId" clId="{7C2AD6F1-D0BA-4689-8139-07F15EC587B2}" dt="2022-03-21T09:44:46.394" v="2059"/>
          <ac:spMkLst>
            <pc:docMk/>
            <pc:sldMk cId="0" sldId="271"/>
            <ac:spMk id="12" creationId="{04B2C19D-07B5-4AB6-B4B6-74D375C144FD}"/>
          </ac:spMkLst>
        </pc:spChg>
        <pc:spChg chg="mod">
          <ac:chgData name="Zheng Fei" userId="d19317889db4c986" providerId="LiveId" clId="{7C2AD6F1-D0BA-4689-8139-07F15EC587B2}" dt="2022-03-21T09:45:40.684" v="2092" actId="1076"/>
          <ac:spMkLst>
            <pc:docMk/>
            <pc:sldMk cId="0" sldId="271"/>
            <ac:spMk id="76802" creationId="{35AA839A-4903-434F-A395-440FD0BBE052}"/>
          </ac:spMkLst>
        </pc:spChg>
        <pc:spChg chg="mod">
          <ac:chgData name="Zheng Fei" userId="d19317889db4c986" providerId="LiveId" clId="{7C2AD6F1-D0BA-4689-8139-07F15EC587B2}" dt="2022-03-21T09:45:35.424" v="2090" actId="1076"/>
          <ac:spMkLst>
            <pc:docMk/>
            <pc:sldMk cId="0" sldId="271"/>
            <ac:spMk id="76804" creationId="{496C2B27-A7E8-6342-A94E-02DEEE820528}"/>
          </ac:spMkLst>
        </pc:spChg>
        <pc:spChg chg="mod">
          <ac:chgData name="Zheng Fei" userId="d19317889db4c986" providerId="LiveId" clId="{7C2AD6F1-D0BA-4689-8139-07F15EC587B2}" dt="2022-03-21T12:42:27.770" v="2669" actId="1076"/>
          <ac:spMkLst>
            <pc:docMk/>
            <pc:sldMk cId="0" sldId="271"/>
            <ac:spMk id="76805" creationId="{C72455D1-5CD0-DD4C-9B3F-434C77249EC2}"/>
          </ac:spMkLst>
        </pc:spChg>
        <pc:spChg chg="mod">
          <ac:chgData name="Zheng Fei" userId="d19317889db4c986" providerId="LiveId" clId="{7C2AD6F1-D0BA-4689-8139-07F15EC587B2}" dt="2022-03-21T09:45:26.195" v="2087" actId="1076"/>
          <ac:spMkLst>
            <pc:docMk/>
            <pc:sldMk cId="0" sldId="271"/>
            <ac:spMk id="76806" creationId="{4A9E32B8-2B8B-8D45-8A39-B9D14AB762A2}"/>
          </ac:spMkLst>
        </pc:spChg>
        <pc:spChg chg="mod">
          <ac:chgData name="Zheng Fei" userId="d19317889db4c986" providerId="LiveId" clId="{7C2AD6F1-D0BA-4689-8139-07F15EC587B2}" dt="2022-03-21T12:42:23.354" v="2668" actId="1076"/>
          <ac:spMkLst>
            <pc:docMk/>
            <pc:sldMk cId="0" sldId="271"/>
            <ac:spMk id="76808" creationId="{0ACD0AAC-9124-7845-8EEA-43D53750617B}"/>
          </ac:spMkLst>
        </pc:spChg>
        <pc:spChg chg="mod">
          <ac:chgData name="Zheng Fei" userId="d19317889db4c986" providerId="LiveId" clId="{7C2AD6F1-D0BA-4689-8139-07F15EC587B2}" dt="2022-03-21T09:45:22.824" v="2086" actId="1036"/>
          <ac:spMkLst>
            <pc:docMk/>
            <pc:sldMk cId="0" sldId="271"/>
            <ac:spMk id="76810" creationId="{072CE250-40A2-E24D-ABEB-AFB529E7C2F5}"/>
          </ac:spMkLst>
        </pc:spChg>
        <pc:graphicFrameChg chg="mod">
          <ac:chgData name="Zheng Fei" userId="d19317889db4c986" providerId="LiveId" clId="{7C2AD6F1-D0BA-4689-8139-07F15EC587B2}" dt="2022-03-21T09:45:38.044" v="2091" actId="1076"/>
          <ac:graphicFrameMkLst>
            <pc:docMk/>
            <pc:sldMk cId="0" sldId="271"/>
            <ac:graphicFrameMk id="76803" creationId="{540EA1A7-179B-0647-9E95-D9C97BBE7C2A}"/>
          </ac:graphicFrameMkLst>
        </pc:graphicFrameChg>
        <pc:graphicFrameChg chg="mod">
          <ac:chgData name="Zheng Fei" userId="d19317889db4c986" providerId="LiveId" clId="{7C2AD6F1-D0BA-4689-8139-07F15EC587B2}" dt="2022-03-21T09:45:19.234" v="2081" actId="1036"/>
          <ac:graphicFrameMkLst>
            <pc:docMk/>
            <pc:sldMk cId="0" sldId="271"/>
            <ac:graphicFrameMk id="76807" creationId="{B2267A17-2E5B-BB4D-B30B-FB3962449B0B}"/>
          </ac:graphicFrameMkLst>
        </pc:graphicFrameChg>
        <pc:graphicFrameChg chg="mod">
          <ac:chgData name="Zheng Fei" userId="d19317889db4c986" providerId="LiveId" clId="{7C2AD6F1-D0BA-4689-8139-07F15EC587B2}" dt="2022-03-21T09:45:22.824" v="2086" actId="1036"/>
          <ac:graphicFrameMkLst>
            <pc:docMk/>
            <pc:sldMk cId="0" sldId="271"/>
            <ac:graphicFrameMk id="76809" creationId="{D7D9480E-0142-A34F-9A97-1097FDFDBBF4}"/>
          </ac:graphicFrameMkLst>
        </pc:graphicFrameChg>
        <pc:graphicFrameChg chg="mod">
          <ac:chgData name="Zheng Fei" userId="d19317889db4c986" providerId="LiveId" clId="{7C2AD6F1-D0BA-4689-8139-07F15EC587B2}" dt="2022-03-21T09:45:22.824" v="2086" actId="1036"/>
          <ac:graphicFrameMkLst>
            <pc:docMk/>
            <pc:sldMk cId="0" sldId="271"/>
            <ac:graphicFrameMk id="76812" creationId="{B83FFF4C-A7AB-CB47-AA4B-7294A15E3367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2:51:36.519" v="2796" actId="1076"/>
        <pc:sldMkLst>
          <pc:docMk/>
          <pc:sldMk cId="0" sldId="272"/>
        </pc:sldMkLst>
        <pc:spChg chg="add mod">
          <ac:chgData name="Zheng Fei" userId="d19317889db4c986" providerId="LiveId" clId="{7C2AD6F1-D0BA-4689-8139-07F15EC587B2}" dt="2022-03-21T12:43:40.422" v="2683" actId="1076"/>
          <ac:spMkLst>
            <pc:docMk/>
            <pc:sldMk cId="0" sldId="272"/>
            <ac:spMk id="19" creationId="{67C6A4E8-C978-43D3-9C8D-71937334982E}"/>
          </ac:spMkLst>
        </pc:spChg>
        <pc:spChg chg="add del mod">
          <ac:chgData name="Zheng Fei" userId="d19317889db4c986" providerId="LiveId" clId="{7C2AD6F1-D0BA-4689-8139-07F15EC587B2}" dt="2022-03-21T12:43:28.186" v="2680" actId="478"/>
          <ac:spMkLst>
            <pc:docMk/>
            <pc:sldMk cId="0" sldId="272"/>
            <ac:spMk id="20" creationId="{D4008885-A954-4170-B51E-579A23C8E048}"/>
          </ac:spMkLst>
        </pc:spChg>
        <pc:spChg chg="add mod">
          <ac:chgData name="Zheng Fei" userId="d19317889db4c986" providerId="LiveId" clId="{7C2AD6F1-D0BA-4689-8139-07F15EC587B2}" dt="2022-03-21T12:51:09.693" v="2794" actId="1036"/>
          <ac:spMkLst>
            <pc:docMk/>
            <pc:sldMk cId="0" sldId="272"/>
            <ac:spMk id="21" creationId="{E34144A7-C251-488E-88FF-0882ED4B71A2}"/>
          </ac:spMkLst>
        </pc:spChg>
        <pc:spChg chg="add del">
          <ac:chgData name="Zheng Fei" userId="d19317889db4c986" providerId="LiveId" clId="{7C2AD6F1-D0BA-4689-8139-07F15EC587B2}" dt="2022-03-21T12:46:13.077" v="2730" actId="22"/>
          <ac:spMkLst>
            <pc:docMk/>
            <pc:sldMk cId="0" sldId="272"/>
            <ac:spMk id="24" creationId="{5DE127CE-A2BF-4E46-8A4F-D734CE456E09}"/>
          </ac:spMkLst>
        </pc:spChg>
        <pc:spChg chg="add mod">
          <ac:chgData name="Zheng Fei" userId="d19317889db4c986" providerId="LiveId" clId="{7C2AD6F1-D0BA-4689-8139-07F15EC587B2}" dt="2022-03-21T12:51:09.693" v="2794" actId="1036"/>
          <ac:spMkLst>
            <pc:docMk/>
            <pc:sldMk cId="0" sldId="272"/>
            <ac:spMk id="26" creationId="{D7C34D52-6C0A-44FC-8051-46EE834F92B2}"/>
          </ac:spMkLst>
        </pc:spChg>
        <pc:spChg chg="add mod">
          <ac:chgData name="Zheng Fei" userId="d19317889db4c986" providerId="LiveId" clId="{7C2AD6F1-D0BA-4689-8139-07F15EC587B2}" dt="2022-03-21T12:50:52.974" v="2792" actId="1036"/>
          <ac:spMkLst>
            <pc:docMk/>
            <pc:sldMk cId="0" sldId="272"/>
            <ac:spMk id="27" creationId="{FF2D70BC-828C-4C8F-A2D1-A6CBF33B5172}"/>
          </ac:spMkLst>
        </pc:spChg>
        <pc:spChg chg="add mod">
          <ac:chgData name="Zheng Fei" userId="d19317889db4c986" providerId="LiveId" clId="{7C2AD6F1-D0BA-4689-8139-07F15EC587B2}" dt="2022-03-21T12:50:52.974" v="2792" actId="1036"/>
          <ac:spMkLst>
            <pc:docMk/>
            <pc:sldMk cId="0" sldId="272"/>
            <ac:spMk id="29" creationId="{FE0FF9F8-9211-4107-B097-59F40ED00C82}"/>
          </ac:spMkLst>
        </pc:spChg>
        <pc:spChg chg="add mod">
          <ac:chgData name="Zheng Fei" userId="d19317889db4c986" providerId="LiveId" clId="{7C2AD6F1-D0BA-4689-8139-07F15EC587B2}" dt="2022-03-21T12:50:52.974" v="2792" actId="1036"/>
          <ac:spMkLst>
            <pc:docMk/>
            <pc:sldMk cId="0" sldId="272"/>
            <ac:spMk id="30" creationId="{8D4350C0-AA6B-4AC6-92E1-85BAC1C9D3CE}"/>
          </ac:spMkLst>
        </pc:spChg>
        <pc:spChg chg="add mod">
          <ac:chgData name="Zheng Fei" userId="d19317889db4c986" providerId="LiveId" clId="{7C2AD6F1-D0BA-4689-8139-07F15EC587B2}" dt="2022-03-21T12:51:09.693" v="2794" actId="1036"/>
          <ac:spMkLst>
            <pc:docMk/>
            <pc:sldMk cId="0" sldId="272"/>
            <ac:spMk id="31" creationId="{9C1A3B5A-9AD1-4AAE-AEE4-71655C7C1BE2}"/>
          </ac:spMkLst>
        </pc:spChg>
        <pc:spChg chg="add mod">
          <ac:chgData name="Zheng Fei" userId="d19317889db4c986" providerId="LiveId" clId="{7C2AD6F1-D0BA-4689-8139-07F15EC587B2}" dt="2022-03-21T12:51:36.519" v="2796" actId="1076"/>
          <ac:spMkLst>
            <pc:docMk/>
            <pc:sldMk cId="0" sldId="272"/>
            <ac:spMk id="33" creationId="{38C33361-3A0C-4F79-9BFD-53AC6EB16AF8}"/>
          </ac:spMkLst>
        </pc:spChg>
        <pc:spChg chg="mod">
          <ac:chgData name="Zheng Fei" userId="d19317889db4c986" providerId="LiveId" clId="{7C2AD6F1-D0BA-4689-8139-07F15EC587B2}" dt="2022-03-21T09:48:27.622" v="2141" actId="12788"/>
          <ac:spMkLst>
            <pc:docMk/>
            <pc:sldMk cId="0" sldId="272"/>
            <ac:spMk id="77826" creationId="{96ABA3A4-09B6-9040-8F1C-EC413F0819A4}"/>
          </ac:spMkLst>
        </pc:spChg>
        <pc:spChg chg="mod">
          <ac:chgData name="Zheng Fei" userId="d19317889db4c986" providerId="LiveId" clId="{7C2AD6F1-D0BA-4689-8139-07F15EC587B2}" dt="2022-03-21T12:42:33.553" v="2670" actId="20577"/>
          <ac:spMkLst>
            <pc:docMk/>
            <pc:sldMk cId="0" sldId="272"/>
            <ac:spMk id="77827" creationId="{23EF1E68-B7EB-094F-9E79-60A46F6B7F25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29" creationId="{BF701809-F7E7-F740-B7AB-C64C14CAABCF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0" creationId="{63606BBF-0365-0A44-AFD8-C85DDF6E44D1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1" creationId="{A2F9729C-F894-854B-9D49-D98A9788D2A1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2" creationId="{8AD4171E-C2D6-8843-8615-7B73BF65E190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3" creationId="{DA9AC5AA-EBB1-6A44-9036-CEEE0C5D6F54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4" creationId="{52FAC712-775E-104D-9DF6-FC5B79505CB2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5" creationId="{67B8BA2F-2D85-D145-9805-BE88668D2873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6" creationId="{7EAE7FC8-DF20-7A40-B00E-B831A8D36251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7" creationId="{6E5CAEB0-7C6A-4941-8F19-999DFD2D07F2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8" creationId="{40EAE8F6-0426-2843-9B07-64A31AB1FA44}"/>
          </ac:spMkLst>
        </pc:spChg>
        <pc:spChg chg="del mod">
          <ac:chgData name="Zheng Fei" userId="d19317889db4c986" providerId="LiveId" clId="{7C2AD6F1-D0BA-4689-8139-07F15EC587B2}" dt="2022-03-21T12:43:28.186" v="2680" actId="478"/>
          <ac:spMkLst>
            <pc:docMk/>
            <pc:sldMk cId="0" sldId="272"/>
            <ac:spMk id="77839" creationId="{41F9918D-198C-DE48-9615-35F2B15F6B69}"/>
          </ac:spMkLst>
        </pc:spChg>
        <pc:spChg chg="del mod">
          <ac:chgData name="Zheng Fei" userId="d19317889db4c986" providerId="LiveId" clId="{7C2AD6F1-D0BA-4689-8139-07F15EC587B2}" dt="2022-03-21T12:43:28.186" v="2680" actId="478"/>
          <ac:spMkLst>
            <pc:docMk/>
            <pc:sldMk cId="0" sldId="272"/>
            <ac:spMk id="77840" creationId="{24E473C7-58A5-524F-94AA-CF2BD14AD5FF}"/>
          </ac:spMkLst>
        </pc:spChg>
        <pc:spChg chg="del mod">
          <ac:chgData name="Zheng Fei" userId="d19317889db4c986" providerId="LiveId" clId="{7C2AD6F1-D0BA-4689-8139-07F15EC587B2}" dt="2022-03-21T09:46:44.195" v="2119" actId="478"/>
          <ac:spMkLst>
            <pc:docMk/>
            <pc:sldMk cId="0" sldId="272"/>
            <ac:spMk id="77841" creationId="{8B20E34C-6C41-5144-8231-2399CFCD4C95}"/>
          </ac:spMkLst>
        </pc:spChg>
        <pc:spChg chg="del mod">
          <ac:chgData name="Zheng Fei" userId="d19317889db4c986" providerId="LiveId" clId="{7C2AD6F1-D0BA-4689-8139-07F15EC587B2}" dt="2022-03-21T12:43:20.706" v="2679" actId="478"/>
          <ac:spMkLst>
            <pc:docMk/>
            <pc:sldMk cId="0" sldId="272"/>
            <ac:spMk id="77842" creationId="{642625CC-F8A7-674F-8B11-85DB5D37BD0C}"/>
          </ac:spMkLst>
        </pc:spChg>
        <pc:grpChg chg="mod">
          <ac:chgData name="Zheng Fei" userId="d19317889db4c986" providerId="LiveId" clId="{7C2AD6F1-D0BA-4689-8139-07F15EC587B2}" dt="2022-03-21T12:43:31.786" v="2681" actId="1076"/>
          <ac:grpSpMkLst>
            <pc:docMk/>
            <pc:sldMk cId="0" sldId="272"/>
            <ac:grpSpMk id="77828" creationId="{E7114027-76C6-FF43-840A-0F08B7FAE252}"/>
          </ac:grpSpMkLst>
        </pc:grpChg>
        <pc:graphicFrameChg chg="add del mod replId">
          <ac:chgData name="Zheng Fei" userId="d19317889db4c986" providerId="LiveId" clId="{7C2AD6F1-D0BA-4689-8139-07F15EC587B2}" dt="2022-03-21T12:44:13.981" v="2687"/>
          <ac:graphicFrameMkLst>
            <pc:docMk/>
            <pc:sldMk cId="0" sldId="272"/>
            <ac:graphicFrameMk id="2" creationId="{E34144A7-C251-488E-88FF-0882ED4B71A2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4:06:23.893" v="4333"/>
        <pc:sldMkLst>
          <pc:docMk/>
          <pc:sldMk cId="0" sldId="273"/>
        </pc:sldMkLst>
        <pc:spChg chg="add del mod">
          <ac:chgData name="Zheng Fei" userId="d19317889db4c986" providerId="LiveId" clId="{7C2AD6F1-D0BA-4689-8139-07F15EC587B2}" dt="2022-03-21T12:55:17.147" v="2836" actId="478"/>
          <ac:spMkLst>
            <pc:docMk/>
            <pc:sldMk cId="0" sldId="273"/>
            <ac:spMk id="9" creationId="{86E16366-AEF5-42C4-97CF-62A60D058D65}"/>
          </ac:spMkLst>
        </pc:spChg>
        <pc:spChg chg="add del mod">
          <ac:chgData name="Zheng Fei" userId="d19317889db4c986" providerId="LiveId" clId="{7C2AD6F1-D0BA-4689-8139-07F15EC587B2}" dt="2022-03-21T12:55:19.809" v="2838" actId="478"/>
          <ac:spMkLst>
            <pc:docMk/>
            <pc:sldMk cId="0" sldId="273"/>
            <ac:spMk id="10" creationId="{1834B004-8633-4B98-AD72-F59775848B73}"/>
          </ac:spMkLst>
        </pc:spChg>
        <pc:spChg chg="add del mod">
          <ac:chgData name="Zheng Fei" userId="d19317889db4c986" providerId="LiveId" clId="{7C2AD6F1-D0BA-4689-8139-07F15EC587B2}" dt="2022-03-21T13:01:07.265" v="2980" actId="478"/>
          <ac:spMkLst>
            <pc:docMk/>
            <pc:sldMk cId="0" sldId="273"/>
            <ac:spMk id="11" creationId="{134258BD-DF5C-49A5-8949-3E6E86CEB0AD}"/>
          </ac:spMkLst>
        </pc:spChg>
        <pc:spChg chg="add del mod">
          <ac:chgData name="Zheng Fei" userId="d19317889db4c986" providerId="LiveId" clId="{7C2AD6F1-D0BA-4689-8139-07F15EC587B2}" dt="2022-03-21T14:04:22.912" v="4327" actId="21"/>
          <ac:spMkLst>
            <pc:docMk/>
            <pc:sldMk cId="0" sldId="273"/>
            <ac:spMk id="12" creationId="{3F0E6C22-5838-4850-9674-B0CC7ED6056F}"/>
          </ac:spMkLst>
        </pc:spChg>
        <pc:spChg chg="add mod">
          <ac:chgData name="Zheng Fei" userId="d19317889db4c986" providerId="LiveId" clId="{7C2AD6F1-D0BA-4689-8139-07F15EC587B2}" dt="2022-03-21T14:06:23.893" v="4333"/>
          <ac:spMkLst>
            <pc:docMk/>
            <pc:sldMk cId="0" sldId="273"/>
            <ac:spMk id="13" creationId="{D42821BC-24A6-4535-95EA-F99E50CB4078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0" creationId="{358F940D-A7B4-7547-A6BD-C623F183904D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1" creationId="{8414855A-6975-274B-9151-ED58E949B011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3" creationId="{FE04D1F6-4063-074E-B3DB-ACE8EC0FFA27}"/>
          </ac:spMkLst>
        </pc:spChg>
        <pc:spChg chg="add 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4" creationId="{2E18163F-4827-3A44-9DA4-923079214206}"/>
          </ac:spMkLst>
        </pc:spChg>
        <pc:spChg chg="add 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5" creationId="{9BB7678E-934F-0D42-8E43-7013276676D8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6" creationId="{4870B4DB-D74A-0B43-BB63-C326E5DB8A08}"/>
          </ac:spMkLst>
        </pc:spChg>
        <pc:graphicFrameChg chg="del mod replId">
          <ac:chgData name="Zheng Fei" userId="d19317889db4c986" providerId="LiveId" clId="{7C2AD6F1-D0BA-4689-8139-07F15EC587B2}" dt="2022-03-21T09:50:16.926" v="2163"/>
          <ac:graphicFrameMkLst>
            <pc:docMk/>
            <pc:sldMk cId="0" sldId="273"/>
            <ac:graphicFrameMk id="2" creationId="{2E18163F-4827-3A44-9DA4-923079214206}"/>
          </ac:graphicFrameMkLst>
        </pc:graphicFrameChg>
        <pc:graphicFrameChg chg="del mod replId">
          <ac:chgData name="Zheng Fei" userId="d19317889db4c986" providerId="LiveId" clId="{7C2AD6F1-D0BA-4689-8139-07F15EC587B2}" dt="2022-03-21T09:50:23.966" v="2170"/>
          <ac:graphicFrameMkLst>
            <pc:docMk/>
            <pc:sldMk cId="0" sldId="273"/>
            <ac:graphicFrameMk id="4" creationId="{9BB7678E-934F-0D42-8E43-7013276676D8}"/>
          </ac:graphicFrameMkLst>
        </pc:graphicFrameChg>
        <pc:graphicFrameChg chg="mod">
          <ac:chgData name="Zheng Fei" userId="d19317889db4c986" providerId="LiveId" clId="{7C2AD6F1-D0BA-4689-8139-07F15EC587B2}" dt="2022-03-21T12:55:25.674" v="2839" actId="1076"/>
          <ac:graphicFrameMkLst>
            <pc:docMk/>
            <pc:sldMk cId="0" sldId="273"/>
            <ac:graphicFrameMk id="78852" creationId="{1E08C23B-5AAF-A544-A56B-121944B63C8A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1:43.675" v="2992" actId="12788"/>
        <pc:sldMkLst>
          <pc:docMk/>
          <pc:sldMk cId="0" sldId="274"/>
        </pc:sldMkLst>
        <pc:spChg chg="add mod">
          <ac:chgData name="Zheng Fei" userId="d19317889db4c986" providerId="LiveId" clId="{7C2AD6F1-D0BA-4689-8139-07F15EC587B2}" dt="2022-03-21T13:01:36.159" v="2991" actId="113"/>
          <ac:spMkLst>
            <pc:docMk/>
            <pc:sldMk cId="0" sldId="274"/>
            <ac:spMk id="79874" creationId="{4CD78EE7-27D8-434C-B429-F3C60B888089}"/>
          </ac:spMkLst>
        </pc:spChg>
        <pc:spChg chg="mod">
          <ac:chgData name="Zheng Fei" userId="d19317889db4c986" providerId="LiveId" clId="{7C2AD6F1-D0BA-4689-8139-07F15EC587B2}" dt="2022-03-21T12:56:41.945" v="2869" actId="207"/>
          <ac:spMkLst>
            <pc:docMk/>
            <pc:sldMk cId="0" sldId="274"/>
            <ac:spMk id="79875" creationId="{2D082724-8D13-E943-8257-DCA0AEE15CEB}"/>
          </ac:spMkLst>
        </pc:spChg>
        <pc:spChg chg="mod">
          <ac:chgData name="Zheng Fei" userId="d19317889db4c986" providerId="LiveId" clId="{7C2AD6F1-D0BA-4689-8139-07F15EC587B2}" dt="2022-03-21T12:58:49.406" v="2917" actId="1076"/>
          <ac:spMkLst>
            <pc:docMk/>
            <pc:sldMk cId="0" sldId="274"/>
            <ac:spMk id="79876" creationId="{C02D94A9-412F-5648-818D-F623580610B8}"/>
          </ac:spMkLst>
        </pc:spChg>
        <pc:spChg chg="mod">
          <ac:chgData name="Zheng Fei" userId="d19317889db4c986" providerId="LiveId" clId="{7C2AD6F1-D0BA-4689-8139-07F15EC587B2}" dt="2022-03-21T13:01:43.675" v="2992" actId="12788"/>
          <ac:spMkLst>
            <pc:docMk/>
            <pc:sldMk cId="0" sldId="274"/>
            <ac:spMk id="79877" creationId="{3937CE9D-4407-3947-ADA3-B36C72F773F6}"/>
          </ac:spMkLst>
        </pc:spChg>
        <pc:spChg chg="del">
          <ac:chgData name="Zheng Fei" userId="d19317889db4c986" providerId="LiveId" clId="{7C2AD6F1-D0BA-4689-8139-07F15EC587B2}" dt="2022-03-21T12:55:56.467" v="2846" actId="478"/>
          <ac:spMkLst>
            <pc:docMk/>
            <pc:sldMk cId="0" sldId="274"/>
            <ac:spMk id="79878" creationId="{89F5B76F-7FDD-ED4D-9831-492B8809C32B}"/>
          </ac:spMkLst>
        </pc:spChg>
        <pc:spChg chg="mod">
          <ac:chgData name="Zheng Fei" userId="d19317889db4c986" providerId="LiveId" clId="{7C2AD6F1-D0BA-4689-8139-07F15EC587B2}" dt="2022-03-21T12:58:28.255" v="2912" actId="20577"/>
          <ac:spMkLst>
            <pc:docMk/>
            <pc:sldMk cId="0" sldId="274"/>
            <ac:spMk id="79879" creationId="{315A4930-9E54-DF4C-968C-BA0CACC2F14D}"/>
          </ac:spMkLst>
        </pc:spChg>
        <pc:spChg chg="mod">
          <ac:chgData name="Zheng Fei" userId="d19317889db4c986" providerId="LiveId" clId="{7C2AD6F1-D0BA-4689-8139-07F15EC587B2}" dt="2022-03-21T12:58:37.493" v="2915" actId="1036"/>
          <ac:spMkLst>
            <pc:docMk/>
            <pc:sldMk cId="0" sldId="274"/>
            <ac:spMk id="79880" creationId="{B8FF073E-B934-404D-A7F2-D45D17F7F794}"/>
          </ac:spMkLst>
        </pc:spChg>
        <pc:graphicFrameChg chg="del mod replId">
          <ac:chgData name="Zheng Fei" userId="d19317889db4c986" providerId="LiveId" clId="{7C2AD6F1-D0BA-4689-8139-07F15EC587B2}" dt="2022-03-21T12:56:13.362" v="2851"/>
          <ac:graphicFrameMkLst>
            <pc:docMk/>
            <pc:sldMk cId="0" sldId="274"/>
            <ac:graphicFrameMk id="2" creationId="{4CD78EE7-27D8-434C-B429-F3C60B888089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1:54.409" v="2994" actId="207"/>
        <pc:sldMkLst>
          <pc:docMk/>
          <pc:sldMk cId="0" sldId="275"/>
        </pc:sldMkLst>
        <pc:spChg chg="add mod">
          <ac:chgData name="Zheng Fei" userId="d19317889db4c986" providerId="LiveId" clId="{7C2AD6F1-D0BA-4689-8139-07F15EC587B2}" dt="2022-03-21T13:01:45.991" v="2993"/>
          <ac:spMkLst>
            <pc:docMk/>
            <pc:sldMk cId="0" sldId="275"/>
            <ac:spMk id="11" creationId="{8AA77C60-A53A-41A9-847C-30669A324001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1" creationId="{B859C3A8-D558-4C08-8318-102A361BE35A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2" creationId="{981ECC7E-BE4F-48F7-B41E-D0D25B4872E0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3" creationId="{87A87789-56EB-4D12-8B34-25A1A7CB5160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6" creationId="{E203205A-CC18-44AB-82A9-AEFC165D3008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7" creationId="{1A39F0BA-3CAB-4A5C-9FD0-82DDA69191CC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8" creationId="{E13BB052-3EEC-468C-935A-1F117117A830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9" creationId="{49746900-D1AA-462C-A6DA-A03EFEDBFD94}"/>
          </ac:spMkLst>
        </pc:spChg>
        <pc:spChg chg="mod">
          <ac:chgData name="Zheng Fei" userId="d19317889db4c986" providerId="LiveId" clId="{7C2AD6F1-D0BA-4689-8139-07F15EC587B2}" dt="2022-03-21T10:05:27.742" v="2378" actId="20577"/>
          <ac:spMkLst>
            <pc:docMk/>
            <pc:sldMk cId="0" sldId="275"/>
            <ac:spMk id="80898" creationId="{C579A1EC-980A-0E41-A769-B54A15A03B11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899" creationId="{36B9DE4B-269B-F140-8B44-FEBC29695EDE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0" creationId="{38E811FB-0406-7D49-9C91-F4F3C2FC17D6}"/>
          </ac:spMkLst>
        </pc:spChg>
        <pc:spChg chg="add mod">
          <ac:chgData name="Zheng Fei" userId="d19317889db4c986" providerId="LiveId" clId="{7C2AD6F1-D0BA-4689-8139-07F15EC587B2}" dt="2022-03-21T10:04:48.512" v="2357" actId="1076"/>
          <ac:spMkLst>
            <pc:docMk/>
            <pc:sldMk cId="0" sldId="275"/>
            <ac:spMk id="80901" creationId="{E98DE00E-9CBC-6548-962E-27F829BFD466}"/>
          </ac:spMkLst>
        </pc:spChg>
        <pc:spChg chg="mod">
          <ac:chgData name="Zheng Fei" userId="d19317889db4c986" providerId="LiveId" clId="{7C2AD6F1-D0BA-4689-8139-07F15EC587B2}" dt="2022-03-21T13:01:54.409" v="2994" actId="207"/>
          <ac:spMkLst>
            <pc:docMk/>
            <pc:sldMk cId="0" sldId="275"/>
            <ac:spMk id="80903" creationId="{3D55130C-028C-9A43-BB89-F36A4F40BB23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4" creationId="{F3E00451-788C-A340-A0BA-BFDDAA592F72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5" creationId="{F3210EC3-4BD7-4242-9AE8-ED890FA8C042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6" creationId="{ECB2200D-294A-0347-AF5E-3AA6DB29FA29}"/>
          </ac:spMkLst>
        </pc:spChg>
        <pc:graphicFrameChg chg="del mod replId">
          <ac:chgData name="Zheng Fei" userId="d19317889db4c986" providerId="LiveId" clId="{7C2AD6F1-D0BA-4689-8139-07F15EC587B2}" dt="2022-03-21T09:58:47.314" v="2220"/>
          <ac:graphicFrameMkLst>
            <pc:docMk/>
            <pc:sldMk cId="0" sldId="275"/>
            <ac:graphicFrameMk id="2" creationId="{E98DE00E-9CBC-6548-962E-27F829BFD466}"/>
          </ac:graphicFrameMkLst>
        </pc:graphicFrameChg>
        <pc:graphicFrameChg chg="add del mod">
          <ac:chgData name="Zheng Fei" userId="d19317889db4c986" providerId="LiveId" clId="{7C2AD6F1-D0BA-4689-8139-07F15EC587B2}" dt="2022-03-21T09:57:02.699" v="2204" actId="478"/>
          <ac:graphicFrameMkLst>
            <pc:docMk/>
            <pc:sldMk cId="0" sldId="275"/>
            <ac:graphicFrameMk id="14" creationId="{A2495E46-9EFB-4482-90AD-CC2B000D4084}"/>
          </ac:graphicFrameMkLst>
        </pc:graphicFrameChg>
        <pc:graphicFrameChg chg="add del mod">
          <ac:chgData name="Zheng Fei" userId="d19317889db4c986" providerId="LiveId" clId="{7C2AD6F1-D0BA-4689-8139-07F15EC587B2}" dt="2022-03-21T09:57:02.699" v="2204" actId="478"/>
          <ac:graphicFrameMkLst>
            <pc:docMk/>
            <pc:sldMk cId="0" sldId="275"/>
            <ac:graphicFrameMk id="15" creationId="{34CC4BFA-D092-4B8F-8E87-43A782F6868A}"/>
          </ac:graphicFrameMkLst>
        </pc:graphicFrameChg>
        <pc:graphicFrameChg chg="mod">
          <ac:chgData name="Zheng Fei" userId="d19317889db4c986" providerId="LiveId" clId="{7C2AD6F1-D0BA-4689-8139-07F15EC587B2}" dt="2022-03-21T10:04:49.732" v="2358" actId="1076"/>
          <ac:graphicFrameMkLst>
            <pc:docMk/>
            <pc:sldMk cId="0" sldId="275"/>
            <ac:graphicFrameMk id="80902" creationId="{AC25DBBB-5585-574A-B8A0-42E07BBBF58B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4-04T09:10:04.006" v="4643" actId="114"/>
        <pc:sldMkLst>
          <pc:docMk/>
          <pc:sldMk cId="0" sldId="276"/>
        </pc:sldMkLst>
        <pc:spChg chg="add mod">
          <ac:chgData name="Zheng Fei" userId="d19317889db4c986" providerId="LiveId" clId="{7C2AD6F1-D0BA-4689-8139-07F15EC587B2}" dt="2022-03-21T13:02:09.993" v="2995"/>
          <ac:spMkLst>
            <pc:docMk/>
            <pc:sldMk cId="0" sldId="276"/>
            <ac:spMk id="11" creationId="{361D7B49-6F39-4062-A0AE-52943557065E}"/>
          </ac:spMkLst>
        </pc:spChg>
        <pc:spChg chg="mod">
          <ac:chgData name="Zheng Fei" userId="d19317889db4c986" providerId="LiveId" clId="{7C2AD6F1-D0BA-4689-8139-07F15EC587B2}" dt="2022-03-21T10:04:16.092" v="2349" actId="1076"/>
          <ac:spMkLst>
            <pc:docMk/>
            <pc:sldMk cId="0" sldId="276"/>
            <ac:spMk id="81922" creationId="{14E0717B-6270-FB40-A783-B7657E66B286}"/>
          </ac:spMkLst>
        </pc:spChg>
        <pc:spChg chg="mod">
          <ac:chgData name="Zheng Fei" userId="d19317889db4c986" providerId="LiveId" clId="{7C2AD6F1-D0BA-4689-8139-07F15EC587B2}" dt="2022-03-21T13:02:16.285" v="2996" actId="207"/>
          <ac:spMkLst>
            <pc:docMk/>
            <pc:sldMk cId="0" sldId="276"/>
            <ac:spMk id="81923" creationId="{4334270D-D323-4D49-B6FC-9F2BF337973D}"/>
          </ac:spMkLst>
        </pc:spChg>
        <pc:spChg chg="mod">
          <ac:chgData name="Zheng Fei" userId="d19317889db4c986" providerId="LiveId" clId="{7C2AD6F1-D0BA-4689-8139-07F15EC587B2}" dt="2022-03-21T10:04:16.092" v="2349" actId="1076"/>
          <ac:spMkLst>
            <pc:docMk/>
            <pc:sldMk cId="0" sldId="276"/>
            <ac:spMk id="81924" creationId="{E5577144-0701-3949-9EC3-5C91E9F2E43C}"/>
          </ac:spMkLst>
        </pc:spChg>
        <pc:spChg chg="mod">
          <ac:chgData name="Zheng Fei" userId="d19317889db4c986" providerId="LiveId" clId="{7C2AD6F1-D0BA-4689-8139-07F15EC587B2}" dt="2022-04-04T09:10:04.006" v="4643" actId="114"/>
          <ac:spMkLst>
            <pc:docMk/>
            <pc:sldMk cId="0" sldId="276"/>
            <ac:spMk id="81925" creationId="{D2E142CE-A926-1A42-AB7A-01763CC6BEE7}"/>
          </ac:spMkLst>
        </pc:spChg>
        <pc:spChg chg="mod">
          <ac:chgData name="Zheng Fei" userId="d19317889db4c986" providerId="LiveId" clId="{7C2AD6F1-D0BA-4689-8139-07F15EC587B2}" dt="2022-03-21T10:03:00.266" v="2308" actId="20577"/>
          <ac:spMkLst>
            <pc:docMk/>
            <pc:sldMk cId="0" sldId="276"/>
            <ac:spMk id="81926" creationId="{7AAF924E-BD38-324E-BC14-2B7EFE9E0699}"/>
          </ac:spMkLst>
        </pc:spChg>
        <pc:spChg chg="add mod">
          <ac:chgData name="Zheng Fei" userId="d19317889db4c986" providerId="LiveId" clId="{7C2AD6F1-D0BA-4689-8139-07F15EC587B2}" dt="2022-03-21T10:04:25.992" v="2353" actId="27636"/>
          <ac:spMkLst>
            <pc:docMk/>
            <pc:sldMk cId="0" sldId="276"/>
            <ac:spMk id="81927" creationId="{76740E9C-6639-414B-B508-8F590AC33B20}"/>
          </ac:spMkLst>
        </pc:spChg>
        <pc:spChg chg="add mod">
          <ac:chgData name="Zheng Fei" userId="d19317889db4c986" providerId="LiveId" clId="{7C2AD6F1-D0BA-4689-8139-07F15EC587B2}" dt="2022-03-21T10:03:25.852" v="2325"/>
          <ac:spMkLst>
            <pc:docMk/>
            <pc:sldMk cId="0" sldId="276"/>
            <ac:spMk id="81928" creationId="{A1E1ADA1-3820-B243-BCC5-DFF9CAB4449A}"/>
          </ac:spMkLst>
        </pc:spChg>
        <pc:spChg chg="mod">
          <ac:chgData name="Zheng Fei" userId="d19317889db4c986" providerId="LiveId" clId="{7C2AD6F1-D0BA-4689-8139-07F15EC587B2}" dt="2022-03-21T10:03:53.882" v="2345" actId="20577"/>
          <ac:spMkLst>
            <pc:docMk/>
            <pc:sldMk cId="0" sldId="276"/>
            <ac:spMk id="81930" creationId="{61F031D6-5874-4E41-8BC5-38FDE4EE4F29}"/>
          </ac:spMkLst>
        </pc:spChg>
        <pc:graphicFrameChg chg="del mod replId">
          <ac:chgData name="Zheng Fei" userId="d19317889db4c986" providerId="LiveId" clId="{7C2AD6F1-D0BA-4689-8139-07F15EC587B2}" dt="2022-03-21T10:01:01.738" v="2267"/>
          <ac:graphicFrameMkLst>
            <pc:docMk/>
            <pc:sldMk cId="0" sldId="276"/>
            <ac:graphicFrameMk id="2" creationId="{A1E1ADA1-3820-B243-BCC5-DFF9CAB4449A}"/>
          </ac:graphicFrameMkLst>
        </pc:graphicFrameChg>
        <pc:graphicFrameChg chg="del mod replId">
          <ac:chgData name="Zheng Fei" userId="d19317889db4c986" providerId="LiveId" clId="{7C2AD6F1-D0BA-4689-8139-07F15EC587B2}" dt="2022-03-21T10:01:21.971" v="2282"/>
          <ac:graphicFrameMkLst>
            <pc:docMk/>
            <pc:sldMk cId="0" sldId="276"/>
            <ac:graphicFrameMk id="4" creationId="{76740E9C-6639-414B-B508-8F590AC33B20}"/>
          </ac:graphicFrameMkLst>
        </pc:graphicFrameChg>
        <pc:graphicFrameChg chg="mod">
          <ac:chgData name="Zheng Fei" userId="d19317889db4c986" providerId="LiveId" clId="{7C2AD6F1-D0BA-4689-8139-07F15EC587B2}" dt="2022-03-21T10:04:07.762" v="2348" actId="14100"/>
          <ac:graphicFrameMkLst>
            <pc:docMk/>
            <pc:sldMk cId="0" sldId="276"/>
            <ac:graphicFrameMk id="81929" creationId="{9E837817-2420-2F4A-B2F1-662A7BD66218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3:23.409" v="3013" actId="207"/>
        <pc:sldMkLst>
          <pc:docMk/>
          <pc:sldMk cId="0" sldId="279"/>
        </pc:sldMkLst>
        <pc:spChg chg="mod">
          <ac:chgData name="Zheng Fei" userId="d19317889db4c986" providerId="LiveId" clId="{7C2AD6F1-D0BA-4689-8139-07F15EC587B2}" dt="2022-03-21T13:02:43.177" v="3000" actId="207"/>
          <ac:spMkLst>
            <pc:docMk/>
            <pc:sldMk cId="0" sldId="279"/>
            <ac:spMk id="84994" creationId="{7B1F38FE-B449-CB44-B42F-2101E5DC1F7B}"/>
          </ac:spMkLst>
        </pc:spChg>
        <pc:spChg chg="mod">
          <ac:chgData name="Zheng Fei" userId="d19317889db4c986" providerId="LiveId" clId="{7C2AD6F1-D0BA-4689-8139-07F15EC587B2}" dt="2022-03-21T10:14:00.736" v="2491" actId="1076"/>
          <ac:spMkLst>
            <pc:docMk/>
            <pc:sldMk cId="0" sldId="279"/>
            <ac:spMk id="84995" creationId="{CA672615-A46E-1C47-B27C-4162311608AF}"/>
          </ac:spMkLst>
        </pc:spChg>
        <pc:spChg chg="add mod">
          <ac:chgData name="Zheng Fei" userId="d19317889db4c986" providerId="LiveId" clId="{7C2AD6F1-D0BA-4689-8139-07F15EC587B2}" dt="2022-03-21T13:03:14.392" v="3011"/>
          <ac:spMkLst>
            <pc:docMk/>
            <pc:sldMk cId="0" sldId="279"/>
            <ac:spMk id="84996" creationId="{26B80663-D7AE-BE41-A966-A40F4F6C7748}"/>
          </ac:spMkLst>
        </pc:spChg>
        <pc:spChg chg="mod">
          <ac:chgData name="Zheng Fei" userId="d19317889db4c986" providerId="LiveId" clId="{7C2AD6F1-D0BA-4689-8139-07F15EC587B2}" dt="2022-03-21T13:03:23.409" v="3013" actId="207"/>
          <ac:spMkLst>
            <pc:docMk/>
            <pc:sldMk cId="0" sldId="279"/>
            <ac:spMk id="84997" creationId="{1D02C3B9-4F75-BB47-90B1-0D98D975CB5C}"/>
          </ac:spMkLst>
        </pc:spChg>
        <pc:spChg chg="mod">
          <ac:chgData name="Zheng Fei" userId="d19317889db4c986" providerId="LiveId" clId="{7C2AD6F1-D0BA-4689-8139-07F15EC587B2}" dt="2022-03-21T13:03:20.140" v="3012" actId="207"/>
          <ac:spMkLst>
            <pc:docMk/>
            <pc:sldMk cId="0" sldId="279"/>
            <ac:spMk id="84998" creationId="{B1206129-FFA4-0545-8D76-B90CF6EAE099}"/>
          </ac:spMkLst>
        </pc:spChg>
        <pc:spChg chg="del mod">
          <ac:chgData name="Zheng Fei" userId="d19317889db4c986" providerId="LiveId" clId="{7C2AD6F1-D0BA-4689-8139-07F15EC587B2}" dt="2022-03-21T13:02:45.266" v="3001" actId="478"/>
          <ac:spMkLst>
            <pc:docMk/>
            <pc:sldMk cId="0" sldId="279"/>
            <ac:spMk id="84999" creationId="{7D1C9C25-CF28-DE4E-A0B7-67A822CD93D5}"/>
          </ac:spMkLst>
        </pc:spChg>
        <pc:graphicFrameChg chg="del mod replId">
          <ac:chgData name="Zheng Fei" userId="d19317889db4c986" providerId="LiveId" clId="{7C2AD6F1-D0BA-4689-8139-07F15EC587B2}" dt="2022-03-21T10:07:35.883" v="2382"/>
          <ac:graphicFrameMkLst>
            <pc:docMk/>
            <pc:sldMk cId="0" sldId="279"/>
            <ac:graphicFrameMk id="2" creationId="{26B80663-D7AE-BE41-A966-A40F4F6C7748}"/>
          </ac:graphicFrameMkLst>
        </pc:graphicFrameChg>
      </pc:sldChg>
      <pc:sldChg chg="addSp modSp mod modAnim">
        <pc:chgData name="Zheng Fei" userId="d19317889db4c986" providerId="LiveId" clId="{7C2AD6F1-D0BA-4689-8139-07F15EC587B2}" dt="2022-03-21T13:04:16.655" v="3018" actId="20577"/>
        <pc:sldMkLst>
          <pc:docMk/>
          <pc:sldMk cId="0" sldId="280"/>
        </pc:sldMkLst>
        <pc:spChg chg="add mod">
          <ac:chgData name="Zheng Fei" userId="d19317889db4c986" providerId="LiveId" clId="{7C2AD6F1-D0BA-4689-8139-07F15EC587B2}" dt="2022-03-21T13:03:58.295" v="3014"/>
          <ac:spMkLst>
            <pc:docMk/>
            <pc:sldMk cId="0" sldId="280"/>
            <ac:spMk id="6" creationId="{2C89F747-162B-49B6-8C26-88293E9895DB}"/>
          </ac:spMkLst>
        </pc:spChg>
        <pc:spChg chg="mod">
          <ac:chgData name="Zheng Fei" userId="d19317889db4c986" providerId="LiveId" clId="{7C2AD6F1-D0BA-4689-8139-07F15EC587B2}" dt="2022-03-21T13:04:16.655" v="3018" actId="20577"/>
          <ac:spMkLst>
            <pc:docMk/>
            <pc:sldMk cId="0" sldId="280"/>
            <ac:spMk id="86018" creationId="{80912C78-C162-F44B-8ECB-FEC44D742F21}"/>
          </ac:spMkLst>
        </pc:spChg>
        <pc:spChg chg="mod">
          <ac:chgData name="Zheng Fei" userId="d19317889db4c986" providerId="LiveId" clId="{7C2AD6F1-D0BA-4689-8139-07F15EC587B2}" dt="2022-03-21T10:08:53.964" v="2406" actId="20577"/>
          <ac:spMkLst>
            <pc:docMk/>
            <pc:sldMk cId="0" sldId="280"/>
            <ac:spMk id="86020" creationId="{C1876894-9129-1B41-9B40-06F8D540FD00}"/>
          </ac:spMkLst>
        </pc:spChg>
        <pc:spChg chg="mod">
          <ac:chgData name="Zheng Fei" userId="d19317889db4c986" providerId="LiveId" clId="{7C2AD6F1-D0BA-4689-8139-07F15EC587B2}" dt="2022-03-21T13:04:10.801" v="3015" actId="2711"/>
          <ac:spMkLst>
            <pc:docMk/>
            <pc:sldMk cId="0" sldId="280"/>
            <ac:spMk id="86021" creationId="{A4222B20-16D9-5745-BE52-459F3C33A583}"/>
          </ac:spMkLst>
        </pc:spChg>
        <pc:graphicFrameChg chg="mod">
          <ac:chgData name="Zheng Fei" userId="d19317889db4c986" providerId="LiveId" clId="{7C2AD6F1-D0BA-4689-8139-07F15EC587B2}" dt="2022-03-21T10:08:29.684" v="2400" actId="2711"/>
          <ac:graphicFrameMkLst>
            <pc:docMk/>
            <pc:sldMk cId="0" sldId="280"/>
            <ac:graphicFrameMk id="86019" creationId="{C9065834-A89A-394A-A6BD-FC031CD6E7CB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5:37.738" v="3036" actId="27636"/>
        <pc:sldMkLst>
          <pc:docMk/>
          <pc:sldMk cId="0" sldId="281"/>
        </pc:sldMkLst>
        <pc:spChg chg="add mod">
          <ac:chgData name="Zheng Fei" userId="d19317889db4c986" providerId="LiveId" clId="{7C2AD6F1-D0BA-4689-8139-07F15EC587B2}" dt="2022-03-21T13:04:29.085" v="3019"/>
          <ac:spMkLst>
            <pc:docMk/>
            <pc:sldMk cId="0" sldId="281"/>
            <ac:spMk id="15" creationId="{9916DE9F-9765-4EEC-9A70-822AC2EDDA24}"/>
          </ac:spMkLst>
        </pc:spChg>
        <pc:spChg chg="add del">
          <ac:chgData name="Zheng Fei" userId="d19317889db4c986" providerId="LiveId" clId="{7C2AD6F1-D0BA-4689-8139-07F15EC587B2}" dt="2022-03-21T10:11:01.245" v="2438" actId="22"/>
          <ac:spMkLst>
            <pc:docMk/>
            <pc:sldMk cId="0" sldId="281"/>
            <ac:spMk id="17" creationId="{63766520-41A7-4967-9581-9ABC0DA414E1}"/>
          </ac:spMkLst>
        </pc:spChg>
        <pc:spChg chg="add del">
          <ac:chgData name="Zheng Fei" userId="d19317889db4c986" providerId="LiveId" clId="{7C2AD6F1-D0BA-4689-8139-07F15EC587B2}" dt="2022-03-21T10:11:04.265" v="2444" actId="22"/>
          <ac:spMkLst>
            <pc:docMk/>
            <pc:sldMk cId="0" sldId="281"/>
            <ac:spMk id="19" creationId="{DA8F97DC-9EF6-4B51-A33E-58106EC73213}"/>
          </ac:spMkLst>
        </pc:spChg>
        <pc:spChg chg="add 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21" creationId="{8FCBBB19-0C48-472B-9D59-20E70A1A3175}"/>
          </ac:spMkLst>
        </pc:spChg>
        <pc:spChg chg="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87043" creationId="{85BE90E0-3536-4540-92B1-BDB7962CE12C}"/>
          </ac:spMkLst>
        </pc:spChg>
        <pc:spChg chg="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87045" creationId="{D4685A49-95F4-E043-A65B-6C1BC2349C8F}"/>
          </ac:spMkLst>
        </pc:spChg>
        <pc:spChg chg="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87046" creationId="{CC583D65-1158-E14C-8BD5-A463E110F2BF}"/>
          </ac:spMkLst>
        </pc:spChg>
        <pc:spChg chg="del mod">
          <ac:chgData name="Zheng Fei" userId="d19317889db4c986" providerId="LiveId" clId="{7C2AD6F1-D0BA-4689-8139-07F15EC587B2}" dt="2022-03-21T10:09:54.315" v="2413" actId="478"/>
          <ac:spMkLst>
            <pc:docMk/>
            <pc:sldMk cId="0" sldId="281"/>
            <ac:spMk id="87048" creationId="{807BC0E9-B306-5748-BC28-858DDC084456}"/>
          </ac:spMkLst>
        </pc:spChg>
        <pc:spChg chg="add mod">
          <ac:chgData name="Zheng Fei" userId="d19317889db4c986" providerId="LiveId" clId="{7C2AD6F1-D0BA-4689-8139-07F15EC587B2}" dt="2022-03-21T13:05:37.738" v="3036" actId="27636"/>
          <ac:spMkLst>
            <pc:docMk/>
            <pc:sldMk cId="0" sldId="281"/>
            <ac:spMk id="87050" creationId="{A195F1F9-B0F6-2C4F-B40F-6A1F7D82AF7F}"/>
          </ac:spMkLst>
        </pc:spChg>
        <pc:spChg chg="mod">
          <ac:chgData name="Zheng Fei" userId="d19317889db4c986" providerId="LiveId" clId="{7C2AD6F1-D0BA-4689-8139-07F15EC587B2}" dt="2022-03-21T13:05:01.728" v="3026" actId="1076"/>
          <ac:spMkLst>
            <pc:docMk/>
            <pc:sldMk cId="0" sldId="281"/>
            <ac:spMk id="87052" creationId="{05400EFF-0435-BB4E-BC8E-DFE9BA8C1B38}"/>
          </ac:spMkLst>
        </pc:spChg>
        <pc:spChg chg="mod">
          <ac:chgData name="Zheng Fei" userId="d19317889db4c986" providerId="LiveId" clId="{7C2AD6F1-D0BA-4689-8139-07F15EC587B2}" dt="2022-03-21T13:05:11.436" v="3028" actId="1076"/>
          <ac:spMkLst>
            <pc:docMk/>
            <pc:sldMk cId="0" sldId="281"/>
            <ac:spMk id="87053" creationId="{335D0F44-43B0-F744-AF48-9FBF725FF911}"/>
          </ac:spMkLst>
        </pc:spChg>
        <pc:grpChg chg="mod">
          <ac:chgData name="Zheng Fei" userId="d19317889db4c986" providerId="LiveId" clId="{7C2AD6F1-D0BA-4689-8139-07F15EC587B2}" dt="2022-03-21T13:04:58.401" v="3025" actId="1076"/>
          <ac:grpSpMkLst>
            <pc:docMk/>
            <pc:sldMk cId="0" sldId="281"/>
            <ac:grpSpMk id="87042" creationId="{A2A8CE0F-80A1-2E4F-ADAF-38F29DC0976D}"/>
          </ac:grpSpMkLst>
        </pc:grpChg>
        <pc:graphicFrameChg chg="del mod replId">
          <ac:chgData name="Zheng Fei" userId="d19317889db4c986" providerId="LiveId" clId="{7C2AD6F1-D0BA-4689-8139-07F15EC587B2}" dt="2022-03-21T13:05:31.352" v="3032"/>
          <ac:graphicFrameMkLst>
            <pc:docMk/>
            <pc:sldMk cId="0" sldId="281"/>
            <ac:graphicFrameMk id="2" creationId="{A195F1F9-B0F6-2C4F-B40F-6A1F7D82AF7F}"/>
          </ac:graphicFrameMkLst>
        </pc:graphicFrameChg>
        <pc:graphicFrameChg chg="mod">
          <ac:chgData name="Zheng Fei" userId="d19317889db4c986" providerId="LiveId" clId="{7C2AD6F1-D0BA-4689-8139-07F15EC587B2}" dt="2022-03-21T13:04:58.401" v="3025" actId="1076"/>
          <ac:graphicFrameMkLst>
            <pc:docMk/>
            <pc:sldMk cId="0" sldId="281"/>
            <ac:graphicFrameMk id="87044" creationId="{47EA4E98-4EDA-A144-85A6-A63D373CF65B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47" creationId="{524310EB-487E-8243-933F-7E1D064363F4}"/>
          </ac:graphicFrameMkLst>
        </pc:graphicFrameChg>
        <pc:graphicFrameChg chg="del mod">
          <ac:chgData name="Zheng Fei" userId="d19317889db4c986" providerId="LiveId" clId="{7C2AD6F1-D0BA-4689-8139-07F15EC587B2}" dt="2022-03-21T10:09:55.921" v="2414" actId="478"/>
          <ac:graphicFrameMkLst>
            <pc:docMk/>
            <pc:sldMk cId="0" sldId="281"/>
            <ac:graphicFrameMk id="87049" creationId="{7A227191-AA02-924E-9D0C-4AB0205FA0EC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51" creationId="{A0C3568B-0076-8841-8335-97DE2D03B4DE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54" creationId="{510DD927-9568-DE4B-80E8-BE432256B55E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55" creationId="{04201C47-9D79-C44E-A463-BFCD1EA242A3}"/>
          </ac:graphicFrameMkLst>
        </pc:graphicFrameChg>
      </pc:sldChg>
      <pc:sldChg chg="modSp mod modAnim">
        <pc:chgData name="Zheng Fei" userId="d19317889db4c986" providerId="LiveId" clId="{7C2AD6F1-D0BA-4689-8139-07F15EC587B2}" dt="2022-03-21T13:05:59.034" v="3039" actId="207"/>
        <pc:sldMkLst>
          <pc:docMk/>
          <pc:sldMk cId="0" sldId="283"/>
        </pc:sldMkLst>
        <pc:spChg chg="mod">
          <ac:chgData name="Zheng Fei" userId="d19317889db4c986" providerId="LiveId" clId="{7C2AD6F1-D0BA-4689-8139-07F15EC587B2}" dt="2022-03-21T10:13:48.066" v="2490" actId="113"/>
          <ac:spMkLst>
            <pc:docMk/>
            <pc:sldMk cId="0" sldId="283"/>
            <ac:spMk id="89090" creationId="{9A2DC609-CB3F-774A-902C-64B58D475013}"/>
          </ac:spMkLst>
        </pc:spChg>
        <pc:spChg chg="mod">
          <ac:chgData name="Zheng Fei" userId="d19317889db4c986" providerId="LiveId" clId="{7C2AD6F1-D0BA-4689-8139-07F15EC587B2}" dt="2022-03-21T10:13:44.216" v="2489" actId="207"/>
          <ac:spMkLst>
            <pc:docMk/>
            <pc:sldMk cId="0" sldId="283"/>
            <ac:spMk id="89091" creationId="{F4FEE75B-82F7-5B46-AB0B-4B4357DFF641}"/>
          </ac:spMkLst>
        </pc:spChg>
        <pc:spChg chg="mod">
          <ac:chgData name="Zheng Fei" userId="d19317889db4c986" providerId="LiveId" clId="{7C2AD6F1-D0BA-4689-8139-07F15EC587B2}" dt="2022-03-21T13:05:59.034" v="3039" actId="207"/>
          <ac:spMkLst>
            <pc:docMk/>
            <pc:sldMk cId="0" sldId="283"/>
            <ac:spMk id="89093" creationId="{B25143FF-946F-6F4F-8225-44FBB2681EFF}"/>
          </ac:spMkLst>
        </pc:spChg>
        <pc:graphicFrameChg chg="mod">
          <ac:chgData name="Zheng Fei" userId="d19317889db4c986" providerId="LiveId" clId="{7C2AD6F1-D0BA-4689-8139-07F15EC587B2}" dt="2022-03-21T10:12:31.745" v="2473" actId="1076"/>
          <ac:graphicFrameMkLst>
            <pc:docMk/>
            <pc:sldMk cId="0" sldId="283"/>
            <ac:graphicFrameMk id="89092" creationId="{AB4B2977-597F-0D48-9667-D06AE9652256}"/>
          </ac:graphicFrameMkLst>
        </pc:graphicFrameChg>
        <pc:graphicFrameChg chg="mod">
          <ac:chgData name="Zheng Fei" userId="d19317889db4c986" providerId="LiveId" clId="{7C2AD6F1-D0BA-4689-8139-07F15EC587B2}" dt="2022-03-21T10:12:34.146" v="2474" actId="1076"/>
          <ac:graphicFrameMkLst>
            <pc:docMk/>
            <pc:sldMk cId="0" sldId="283"/>
            <ac:graphicFrameMk id="89095" creationId="{5423AA83-D8D3-A34A-B6C8-9A5175DC4651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4:18:31.753" v="4582" actId="20577"/>
        <pc:sldMkLst>
          <pc:docMk/>
          <pc:sldMk cId="0" sldId="285"/>
        </pc:sldMkLst>
        <pc:spChg chg="mod">
          <ac:chgData name="Zheng Fei" userId="d19317889db4c986" providerId="LiveId" clId="{7C2AD6F1-D0BA-4689-8139-07F15EC587B2}" dt="2022-03-21T14:18:31.753" v="4582" actId="20577"/>
          <ac:spMkLst>
            <pc:docMk/>
            <pc:sldMk cId="0" sldId="285"/>
            <ac:spMk id="91141" creationId="{9FAEB2DE-2E03-9C41-BE73-642753D99F4E}"/>
          </ac:spMkLst>
        </pc:spChg>
        <pc:spChg chg="mod">
          <ac:chgData name="Zheng Fei" userId="d19317889db4c986" providerId="LiveId" clId="{7C2AD6F1-D0BA-4689-8139-07F15EC587B2}" dt="2022-03-21T13:09:07.105" v="3067"/>
          <ac:spMkLst>
            <pc:docMk/>
            <pc:sldMk cId="0" sldId="285"/>
            <ac:spMk id="91143" creationId="{92179F1A-FC30-644E-BF22-FA17A97F299E}"/>
          </ac:spMkLst>
        </pc:spChg>
        <pc:spChg chg="add mod">
          <ac:chgData name="Zheng Fei" userId="d19317889db4c986" providerId="LiveId" clId="{7C2AD6F1-D0BA-4689-8139-07F15EC587B2}" dt="2022-03-21T13:09:13.867" v="3071" actId="114"/>
          <ac:spMkLst>
            <pc:docMk/>
            <pc:sldMk cId="0" sldId="285"/>
            <ac:spMk id="91144" creationId="{C188BB00-6ACA-3C4A-A785-9CCF9C03D3C4}"/>
          </ac:spMkLst>
        </pc:spChg>
        <pc:spChg chg="del mod">
          <ac:chgData name="Zheng Fei" userId="d19317889db4c986" providerId="LiveId" clId="{7C2AD6F1-D0BA-4689-8139-07F15EC587B2}" dt="2022-03-21T14:10:23.386" v="4350" actId="478"/>
          <ac:spMkLst>
            <pc:docMk/>
            <pc:sldMk cId="0" sldId="285"/>
            <ac:spMk id="91146" creationId="{048744BB-7685-114A-96A2-462CE9DFA22F}"/>
          </ac:spMkLst>
        </pc:spChg>
        <pc:grpChg chg="del mod">
          <ac:chgData name="Zheng Fei" userId="d19317889db4c986" providerId="LiveId" clId="{7C2AD6F1-D0BA-4689-8139-07F15EC587B2}" dt="2022-03-21T14:10:21.378" v="4349" actId="478"/>
          <ac:grpSpMkLst>
            <pc:docMk/>
            <pc:sldMk cId="0" sldId="285"/>
            <ac:grpSpMk id="91145" creationId="{9FF1CC72-C142-8340-BB35-224902307548}"/>
          </ac:grpSpMkLst>
        </pc:grpChg>
        <pc:graphicFrameChg chg="del mod replId">
          <ac:chgData name="Zheng Fei" userId="d19317889db4c986" providerId="LiveId" clId="{7C2AD6F1-D0BA-4689-8139-07F15EC587B2}" dt="2022-03-21T13:09:07.105" v="3067"/>
          <ac:graphicFrameMkLst>
            <pc:docMk/>
            <pc:sldMk cId="0" sldId="285"/>
            <ac:graphicFrameMk id="2" creationId="{C188BB00-6ACA-3C4A-A785-9CCF9C03D3C4}"/>
          </ac:graphicFrameMkLst>
        </pc:graphicFrameChg>
        <pc:graphicFrameChg chg="del mod">
          <ac:chgData name="Zheng Fei" userId="d19317889db4c986" providerId="LiveId" clId="{7C2AD6F1-D0BA-4689-8139-07F15EC587B2}" dt="2022-03-21T14:10:19.762" v="4348" actId="478"/>
          <ac:graphicFrameMkLst>
            <pc:docMk/>
            <pc:sldMk cId="0" sldId="285"/>
            <ac:graphicFrameMk id="91142" creationId="{8FECDF23-526B-EF48-8D57-6AD18EC6B86E}"/>
          </ac:graphicFrameMkLst>
        </pc:graphicFrameChg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6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7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8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9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0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1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2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3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4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6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7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8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9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0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1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2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3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4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5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6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7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8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9"/>
        </pc:sldMkLst>
      </pc:sldChg>
      <pc:sldChg chg="modSp new del mod">
        <pc:chgData name="Zheng Fei" userId="d19317889db4c986" providerId="LiveId" clId="{7C2AD6F1-D0BA-4689-8139-07F15EC587B2}" dt="2022-03-21T07:46:28.222" v="950" actId="47"/>
        <pc:sldMkLst>
          <pc:docMk/>
          <pc:sldMk cId="87566819" sldId="310"/>
        </pc:sldMkLst>
        <pc:spChg chg="mod">
          <ac:chgData name="Zheng Fei" userId="d19317889db4c986" providerId="LiveId" clId="{7C2AD6F1-D0BA-4689-8139-07F15EC587B2}" dt="2022-03-20T14:57:40.439" v="15" actId="20577"/>
          <ac:spMkLst>
            <pc:docMk/>
            <pc:sldMk cId="87566819" sldId="310"/>
            <ac:spMk id="2" creationId="{9C62542F-E55C-4465-B9D7-B4995BE3D7F7}"/>
          </ac:spMkLst>
        </pc:spChg>
      </pc:sldChg>
      <pc:sldChg chg="modSp new del mod">
        <pc:chgData name="Zheng Fei" userId="d19317889db4c986" providerId="LiveId" clId="{7C2AD6F1-D0BA-4689-8139-07F15EC587B2}" dt="2022-03-21T07:55:04.338" v="1072" actId="47"/>
        <pc:sldMkLst>
          <pc:docMk/>
          <pc:sldMk cId="806932767" sldId="311"/>
        </pc:sldMkLst>
        <pc:spChg chg="mod">
          <ac:chgData name="Zheng Fei" userId="d19317889db4c986" providerId="LiveId" clId="{7C2AD6F1-D0BA-4689-8139-07F15EC587B2}" dt="2022-03-20T14:57:47.479" v="20" actId="20577"/>
          <ac:spMkLst>
            <pc:docMk/>
            <pc:sldMk cId="806932767" sldId="311"/>
            <ac:spMk id="2" creationId="{1A4002DD-A4C7-4C78-A9A8-E21B54528DC6}"/>
          </ac:spMkLst>
        </pc:spChg>
      </pc:sldChg>
      <pc:sldChg chg="addSp delSp modSp add mod ord modAnim">
        <pc:chgData name="Zheng Fei" userId="d19317889db4c986" providerId="LiveId" clId="{7C2AD6F1-D0BA-4689-8139-07F15EC587B2}" dt="2022-04-04T09:07:34.452" v="4610"/>
        <pc:sldMkLst>
          <pc:docMk/>
          <pc:sldMk cId="1259915869" sldId="312"/>
        </pc:sldMkLst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4" creationId="{5E4A1D8C-0EAD-4B64-98A4-3B4366B13353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5" creationId="{49B001F2-CE5B-47B9-AE8B-8483433F70DA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9" creationId="{794DD668-2541-4A14-A875-75FCE5E343E6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0" creationId="{66B32CAE-EC24-4D9D-9CBA-9D972B4C0768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1" creationId="{08DFE916-B8A3-4481-BB78-7A4B4982BA9C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2" creationId="{72B850B5-B94C-481A-813F-66F70D9F326A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3" creationId="{BC380A27-872A-4F5B-93DA-88E8AA2842F8}"/>
          </ac:spMkLst>
        </pc:spChg>
        <pc:spChg chg="mod">
          <ac:chgData name="Zheng Fei" userId="d19317889db4c986" providerId="LiveId" clId="{7C2AD6F1-D0BA-4689-8139-07F15EC587B2}" dt="2022-03-21T09:08:41.211" v="1494" actId="12788"/>
          <ac:spMkLst>
            <pc:docMk/>
            <pc:sldMk cId="1259915869" sldId="312"/>
            <ac:spMk id="67586" creationId="{24D3A3F1-EA7B-034C-8D56-42ABCC4DD26C}"/>
          </ac:spMkLst>
        </pc:spChg>
        <pc:spChg chg="mod">
          <ac:chgData name="Zheng Fei" userId="d19317889db4c986" providerId="LiveId" clId="{7C2AD6F1-D0BA-4689-8139-07F15EC587B2}" dt="2022-03-21T12:37:20.367" v="2626" actId="20577"/>
          <ac:spMkLst>
            <pc:docMk/>
            <pc:sldMk cId="1259915869" sldId="312"/>
            <ac:spMk id="67587" creationId="{EFC4D2A5-80F7-3649-B94B-F570F61D8B5B}"/>
          </ac:spMkLst>
        </pc:spChg>
        <pc:spChg chg="del">
          <ac:chgData name="Zheng Fei" userId="d19317889db4c986" providerId="LiveId" clId="{7C2AD6F1-D0BA-4689-8139-07F15EC587B2}" dt="2022-03-20T15:04:33.347" v="80" actId="478"/>
          <ac:spMkLst>
            <pc:docMk/>
            <pc:sldMk cId="1259915869" sldId="312"/>
            <ac:spMk id="67588" creationId="{3F063E24-CF01-4242-9C5B-1CD2EDF9A639}"/>
          </ac:spMkLst>
        </pc:spChg>
        <pc:spChg chg="del">
          <ac:chgData name="Zheng Fei" userId="d19317889db4c986" providerId="LiveId" clId="{7C2AD6F1-D0BA-4689-8139-07F15EC587B2}" dt="2022-03-20T15:04:31.936" v="79" actId="478"/>
          <ac:spMkLst>
            <pc:docMk/>
            <pc:sldMk cId="1259915869" sldId="312"/>
            <ac:spMk id="67589" creationId="{897BE894-D6A5-4448-9F4A-BE1B69D0994B}"/>
          </ac:spMkLst>
        </pc:spChg>
        <pc:graphicFrameChg chg="add del mod">
          <ac:chgData name="Zheng Fei" userId="d19317889db4c986" providerId="LiveId" clId="{7C2AD6F1-D0BA-4689-8139-07F15EC587B2}" dt="2022-03-21T12:37:10.342" v="2620"/>
          <ac:graphicFrameMkLst>
            <pc:docMk/>
            <pc:sldMk cId="1259915869" sldId="312"/>
            <ac:graphicFrameMk id="6" creationId="{664EE317-5D66-4F82-A538-EFAD9BED9543}"/>
          </ac:graphicFrameMkLst>
        </pc:graphicFrameChg>
        <pc:graphicFrameChg chg="add del mod">
          <ac:chgData name="Zheng Fei" userId="d19317889db4c986" providerId="LiveId" clId="{7C2AD6F1-D0BA-4689-8139-07F15EC587B2}" dt="2022-03-21T12:37:10.342" v="2620"/>
          <ac:graphicFrameMkLst>
            <pc:docMk/>
            <pc:sldMk cId="1259915869" sldId="312"/>
            <ac:graphicFrameMk id="7" creationId="{031922AF-DAF1-4F26-AB97-197C4A0DB285}"/>
          </ac:graphicFrameMkLst>
        </pc:graphicFrameChg>
        <pc:graphicFrameChg chg="add del mod">
          <ac:chgData name="Zheng Fei" userId="d19317889db4c986" providerId="LiveId" clId="{7C2AD6F1-D0BA-4689-8139-07F15EC587B2}" dt="2022-03-21T12:37:10.342" v="2620"/>
          <ac:graphicFrameMkLst>
            <pc:docMk/>
            <pc:sldMk cId="1259915869" sldId="312"/>
            <ac:graphicFrameMk id="8" creationId="{38426A0C-B9BB-41F3-BAA0-080F2958FAAA}"/>
          </ac:graphicFrameMkLst>
        </pc:graphicFrameChg>
      </pc:sldChg>
      <pc:sldChg chg="new del">
        <pc:chgData name="Zheng Fei" userId="d19317889db4c986" providerId="LiveId" clId="{7C2AD6F1-D0BA-4689-8139-07F15EC587B2}" dt="2022-03-20T15:04:25.166" v="77" actId="2696"/>
        <pc:sldMkLst>
          <pc:docMk/>
          <pc:sldMk cId="1276400698" sldId="312"/>
        </pc:sldMkLst>
      </pc:sldChg>
      <pc:sldChg chg="delSp modSp add modAnim">
        <pc:chgData name="Zheng Fei" userId="d19317889db4c986" providerId="LiveId" clId="{7C2AD6F1-D0BA-4689-8139-07F15EC587B2}" dt="2022-03-21T09:25:29.936" v="1683"/>
        <pc:sldMkLst>
          <pc:docMk/>
          <pc:sldMk cId="165694961" sldId="313"/>
        </pc:sldMkLst>
        <pc:spChg chg="mod">
          <ac:chgData name="Zheng Fei" userId="d19317889db4c986" providerId="LiveId" clId="{7C2AD6F1-D0BA-4689-8139-07F15EC587B2}" dt="2022-03-21T09:17:20.722" v="1606" actId="12788"/>
          <ac:spMkLst>
            <pc:docMk/>
            <pc:sldMk cId="165694961" sldId="313"/>
            <ac:spMk id="68610" creationId="{FCBC43F4-6D2C-884B-A3F6-65689C219389}"/>
          </ac:spMkLst>
        </pc:spChg>
        <pc:spChg chg="del">
          <ac:chgData name="Zheng Fei" userId="d19317889db4c986" providerId="LiveId" clId="{7C2AD6F1-D0BA-4689-8139-07F15EC587B2}" dt="2022-03-21T09:17:27.652" v="1607" actId="478"/>
          <ac:spMkLst>
            <pc:docMk/>
            <pc:sldMk cId="165694961" sldId="313"/>
            <ac:spMk id="68611" creationId="{02625C09-D470-054F-88A9-BE5DE8AF442B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2" creationId="{3C524127-EE79-9648-A69D-98917A61127A}"/>
          </ac:spMkLst>
        </pc:spChg>
        <pc:spChg chg="mod">
          <ac:chgData name="Zheng Fei" userId="d19317889db4c986" providerId="LiveId" clId="{7C2AD6F1-D0BA-4689-8139-07F15EC587B2}" dt="2022-03-21T09:18:35.117" v="1621" actId="207"/>
          <ac:spMkLst>
            <pc:docMk/>
            <pc:sldMk cId="165694961" sldId="313"/>
            <ac:spMk id="68613" creationId="{3A68CE6C-5B14-1D4D-A321-EFFCF6931790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4" creationId="{81EB7BC4-F1CD-1C4F-A5BE-6E571FD1C07E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5" creationId="{3843CF23-8BA7-6D49-B29E-EA6098D1B147}"/>
          </ac:spMkLst>
        </pc:spChg>
      </pc:sldChg>
      <pc:sldChg chg="addSp modSp new del mod">
        <pc:chgData name="Zheng Fei" userId="d19317889db4c986" providerId="LiveId" clId="{7C2AD6F1-D0BA-4689-8139-07F15EC587B2}" dt="2022-03-21T09:25:56.066" v="1686" actId="2696"/>
        <pc:sldMkLst>
          <pc:docMk/>
          <pc:sldMk cId="1194298045" sldId="314"/>
        </pc:sldMkLst>
        <pc:spChg chg="add mod">
          <ac:chgData name="Zheng Fei" userId="d19317889db4c986" providerId="LiveId" clId="{7C2AD6F1-D0BA-4689-8139-07F15EC587B2}" dt="2022-03-20T15:12:33.454" v="271" actId="1076"/>
          <ac:spMkLst>
            <pc:docMk/>
            <pc:sldMk cId="1194298045" sldId="314"/>
            <ac:spMk id="2" creationId="{0B360AE6-E2A8-48DE-A9B4-E840EDA8C782}"/>
          </ac:spMkLst>
        </pc:spChg>
      </pc:sldChg>
      <pc:sldChg chg="addSp modSp new del mod">
        <pc:chgData name="Zheng Fei" userId="d19317889db4c986" providerId="LiveId" clId="{7C2AD6F1-D0BA-4689-8139-07F15EC587B2}" dt="2022-03-21T09:45:54.094" v="2093" actId="47"/>
        <pc:sldMkLst>
          <pc:docMk/>
          <pc:sldMk cId="2486012159" sldId="315"/>
        </pc:sldMkLst>
        <pc:spChg chg="add mod">
          <ac:chgData name="Zheng Fei" userId="d19317889db4c986" providerId="LiveId" clId="{7C2AD6F1-D0BA-4689-8139-07F15EC587B2}" dt="2022-03-20T15:16:01.110" v="343" actId="20577"/>
          <ac:spMkLst>
            <pc:docMk/>
            <pc:sldMk cId="2486012159" sldId="315"/>
            <ac:spMk id="2" creationId="{869A370C-349F-470A-A4D7-2FF2247A6759}"/>
          </ac:spMkLst>
        </pc:spChg>
      </pc:sldChg>
      <pc:sldChg chg="modSp new del mod">
        <pc:chgData name="Zheng Fei" userId="d19317889db4c986" providerId="LiveId" clId="{7C2AD6F1-D0BA-4689-8139-07F15EC587B2}" dt="2022-03-21T09:48:30.468" v="2142" actId="47"/>
        <pc:sldMkLst>
          <pc:docMk/>
          <pc:sldMk cId="724451132" sldId="316"/>
        </pc:sldMkLst>
        <pc:spChg chg="mod">
          <ac:chgData name="Zheng Fei" userId="d19317889db4c986" providerId="LiveId" clId="{7C2AD6F1-D0BA-4689-8139-07F15EC587B2}" dt="2022-03-21T09:47:43.235" v="2128" actId="21"/>
          <ac:spMkLst>
            <pc:docMk/>
            <pc:sldMk cId="724451132" sldId="316"/>
            <ac:spMk id="3" creationId="{06EAB4D1-04B1-436E-AD85-0229EA8CA4F2}"/>
          </ac:spMkLst>
        </pc:spChg>
      </pc:sldChg>
      <pc:sldChg chg="addSp delSp modSp add mod">
        <pc:chgData name="Zheng Fei" userId="d19317889db4c986" providerId="LiveId" clId="{7C2AD6F1-D0BA-4689-8139-07F15EC587B2}" dt="2022-03-21T08:41:56.507" v="1184" actId="114"/>
        <pc:sldMkLst>
          <pc:docMk/>
          <pc:sldMk cId="1473580486" sldId="317"/>
        </pc:sldMkLst>
        <pc:spChg chg="mod">
          <ac:chgData name="Zheng Fei" userId="d19317889db4c986" providerId="LiveId" clId="{7C2AD6F1-D0BA-4689-8139-07F15EC587B2}" dt="2022-03-21T08:40:50.847" v="1182" actId="2711"/>
          <ac:spMkLst>
            <pc:docMk/>
            <pc:sldMk cId="1473580486" sldId="317"/>
            <ac:spMk id="2" creationId="{C04253D1-615A-4349-BFA1-8C203190435C}"/>
          </ac:spMkLst>
        </pc:spChg>
        <pc:spChg chg="add del mod">
          <ac:chgData name="Zheng Fei" userId="d19317889db4c986" providerId="LiveId" clId="{7C2AD6F1-D0BA-4689-8139-07F15EC587B2}" dt="2022-03-21T07:41:14.215" v="844" actId="478"/>
          <ac:spMkLst>
            <pc:docMk/>
            <pc:sldMk cId="1473580486" sldId="317"/>
            <ac:spMk id="3" creationId="{CAC93E04-319A-4972-9FE0-D76B43BCF3AA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4" creationId="{52462E01-E34B-4DF1-A664-8B7734F94F17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0" creationId="{CF7B7A89-7A23-4C8B-95C1-D4FD3CA81904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1" creationId="{637A3223-ED58-4856-8A62-1AC3B730E51F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2" creationId="{991BDED1-CFA8-496B-884D-E56C2695B94D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3" creationId="{5C49C94D-DB6A-4C02-A4FA-A978808D4BB9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4" creationId="{C434C41D-7950-40A6-A717-A025A727902D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5" creationId="{5B605AA9-5458-4EEA-AA09-EE94AB301AC4}"/>
          </ac:spMkLst>
        </pc:spChg>
        <pc:spChg chg="mod">
          <ac:chgData name="Zheng Fei" userId="d19317889db4c986" providerId="LiveId" clId="{7C2AD6F1-D0BA-4689-8139-07F15EC587B2}" dt="2022-03-21T08:02:29.180" v="1177" actId="114"/>
          <ac:spMkLst>
            <pc:docMk/>
            <pc:sldMk cId="1473580486" sldId="317"/>
            <ac:spMk id="64514" creationId="{8039605C-9F4D-ED4F-8405-BCD3B1D30849}"/>
          </ac:spMkLst>
        </pc:spChg>
        <pc:spChg chg="mod">
          <ac:chgData name="Zheng Fei" userId="d19317889db4c986" providerId="LiveId" clId="{7C2AD6F1-D0BA-4689-8139-07F15EC587B2}" dt="2022-03-21T08:41:56.507" v="1184" actId="114"/>
          <ac:spMkLst>
            <pc:docMk/>
            <pc:sldMk cId="1473580486" sldId="317"/>
            <ac:spMk id="64515" creationId="{D246DF8A-42A4-E542-B2AE-884BFC9AC288}"/>
          </ac:spMkLst>
        </pc:spChg>
        <pc:spChg chg="del">
          <ac:chgData name="Zheng Fei" userId="d19317889db4c986" providerId="LiveId" clId="{7C2AD6F1-D0BA-4689-8139-07F15EC587B2}" dt="2022-03-21T07:36:53.033" v="832" actId="478"/>
          <ac:spMkLst>
            <pc:docMk/>
            <pc:sldMk cId="1473580486" sldId="317"/>
            <ac:spMk id="64516" creationId="{67747F90-A8C8-9A46-BA33-CAC2A1997045}"/>
          </ac:spMkLst>
        </pc:spChg>
        <pc:spChg chg="del mod">
          <ac:chgData name="Zheng Fei" userId="d19317889db4c986" providerId="LiveId" clId="{7C2AD6F1-D0BA-4689-8139-07F15EC587B2}" dt="2022-03-21T07:36:52.103" v="831" actId="478"/>
          <ac:spMkLst>
            <pc:docMk/>
            <pc:sldMk cId="1473580486" sldId="317"/>
            <ac:spMk id="64517" creationId="{17F3E8B7-D9EF-B447-B773-DE5DDEAE1430}"/>
          </ac:spMkLst>
        </pc:spChg>
      </pc:sldChg>
      <pc:sldChg chg="addSp delSp modSp add mod setBg setFolMasterObjs">
        <pc:chgData name="Zheng Fei" userId="d19317889db4c986" providerId="LiveId" clId="{7C2AD6F1-D0BA-4689-8139-07F15EC587B2}" dt="2022-03-21T08:41:46.978" v="1183" actId="114"/>
        <pc:sldMkLst>
          <pc:docMk/>
          <pc:sldMk cId="1782971290" sldId="318"/>
        </pc:sldMkLst>
        <pc:spChg chg="del">
          <ac:chgData name="Zheng Fei" userId="d19317889db4c986" providerId="LiveId" clId="{7C2AD6F1-D0BA-4689-8139-07F15EC587B2}" dt="2022-03-21T07:46:47.361" v="954" actId="478"/>
          <ac:spMkLst>
            <pc:docMk/>
            <pc:sldMk cId="1782971290" sldId="318"/>
            <ac:spMk id="2" creationId="{C04253D1-615A-4349-BFA1-8C203190435C}"/>
          </ac:spMkLst>
        </pc:spChg>
        <pc:spChg chg="add del mod">
          <ac:chgData name="Zheng Fei" userId="d19317889db4c986" providerId="LiveId" clId="{7C2AD6F1-D0BA-4689-8139-07F15EC587B2}" dt="2022-03-21T07:46:44.285" v="953" actId="478"/>
          <ac:spMkLst>
            <pc:docMk/>
            <pc:sldMk cId="1782971290" sldId="318"/>
            <ac:spMk id="3" creationId="{A3C4DD78-B1B2-473E-85E8-9068FD9A6557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4" creationId="{52462E01-E34B-4DF1-A664-8B7734F94F17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0" creationId="{CF7B7A89-7A23-4C8B-95C1-D4FD3CA81904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1" creationId="{637A3223-ED58-4856-8A62-1AC3B730E51F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2" creationId="{991BDED1-CFA8-496B-884D-E56C2695B94D}"/>
          </ac:spMkLst>
        </pc:spChg>
        <pc:spChg chg="add del">
          <ac:chgData name="Zheng Fei" userId="d19317889db4c986" providerId="LiveId" clId="{7C2AD6F1-D0BA-4689-8139-07F15EC587B2}" dt="2022-03-21T07:54:57.186" v="1071" actId="26606"/>
          <ac:spMkLst>
            <pc:docMk/>
            <pc:sldMk cId="1782971290" sldId="318"/>
            <ac:spMk id="75" creationId="{73DE2CFE-42F2-48F0-8706-5264E012B10C}"/>
          </ac:spMkLst>
        </pc:spChg>
        <pc:spChg chg="mod">
          <ac:chgData name="Zheng Fei" userId="d19317889db4c986" providerId="LiveId" clId="{7C2AD6F1-D0BA-4689-8139-07F15EC587B2}" dt="2022-03-21T08:41:46.978" v="1183" actId="114"/>
          <ac:spMkLst>
            <pc:docMk/>
            <pc:sldMk cId="1782971290" sldId="318"/>
            <ac:spMk id="64514" creationId="{8039605C-9F4D-ED4F-8405-BCD3B1D30849}"/>
          </ac:spMkLst>
        </pc:spChg>
        <pc:spChg chg="del">
          <ac:chgData name="Zheng Fei" userId="d19317889db4c986" providerId="LiveId" clId="{7C2AD6F1-D0BA-4689-8139-07F15EC587B2}" dt="2022-03-21T07:46:42.177" v="952" actId="478"/>
          <ac:spMkLst>
            <pc:docMk/>
            <pc:sldMk cId="1782971290" sldId="318"/>
            <ac:spMk id="64515" creationId="{D246DF8A-42A4-E542-B2AE-884BFC9AC288}"/>
          </ac:spMkLst>
        </pc:spChg>
        <pc:spChg chg="mod">
          <ac:chgData name="Zheng Fei" userId="d19317889db4c986" providerId="LiveId" clId="{7C2AD6F1-D0BA-4689-8139-07F15EC587B2}" dt="2022-03-21T07:54:57.186" v="1071" actId="26606"/>
          <ac:spMkLst>
            <pc:docMk/>
            <pc:sldMk cId="1782971290" sldId="318"/>
            <ac:spMk id="64518" creationId="{27C1C725-61D5-0941-9B81-938EEDAC7FF1}"/>
          </ac:spMkLst>
        </pc:spChg>
        <pc:picChg chg="add mod modCrop">
          <ac:chgData name="Zheng Fei" userId="d19317889db4c986" providerId="LiveId" clId="{7C2AD6F1-D0BA-4689-8139-07F15EC587B2}" dt="2022-03-21T07:54:57.186" v="1071" actId="26606"/>
          <ac:picMkLst>
            <pc:docMk/>
            <pc:sldMk cId="1782971290" sldId="318"/>
            <ac:picMk id="6" creationId="{BDA38AC5-DE4D-4FC5-8DDC-8445E2C553F7}"/>
          </ac:picMkLst>
        </pc:picChg>
      </pc:sldChg>
      <pc:sldChg chg="delSp modSp add mod">
        <pc:chgData name="Zheng Fei" userId="d19317889db4c986" providerId="LiveId" clId="{7C2AD6F1-D0BA-4689-8139-07F15EC587B2}" dt="2022-03-21T09:32:27.689" v="1812" actId="2711"/>
        <pc:sldMkLst>
          <pc:docMk/>
          <pc:sldMk cId="1240468597" sldId="319"/>
        </pc:sldMkLst>
        <pc:spChg chg="mod">
          <ac:chgData name="Zheng Fei" userId="d19317889db4c986" providerId="LiveId" clId="{7C2AD6F1-D0BA-4689-8139-07F15EC587B2}" dt="2022-03-21T09:32:27.689" v="1812" actId="2711"/>
          <ac:spMkLst>
            <pc:docMk/>
            <pc:sldMk cId="1240468597" sldId="319"/>
            <ac:spMk id="2" creationId="{312D4565-0205-45ED-9021-6116B98A8C90}"/>
          </ac:spMkLst>
        </pc:spChg>
        <pc:spChg chg="del">
          <ac:chgData name="Zheng Fei" userId="d19317889db4c986" providerId="LiveId" clId="{7C2AD6F1-D0BA-4689-8139-07F15EC587B2}" dt="2022-03-21T09:26:28.788" v="1704" actId="478"/>
          <ac:spMkLst>
            <pc:docMk/>
            <pc:sldMk cId="1240468597" sldId="319"/>
            <ac:spMk id="69635" creationId="{3FE89C70-1BC5-1A47-B958-4E24CACAA64F}"/>
          </ac:spMkLst>
        </pc:spChg>
        <pc:spChg chg="mod">
          <ac:chgData name="Zheng Fei" userId="d19317889db4c986" providerId="LiveId" clId="{7C2AD6F1-D0BA-4689-8139-07F15EC587B2}" dt="2022-03-21T09:32:19.769" v="1810" actId="1076"/>
          <ac:spMkLst>
            <pc:docMk/>
            <pc:sldMk cId="1240468597" sldId="319"/>
            <ac:spMk id="69636" creationId="{A444F019-76AB-5F4C-A814-54C3F7B272F2}"/>
          </ac:spMkLst>
        </pc:spChg>
        <pc:graphicFrameChg chg="del">
          <ac:chgData name="Zheng Fei" userId="d19317889db4c986" providerId="LiveId" clId="{7C2AD6F1-D0BA-4689-8139-07F15EC587B2}" dt="2022-03-21T09:26:37.346" v="1707" actId="478"/>
          <ac:graphicFrameMkLst>
            <pc:docMk/>
            <pc:sldMk cId="1240468597" sldId="319"/>
            <ac:graphicFrameMk id="69638" creationId="{467039DB-CCB2-6E4F-8818-B69B216E5393}"/>
          </ac:graphicFrameMkLst>
        </pc:graphicFrameChg>
        <pc:picChg chg="del">
          <ac:chgData name="Zheng Fei" userId="d19317889db4c986" providerId="LiveId" clId="{7C2AD6F1-D0BA-4689-8139-07F15EC587B2}" dt="2022-03-21T09:26:41.046" v="1709" actId="478"/>
          <ac:picMkLst>
            <pc:docMk/>
            <pc:sldMk cId="1240468597" sldId="319"/>
            <ac:picMk id="4" creationId="{E6759FD8-F812-43AC-AE9F-A604D9CD6076}"/>
          </ac:picMkLst>
        </pc:picChg>
      </pc:sldChg>
      <pc:sldChg chg="addSp delSp modSp new del mod">
        <pc:chgData name="Zheng Fei" userId="d19317889db4c986" providerId="LiveId" clId="{7C2AD6F1-D0BA-4689-8139-07F15EC587B2}" dt="2022-03-21T12:36:22.302" v="2616" actId="47"/>
        <pc:sldMkLst>
          <pc:docMk/>
          <pc:sldMk cId="1027238719" sldId="320"/>
        </pc:sldMkLst>
        <pc:spChg chg="del">
          <ac:chgData name="Zheng Fei" userId="d19317889db4c986" providerId="LiveId" clId="{7C2AD6F1-D0BA-4689-8139-07F15EC587B2}" dt="2022-03-21T12:28:17.549" v="2527" actId="478"/>
          <ac:spMkLst>
            <pc:docMk/>
            <pc:sldMk cId="1027238719" sldId="320"/>
            <ac:spMk id="2" creationId="{6E98DE95-569B-4113-BBC6-C656465F55D0}"/>
          </ac:spMkLst>
        </pc:spChg>
        <pc:spChg chg="del">
          <ac:chgData name="Zheng Fei" userId="d19317889db4c986" providerId="LiveId" clId="{7C2AD6F1-D0BA-4689-8139-07F15EC587B2}" dt="2022-03-21T12:28:15.811" v="2526" actId="478"/>
          <ac:spMkLst>
            <pc:docMk/>
            <pc:sldMk cId="1027238719" sldId="320"/>
            <ac:spMk id="3" creationId="{D47CFA67-7336-4FCE-A879-70AF5BF0FECA}"/>
          </ac:spMkLst>
        </pc:spChg>
        <pc:spChg chg="add mod">
          <ac:chgData name="Zheng Fei" userId="d19317889db4c986" providerId="LiveId" clId="{7C2AD6F1-D0BA-4689-8139-07F15EC587B2}" dt="2022-03-21T12:29:58.924" v="2554" actId="14100"/>
          <ac:spMkLst>
            <pc:docMk/>
            <pc:sldMk cId="1027238719" sldId="320"/>
            <ac:spMk id="4" creationId="{946138D9-F5DF-40B0-A00A-A823340A8531}"/>
          </ac:spMkLst>
        </pc:spChg>
        <pc:spChg chg="add mod">
          <ac:chgData name="Zheng Fei" userId="d19317889db4c986" providerId="LiveId" clId="{7C2AD6F1-D0BA-4689-8139-07F15EC587B2}" dt="2022-03-21T12:29:54.716" v="2552" actId="1076"/>
          <ac:spMkLst>
            <pc:docMk/>
            <pc:sldMk cId="1027238719" sldId="320"/>
            <ac:spMk id="9" creationId="{F4E2B640-8D41-425E-A1EE-A428163D8A4F}"/>
          </ac:spMkLst>
        </pc:spChg>
        <pc:spChg chg="add mod">
          <ac:chgData name="Zheng Fei" userId="d19317889db4c986" providerId="LiveId" clId="{7C2AD6F1-D0BA-4689-8139-07F15EC587B2}" dt="2022-03-21T12:30:08.629" v="2557" actId="1076"/>
          <ac:spMkLst>
            <pc:docMk/>
            <pc:sldMk cId="1027238719" sldId="320"/>
            <ac:spMk id="10" creationId="{560F02E7-D689-4ACF-9F7A-5AB6793C5B25}"/>
          </ac:spMkLst>
        </pc:spChg>
        <pc:spChg chg="add mod">
          <ac:chgData name="Zheng Fei" userId="d19317889db4c986" providerId="LiveId" clId="{7C2AD6F1-D0BA-4689-8139-07F15EC587B2}" dt="2022-03-21T12:30:13.475" v="2558" actId="1076"/>
          <ac:spMkLst>
            <pc:docMk/>
            <pc:sldMk cId="1027238719" sldId="320"/>
            <ac:spMk id="11" creationId="{5F573755-83E6-4151-99E9-1053B3F5A68A}"/>
          </ac:spMkLst>
        </pc:spChg>
        <pc:spChg chg="add del mod">
          <ac:chgData name="Zheng Fei" userId="d19317889db4c986" providerId="LiveId" clId="{7C2AD6F1-D0BA-4689-8139-07F15EC587B2}" dt="2022-03-21T12:31:47.240" v="2574" actId="478"/>
          <ac:spMkLst>
            <pc:docMk/>
            <pc:sldMk cId="1027238719" sldId="320"/>
            <ac:spMk id="15" creationId="{20D3137B-6232-4EA1-A4E6-24F0E64D28A2}"/>
          </ac:spMkLst>
        </pc:spChg>
        <pc:spChg chg="add del mod">
          <ac:chgData name="Zheng Fei" userId="d19317889db4c986" providerId="LiveId" clId="{7C2AD6F1-D0BA-4689-8139-07F15EC587B2}" dt="2022-03-21T12:31:22.367" v="2569" actId="478"/>
          <ac:spMkLst>
            <pc:docMk/>
            <pc:sldMk cId="1027238719" sldId="320"/>
            <ac:spMk id="16" creationId="{75FF6928-86DA-48C8-8103-E1B1BEDA9224}"/>
          </ac:spMkLst>
        </pc:spChg>
        <pc:spChg chg="add del">
          <ac:chgData name="Zheng Fei" userId="d19317889db4c986" providerId="LiveId" clId="{7C2AD6F1-D0BA-4689-8139-07F15EC587B2}" dt="2022-03-21T12:32:10.680" v="2576" actId="478"/>
          <ac:spMkLst>
            <pc:docMk/>
            <pc:sldMk cId="1027238719" sldId="320"/>
            <ac:spMk id="17" creationId="{BE4FF049-0642-46A6-A3B9-00EBD6B037C7}"/>
          </ac:spMkLst>
        </pc:spChg>
        <pc:spChg chg="add">
          <ac:chgData name="Zheng Fei" userId="d19317889db4c986" providerId="LiveId" clId="{7C2AD6F1-D0BA-4689-8139-07F15EC587B2}" dt="2022-03-21T12:32:24.952" v="2577" actId="11529"/>
          <ac:spMkLst>
            <pc:docMk/>
            <pc:sldMk cId="1027238719" sldId="320"/>
            <ac:spMk id="18" creationId="{3FE5790D-875A-4037-86B5-6CF2DAA7B353}"/>
          </ac:spMkLst>
        </pc:spChg>
        <pc:spChg chg="add mod">
          <ac:chgData name="Zheng Fei" userId="d19317889db4c986" providerId="LiveId" clId="{7C2AD6F1-D0BA-4689-8139-07F15EC587B2}" dt="2022-03-21T12:32:48.193" v="2586" actId="2711"/>
          <ac:spMkLst>
            <pc:docMk/>
            <pc:sldMk cId="1027238719" sldId="320"/>
            <ac:spMk id="19" creationId="{12721FC1-20E5-4234-B748-315A392B4BDF}"/>
          </ac:spMkLst>
        </pc:spChg>
        <pc:spChg chg="add mod">
          <ac:chgData name="Zheng Fei" userId="d19317889db4c986" providerId="LiveId" clId="{7C2AD6F1-D0BA-4689-8139-07F15EC587B2}" dt="2022-03-21T12:33:07.732" v="2591" actId="1076"/>
          <ac:spMkLst>
            <pc:docMk/>
            <pc:sldMk cId="1027238719" sldId="320"/>
            <ac:spMk id="22" creationId="{40FFFCE8-EF7E-4430-8D96-814022FB2CCE}"/>
          </ac:spMkLst>
        </pc:spChg>
        <pc:spChg chg="add mod">
          <ac:chgData name="Zheng Fei" userId="d19317889db4c986" providerId="LiveId" clId="{7C2AD6F1-D0BA-4689-8139-07F15EC587B2}" dt="2022-03-21T12:34:13.590" v="2594"/>
          <ac:spMkLst>
            <pc:docMk/>
            <pc:sldMk cId="1027238719" sldId="320"/>
            <ac:spMk id="23" creationId="{1ED7BC8F-ACB9-4FFA-902F-95674EBBD995}"/>
          </ac:spMkLst>
        </pc:spChg>
        <pc:graphicFrameChg chg="add mod">
          <ac:chgData name="Zheng Fei" userId="d19317889db4c986" providerId="LiveId" clId="{7C2AD6F1-D0BA-4689-8139-07F15EC587B2}" dt="2022-03-21T12:30:18.951" v="2559" actId="1076"/>
          <ac:graphicFrameMkLst>
            <pc:docMk/>
            <pc:sldMk cId="1027238719" sldId="320"/>
            <ac:graphicFrameMk id="6" creationId="{B8DE8A3B-9F9A-49CF-A92C-2A3BEBF9F177}"/>
          </ac:graphicFrameMkLst>
        </pc:graphicFrameChg>
        <pc:graphicFrameChg chg="add mod">
          <ac:chgData name="Zheng Fei" userId="d19317889db4c986" providerId="LiveId" clId="{7C2AD6F1-D0BA-4689-8139-07F15EC587B2}" dt="2022-03-21T12:30:01.776" v="2555" actId="1076"/>
          <ac:graphicFrameMkLst>
            <pc:docMk/>
            <pc:sldMk cId="1027238719" sldId="320"/>
            <ac:graphicFrameMk id="7" creationId="{EF831763-44BD-445B-AC29-0181301BAA50}"/>
          </ac:graphicFrameMkLst>
        </pc:graphicFrameChg>
        <pc:graphicFrameChg chg="add mod">
          <ac:chgData name="Zheng Fei" userId="d19317889db4c986" providerId="LiveId" clId="{7C2AD6F1-D0BA-4689-8139-07F15EC587B2}" dt="2022-03-21T12:32:55.207" v="2587" actId="1076"/>
          <ac:graphicFrameMkLst>
            <pc:docMk/>
            <pc:sldMk cId="1027238719" sldId="320"/>
            <ac:graphicFrameMk id="8" creationId="{87A97415-F873-4255-A951-FA6E3B964FDA}"/>
          </ac:graphicFrameMkLst>
        </pc:graphicFrameChg>
        <pc:graphicFrameChg chg="add del mod replId">
          <ac:chgData name="Zheng Fei" userId="d19317889db4c986" providerId="LiveId" clId="{7C2AD6F1-D0BA-4689-8139-07F15EC587B2}" dt="2022-03-21T12:32:35.282" v="2581"/>
          <ac:graphicFrameMkLst>
            <pc:docMk/>
            <pc:sldMk cId="1027238719" sldId="320"/>
            <ac:graphicFrameMk id="20" creationId="{12721FC1-20E5-4234-B748-315A392B4BDF}"/>
          </ac:graphicFrameMkLst>
        </pc:graphicFrameChg>
        <pc:cxnChg chg="add del mod">
          <ac:chgData name="Zheng Fei" userId="d19317889db4c986" providerId="LiveId" clId="{7C2AD6F1-D0BA-4689-8139-07F15EC587B2}" dt="2022-03-21T12:28:48.723" v="2536" actId="478"/>
          <ac:cxnSpMkLst>
            <pc:docMk/>
            <pc:sldMk cId="1027238719" sldId="320"/>
            <ac:cxnSpMk id="5" creationId="{22915C06-3092-4179-BEF2-646D870817BD}"/>
          </ac:cxnSpMkLst>
        </pc:cxnChg>
        <pc:cxnChg chg="add del mod">
          <ac:chgData name="Zheng Fei" userId="d19317889db4c986" providerId="LiveId" clId="{7C2AD6F1-D0BA-4689-8139-07F15EC587B2}" dt="2022-03-21T12:30:51.411" v="2562" actId="478"/>
          <ac:cxnSpMkLst>
            <pc:docMk/>
            <pc:sldMk cId="1027238719" sldId="320"/>
            <ac:cxnSpMk id="13" creationId="{C53A8441-CCE7-4695-BD62-94C17B2FAF91}"/>
          </ac:cxnSpMkLst>
        </pc:cxnChg>
      </pc:sldChg>
      <pc:sldChg chg="addSp delSp modSp add mod delAnim modAnim">
        <pc:chgData name="Zheng Fei" userId="d19317889db4c986" providerId="LiveId" clId="{7C2AD6F1-D0BA-4689-8139-07F15EC587B2}" dt="2022-04-04T09:09:04.791" v="4629"/>
        <pc:sldMkLst>
          <pc:docMk/>
          <pc:sldMk cId="1873751283" sldId="320"/>
        </pc:sldMkLst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19" creationId="{7D5698CB-0D81-4BB9-BAB8-1B6811DD5C70}"/>
          </ac:spMkLst>
        </pc:spChg>
        <pc:spChg chg="mod">
          <ac:chgData name="Zheng Fei" userId="d19317889db4c986" providerId="LiveId" clId="{7C2AD6F1-D0BA-4689-8139-07F15EC587B2}" dt="2022-03-21T13:00:19.663" v="2972" actId="552"/>
          <ac:spMkLst>
            <pc:docMk/>
            <pc:sldMk cId="1873751283" sldId="320"/>
            <ac:spMk id="20" creationId="{D4008885-A954-4170-B51E-579A23C8E048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1" creationId="{08A127FD-675A-480D-B0AD-259E2307CC92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4" creationId="{E343E90A-952B-4F29-82C6-D81FACB695C4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5" creationId="{66929F53-BFBB-4F31-AEBF-0462DBEB2833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9" creationId="{91EE83F6-0C53-4641-B49B-0A6916443A07}"/>
          </ac:spMkLst>
        </pc:spChg>
        <pc:spChg chg="add mod">
          <ac:chgData name="Zheng Fei" userId="d19317889db4c986" providerId="LiveId" clId="{7C2AD6F1-D0BA-4689-8139-07F15EC587B2}" dt="2022-03-21T12:54:40.871" v="2833"/>
          <ac:spMkLst>
            <pc:docMk/>
            <pc:sldMk cId="1873751283" sldId="320"/>
            <ac:spMk id="30" creationId="{24ABEB08-EEEE-40F1-9733-072BB2CECD04}"/>
          </ac:spMkLst>
        </pc:spChg>
        <pc:spChg chg="mod">
          <ac:chgData name="Zheng Fei" userId="d19317889db4c986" providerId="LiveId" clId="{7C2AD6F1-D0BA-4689-8139-07F15EC587B2}" dt="2022-03-21T13:00:54.158" v="2979"/>
          <ac:spMkLst>
            <pc:docMk/>
            <pc:sldMk cId="1873751283" sldId="320"/>
            <ac:spMk id="77826" creationId="{96ABA3A4-09B6-9040-8F1C-EC413F0819A4}"/>
          </ac:spMkLst>
        </pc:spChg>
        <pc:spChg chg="del mod">
          <ac:chgData name="Zheng Fei" userId="d19317889db4c986" providerId="LiveId" clId="{7C2AD6F1-D0BA-4689-8139-07F15EC587B2}" dt="2022-03-21T12:52:05.085" v="2807" actId="478"/>
          <ac:spMkLst>
            <pc:docMk/>
            <pc:sldMk cId="1873751283" sldId="320"/>
            <ac:spMk id="77827" creationId="{23EF1E68-B7EB-094F-9E79-60A46F6B7F25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29" creationId="{BF701809-F7E7-F740-B7AB-C64C14CAABCF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0" creationId="{63606BBF-0365-0A44-AFD8-C85DDF6E44D1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1" creationId="{A2F9729C-F894-854B-9D49-D98A9788D2A1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2" creationId="{8AD4171E-C2D6-8843-8615-7B73BF65E190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3" creationId="{DA9AC5AA-EBB1-6A44-9036-CEEE0C5D6F54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4" creationId="{52FAC712-775E-104D-9DF6-FC5B79505CB2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5" creationId="{67B8BA2F-2D85-D145-9805-BE88668D2873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6" creationId="{7EAE7FC8-DF20-7A40-B00E-B831A8D36251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7" creationId="{6E5CAEB0-7C6A-4941-8F19-999DFD2D07F2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8" creationId="{40EAE8F6-0426-2843-9B07-64A31AB1FA44}"/>
          </ac:spMkLst>
        </pc:spChg>
        <pc:spChg chg="mod">
          <ac:chgData name="Zheng Fei" userId="d19317889db4c986" providerId="LiveId" clId="{7C2AD6F1-D0BA-4689-8139-07F15EC587B2}" dt="2022-03-21T13:00:32.573" v="2975" actId="113"/>
          <ac:spMkLst>
            <pc:docMk/>
            <pc:sldMk cId="1873751283" sldId="320"/>
            <ac:spMk id="77839" creationId="{41F9918D-198C-DE48-9615-35F2B15F6B69}"/>
          </ac:spMkLst>
        </pc:spChg>
        <pc:spChg chg="mod">
          <ac:chgData name="Zheng Fei" userId="d19317889db4c986" providerId="LiveId" clId="{7C2AD6F1-D0BA-4689-8139-07F15EC587B2}" dt="2022-03-21T13:00:19.663" v="2972" actId="552"/>
          <ac:spMkLst>
            <pc:docMk/>
            <pc:sldMk cId="1873751283" sldId="320"/>
            <ac:spMk id="77840" creationId="{24E473C7-58A5-524F-94AA-CF2BD14AD5FF}"/>
          </ac:spMkLst>
        </pc:spChg>
        <pc:spChg chg="mod">
          <ac:chgData name="Zheng Fei" userId="d19317889db4c986" providerId="LiveId" clId="{7C2AD6F1-D0BA-4689-8139-07F15EC587B2}" dt="2022-03-21T13:00:19.663" v="2972" actId="552"/>
          <ac:spMkLst>
            <pc:docMk/>
            <pc:sldMk cId="1873751283" sldId="320"/>
            <ac:spMk id="77842" creationId="{642625CC-F8A7-674F-8B11-85DB5D37BD0C}"/>
          </ac:spMkLst>
        </pc:spChg>
        <pc:grpChg chg="mod">
          <ac:chgData name="Zheng Fei" userId="d19317889db4c986" providerId="LiveId" clId="{7C2AD6F1-D0BA-4689-8139-07F15EC587B2}" dt="2022-03-21T12:53:37.935" v="2810" actId="1076"/>
          <ac:grpSpMkLst>
            <pc:docMk/>
            <pc:sldMk cId="1873751283" sldId="320"/>
            <ac:grpSpMk id="77828" creationId="{E7114027-76C6-FF43-840A-0F08B7FAE252}"/>
          </ac:grpSpMkLst>
        </pc:grpChg>
        <pc:graphicFrameChg chg="add del mod replId">
          <ac:chgData name="Zheng Fei" userId="d19317889db4c986" providerId="LiveId" clId="{7C2AD6F1-D0BA-4689-8139-07F15EC587B2}" dt="2022-03-21T12:53:57.847" v="2816"/>
          <ac:graphicFrameMkLst>
            <pc:docMk/>
            <pc:sldMk cId="1873751283" sldId="320"/>
            <ac:graphicFrameMk id="2" creationId="{24ABEB08-EEEE-40F1-9733-072BB2CECD04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2" creationId="{EAEC2FA6-A835-4F6D-AFBC-973D9BC03FDB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3" creationId="{5F564E89-371E-4C8D-8011-7DEB1067521B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6" creationId="{B9607056-5C3F-4EEB-8282-2F008046BBE9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7" creationId="{A67542F8-00BB-4E5C-8F05-5A769E259E15}"/>
          </ac:graphicFrameMkLst>
        </pc:graphicFrameChg>
        <pc:graphicFrameChg chg="add mod">
          <ac:chgData name="Zheng Fei" userId="d19317889db4c986" providerId="LiveId" clId="{7C2AD6F1-D0BA-4689-8139-07F15EC587B2}" dt="2022-03-21T12:54:50.495" v="2834" actId="14100"/>
          <ac:graphicFrameMkLst>
            <pc:docMk/>
            <pc:sldMk cId="1873751283" sldId="320"/>
            <ac:graphicFrameMk id="28" creationId="{E3EE2ED9-D020-4B22-B9A6-C821E12163D7}"/>
          </ac:graphicFrameMkLst>
        </pc:graphicFrameChg>
      </pc:sldChg>
      <pc:sldChg chg="addSp modSp add mod">
        <pc:chgData name="Zheng Fei" userId="d19317889db4c986" providerId="LiveId" clId="{7C2AD6F1-D0BA-4689-8139-07F15EC587B2}" dt="2022-03-21T13:08:49.354" v="3064" actId="1076"/>
        <pc:sldMkLst>
          <pc:docMk/>
          <pc:sldMk cId="2152373412" sldId="321"/>
        </pc:sldMkLst>
        <pc:spChg chg="add mod">
          <ac:chgData name="Zheng Fei" userId="d19317889db4c986" providerId="LiveId" clId="{7C2AD6F1-D0BA-4689-8139-07F15EC587B2}" dt="2022-03-21T13:08:43.558" v="3063" actId="1076"/>
          <ac:spMkLst>
            <pc:docMk/>
            <pc:sldMk cId="2152373412" sldId="321"/>
            <ac:spMk id="2" creationId="{70512923-C684-42B1-96A9-2B75E590C90F}"/>
          </ac:spMkLst>
        </pc:spChg>
        <pc:spChg chg="mod">
          <ac:chgData name="Zheng Fei" userId="d19317889db4c986" providerId="LiveId" clId="{7C2AD6F1-D0BA-4689-8139-07F15EC587B2}" dt="2022-03-21T13:08:34.584" v="3061" actId="1076"/>
          <ac:spMkLst>
            <pc:docMk/>
            <pc:sldMk cId="2152373412" sldId="321"/>
            <ac:spMk id="19" creationId="{67C6A4E8-C978-43D3-9C8D-71937334982E}"/>
          </ac:spMkLst>
        </pc:spChg>
        <pc:spChg chg="add mod">
          <ac:chgData name="Zheng Fei" userId="d19317889db4c986" providerId="LiveId" clId="{7C2AD6F1-D0BA-4689-8139-07F15EC587B2}" dt="2022-03-21T13:08:43.558" v="3063" actId="1076"/>
          <ac:spMkLst>
            <pc:docMk/>
            <pc:sldMk cId="2152373412" sldId="321"/>
            <ac:spMk id="25" creationId="{D0CE9D8F-3F7F-46BE-87A3-844AC20C6760}"/>
          </ac:spMkLst>
        </pc:spChg>
        <pc:spChg chg="mod">
          <ac:chgData name="Zheng Fei" userId="d19317889db4c986" providerId="LiveId" clId="{7C2AD6F1-D0BA-4689-8139-07F15EC587B2}" dt="2022-03-21T13:08:43.558" v="3063" actId="1076"/>
          <ac:spMkLst>
            <pc:docMk/>
            <pc:sldMk cId="2152373412" sldId="321"/>
            <ac:spMk id="26" creationId="{D7C34D52-6C0A-44FC-8051-46EE834F92B2}"/>
          </ac:spMkLst>
        </pc:spChg>
        <pc:spChg chg="mod">
          <ac:chgData name="Zheng Fei" userId="d19317889db4c986" providerId="LiveId" clId="{7C2AD6F1-D0BA-4689-8139-07F15EC587B2}" dt="2022-03-21T13:08:06.933" v="3052" actId="1076"/>
          <ac:spMkLst>
            <pc:docMk/>
            <pc:sldMk cId="2152373412" sldId="321"/>
            <ac:spMk id="27" creationId="{FF2D70BC-828C-4C8F-A2D1-A6CBF33B5172}"/>
          </ac:spMkLst>
        </pc:spChg>
        <pc:spChg chg="mod">
          <ac:chgData name="Zheng Fei" userId="d19317889db4c986" providerId="LiveId" clId="{7C2AD6F1-D0BA-4689-8139-07F15EC587B2}" dt="2022-03-21T13:08:04.413" v="3051" actId="1076"/>
          <ac:spMkLst>
            <pc:docMk/>
            <pc:sldMk cId="2152373412" sldId="321"/>
            <ac:spMk id="29" creationId="{FE0FF9F8-9211-4107-B097-59F40ED00C82}"/>
          </ac:spMkLst>
        </pc:spChg>
        <pc:spChg chg="mod">
          <ac:chgData name="Zheng Fei" userId="d19317889db4c986" providerId="LiveId" clId="{7C2AD6F1-D0BA-4689-8139-07F15EC587B2}" dt="2022-03-21T13:08:01.589" v="3050" actId="1076"/>
          <ac:spMkLst>
            <pc:docMk/>
            <pc:sldMk cId="2152373412" sldId="321"/>
            <ac:spMk id="30" creationId="{8D4350C0-AA6B-4AC6-92E1-85BAC1C9D3CE}"/>
          </ac:spMkLst>
        </pc:spChg>
        <pc:spChg chg="mod">
          <ac:chgData name="Zheng Fei" userId="d19317889db4c986" providerId="LiveId" clId="{7C2AD6F1-D0BA-4689-8139-07F15EC587B2}" dt="2022-03-21T13:08:49.354" v="3064" actId="1076"/>
          <ac:spMkLst>
            <pc:docMk/>
            <pc:sldMk cId="2152373412" sldId="321"/>
            <ac:spMk id="31" creationId="{9C1A3B5A-9AD1-4AAE-AEE4-71655C7C1BE2}"/>
          </ac:spMkLst>
        </pc:spChg>
      </pc:sldChg>
      <pc:sldChg chg="addSp delSp modSp new mod ord">
        <pc:chgData name="Zheng Fei" userId="d19317889db4c986" providerId="LiveId" clId="{7C2AD6F1-D0BA-4689-8139-07F15EC587B2}" dt="2022-03-21T13:40:56.689" v="3751" actId="29295"/>
        <pc:sldMkLst>
          <pc:docMk/>
          <pc:sldMk cId="2095660730" sldId="322"/>
        </pc:sldMkLst>
        <pc:spChg chg="del">
          <ac:chgData name="Zheng Fei" userId="d19317889db4c986" providerId="LiveId" clId="{7C2AD6F1-D0BA-4689-8139-07F15EC587B2}" dt="2022-03-21T13:11:13.676" v="3078" actId="478"/>
          <ac:spMkLst>
            <pc:docMk/>
            <pc:sldMk cId="2095660730" sldId="322"/>
            <ac:spMk id="2" creationId="{EB4E9922-55D3-4FC1-8F2E-C1AA3AD5A3F9}"/>
          </ac:spMkLst>
        </pc:spChg>
        <pc:spChg chg="del mod">
          <ac:chgData name="Zheng Fei" userId="d19317889db4c986" providerId="LiveId" clId="{7C2AD6F1-D0BA-4689-8139-07F15EC587B2}" dt="2022-03-21T13:11:11.816" v="3077" actId="478"/>
          <ac:spMkLst>
            <pc:docMk/>
            <pc:sldMk cId="2095660730" sldId="322"/>
            <ac:spMk id="3" creationId="{7BCBB643-7F09-4F74-8A8F-EE07BA83AD5A}"/>
          </ac:spMkLst>
        </pc:spChg>
        <pc:spChg chg="add del mod">
          <ac:chgData name="Zheng Fei" userId="d19317889db4c986" providerId="LiveId" clId="{7C2AD6F1-D0BA-4689-8139-07F15EC587B2}" dt="2022-03-21T13:11:19.326" v="3080" actId="478"/>
          <ac:spMkLst>
            <pc:docMk/>
            <pc:sldMk cId="2095660730" sldId="322"/>
            <ac:spMk id="4" creationId="{E319F031-DDE1-4AF5-B58F-496678BB2DC0}"/>
          </ac:spMkLst>
        </pc:spChg>
        <pc:spChg chg="add mod">
          <ac:chgData name="Zheng Fei" userId="d19317889db4c986" providerId="LiveId" clId="{7C2AD6F1-D0BA-4689-8139-07F15EC587B2}" dt="2022-03-21T13:24:45.812" v="3175" actId="1076"/>
          <ac:spMkLst>
            <pc:docMk/>
            <pc:sldMk cId="2095660730" sldId="322"/>
            <ac:spMk id="6" creationId="{A05C3EC0-2FD6-4744-A125-DBD1C58B0B16}"/>
          </ac:spMkLst>
        </pc:spChg>
        <pc:spChg chg="add mod">
          <ac:chgData name="Zheng Fei" userId="d19317889db4c986" providerId="LiveId" clId="{7C2AD6F1-D0BA-4689-8139-07F15EC587B2}" dt="2022-03-21T13:24:45.812" v="3175" actId="1076"/>
          <ac:spMkLst>
            <pc:docMk/>
            <pc:sldMk cId="2095660730" sldId="322"/>
            <ac:spMk id="7" creationId="{A27ED0BC-78EF-4207-B2AB-B4E80FF5AAA5}"/>
          </ac:spMkLst>
        </pc:spChg>
        <pc:spChg chg="add mod">
          <ac:chgData name="Zheng Fei" userId="d19317889db4c986" providerId="LiveId" clId="{7C2AD6F1-D0BA-4689-8139-07F15EC587B2}" dt="2022-03-21T13:11:48.556" v="3087"/>
          <ac:spMkLst>
            <pc:docMk/>
            <pc:sldMk cId="2095660730" sldId="322"/>
            <ac:spMk id="11" creationId="{DDAEBEC4-B62A-4A75-A983-72B4919D236A}"/>
          </ac:spMkLst>
        </pc:spChg>
        <pc:spChg chg="add mod">
          <ac:chgData name="Zheng Fei" userId="d19317889db4c986" providerId="LiveId" clId="{7C2AD6F1-D0BA-4689-8139-07F15EC587B2}" dt="2022-03-21T13:14:00.848" v="3111" actId="1076"/>
          <ac:spMkLst>
            <pc:docMk/>
            <pc:sldMk cId="2095660730" sldId="322"/>
            <ac:spMk id="14" creationId="{53F29F06-7A1B-4A06-9EA0-4A32473E79D5}"/>
          </ac:spMkLst>
        </pc:spChg>
        <pc:spChg chg="add mod">
          <ac:chgData name="Zheng Fei" userId="d19317889db4c986" providerId="LiveId" clId="{7C2AD6F1-D0BA-4689-8139-07F15EC587B2}" dt="2022-03-21T13:25:20.402" v="3177" actId="1076"/>
          <ac:spMkLst>
            <pc:docMk/>
            <pc:sldMk cId="2095660730" sldId="322"/>
            <ac:spMk id="15" creationId="{2488AA37-08C4-4E7E-9A88-9C31835A30DA}"/>
          </ac:spMkLst>
        </pc:spChg>
        <pc:spChg chg="add mod">
          <ac:chgData name="Zheng Fei" userId="d19317889db4c986" providerId="LiveId" clId="{7C2AD6F1-D0BA-4689-8139-07F15EC587B2}" dt="2022-03-21T13:26:03.873" v="3219" actId="114"/>
          <ac:spMkLst>
            <pc:docMk/>
            <pc:sldMk cId="2095660730" sldId="322"/>
            <ac:spMk id="16" creationId="{DAB9B0D1-4BE6-48F6-AF34-198486353063}"/>
          </ac:spMkLst>
        </pc:spChg>
        <pc:graphicFrameChg chg="add del mod">
          <ac:chgData name="Zheng Fei" userId="d19317889db4c986" providerId="LiveId" clId="{7C2AD6F1-D0BA-4689-8139-07F15EC587B2}" dt="2022-03-21T13:12:34.934" v="3092" actId="21"/>
          <ac:graphicFrameMkLst>
            <pc:docMk/>
            <pc:sldMk cId="2095660730" sldId="322"/>
            <ac:graphicFrameMk id="5" creationId="{48429B00-3543-429A-9A48-4734FFAD4968}"/>
          </ac:graphicFrameMkLst>
        </pc:graphicFrameChg>
        <pc:graphicFrameChg chg="add mod">
          <ac:chgData name="Zheng Fei" userId="d19317889db4c986" providerId="LiveId" clId="{7C2AD6F1-D0BA-4689-8139-07F15EC587B2}" dt="2022-03-21T13:24:45.812" v="3175" actId="1076"/>
          <ac:graphicFrameMkLst>
            <pc:docMk/>
            <pc:sldMk cId="2095660730" sldId="322"/>
            <ac:graphicFrameMk id="8" creationId="{6EE4B4BC-3AF9-494E-9139-EBA281F613DE}"/>
          </ac:graphicFrameMkLst>
        </pc:graphicFrameChg>
        <pc:graphicFrameChg chg="add mod">
          <ac:chgData name="Zheng Fei" userId="d19317889db4c986" providerId="LiveId" clId="{7C2AD6F1-D0BA-4689-8139-07F15EC587B2}" dt="2022-03-21T13:24:45.812" v="3175" actId="1076"/>
          <ac:graphicFrameMkLst>
            <pc:docMk/>
            <pc:sldMk cId="2095660730" sldId="322"/>
            <ac:graphicFrameMk id="9" creationId="{B7B296B3-98E2-472E-9C56-1754947BFBAE}"/>
          </ac:graphicFrameMkLst>
        </pc:graphicFrameChg>
        <pc:graphicFrameChg chg="add mod">
          <ac:chgData name="Zheng Fei" userId="d19317889db4c986" providerId="LiveId" clId="{7C2AD6F1-D0BA-4689-8139-07F15EC587B2}" dt="2022-03-21T13:24:45.812" v="3175" actId="1076"/>
          <ac:graphicFrameMkLst>
            <pc:docMk/>
            <pc:sldMk cId="2095660730" sldId="322"/>
            <ac:graphicFrameMk id="10" creationId="{2EEE358E-79F0-4E6D-BF98-A22830B5FCD2}"/>
          </ac:graphicFrameMkLst>
        </pc:graphicFrameChg>
        <pc:picChg chg="add del">
          <ac:chgData name="Zheng Fei" userId="d19317889db4c986" providerId="LiveId" clId="{7C2AD6F1-D0BA-4689-8139-07F15EC587B2}" dt="2022-03-21T13:12:10.317" v="3089"/>
          <ac:picMkLst>
            <pc:docMk/>
            <pc:sldMk cId="2095660730" sldId="322"/>
            <ac:picMk id="12" creationId="{AFF69B05-48C3-4F80-98F3-5F148D12DF28}"/>
          </ac:picMkLst>
        </pc:picChg>
        <pc:picChg chg="add mod">
          <ac:chgData name="Zheng Fei" userId="d19317889db4c986" providerId="LiveId" clId="{7C2AD6F1-D0BA-4689-8139-07F15EC587B2}" dt="2022-03-21T13:40:56.689" v="3751" actId="29295"/>
          <ac:picMkLst>
            <pc:docMk/>
            <pc:sldMk cId="2095660730" sldId="322"/>
            <ac:picMk id="13" creationId="{3F0DC7DC-21EE-4D23-8B25-3C213E0D530C}"/>
          </ac:picMkLst>
        </pc:picChg>
      </pc:sldChg>
      <pc:sldChg chg="addSp delSp modSp new mod">
        <pc:chgData name="Zheng Fei" userId="d19317889db4c986" providerId="LiveId" clId="{7C2AD6F1-D0BA-4689-8139-07F15EC587B2}" dt="2022-03-21T13:50:27.340" v="3768" actId="1076"/>
        <pc:sldMkLst>
          <pc:docMk/>
          <pc:sldMk cId="315795448" sldId="323"/>
        </pc:sldMkLst>
        <pc:spChg chg="del">
          <ac:chgData name="Zheng Fei" userId="d19317889db4c986" providerId="LiveId" clId="{7C2AD6F1-D0BA-4689-8139-07F15EC587B2}" dt="2022-03-21T13:15:35.038" v="3115" actId="478"/>
          <ac:spMkLst>
            <pc:docMk/>
            <pc:sldMk cId="315795448" sldId="323"/>
            <ac:spMk id="2" creationId="{60D4DA03-C5A7-4FC7-BD83-C8B705A3A44A}"/>
          </ac:spMkLst>
        </pc:spChg>
        <pc:spChg chg="del">
          <ac:chgData name="Zheng Fei" userId="d19317889db4c986" providerId="LiveId" clId="{7C2AD6F1-D0BA-4689-8139-07F15EC587B2}" dt="2022-03-21T13:15:30.808" v="3113" actId="478"/>
          <ac:spMkLst>
            <pc:docMk/>
            <pc:sldMk cId="315795448" sldId="323"/>
            <ac:spMk id="3" creationId="{8A07EB06-323E-419F-9FBF-ADB6ED6BCC9A}"/>
          </ac:spMkLst>
        </pc:spChg>
        <pc:spChg chg="add mod">
          <ac:chgData name="Zheng Fei" userId="d19317889db4c986" providerId="LiveId" clId="{7C2AD6F1-D0BA-4689-8139-07F15EC587B2}" dt="2022-03-21T13:16:13.029" v="3121" actId="1076"/>
          <ac:spMkLst>
            <pc:docMk/>
            <pc:sldMk cId="315795448" sldId="323"/>
            <ac:spMk id="6" creationId="{42053E98-FB80-4616-8104-37E9CE34324E}"/>
          </ac:spMkLst>
        </pc:spChg>
        <pc:spChg chg="add mod">
          <ac:chgData name="Zheng Fei" userId="d19317889db4c986" providerId="LiveId" clId="{7C2AD6F1-D0BA-4689-8139-07F15EC587B2}" dt="2022-03-21T13:16:13.029" v="3121" actId="1076"/>
          <ac:spMkLst>
            <pc:docMk/>
            <pc:sldMk cId="315795448" sldId="323"/>
            <ac:spMk id="7" creationId="{6FFF7056-ED9C-41C7-95AE-6D992BF3D8B9}"/>
          </ac:spMkLst>
        </pc:spChg>
        <pc:spChg chg="add mod">
          <ac:chgData name="Zheng Fei" userId="d19317889db4c986" providerId="LiveId" clId="{7C2AD6F1-D0BA-4689-8139-07F15EC587B2}" dt="2022-03-21T13:15:39.138" v="3116"/>
          <ac:spMkLst>
            <pc:docMk/>
            <pc:sldMk cId="315795448" sldId="323"/>
            <ac:spMk id="10" creationId="{B092432A-BBC7-4513-A1CD-A72F5747C2C1}"/>
          </ac:spMkLst>
        </pc:spChg>
        <pc:spChg chg="add mod">
          <ac:chgData name="Zheng Fei" userId="d19317889db4c986" providerId="LiveId" clId="{7C2AD6F1-D0BA-4689-8139-07F15EC587B2}" dt="2022-03-21T13:16:06.799" v="3120" actId="1076"/>
          <ac:spMkLst>
            <pc:docMk/>
            <pc:sldMk cId="315795448" sldId="323"/>
            <ac:spMk id="11" creationId="{FEE859AE-D871-4B49-92EA-4F02A4DEFC18}"/>
          </ac:spMkLst>
        </pc:spChg>
        <pc:graphicFrameChg chg="add del mod">
          <ac:chgData name="Zheng Fei" userId="d19317889db4c986" providerId="LiveId" clId="{7C2AD6F1-D0BA-4689-8139-07F15EC587B2}" dt="2022-03-21T13:50:11.400" v="3764" actId="478"/>
          <ac:graphicFrameMkLst>
            <pc:docMk/>
            <pc:sldMk cId="315795448" sldId="323"/>
            <ac:graphicFrameMk id="4" creationId="{EBBEF17F-C691-441A-B121-44B1CB960186}"/>
          </ac:graphicFrameMkLst>
        </pc:graphicFrameChg>
        <pc:graphicFrameChg chg="add mod">
          <ac:chgData name="Zheng Fei" userId="d19317889db4c986" providerId="LiveId" clId="{7C2AD6F1-D0BA-4689-8139-07F15EC587B2}" dt="2022-03-21T13:16:13.029" v="3121" actId="1076"/>
          <ac:graphicFrameMkLst>
            <pc:docMk/>
            <pc:sldMk cId="315795448" sldId="323"/>
            <ac:graphicFrameMk id="5" creationId="{03F8866A-A4BB-41CB-8978-03486684FCCE}"/>
          </ac:graphicFrameMkLst>
        </pc:graphicFrameChg>
        <pc:graphicFrameChg chg="add mod">
          <ac:chgData name="Zheng Fei" userId="d19317889db4c986" providerId="LiveId" clId="{7C2AD6F1-D0BA-4689-8139-07F15EC587B2}" dt="2022-03-21T13:16:13.029" v="3121" actId="1076"/>
          <ac:graphicFrameMkLst>
            <pc:docMk/>
            <pc:sldMk cId="315795448" sldId="323"/>
            <ac:graphicFrameMk id="8" creationId="{27402769-9DD4-4FCD-A2F6-7207F5ED761C}"/>
          </ac:graphicFrameMkLst>
        </pc:graphicFrameChg>
        <pc:graphicFrameChg chg="add mod">
          <ac:chgData name="Zheng Fei" userId="d19317889db4c986" providerId="LiveId" clId="{7C2AD6F1-D0BA-4689-8139-07F15EC587B2}" dt="2022-03-21T13:16:13.029" v="3121" actId="1076"/>
          <ac:graphicFrameMkLst>
            <pc:docMk/>
            <pc:sldMk cId="315795448" sldId="323"/>
            <ac:graphicFrameMk id="9" creationId="{A1F38CB4-4A43-4D78-9199-0BE2FADD133E}"/>
          </ac:graphicFrameMkLst>
        </pc:graphicFrameChg>
        <pc:picChg chg="add mod">
          <ac:chgData name="Zheng Fei" userId="d19317889db4c986" providerId="LiveId" clId="{7C2AD6F1-D0BA-4689-8139-07F15EC587B2}" dt="2022-03-21T13:50:27.340" v="3768" actId="1076"/>
          <ac:picMkLst>
            <pc:docMk/>
            <pc:sldMk cId="315795448" sldId="323"/>
            <ac:picMk id="12" creationId="{8FD41749-A8EE-4C13-BECD-46FD24D46FD8}"/>
          </ac:picMkLst>
        </pc:picChg>
      </pc:sldChg>
      <pc:sldChg chg="modSp add mod">
        <pc:chgData name="Zheng Fei" userId="d19317889db4c986" providerId="LiveId" clId="{7C2AD6F1-D0BA-4689-8139-07F15EC587B2}" dt="2022-03-21T13:23:49.012" v="3172" actId="2711"/>
        <pc:sldMkLst>
          <pc:docMk/>
          <pc:sldMk cId="0" sldId="351"/>
        </pc:sldMkLst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" creationId="{DD509164-04A4-1740-80E9-029B94960701}"/>
          </ac:spMkLst>
        </pc:spChg>
        <pc:spChg chg="mod">
          <ac:chgData name="Zheng Fei" userId="d19317889db4c986" providerId="LiveId" clId="{7C2AD6F1-D0BA-4689-8139-07F15EC587B2}" dt="2022-03-21T13:23:31.052" v="3169" actId="20577"/>
          <ac:spMkLst>
            <pc:docMk/>
            <pc:sldMk cId="0" sldId="351"/>
            <ac:spMk id="214018" creationId="{E7455CC3-B126-024E-B1F3-7EC7C5757301}"/>
          </ac:spMkLst>
        </pc:spChg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14019" creationId="{4C094360-D178-D147-BC4D-75961E01CE47}"/>
          </ac:spMkLst>
        </pc:spChg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14034" creationId="{2382CC11-BE2B-E649-8C53-D71ADC7FD995}"/>
          </ac:spMkLst>
        </pc:spChg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14035" creationId="{EB84B86C-0E45-814D-B153-0581CC09BC84}"/>
          </ac:spMkLst>
        </pc:spChg>
        <pc:spChg chg="mod">
          <ac:chgData name="Zheng Fei" userId="d19317889db4c986" providerId="LiveId" clId="{7C2AD6F1-D0BA-4689-8139-07F15EC587B2}" dt="2022-03-21T13:23:49.012" v="3172" actId="2711"/>
          <ac:spMkLst>
            <pc:docMk/>
            <pc:sldMk cId="0" sldId="351"/>
            <ac:spMk id="214036" creationId="{81EAC334-61D6-B345-95E1-3759BDFBF24F}"/>
          </ac:spMkLst>
        </pc:sp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24" creationId="{840C906D-BD2B-3B43-8811-0AC116412F7C}"/>
          </ac:graphicFrameMkLst>
        </pc:graphicFrame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26" creationId="{CB28CAA8-0559-194C-8E3B-B8BBC1753578}"/>
          </ac:graphicFrameMkLst>
        </pc:graphicFrame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28" creationId="{364425A8-72C8-2B41-B6D0-DC934A00D716}"/>
          </ac:graphicFrameMkLst>
        </pc:graphicFrame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30" creationId="{2195BC1C-4794-2B4C-A115-B99F1BCF9058}"/>
          </ac:graphicFrameMkLst>
        </pc:graphicFrameChg>
      </pc:sldChg>
      <pc:sldChg chg="modSp add">
        <pc:chgData name="Zheng Fei" userId="d19317889db4c986" providerId="LiveId" clId="{7C2AD6F1-D0BA-4689-8139-07F15EC587B2}" dt="2022-03-21T13:24:04.372" v="3174" actId="2711"/>
        <pc:sldMkLst>
          <pc:docMk/>
          <pc:sldMk cId="0" sldId="352"/>
        </pc:sldMkLst>
        <pc:spChg chg="mod">
          <ac:chgData name="Zheng Fei" userId="d19317889db4c986" providerId="LiveId" clId="{7C2AD6F1-D0BA-4689-8139-07F15EC587B2}" dt="2022-03-21T13:24:04.372" v="3174" actId="2711"/>
          <ac:spMkLst>
            <pc:docMk/>
            <pc:sldMk cId="0" sldId="352"/>
            <ac:spMk id="215042" creationId="{B96A8027-1E69-9749-96CB-BD6B29BAB06A}"/>
          </ac:spMkLst>
        </pc:spChg>
        <pc:spChg chg="mod">
          <ac:chgData name="Zheng Fei" userId="d19317889db4c986" providerId="LiveId" clId="{7C2AD6F1-D0BA-4689-8139-07F15EC587B2}" dt="2022-03-21T13:24:04.372" v="3174" actId="2711"/>
          <ac:spMkLst>
            <pc:docMk/>
            <pc:sldMk cId="0" sldId="352"/>
            <ac:spMk id="215056" creationId="{EA6B34A7-C3EB-564F-9D75-BC44B9FB1225}"/>
          </ac:spMkLst>
        </pc:sp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43" creationId="{0F14F202-0955-8B42-A8E5-632EFCBFDF61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45" creationId="{30E6C5F5-A3E3-0F44-817D-39A5F13639FB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48" creationId="{894973FA-C31B-644D-8993-C5C2AA5EAD5C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1" creationId="{8B08AE16-E668-4344-99D3-D26AD34EC1FE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2" creationId="{7F75344A-8217-104D-B960-F4B07BC96C05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3" creationId="{EFD91D89-5DFA-0B4C-8B22-69853D9633C7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4" creationId="{1B928325-560D-E349-A40A-08E238B7ED69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5" creationId="{F7EF4B2F-1310-F246-BA06-410790C3A553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7" creationId="{AC921434-6269-6B44-8F72-1B61F4D80119}"/>
          </ac:graphicFrameMkLst>
        </pc:graphicFrameChg>
      </pc:sldChg>
      <pc:sldChg chg="delSp modSp add mod">
        <pc:chgData name="Zheng Fei" userId="d19317889db4c986" providerId="LiveId" clId="{7C2AD6F1-D0BA-4689-8139-07F15EC587B2}" dt="2022-03-21T13:22:04.601" v="3164" actId="1076"/>
        <pc:sldMkLst>
          <pc:docMk/>
          <pc:sldMk cId="0" sldId="353"/>
        </pc:sldMkLst>
        <pc:spChg chg="mod">
          <ac:chgData name="Zheng Fei" userId="d19317889db4c986" providerId="LiveId" clId="{7C2AD6F1-D0BA-4689-8139-07F15EC587B2}" dt="2022-03-21T13:21:32.050" v="3161" actId="12788"/>
          <ac:spMkLst>
            <pc:docMk/>
            <pc:sldMk cId="0" sldId="353"/>
            <ac:spMk id="216066" creationId="{FE775863-B8E5-164C-AEFD-9162472E9441}"/>
          </ac:spMkLst>
        </pc:spChg>
        <pc:spChg chg="del">
          <ac:chgData name="Zheng Fei" userId="d19317889db4c986" providerId="LiveId" clId="{7C2AD6F1-D0BA-4689-8139-07F15EC587B2}" dt="2022-03-21T13:21:59.622" v="3163" actId="478"/>
          <ac:spMkLst>
            <pc:docMk/>
            <pc:sldMk cId="0" sldId="353"/>
            <ac:spMk id="216072" creationId="{523A7545-4FA2-754F-842B-EA93CB62C15A}"/>
          </ac:spMkLst>
        </pc:spChg>
        <pc:picChg chg="mod modCrop">
          <ac:chgData name="Zheng Fei" userId="d19317889db4c986" providerId="LiveId" clId="{7C2AD6F1-D0BA-4689-8139-07F15EC587B2}" dt="2022-03-21T13:22:04.601" v="3164" actId="1076"/>
          <ac:picMkLst>
            <pc:docMk/>
            <pc:sldMk cId="0" sldId="353"/>
            <ac:picMk id="4" creationId="{695429CD-CB85-6C48-AEC9-47E99FB35394}"/>
          </ac:picMkLst>
        </pc:picChg>
      </pc:sldChg>
      <pc:sldChg chg="addSp delSp modSp add mod">
        <pc:chgData name="Zheng Fei" userId="d19317889db4c986" providerId="LiveId" clId="{7C2AD6F1-D0BA-4689-8139-07F15EC587B2}" dt="2022-04-04T09:09:20.065" v="4633"/>
        <pc:sldMkLst>
          <pc:docMk/>
          <pc:sldMk cId="2853231837" sldId="404"/>
        </pc:sldMkLst>
        <pc:spChg chg="add mod">
          <ac:chgData name="Zheng Fei" userId="d19317889db4c986" providerId="LiveId" clId="{7C2AD6F1-D0BA-4689-8139-07F15EC587B2}" dt="2022-03-21T13:19:28.250" v="3140"/>
          <ac:spMkLst>
            <pc:docMk/>
            <pc:sldMk cId="2853231837" sldId="404"/>
            <ac:spMk id="5" creationId="{394A87B1-3781-400A-BC23-63A34856F127}"/>
          </ac:spMkLst>
        </pc:spChg>
        <pc:spChg chg="mod">
          <ac:chgData name="Zheng Fei" userId="d19317889db4c986" providerId="LiveId" clId="{7C2AD6F1-D0BA-4689-8139-07F15EC587B2}" dt="2022-04-04T09:09:20.065" v="4633"/>
          <ac:spMkLst>
            <pc:docMk/>
            <pc:sldMk cId="2853231837" sldId="404"/>
            <ac:spMk id="10" creationId="{DCA98F7B-1E39-B941-B907-0122AC39EA94}"/>
          </ac:spMkLst>
        </pc:spChg>
        <pc:spChg chg="del">
          <ac:chgData name="Zheng Fei" userId="d19317889db4c986" providerId="LiveId" clId="{7C2AD6F1-D0BA-4689-8139-07F15EC587B2}" dt="2022-03-21T13:19:16.770" v="3132" actId="478"/>
          <ac:spMkLst>
            <pc:docMk/>
            <pc:sldMk cId="2853231837" sldId="404"/>
            <ac:spMk id="13" creationId="{7D7DD206-4D9E-A642-8735-95AE742460BE}"/>
          </ac:spMkLst>
        </pc:spChg>
      </pc:sldChg>
      <pc:sldChg chg="addSp delSp modSp add">
        <pc:chgData name="Zheng Fei" userId="d19317889db4c986" providerId="LiveId" clId="{7C2AD6F1-D0BA-4689-8139-07F15EC587B2}" dt="2022-03-21T13:23:13.541" v="3166" actId="2711"/>
        <pc:sldMkLst>
          <pc:docMk/>
          <pc:sldMk cId="1464690041" sldId="405"/>
        </pc:sldMkLst>
        <pc:spChg chg="add mod">
          <ac:chgData name="Zheng Fei" userId="d19317889db4c986" providerId="LiveId" clId="{7C2AD6F1-D0BA-4689-8139-07F15EC587B2}" dt="2022-03-21T13:20:08.100" v="3146"/>
          <ac:spMkLst>
            <pc:docMk/>
            <pc:sldMk cId="1464690041" sldId="405"/>
            <ac:spMk id="5" creationId="{98475EA9-602C-44C2-956F-5ADD1B23A1BC}"/>
          </ac:spMkLst>
        </pc:spChg>
        <pc:spChg chg="del">
          <ac:chgData name="Zheng Fei" userId="d19317889db4c986" providerId="LiveId" clId="{7C2AD6F1-D0BA-4689-8139-07F15EC587B2}" dt="2022-03-21T13:20:07.730" v="3145" actId="478"/>
          <ac:spMkLst>
            <pc:docMk/>
            <pc:sldMk cId="1464690041" sldId="405"/>
            <ac:spMk id="12" creationId="{E2639418-6C9A-3C4C-9582-2DB3604DB9D8}"/>
          </ac:spMkLst>
        </pc:spChg>
        <pc:spChg chg="mod">
          <ac:chgData name="Zheng Fei" userId="d19317889db4c986" providerId="LiveId" clId="{7C2AD6F1-D0BA-4689-8139-07F15EC587B2}" dt="2022-03-21T13:23:13.541" v="3166" actId="2711"/>
          <ac:spMkLst>
            <pc:docMk/>
            <pc:sldMk cId="1464690041" sldId="405"/>
            <ac:spMk id="212995" creationId="{5C008037-F0AF-E34A-83ED-B44B815F8FF0}"/>
          </ac:spMkLst>
        </pc:spChg>
        <pc:spChg chg="mod">
          <ac:chgData name="Zheng Fei" userId="d19317889db4c986" providerId="LiveId" clId="{7C2AD6F1-D0BA-4689-8139-07F15EC587B2}" dt="2022-03-21T13:23:13.541" v="3166" actId="2711"/>
          <ac:spMkLst>
            <pc:docMk/>
            <pc:sldMk cId="1464690041" sldId="405"/>
            <ac:spMk id="212999" creationId="{BFDC80ED-A32A-C64D-A8CC-1B68AA367FC6}"/>
          </ac:spMkLst>
        </pc:spChg>
      </pc:sldChg>
      <pc:sldChg chg="addSp delSp modSp add mod">
        <pc:chgData name="Zheng Fei" userId="d19317889db4c986" providerId="LiveId" clId="{7C2AD6F1-D0BA-4689-8139-07F15EC587B2}" dt="2022-04-04T09:09:48.302" v="4642" actId="20577"/>
        <pc:sldMkLst>
          <pc:docMk/>
          <pc:sldMk cId="1370771721" sldId="406"/>
        </pc:sldMkLst>
        <pc:spChg chg="del">
          <ac:chgData name="Zheng Fei" userId="d19317889db4c986" providerId="LiveId" clId="{7C2AD6F1-D0BA-4689-8139-07F15EC587B2}" dt="2022-03-21T13:26:41.043" v="3226" actId="478"/>
          <ac:spMkLst>
            <pc:docMk/>
            <pc:sldMk cId="1370771721" sldId="406"/>
            <ac:spMk id="79874" creationId="{4CD78EE7-27D8-434C-B429-F3C60B888089}"/>
          </ac:spMkLst>
        </pc:spChg>
        <pc:spChg chg="del">
          <ac:chgData name="Zheng Fei" userId="d19317889db4c986" providerId="LiveId" clId="{7C2AD6F1-D0BA-4689-8139-07F15EC587B2}" dt="2022-03-21T13:26:36.463" v="3224" actId="478"/>
          <ac:spMkLst>
            <pc:docMk/>
            <pc:sldMk cId="1370771721" sldId="406"/>
            <ac:spMk id="79875" creationId="{2D082724-8D13-E943-8257-DCA0AEE15CEB}"/>
          </ac:spMkLst>
        </pc:spChg>
        <pc:spChg chg="del mod">
          <ac:chgData name="Zheng Fei" userId="d19317889db4c986" providerId="LiveId" clId="{7C2AD6F1-D0BA-4689-8139-07F15EC587B2}" dt="2022-03-21T13:26:35.033" v="3223" actId="478"/>
          <ac:spMkLst>
            <pc:docMk/>
            <pc:sldMk cId="1370771721" sldId="406"/>
            <ac:spMk id="79876" creationId="{C02D94A9-412F-5648-818D-F623580610B8}"/>
          </ac:spMkLst>
        </pc:spChg>
        <pc:spChg chg="mod">
          <ac:chgData name="Zheng Fei" userId="d19317889db4c986" providerId="LiveId" clId="{7C2AD6F1-D0BA-4689-8139-07F15EC587B2}" dt="2022-04-04T09:09:48.302" v="4642" actId="20577"/>
          <ac:spMkLst>
            <pc:docMk/>
            <pc:sldMk cId="1370771721" sldId="406"/>
            <ac:spMk id="79879" creationId="{315A4930-9E54-DF4C-968C-BA0CACC2F14D}"/>
          </ac:spMkLst>
        </pc:spChg>
        <pc:spChg chg="del">
          <ac:chgData name="Zheng Fei" userId="d19317889db4c986" providerId="LiveId" clId="{7C2AD6F1-D0BA-4689-8139-07F15EC587B2}" dt="2022-03-21T13:26:38.820" v="3225" actId="478"/>
          <ac:spMkLst>
            <pc:docMk/>
            <pc:sldMk cId="1370771721" sldId="406"/>
            <ac:spMk id="79880" creationId="{B8FF073E-B934-404D-A7F2-D45D17F7F794}"/>
          </ac:spMkLst>
        </pc:spChg>
        <pc:picChg chg="add mod">
          <ac:chgData name="Zheng Fei" userId="d19317889db4c986" providerId="LiveId" clId="{7C2AD6F1-D0BA-4689-8139-07F15EC587B2}" dt="2022-03-21T13:35:01.476" v="3584" actId="1076"/>
          <ac:picMkLst>
            <pc:docMk/>
            <pc:sldMk cId="1370771721" sldId="406"/>
            <ac:picMk id="3" creationId="{59CF8901-5F7A-44CC-99D0-5C943D5F0EE9}"/>
          </ac:picMkLst>
        </pc:picChg>
      </pc:sldChg>
      <pc:sldChg chg="addSp delSp modSp add mod">
        <pc:chgData name="Zheng Fei" userId="d19317889db4c986" providerId="LiveId" clId="{7C2AD6F1-D0BA-4689-8139-07F15EC587B2}" dt="2022-03-21T13:40:40.829" v="3750" actId="1076"/>
        <pc:sldMkLst>
          <pc:docMk/>
          <pc:sldMk cId="771023811" sldId="407"/>
        </pc:sldMkLst>
        <pc:spChg chg="add mod">
          <ac:chgData name="Zheng Fei" userId="d19317889db4c986" providerId="LiveId" clId="{7C2AD6F1-D0BA-4689-8139-07F15EC587B2}" dt="2022-03-21T13:38:03.439" v="3620" actId="20577"/>
          <ac:spMkLst>
            <pc:docMk/>
            <pc:sldMk cId="771023811" sldId="407"/>
            <ac:spMk id="7" creationId="{B7DFEDD6-FBD4-4E4A-9F13-8C667FBB955B}"/>
          </ac:spMkLst>
        </pc:spChg>
        <pc:spChg chg="add mod">
          <ac:chgData name="Zheng Fei" userId="d19317889db4c986" providerId="LiveId" clId="{7C2AD6F1-D0BA-4689-8139-07F15EC587B2}" dt="2022-03-21T13:38:05.307" v="3622" actId="20577"/>
          <ac:spMkLst>
            <pc:docMk/>
            <pc:sldMk cId="771023811" sldId="407"/>
            <ac:spMk id="8" creationId="{EFC62A39-3BDD-41AC-8204-EA2B42860D00}"/>
          </ac:spMkLst>
        </pc:spChg>
        <pc:spChg chg="add mod">
          <ac:chgData name="Zheng Fei" userId="d19317889db4c986" providerId="LiveId" clId="{7C2AD6F1-D0BA-4689-8139-07F15EC587B2}" dt="2022-03-21T13:40:40.829" v="3750" actId="1076"/>
          <ac:spMkLst>
            <pc:docMk/>
            <pc:sldMk cId="771023811" sldId="407"/>
            <ac:spMk id="11" creationId="{DD1278D0-7FA4-432C-AECD-17C8F8021505}"/>
          </ac:spMkLst>
        </pc:spChg>
        <pc:spChg chg="del">
          <ac:chgData name="Zheng Fei" userId="d19317889db4c986" providerId="LiveId" clId="{7C2AD6F1-D0BA-4689-8139-07F15EC587B2}" dt="2022-03-21T13:35:07.420" v="3586" actId="478"/>
          <ac:spMkLst>
            <pc:docMk/>
            <pc:sldMk cId="771023811" sldId="407"/>
            <ac:spMk id="79879" creationId="{315A4930-9E54-DF4C-968C-BA0CACC2F14D}"/>
          </ac:spMkLst>
        </pc:spChg>
        <pc:graphicFrameChg chg="add del mod replId">
          <ac:chgData name="Zheng Fei" userId="d19317889db4c986" providerId="LiveId" clId="{7C2AD6F1-D0BA-4689-8139-07F15EC587B2}" dt="2022-03-21T13:37:02.455" v="3601"/>
          <ac:graphicFrameMkLst>
            <pc:docMk/>
            <pc:sldMk cId="771023811" sldId="407"/>
            <ac:graphicFrameMk id="5" creationId="{B7DFEDD6-FBD4-4E4A-9F13-8C667FBB955B}"/>
          </ac:graphicFrameMkLst>
        </pc:graphicFrameChg>
        <pc:graphicFrameChg chg="add del mod replId">
          <ac:chgData name="Zheng Fei" userId="d19317889db4c986" providerId="LiveId" clId="{7C2AD6F1-D0BA-4689-8139-07F15EC587B2}" dt="2022-03-21T13:37:07.558" v="3605"/>
          <ac:graphicFrameMkLst>
            <pc:docMk/>
            <pc:sldMk cId="771023811" sldId="407"/>
            <ac:graphicFrameMk id="9" creationId="{EFC62A39-3BDD-41AC-8204-EA2B42860D00}"/>
          </ac:graphicFrameMkLst>
        </pc:graphicFrameChg>
        <pc:picChg chg="mod">
          <ac:chgData name="Zheng Fei" userId="d19317889db4c986" providerId="LiveId" clId="{7C2AD6F1-D0BA-4689-8139-07F15EC587B2}" dt="2022-03-21T13:35:32.507" v="3588"/>
          <ac:picMkLst>
            <pc:docMk/>
            <pc:sldMk cId="771023811" sldId="407"/>
            <ac:picMk id="3" creationId="{59CF8901-5F7A-44CC-99D0-5C943D5F0EE9}"/>
          </ac:picMkLst>
        </pc:picChg>
        <pc:picChg chg="add mod">
          <ac:chgData name="Zheng Fei" userId="d19317889db4c986" providerId="LiveId" clId="{7C2AD6F1-D0BA-4689-8139-07F15EC587B2}" dt="2022-03-21T13:36:40.887" v="3596" actId="1076"/>
          <ac:picMkLst>
            <pc:docMk/>
            <pc:sldMk cId="771023811" sldId="407"/>
            <ac:picMk id="4" creationId="{9C9B4275-AA3E-4EF9-BB50-8EA88A589AA2}"/>
          </ac:picMkLst>
        </pc:picChg>
      </pc:sldChg>
      <pc:sldChg chg="delSp modSp add mod">
        <pc:chgData name="Zheng Fei" userId="d19317889db4c986" providerId="LiveId" clId="{7C2AD6F1-D0BA-4689-8139-07F15EC587B2}" dt="2022-03-21T13:58:32.251" v="4130"/>
        <pc:sldMkLst>
          <pc:docMk/>
          <pc:sldMk cId="3028669943" sldId="408"/>
        </pc:sldMkLst>
        <pc:spChg chg="mod">
          <ac:chgData name="Zheng Fei" userId="d19317889db4c986" providerId="LiveId" clId="{7C2AD6F1-D0BA-4689-8139-07F15EC587B2}" dt="2022-03-21T13:52:22.438" v="3843"/>
          <ac:spMkLst>
            <pc:docMk/>
            <pc:sldMk cId="3028669943" sldId="408"/>
            <ac:spMk id="81922" creationId="{14E0717B-6270-FB40-A783-B7657E66B286}"/>
          </ac:spMkLst>
        </pc:spChg>
        <pc:spChg chg="del">
          <ac:chgData name="Zheng Fei" userId="d19317889db4c986" providerId="LiveId" clId="{7C2AD6F1-D0BA-4689-8139-07F15EC587B2}" dt="2022-03-21T13:41:37.542" v="3754" actId="478"/>
          <ac:spMkLst>
            <pc:docMk/>
            <pc:sldMk cId="3028669943" sldId="408"/>
            <ac:spMk id="81923" creationId="{4334270D-D323-4D49-B6FC-9F2BF337973D}"/>
          </ac:spMkLst>
        </pc:spChg>
        <pc:spChg chg="mod">
          <ac:chgData name="Zheng Fei" userId="d19317889db4c986" providerId="LiveId" clId="{7C2AD6F1-D0BA-4689-8139-07F15EC587B2}" dt="2022-03-21T13:58:32.251" v="4130"/>
          <ac:spMkLst>
            <pc:docMk/>
            <pc:sldMk cId="3028669943" sldId="408"/>
            <ac:spMk id="81924" creationId="{E5577144-0701-3949-9EC3-5C91E9F2E43C}"/>
          </ac:spMkLst>
        </pc:spChg>
        <pc:spChg chg="del">
          <ac:chgData name="Zheng Fei" userId="d19317889db4c986" providerId="LiveId" clId="{7C2AD6F1-D0BA-4689-8139-07F15EC587B2}" dt="2022-03-21T13:41:43.112" v="3759" actId="478"/>
          <ac:spMkLst>
            <pc:docMk/>
            <pc:sldMk cId="3028669943" sldId="408"/>
            <ac:spMk id="81925" creationId="{D2E142CE-A926-1A42-AB7A-01763CC6BEE7}"/>
          </ac:spMkLst>
        </pc:spChg>
        <pc:spChg chg="del">
          <ac:chgData name="Zheng Fei" userId="d19317889db4c986" providerId="LiveId" clId="{7C2AD6F1-D0BA-4689-8139-07F15EC587B2}" dt="2022-03-21T13:41:39.499" v="3756" actId="478"/>
          <ac:spMkLst>
            <pc:docMk/>
            <pc:sldMk cId="3028669943" sldId="408"/>
            <ac:spMk id="81926" creationId="{7AAF924E-BD38-324E-BC14-2B7EFE9E0699}"/>
          </ac:spMkLst>
        </pc:spChg>
        <pc:spChg chg="del">
          <ac:chgData name="Zheng Fei" userId="d19317889db4c986" providerId="LiveId" clId="{7C2AD6F1-D0BA-4689-8139-07F15EC587B2}" dt="2022-03-21T13:41:38.649" v="3755" actId="478"/>
          <ac:spMkLst>
            <pc:docMk/>
            <pc:sldMk cId="3028669943" sldId="408"/>
            <ac:spMk id="81927" creationId="{76740E9C-6639-414B-B508-8F590AC33B20}"/>
          </ac:spMkLst>
        </pc:spChg>
        <pc:spChg chg="del">
          <ac:chgData name="Zheng Fei" userId="d19317889db4c986" providerId="LiveId" clId="{7C2AD6F1-D0BA-4689-8139-07F15EC587B2}" dt="2022-03-21T13:41:40.339" v="3757" actId="478"/>
          <ac:spMkLst>
            <pc:docMk/>
            <pc:sldMk cId="3028669943" sldId="408"/>
            <ac:spMk id="81928" creationId="{A1E1ADA1-3820-B243-BCC5-DFF9CAB4449A}"/>
          </ac:spMkLst>
        </pc:spChg>
        <pc:spChg chg="del">
          <ac:chgData name="Zheng Fei" userId="d19317889db4c986" providerId="LiveId" clId="{7C2AD6F1-D0BA-4689-8139-07F15EC587B2}" dt="2022-03-21T13:41:44.273" v="3760" actId="478"/>
          <ac:spMkLst>
            <pc:docMk/>
            <pc:sldMk cId="3028669943" sldId="408"/>
            <ac:spMk id="81930" creationId="{61F031D6-5874-4E41-8BC5-38FDE4EE4F29}"/>
          </ac:spMkLst>
        </pc:spChg>
        <pc:graphicFrameChg chg="del">
          <ac:chgData name="Zheng Fei" userId="d19317889db4c986" providerId="LiveId" clId="{7C2AD6F1-D0BA-4689-8139-07F15EC587B2}" dt="2022-03-21T13:41:41.839" v="3758" actId="478"/>
          <ac:graphicFrameMkLst>
            <pc:docMk/>
            <pc:sldMk cId="3028669943" sldId="408"/>
            <ac:graphicFrameMk id="81929" creationId="{9E837817-2420-2F4A-B2F1-662A7BD66218}"/>
          </ac:graphicFrameMkLst>
        </pc:graphicFrameChg>
      </pc:sldChg>
      <pc:sldChg chg="delSp modSp add mod">
        <pc:chgData name="Zheng Fei" userId="d19317889db4c986" providerId="LiveId" clId="{7C2AD6F1-D0BA-4689-8139-07F15EC587B2}" dt="2022-04-04T09:10:17.704" v="4645" actId="20577"/>
        <pc:sldMkLst>
          <pc:docMk/>
          <pc:sldMk cId="1001287326" sldId="409"/>
        </pc:sldMkLst>
        <pc:spChg chg="mod">
          <ac:chgData name="Zheng Fei" userId="d19317889db4c986" providerId="LiveId" clId="{7C2AD6F1-D0BA-4689-8139-07F15EC587B2}" dt="2022-03-21T14:01:31.729" v="4322" actId="1076"/>
          <ac:spMkLst>
            <pc:docMk/>
            <pc:sldMk cId="1001287326" sldId="409"/>
            <ac:spMk id="81922" creationId="{14E0717B-6270-FB40-A783-B7657E66B286}"/>
          </ac:spMkLst>
        </pc:spChg>
        <pc:spChg chg="del">
          <ac:chgData name="Zheng Fei" userId="d19317889db4c986" providerId="LiveId" clId="{7C2AD6F1-D0BA-4689-8139-07F15EC587B2}" dt="2022-03-21T13:41:46.349" v="3761" actId="478"/>
          <ac:spMkLst>
            <pc:docMk/>
            <pc:sldMk cId="1001287326" sldId="409"/>
            <ac:spMk id="81923" creationId="{4334270D-D323-4D49-B6FC-9F2BF337973D}"/>
          </ac:spMkLst>
        </pc:spChg>
        <pc:spChg chg="mod">
          <ac:chgData name="Zheng Fei" userId="d19317889db4c986" providerId="LiveId" clId="{7C2AD6F1-D0BA-4689-8139-07F15EC587B2}" dt="2022-04-04T09:10:17.704" v="4645" actId="20577"/>
          <ac:spMkLst>
            <pc:docMk/>
            <pc:sldMk cId="1001287326" sldId="409"/>
            <ac:spMk id="81924" creationId="{E5577144-0701-3949-9EC3-5C91E9F2E43C}"/>
          </ac:spMkLst>
        </pc:spChg>
        <pc:spChg chg="del">
          <ac:chgData name="Zheng Fei" userId="d19317889db4c986" providerId="LiveId" clId="{7C2AD6F1-D0BA-4689-8139-07F15EC587B2}" dt="2022-03-21T13:41:47.319" v="3762" actId="478"/>
          <ac:spMkLst>
            <pc:docMk/>
            <pc:sldMk cId="1001287326" sldId="409"/>
            <ac:spMk id="81925" creationId="{D2E142CE-A926-1A42-AB7A-01763CC6BEE7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26" creationId="{7AAF924E-BD38-324E-BC14-2B7EFE9E0699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27" creationId="{76740E9C-6639-414B-B508-8F590AC33B20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28" creationId="{A1E1ADA1-3820-B243-BCC5-DFF9CAB4449A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30" creationId="{61F031D6-5874-4E41-8BC5-38FDE4EE4F29}"/>
          </ac:spMkLst>
        </pc:spChg>
        <pc:graphicFrameChg chg="del">
          <ac:chgData name="Zheng Fei" userId="d19317889db4c986" providerId="LiveId" clId="{7C2AD6F1-D0BA-4689-8139-07F15EC587B2}" dt="2022-03-21T13:41:49.279" v="3763" actId="478"/>
          <ac:graphicFrameMkLst>
            <pc:docMk/>
            <pc:sldMk cId="1001287326" sldId="409"/>
            <ac:graphicFrameMk id="81929" creationId="{9E837817-2420-2F4A-B2F1-662A7BD66218}"/>
          </ac:graphicFrameMkLst>
        </pc:graphicFrameChg>
      </pc:sldChg>
      <pc:sldChg chg="addSp modSp new mod">
        <pc:chgData name="Zheng Fei" userId="d19317889db4c986" providerId="LiveId" clId="{7C2AD6F1-D0BA-4689-8139-07F15EC587B2}" dt="2022-03-21T14:04:24.270" v="4328"/>
        <pc:sldMkLst>
          <pc:docMk/>
          <pc:sldMk cId="1387937541" sldId="410"/>
        </pc:sldMkLst>
        <pc:spChg chg="add mod">
          <ac:chgData name="Zheng Fei" userId="d19317889db4c986" providerId="LiveId" clId="{7C2AD6F1-D0BA-4689-8139-07F15EC587B2}" dt="2022-03-21T14:04:24.270" v="4328"/>
          <ac:spMkLst>
            <pc:docMk/>
            <pc:sldMk cId="1387937541" sldId="410"/>
            <ac:spMk id="4" creationId="{92CDFA3E-4A01-4858-ACE7-8528E301F413}"/>
          </ac:spMkLst>
        </pc:spChg>
        <pc:picChg chg="add mod">
          <ac:chgData name="Zheng Fei" userId="d19317889db4c986" providerId="LiveId" clId="{7C2AD6F1-D0BA-4689-8139-07F15EC587B2}" dt="2022-03-21T14:04:21.359" v="4326" actId="27614"/>
          <ac:picMkLst>
            <pc:docMk/>
            <pc:sldMk cId="1387937541" sldId="410"/>
            <ac:picMk id="3" creationId="{BB4FCC9F-151D-4ECB-AC48-32501DDCD70E}"/>
          </ac:picMkLst>
        </pc:picChg>
      </pc:sldChg>
      <pc:sldChg chg="addSp modSp new mod">
        <pc:chgData name="Zheng Fei" userId="d19317889db4c986" providerId="LiveId" clId="{7C2AD6F1-D0BA-4689-8139-07F15EC587B2}" dt="2022-03-21T14:05:10.045" v="4332"/>
        <pc:sldMkLst>
          <pc:docMk/>
          <pc:sldMk cId="2236120286" sldId="411"/>
        </pc:sldMkLst>
        <pc:spChg chg="add mod">
          <ac:chgData name="Zheng Fei" userId="d19317889db4c986" providerId="LiveId" clId="{7C2AD6F1-D0BA-4689-8139-07F15EC587B2}" dt="2022-03-21T14:05:10.045" v="4332"/>
          <ac:spMkLst>
            <pc:docMk/>
            <pc:sldMk cId="2236120286" sldId="411"/>
            <ac:spMk id="4" creationId="{4D2F5B3D-615C-41EE-BC7C-2A7F1F4E977A}"/>
          </ac:spMkLst>
        </pc:spChg>
        <pc:picChg chg="add mod">
          <ac:chgData name="Zheng Fei" userId="d19317889db4c986" providerId="LiveId" clId="{7C2AD6F1-D0BA-4689-8139-07F15EC587B2}" dt="2022-03-21T14:05:07.667" v="4331" actId="27614"/>
          <ac:picMkLst>
            <pc:docMk/>
            <pc:sldMk cId="2236120286" sldId="411"/>
            <ac:picMk id="3" creationId="{34F636CD-F158-4730-AD19-970CE85FA374}"/>
          </ac:picMkLst>
        </pc:picChg>
      </pc:sldChg>
      <pc:sldChg chg="addSp delSp modSp new del mod">
        <pc:chgData name="Zheng Fei" userId="d19317889db4c986" providerId="LiveId" clId="{7C2AD6F1-D0BA-4689-8139-07F15EC587B2}" dt="2022-04-04T09:07:18.816" v="4609" actId="47"/>
        <pc:sldMkLst>
          <pc:docMk/>
          <pc:sldMk cId="2706540" sldId="412"/>
        </pc:sldMkLst>
        <pc:spChg chg="del">
          <ac:chgData name="Zheng Fei" userId="d19317889db4c986" providerId="LiveId" clId="{7C2AD6F1-D0BA-4689-8139-07F15EC587B2}" dt="2022-03-21T14:20:06.614" v="4587" actId="478"/>
          <ac:spMkLst>
            <pc:docMk/>
            <pc:sldMk cId="2706540" sldId="412"/>
            <ac:spMk id="2" creationId="{0EDEE189-1BED-4DFE-89E6-3622BE04DAB7}"/>
          </ac:spMkLst>
        </pc:spChg>
        <pc:spChg chg="del">
          <ac:chgData name="Zheng Fei" userId="d19317889db4c986" providerId="LiveId" clId="{7C2AD6F1-D0BA-4689-8139-07F15EC587B2}" dt="2022-03-21T14:20:05.678" v="4586" actId="478"/>
          <ac:spMkLst>
            <pc:docMk/>
            <pc:sldMk cId="2706540" sldId="412"/>
            <ac:spMk id="3" creationId="{731AF723-5FAA-4B4A-A8A3-C65669685F9C}"/>
          </ac:spMkLst>
        </pc:spChg>
        <pc:spChg chg="add mod">
          <ac:chgData name="Zheng Fei" userId="d19317889db4c986" providerId="LiveId" clId="{7C2AD6F1-D0BA-4689-8139-07F15EC587B2}" dt="2022-03-21T14:20:14.938" v="4590"/>
          <ac:spMkLst>
            <pc:docMk/>
            <pc:sldMk cId="2706540" sldId="412"/>
            <ac:spMk id="6" creationId="{FBD48255-F885-4DD3-8F12-0B04AC7DBB2F}"/>
          </ac:spMkLst>
        </pc:spChg>
        <pc:spChg chg="add mod">
          <ac:chgData name="Zheng Fei" userId="d19317889db4c986" providerId="LiveId" clId="{7C2AD6F1-D0BA-4689-8139-07F15EC587B2}" dt="2022-03-21T14:21:47.025" v="4598" actId="2085"/>
          <ac:spMkLst>
            <pc:docMk/>
            <pc:sldMk cId="2706540" sldId="412"/>
            <ac:spMk id="9" creationId="{47987D28-50F3-48E9-9063-C0635083AF67}"/>
          </ac:spMkLst>
        </pc:spChg>
        <pc:picChg chg="add mod">
          <ac:chgData name="Zheng Fei" userId="d19317889db4c986" providerId="LiveId" clId="{7C2AD6F1-D0BA-4689-8139-07F15EC587B2}" dt="2022-03-21T14:21:25.764" v="4591" actId="1076"/>
          <ac:picMkLst>
            <pc:docMk/>
            <pc:sldMk cId="2706540" sldId="412"/>
            <ac:picMk id="5" creationId="{7F298C44-73CD-4B3D-8EA6-056E2E2F6627}"/>
          </ac:picMkLst>
        </pc:picChg>
        <pc:picChg chg="add mod">
          <ac:chgData name="Zheng Fei" userId="d19317889db4c986" providerId="LiveId" clId="{7C2AD6F1-D0BA-4689-8139-07F15EC587B2}" dt="2022-03-21T14:21:33.113" v="4595" actId="962"/>
          <ac:picMkLst>
            <pc:docMk/>
            <pc:sldMk cId="2706540" sldId="412"/>
            <ac:picMk id="8" creationId="{ECC7B80F-284E-4501-8EF9-39C36B81C289}"/>
          </ac:picMkLst>
        </pc:picChg>
      </pc:sldChg>
      <pc:sldChg chg="add">
        <pc:chgData name="Zheng Fei" userId="d19317889db4c986" providerId="LiveId" clId="{7C2AD6F1-D0BA-4689-8139-07F15EC587B2}" dt="2022-04-04T09:07:16.930" v="4608"/>
        <pc:sldMkLst>
          <pc:docMk/>
          <pc:sldMk cId="2421043722" sldId="433"/>
        </pc:sldMkLst>
      </pc:sldChg>
      <pc:sldChg chg="add del">
        <pc:chgData name="Zheng Fei" userId="d19317889db4c986" providerId="LiveId" clId="{7C2AD6F1-D0BA-4689-8139-07F15EC587B2}" dt="2022-04-04T09:08:10.785" v="4617"/>
        <pc:sldMkLst>
          <pc:docMk/>
          <pc:sldMk cId="2585051152" sldId="434"/>
        </pc:sldMkLst>
      </pc:sldChg>
    </pc:docChg>
  </pc:docChgLst>
  <pc:docChgLst>
    <pc:chgData name="Zheng Fei" userId="d19317889db4c986" providerId="LiveId" clId="{0F78B51B-46AC-A743-8EEF-FFD2246E4AE9}"/>
    <pc:docChg chg="undo custSel addSld delSld modSld">
      <pc:chgData name="Zheng Fei" userId="d19317889db4c986" providerId="LiveId" clId="{0F78B51B-46AC-A743-8EEF-FFD2246E4AE9}" dt="2022-12-10T02:23:12.321" v="180" actId="20577"/>
      <pc:docMkLst>
        <pc:docMk/>
      </pc:docMkLst>
      <pc:sldChg chg="del">
        <pc:chgData name="Zheng Fei" userId="d19317889db4c986" providerId="LiveId" clId="{0F78B51B-46AC-A743-8EEF-FFD2246E4AE9}" dt="2022-12-10T02:05:07.221" v="49" actId="2696"/>
        <pc:sldMkLst>
          <pc:docMk/>
          <pc:sldMk cId="0" sldId="257"/>
        </pc:sldMkLst>
      </pc:sldChg>
      <pc:sldChg chg="modSp mod">
        <pc:chgData name="Zheng Fei" userId="d19317889db4c986" providerId="LiveId" clId="{0F78B51B-46AC-A743-8EEF-FFD2246E4AE9}" dt="2022-12-10T02:23:12.321" v="180" actId="20577"/>
        <pc:sldMkLst>
          <pc:docMk/>
          <pc:sldMk cId="0" sldId="264"/>
        </pc:sldMkLst>
        <pc:spChg chg="mod">
          <ac:chgData name="Zheng Fei" userId="d19317889db4c986" providerId="LiveId" clId="{0F78B51B-46AC-A743-8EEF-FFD2246E4AE9}" dt="2022-12-10T02:23:12.321" v="180" actId="20577"/>
          <ac:spMkLst>
            <pc:docMk/>
            <pc:sldMk cId="0" sldId="264"/>
            <ac:spMk id="68615" creationId="{3843CF23-8BA7-6D49-B29E-EA6098D1B147}"/>
          </ac:spMkLst>
        </pc:spChg>
      </pc:sldChg>
      <pc:sldChg chg="modSp add mod modTransition">
        <pc:chgData name="Zheng Fei" userId="d19317889db4c986" providerId="LiveId" clId="{0F78B51B-46AC-A743-8EEF-FFD2246E4AE9}" dt="2022-12-10T02:02:28.500" v="3" actId="1076"/>
        <pc:sldMkLst>
          <pc:docMk/>
          <pc:sldMk cId="200916843" sldId="1784"/>
        </pc:sldMkLst>
        <pc:spChg chg="mod">
          <ac:chgData name="Zheng Fei" userId="d19317889db4c986" providerId="LiveId" clId="{0F78B51B-46AC-A743-8EEF-FFD2246E4AE9}" dt="2022-12-10T02:02:28.500" v="3" actId="1076"/>
          <ac:spMkLst>
            <pc:docMk/>
            <pc:sldMk cId="200916843" sldId="1784"/>
            <ac:spMk id="2" creationId="{088399E9-B039-1521-3566-EED9C8A90839}"/>
          </ac:spMkLst>
        </pc:spChg>
      </pc:sldChg>
      <pc:sldChg chg="addSp modSp new mod modAnim">
        <pc:chgData name="Zheng Fei" userId="d19317889db4c986" providerId="LiveId" clId="{0F78B51B-46AC-A743-8EEF-FFD2246E4AE9}" dt="2022-12-10T02:04:57.168" v="48"/>
        <pc:sldMkLst>
          <pc:docMk/>
          <pc:sldMk cId="3043627081" sldId="1785"/>
        </pc:sldMkLst>
        <pc:spChg chg="add mod">
          <ac:chgData name="Zheng Fei" userId="d19317889db4c986" providerId="LiveId" clId="{0F78B51B-46AC-A743-8EEF-FFD2246E4AE9}" dt="2022-12-10T02:02:32.034" v="4"/>
          <ac:spMkLst>
            <pc:docMk/>
            <pc:sldMk cId="3043627081" sldId="1785"/>
            <ac:spMk id="2" creationId="{1285D3BE-3DE5-4CC4-E4B3-24F3B6DFA094}"/>
          </ac:spMkLst>
        </pc:spChg>
        <pc:spChg chg="add mod">
          <ac:chgData name="Zheng Fei" userId="d19317889db4c986" providerId="LiveId" clId="{0F78B51B-46AC-A743-8EEF-FFD2246E4AE9}" dt="2022-12-10T02:04:46.293" v="46" actId="1076"/>
          <ac:spMkLst>
            <pc:docMk/>
            <pc:sldMk cId="3043627081" sldId="1785"/>
            <ac:spMk id="6" creationId="{F8DA9B1E-27CF-3C45-08CB-A31F4826CACC}"/>
          </ac:spMkLst>
        </pc:spChg>
        <pc:picChg chg="add mod">
          <ac:chgData name="Zheng Fei" userId="d19317889db4c986" providerId="LiveId" clId="{0F78B51B-46AC-A743-8EEF-FFD2246E4AE9}" dt="2022-12-10T02:04:03.131" v="13" actId="1076"/>
          <ac:picMkLst>
            <pc:docMk/>
            <pc:sldMk cId="3043627081" sldId="1785"/>
            <ac:picMk id="5" creationId="{1381A0FD-E2C5-67FC-DC4D-74D90E05487C}"/>
          </ac:picMkLst>
        </pc:picChg>
        <pc:cxnChg chg="add mod">
          <ac:chgData name="Zheng Fei" userId="d19317889db4c986" providerId="LiveId" clId="{0F78B51B-46AC-A743-8EEF-FFD2246E4AE9}" dt="2022-12-10T02:02:32.034" v="4"/>
          <ac:cxnSpMkLst>
            <pc:docMk/>
            <pc:sldMk cId="3043627081" sldId="1785"/>
            <ac:cxnSpMk id="3" creationId="{5A0E025E-B73C-8C4E-FBAF-2429016F917F}"/>
          </ac:cxnSpMkLst>
        </pc:cxnChg>
      </pc:sldChg>
      <pc:sldChg chg="modSp new mod">
        <pc:chgData name="Zheng Fei" userId="d19317889db4c986" providerId="LiveId" clId="{0F78B51B-46AC-A743-8EEF-FFD2246E4AE9}" dt="2022-12-10T02:08:10.119" v="121" actId="20577"/>
        <pc:sldMkLst>
          <pc:docMk/>
          <pc:sldMk cId="3062948143" sldId="1786"/>
        </pc:sldMkLst>
        <pc:spChg chg="mod">
          <ac:chgData name="Zheng Fei" userId="d19317889db4c986" providerId="LiveId" clId="{0F78B51B-46AC-A743-8EEF-FFD2246E4AE9}" dt="2022-12-10T02:08:10.119" v="121" actId="20577"/>
          <ac:spMkLst>
            <pc:docMk/>
            <pc:sldMk cId="3062948143" sldId="1786"/>
            <ac:spMk id="2" creationId="{0F0CC45D-5913-8880-A125-39FA2B5BDA23}"/>
          </ac:spMkLst>
        </pc:spChg>
      </pc:sldChg>
    </pc:docChg>
  </pc:docChgLst>
  <pc:docChgLst>
    <pc:chgData name="Zheng Fei" userId="d19317889db4c986" providerId="LiveId" clId="{42BE8BC2-6DC0-F54E-B9C0-2CD2D750DCBA}"/>
    <pc:docChg chg="modSld">
      <pc:chgData name="Zheng Fei" userId="d19317889db4c986" providerId="LiveId" clId="{42BE8BC2-6DC0-F54E-B9C0-2CD2D750DCBA}" dt="2023-02-09T07:38:52.863" v="5" actId="207"/>
      <pc:docMkLst>
        <pc:docMk/>
      </pc:docMkLst>
      <pc:sldChg chg="modSp mod">
        <pc:chgData name="Zheng Fei" userId="d19317889db4c986" providerId="LiveId" clId="{42BE8BC2-6DC0-F54E-B9C0-2CD2D750DCBA}" dt="2023-02-09T07:37:58.510" v="4" actId="12"/>
        <pc:sldMkLst>
          <pc:docMk/>
          <pc:sldMk cId="0" sldId="259"/>
        </pc:sldMkLst>
        <pc:spChg chg="mod">
          <ac:chgData name="Zheng Fei" userId="d19317889db4c986" providerId="LiveId" clId="{42BE8BC2-6DC0-F54E-B9C0-2CD2D750DCBA}" dt="2023-02-09T07:37:51.424" v="3" actId="12"/>
          <ac:spMkLst>
            <pc:docMk/>
            <pc:sldMk cId="0" sldId="259"/>
            <ac:spMk id="63493" creationId="{14BCA5D7-1658-AC41-BA02-21C046D062AE}"/>
          </ac:spMkLst>
        </pc:spChg>
        <pc:spChg chg="mod">
          <ac:chgData name="Zheng Fei" userId="d19317889db4c986" providerId="LiveId" clId="{42BE8BC2-6DC0-F54E-B9C0-2CD2D750DCBA}" dt="2023-02-09T07:37:58.510" v="4" actId="12"/>
          <ac:spMkLst>
            <pc:docMk/>
            <pc:sldMk cId="0" sldId="259"/>
            <ac:spMk id="63498" creationId="{99549D0D-4C30-3448-B832-52EBEAF5D8BE}"/>
          </ac:spMkLst>
        </pc:spChg>
      </pc:sldChg>
      <pc:sldChg chg="modSp">
        <pc:chgData name="Zheng Fei" userId="d19317889db4c986" providerId="LiveId" clId="{42BE8BC2-6DC0-F54E-B9C0-2CD2D750DCBA}" dt="2023-02-09T07:38:52.863" v="5" actId="207"/>
        <pc:sldMkLst>
          <pc:docMk/>
          <pc:sldMk cId="2421043722" sldId="433"/>
        </pc:sldMkLst>
        <pc:spChg chg="mod">
          <ac:chgData name="Zheng Fei" userId="d19317889db4c986" providerId="LiveId" clId="{42BE8BC2-6DC0-F54E-B9C0-2CD2D750DCBA}" dt="2023-02-09T07:38:52.863" v="5" actId="207"/>
          <ac:spMkLst>
            <pc:docMk/>
            <pc:sldMk cId="2421043722" sldId="433"/>
            <ac:spMk id="38" creationId="{7657883A-9A21-4031-8CBF-F3891157ADAD}"/>
          </ac:spMkLst>
        </pc:spChg>
      </pc:sldChg>
      <pc:sldChg chg="modSp">
        <pc:chgData name="Zheng Fei" userId="d19317889db4c986" providerId="LiveId" clId="{42BE8BC2-6DC0-F54E-B9C0-2CD2D750DCBA}" dt="2023-02-09T07:37:19.987" v="2" actId="2711"/>
        <pc:sldMkLst>
          <pc:docMk/>
          <pc:sldMk cId="200916843" sldId="1784"/>
        </pc:sldMkLst>
        <pc:spChg chg="mod">
          <ac:chgData name="Zheng Fei" userId="d19317889db4c986" providerId="LiveId" clId="{42BE8BC2-6DC0-F54E-B9C0-2CD2D750DCBA}" dt="2023-02-09T07:37:19.987" v="2" actId="2711"/>
          <ac:spMkLst>
            <pc:docMk/>
            <pc:sldMk cId="200916843" sldId="1784"/>
            <ac:spMk id="6" creationId="{E086D98F-A3C4-2856-9AF3-75EA9A670C8A}"/>
          </ac:spMkLst>
        </pc:spChg>
      </pc:sldChg>
    </pc:docChg>
  </pc:docChgLst>
  <pc:docChgLst>
    <pc:chgData name="Zheng Fei" userId="d19317889db4c986" providerId="LiveId" clId="{859FE335-E2C2-8842-9537-FA5BDA6E57F4}"/>
    <pc:docChg chg="undo custSel addSld modSld">
      <pc:chgData name="Zheng Fei" userId="d19317889db4c986" providerId="LiveId" clId="{859FE335-E2C2-8842-9537-FA5BDA6E57F4}" dt="2023-02-09T14:08:34.313" v="8"/>
      <pc:docMkLst>
        <pc:docMk/>
      </pc:docMkLst>
      <pc:sldChg chg="modSp add">
        <pc:chgData name="Zheng Fei" userId="d19317889db4c986" providerId="LiveId" clId="{859FE335-E2C2-8842-9537-FA5BDA6E57F4}" dt="2023-02-09T14:06:29.781" v="7" actId="207"/>
        <pc:sldMkLst>
          <pc:docMk/>
          <pc:sldMk cId="0" sldId="257"/>
        </pc:sldMkLst>
        <pc:spChg chg="mod">
          <ac:chgData name="Zheng Fei" userId="d19317889db4c986" providerId="LiveId" clId="{859FE335-E2C2-8842-9537-FA5BDA6E57F4}" dt="2023-02-09T14:06:29.781" v="7" actId="207"/>
          <ac:spMkLst>
            <pc:docMk/>
            <pc:sldMk cId="0" sldId="257"/>
            <ac:spMk id="9" creationId="{A2A32693-FA85-46ED-9F52-424F364119E5}"/>
          </ac:spMkLst>
        </pc:spChg>
        <pc:spChg chg="mod">
          <ac:chgData name="Zheng Fei" userId="d19317889db4c986" providerId="LiveId" clId="{859FE335-E2C2-8842-9537-FA5BDA6E57F4}" dt="2023-02-09T14:06:26.245" v="6" actId="207"/>
          <ac:spMkLst>
            <pc:docMk/>
            <pc:sldMk cId="0" sldId="257"/>
            <ac:spMk id="61445" creationId="{D75E15BB-A7A5-2C46-90D2-B9B92ACCDED9}"/>
          </ac:spMkLst>
        </pc:spChg>
      </pc:sldChg>
      <pc:sldChg chg="modSp mod">
        <pc:chgData name="Zheng Fei" userId="d19317889db4c986" providerId="LiveId" clId="{859FE335-E2C2-8842-9537-FA5BDA6E57F4}" dt="2023-02-09T12:20:34.178" v="2" actId="20577"/>
        <pc:sldMkLst>
          <pc:docMk/>
          <pc:sldMk cId="0" sldId="260"/>
        </pc:sldMkLst>
        <pc:spChg chg="mod">
          <ac:chgData name="Zheng Fei" userId="d19317889db4c986" providerId="LiveId" clId="{859FE335-E2C2-8842-9537-FA5BDA6E57F4}" dt="2023-02-09T12:20:34.178" v="2" actId="20577"/>
          <ac:spMkLst>
            <pc:docMk/>
            <pc:sldMk cId="0" sldId="260"/>
            <ac:spMk id="64514" creationId="{8039605C-9F4D-ED4F-8405-BCD3B1D30849}"/>
          </ac:spMkLst>
        </pc:spChg>
      </pc:sldChg>
      <pc:sldChg chg="add">
        <pc:chgData name="Zheng Fei" userId="d19317889db4c986" providerId="LiveId" clId="{859FE335-E2C2-8842-9537-FA5BDA6E57F4}" dt="2023-02-09T14:08:34.313" v="8"/>
        <pc:sldMkLst>
          <pc:docMk/>
          <pc:sldMk cId="1106504408" sldId="440"/>
        </pc:sldMkLst>
      </pc:sldChg>
      <pc:sldChg chg="addSp delSp modSp">
        <pc:chgData name="Zheng Fei" userId="d19317889db4c986" providerId="LiveId" clId="{859FE335-E2C2-8842-9537-FA5BDA6E57F4}" dt="2023-02-09T14:06:12.819" v="4"/>
        <pc:sldMkLst>
          <pc:docMk/>
          <pc:sldMk cId="200916843" sldId="1784"/>
        </pc:sldMkLst>
        <pc:spChg chg="add del mod">
          <ac:chgData name="Zheng Fei" userId="d19317889db4c986" providerId="LiveId" clId="{859FE335-E2C2-8842-9537-FA5BDA6E57F4}" dt="2023-02-09T14:06:12.819" v="4"/>
          <ac:spMkLst>
            <pc:docMk/>
            <pc:sldMk cId="200916843" sldId="1784"/>
            <ac:spMk id="7" creationId="{ACAD02BA-8525-BA5D-2848-AC0BF8A67765}"/>
          </ac:spMkLst>
        </pc:spChg>
      </pc:sldChg>
      <pc:sldChg chg="new">
        <pc:chgData name="Zheng Fei" userId="d19317889db4c986" providerId="LiveId" clId="{859FE335-E2C2-8842-9537-FA5BDA6E57F4}" dt="2023-02-09T12:20:12.710" v="0" actId="680"/>
        <pc:sldMkLst>
          <pc:docMk/>
          <pc:sldMk cId="3860524547" sldId="1790"/>
        </pc:sldMkLst>
      </pc:sldChg>
    </pc:docChg>
  </pc:docChgLst>
  <pc:docChgLst>
    <pc:chgData name="Fei Zheng" userId="d19317889db4c986" providerId="LiveId" clId="{8B5F5398-6F94-1B4B-83B8-AD6CAAB5A4E6}"/>
    <pc:docChg chg="undo custSel addSld delSld modSld sldOrd">
      <pc:chgData name="Fei Zheng" userId="d19317889db4c986" providerId="LiveId" clId="{8B5F5398-6F94-1B4B-83B8-AD6CAAB5A4E6}" dt="2023-03-06T16:34:39.233" v="2814"/>
      <pc:docMkLst>
        <pc:docMk/>
      </pc:docMkLst>
      <pc:sldChg chg="delSp modSp mod">
        <pc:chgData name="Fei Zheng" userId="d19317889db4c986" providerId="LiveId" clId="{8B5F5398-6F94-1B4B-83B8-AD6CAAB5A4E6}" dt="2023-03-06T13:11:21.306" v="1285"/>
        <pc:sldMkLst>
          <pc:docMk/>
          <pc:sldMk cId="2421043722" sldId="433"/>
        </pc:sldMkLst>
        <pc:spChg chg="del mod">
          <ac:chgData name="Fei Zheng" userId="d19317889db4c986" providerId="LiveId" clId="{8B5F5398-6F94-1B4B-83B8-AD6CAAB5A4E6}" dt="2023-03-06T13:11:21.306" v="1285"/>
          <ac:spMkLst>
            <pc:docMk/>
            <pc:sldMk cId="2421043722" sldId="433"/>
            <ac:spMk id="38" creationId="{7657883A-9A21-4031-8CBF-F3891157ADAD}"/>
          </ac:spMkLst>
        </pc:spChg>
      </pc:sldChg>
      <pc:sldChg chg="del">
        <pc:chgData name="Fei Zheng" userId="d19317889db4c986" providerId="LiveId" clId="{8B5F5398-6F94-1B4B-83B8-AD6CAAB5A4E6}" dt="2023-03-06T13:21:54.259" v="1510" actId="2696"/>
        <pc:sldMkLst>
          <pc:docMk/>
          <pc:sldMk cId="3062948143" sldId="1786"/>
        </pc:sldMkLst>
      </pc:sldChg>
      <pc:sldChg chg="del">
        <pc:chgData name="Fei Zheng" userId="d19317889db4c986" providerId="LiveId" clId="{8B5F5398-6F94-1B4B-83B8-AD6CAAB5A4E6}" dt="2023-03-06T13:22:07.450" v="1513" actId="2696"/>
        <pc:sldMkLst>
          <pc:docMk/>
          <pc:sldMk cId="2813375512" sldId="1788"/>
        </pc:sldMkLst>
      </pc:sldChg>
      <pc:sldChg chg="del">
        <pc:chgData name="Fei Zheng" userId="d19317889db4c986" providerId="LiveId" clId="{8B5F5398-6F94-1B4B-83B8-AD6CAAB5A4E6}" dt="2023-03-06T13:22:07.445" v="1512" actId="2696"/>
        <pc:sldMkLst>
          <pc:docMk/>
          <pc:sldMk cId="1889146778" sldId="1789"/>
        </pc:sldMkLst>
      </pc:sldChg>
      <pc:sldChg chg="del">
        <pc:chgData name="Fei Zheng" userId="d19317889db4c986" providerId="LiveId" clId="{8B5F5398-6F94-1B4B-83B8-AD6CAAB5A4E6}" dt="2023-03-06T13:21:58.219" v="1511" actId="2696"/>
        <pc:sldMkLst>
          <pc:docMk/>
          <pc:sldMk cId="3860524547" sldId="1790"/>
        </pc:sldMkLst>
      </pc:sldChg>
      <pc:sldChg chg="modSp new del mod">
        <pc:chgData name="Fei Zheng" userId="d19317889db4c986" providerId="LiveId" clId="{8B5F5398-6F94-1B4B-83B8-AD6CAAB5A4E6}" dt="2023-02-27T23:31:54.244" v="78" actId="2696"/>
        <pc:sldMkLst>
          <pc:docMk/>
          <pc:sldMk cId="2118453197" sldId="1791"/>
        </pc:sldMkLst>
        <pc:spChg chg="mod">
          <ac:chgData name="Fei Zheng" userId="d19317889db4c986" providerId="LiveId" clId="{8B5F5398-6F94-1B4B-83B8-AD6CAAB5A4E6}" dt="2023-02-27T23:31:35.283" v="73" actId="20577"/>
          <ac:spMkLst>
            <pc:docMk/>
            <pc:sldMk cId="2118453197" sldId="1791"/>
            <ac:spMk id="2" creationId="{93165394-6898-DB26-5DC1-E1F3F4C0E042}"/>
          </ac:spMkLst>
        </pc:spChg>
        <pc:spChg chg="mod">
          <ac:chgData name="Fei Zheng" userId="d19317889db4c986" providerId="LiveId" clId="{8B5F5398-6F94-1B4B-83B8-AD6CAAB5A4E6}" dt="2023-02-27T23:31:42.005" v="77" actId="20577"/>
          <ac:spMkLst>
            <pc:docMk/>
            <pc:sldMk cId="2118453197" sldId="1791"/>
            <ac:spMk id="3" creationId="{56A7A8BE-F688-CAB8-F001-E62900410D6E}"/>
          </ac:spMkLst>
        </pc:spChg>
      </pc:sldChg>
      <pc:sldChg chg="addSp modSp add mod modAnim">
        <pc:chgData name="Fei Zheng" userId="d19317889db4c986" providerId="LiveId" clId="{8B5F5398-6F94-1B4B-83B8-AD6CAAB5A4E6}" dt="2023-03-06T16:19:57.980" v="2812" actId="113"/>
        <pc:sldMkLst>
          <pc:docMk/>
          <pc:sldMk cId="2187668961" sldId="1791"/>
        </pc:sldMkLst>
        <pc:spChg chg="mod">
          <ac:chgData name="Fei Zheng" userId="d19317889db4c986" providerId="LiveId" clId="{8B5F5398-6F94-1B4B-83B8-AD6CAAB5A4E6}" dt="2023-03-06T13:29:25.515" v="2469" actId="1036"/>
          <ac:spMkLst>
            <pc:docMk/>
            <pc:sldMk cId="2187668961" sldId="1791"/>
            <ac:spMk id="2" creationId="{93165394-6898-DB26-5DC1-E1F3F4C0E042}"/>
          </ac:spMkLst>
        </pc:spChg>
        <pc:spChg chg="mod">
          <ac:chgData name="Fei Zheng" userId="d19317889db4c986" providerId="LiveId" clId="{8B5F5398-6F94-1B4B-83B8-AD6CAAB5A4E6}" dt="2023-03-06T13:29:25.515" v="2469" actId="1036"/>
          <ac:spMkLst>
            <pc:docMk/>
            <pc:sldMk cId="2187668961" sldId="1791"/>
            <ac:spMk id="3" creationId="{56A7A8BE-F688-CAB8-F001-E62900410D6E}"/>
          </ac:spMkLst>
        </pc:spChg>
        <pc:spChg chg="add mod">
          <ac:chgData name="Fei Zheng" userId="d19317889db4c986" providerId="LiveId" clId="{8B5F5398-6F94-1B4B-83B8-AD6CAAB5A4E6}" dt="2023-03-06T16:19:57.980" v="2812" actId="113"/>
          <ac:spMkLst>
            <pc:docMk/>
            <pc:sldMk cId="2187668961" sldId="1791"/>
            <ac:spMk id="4" creationId="{F05ABB5F-C33F-A413-45EA-EC1ECA54C7FD}"/>
          </ac:spMkLst>
        </pc:spChg>
      </pc:sldChg>
      <pc:sldChg chg="add del">
        <pc:chgData name="Fei Zheng" userId="d19317889db4c986" providerId="LiveId" clId="{8B5F5398-6F94-1B4B-83B8-AD6CAAB5A4E6}" dt="2023-03-06T13:25:26.595" v="1657" actId="2696"/>
        <pc:sldMkLst>
          <pc:docMk/>
          <pc:sldMk cId="4228780310" sldId="1791"/>
        </pc:sldMkLst>
      </pc:sldChg>
      <pc:sldChg chg="new del">
        <pc:chgData name="Fei Zheng" userId="d19317889db4c986" providerId="LiveId" clId="{8B5F5398-6F94-1B4B-83B8-AD6CAAB5A4E6}" dt="2023-03-06T12:57:06.520" v="81" actId="2696"/>
        <pc:sldMkLst>
          <pc:docMk/>
          <pc:sldMk cId="2305947405" sldId="1792"/>
        </pc:sldMkLst>
      </pc:sldChg>
      <pc:sldChg chg="addSp delSp modSp add mod ord replTag">
        <pc:chgData name="Fei Zheng" userId="d19317889db4c986" providerId="LiveId" clId="{8B5F5398-6F94-1B4B-83B8-AD6CAAB5A4E6}" dt="2023-03-06T13:25:37.275" v="1661"/>
        <pc:sldMkLst>
          <pc:docMk/>
          <pc:sldMk cId="2742684409" sldId="1792"/>
        </pc:sldMkLst>
        <pc:spChg chg="del mod">
          <ac:chgData name="Fei Zheng" userId="d19317889db4c986" providerId="LiveId" clId="{8B5F5398-6F94-1B4B-83B8-AD6CAAB5A4E6}" dt="2023-03-06T13:00:37.297" v="83"/>
          <ac:spMkLst>
            <pc:docMk/>
            <pc:sldMk cId="2742684409" sldId="1792"/>
            <ac:spMk id="2" creationId="{3D1C8A48-1787-461E-B3F8-FAD373510FE4}"/>
          </ac:spMkLst>
        </pc:spChg>
        <pc:spChg chg="del mod">
          <ac:chgData name="Fei Zheng" userId="d19317889db4c986" providerId="LiveId" clId="{8B5F5398-6F94-1B4B-83B8-AD6CAAB5A4E6}" dt="2023-03-06T13:00:37.297" v="83"/>
          <ac:spMkLst>
            <pc:docMk/>
            <pc:sldMk cId="2742684409" sldId="1792"/>
            <ac:spMk id="3" creationId="{0612180E-60DD-6640-1984-16B982CD948D}"/>
          </ac:spMkLst>
        </pc:spChg>
        <pc:spChg chg="add mod replST">
          <ac:chgData name="Fei Zheng" userId="d19317889db4c986" providerId="LiveId" clId="{8B5F5398-6F94-1B4B-83B8-AD6CAAB5A4E6}" dt="2023-03-06T13:25:37.275" v="1660"/>
          <ac:spMkLst>
            <pc:docMk/>
            <pc:sldMk cId="2742684409" sldId="1792"/>
            <ac:spMk id="6" creationId="{CB389364-62B3-DAE0-FCB8-336E32D8127F}"/>
          </ac:spMkLst>
        </pc:spChg>
        <pc:spChg chg="add mod replST">
          <ac:chgData name="Fei Zheng" userId="d19317889db4c986" providerId="LiveId" clId="{8B5F5398-6F94-1B4B-83B8-AD6CAAB5A4E6}" dt="2023-03-06T13:00:37.328" v="100"/>
          <ac:spMkLst>
            <pc:docMk/>
            <pc:sldMk cId="2742684409" sldId="1792"/>
            <ac:spMk id="7" creationId="{31747586-0A47-A53B-7526-65238B50FC79}"/>
          </ac:spMkLst>
        </pc:spChg>
        <pc:spChg chg="add mod replST">
          <ac:chgData name="Fei Zheng" userId="d19317889db4c986" providerId="LiveId" clId="{8B5F5398-6F94-1B4B-83B8-AD6CAAB5A4E6}" dt="2023-03-06T13:00:37.513" v="119"/>
          <ac:spMkLst>
            <pc:docMk/>
            <pc:sldMk cId="2742684409" sldId="1792"/>
            <ac:spMk id="8" creationId="{CEFC8107-6BA3-A8DC-BF9F-9C1C44B0AB62}"/>
          </ac:spMkLst>
        </pc:spChg>
        <pc:spChg chg="add mod replST">
          <ac:chgData name="Fei Zheng" userId="d19317889db4c986" providerId="LiveId" clId="{8B5F5398-6F94-1B4B-83B8-AD6CAAB5A4E6}" dt="2023-03-06T13:00:37.531" v="140"/>
          <ac:spMkLst>
            <pc:docMk/>
            <pc:sldMk cId="2742684409" sldId="1792"/>
            <ac:spMk id="9" creationId="{FF2111F7-5503-9B86-17DD-4FAA010E096F}"/>
          </ac:spMkLst>
        </pc:spChg>
        <pc:spChg chg="add mod replST">
          <ac:chgData name="Fei Zheng" userId="d19317889db4c986" providerId="LiveId" clId="{8B5F5398-6F94-1B4B-83B8-AD6CAAB5A4E6}" dt="2023-03-06T13:07:58.846" v="958" actId="20577"/>
          <ac:spMkLst>
            <pc:docMk/>
            <pc:sldMk cId="2742684409" sldId="1792"/>
            <ac:spMk id="11" creationId="{C376C401-26CA-9EC4-D336-E308C656664D}"/>
          </ac:spMkLst>
        </pc:spChg>
        <pc:spChg chg="add mod replST">
          <ac:chgData name="Fei Zheng" userId="d19317889db4c986" providerId="LiveId" clId="{8B5F5398-6F94-1B4B-83B8-AD6CAAB5A4E6}" dt="2023-03-06T13:06:29.891" v="923" actId="207"/>
          <ac:spMkLst>
            <pc:docMk/>
            <pc:sldMk cId="2742684409" sldId="1792"/>
            <ac:spMk id="12" creationId="{B957D0C2-9087-DFAF-C43B-55BF1F756DBD}"/>
          </ac:spMkLst>
        </pc:spChg>
        <pc:spChg chg="add mod replST">
          <ac:chgData name="Fei Zheng" userId="d19317889db4c986" providerId="LiveId" clId="{8B5F5398-6F94-1B4B-83B8-AD6CAAB5A4E6}" dt="2023-03-06T13:06:27.342" v="918" actId="207"/>
          <ac:spMkLst>
            <pc:docMk/>
            <pc:sldMk cId="2742684409" sldId="1792"/>
            <ac:spMk id="13" creationId="{50C3ABE9-85DC-3648-9680-EEE1DAA7A784}"/>
          </ac:spMkLst>
        </pc:spChg>
        <pc:spChg chg="add del mod replST">
          <ac:chgData name="Fei Zheng" userId="d19317889db4c986" providerId="LiveId" clId="{8B5F5398-6F94-1B4B-83B8-AD6CAAB5A4E6}" dt="2023-03-06T13:01:55.680" v="766" actId="478"/>
          <ac:spMkLst>
            <pc:docMk/>
            <pc:sldMk cId="2742684409" sldId="1792"/>
            <ac:spMk id="14" creationId="{BCE1B00B-C08B-BF00-E2FA-3D4C11AFAB27}"/>
          </ac:spMkLst>
        </pc:spChg>
        <pc:spChg chg="add del mod replST">
          <ac:chgData name="Fei Zheng" userId="d19317889db4c986" providerId="LiveId" clId="{8B5F5398-6F94-1B4B-83B8-AD6CAAB5A4E6}" dt="2023-03-06T13:02:21.720" v="871" actId="478"/>
          <ac:spMkLst>
            <pc:docMk/>
            <pc:sldMk cId="2742684409" sldId="1792"/>
            <ac:spMk id="15" creationId="{3DB08893-7726-6054-58AC-1838578B79B6}"/>
          </ac:spMkLst>
        </pc:spChg>
        <pc:spChg chg="add mod replST">
          <ac:chgData name="Fei Zheng" userId="d19317889db4c986" providerId="LiveId" clId="{8B5F5398-6F94-1B4B-83B8-AD6CAAB5A4E6}" dt="2023-03-06T13:25:37.273" v="1658" actId="20577"/>
          <ac:spMkLst>
            <pc:docMk/>
            <pc:sldMk cId="2742684409" sldId="1792"/>
            <ac:spMk id="16" creationId="{D4ECA676-F0F6-4DF0-5A10-EB6CD707B083}"/>
          </ac:spMkLst>
        </pc:spChg>
        <pc:spChg chg="add mod replST">
          <ac:chgData name="Fei Zheng" userId="d19317889db4c986" providerId="LiveId" clId="{8B5F5398-6F94-1B4B-83B8-AD6CAAB5A4E6}" dt="2023-03-06T13:25:37.274" v="1659" actId="20577"/>
          <ac:spMkLst>
            <pc:docMk/>
            <pc:sldMk cId="2742684409" sldId="1792"/>
            <ac:spMk id="17" creationId="{8CDF79F9-7AF9-FCB2-522D-87F64CCB2A2A}"/>
          </ac:spMkLst>
        </pc:spChg>
        <pc:spChg chg="add del mod replST">
          <ac:chgData name="Fei Zheng" userId="d19317889db4c986" providerId="LiveId" clId="{8B5F5398-6F94-1B4B-83B8-AD6CAAB5A4E6}" dt="2023-03-06T13:02:19.557" v="866" actId="478"/>
          <ac:spMkLst>
            <pc:docMk/>
            <pc:sldMk cId="2742684409" sldId="1792"/>
            <ac:spMk id="18" creationId="{FABD4DE3-1102-2A25-EA5B-55934034BA4F}"/>
          </ac:spMkLst>
        </pc:spChg>
        <pc:spChg chg="add del mod replST">
          <ac:chgData name="Fei Zheng" userId="d19317889db4c986" providerId="LiveId" clId="{8B5F5398-6F94-1B4B-83B8-AD6CAAB5A4E6}" dt="2023-03-06T13:05:52.035" v="897" actId="478"/>
          <ac:spMkLst>
            <pc:docMk/>
            <pc:sldMk cId="2742684409" sldId="1792"/>
            <ac:spMk id="19" creationId="{B0DE3E25-D78B-599A-AFC4-E127112CD5C7}"/>
          </ac:spMkLst>
        </pc:spChg>
        <pc:spChg chg="add mod replST">
          <ac:chgData name="Fei Zheng" userId="d19317889db4c986" providerId="LiveId" clId="{8B5F5398-6F94-1B4B-83B8-AD6CAAB5A4E6}" dt="2023-03-06T13:00:37.640" v="333"/>
          <ac:spMkLst>
            <pc:docMk/>
            <pc:sldMk cId="2742684409" sldId="1792"/>
            <ac:spMk id="20" creationId="{89096D05-1427-9C7F-1DE4-D3D997821EC1}"/>
          </ac:spMkLst>
        </pc:spChg>
        <pc:spChg chg="add del mod replST">
          <ac:chgData name="Fei Zheng" userId="d19317889db4c986" providerId="LiveId" clId="{8B5F5398-6F94-1B4B-83B8-AD6CAAB5A4E6}" dt="2023-03-06T13:05:48.519" v="896"/>
          <ac:spMkLst>
            <pc:docMk/>
            <pc:sldMk cId="2742684409" sldId="1792"/>
            <ac:spMk id="21" creationId="{5846FCDA-5403-E5DB-F167-494D330DBAB5}"/>
          </ac:spMkLst>
        </pc:spChg>
        <pc:grpChg chg="add replST">
          <ac:chgData name="Fei Zheng" userId="d19317889db4c986" providerId="LiveId" clId="{8B5F5398-6F94-1B4B-83B8-AD6CAAB5A4E6}" dt="2023-03-06T13:00:37.534" v="142"/>
          <ac:grpSpMkLst>
            <pc:docMk/>
            <pc:sldMk cId="2742684409" sldId="1792"/>
            <ac:grpSpMk id="10" creationId="{8A6AD5A8-0B11-5DAA-AFB3-007C2E346328}"/>
          </ac:grpSpMkLst>
        </pc:grpChg>
        <pc:picChg chg="add mod replST">
          <ac:chgData name="Fei Zheng" userId="d19317889db4c986" providerId="LiveId" clId="{8B5F5398-6F94-1B4B-83B8-AD6CAAB5A4E6}" dt="2023-03-06T13:25:37.275" v="1661"/>
          <ac:picMkLst>
            <pc:docMk/>
            <pc:sldMk cId="2742684409" sldId="1792"/>
            <ac:picMk id="5" creationId="{9FC2D256-8687-923F-DF1F-101FBAF7CD3C}"/>
          </ac:picMkLst>
        </pc:picChg>
      </pc:sldChg>
      <pc:sldChg chg="addSp delSp modSp add mod replTag">
        <pc:chgData name="Fei Zheng" userId="d19317889db4c986" providerId="LiveId" clId="{8B5F5398-6F94-1B4B-83B8-AD6CAAB5A4E6}" dt="2023-03-06T13:22:27.930" v="1529"/>
        <pc:sldMkLst>
          <pc:docMk/>
          <pc:sldMk cId="3030678617" sldId="1793"/>
        </pc:sldMkLst>
        <pc:spChg chg="del mod">
          <ac:chgData name="Fei Zheng" userId="d19317889db4c986" providerId="LiveId" clId="{8B5F5398-6F94-1B4B-83B8-AD6CAAB5A4E6}" dt="2023-03-06T13:10:58.578" v="964"/>
          <ac:spMkLst>
            <pc:docMk/>
            <pc:sldMk cId="3030678617" sldId="1793"/>
            <ac:spMk id="2" creationId="{B3F8E20E-7EE0-26AD-2F6E-B0CC87D2DDEC}"/>
          </ac:spMkLst>
        </pc:spChg>
        <pc:spChg chg="del mod">
          <ac:chgData name="Fei Zheng" userId="d19317889db4c986" providerId="LiveId" clId="{8B5F5398-6F94-1B4B-83B8-AD6CAAB5A4E6}" dt="2023-03-06T13:10:58.578" v="964"/>
          <ac:spMkLst>
            <pc:docMk/>
            <pc:sldMk cId="3030678617" sldId="1793"/>
            <ac:spMk id="3" creationId="{412F7027-6946-7A25-DE8B-AB3B95917AF3}"/>
          </ac:spMkLst>
        </pc:spChg>
        <pc:spChg chg="add mod replST">
          <ac:chgData name="Fei Zheng" userId="d19317889db4c986" providerId="LiveId" clId="{8B5F5398-6F94-1B4B-83B8-AD6CAAB5A4E6}" dt="2023-03-06T13:22:27.930" v="1528"/>
          <ac:spMkLst>
            <pc:docMk/>
            <pc:sldMk cId="3030678617" sldId="1793"/>
            <ac:spMk id="6" creationId="{00332680-6B58-B530-3505-C7DE865B67E8}"/>
          </ac:spMkLst>
        </pc:spChg>
        <pc:spChg chg="add mod replST">
          <ac:chgData name="Fei Zheng" userId="d19317889db4c986" providerId="LiveId" clId="{8B5F5398-6F94-1B4B-83B8-AD6CAAB5A4E6}" dt="2023-03-06T13:10:58.587" v="981"/>
          <ac:spMkLst>
            <pc:docMk/>
            <pc:sldMk cId="3030678617" sldId="1793"/>
            <ac:spMk id="7" creationId="{8D67CE7F-A74F-B402-ECDF-4EF8B1D4FA22}"/>
          </ac:spMkLst>
        </pc:spChg>
        <pc:spChg chg="add mod replST">
          <ac:chgData name="Fei Zheng" userId="d19317889db4c986" providerId="LiveId" clId="{8B5F5398-6F94-1B4B-83B8-AD6CAAB5A4E6}" dt="2023-03-06T13:10:58.600" v="1000"/>
          <ac:spMkLst>
            <pc:docMk/>
            <pc:sldMk cId="3030678617" sldId="1793"/>
            <ac:spMk id="8" creationId="{418545EB-534A-D230-8DA0-7DF165AB1A86}"/>
          </ac:spMkLst>
        </pc:spChg>
        <pc:spChg chg="add mod replST">
          <ac:chgData name="Fei Zheng" userId="d19317889db4c986" providerId="LiveId" clId="{8B5F5398-6F94-1B4B-83B8-AD6CAAB5A4E6}" dt="2023-03-06T13:10:58.614" v="1021"/>
          <ac:spMkLst>
            <pc:docMk/>
            <pc:sldMk cId="3030678617" sldId="1793"/>
            <ac:spMk id="9" creationId="{37D8218A-9A22-C1DF-9BFB-5485DDD3C932}"/>
          </ac:spMkLst>
        </pc:spChg>
        <pc:spChg chg="add mod replST">
          <ac:chgData name="Fei Zheng" userId="d19317889db4c986" providerId="LiveId" clId="{8B5F5398-6F94-1B4B-83B8-AD6CAAB5A4E6}" dt="2023-03-06T13:20:33.020" v="1501" actId="2710"/>
          <ac:spMkLst>
            <pc:docMk/>
            <pc:sldMk cId="3030678617" sldId="1793"/>
            <ac:spMk id="11" creationId="{7098F6D9-7FEC-8C00-D27E-F78A13C0BE41}"/>
          </ac:spMkLst>
        </pc:spChg>
        <pc:spChg chg="add mod replST">
          <ac:chgData name="Fei Zheng" userId="d19317889db4c986" providerId="LiveId" clId="{8B5F5398-6F94-1B4B-83B8-AD6CAAB5A4E6}" dt="2023-03-06T13:11:40.843" v="1338" actId="20577"/>
          <ac:spMkLst>
            <pc:docMk/>
            <pc:sldMk cId="3030678617" sldId="1793"/>
            <ac:spMk id="12" creationId="{311C861D-DF32-F707-77CF-02F02EC5F2A0}"/>
          </ac:spMkLst>
        </pc:spChg>
        <pc:spChg chg="add mod replST">
          <ac:chgData name="Fei Zheng" userId="d19317889db4c986" providerId="LiveId" clId="{8B5F5398-6F94-1B4B-83B8-AD6CAAB5A4E6}" dt="2023-03-06T13:11:43.232" v="1355" actId="20577"/>
          <ac:spMkLst>
            <pc:docMk/>
            <pc:sldMk cId="3030678617" sldId="1793"/>
            <ac:spMk id="13" creationId="{73640B08-87AF-D198-0728-A8CA535243F3}"/>
          </ac:spMkLst>
        </pc:spChg>
        <pc:spChg chg="add del mod replST">
          <ac:chgData name="Fei Zheng" userId="d19317889db4c986" providerId="LiveId" clId="{8B5F5398-6F94-1B4B-83B8-AD6CAAB5A4E6}" dt="2023-03-06T13:11:46.340" v="1362" actId="478"/>
          <ac:spMkLst>
            <pc:docMk/>
            <pc:sldMk cId="3030678617" sldId="1793"/>
            <ac:spMk id="14" creationId="{D413A335-058F-F2F7-F4AB-840553494E33}"/>
          </ac:spMkLst>
        </pc:spChg>
        <pc:spChg chg="add del mod replST">
          <ac:chgData name="Fei Zheng" userId="d19317889db4c986" providerId="LiveId" clId="{8B5F5398-6F94-1B4B-83B8-AD6CAAB5A4E6}" dt="2023-03-06T13:12:12.598" v="1410" actId="478"/>
          <ac:spMkLst>
            <pc:docMk/>
            <pc:sldMk cId="3030678617" sldId="1793"/>
            <ac:spMk id="15" creationId="{6AB1518E-5862-CF8A-6ED8-8CBBE5ABF9C7}"/>
          </ac:spMkLst>
        </pc:spChg>
        <pc:spChg chg="add mod replST">
          <ac:chgData name="Fei Zheng" userId="d19317889db4c986" providerId="LiveId" clId="{8B5F5398-6F94-1B4B-83B8-AD6CAAB5A4E6}" dt="2023-03-06T13:22:27.928" v="1526" actId="20577"/>
          <ac:spMkLst>
            <pc:docMk/>
            <pc:sldMk cId="3030678617" sldId="1793"/>
            <ac:spMk id="16" creationId="{A9649A3A-FB5D-D2D2-1621-BF2F29E50D82}"/>
          </ac:spMkLst>
        </pc:spChg>
        <pc:spChg chg="add mod replST">
          <ac:chgData name="Fei Zheng" userId="d19317889db4c986" providerId="LiveId" clId="{8B5F5398-6F94-1B4B-83B8-AD6CAAB5A4E6}" dt="2023-03-06T13:22:27.929" v="1527" actId="20577"/>
          <ac:spMkLst>
            <pc:docMk/>
            <pc:sldMk cId="3030678617" sldId="1793"/>
            <ac:spMk id="17" creationId="{57BF235C-B057-777F-DE7D-FC4127AC2062}"/>
          </ac:spMkLst>
        </pc:spChg>
        <pc:spChg chg="add del mod replST">
          <ac:chgData name="Fei Zheng" userId="d19317889db4c986" providerId="LiveId" clId="{8B5F5398-6F94-1B4B-83B8-AD6CAAB5A4E6}" dt="2023-03-06T13:11:52.481" v="1375" actId="478"/>
          <ac:spMkLst>
            <pc:docMk/>
            <pc:sldMk cId="3030678617" sldId="1793"/>
            <ac:spMk id="18" creationId="{40FCBE12-836A-E11F-F695-33309CD830C2}"/>
          </ac:spMkLst>
        </pc:spChg>
        <pc:spChg chg="add del mod replST">
          <ac:chgData name="Fei Zheng" userId="d19317889db4c986" providerId="LiveId" clId="{8B5F5398-6F94-1B4B-83B8-AD6CAAB5A4E6}" dt="2023-03-06T13:12:18.449" v="1421" actId="478"/>
          <ac:spMkLst>
            <pc:docMk/>
            <pc:sldMk cId="3030678617" sldId="1793"/>
            <ac:spMk id="19" creationId="{EC14C28E-06CC-6890-EBC7-54AD758B9233}"/>
          </ac:spMkLst>
        </pc:spChg>
        <pc:spChg chg="add mod replST">
          <ac:chgData name="Fei Zheng" userId="d19317889db4c986" providerId="LiveId" clId="{8B5F5398-6F94-1B4B-83B8-AD6CAAB5A4E6}" dt="2023-03-06T13:10:58.705" v="1214"/>
          <ac:spMkLst>
            <pc:docMk/>
            <pc:sldMk cId="3030678617" sldId="1793"/>
            <ac:spMk id="20" creationId="{501EAF3C-AFE3-6C66-0D46-2E92A7D9440C}"/>
          </ac:spMkLst>
        </pc:spChg>
        <pc:spChg chg="add del mod replST">
          <ac:chgData name="Fei Zheng" userId="d19317889db4c986" providerId="LiveId" clId="{8B5F5398-6F94-1B4B-83B8-AD6CAAB5A4E6}" dt="2023-03-06T13:12:08.049" v="1404"/>
          <ac:spMkLst>
            <pc:docMk/>
            <pc:sldMk cId="3030678617" sldId="1793"/>
            <ac:spMk id="21" creationId="{3307C620-0EE4-8976-EDBE-AEC807B0AD28}"/>
          </ac:spMkLst>
        </pc:spChg>
        <pc:grpChg chg="add replST">
          <ac:chgData name="Fei Zheng" userId="d19317889db4c986" providerId="LiveId" clId="{8B5F5398-6F94-1B4B-83B8-AD6CAAB5A4E6}" dt="2023-03-06T13:10:58.615" v="1023"/>
          <ac:grpSpMkLst>
            <pc:docMk/>
            <pc:sldMk cId="3030678617" sldId="1793"/>
            <ac:grpSpMk id="10" creationId="{20ED4D85-9CD1-00C9-C5EE-DBEA2D6BF6B0}"/>
          </ac:grpSpMkLst>
        </pc:grpChg>
        <pc:picChg chg="add mod replST">
          <ac:chgData name="Fei Zheng" userId="d19317889db4c986" providerId="LiveId" clId="{8B5F5398-6F94-1B4B-83B8-AD6CAAB5A4E6}" dt="2023-03-06T13:22:27.930" v="1529"/>
          <ac:picMkLst>
            <pc:docMk/>
            <pc:sldMk cId="3030678617" sldId="1793"/>
            <ac:picMk id="5" creationId="{60EE9B2A-C72B-3C4F-470D-5C007693712A}"/>
          </ac:picMkLst>
        </pc:picChg>
      </pc:sldChg>
      <pc:sldChg chg="addSp modSp new mod modAnim">
        <pc:chgData name="Fei Zheng" userId="d19317889db4c986" providerId="LiveId" clId="{8B5F5398-6F94-1B4B-83B8-AD6CAAB5A4E6}" dt="2023-03-06T13:24:21.645" v="1652"/>
        <pc:sldMkLst>
          <pc:docMk/>
          <pc:sldMk cId="3711524438" sldId="1794"/>
        </pc:sldMkLst>
        <pc:spChg chg="add mod">
          <ac:chgData name="Fei Zheng" userId="d19317889db4c986" providerId="LiveId" clId="{8B5F5398-6F94-1B4B-83B8-AD6CAAB5A4E6}" dt="2023-03-06T13:24:09.188" v="1649" actId="20577"/>
          <ac:spMkLst>
            <pc:docMk/>
            <pc:sldMk cId="3711524438" sldId="1794"/>
            <ac:spMk id="2" creationId="{09C62B3A-02A1-3242-072E-7A52008ACD45}"/>
          </ac:spMkLst>
        </pc:spChg>
        <pc:spChg chg="add mod">
          <ac:chgData name="Fei Zheng" userId="d19317889db4c986" providerId="LiveId" clId="{8B5F5398-6F94-1B4B-83B8-AD6CAAB5A4E6}" dt="2023-03-06T13:24:13.594" v="1651" actId="1076"/>
          <ac:spMkLst>
            <pc:docMk/>
            <pc:sldMk cId="3711524438" sldId="1794"/>
            <ac:spMk id="3" creationId="{87A11ED0-00F9-B8D3-1A06-6C106A404C04}"/>
          </ac:spMkLst>
        </pc:spChg>
      </pc:sldChg>
      <pc:sldChg chg="addSp delSp modSp new mod setBg setClrOvrMap modNotesTx">
        <pc:chgData name="Fei Zheng" userId="d19317889db4c986" providerId="LiveId" clId="{8B5F5398-6F94-1B4B-83B8-AD6CAAB5A4E6}" dt="2023-03-06T16:34:39.233" v="2814"/>
        <pc:sldMkLst>
          <pc:docMk/>
          <pc:sldMk cId="1585923532" sldId="1795"/>
        </pc:sldMkLst>
        <pc:spChg chg="add del mod">
          <ac:chgData name="Fei Zheng" userId="d19317889db4c986" providerId="LiveId" clId="{8B5F5398-6F94-1B4B-83B8-AD6CAAB5A4E6}" dt="2023-03-06T13:37:56.419" v="2490" actId="478"/>
          <ac:spMkLst>
            <pc:docMk/>
            <pc:sldMk cId="1585923532" sldId="1795"/>
            <ac:spMk id="3" creationId="{3A66FED7-C0AA-2C17-0FA2-30823525598A}"/>
          </ac:spMkLst>
        </pc:spChg>
        <pc:spChg chg="add del">
          <ac:chgData name="Fei Zheng" userId="d19317889db4c986" providerId="LiveId" clId="{8B5F5398-6F94-1B4B-83B8-AD6CAAB5A4E6}" dt="2023-03-06T13:38:13.871" v="2496" actId="26606"/>
          <ac:spMkLst>
            <pc:docMk/>
            <pc:sldMk cId="1585923532" sldId="1795"/>
            <ac:spMk id="7" creationId="{E559D998-AB6C-46E1-B394-118E9A1E2D62}"/>
          </ac:spMkLst>
        </pc:spChg>
        <pc:spChg chg="add del">
          <ac:chgData name="Fei Zheng" userId="d19317889db4c986" providerId="LiveId" clId="{8B5F5398-6F94-1B4B-83B8-AD6CAAB5A4E6}" dt="2023-03-06T13:38:36.911" v="2500" actId="26606"/>
          <ac:spMkLst>
            <pc:docMk/>
            <pc:sldMk cId="1585923532" sldId="1795"/>
            <ac:spMk id="8" creationId="{22F15A2D-2324-487D-A02A-BF46C5C580EB}"/>
          </ac:spMkLst>
        </pc:spChg>
        <pc:spChg chg="add del">
          <ac:chgData name="Fei Zheng" userId="d19317889db4c986" providerId="LiveId" clId="{8B5F5398-6F94-1B4B-83B8-AD6CAAB5A4E6}" dt="2023-03-06T13:38:36.911" v="2500" actId="26606"/>
          <ac:spMkLst>
            <pc:docMk/>
            <pc:sldMk cId="1585923532" sldId="1795"/>
            <ac:spMk id="9" creationId="{17A7F34E-D418-47E2-9F86-2C45BBC31210}"/>
          </ac:spMkLst>
        </pc:spChg>
        <pc:spChg chg="add del">
          <ac:chgData name="Fei Zheng" userId="d19317889db4c986" providerId="LiveId" clId="{8B5F5398-6F94-1B4B-83B8-AD6CAAB5A4E6}" dt="2023-03-06T13:38:10.693" v="2492" actId="26606"/>
          <ac:spMkLst>
            <pc:docMk/>
            <pc:sldMk cId="1585923532" sldId="1795"/>
            <ac:spMk id="10" creationId="{AB8C311F-7253-4AED-9701-7FC0708C41C7}"/>
          </ac:spMkLst>
        </pc:spChg>
        <pc:spChg chg="add del">
          <ac:chgData name="Fei Zheng" userId="d19317889db4c986" providerId="LiveId" clId="{8B5F5398-6F94-1B4B-83B8-AD6CAAB5A4E6}" dt="2023-03-06T13:38:36.911" v="2500" actId="26606"/>
          <ac:spMkLst>
            <pc:docMk/>
            <pc:sldMk cId="1585923532" sldId="1795"/>
            <ac:spMk id="11" creationId="{2AEAFA59-923A-4F54-8B49-44C970BCC323}"/>
          </ac:spMkLst>
        </pc:spChg>
        <pc:spChg chg="add del">
          <ac:chgData name="Fei Zheng" userId="d19317889db4c986" providerId="LiveId" clId="{8B5F5398-6F94-1B4B-83B8-AD6CAAB5A4E6}" dt="2023-03-06T13:38:10.693" v="2492" actId="26606"/>
          <ac:spMkLst>
            <pc:docMk/>
            <pc:sldMk cId="1585923532" sldId="1795"/>
            <ac:spMk id="12" creationId="{E2384209-CB15-4CDF-9D31-C44FD9A3F20D}"/>
          </ac:spMkLst>
        </pc:spChg>
        <pc:spChg chg="add">
          <ac:chgData name="Fei Zheng" userId="d19317889db4c986" providerId="LiveId" clId="{8B5F5398-6F94-1B4B-83B8-AD6CAAB5A4E6}" dt="2023-03-06T13:38:36.917" v="2501" actId="26606"/>
          <ac:spMkLst>
            <pc:docMk/>
            <pc:sldMk cId="1585923532" sldId="1795"/>
            <ac:spMk id="13" creationId="{5F879AC3-D4CE-493C-ADC7-06205677F4F8}"/>
          </ac:spMkLst>
        </pc:spChg>
        <pc:spChg chg="add del">
          <ac:chgData name="Fei Zheng" userId="d19317889db4c986" providerId="LiveId" clId="{8B5F5398-6F94-1B4B-83B8-AD6CAAB5A4E6}" dt="2023-03-06T13:38:10.693" v="2492" actId="26606"/>
          <ac:spMkLst>
            <pc:docMk/>
            <pc:sldMk cId="1585923532" sldId="1795"/>
            <ac:spMk id="14" creationId="{2633B3B5-CC90-43F0-8714-D31D1F3F0209}"/>
          </ac:spMkLst>
        </pc:spChg>
        <pc:spChg chg="add">
          <ac:chgData name="Fei Zheng" userId="d19317889db4c986" providerId="LiveId" clId="{8B5F5398-6F94-1B4B-83B8-AD6CAAB5A4E6}" dt="2023-03-06T13:38:36.917" v="2501" actId="26606"/>
          <ac:spMkLst>
            <pc:docMk/>
            <pc:sldMk cId="1585923532" sldId="1795"/>
            <ac:spMk id="15" creationId="{736F0DFD-0954-464F-BF12-DD2E6F6E0380}"/>
          </ac:spMkLst>
        </pc:spChg>
        <pc:spChg chg="add del">
          <ac:chgData name="Fei Zheng" userId="d19317889db4c986" providerId="LiveId" clId="{8B5F5398-6F94-1B4B-83B8-AD6CAAB5A4E6}" dt="2023-03-06T13:38:10.693" v="2492" actId="26606"/>
          <ac:spMkLst>
            <pc:docMk/>
            <pc:sldMk cId="1585923532" sldId="1795"/>
            <ac:spMk id="16" creationId="{A8D57A06-A426-446D-B02C-A2DC6B62E45E}"/>
          </ac:spMkLst>
        </pc:spChg>
        <pc:picChg chg="add mod">
          <ac:chgData name="Fei Zheng" userId="d19317889db4c986" providerId="LiveId" clId="{8B5F5398-6F94-1B4B-83B8-AD6CAAB5A4E6}" dt="2023-03-06T13:38:36.917" v="2501" actId="26606"/>
          <ac:picMkLst>
            <pc:docMk/>
            <pc:sldMk cId="1585923532" sldId="1795"/>
            <ac:picMk id="5" creationId="{3847E806-62B5-7EA3-CB2E-3AD3BF4FE139}"/>
          </ac:picMkLst>
        </pc:picChg>
      </pc:sldChg>
      <pc:sldChg chg="addSp delSp modSp new add del mod">
        <pc:chgData name="Fei Zheng" userId="d19317889db4c986" providerId="LiveId" clId="{8B5F5398-6F94-1B4B-83B8-AD6CAAB5A4E6}" dt="2023-03-06T16:16:19.592" v="2672" actId="2696"/>
        <pc:sldMkLst>
          <pc:docMk/>
          <pc:sldMk cId="2940061631" sldId="1796"/>
        </pc:sldMkLst>
        <pc:spChg chg="add del mod">
          <ac:chgData name="Fei Zheng" userId="d19317889db4c986" providerId="LiveId" clId="{8B5F5398-6F94-1B4B-83B8-AD6CAAB5A4E6}" dt="2023-03-06T16:15:54.223" v="2649" actId="478"/>
          <ac:spMkLst>
            <pc:docMk/>
            <pc:sldMk cId="2940061631" sldId="1796"/>
            <ac:spMk id="2" creationId="{B3623172-B526-2133-C5C4-5C9DBF8D4EF5}"/>
          </ac:spMkLst>
        </pc:spChg>
        <pc:spChg chg="add mod">
          <ac:chgData name="Fei Zheng" userId="d19317889db4c986" providerId="LiveId" clId="{8B5F5398-6F94-1B4B-83B8-AD6CAAB5A4E6}" dt="2023-03-06T16:16:03.235" v="2667" actId="20577"/>
          <ac:spMkLst>
            <pc:docMk/>
            <pc:sldMk cId="2940061631" sldId="1796"/>
            <ac:spMk id="3" creationId="{361C16AA-50B2-D6D4-AEA0-D0B97C4AED3E}"/>
          </ac:spMkLst>
        </pc:spChg>
        <pc:cxnChg chg="add mod">
          <ac:chgData name="Fei Zheng" userId="d19317889db4c986" providerId="LiveId" clId="{8B5F5398-6F94-1B4B-83B8-AD6CAAB5A4E6}" dt="2023-03-06T16:15:59.513" v="2650"/>
          <ac:cxnSpMkLst>
            <pc:docMk/>
            <pc:sldMk cId="2940061631" sldId="1796"/>
            <ac:cxnSpMk id="4" creationId="{40CA6B44-5B99-1664-655B-39397548A5F3}"/>
          </ac:cxnSpMkLst>
        </pc:cxnChg>
      </pc:sldChg>
      <pc:sldChg chg="add">
        <pc:chgData name="Fei Zheng" userId="d19317889db4c986" providerId="LiveId" clId="{8B5F5398-6F94-1B4B-83B8-AD6CAAB5A4E6}" dt="2023-03-06T13:43:09.170" v="2532"/>
        <pc:sldMkLst>
          <pc:docMk/>
          <pc:sldMk cId="3700851838" sldId="1797"/>
        </pc:sldMkLst>
      </pc:sldChg>
      <pc:sldChg chg="addSp delSp modSp add del mod">
        <pc:chgData name="Fei Zheng" userId="d19317889db4c986" providerId="LiveId" clId="{8B5F5398-6F94-1B4B-83B8-AD6CAAB5A4E6}" dt="2023-03-06T16:16:19.592" v="2672" actId="2696"/>
        <pc:sldMkLst>
          <pc:docMk/>
          <pc:sldMk cId="1683790927" sldId="1798"/>
        </pc:sldMkLst>
        <pc:spChg chg="del">
          <ac:chgData name="Fei Zheng" userId="d19317889db4c986" providerId="LiveId" clId="{8B5F5398-6F94-1B4B-83B8-AD6CAAB5A4E6}" dt="2023-03-06T16:15:49.786" v="2647" actId="478"/>
          <ac:spMkLst>
            <pc:docMk/>
            <pc:sldMk cId="1683790927" sldId="1798"/>
            <ac:spMk id="2" creationId="{B3623172-B526-2133-C5C4-5C9DBF8D4EF5}"/>
          </ac:spMkLst>
        </pc:spChg>
        <pc:spChg chg="add mod">
          <ac:chgData name="Fei Zheng" userId="d19317889db4c986" providerId="LiveId" clId="{8B5F5398-6F94-1B4B-83B8-AD6CAAB5A4E6}" dt="2023-03-06T16:15:50.347" v="2648"/>
          <ac:spMkLst>
            <pc:docMk/>
            <pc:sldMk cId="1683790927" sldId="1798"/>
            <ac:spMk id="3" creationId="{F44839CD-D60E-17D7-F1CC-82EBAD523282}"/>
          </ac:spMkLst>
        </pc:spChg>
        <pc:cxnChg chg="add mod">
          <ac:chgData name="Fei Zheng" userId="d19317889db4c986" providerId="LiveId" clId="{8B5F5398-6F94-1B4B-83B8-AD6CAAB5A4E6}" dt="2023-03-06T16:15:50.347" v="2648"/>
          <ac:cxnSpMkLst>
            <pc:docMk/>
            <pc:sldMk cId="1683790927" sldId="1798"/>
            <ac:cxnSpMk id="4" creationId="{BCFFEB70-AA05-CCFF-5B4F-AF4D61CEB989}"/>
          </ac:cxnSpMkLst>
        </pc:cxnChg>
      </pc:sldChg>
      <pc:sldChg chg="addSp modSp new mod">
        <pc:chgData name="Fei Zheng" userId="d19317889db4c986" providerId="LiveId" clId="{8B5F5398-6F94-1B4B-83B8-AD6CAAB5A4E6}" dt="2023-03-06T16:17:46.780" v="2808" actId="20577"/>
        <pc:sldMkLst>
          <pc:docMk/>
          <pc:sldMk cId="3486741113" sldId="1799"/>
        </pc:sldMkLst>
        <pc:spChg chg="add mod">
          <ac:chgData name="Fei Zheng" userId="d19317889db4c986" providerId="LiveId" clId="{8B5F5398-6F94-1B4B-83B8-AD6CAAB5A4E6}" dt="2023-03-06T16:09:35.800" v="2537" actId="20577"/>
          <ac:spMkLst>
            <pc:docMk/>
            <pc:sldMk cId="3486741113" sldId="1799"/>
            <ac:spMk id="2" creationId="{A8956C5F-4FF1-48BF-A6E7-85662A4868B4}"/>
          </ac:spMkLst>
        </pc:spChg>
        <pc:spChg chg="add mod">
          <ac:chgData name="Fei Zheng" userId="d19317889db4c986" providerId="LiveId" clId="{8B5F5398-6F94-1B4B-83B8-AD6CAAB5A4E6}" dt="2023-03-06T16:17:46.780" v="2808" actId="20577"/>
          <ac:spMkLst>
            <pc:docMk/>
            <pc:sldMk cId="3486741113" sldId="1799"/>
            <ac:spMk id="4" creationId="{4301619D-CFC3-08E2-A2AF-9ED4AA43B73C}"/>
          </ac:spMkLst>
        </pc:spChg>
        <pc:cxnChg chg="add mod">
          <ac:chgData name="Fei Zheng" userId="d19317889db4c986" providerId="LiveId" clId="{8B5F5398-6F94-1B4B-83B8-AD6CAAB5A4E6}" dt="2023-03-06T16:09:33.255" v="2536" actId="1076"/>
          <ac:cxnSpMkLst>
            <pc:docMk/>
            <pc:sldMk cId="3486741113" sldId="1799"/>
            <ac:cxnSpMk id="3" creationId="{8CA69A14-1CCE-8703-DA0B-5EA751BF7167}"/>
          </ac:cxnSpMkLst>
        </pc:cxnChg>
      </pc:sldChg>
      <pc:sldChg chg="add del">
        <pc:chgData name="Fei Zheng" userId="d19317889db4c986" providerId="LiveId" clId="{8B5F5398-6F94-1B4B-83B8-AD6CAAB5A4E6}" dt="2023-03-06T16:16:13.972" v="2670" actId="2890"/>
        <pc:sldMkLst>
          <pc:docMk/>
          <pc:sldMk cId="2779828778" sldId="1800"/>
        </pc:sldMkLst>
      </pc:sldChg>
    </pc:docChg>
  </pc:docChgLst>
  <pc:docChgLst>
    <pc:chgData name="Zheng Fei" userId="d19317889db4c986" providerId="LiveId" clId="{F89665B9-A1DB-5943-A4C1-0809E3337D28}"/>
    <pc:docChg chg="modSld">
      <pc:chgData name="Zheng Fei" userId="d19317889db4c986" providerId="LiveId" clId="{F89665B9-A1DB-5943-A4C1-0809E3337D28}" dt="2022-03-22T03:29:08.999" v="8" actId="20577"/>
      <pc:docMkLst>
        <pc:docMk/>
      </pc:docMkLst>
      <pc:sldChg chg="modSp">
        <pc:chgData name="Zheng Fei" userId="d19317889db4c986" providerId="LiveId" clId="{F89665B9-A1DB-5943-A4C1-0809E3337D28}" dt="2022-03-22T03:18:29.816" v="5" actId="20577"/>
        <pc:sldMkLst>
          <pc:docMk/>
          <pc:sldMk cId="1370771721" sldId="406"/>
        </pc:sldMkLst>
        <pc:spChg chg="mod">
          <ac:chgData name="Zheng Fei" userId="d19317889db4c986" providerId="LiveId" clId="{F89665B9-A1DB-5943-A4C1-0809E3337D28}" dt="2022-03-22T03:18:29.816" v="5" actId="20577"/>
          <ac:spMkLst>
            <pc:docMk/>
            <pc:sldMk cId="1370771721" sldId="406"/>
            <ac:spMk id="79879" creationId="{315A4930-9E54-DF4C-968C-BA0CACC2F14D}"/>
          </ac:spMkLst>
        </pc:spChg>
      </pc:sldChg>
      <pc:sldChg chg="modSp">
        <pc:chgData name="Zheng Fei" userId="d19317889db4c986" providerId="LiveId" clId="{F89665B9-A1DB-5943-A4C1-0809E3337D28}" dt="2022-03-22T03:29:08.999" v="8" actId="20577"/>
        <pc:sldMkLst>
          <pc:docMk/>
          <pc:sldMk cId="3028669943" sldId="408"/>
        </pc:sldMkLst>
        <pc:spChg chg="mod">
          <ac:chgData name="Zheng Fei" userId="d19317889db4c986" providerId="LiveId" clId="{F89665B9-A1DB-5943-A4C1-0809E3337D28}" dt="2022-03-22T03:29:08.999" v="8" actId="20577"/>
          <ac:spMkLst>
            <pc:docMk/>
            <pc:sldMk cId="3028669943" sldId="408"/>
            <ac:spMk id="81924" creationId="{E5577144-0701-3949-9EC3-5C91E9F2E43C}"/>
          </ac:spMkLst>
        </pc:spChg>
      </pc:sldChg>
    </pc:docChg>
  </pc:docChgLst>
  <pc:docChgLst>
    <pc:chgData name="Zheng Fei" userId="d19317889db4c986" providerId="LiveId" clId="{B4971BDF-15F8-9A49-87D4-D2097A242ADD}"/>
    <pc:docChg chg="undo custSel addSld delSld modSld modMainMaster modNotesMaster">
      <pc:chgData name="Zheng Fei" userId="d19317889db4c986" providerId="LiveId" clId="{B4971BDF-15F8-9A49-87D4-D2097A242ADD}" dt="2022-12-12T02:47:26.947" v="950" actId="1036"/>
      <pc:docMkLst>
        <pc:docMk/>
      </pc:docMkLst>
      <pc:sldChg chg="addSp delSp modSp mod">
        <pc:chgData name="Zheng Fei" userId="d19317889db4c986" providerId="LiveId" clId="{B4971BDF-15F8-9A49-87D4-D2097A242ADD}" dt="2022-12-11T11:36:05.507" v="84" actId="113"/>
        <pc:sldMkLst>
          <pc:docMk/>
          <pc:sldMk cId="0" sldId="259"/>
        </pc:sldMkLst>
        <pc:spChg chg="add mod">
          <ac:chgData name="Zheng Fei" userId="d19317889db4c986" providerId="LiveId" clId="{B4971BDF-15F8-9A49-87D4-D2097A242ADD}" dt="2022-12-11T11:36:05.507" v="84" actId="113"/>
          <ac:spMkLst>
            <pc:docMk/>
            <pc:sldMk cId="0" sldId="259"/>
            <ac:spMk id="2" creationId="{29ACD88D-8AAF-F5F9-CEAA-4F910F402A39}"/>
          </ac:spMkLst>
        </pc:spChg>
        <pc:spChg chg="del">
          <ac:chgData name="Zheng Fei" userId="d19317889db4c986" providerId="LiveId" clId="{B4971BDF-15F8-9A49-87D4-D2097A242ADD}" dt="2022-12-11T11:33:25.618" v="0" actId="478"/>
          <ac:spMkLst>
            <pc:docMk/>
            <pc:sldMk cId="0" sldId="259"/>
            <ac:spMk id="63490" creationId="{44F26752-BE86-3945-BC52-9D0F80C740E7}"/>
          </ac:spMkLst>
        </pc:spChg>
        <pc:spChg chg="mod">
          <ac:chgData name="Zheng Fei" userId="d19317889db4c986" providerId="LiveId" clId="{B4971BDF-15F8-9A49-87D4-D2097A242ADD}" dt="2022-12-11T11:35:51.050" v="82" actId="207"/>
          <ac:spMkLst>
            <pc:docMk/>
            <pc:sldMk cId="0" sldId="259"/>
            <ac:spMk id="63491" creationId="{6CBE2239-1360-1648-9720-50145D887247}"/>
          </ac:spMkLst>
        </pc:spChg>
        <pc:spChg chg="mod">
          <ac:chgData name="Zheng Fei" userId="d19317889db4c986" providerId="LiveId" clId="{B4971BDF-15F8-9A49-87D4-D2097A242ADD}" dt="2022-12-11T11:35:51.050" v="82" actId="207"/>
          <ac:spMkLst>
            <pc:docMk/>
            <pc:sldMk cId="0" sldId="259"/>
            <ac:spMk id="63492" creationId="{7069B1DC-52CB-AD4A-9394-959ADD92EFE5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3" creationId="{14BCA5D7-1658-AC41-BA02-21C046D062AE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4" creationId="{F8077D6E-8C04-9343-99FE-B65B4C544DBB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5" creationId="{5DFA4211-42D2-4941-854D-2412FC5DB237}"/>
          </ac:spMkLst>
        </pc:spChg>
        <pc:spChg chg="del">
          <ac:chgData name="Zheng Fei" userId="d19317889db4c986" providerId="LiveId" clId="{B4971BDF-15F8-9A49-87D4-D2097A242ADD}" dt="2022-12-11T11:33:27.241" v="1" actId="478"/>
          <ac:spMkLst>
            <pc:docMk/>
            <pc:sldMk cId="0" sldId="259"/>
            <ac:spMk id="63497" creationId="{577ED0A1-3E57-AA44-A229-868CB738D1C2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8" creationId="{99549D0D-4C30-3448-B832-52EBEAF5D8BE}"/>
          </ac:spMkLst>
        </pc:spChg>
        <pc:cxnChg chg="add mod">
          <ac:chgData name="Zheng Fei" userId="d19317889db4c986" providerId="LiveId" clId="{B4971BDF-15F8-9A49-87D4-D2097A242ADD}" dt="2022-12-11T11:33:27.726" v="2"/>
          <ac:cxnSpMkLst>
            <pc:docMk/>
            <pc:sldMk cId="0" sldId="259"/>
            <ac:cxnSpMk id="3" creationId="{224D4187-4B38-D1A6-7CFC-DE1A9B30A00A}"/>
          </ac:cxnSpMkLst>
        </pc:cxnChg>
      </pc:sldChg>
      <pc:sldChg chg="addSp delSp modSp mod">
        <pc:chgData name="Zheng Fei" userId="d19317889db4c986" providerId="LiveId" clId="{B4971BDF-15F8-9A49-87D4-D2097A242ADD}" dt="2022-12-11T11:59:44.062" v="871" actId="207"/>
        <pc:sldMkLst>
          <pc:docMk/>
          <pc:sldMk cId="0" sldId="260"/>
        </pc:sldMkLst>
        <pc:spChg chg="add mod">
          <ac:chgData name="Zheng Fei" userId="d19317889db4c986" providerId="LiveId" clId="{B4971BDF-15F8-9A49-87D4-D2097A242ADD}" dt="2022-12-11T11:37:07.576" v="125"/>
          <ac:spMkLst>
            <pc:docMk/>
            <pc:sldMk cId="0" sldId="260"/>
            <ac:spMk id="2" creationId="{C29C3FC9-3267-442D-F2FD-E6B0EFC416F4}"/>
          </ac:spMkLst>
        </pc:spChg>
        <pc:spChg chg="mod">
          <ac:chgData name="Zheng Fei" userId="d19317889db4c986" providerId="LiveId" clId="{B4971BDF-15F8-9A49-87D4-D2097A242ADD}" dt="2022-12-11T11:58:52.559" v="852" actId="14100"/>
          <ac:spMkLst>
            <pc:docMk/>
            <pc:sldMk cId="0" sldId="260"/>
            <ac:spMk id="64514" creationId="{8039605C-9F4D-ED4F-8405-BCD3B1D30849}"/>
          </ac:spMkLst>
        </pc:spChg>
        <pc:spChg chg="mod">
          <ac:chgData name="Zheng Fei" userId="d19317889db4c986" providerId="LiveId" clId="{B4971BDF-15F8-9A49-87D4-D2097A242ADD}" dt="2022-12-11T11:59:44.062" v="871" actId="207"/>
          <ac:spMkLst>
            <pc:docMk/>
            <pc:sldMk cId="0" sldId="260"/>
            <ac:spMk id="64516" creationId="{67747F90-A8C8-9A46-BA33-CAC2A1997045}"/>
          </ac:spMkLst>
        </pc:spChg>
        <pc:spChg chg="mod">
          <ac:chgData name="Zheng Fei" userId="d19317889db4c986" providerId="LiveId" clId="{B4971BDF-15F8-9A49-87D4-D2097A242ADD}" dt="2022-12-11T11:59:31.935" v="869" actId="20577"/>
          <ac:spMkLst>
            <pc:docMk/>
            <pc:sldMk cId="0" sldId="260"/>
            <ac:spMk id="64517" creationId="{17F3E8B7-D9EF-B447-B773-DE5DDEAE1430}"/>
          </ac:spMkLst>
        </pc:spChg>
        <pc:spChg chg="del mod">
          <ac:chgData name="Zheng Fei" userId="d19317889db4c986" providerId="LiveId" clId="{B4971BDF-15F8-9A49-87D4-D2097A242ADD}" dt="2022-12-11T11:37:07.205" v="124" actId="478"/>
          <ac:spMkLst>
            <pc:docMk/>
            <pc:sldMk cId="0" sldId="260"/>
            <ac:spMk id="64518" creationId="{27C1C725-61D5-0941-9B81-938EEDAC7FF1}"/>
          </ac:spMkLst>
        </pc:spChg>
        <pc:cxnChg chg="add mod">
          <ac:chgData name="Zheng Fei" userId="d19317889db4c986" providerId="LiveId" clId="{B4971BDF-15F8-9A49-87D4-D2097A242ADD}" dt="2022-12-11T11:37:07.576" v="125"/>
          <ac:cxnSpMkLst>
            <pc:docMk/>
            <pc:sldMk cId="0" sldId="260"/>
            <ac:cxnSpMk id="3" creationId="{B90A58B2-BF9B-8052-8ED6-FD43295A3CEB}"/>
          </ac:cxnSpMkLst>
        </pc:cxnChg>
      </pc:sldChg>
      <pc:sldChg chg="addSp delSp modSp mod">
        <pc:chgData name="Zheng Fei" userId="d19317889db4c986" providerId="LiveId" clId="{B4971BDF-15F8-9A49-87D4-D2097A242ADD}" dt="2022-12-11T12:01:12.558" v="892" actId="1035"/>
        <pc:sldMkLst>
          <pc:docMk/>
          <pc:sldMk cId="0" sldId="261"/>
        </pc:sldMkLst>
        <pc:spChg chg="add del mod">
          <ac:chgData name="Zheng Fei" userId="d19317889db4c986" providerId="LiveId" clId="{B4971BDF-15F8-9A49-87D4-D2097A242ADD}" dt="2022-12-11T11:40:00.468" v="175" actId="478"/>
          <ac:spMkLst>
            <pc:docMk/>
            <pc:sldMk cId="0" sldId="261"/>
            <ac:spMk id="2" creationId="{5E01E58B-1002-15F5-D087-4A4D3BE5CECB}"/>
          </ac:spMkLst>
        </pc:spChg>
        <pc:spChg chg="add mod">
          <ac:chgData name="Zheng Fei" userId="d19317889db4c986" providerId="LiveId" clId="{B4971BDF-15F8-9A49-87D4-D2097A242ADD}" dt="2022-12-11T11:40:05.752" v="202" actId="20577"/>
          <ac:spMkLst>
            <pc:docMk/>
            <pc:sldMk cId="0" sldId="261"/>
            <ac:spMk id="3" creationId="{32E1277D-861D-C7D6-2230-D7570B3F5E0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19" creationId="{75899B1E-35E0-46F9-9E09-221DF99CCEB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0" creationId="{411823A2-AA4D-4ACE-B0AB-3F591737432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1" creationId="{9C5BF82F-7260-45BF-8D0F-491E407D3A4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2" creationId="{E218188F-7701-478D-A1C3-7EFBED8843C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3" creationId="{E5C0F222-BD5E-4CA2-AF2F-5899C4A7EAC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4" creationId="{BE862B94-A5F8-49BE-816B-7BCF2628874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5" creationId="{24D2F443-FFE7-43FD-BFFE-78F33597B17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6" creationId="{6106CAFD-51F3-4DDC-A8BD-C6326DA8FA7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7" creationId="{CF07CA14-F572-4C80-8C05-4B8C21A5BDA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8" creationId="{D6E88FF6-8F8A-4783-A108-7F381C4BFEDD}"/>
          </ac:spMkLst>
        </pc:spChg>
        <pc:spChg chg="del mod">
          <ac:chgData name="Zheng Fei" userId="d19317889db4c986" providerId="LiveId" clId="{B4971BDF-15F8-9A49-87D4-D2097A242ADD}" dt="2022-12-11T11:39:58.129" v="174" actId="478"/>
          <ac:spMkLst>
            <pc:docMk/>
            <pc:sldMk cId="0" sldId="261"/>
            <ac:spMk id="65538" creationId="{8A1909D6-17E2-5C43-AD47-D36FCF817C35}"/>
          </ac:spMkLst>
        </pc:spChg>
        <pc:spChg chg="mod">
          <ac:chgData name="Zheng Fei" userId="d19317889db4c986" providerId="LiveId" clId="{B4971BDF-15F8-9A49-87D4-D2097A242ADD}" dt="2022-12-11T12:01:01.481" v="887" actId="255"/>
          <ac:spMkLst>
            <pc:docMk/>
            <pc:sldMk cId="0" sldId="261"/>
            <ac:spMk id="65539" creationId="{48460FEB-F4CE-D04E-A143-F9F791A96B39}"/>
          </ac:spMkLst>
        </pc:spChg>
        <pc:spChg chg="del mod">
          <ac:chgData name="Zheng Fei" userId="d19317889db4c986" providerId="LiveId" clId="{B4971BDF-15F8-9A49-87D4-D2097A242ADD}" dt="2022-12-11T11:40:08.355" v="203" actId="478"/>
          <ac:spMkLst>
            <pc:docMk/>
            <pc:sldMk cId="0" sldId="261"/>
            <ac:spMk id="65540" creationId="{B70F7123-819B-9446-94FA-80183FCCD467}"/>
          </ac:spMkLst>
        </pc:spChg>
        <pc:spChg chg="mod">
          <ac:chgData name="Zheng Fei" userId="d19317889db4c986" providerId="LiveId" clId="{B4971BDF-15F8-9A49-87D4-D2097A242ADD}" dt="2022-12-11T12:01:01.481" v="887" actId="255"/>
          <ac:spMkLst>
            <pc:docMk/>
            <pc:sldMk cId="0" sldId="261"/>
            <ac:spMk id="65541" creationId="{92709FDD-3D1F-0D47-95BB-280C4A4C6694}"/>
          </ac:spMkLst>
        </pc:spChg>
        <pc:spChg chg="mod">
          <ac:chgData name="Zheng Fei" userId="d19317889db4c986" providerId="LiveId" clId="{B4971BDF-15F8-9A49-87D4-D2097A242ADD}" dt="2022-12-11T12:01:12.558" v="892" actId="1035"/>
          <ac:spMkLst>
            <pc:docMk/>
            <pc:sldMk cId="0" sldId="261"/>
            <ac:spMk id="65542" creationId="{36CCCA20-8364-AD4A-A284-A901296A22B1}"/>
          </ac:spMkLst>
        </pc:spChg>
        <pc:cxnChg chg="add mod">
          <ac:chgData name="Zheng Fei" userId="d19317889db4c986" providerId="LiveId" clId="{B4971BDF-15F8-9A49-87D4-D2097A242ADD}" dt="2022-12-11T11:40:00.898" v="176"/>
          <ac:cxnSpMkLst>
            <pc:docMk/>
            <pc:sldMk cId="0" sldId="261"/>
            <ac:cxnSpMk id="4" creationId="{11D0A43C-5794-EEA7-4DAC-D557D9725DF2}"/>
          </ac:cxnSpMkLst>
        </pc:cxnChg>
      </pc:sldChg>
      <pc:sldChg chg="addSp delSp modSp mod">
        <pc:chgData name="Zheng Fei" userId="d19317889db4c986" providerId="LiveId" clId="{B4971BDF-15F8-9A49-87D4-D2097A242ADD}" dt="2022-12-11T11:57:39.312" v="843"/>
        <pc:sldMkLst>
          <pc:docMk/>
          <pc:sldMk cId="0" sldId="262"/>
        </pc:sldMkLst>
        <pc:spChg chg="add mod">
          <ac:chgData name="Zheng Fei" userId="d19317889db4c986" providerId="LiveId" clId="{B4971BDF-15F8-9A49-87D4-D2097A242ADD}" dt="2022-12-11T11:36:32.169" v="118" actId="20577"/>
          <ac:spMkLst>
            <pc:docMk/>
            <pc:sldMk cId="0" sldId="262"/>
            <ac:spMk id="2" creationId="{6CDA53A9-CC0B-0B63-61A6-7F1391470F2F}"/>
          </ac:spMkLst>
        </pc:spChg>
        <pc:spChg chg="del mod">
          <ac:chgData name="Zheng Fei" userId="d19317889db4c986" providerId="LiveId" clId="{B4971BDF-15F8-9A49-87D4-D2097A242ADD}" dt="2022-12-11T11:36:25.763" v="88" actId="478"/>
          <ac:spMkLst>
            <pc:docMk/>
            <pc:sldMk cId="0" sldId="262"/>
            <ac:spMk id="9" creationId="{49D656BA-479D-4571-82E4-93E028DB7622}"/>
          </ac:spMkLst>
        </pc:spChg>
        <pc:spChg chg="mod">
          <ac:chgData name="Zheng Fei" userId="d19317889db4c986" providerId="LiveId" clId="{B4971BDF-15F8-9A49-87D4-D2097A242ADD}" dt="2022-12-11T11:57:35.449" v="842"/>
          <ac:spMkLst>
            <pc:docMk/>
            <pc:sldMk cId="0" sldId="262"/>
            <ac:spMk id="66562" creationId="{E4B9ED88-0A67-C84C-9C6C-C06F257AA800}"/>
          </ac:spMkLst>
        </pc:spChg>
        <pc:spChg chg="mod">
          <ac:chgData name="Zheng Fei" userId="d19317889db4c986" providerId="LiveId" clId="{B4971BDF-15F8-9A49-87D4-D2097A242ADD}" dt="2022-12-11T11:57:25.264" v="839"/>
          <ac:spMkLst>
            <pc:docMk/>
            <pc:sldMk cId="0" sldId="262"/>
            <ac:spMk id="66563" creationId="{478A9266-B17C-DE4B-A276-6EF34E0CB566}"/>
          </ac:spMkLst>
        </pc:spChg>
        <pc:spChg chg="mod">
          <ac:chgData name="Zheng Fei" userId="d19317889db4c986" providerId="LiveId" clId="{B4971BDF-15F8-9A49-87D4-D2097A242ADD}" dt="2022-12-11T11:57:31.897" v="841"/>
          <ac:spMkLst>
            <pc:docMk/>
            <pc:sldMk cId="0" sldId="262"/>
            <ac:spMk id="66564" creationId="{CE5AC33F-4168-4D47-BF7F-2343A551F1B1}"/>
          </ac:spMkLst>
        </pc:spChg>
        <pc:spChg chg="mod">
          <ac:chgData name="Zheng Fei" userId="d19317889db4c986" providerId="LiveId" clId="{B4971BDF-15F8-9A49-87D4-D2097A242ADD}" dt="2022-12-11T11:57:39.312" v="843"/>
          <ac:spMkLst>
            <pc:docMk/>
            <pc:sldMk cId="0" sldId="262"/>
            <ac:spMk id="66565" creationId="{ADF406E0-C981-6848-82B2-67BD6282C531}"/>
          </ac:spMkLst>
        </pc:spChg>
        <pc:spChg chg="del mod">
          <ac:chgData name="Zheng Fei" userId="d19317889db4c986" providerId="LiveId" clId="{B4971BDF-15F8-9A49-87D4-D2097A242ADD}" dt="2022-12-11T11:57:07.929" v="836" actId="478"/>
          <ac:spMkLst>
            <pc:docMk/>
            <pc:sldMk cId="0" sldId="262"/>
            <ac:spMk id="66566" creationId="{08D5ACB3-CCE9-F240-A5B1-D4985722C7F5}"/>
          </ac:spMkLst>
        </pc:spChg>
        <pc:cxnChg chg="add mod">
          <ac:chgData name="Zheng Fei" userId="d19317889db4c986" providerId="LiveId" clId="{B4971BDF-15F8-9A49-87D4-D2097A242ADD}" dt="2022-12-11T11:36:26.258" v="89"/>
          <ac:cxnSpMkLst>
            <pc:docMk/>
            <pc:sldMk cId="0" sldId="262"/>
            <ac:cxnSpMk id="3" creationId="{5C217E0D-594B-990E-BE49-8109CB8422EC}"/>
          </ac:cxnSpMkLst>
        </pc:cxnChg>
      </pc:sldChg>
      <pc:sldChg chg="addSp delSp modSp mod">
        <pc:chgData name="Zheng Fei" userId="d19317889db4c986" providerId="LiveId" clId="{B4971BDF-15F8-9A49-87D4-D2097A242ADD}" dt="2022-12-11T12:01:48.731" v="900" actId="478"/>
        <pc:sldMkLst>
          <pc:docMk/>
          <pc:sldMk cId="0" sldId="264"/>
        </pc:sldMkLst>
        <pc:spChg chg="add del mod">
          <ac:chgData name="Zheng Fei" userId="d19317889db4c986" providerId="LiveId" clId="{B4971BDF-15F8-9A49-87D4-D2097A242ADD}" dt="2022-12-11T11:45:00.172" v="321" actId="478"/>
          <ac:spMkLst>
            <pc:docMk/>
            <pc:sldMk cId="0" sldId="264"/>
            <ac:spMk id="2" creationId="{0CF8ABE7-1965-CA58-67EF-65C36A85FB1D}"/>
          </ac:spMkLst>
        </pc:spChg>
        <pc:spChg chg="add mod">
          <ac:chgData name="Zheng Fei" userId="d19317889db4c986" providerId="LiveId" clId="{B4971BDF-15F8-9A49-87D4-D2097A242ADD}" dt="2022-12-11T11:45:06.946" v="335" actId="20577"/>
          <ac:spMkLst>
            <pc:docMk/>
            <pc:sldMk cId="0" sldId="264"/>
            <ac:spMk id="3" creationId="{EA9D298E-AC83-EA14-C66C-DB62A7D20F04}"/>
          </ac:spMkLst>
        </pc:spChg>
        <pc:spChg chg="del mod">
          <ac:chgData name="Zheng Fei" userId="d19317889db4c986" providerId="LiveId" clId="{B4971BDF-15F8-9A49-87D4-D2097A242ADD}" dt="2022-12-11T11:44:57.950" v="319" actId="478"/>
          <ac:spMkLst>
            <pc:docMk/>
            <pc:sldMk cId="0" sldId="264"/>
            <ac:spMk id="68610" creationId="{FCBC43F4-6D2C-884B-A3F6-65689C219389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1" creationId="{02625C09-D470-054F-88A9-BE5DE8AF442B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2" creationId="{3C524127-EE79-9648-A69D-98917A61127A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3" creationId="{3A68CE6C-5B14-1D4D-A321-EFFCF6931790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4" creationId="{81EB7BC4-F1CD-1C4F-A5BE-6E571FD1C07E}"/>
          </ac:spMkLst>
        </pc:spChg>
        <pc:spChg chg="del mod">
          <ac:chgData name="Zheng Fei" userId="d19317889db4c986" providerId="LiveId" clId="{B4971BDF-15F8-9A49-87D4-D2097A242ADD}" dt="2022-12-11T12:01:48.731" v="900" actId="478"/>
          <ac:spMkLst>
            <pc:docMk/>
            <pc:sldMk cId="0" sldId="264"/>
            <ac:spMk id="68615" creationId="{3843CF23-8BA7-6D49-B29E-EA6098D1B147}"/>
          </ac:spMkLst>
        </pc:spChg>
        <pc:cxnChg chg="add mod">
          <ac:chgData name="Zheng Fei" userId="d19317889db4c986" providerId="LiveId" clId="{B4971BDF-15F8-9A49-87D4-D2097A242ADD}" dt="2022-12-11T11:44:58.300" v="320"/>
          <ac:cxnSpMkLst>
            <pc:docMk/>
            <pc:sldMk cId="0" sldId="264"/>
            <ac:cxnSpMk id="4" creationId="{B8444FF9-6513-9435-174E-6582E60DD849}"/>
          </ac:cxnSpMkLst>
        </pc:cxnChg>
      </pc:sldChg>
      <pc:sldChg chg="addSp delSp modSp del mod modNotes">
        <pc:chgData name="Zheng Fei" userId="d19317889db4c986" providerId="LiveId" clId="{B4971BDF-15F8-9A49-87D4-D2097A242ADD}" dt="2022-12-11T12:02:49.041" v="901" actId="2696"/>
        <pc:sldMkLst>
          <pc:docMk/>
          <pc:sldMk cId="0" sldId="265"/>
        </pc:sldMkLst>
        <pc:spChg chg="mod">
          <ac:chgData name="Zheng Fei" userId="d19317889db4c986" providerId="LiveId" clId="{B4971BDF-15F8-9A49-87D4-D2097A242ADD}" dt="2022-12-11T11:46:54.142" v="460"/>
          <ac:spMkLst>
            <pc:docMk/>
            <pc:sldMk cId="0" sldId="265"/>
            <ac:spMk id="2" creationId="{312D4565-0205-45ED-9021-6116B98A8C90}"/>
          </ac:spMkLst>
        </pc:spChg>
        <pc:spChg chg="add mod">
          <ac:chgData name="Zheng Fei" userId="d19317889db4c986" providerId="LiveId" clId="{B4971BDF-15F8-9A49-87D4-D2097A242ADD}" dt="2022-12-11T11:46:33.492" v="454" actId="20577"/>
          <ac:spMkLst>
            <pc:docMk/>
            <pc:sldMk cId="0" sldId="265"/>
            <ac:spMk id="3" creationId="{B47A85D5-6467-6698-CF4B-73374E739FD6}"/>
          </ac:spMkLst>
        </pc:spChg>
        <pc:spChg chg="del mod">
          <ac:chgData name="Zheng Fei" userId="d19317889db4c986" providerId="LiveId" clId="{B4971BDF-15F8-9A49-87D4-D2097A242ADD}" dt="2022-12-11T11:46:26.249" v="413" actId="478"/>
          <ac:spMkLst>
            <pc:docMk/>
            <pc:sldMk cId="0" sldId="265"/>
            <ac:spMk id="69634" creationId="{B6D52BBC-3D87-D646-8147-73F0C164DE3E}"/>
          </ac:spMkLst>
        </pc:spChg>
        <pc:spChg chg="mod">
          <ac:chgData name="Zheng Fei" userId="d19317889db4c986" providerId="LiveId" clId="{B4971BDF-15F8-9A49-87D4-D2097A242ADD}" dt="2022-12-11T11:47:49.188" v="470"/>
          <ac:spMkLst>
            <pc:docMk/>
            <pc:sldMk cId="0" sldId="265"/>
            <ac:spMk id="69635" creationId="{3FE89C70-1BC5-1A47-B958-4E24CACAA64F}"/>
          </ac:spMkLst>
        </pc:spChg>
        <pc:spChg chg="mod">
          <ac:chgData name="Zheng Fei" userId="d19317889db4c986" providerId="LiveId" clId="{B4971BDF-15F8-9A49-87D4-D2097A242ADD}" dt="2022-12-11T11:46:52.845" v="459"/>
          <ac:spMkLst>
            <pc:docMk/>
            <pc:sldMk cId="0" sldId="265"/>
            <ac:spMk id="69636" creationId="{A444F019-76AB-5F4C-A814-54C3F7B272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5"/>
            <ac:spMk id="69637" creationId="{9FDC51D4-A694-AA41-A551-98398E9C1281}"/>
          </ac:spMkLst>
        </pc:spChg>
        <pc:graphicFrameChg chg="mod">
          <ac:chgData name="Zheng Fei" userId="d19317889db4c986" providerId="LiveId" clId="{B4971BDF-15F8-9A49-87D4-D2097A242ADD}" dt="2022-12-11T11:47:40.083" v="469" actId="1076"/>
          <ac:graphicFrameMkLst>
            <pc:docMk/>
            <pc:sldMk cId="0" sldId="265"/>
            <ac:graphicFrameMk id="69638" creationId="{467039DB-CCB2-6E4F-8818-B69B216E5393}"/>
          </ac:graphicFrameMkLst>
        </pc:graphicFrameChg>
        <pc:picChg chg="mod">
          <ac:chgData name="Zheng Fei" userId="d19317889db4c986" providerId="LiveId" clId="{B4971BDF-15F8-9A49-87D4-D2097A242ADD}" dt="2022-12-11T11:46:43.872" v="457" actId="207"/>
          <ac:picMkLst>
            <pc:docMk/>
            <pc:sldMk cId="0" sldId="265"/>
            <ac:picMk id="4" creationId="{E6759FD8-F812-43AC-AE9F-A604D9CD6076}"/>
          </ac:picMkLst>
        </pc:picChg>
        <pc:cxnChg chg="add mod">
          <ac:chgData name="Zheng Fei" userId="d19317889db4c986" providerId="LiveId" clId="{B4971BDF-15F8-9A49-87D4-D2097A242ADD}" dt="2022-12-11T11:46:26.688" v="414"/>
          <ac:cxnSpMkLst>
            <pc:docMk/>
            <pc:sldMk cId="0" sldId="265"/>
            <ac:cxnSpMk id="5" creationId="{33D29542-6DB0-4F25-97ED-D8799D6E432B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267"/>
        </pc:sldMkLst>
        <pc:spChg chg="add mod">
          <ac:chgData name="Zheng Fei" userId="d19317889db4c986" providerId="LiveId" clId="{B4971BDF-15F8-9A49-87D4-D2097A242ADD}" dt="2022-12-11T11:48:52.978" v="482" actId="1076"/>
          <ac:spMkLst>
            <pc:docMk/>
            <pc:sldMk cId="0" sldId="267"/>
            <ac:spMk id="2" creationId="{7A3A312E-57C9-037A-FB13-E5FF38D19499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07" creationId="{AB605B63-927F-C44B-8C6B-5820B085B10A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08" creationId="{1885C26A-6A55-3241-8F6E-2C7592F7FACE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09" creationId="{7F551A94-40C9-5341-9398-4CD9F740510E}"/>
          </ac:spMkLst>
        </pc:spChg>
        <pc:spChg chg="del mod">
          <ac:chgData name="Zheng Fei" userId="d19317889db4c986" providerId="LiveId" clId="{B4971BDF-15F8-9A49-87D4-D2097A242ADD}" dt="2022-12-11T11:48:29.224" v="476" actId="478"/>
          <ac:spMkLst>
            <pc:docMk/>
            <pc:sldMk cId="0" sldId="267"/>
            <ac:spMk id="72710" creationId="{9FD8F82C-1BB0-3A4C-A22E-ECE7B2B4AF8B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11" creationId="{43340CAC-CAD9-514E-9AEF-AEC9DAFDDF2A}"/>
          </ac:spMkLst>
        </pc:spChg>
        <pc:graphicFrameChg chg="mod">
          <ac:chgData name="Zheng Fei" userId="d19317889db4c986" providerId="LiveId" clId="{B4971BDF-15F8-9A49-87D4-D2097A242ADD}" dt="2022-12-11T11:48:44.018" v="480" actId="207"/>
          <ac:graphicFrameMkLst>
            <pc:docMk/>
            <pc:sldMk cId="0" sldId="267"/>
            <ac:graphicFrameMk id="72706" creationId="{9D013166-F305-7549-AEE1-EC6A50ECC6EF}"/>
          </ac:graphicFrameMkLst>
        </pc:graphicFrameChg>
        <pc:cxnChg chg="add mod">
          <ac:chgData name="Zheng Fei" userId="d19317889db4c986" providerId="LiveId" clId="{B4971BDF-15F8-9A49-87D4-D2097A242ADD}" dt="2022-12-11T11:48:38.753" v="479" actId="113"/>
          <ac:cxnSpMkLst>
            <pc:docMk/>
            <pc:sldMk cId="0" sldId="267"/>
            <ac:cxnSpMk id="3" creationId="{14BB99F5-A98A-195B-C47F-0F1E3B3B60A6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0" sldId="268"/>
        </pc:sldMkLst>
        <pc:spChg chg="add del mod">
          <ac:chgData name="Zheng Fei" userId="d19317889db4c986" providerId="LiveId" clId="{B4971BDF-15F8-9A49-87D4-D2097A242ADD}" dt="2022-12-11T11:49:02.037" v="484" actId="478"/>
          <ac:spMkLst>
            <pc:docMk/>
            <pc:sldMk cId="0" sldId="268"/>
            <ac:spMk id="2" creationId="{143AD227-C320-279E-7E26-9F5052D8A204}"/>
          </ac:spMkLst>
        </pc:spChg>
        <pc:spChg chg="add 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3" creationId="{A0E22779-F96E-A724-9CC2-21F4AF3AC80B}"/>
          </ac:spMkLst>
        </pc:spChg>
        <pc:spChg chg="del mod">
          <ac:chgData name="Zheng Fei" userId="d19317889db4c986" providerId="LiveId" clId="{B4971BDF-15F8-9A49-87D4-D2097A242ADD}" dt="2022-12-11T11:48:59.752" v="483" actId="478"/>
          <ac:spMkLst>
            <pc:docMk/>
            <pc:sldMk cId="0" sldId="268"/>
            <ac:spMk id="73730" creationId="{184A9AAD-CBE8-3C4A-9C25-79AA1366B852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1" creationId="{8904FC05-4F6C-AF41-9DF5-3D2B97375DC1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2" creationId="{69FE6477-61F5-3542-91EF-0C82FC69274A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3" creationId="{8D97D223-E2C3-BE45-87BE-A3F5FDD42C35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4" creationId="{E8BDE86E-BC76-B047-8C5F-D7206250B041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5" creationId="{16077833-C7B6-C14A-BA5F-D32EE4E1D2CD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6" creationId="{B5F94087-BE36-5C4D-A862-9B8D85B30D85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7" creationId="{A51C3A4F-1241-5240-9B93-FCEEFF8C9D23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8" creationId="{630CBC73-0F98-4F47-98D4-C54A438257FE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9" creationId="{ABBCCFD2-DBB0-6A46-A2CB-0671202A9F54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40" creationId="{01FA7347-ED18-0D4E-94A5-7DEC9A086912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41" creationId="{063EB188-C42E-5C47-99EE-FDA4600A2FCC}"/>
          </ac:spMkLst>
        </pc:spChg>
        <pc:cxnChg chg="add mod">
          <ac:chgData name="Zheng Fei" userId="d19317889db4c986" providerId="LiveId" clId="{B4971BDF-15F8-9A49-87D4-D2097A242ADD}" dt="2022-12-11T11:49:09.119" v="487" actId="113"/>
          <ac:cxnSpMkLst>
            <pc:docMk/>
            <pc:sldMk cId="0" sldId="268"/>
            <ac:cxnSpMk id="4" creationId="{BCD81968-57FD-16FD-CB72-7F3FBBA7F26E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0" sldId="269"/>
        </pc:sldMkLst>
        <pc:spChg chg="add del mod">
          <ac:chgData name="Zheng Fei" userId="d19317889db4c986" providerId="LiveId" clId="{B4971BDF-15F8-9A49-87D4-D2097A242ADD}" dt="2022-12-11T11:49:19.143" v="489" actId="478"/>
          <ac:spMkLst>
            <pc:docMk/>
            <pc:sldMk cId="0" sldId="269"/>
            <ac:spMk id="2" creationId="{FA170C8E-4311-748B-CA5A-C137BD01D6CE}"/>
          </ac:spMkLst>
        </pc:spChg>
        <pc:spChg chg="add mod">
          <ac:chgData name="Zheng Fei" userId="d19317889db4c986" providerId="LiveId" clId="{B4971BDF-15F8-9A49-87D4-D2097A242ADD}" dt="2022-12-11T11:49:20.308" v="490"/>
          <ac:spMkLst>
            <pc:docMk/>
            <pc:sldMk cId="0" sldId="269"/>
            <ac:spMk id="3" creationId="{757088A5-76BF-8EBD-8DA4-64BE829F2251}"/>
          </ac:spMkLst>
        </pc:spChg>
        <pc:spChg chg="del mod">
          <ac:chgData name="Zheng Fei" userId="d19317889db4c986" providerId="LiveId" clId="{B4971BDF-15F8-9A49-87D4-D2097A242ADD}" dt="2022-12-11T11:49:17.543" v="488" actId="478"/>
          <ac:spMkLst>
            <pc:docMk/>
            <pc:sldMk cId="0" sldId="269"/>
            <ac:spMk id="16" creationId="{5C01A378-5687-4065-8D22-FAE02D5174A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54" creationId="{61E34251-D126-7248-A973-4AA65F29FB2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1" creationId="{EB460BC6-8ABA-2245-9F29-E264499F20D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2" creationId="{A3A66B21-2ED0-AF42-98B0-8A8DA24E66A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3" creationId="{C52AA575-89AF-6F4A-9C28-FF106BC8FB7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4" creationId="{3B93D601-7220-E847-BFA8-7C8D4F92E22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6" creationId="{8B0F161B-270B-8043-BD71-CC2F0186F73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7" creationId="{FA4761A8-DEDF-3849-850C-60C0BDF81126}"/>
          </ac:spMkLst>
        </pc:spChg>
        <pc:cxnChg chg="add mod">
          <ac:chgData name="Zheng Fei" userId="d19317889db4c986" providerId="LiveId" clId="{B4971BDF-15F8-9A49-87D4-D2097A242ADD}" dt="2022-12-11T11:49:20.308" v="490"/>
          <ac:cxnSpMkLst>
            <pc:docMk/>
            <pc:sldMk cId="0" sldId="269"/>
            <ac:cxnSpMk id="4" creationId="{DF7EEA8F-5CD6-374B-75D9-FE86975A92AF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0" sldId="270"/>
        </pc:sldMkLst>
        <pc:spChg chg="add mod">
          <ac:chgData name="Zheng Fei" userId="d19317889db4c986" providerId="LiveId" clId="{B4971BDF-15F8-9A49-87D4-D2097A242ADD}" dt="2022-12-11T11:49:25.256" v="492"/>
          <ac:spMkLst>
            <pc:docMk/>
            <pc:sldMk cId="0" sldId="270"/>
            <ac:spMk id="2" creationId="{C28367A2-451D-6859-98AE-F1CC2BA56C3E}"/>
          </ac:spMkLst>
        </pc:spChg>
        <pc:spChg chg="del mod">
          <ac:chgData name="Zheng Fei" userId="d19317889db4c986" providerId="LiveId" clId="{B4971BDF-15F8-9A49-87D4-D2097A242ADD}" dt="2022-12-11T11:49:24.739" v="491" actId="478"/>
          <ac:spMkLst>
            <pc:docMk/>
            <pc:sldMk cId="0" sldId="270"/>
            <ac:spMk id="11" creationId="{90AB737E-3DEB-41C8-BBF1-787E6B0972B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12" creationId="{C3FB9FEF-71B4-4210-9960-BB82A850AF6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78" creationId="{38501C3E-CC83-254C-9156-E7A17793D4D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79" creationId="{FA9656A5-62C1-F645-B4E6-22621892FDD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0" creationId="{DAF08943-A2EE-9B47-97DB-454D875C89D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1" creationId="{F3646521-38FD-7244-9DE3-9EDE7474B34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3" creationId="{DC1C60BC-285F-B64D-AEE9-52D9AE0C56B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4" creationId="{D3A85390-BB2B-314D-B266-2E9F92822674}"/>
          </ac:spMkLst>
        </pc:spChg>
        <pc:cxnChg chg="add mod">
          <ac:chgData name="Zheng Fei" userId="d19317889db4c986" providerId="LiveId" clId="{B4971BDF-15F8-9A49-87D4-D2097A242ADD}" dt="2022-12-11T11:49:25.256" v="492"/>
          <ac:cxnSpMkLst>
            <pc:docMk/>
            <pc:sldMk cId="0" sldId="270"/>
            <ac:cxnSpMk id="3" creationId="{B256E7C0-A65F-4F49-5B49-36351C36D80C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0" sldId="271"/>
        </pc:sldMkLst>
        <pc:spChg chg="add mod">
          <ac:chgData name="Zheng Fei" userId="d19317889db4c986" providerId="LiveId" clId="{B4971BDF-15F8-9A49-87D4-D2097A242ADD}" dt="2022-12-11T11:49:28.911" v="494"/>
          <ac:spMkLst>
            <pc:docMk/>
            <pc:sldMk cId="0" sldId="271"/>
            <ac:spMk id="2" creationId="{F417DB13-9D02-8446-158B-995F97C2F4A4}"/>
          </ac:spMkLst>
        </pc:spChg>
        <pc:spChg chg="del mod">
          <ac:chgData name="Zheng Fei" userId="d19317889db4c986" providerId="LiveId" clId="{B4971BDF-15F8-9A49-87D4-D2097A242ADD}" dt="2022-12-11T11:49:28.386" v="493" actId="478"/>
          <ac:spMkLst>
            <pc:docMk/>
            <pc:sldMk cId="0" sldId="271"/>
            <ac:spMk id="12" creationId="{04B2C19D-07B5-4AB6-B4B6-74D375C144F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2" creationId="{35AA839A-4903-434F-A395-440FD0BBE05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4" creationId="{496C2B27-A7E8-6342-A94E-02DEEE82052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5" creationId="{C72455D1-5CD0-DD4C-9B3F-434C77249EC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6" creationId="{4A9E32B8-2B8B-8D45-8A39-B9D14AB762A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8" creationId="{0ACD0AAC-9124-7845-8EEA-43D53750617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10" creationId="{072CE250-40A2-E24D-ABEB-AFB529E7C2F5}"/>
          </ac:spMkLst>
        </pc:spChg>
        <pc:cxnChg chg="add mod">
          <ac:chgData name="Zheng Fei" userId="d19317889db4c986" providerId="LiveId" clId="{B4971BDF-15F8-9A49-87D4-D2097A242ADD}" dt="2022-12-11T11:49:28.911" v="494"/>
          <ac:cxnSpMkLst>
            <pc:docMk/>
            <pc:sldMk cId="0" sldId="271"/>
            <ac:cxnSpMk id="3" creationId="{D6F146D7-65AB-D728-328E-89E69D66FB81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272"/>
        </pc:sldMkLst>
        <pc:spChg chg="add del mod">
          <ac:chgData name="Zheng Fei" userId="d19317889db4c986" providerId="LiveId" clId="{B4971BDF-15F8-9A49-87D4-D2097A242ADD}" dt="2022-12-11T11:49:36.055" v="496" actId="478"/>
          <ac:spMkLst>
            <pc:docMk/>
            <pc:sldMk cId="0" sldId="272"/>
            <ac:spMk id="2" creationId="{01E9D174-6DCA-F47A-A7C2-12A7A8EB48AF}"/>
          </ac:spMkLst>
        </pc:spChg>
        <pc:spChg chg="add mod">
          <ac:chgData name="Zheng Fei" userId="d19317889db4c986" providerId="LiveId" clId="{B4971BDF-15F8-9A49-87D4-D2097A242ADD}" dt="2022-12-11T11:49:45.012" v="535" actId="20577"/>
          <ac:spMkLst>
            <pc:docMk/>
            <pc:sldMk cId="0" sldId="272"/>
            <ac:spMk id="3" creationId="{B9EE16A5-454F-B880-C7F4-5E99601F83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19" creationId="{67C6A4E8-C978-43D3-9C8D-71937334982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1" creationId="{E34144A7-C251-488E-88FF-0882ED4B71A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6" creationId="{D7C34D52-6C0A-44FC-8051-46EE834F92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7" creationId="{FF2D70BC-828C-4C8F-A2D1-A6CBF33B517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9" creationId="{FE0FF9F8-9211-4107-B097-59F40ED00C8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30" creationId="{8D4350C0-AA6B-4AC6-92E1-85BAC1C9D3C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31" creationId="{9C1A3B5A-9AD1-4AAE-AEE4-71655C7C1BE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33" creationId="{38C33361-3A0C-4F79-9BFD-53AC6EB16AF8}"/>
          </ac:spMkLst>
        </pc:spChg>
        <pc:spChg chg="del mod">
          <ac:chgData name="Zheng Fei" userId="d19317889db4c986" providerId="LiveId" clId="{B4971BDF-15F8-9A49-87D4-D2097A242ADD}" dt="2022-12-11T11:49:34.467" v="495" actId="478"/>
          <ac:spMkLst>
            <pc:docMk/>
            <pc:sldMk cId="0" sldId="272"/>
            <ac:spMk id="77826" creationId="{96ABA3A4-09B6-9040-8F1C-EC413F0819A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27" creationId="{23EF1E68-B7EB-094F-9E79-60A46F6B7F2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29" creationId="{BF701809-F7E7-F740-B7AB-C64C14CAAB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0" creationId="{63606BBF-0365-0A44-AFD8-C85DDF6E44D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1" creationId="{A2F9729C-F894-854B-9D49-D98A9788D2A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2" creationId="{8AD4171E-C2D6-8843-8615-7B73BF65E19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3" creationId="{DA9AC5AA-EBB1-6A44-9036-CEEE0C5D6F5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4" creationId="{52FAC712-775E-104D-9DF6-FC5B79505C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5" creationId="{67B8BA2F-2D85-D145-9805-BE88668D28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6" creationId="{7EAE7FC8-DF20-7A40-B00E-B831A8D362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7" creationId="{6E5CAEB0-7C6A-4941-8F19-999DFD2D07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8" creationId="{40EAE8F6-0426-2843-9B07-64A31AB1FA44}"/>
          </ac:spMkLst>
        </pc:spChg>
        <pc:cxnChg chg="add mod">
          <ac:chgData name="Zheng Fei" userId="d19317889db4c986" providerId="LiveId" clId="{B4971BDF-15F8-9A49-87D4-D2097A242ADD}" dt="2022-12-11T11:49:36.529" v="497"/>
          <ac:cxnSpMkLst>
            <pc:docMk/>
            <pc:sldMk cId="0" sldId="272"/>
            <ac:cxnSpMk id="4" creationId="{50AF3132-9B66-1404-62DE-9892D379F6AB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273"/>
        </pc:sldMkLst>
        <pc:spChg chg="add mod">
          <ac:chgData name="Zheng Fei" userId="d19317889db4c986" providerId="LiveId" clId="{B4971BDF-15F8-9A49-87D4-D2097A242ADD}" dt="2022-12-11T11:50:45.403" v="556"/>
          <ac:spMkLst>
            <pc:docMk/>
            <pc:sldMk cId="0" sldId="273"/>
            <ac:spMk id="2" creationId="{E8FDD444-BAE9-F4F4-45C1-83C85205A4CB}"/>
          </ac:spMkLst>
        </pc:spChg>
        <pc:spChg chg="del mod">
          <ac:chgData name="Zheng Fei" userId="d19317889db4c986" providerId="LiveId" clId="{B4971BDF-15F8-9A49-87D4-D2097A242ADD}" dt="2022-12-11T11:50:44.975" v="555" actId="478"/>
          <ac:spMkLst>
            <pc:docMk/>
            <pc:sldMk cId="0" sldId="273"/>
            <ac:spMk id="13" creationId="{D42821BC-24A6-4535-95EA-F99E50CB407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0" creationId="{358F940D-A7B4-7547-A6BD-C623F183904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1" creationId="{8414855A-6975-274B-9151-ED58E949B01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3" creationId="{FE04D1F6-4063-074E-B3DB-ACE8EC0FFA2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4" creationId="{2E18163F-4827-3A44-9DA4-92307921420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5" creationId="{9BB7678E-934F-0D42-8E43-7013276676D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6" creationId="{4870B4DB-D74A-0B43-BB63-C326E5DB8A08}"/>
          </ac:spMkLst>
        </pc:spChg>
        <pc:cxnChg chg="add mod">
          <ac:chgData name="Zheng Fei" userId="d19317889db4c986" providerId="LiveId" clId="{B4971BDF-15F8-9A49-87D4-D2097A242ADD}" dt="2022-12-11T11:50:45.403" v="556"/>
          <ac:cxnSpMkLst>
            <pc:docMk/>
            <pc:sldMk cId="0" sldId="273"/>
            <ac:cxnSpMk id="3" creationId="{ABC02C8F-8A0C-CC94-AD45-26663E6B56DD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274"/>
        </pc:sldMkLst>
        <pc:spChg chg="add mod">
          <ac:chgData name="Zheng Fei" userId="d19317889db4c986" providerId="LiveId" clId="{B4971BDF-15F8-9A49-87D4-D2097A242ADD}" dt="2022-12-11T11:52:18.954" v="599" actId="20577"/>
          <ac:spMkLst>
            <pc:docMk/>
            <pc:sldMk cId="0" sldId="274"/>
            <ac:spMk id="2" creationId="{B8AB85EF-26FA-DF1E-043F-F0F01246766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4" creationId="{4CD78EE7-27D8-434C-B429-F3C60B88808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5" creationId="{2D082724-8D13-E943-8257-DCA0AEE15CE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6" creationId="{C02D94A9-412F-5648-818D-F623580610B8}"/>
          </ac:spMkLst>
        </pc:spChg>
        <pc:spChg chg="del mod">
          <ac:chgData name="Zheng Fei" userId="d19317889db4c986" providerId="LiveId" clId="{B4971BDF-15F8-9A49-87D4-D2097A242ADD}" dt="2022-12-11T11:52:15.416" v="597" actId="478"/>
          <ac:spMkLst>
            <pc:docMk/>
            <pc:sldMk cId="0" sldId="274"/>
            <ac:spMk id="79877" creationId="{3937CE9D-4407-3947-ADA3-B36C72F773F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9" creationId="{315A4930-9E54-DF4C-968C-BA0CACC2F14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80" creationId="{B8FF073E-B934-404D-A7F2-D45D17F7F794}"/>
          </ac:spMkLst>
        </pc:spChg>
        <pc:cxnChg chg="add mod">
          <ac:chgData name="Zheng Fei" userId="d19317889db4c986" providerId="LiveId" clId="{B4971BDF-15F8-9A49-87D4-D2097A242ADD}" dt="2022-12-11T11:52:15.979" v="598"/>
          <ac:cxnSpMkLst>
            <pc:docMk/>
            <pc:sldMk cId="0" sldId="274"/>
            <ac:cxnSpMk id="3" creationId="{17FCE808-9D13-E721-3674-024FC43C7D5D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0" sldId="275"/>
        </pc:sldMkLst>
        <pc:spChg chg="add mod">
          <ac:chgData name="Zheng Fei" userId="d19317889db4c986" providerId="LiveId" clId="{B4971BDF-15F8-9A49-87D4-D2097A242ADD}" dt="2022-12-11T11:52:38.097" v="607"/>
          <ac:spMkLst>
            <pc:docMk/>
            <pc:sldMk cId="0" sldId="275"/>
            <ac:spMk id="2" creationId="{7F36DFA7-988E-D995-1FF0-731F93A20EE0}"/>
          </ac:spMkLst>
        </pc:spChg>
        <pc:spChg chg="del mod">
          <ac:chgData name="Zheng Fei" userId="d19317889db4c986" providerId="LiveId" clId="{B4971BDF-15F8-9A49-87D4-D2097A242ADD}" dt="2022-12-11T11:52:37.738" v="606" actId="478"/>
          <ac:spMkLst>
            <pc:docMk/>
            <pc:sldMk cId="0" sldId="275"/>
            <ac:spMk id="11" creationId="{8AA77C60-A53A-41A9-847C-30669A32400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898" creationId="{C579A1EC-980A-0E41-A769-B54A15A03B1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899" creationId="{36B9DE4B-269B-F140-8B44-FEBC29695ED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0" creationId="{38E811FB-0406-7D49-9C91-F4F3C2FC17D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1" creationId="{E98DE00E-9CBC-6548-962E-27F829BFD46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3" creationId="{3D55130C-028C-9A43-BB89-F36A4F40BB2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4" creationId="{F3E00451-788C-A340-A0BA-BFDDAA592F7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5" creationId="{F3210EC3-4BD7-4242-9AE8-ED890FA8C04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6" creationId="{ECB2200D-294A-0347-AF5E-3AA6DB29FA29}"/>
          </ac:spMkLst>
        </pc:spChg>
        <pc:cxnChg chg="add mod">
          <ac:chgData name="Zheng Fei" userId="d19317889db4c986" providerId="LiveId" clId="{B4971BDF-15F8-9A49-87D4-D2097A242ADD}" dt="2022-12-11T11:52:38.097" v="607"/>
          <ac:cxnSpMkLst>
            <pc:docMk/>
            <pc:sldMk cId="0" sldId="275"/>
            <ac:cxnSpMk id="3" creationId="{4741CEEE-CF7D-897C-1674-D64D9DC71D33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0" sldId="276"/>
        </pc:sldMkLst>
        <pc:spChg chg="add mod">
          <ac:chgData name="Zheng Fei" userId="d19317889db4c986" providerId="LiveId" clId="{B4971BDF-15F8-9A49-87D4-D2097A242ADD}" dt="2022-12-11T11:52:42.305" v="609"/>
          <ac:spMkLst>
            <pc:docMk/>
            <pc:sldMk cId="0" sldId="276"/>
            <ac:spMk id="2" creationId="{FAF339D3-1310-80A0-09A4-B685E6552DEB}"/>
          </ac:spMkLst>
        </pc:spChg>
        <pc:spChg chg="del mod">
          <ac:chgData name="Zheng Fei" userId="d19317889db4c986" providerId="LiveId" clId="{B4971BDF-15F8-9A49-87D4-D2097A242ADD}" dt="2022-12-11T11:52:41.850" v="608" actId="478"/>
          <ac:spMkLst>
            <pc:docMk/>
            <pc:sldMk cId="0" sldId="276"/>
            <ac:spMk id="11" creationId="{361D7B49-6F39-4062-A0AE-52943557065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2" creationId="{14E0717B-6270-FB40-A783-B7657E66B28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3" creationId="{4334270D-D323-4D49-B6FC-9F2BF337973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4" creationId="{E5577144-0701-3949-9EC3-5C91E9F2E43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5" creationId="{D2E142CE-A926-1A42-AB7A-01763CC6BEE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6" creationId="{7AAF924E-BD38-324E-BC14-2B7EFE9E069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7" creationId="{76740E9C-6639-414B-B508-8F590AC33B2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8" creationId="{A1E1ADA1-3820-B243-BCC5-DFF9CAB4449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30" creationId="{61F031D6-5874-4E41-8BC5-38FDE4EE4F29}"/>
          </ac:spMkLst>
        </pc:spChg>
        <pc:cxnChg chg="add mod">
          <ac:chgData name="Zheng Fei" userId="d19317889db4c986" providerId="LiveId" clId="{B4971BDF-15F8-9A49-87D4-D2097A242ADD}" dt="2022-12-11T11:52:42.305" v="609"/>
          <ac:cxnSpMkLst>
            <pc:docMk/>
            <pc:sldMk cId="0" sldId="276"/>
            <ac:cxnSpMk id="3" creationId="{A0971928-6FE8-823A-228F-954AB6B13AB1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279"/>
        </pc:sldMkLst>
        <pc:spChg chg="add del mod">
          <ac:chgData name="Zheng Fei" userId="d19317889db4c986" providerId="LiveId" clId="{B4971BDF-15F8-9A49-87D4-D2097A242ADD}" dt="2022-12-11T11:52:56.671" v="616" actId="478"/>
          <ac:spMkLst>
            <pc:docMk/>
            <pc:sldMk cId="0" sldId="279"/>
            <ac:spMk id="2" creationId="{5271664C-50E9-8534-77E5-3F96E2F43B70}"/>
          </ac:spMkLst>
        </pc:spChg>
        <pc:spChg chg="add mod">
          <ac:chgData name="Zheng Fei" userId="d19317889db4c986" providerId="LiveId" clId="{B4971BDF-15F8-9A49-87D4-D2097A242ADD}" dt="2022-12-11T11:53:16.099" v="665" actId="20577"/>
          <ac:spMkLst>
            <pc:docMk/>
            <pc:sldMk cId="0" sldId="279"/>
            <ac:spMk id="3" creationId="{288A6B9C-FF87-FB5F-0EBF-8A931524A286}"/>
          </ac:spMkLst>
        </pc:spChg>
        <pc:spChg chg="del mod">
          <ac:chgData name="Zheng Fei" userId="d19317889db4c986" providerId="LiveId" clId="{B4971BDF-15F8-9A49-87D4-D2097A242ADD}" dt="2022-12-11T11:52:55.141" v="615" actId="478"/>
          <ac:spMkLst>
            <pc:docMk/>
            <pc:sldMk cId="0" sldId="279"/>
            <ac:spMk id="84994" creationId="{7B1F38FE-B449-CB44-B42F-2101E5DC1F7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5" creationId="{CA672615-A46E-1C47-B27C-4162311608A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6" creationId="{26B80663-D7AE-BE41-A966-A40F4F6C774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7" creationId="{1D02C3B9-4F75-BB47-90B1-0D98D975CB5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8" creationId="{B1206129-FFA4-0545-8D76-B90CF6EAE099}"/>
          </ac:spMkLst>
        </pc:spChg>
        <pc:cxnChg chg="add mod">
          <ac:chgData name="Zheng Fei" userId="d19317889db4c986" providerId="LiveId" clId="{B4971BDF-15F8-9A49-87D4-D2097A242ADD}" dt="2022-12-11T11:52:57.118" v="617"/>
          <ac:cxnSpMkLst>
            <pc:docMk/>
            <pc:sldMk cId="0" sldId="279"/>
            <ac:cxnSpMk id="4" creationId="{32BE0D9C-37C9-781C-3FB3-4E2CE2FD86C0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0" sldId="280"/>
        </pc:sldMkLst>
        <pc:spChg chg="add del mod">
          <ac:chgData name="Zheng Fei" userId="d19317889db4c986" providerId="LiveId" clId="{B4971BDF-15F8-9A49-87D4-D2097A242ADD}" dt="2022-12-11T11:53:30.157" v="670" actId="478"/>
          <ac:spMkLst>
            <pc:docMk/>
            <pc:sldMk cId="0" sldId="280"/>
            <ac:spMk id="2" creationId="{7578CACC-5604-0B76-83BE-5FB822A84328}"/>
          </ac:spMkLst>
        </pc:spChg>
        <pc:spChg chg="add mod">
          <ac:chgData name="Zheng Fei" userId="d19317889db4c986" providerId="LiveId" clId="{B4971BDF-15F8-9A49-87D4-D2097A242ADD}" dt="2022-12-11T11:53:30.618" v="671"/>
          <ac:spMkLst>
            <pc:docMk/>
            <pc:sldMk cId="0" sldId="280"/>
            <ac:spMk id="3" creationId="{1BA67548-B7E5-D489-D8DB-E820D4B4C999}"/>
          </ac:spMkLst>
        </pc:spChg>
        <pc:spChg chg="del mod">
          <ac:chgData name="Zheng Fei" userId="d19317889db4c986" providerId="LiveId" clId="{B4971BDF-15F8-9A49-87D4-D2097A242ADD}" dt="2022-12-11T11:53:28.532" v="669" actId="478"/>
          <ac:spMkLst>
            <pc:docMk/>
            <pc:sldMk cId="0" sldId="280"/>
            <ac:spMk id="6" creationId="{2C89F747-162B-49B6-8C26-88293E9895D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0"/>
            <ac:spMk id="86018" creationId="{80912C78-C162-F44B-8ECB-FEC44D742F2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0"/>
            <ac:spMk id="86020" creationId="{C1876894-9129-1B41-9B40-06F8D540FD0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0"/>
            <ac:spMk id="86021" creationId="{A4222B20-16D9-5745-BE52-459F3C33A583}"/>
          </ac:spMkLst>
        </pc:spChg>
        <pc:cxnChg chg="add mod">
          <ac:chgData name="Zheng Fei" userId="d19317889db4c986" providerId="LiveId" clId="{B4971BDF-15F8-9A49-87D4-D2097A242ADD}" dt="2022-12-11T11:53:30.618" v="671"/>
          <ac:cxnSpMkLst>
            <pc:docMk/>
            <pc:sldMk cId="0" sldId="280"/>
            <ac:cxnSpMk id="4" creationId="{0E87A7D9-880C-676D-1529-DD0DDF1993B7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281"/>
        </pc:sldMkLst>
        <pc:spChg chg="add mod">
          <ac:chgData name="Zheng Fei" userId="d19317889db4c986" providerId="LiveId" clId="{B4971BDF-15F8-9A49-87D4-D2097A242ADD}" dt="2022-12-11T11:53:34.195" v="673"/>
          <ac:spMkLst>
            <pc:docMk/>
            <pc:sldMk cId="0" sldId="281"/>
            <ac:spMk id="2" creationId="{66A4BFF7-788C-739A-58D3-97E9EF37CF77}"/>
          </ac:spMkLst>
        </pc:spChg>
        <pc:spChg chg="del mod">
          <ac:chgData name="Zheng Fei" userId="d19317889db4c986" providerId="LiveId" clId="{B4971BDF-15F8-9A49-87D4-D2097A242ADD}" dt="2022-12-11T11:53:33.684" v="672" actId="478"/>
          <ac:spMkLst>
            <pc:docMk/>
            <pc:sldMk cId="0" sldId="281"/>
            <ac:spMk id="15" creationId="{9916DE9F-9765-4EEC-9A70-822AC2EDDA2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21" creationId="{8FCBBB19-0C48-472B-9D59-20E70A1A317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43" creationId="{85BE90E0-3536-4540-92B1-BDB7962CE12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45" creationId="{D4685A49-95F4-E043-A65B-6C1BC2349C8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46" creationId="{CC583D65-1158-E14C-8BD5-A463E110F2B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50" creationId="{A195F1F9-B0F6-2C4F-B40F-6A1F7D82AF7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52" creationId="{05400EFF-0435-BB4E-BC8E-DFE9BA8C1B3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53" creationId="{335D0F44-43B0-F744-AF48-9FBF725FF911}"/>
          </ac:spMkLst>
        </pc:spChg>
        <pc:cxnChg chg="add mod">
          <ac:chgData name="Zheng Fei" userId="d19317889db4c986" providerId="LiveId" clId="{B4971BDF-15F8-9A49-87D4-D2097A242ADD}" dt="2022-12-11T11:53:34.195" v="673"/>
          <ac:cxnSpMkLst>
            <pc:docMk/>
            <pc:sldMk cId="0" sldId="281"/>
            <ac:cxnSpMk id="3" creationId="{B08D9408-C867-9DBC-E9A8-B09357BC9008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283"/>
        </pc:sldMkLst>
        <pc:spChg chg="add mod">
          <ac:chgData name="Zheng Fei" userId="d19317889db4c986" providerId="LiveId" clId="{B4971BDF-15F8-9A49-87D4-D2097A242ADD}" dt="2022-12-11T11:53:45.888" v="678"/>
          <ac:spMkLst>
            <pc:docMk/>
            <pc:sldMk cId="0" sldId="283"/>
            <ac:spMk id="2" creationId="{2E0B4E62-59AA-DCC7-6B10-58EA8BFFCC4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3"/>
            <ac:spMk id="89091" creationId="{F4FEE75B-82F7-5B46-AB0B-4B4357DFF641}"/>
          </ac:spMkLst>
        </pc:spChg>
        <pc:spChg chg="del mod">
          <ac:chgData name="Zheng Fei" userId="d19317889db4c986" providerId="LiveId" clId="{B4971BDF-15F8-9A49-87D4-D2097A242ADD}" dt="2022-12-11T11:53:51.262" v="681"/>
          <ac:spMkLst>
            <pc:docMk/>
            <pc:sldMk cId="0" sldId="283"/>
            <ac:spMk id="89093" creationId="{B25143FF-946F-6F4F-8225-44FBB2681EFF}"/>
          </ac:spMkLst>
        </pc:spChg>
        <pc:spChg chg="del mod">
          <ac:chgData name="Zheng Fei" userId="d19317889db4c986" providerId="LiveId" clId="{B4971BDF-15F8-9A49-87D4-D2097A242ADD}" dt="2022-12-11T11:53:49.036" v="679" actId="478"/>
          <ac:spMkLst>
            <pc:docMk/>
            <pc:sldMk cId="0" sldId="283"/>
            <ac:spMk id="89094" creationId="{8022CC38-755A-FB4E-A5F2-435D46D977F5}"/>
          </ac:spMkLst>
        </pc:spChg>
        <pc:cxnChg chg="add mod">
          <ac:chgData name="Zheng Fei" userId="d19317889db4c986" providerId="LiveId" clId="{B4971BDF-15F8-9A49-87D4-D2097A242ADD}" dt="2022-12-11T11:53:39.550" v="675"/>
          <ac:cxnSpMkLst>
            <pc:docMk/>
            <pc:sldMk cId="0" sldId="283"/>
            <ac:cxnSpMk id="3" creationId="{674CCEC8-CF26-F6C7-B2B8-BE8054EED819}"/>
          </ac:cxnSpMkLst>
        </pc:cxnChg>
      </pc:sldChg>
      <pc:sldChg chg="addSp modSp del">
        <pc:chgData name="Zheng Fei" userId="d19317889db4c986" providerId="LiveId" clId="{B4971BDF-15F8-9A49-87D4-D2097A242ADD}" dt="2022-12-11T12:02:49.041" v="901" actId="2696"/>
        <pc:sldMkLst>
          <pc:docMk/>
          <pc:sldMk cId="0" sldId="285"/>
        </pc:sldMkLst>
        <pc:spChg chg="add mod">
          <ac:chgData name="Zheng Fei" userId="d19317889db4c986" providerId="LiveId" clId="{B4971BDF-15F8-9A49-87D4-D2097A242ADD}" dt="2022-12-11T11:53:58.435" v="682"/>
          <ac:spMkLst>
            <pc:docMk/>
            <pc:sldMk cId="0" sldId="285"/>
            <ac:spMk id="2" creationId="{C7A4E726-6575-E5F0-6EF5-E7AEE574D11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5"/>
            <ac:spMk id="91141" creationId="{9FAEB2DE-2E03-9C41-BE73-642753D99F4E}"/>
          </ac:spMkLst>
        </pc:spChg>
        <pc:cxnChg chg="add mod">
          <ac:chgData name="Zheng Fei" userId="d19317889db4c986" providerId="LiveId" clId="{B4971BDF-15F8-9A49-87D4-D2097A242ADD}" dt="2022-12-11T11:53:58.435" v="682"/>
          <ac:cxnSpMkLst>
            <pc:docMk/>
            <pc:sldMk cId="0" sldId="285"/>
            <ac:cxnSpMk id="3" creationId="{45AD1AD5-9F23-4D44-EAA9-1C88FDA732C2}"/>
          </ac:cxnSpMkLst>
        </pc:cxnChg>
      </pc:sldChg>
      <pc:sldChg chg="addSp delSp modSp mod">
        <pc:chgData name="Zheng Fei" userId="d19317889db4c986" providerId="LiveId" clId="{B4971BDF-15F8-9A49-87D4-D2097A242ADD}" dt="2022-12-11T12:01:28.728" v="898" actId="14100"/>
        <pc:sldMkLst>
          <pc:docMk/>
          <pc:sldMk cId="1259915869" sldId="312"/>
        </pc:sldMkLst>
        <pc:spChg chg="add del mod">
          <ac:chgData name="Zheng Fei" userId="d19317889db4c986" providerId="LiveId" clId="{B4971BDF-15F8-9A49-87D4-D2097A242ADD}" dt="2022-12-11T11:42:23.970" v="242" actId="478"/>
          <ac:spMkLst>
            <pc:docMk/>
            <pc:sldMk cId="1259915869" sldId="312"/>
            <ac:spMk id="2" creationId="{0F06C1A6-0C9C-2609-8C8E-08D9A986F688}"/>
          </ac:spMkLst>
        </pc:spChg>
        <pc:spChg chg="add mod">
          <ac:chgData name="Zheng Fei" userId="d19317889db4c986" providerId="LiveId" clId="{B4971BDF-15F8-9A49-87D4-D2097A242ADD}" dt="2022-12-11T11:42:30.611" v="279" actId="20577"/>
          <ac:spMkLst>
            <pc:docMk/>
            <pc:sldMk cId="1259915869" sldId="312"/>
            <ac:spMk id="3" creationId="{93E561EF-903E-4697-3C4B-DE977BDE0672}"/>
          </ac:spMkLst>
        </pc:spChg>
        <pc:spChg chg="del mod">
          <ac:chgData name="Zheng Fei" userId="d19317889db4c986" providerId="LiveId" clId="{B4971BDF-15F8-9A49-87D4-D2097A242ADD}" dt="2022-12-11T11:42:21.588" v="240" actId="478"/>
          <ac:spMkLst>
            <pc:docMk/>
            <pc:sldMk cId="1259915869" sldId="312"/>
            <ac:spMk id="67586" creationId="{24D3A3F1-EA7B-034C-8D56-42ABCC4DD26C}"/>
          </ac:spMkLst>
        </pc:spChg>
        <pc:spChg chg="mod">
          <ac:chgData name="Zheng Fei" userId="d19317889db4c986" providerId="LiveId" clId="{B4971BDF-15F8-9A49-87D4-D2097A242ADD}" dt="2022-12-11T12:01:28.728" v="898" actId="14100"/>
          <ac:spMkLst>
            <pc:docMk/>
            <pc:sldMk cId="1259915869" sldId="312"/>
            <ac:spMk id="67587" creationId="{EFC4D2A5-80F7-3649-B94B-F570F61D8B5B}"/>
          </ac:spMkLst>
        </pc:spChg>
        <pc:cxnChg chg="add mod">
          <ac:chgData name="Zheng Fei" userId="d19317889db4c986" providerId="LiveId" clId="{B4971BDF-15F8-9A49-87D4-D2097A242ADD}" dt="2022-12-11T11:42:22.002" v="241"/>
          <ac:cxnSpMkLst>
            <pc:docMk/>
            <pc:sldMk cId="1259915869" sldId="312"/>
            <ac:cxnSpMk id="4" creationId="{2F988317-7BF8-592B-C09C-14878CB3FEFD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165694961" sldId="313"/>
        </pc:sldMkLst>
        <pc:spChg chg="add del mod">
          <ac:chgData name="Zheng Fei" userId="d19317889db4c986" providerId="LiveId" clId="{B4971BDF-15F8-9A49-87D4-D2097A242ADD}" dt="2022-12-11T11:45:45.817" v="348" actId="478"/>
          <ac:spMkLst>
            <pc:docMk/>
            <pc:sldMk cId="165694961" sldId="313"/>
            <ac:spMk id="2" creationId="{3361AAC4-D151-B695-B149-20028A844B1A}"/>
          </ac:spMkLst>
        </pc:spChg>
        <pc:spChg chg="add mod">
          <ac:chgData name="Zheng Fei" userId="d19317889db4c986" providerId="LiveId" clId="{B4971BDF-15F8-9A49-87D4-D2097A242ADD}" dt="2022-12-11T11:46:00.688" v="407" actId="20577"/>
          <ac:spMkLst>
            <pc:docMk/>
            <pc:sldMk cId="165694961" sldId="313"/>
            <ac:spMk id="3" creationId="{69F64907-A064-B73B-E9BE-EE897303DDC3}"/>
          </ac:spMkLst>
        </pc:spChg>
        <pc:spChg chg="del mod">
          <ac:chgData name="Zheng Fei" userId="d19317889db4c986" providerId="LiveId" clId="{B4971BDF-15F8-9A49-87D4-D2097A242ADD}" dt="2022-12-11T11:45:44.319" v="347" actId="478"/>
          <ac:spMkLst>
            <pc:docMk/>
            <pc:sldMk cId="165694961" sldId="313"/>
            <ac:spMk id="68610" creationId="{FCBC43F4-6D2C-884B-A3F6-65689C219389}"/>
          </ac:spMkLst>
        </pc:spChg>
        <pc:spChg chg="mod">
          <ac:chgData name="Zheng Fei" userId="d19317889db4c986" providerId="LiveId" clId="{B4971BDF-15F8-9A49-87D4-D2097A242ADD}" dt="2022-12-11T11:46:19.176" v="412"/>
          <ac:spMkLst>
            <pc:docMk/>
            <pc:sldMk cId="165694961" sldId="313"/>
            <ac:spMk id="68613" creationId="{3A68CE6C-5B14-1D4D-A321-EFFCF6931790}"/>
          </ac:spMkLst>
        </pc:spChg>
        <pc:cxnChg chg="add mod">
          <ac:chgData name="Zheng Fei" userId="d19317889db4c986" providerId="LiveId" clId="{B4971BDF-15F8-9A49-87D4-D2097A242ADD}" dt="2022-12-11T11:45:46.229" v="349"/>
          <ac:cxnSpMkLst>
            <pc:docMk/>
            <pc:sldMk cId="165694961" sldId="313"/>
            <ac:cxnSpMk id="4" creationId="{A744205F-8E17-6FF6-73F1-5DA1760D9EB9}"/>
          </ac:cxnSpMkLst>
        </pc:cxnChg>
      </pc:sldChg>
      <pc:sldChg chg="addSp delSp modSp mod">
        <pc:chgData name="Zheng Fei" userId="d19317889db4c986" providerId="LiveId" clId="{B4971BDF-15F8-9A49-87D4-D2097A242ADD}" dt="2022-12-11T11:39:34.046" v="168" actId="1076"/>
        <pc:sldMkLst>
          <pc:docMk/>
          <pc:sldMk cId="1473580486" sldId="317"/>
        </pc:sldMkLst>
        <pc:spChg chg="mod">
          <ac:chgData name="Zheng Fei" userId="d19317889db4c986" providerId="LiveId" clId="{B4971BDF-15F8-9A49-87D4-D2097A242ADD}" dt="2022-12-11T11:39:08.971" v="156" actId="114"/>
          <ac:spMkLst>
            <pc:docMk/>
            <pc:sldMk cId="1473580486" sldId="317"/>
            <ac:spMk id="2" creationId="{C04253D1-615A-4349-BFA1-8C203190435C}"/>
          </ac:spMkLst>
        </pc:spChg>
        <pc:spChg chg="add mod">
          <ac:chgData name="Zheng Fei" userId="d19317889db4c986" providerId="LiveId" clId="{B4971BDF-15F8-9A49-87D4-D2097A242ADD}" dt="2022-12-11T11:39:34.046" v="168" actId="1076"/>
          <ac:spMkLst>
            <pc:docMk/>
            <pc:sldMk cId="1473580486" sldId="317"/>
            <ac:spMk id="3" creationId="{AE6620EA-7021-7B0E-5963-578A88075E5E}"/>
          </ac:spMkLst>
        </pc:spChg>
        <pc:spChg chg="mod">
          <ac:chgData name="Zheng Fei" userId="d19317889db4c986" providerId="LiveId" clId="{B4971BDF-15F8-9A49-87D4-D2097A242ADD}" dt="2022-12-11T11:39:18.651" v="162" actId="1035"/>
          <ac:spMkLst>
            <pc:docMk/>
            <pc:sldMk cId="1473580486" sldId="317"/>
            <ac:spMk id="4" creationId="{52462E01-E34B-4DF1-A664-8B7734F94F17}"/>
          </ac:spMkLst>
        </pc:spChg>
        <pc:spChg chg="mod">
          <ac:chgData name="Zheng Fei" userId="d19317889db4c986" providerId="LiveId" clId="{B4971BDF-15F8-9A49-87D4-D2097A242ADD}" dt="2022-12-11T11:39:20.366" v="164" actId="1035"/>
          <ac:spMkLst>
            <pc:docMk/>
            <pc:sldMk cId="1473580486" sldId="317"/>
            <ac:spMk id="10" creationId="{CF7B7A89-7A23-4C8B-95C1-D4FD3CA81904}"/>
          </ac:spMkLst>
        </pc:spChg>
        <pc:spChg chg="mod">
          <ac:chgData name="Zheng Fei" userId="d19317889db4c986" providerId="LiveId" clId="{B4971BDF-15F8-9A49-87D4-D2097A242ADD}" dt="2022-12-11T11:39:21.915" v="165" actId="1035"/>
          <ac:spMkLst>
            <pc:docMk/>
            <pc:sldMk cId="1473580486" sldId="317"/>
            <ac:spMk id="11" creationId="{637A3223-ED58-4856-8A62-1AC3B730E51F}"/>
          </ac:spMkLst>
        </pc:spChg>
        <pc:spChg chg="mod">
          <ac:chgData name="Zheng Fei" userId="d19317889db4c986" providerId="LiveId" clId="{B4971BDF-15F8-9A49-87D4-D2097A242ADD}" dt="2022-12-11T11:39:23.413" v="166" actId="1035"/>
          <ac:spMkLst>
            <pc:docMk/>
            <pc:sldMk cId="1473580486" sldId="317"/>
            <ac:spMk id="12" creationId="{991BDED1-CFA8-496B-884D-E56C2695B94D}"/>
          </ac:spMkLst>
        </pc:spChg>
        <pc:spChg chg="mod">
          <ac:chgData name="Zheng Fei" userId="d19317889db4c986" providerId="LiveId" clId="{B4971BDF-15F8-9A49-87D4-D2097A242ADD}" dt="2022-12-11T11:38:26.513" v="141"/>
          <ac:spMkLst>
            <pc:docMk/>
            <pc:sldMk cId="1473580486" sldId="317"/>
            <ac:spMk id="64514" creationId="{8039605C-9F4D-ED4F-8405-BCD3B1D30849}"/>
          </ac:spMkLst>
        </pc:spChg>
        <pc:spChg chg="mod">
          <ac:chgData name="Zheng Fei" userId="d19317889db4c986" providerId="LiveId" clId="{B4971BDF-15F8-9A49-87D4-D2097A242ADD}" dt="2022-12-11T11:38:51.155" v="150" actId="20577"/>
          <ac:spMkLst>
            <pc:docMk/>
            <pc:sldMk cId="1473580486" sldId="317"/>
            <ac:spMk id="64515" creationId="{D246DF8A-42A4-E542-B2AE-884BFC9AC288}"/>
          </ac:spMkLst>
        </pc:spChg>
        <pc:spChg chg="del mod">
          <ac:chgData name="Zheng Fei" userId="d19317889db4c986" providerId="LiveId" clId="{B4971BDF-15F8-9A49-87D4-D2097A242ADD}" dt="2022-12-11T11:38:13.743" v="137" actId="478"/>
          <ac:spMkLst>
            <pc:docMk/>
            <pc:sldMk cId="1473580486" sldId="317"/>
            <ac:spMk id="64518" creationId="{27C1C725-61D5-0941-9B81-938EEDAC7FF1}"/>
          </ac:spMkLst>
        </pc:spChg>
        <pc:cxnChg chg="add mod">
          <ac:chgData name="Zheng Fei" userId="d19317889db4c986" providerId="LiveId" clId="{B4971BDF-15F8-9A49-87D4-D2097A242ADD}" dt="2022-12-11T11:39:34.046" v="168" actId="1076"/>
          <ac:cxnSpMkLst>
            <pc:docMk/>
            <pc:sldMk cId="1473580486" sldId="317"/>
            <ac:cxnSpMk id="5" creationId="{78CD73F6-1B0D-1B97-A3B8-6CAFC02647D7}"/>
          </ac:cxnSpMkLst>
        </pc:cxnChg>
      </pc:sldChg>
      <pc:sldChg chg="addSp delSp modSp">
        <pc:chgData name="Zheng Fei" userId="d19317889db4c986" providerId="LiveId" clId="{B4971BDF-15F8-9A49-87D4-D2097A242ADD}" dt="2022-12-11T12:00:29.699" v="885" actId="1036"/>
        <pc:sldMkLst>
          <pc:docMk/>
          <pc:sldMk cId="1782971290" sldId="318"/>
        </pc:sldMkLst>
        <pc:spChg chg="add mod">
          <ac:chgData name="Zheng Fei" userId="d19317889db4c986" providerId="LiveId" clId="{B4971BDF-15F8-9A49-87D4-D2097A242ADD}" dt="2022-12-11T11:39:38.697" v="170"/>
          <ac:spMkLst>
            <pc:docMk/>
            <pc:sldMk cId="1782971290" sldId="318"/>
            <ac:spMk id="2" creationId="{6CF412E2-AD3A-0BBB-54A5-675D19268DB3}"/>
          </ac:spMkLst>
        </pc:spChg>
        <pc:spChg chg="mod">
          <ac:chgData name="Zheng Fei" userId="d19317889db4c986" providerId="LiveId" clId="{B4971BDF-15F8-9A49-87D4-D2097A242ADD}" dt="2022-12-11T12:00:29.699" v="885" actId="1036"/>
          <ac:spMkLst>
            <pc:docMk/>
            <pc:sldMk cId="1782971290" sldId="318"/>
            <ac:spMk id="64514" creationId="{8039605C-9F4D-ED4F-8405-BCD3B1D30849}"/>
          </ac:spMkLst>
        </pc:spChg>
        <pc:spChg chg="del mod">
          <ac:chgData name="Zheng Fei" userId="d19317889db4c986" providerId="LiveId" clId="{B4971BDF-15F8-9A49-87D4-D2097A242ADD}" dt="2022-12-11T11:39:38.320" v="169" actId="478"/>
          <ac:spMkLst>
            <pc:docMk/>
            <pc:sldMk cId="1782971290" sldId="318"/>
            <ac:spMk id="64518" creationId="{27C1C725-61D5-0941-9B81-938EEDAC7FF1}"/>
          </ac:spMkLst>
        </pc:spChg>
        <pc:cxnChg chg="add mod">
          <ac:chgData name="Zheng Fei" userId="d19317889db4c986" providerId="LiveId" clId="{B4971BDF-15F8-9A49-87D4-D2097A242ADD}" dt="2022-12-11T11:39:38.697" v="170"/>
          <ac:cxnSpMkLst>
            <pc:docMk/>
            <pc:sldMk cId="1782971290" sldId="318"/>
            <ac:cxnSpMk id="3" creationId="{11DEC793-A341-45FA-FDDD-4EE2BDF0B5BA}"/>
          </ac:cxnSpMkLst>
        </pc:cxnChg>
      </pc:sldChg>
      <pc:sldChg chg="addSp delSp modSp del modNotes">
        <pc:chgData name="Zheng Fei" userId="d19317889db4c986" providerId="LiveId" clId="{B4971BDF-15F8-9A49-87D4-D2097A242ADD}" dt="2022-12-11T12:02:49.041" v="901" actId="2696"/>
        <pc:sldMkLst>
          <pc:docMk/>
          <pc:sldMk cId="1240468597" sldId="319"/>
        </pc:sldMkLst>
        <pc:spChg chg="mod">
          <ac:chgData name="Zheng Fei" userId="d19317889db4c986" providerId="LiveId" clId="{B4971BDF-15F8-9A49-87D4-D2097A242ADD}" dt="2022-12-11T11:48:10.563" v="475" actId="207"/>
          <ac:spMkLst>
            <pc:docMk/>
            <pc:sldMk cId="1240468597" sldId="319"/>
            <ac:spMk id="2" creationId="{312D4565-0205-45ED-9021-6116B98A8C90}"/>
          </ac:spMkLst>
        </pc:spChg>
        <pc:spChg chg="add mod">
          <ac:chgData name="Zheng Fei" userId="d19317889db4c986" providerId="LiveId" clId="{B4971BDF-15F8-9A49-87D4-D2097A242ADD}" dt="2022-12-11T11:48:00.564" v="472"/>
          <ac:spMkLst>
            <pc:docMk/>
            <pc:sldMk cId="1240468597" sldId="319"/>
            <ac:spMk id="3" creationId="{1646CD12-1D93-BF13-C1AF-5BAA83B81C7F}"/>
          </ac:spMkLst>
        </pc:spChg>
        <pc:spChg chg="del mod">
          <ac:chgData name="Zheng Fei" userId="d19317889db4c986" providerId="LiveId" clId="{B4971BDF-15F8-9A49-87D4-D2097A242ADD}" dt="2022-12-11T11:48:00.248" v="471" actId="478"/>
          <ac:spMkLst>
            <pc:docMk/>
            <pc:sldMk cId="1240468597" sldId="319"/>
            <ac:spMk id="69634" creationId="{B6D52BBC-3D87-D646-8147-73F0C164DE3E}"/>
          </ac:spMkLst>
        </pc:spChg>
        <pc:spChg chg="mod">
          <ac:chgData name="Zheng Fei" userId="d19317889db4c986" providerId="LiveId" clId="{B4971BDF-15F8-9A49-87D4-D2097A242ADD}" dt="2022-12-11T11:48:10.563" v="475" actId="207"/>
          <ac:spMkLst>
            <pc:docMk/>
            <pc:sldMk cId="1240468597" sldId="319"/>
            <ac:spMk id="69636" creationId="{A444F019-76AB-5F4C-A814-54C3F7B272F2}"/>
          </ac:spMkLst>
        </pc:spChg>
        <pc:spChg chg="del mod">
          <ac:chgData name="Zheng Fei" userId="d19317889db4c986" providerId="LiveId" clId="{B4971BDF-15F8-9A49-87D4-D2097A242ADD}" dt="2022-12-11T11:48:05.069" v="473" actId="478"/>
          <ac:spMkLst>
            <pc:docMk/>
            <pc:sldMk cId="1240468597" sldId="319"/>
            <ac:spMk id="69637" creationId="{9FDC51D4-A694-AA41-A551-98398E9C1281}"/>
          </ac:spMkLst>
        </pc:spChg>
        <pc:cxnChg chg="add mod">
          <ac:chgData name="Zheng Fei" userId="d19317889db4c986" providerId="LiveId" clId="{B4971BDF-15F8-9A49-87D4-D2097A242ADD}" dt="2022-12-11T11:48:00.564" v="472"/>
          <ac:cxnSpMkLst>
            <pc:docMk/>
            <pc:sldMk cId="1240468597" sldId="319"/>
            <ac:cxnSpMk id="4" creationId="{7E2CC1F7-A7E7-1B08-869A-EB3B697FCCAE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1873751283" sldId="320"/>
        </pc:sldMkLst>
        <pc:spChg chg="add mod">
          <ac:chgData name="Zheng Fei" userId="d19317889db4c986" providerId="LiveId" clId="{B4971BDF-15F8-9A49-87D4-D2097A242ADD}" dt="2022-12-11T11:50:30.779" v="554" actId="2711"/>
          <ac:spMkLst>
            <pc:docMk/>
            <pc:sldMk cId="1873751283" sldId="320"/>
            <ac:spMk id="2" creationId="{E111E1FC-C259-B4E4-86FC-D12DE234932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19" creationId="{7D5698CB-0D81-4BB9-BAB8-1B6811DD5C7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0" creationId="{D4008885-A954-4170-B51E-579A23C8E04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1" creationId="{08A127FD-675A-480D-B0AD-259E2307CC9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4" creationId="{E343E90A-952B-4F29-82C6-D81FACB695C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5" creationId="{66929F53-BFBB-4F31-AEBF-0462DBEB283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9" creationId="{91EE83F6-0C53-4641-B49B-0A6916443A0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30" creationId="{24ABEB08-EEEE-40F1-9733-072BB2CECD04}"/>
          </ac:spMkLst>
        </pc:spChg>
        <pc:spChg chg="del mod">
          <ac:chgData name="Zheng Fei" userId="d19317889db4c986" providerId="LiveId" clId="{B4971BDF-15F8-9A49-87D4-D2097A242ADD}" dt="2022-12-11T11:50:01.730" v="544" actId="478"/>
          <ac:spMkLst>
            <pc:docMk/>
            <pc:sldMk cId="1873751283" sldId="320"/>
            <ac:spMk id="77826" creationId="{96ABA3A4-09B6-9040-8F1C-EC413F0819A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29" creationId="{BF701809-F7E7-F740-B7AB-C64C14CAAB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0" creationId="{63606BBF-0365-0A44-AFD8-C85DDF6E44D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1" creationId="{A2F9729C-F894-854B-9D49-D98A9788D2A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2" creationId="{8AD4171E-C2D6-8843-8615-7B73BF65E19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3" creationId="{DA9AC5AA-EBB1-6A44-9036-CEEE0C5D6F5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4" creationId="{52FAC712-775E-104D-9DF6-FC5B79505C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5" creationId="{67B8BA2F-2D85-D145-9805-BE88668D28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6" creationId="{7EAE7FC8-DF20-7A40-B00E-B831A8D362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7" creationId="{6E5CAEB0-7C6A-4941-8F19-999DFD2D07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8" creationId="{40EAE8F6-0426-2843-9B07-64A31AB1FA4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9" creationId="{41F9918D-198C-DE48-9615-35F2B15F6B6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40" creationId="{24E473C7-58A5-524F-94AA-CF2BD14AD5F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42" creationId="{642625CC-F8A7-674F-8B11-85DB5D37BD0C}"/>
          </ac:spMkLst>
        </pc:spChg>
        <pc:cxnChg chg="add mod">
          <ac:chgData name="Zheng Fei" userId="d19317889db4c986" providerId="LiveId" clId="{B4971BDF-15F8-9A49-87D4-D2097A242ADD}" dt="2022-12-11T11:50:05.622" v="550" actId="1035"/>
          <ac:cxnSpMkLst>
            <pc:docMk/>
            <pc:sldMk cId="1873751283" sldId="320"/>
            <ac:cxnSpMk id="3" creationId="{D4DB31CB-FC55-C161-C029-1A6096341AE9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2152373412" sldId="321"/>
        </pc:sldMkLst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" creationId="{70512923-C684-42B1-96A9-2B75E590C90F}"/>
          </ac:spMkLst>
        </pc:spChg>
        <pc:spChg chg="add del mod">
          <ac:chgData name="Zheng Fei" userId="d19317889db4c986" providerId="LiveId" clId="{B4971BDF-15F8-9A49-87D4-D2097A242ADD}" dt="2022-12-11T11:54:06.804" v="685" actId="478"/>
          <ac:spMkLst>
            <pc:docMk/>
            <pc:sldMk cId="2152373412" sldId="321"/>
            <ac:spMk id="3" creationId="{7173691B-C6C8-578A-FF65-2AF81182DB74}"/>
          </ac:spMkLst>
        </pc:spChg>
        <pc:spChg chg="add mod">
          <ac:chgData name="Zheng Fei" userId="d19317889db4c986" providerId="LiveId" clId="{B4971BDF-15F8-9A49-87D4-D2097A242ADD}" dt="2022-12-11T11:54:12.324" v="723" actId="20577"/>
          <ac:spMkLst>
            <pc:docMk/>
            <pc:sldMk cId="2152373412" sldId="321"/>
            <ac:spMk id="4" creationId="{6DF17680-DF27-8D8D-D491-596E4BC123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19" creationId="{67C6A4E8-C978-43D3-9C8D-71937334982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1" creationId="{E34144A7-C251-488E-88FF-0882ED4B71A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5" creationId="{D0CE9D8F-3F7F-46BE-87A3-844AC20C676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6" creationId="{D7C34D52-6C0A-44FC-8051-46EE834F92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7" creationId="{FF2D70BC-828C-4C8F-A2D1-A6CBF33B517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9" creationId="{FE0FF9F8-9211-4107-B097-59F40ED00C8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30" creationId="{8D4350C0-AA6B-4AC6-92E1-85BAC1C9D3C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31" creationId="{9C1A3B5A-9AD1-4AAE-AEE4-71655C7C1BE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33" creationId="{38C33361-3A0C-4F79-9BFD-53AC6EB16AF8}"/>
          </ac:spMkLst>
        </pc:spChg>
        <pc:spChg chg="del mod">
          <ac:chgData name="Zheng Fei" userId="d19317889db4c986" providerId="LiveId" clId="{B4971BDF-15F8-9A49-87D4-D2097A242ADD}" dt="2022-12-11T11:54:04.283" v="683" actId="478"/>
          <ac:spMkLst>
            <pc:docMk/>
            <pc:sldMk cId="2152373412" sldId="321"/>
            <ac:spMk id="77826" creationId="{96ABA3A4-09B6-9040-8F1C-EC413F0819A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27" creationId="{23EF1E68-B7EB-094F-9E79-60A46F6B7F2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29" creationId="{BF701809-F7E7-F740-B7AB-C64C14CAAB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0" creationId="{63606BBF-0365-0A44-AFD8-C85DDF6E44D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1" creationId="{A2F9729C-F894-854B-9D49-D98A9788D2A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2" creationId="{8AD4171E-C2D6-8843-8615-7B73BF65E19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3" creationId="{DA9AC5AA-EBB1-6A44-9036-CEEE0C5D6F5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4" creationId="{52FAC712-775E-104D-9DF6-FC5B79505C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5" creationId="{67B8BA2F-2D85-D145-9805-BE88668D28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6" creationId="{7EAE7FC8-DF20-7A40-B00E-B831A8D362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7" creationId="{6E5CAEB0-7C6A-4941-8F19-999DFD2D07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8" creationId="{40EAE8F6-0426-2843-9B07-64A31AB1FA44}"/>
          </ac:spMkLst>
        </pc:spChg>
        <pc:cxnChg chg="add mod">
          <ac:chgData name="Zheng Fei" userId="d19317889db4c986" providerId="LiveId" clId="{B4971BDF-15F8-9A49-87D4-D2097A242ADD}" dt="2022-12-11T11:54:04.838" v="684"/>
          <ac:cxnSpMkLst>
            <pc:docMk/>
            <pc:sldMk cId="2152373412" sldId="321"/>
            <ac:cxnSpMk id="5" creationId="{59599632-FDB3-A574-D3B0-BD89B09AD15E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2095660730" sldId="322"/>
        </pc:sldMkLst>
        <pc:spChg chg="add mod">
          <ac:chgData name="Zheng Fei" userId="d19317889db4c986" providerId="LiveId" clId="{B4971BDF-15F8-9A49-87D4-D2097A242ADD}" dt="2022-12-11T11:52:34.308" v="605"/>
          <ac:spMkLst>
            <pc:docMk/>
            <pc:sldMk cId="2095660730" sldId="322"/>
            <ac:spMk id="2" creationId="{2A11E46A-6D3A-FB9D-97E0-1939437AC40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6" creationId="{A05C3EC0-2FD6-4744-A125-DBD1C58B0B1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7" creationId="{A27ED0BC-78EF-4207-B2AB-B4E80FF5AAA5}"/>
          </ac:spMkLst>
        </pc:spChg>
        <pc:spChg chg="del mod">
          <ac:chgData name="Zheng Fei" userId="d19317889db4c986" providerId="LiveId" clId="{B4971BDF-15F8-9A49-87D4-D2097A242ADD}" dt="2022-12-11T11:52:33.893" v="604" actId="478"/>
          <ac:spMkLst>
            <pc:docMk/>
            <pc:sldMk cId="2095660730" sldId="322"/>
            <ac:spMk id="11" creationId="{DDAEBEC4-B62A-4A75-A983-72B4919D236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14" creationId="{53F29F06-7A1B-4A06-9EA0-4A32473E79D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15" creationId="{2488AA37-08C4-4E7E-9A88-9C31835A30D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16" creationId="{DAB9B0D1-4BE6-48F6-AF34-198486353063}"/>
          </ac:spMkLst>
        </pc:spChg>
        <pc:cxnChg chg="add mod">
          <ac:chgData name="Zheng Fei" userId="d19317889db4c986" providerId="LiveId" clId="{B4971BDF-15F8-9A49-87D4-D2097A242ADD}" dt="2022-12-11T11:52:34.308" v="605"/>
          <ac:cxnSpMkLst>
            <pc:docMk/>
            <pc:sldMk cId="2095660730" sldId="322"/>
            <ac:cxnSpMk id="3" creationId="{EFC77B1D-1A7D-EE09-3849-4B9267712F24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315795448" sldId="323"/>
        </pc:sldMkLst>
        <pc:spChg chg="add del mod">
          <ac:chgData name="Zheng Fei" userId="d19317889db4c986" providerId="LiveId" clId="{B4971BDF-15F8-9A49-87D4-D2097A242ADD}" dt="2022-12-11T11:53:25.160" v="667" actId="478"/>
          <ac:spMkLst>
            <pc:docMk/>
            <pc:sldMk cId="315795448" sldId="323"/>
            <ac:spMk id="2" creationId="{12D4A55A-56E2-B1AA-9C27-11359CA297B1}"/>
          </ac:spMkLst>
        </pc:spChg>
        <pc:spChg chg="add mod">
          <ac:chgData name="Zheng Fei" userId="d19317889db4c986" providerId="LiveId" clId="{B4971BDF-15F8-9A49-87D4-D2097A242ADD}" dt="2022-12-11T11:53:25.795" v="668"/>
          <ac:spMkLst>
            <pc:docMk/>
            <pc:sldMk cId="315795448" sldId="323"/>
            <ac:spMk id="3" creationId="{A2D08CFA-89F0-6AED-83B5-2DDFC936CB4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15795448" sldId="323"/>
            <ac:spMk id="6" creationId="{42053E98-FB80-4616-8104-37E9CE34324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15795448" sldId="323"/>
            <ac:spMk id="7" creationId="{6FFF7056-ED9C-41C7-95AE-6D992BF3D8B9}"/>
          </ac:spMkLst>
        </pc:spChg>
        <pc:spChg chg="del mod">
          <ac:chgData name="Zheng Fei" userId="d19317889db4c986" providerId="LiveId" clId="{B4971BDF-15F8-9A49-87D4-D2097A242ADD}" dt="2022-12-11T11:53:23.788" v="666" actId="478"/>
          <ac:spMkLst>
            <pc:docMk/>
            <pc:sldMk cId="315795448" sldId="323"/>
            <ac:spMk id="10" creationId="{B092432A-BBC7-4513-A1CD-A72F5747C2C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15795448" sldId="323"/>
            <ac:spMk id="11" creationId="{FEE859AE-D871-4B49-92EA-4F02A4DEFC18}"/>
          </ac:spMkLst>
        </pc:spChg>
        <pc:cxnChg chg="add mod">
          <ac:chgData name="Zheng Fei" userId="d19317889db4c986" providerId="LiveId" clId="{B4971BDF-15F8-9A49-87D4-D2097A242ADD}" dt="2022-12-11T11:53:25.795" v="668"/>
          <ac:cxnSpMkLst>
            <pc:docMk/>
            <pc:sldMk cId="315795448" sldId="323"/>
            <ac:cxnSpMk id="4" creationId="{D2D208AC-C27D-0261-A374-1F5D44557C1F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351"/>
        </pc:sldMkLst>
        <pc:spChg chg="del mod">
          <ac:chgData name="Zheng Fei" userId="d19317889db4c986" providerId="LiveId" clId="{B4971BDF-15F8-9A49-87D4-D2097A242ADD}" dt="2022-12-11T11:51:33.626" v="571" actId="478"/>
          <ac:spMkLst>
            <pc:docMk/>
            <pc:sldMk cId="0" sldId="351"/>
            <ac:spMk id="2" creationId="{DD509164-04A4-1740-80E9-029B94960701}"/>
          </ac:spMkLst>
        </pc:spChg>
        <pc:spChg chg="add mod">
          <ac:chgData name="Zheng Fei" userId="d19317889db4c986" providerId="LiveId" clId="{B4971BDF-15F8-9A49-87D4-D2097A242ADD}" dt="2022-12-11T11:51:34.086" v="572"/>
          <ac:spMkLst>
            <pc:docMk/>
            <pc:sldMk cId="0" sldId="351"/>
            <ac:spMk id="3" creationId="{1C759C46-2859-B849-A7D4-1A55ED7666C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18" creationId="{E7455CC3-B126-024E-B1F3-7EC7C575730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19" creationId="{4C094360-D178-D147-BC4D-75961E01CE4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34" creationId="{2382CC11-BE2B-E649-8C53-D71ADC7FD99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35" creationId="{EB84B86C-0E45-814D-B153-0581CC09BC8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36" creationId="{81EAC334-61D6-B345-95E1-3759BDFBF24F}"/>
          </ac:spMkLst>
        </pc:spChg>
        <pc:cxnChg chg="add mod">
          <ac:chgData name="Zheng Fei" userId="d19317889db4c986" providerId="LiveId" clId="{B4971BDF-15F8-9A49-87D4-D2097A242ADD}" dt="2022-12-11T11:51:34.086" v="572"/>
          <ac:cxnSpMkLst>
            <pc:docMk/>
            <pc:sldMk cId="0" sldId="351"/>
            <ac:cxnSpMk id="4" creationId="{9EF00D32-8A51-8C6A-F785-4376CCDAA760}"/>
          </ac:cxnSpMkLst>
        </pc:cxnChg>
      </pc:sldChg>
      <pc:sldChg chg="modSp del">
        <pc:chgData name="Zheng Fei" userId="d19317889db4c986" providerId="LiveId" clId="{B4971BDF-15F8-9A49-87D4-D2097A242ADD}" dt="2022-12-11T12:02:49.041" v="901" actId="2696"/>
        <pc:sldMkLst>
          <pc:docMk/>
          <pc:sldMk cId="0" sldId="352"/>
        </pc:sldMkLst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2"/>
            <ac:spMk id="215042" creationId="{B96A8027-1E69-9749-96CB-BD6B29BAB06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2"/>
            <ac:spMk id="215056" creationId="{EA6B34A7-C3EB-564F-9D75-BC44B9FB1225}"/>
          </ac:spMkLst>
        </pc:sp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0" sldId="353"/>
        </pc:sldMkLst>
        <pc:spChg chg="add mod">
          <ac:chgData name="Zheng Fei" userId="d19317889db4c986" providerId="LiveId" clId="{B4971BDF-15F8-9A49-87D4-D2097A242ADD}" dt="2022-12-11T11:51:51.783" v="595" actId="20577"/>
          <ac:spMkLst>
            <pc:docMk/>
            <pc:sldMk cId="0" sldId="353"/>
            <ac:spMk id="2" creationId="{0BD72D45-C000-4736-37EB-CF382A6817FB}"/>
          </ac:spMkLst>
        </pc:spChg>
        <pc:spChg chg="del mod">
          <ac:chgData name="Zheng Fei" userId="d19317889db4c986" providerId="LiveId" clId="{B4971BDF-15F8-9A49-87D4-D2097A242ADD}" dt="2022-12-11T11:51:54.414" v="596" actId="478"/>
          <ac:spMkLst>
            <pc:docMk/>
            <pc:sldMk cId="0" sldId="353"/>
            <ac:spMk id="216066" creationId="{FE775863-B8E5-164C-AEFD-9162472E9441}"/>
          </ac:spMkLst>
        </pc:spChg>
        <pc:cxnChg chg="add mod">
          <ac:chgData name="Zheng Fei" userId="d19317889db4c986" providerId="LiveId" clId="{B4971BDF-15F8-9A49-87D4-D2097A242ADD}" dt="2022-12-11T11:51:43.126" v="574"/>
          <ac:cxnSpMkLst>
            <pc:docMk/>
            <pc:sldMk cId="0" sldId="353"/>
            <ac:cxnSpMk id="3" creationId="{BF6BD508-CBE2-A4E0-B51D-A1BC94D6003D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2853231837" sldId="404"/>
        </pc:sldMkLst>
        <pc:spChg chg="add mod">
          <ac:chgData name="Zheng Fei" userId="d19317889db4c986" providerId="LiveId" clId="{B4971BDF-15F8-9A49-87D4-D2097A242ADD}" dt="2022-12-11T11:51:12.043" v="566" actId="12788"/>
          <ac:spMkLst>
            <pc:docMk/>
            <pc:sldMk cId="2853231837" sldId="404"/>
            <ac:spMk id="2" creationId="{465D3468-39D5-FD34-3F17-557BF76B350F}"/>
          </ac:spMkLst>
        </pc:spChg>
        <pc:spChg chg="del mod">
          <ac:chgData name="Zheng Fei" userId="d19317889db4c986" providerId="LiveId" clId="{B4971BDF-15F8-9A49-87D4-D2097A242ADD}" dt="2022-12-11T11:51:17.109" v="568"/>
          <ac:spMkLst>
            <pc:docMk/>
            <pc:sldMk cId="2853231837" sldId="404"/>
            <ac:spMk id="5" creationId="{394A87B1-3781-400A-BC23-63A34856F12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853231837" sldId="404"/>
            <ac:spMk id="10" creationId="{DCA98F7B-1E39-B941-B907-0122AC39EA9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853231837" sldId="404"/>
            <ac:spMk id="11" creationId="{4986BD3C-08E8-324D-B081-8E4807DDBE0E}"/>
          </ac:spMkLst>
        </pc:spChg>
        <pc:cxnChg chg="add mod">
          <ac:chgData name="Zheng Fei" userId="d19317889db4c986" providerId="LiveId" clId="{B4971BDF-15F8-9A49-87D4-D2097A242ADD}" dt="2022-12-11T11:50:58.977" v="562"/>
          <ac:cxnSpMkLst>
            <pc:docMk/>
            <pc:sldMk cId="2853231837" sldId="404"/>
            <ac:cxnSpMk id="3" creationId="{C6A7CFEB-3E67-F2F5-D1A8-E0499AF42CD1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1464690041" sldId="405"/>
        </pc:sldMkLst>
        <pc:spChg chg="add mod">
          <ac:chgData name="Zheng Fei" userId="d19317889db4c986" providerId="LiveId" clId="{B4971BDF-15F8-9A49-87D4-D2097A242ADD}" dt="2022-12-11T11:51:18.233" v="570"/>
          <ac:spMkLst>
            <pc:docMk/>
            <pc:sldMk cId="1464690041" sldId="405"/>
            <ac:spMk id="2" creationId="{22D4D34E-D318-6850-D2CF-5ED38DBD7ECB}"/>
          </ac:spMkLst>
        </pc:spChg>
        <pc:spChg chg="del mod">
          <ac:chgData name="Zheng Fei" userId="d19317889db4c986" providerId="LiveId" clId="{B4971BDF-15F8-9A49-87D4-D2097A242ADD}" dt="2022-12-11T11:51:17.805" v="569" actId="478"/>
          <ac:spMkLst>
            <pc:docMk/>
            <pc:sldMk cId="1464690041" sldId="405"/>
            <ac:spMk id="5" creationId="{98475EA9-602C-44C2-956F-5ADD1B23A1B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464690041" sldId="405"/>
            <ac:spMk id="212995" creationId="{5C008037-F0AF-E34A-83ED-B44B815F8FF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464690041" sldId="405"/>
            <ac:spMk id="212999" creationId="{BFDC80ED-A32A-C64D-A8CC-1B68AA367FC6}"/>
          </ac:spMkLst>
        </pc:spChg>
        <pc:cxnChg chg="add mod">
          <ac:chgData name="Zheng Fei" userId="d19317889db4c986" providerId="LiveId" clId="{B4971BDF-15F8-9A49-87D4-D2097A242ADD}" dt="2022-12-11T11:51:18.233" v="570"/>
          <ac:cxnSpMkLst>
            <pc:docMk/>
            <pc:sldMk cId="1464690041" sldId="405"/>
            <ac:cxnSpMk id="3" creationId="{8B2897F7-EA22-8F3F-BA6D-CAD3A7D4CE52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1370771721" sldId="406"/>
        </pc:sldMkLst>
        <pc:spChg chg="add mod">
          <ac:chgData name="Zheng Fei" userId="d19317889db4c986" providerId="LiveId" clId="{B4971BDF-15F8-9A49-87D4-D2097A242ADD}" dt="2022-12-11T11:52:25.988" v="601"/>
          <ac:spMkLst>
            <pc:docMk/>
            <pc:sldMk cId="1370771721" sldId="406"/>
            <ac:spMk id="2" creationId="{95518009-E83C-C33A-A0B7-147EA4A9DC5D}"/>
          </ac:spMkLst>
        </pc:spChg>
        <pc:spChg chg="del mod">
          <ac:chgData name="Zheng Fei" userId="d19317889db4c986" providerId="LiveId" clId="{B4971BDF-15F8-9A49-87D4-D2097A242ADD}" dt="2022-12-11T11:52:25.594" v="600" actId="478"/>
          <ac:spMkLst>
            <pc:docMk/>
            <pc:sldMk cId="1370771721" sldId="406"/>
            <ac:spMk id="79877" creationId="{3937CE9D-4407-3947-ADA3-B36C72F773F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370771721" sldId="406"/>
            <ac:spMk id="79879" creationId="{315A4930-9E54-DF4C-968C-BA0CACC2F14D}"/>
          </ac:spMkLst>
        </pc:spChg>
        <pc:cxnChg chg="add mod">
          <ac:chgData name="Zheng Fei" userId="d19317889db4c986" providerId="LiveId" clId="{B4971BDF-15F8-9A49-87D4-D2097A242ADD}" dt="2022-12-11T11:52:25.988" v="601"/>
          <ac:cxnSpMkLst>
            <pc:docMk/>
            <pc:sldMk cId="1370771721" sldId="406"/>
            <ac:cxnSpMk id="4" creationId="{2F3D504B-4DEB-EAAB-F545-527F3F86962D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771023811" sldId="407"/>
        </pc:sldMkLst>
        <pc:spChg chg="add mod">
          <ac:chgData name="Zheng Fei" userId="d19317889db4c986" providerId="LiveId" clId="{B4971BDF-15F8-9A49-87D4-D2097A242ADD}" dt="2022-12-11T11:52:30.759" v="603"/>
          <ac:spMkLst>
            <pc:docMk/>
            <pc:sldMk cId="771023811" sldId="407"/>
            <ac:spMk id="2" creationId="{D0A7138A-D35E-4B31-7D54-FFBDC65F540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771023811" sldId="407"/>
            <ac:spMk id="7" creationId="{B7DFEDD6-FBD4-4E4A-9F13-8C667FBB955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771023811" sldId="407"/>
            <ac:spMk id="8" creationId="{EFC62A39-3BDD-41AC-8204-EA2B42860D0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771023811" sldId="407"/>
            <ac:spMk id="11" creationId="{DD1278D0-7FA4-432C-AECD-17C8F8021505}"/>
          </ac:spMkLst>
        </pc:spChg>
        <pc:spChg chg="del mod">
          <ac:chgData name="Zheng Fei" userId="d19317889db4c986" providerId="LiveId" clId="{B4971BDF-15F8-9A49-87D4-D2097A242ADD}" dt="2022-12-11T11:52:30.300" v="602" actId="478"/>
          <ac:spMkLst>
            <pc:docMk/>
            <pc:sldMk cId="771023811" sldId="407"/>
            <ac:spMk id="79877" creationId="{3937CE9D-4407-3947-ADA3-B36C72F773F6}"/>
          </ac:spMkLst>
        </pc:spChg>
        <pc:cxnChg chg="add mod">
          <ac:chgData name="Zheng Fei" userId="d19317889db4c986" providerId="LiveId" clId="{B4971BDF-15F8-9A49-87D4-D2097A242ADD}" dt="2022-12-11T11:52:30.759" v="603"/>
          <ac:cxnSpMkLst>
            <pc:docMk/>
            <pc:sldMk cId="771023811" sldId="407"/>
            <ac:cxnSpMk id="5" creationId="{84359F44-F006-1A17-3538-21230EF6AB32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3028669943" sldId="408"/>
        </pc:sldMkLst>
        <pc:spChg chg="add mod">
          <ac:chgData name="Zheng Fei" userId="d19317889db4c986" providerId="LiveId" clId="{B4971BDF-15F8-9A49-87D4-D2097A242ADD}" dt="2022-12-11T11:52:45.901" v="611"/>
          <ac:spMkLst>
            <pc:docMk/>
            <pc:sldMk cId="3028669943" sldId="408"/>
            <ac:spMk id="2" creationId="{306B5A7C-0C36-63CB-CC58-265BFCF14795}"/>
          </ac:spMkLst>
        </pc:spChg>
        <pc:spChg chg="del mod">
          <ac:chgData name="Zheng Fei" userId="d19317889db4c986" providerId="LiveId" clId="{B4971BDF-15F8-9A49-87D4-D2097A242ADD}" dt="2022-12-11T11:52:45.476" v="610" actId="478"/>
          <ac:spMkLst>
            <pc:docMk/>
            <pc:sldMk cId="3028669943" sldId="408"/>
            <ac:spMk id="11" creationId="{361D7B49-6F39-4062-A0AE-52943557065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028669943" sldId="408"/>
            <ac:spMk id="81922" creationId="{14E0717B-6270-FB40-A783-B7657E66B28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028669943" sldId="408"/>
            <ac:spMk id="81924" creationId="{E5577144-0701-3949-9EC3-5C91E9F2E43C}"/>
          </ac:spMkLst>
        </pc:spChg>
        <pc:cxnChg chg="add mod">
          <ac:chgData name="Zheng Fei" userId="d19317889db4c986" providerId="LiveId" clId="{B4971BDF-15F8-9A49-87D4-D2097A242ADD}" dt="2022-12-11T11:52:45.901" v="611"/>
          <ac:cxnSpMkLst>
            <pc:docMk/>
            <pc:sldMk cId="3028669943" sldId="408"/>
            <ac:cxnSpMk id="3" creationId="{8C1E90F8-92DE-7460-7764-AADB57811C6C}"/>
          </ac:cxnSpMkLst>
        </pc:cxnChg>
      </pc:sldChg>
      <pc:sldChg chg="addSp delSp modSp del">
        <pc:chgData name="Zheng Fei" userId="d19317889db4c986" providerId="LiveId" clId="{B4971BDF-15F8-9A49-87D4-D2097A242ADD}" dt="2022-12-11T12:02:49.041" v="901" actId="2696"/>
        <pc:sldMkLst>
          <pc:docMk/>
          <pc:sldMk cId="1001287326" sldId="409"/>
        </pc:sldMkLst>
        <pc:spChg chg="add mod">
          <ac:chgData name="Zheng Fei" userId="d19317889db4c986" providerId="LiveId" clId="{B4971BDF-15F8-9A49-87D4-D2097A242ADD}" dt="2022-12-11T11:52:49.798" v="613"/>
          <ac:spMkLst>
            <pc:docMk/>
            <pc:sldMk cId="1001287326" sldId="409"/>
            <ac:spMk id="2" creationId="{2D4C6C0A-9323-5F55-04E5-D65CC0EE6E99}"/>
          </ac:spMkLst>
        </pc:spChg>
        <pc:spChg chg="del mod">
          <ac:chgData name="Zheng Fei" userId="d19317889db4c986" providerId="LiveId" clId="{B4971BDF-15F8-9A49-87D4-D2097A242ADD}" dt="2022-12-11T11:52:49.267" v="612" actId="478"/>
          <ac:spMkLst>
            <pc:docMk/>
            <pc:sldMk cId="1001287326" sldId="409"/>
            <ac:spMk id="11" creationId="{361D7B49-6F39-4062-A0AE-52943557065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001287326" sldId="409"/>
            <ac:spMk id="81922" creationId="{14E0717B-6270-FB40-A783-B7657E66B28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001287326" sldId="409"/>
            <ac:spMk id="81924" creationId="{E5577144-0701-3949-9EC3-5C91E9F2E43C}"/>
          </ac:spMkLst>
        </pc:spChg>
        <pc:cxnChg chg="add mod">
          <ac:chgData name="Zheng Fei" userId="d19317889db4c986" providerId="LiveId" clId="{B4971BDF-15F8-9A49-87D4-D2097A242ADD}" dt="2022-12-11T11:52:49.798" v="613"/>
          <ac:cxnSpMkLst>
            <pc:docMk/>
            <pc:sldMk cId="1001287326" sldId="409"/>
            <ac:cxnSpMk id="3" creationId="{7EE91A27-A5D4-8B4A-BA58-C518665488BD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1387937541" sldId="410"/>
        </pc:sldMkLst>
        <pc:spChg chg="add mod">
          <ac:chgData name="Zheng Fei" userId="d19317889db4c986" providerId="LiveId" clId="{B4971BDF-15F8-9A49-87D4-D2097A242ADD}" dt="2022-12-11T11:50:48.936" v="558"/>
          <ac:spMkLst>
            <pc:docMk/>
            <pc:sldMk cId="1387937541" sldId="410"/>
            <ac:spMk id="2" creationId="{39C13F22-F757-408E-9BFD-9334F914EB9E}"/>
          </ac:spMkLst>
        </pc:spChg>
        <pc:spChg chg="del mod">
          <ac:chgData name="Zheng Fei" userId="d19317889db4c986" providerId="LiveId" clId="{B4971BDF-15F8-9A49-87D4-D2097A242ADD}" dt="2022-12-11T11:50:48.533" v="557" actId="478"/>
          <ac:spMkLst>
            <pc:docMk/>
            <pc:sldMk cId="1387937541" sldId="410"/>
            <ac:spMk id="4" creationId="{92CDFA3E-4A01-4858-ACE7-8528E301F413}"/>
          </ac:spMkLst>
        </pc:spChg>
        <pc:cxnChg chg="add mod">
          <ac:chgData name="Zheng Fei" userId="d19317889db4c986" providerId="LiveId" clId="{B4971BDF-15F8-9A49-87D4-D2097A242ADD}" dt="2022-12-11T11:50:48.936" v="558"/>
          <ac:cxnSpMkLst>
            <pc:docMk/>
            <pc:sldMk cId="1387937541" sldId="410"/>
            <ac:cxnSpMk id="5" creationId="{9D73ED32-155C-3150-A7A0-BDDF8E34C7C8}"/>
          </ac:cxnSpMkLst>
        </pc:cxnChg>
      </pc:sldChg>
      <pc:sldChg chg="addSp delSp modSp del mod">
        <pc:chgData name="Zheng Fei" userId="d19317889db4c986" providerId="LiveId" clId="{B4971BDF-15F8-9A49-87D4-D2097A242ADD}" dt="2022-12-11T12:02:49.041" v="901" actId="2696"/>
        <pc:sldMkLst>
          <pc:docMk/>
          <pc:sldMk cId="2236120286" sldId="411"/>
        </pc:sldMkLst>
        <pc:spChg chg="add mod">
          <ac:chgData name="Zheng Fei" userId="d19317889db4c986" providerId="LiveId" clId="{B4971BDF-15F8-9A49-87D4-D2097A242ADD}" dt="2022-12-11T11:50:51.837" v="560"/>
          <ac:spMkLst>
            <pc:docMk/>
            <pc:sldMk cId="2236120286" sldId="411"/>
            <ac:spMk id="2" creationId="{CBD5461C-C9C2-9E7D-B5DC-C289980732F0}"/>
          </ac:spMkLst>
        </pc:spChg>
        <pc:spChg chg="del mod">
          <ac:chgData name="Zheng Fei" userId="d19317889db4c986" providerId="LiveId" clId="{B4971BDF-15F8-9A49-87D4-D2097A242ADD}" dt="2022-12-11T11:50:51.471" v="559" actId="478"/>
          <ac:spMkLst>
            <pc:docMk/>
            <pc:sldMk cId="2236120286" sldId="411"/>
            <ac:spMk id="4" creationId="{4D2F5B3D-615C-41EE-BC7C-2A7F1F4E977A}"/>
          </ac:spMkLst>
        </pc:spChg>
        <pc:cxnChg chg="add mod">
          <ac:chgData name="Zheng Fei" userId="d19317889db4c986" providerId="LiveId" clId="{B4971BDF-15F8-9A49-87D4-D2097A242ADD}" dt="2022-12-11T11:50:51.837" v="560"/>
          <ac:cxnSpMkLst>
            <pc:docMk/>
            <pc:sldMk cId="2236120286" sldId="411"/>
            <ac:cxnSpMk id="5" creationId="{64C8D2F8-0E7B-EF2E-2274-5E827F2D85A1}"/>
          </ac:cxnSpMkLst>
        </pc:cxnChg>
      </pc:sldChg>
      <pc:sldChg chg="modSp mod">
        <pc:chgData name="Zheng Fei" userId="d19317889db4c986" providerId="LiveId" clId="{B4971BDF-15F8-9A49-87D4-D2097A242ADD}" dt="2022-12-11T11:42:06.446" v="239" actId="114"/>
        <pc:sldMkLst>
          <pc:docMk/>
          <pc:sldMk cId="2421043722" sldId="433"/>
        </pc:sldMkLst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5" creationId="{3579D95A-C433-4C51-AAFA-ACF81EBF944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6" creationId="{0155B24D-2BA7-4290-BE8A-E74A1C43509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8" creationId="{DD9DDEC0-B072-4E9B-86A2-B69CC2F0FC8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2" creationId="{9E861447-3461-40D4-9EFE-CED50BA8E97E}"/>
          </ac:spMkLst>
        </pc:spChg>
        <pc:spChg chg="mod">
          <ac:chgData name="Zheng Fei" userId="d19317889db4c986" providerId="LiveId" clId="{B4971BDF-15F8-9A49-87D4-D2097A242ADD}" dt="2022-12-11T11:42:06.446" v="239" actId="114"/>
          <ac:spMkLst>
            <pc:docMk/>
            <pc:sldMk cId="2421043722" sldId="433"/>
            <ac:spMk id="13" creationId="{7730FCFE-DE50-42A4-A03B-1E484CD1369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4" creationId="{89E392B3-37C0-40F9-87D1-D23FD6057CE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8" creationId="{1D168055-0E33-48F4-A052-07B12EB590B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9" creationId="{8535C02F-987D-48D5-B7CA-A496EA5738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21" creationId="{70B06325-3A92-411D-B8FD-1FBF5C1BC64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26" creationId="{A4BCA90A-0F62-1A47-8519-D62963FE7434}"/>
          </ac:spMkLst>
        </pc:spChg>
        <pc:spChg chg="mod">
          <ac:chgData name="Zheng Fei" userId="d19317889db4c986" providerId="LiveId" clId="{B4971BDF-15F8-9A49-87D4-D2097A242ADD}" dt="2022-12-11T11:41:34.778" v="229" actId="20577"/>
          <ac:spMkLst>
            <pc:docMk/>
            <pc:sldMk cId="2421043722" sldId="433"/>
            <ac:spMk id="38" creationId="{7657883A-9A21-4031-8CBF-F3891157ADA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39" creationId="{CD21BE2D-F8FD-40A1-8793-33A7DA31068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0" creationId="{A206F477-AB39-4DEE-A39B-739B6754FA8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1" creationId="{5A94002B-E697-409D-BE4B-51C44145878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2" creationId="{B0443AB8-E531-4E23-8141-CBC8054B27F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6" creationId="{1E526CB6-E2D8-48AF-BF9E-22CD23001CC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7" creationId="{3A5C87F1-9CC1-4A6E-AC74-F62D14AA12F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9" creationId="{43F1AC32-F234-4F48-A5F2-BA372C94D59F}"/>
          </ac:spMkLst>
        </pc:spChg>
        <pc:spChg chg="mod">
          <ac:chgData name="Zheng Fei" userId="d19317889db4c986" providerId="LiveId" clId="{B4971BDF-15F8-9A49-87D4-D2097A242ADD}" dt="2022-12-11T11:41:51.698" v="233"/>
          <ac:spMkLst>
            <pc:docMk/>
            <pc:sldMk cId="2421043722" sldId="433"/>
            <ac:spMk id="51" creationId="{9DBAD489-3562-46E1-AC4A-89B600C91530}"/>
          </ac:spMkLst>
        </pc:spChg>
        <pc:grpChg chg="mod">
          <ac:chgData name="Zheng Fei" userId="d19317889db4c986" providerId="LiveId" clId="{B4971BDF-15F8-9A49-87D4-D2097A242ADD}" dt="2022-12-11T11:35:24.125" v="78"/>
          <ac:grpSpMkLst>
            <pc:docMk/>
            <pc:sldMk cId="2421043722" sldId="433"/>
            <ac:grpSpMk id="4" creationId="{5B9E1D88-4F8F-4B02-87A7-D129DE5232B5}"/>
          </ac:grpSpMkLst>
        </pc:grpChg>
        <pc:grpChg chg="mod">
          <ac:chgData name="Zheng Fei" userId="d19317889db4c986" providerId="LiveId" clId="{B4971BDF-15F8-9A49-87D4-D2097A242ADD}" dt="2022-12-11T11:35:24.125" v="78"/>
          <ac:grpSpMkLst>
            <pc:docMk/>
            <pc:sldMk cId="2421043722" sldId="433"/>
            <ac:grpSpMk id="48" creationId="{D7750915-CEBC-4215-902A-9B316BC537E8}"/>
          </ac:grpSpMkLst>
        </pc:grpChg>
        <pc:cxnChg chg="mod">
          <ac:chgData name="Zheng Fei" userId="d19317889db4c986" providerId="LiveId" clId="{B4971BDF-15F8-9A49-87D4-D2097A242ADD}" dt="2022-12-11T11:35:24.125" v="78"/>
          <ac:cxnSpMkLst>
            <pc:docMk/>
            <pc:sldMk cId="2421043722" sldId="433"/>
            <ac:cxnSpMk id="29" creationId="{51F7A8AE-FC9D-45D6-8D24-48264DEFFE98}"/>
          </ac:cxnSpMkLst>
        </pc:cxnChg>
        <pc:cxnChg chg="mod">
          <ac:chgData name="Zheng Fei" userId="d19317889db4c986" providerId="LiveId" clId="{B4971BDF-15F8-9A49-87D4-D2097A242ADD}" dt="2022-12-11T11:35:24.125" v="78"/>
          <ac:cxnSpMkLst>
            <pc:docMk/>
            <pc:sldMk cId="2421043722" sldId="433"/>
            <ac:cxnSpMk id="32" creationId="{03132839-F598-44DE-9EA3-B1FA577CE580}"/>
          </ac:cxnSpMkLst>
        </pc:cxnChg>
        <pc:cxnChg chg="mod">
          <ac:chgData name="Zheng Fei" userId="d19317889db4c986" providerId="LiveId" clId="{B4971BDF-15F8-9A49-87D4-D2097A242ADD}" dt="2022-12-11T11:35:24.125" v="78"/>
          <ac:cxnSpMkLst>
            <pc:docMk/>
            <pc:sldMk cId="2421043722" sldId="433"/>
            <ac:cxnSpMk id="35" creationId="{53A25B6A-6E0C-4B6E-AAB7-BA052C08773E}"/>
          </ac:cxnSpMkLst>
        </pc:cxnChg>
      </pc:sldChg>
      <pc:sldChg chg="modSp mod">
        <pc:chgData name="Zheng Fei" userId="d19317889db4c986" providerId="LiveId" clId="{B4971BDF-15F8-9A49-87D4-D2097A242ADD}" dt="2022-12-11T11:56:03.062" v="822" actId="113"/>
        <pc:sldMkLst>
          <pc:docMk/>
          <pc:sldMk cId="200916843" sldId="1784"/>
        </pc:sldMkLst>
        <pc:spChg chg="mod">
          <ac:chgData name="Zheng Fei" userId="d19317889db4c986" providerId="LiveId" clId="{B4971BDF-15F8-9A49-87D4-D2097A242ADD}" dt="2022-12-11T11:36:13.118" v="86" actId="113"/>
          <ac:spMkLst>
            <pc:docMk/>
            <pc:sldMk cId="200916843" sldId="1784"/>
            <ac:spMk id="2" creationId="{088399E9-B039-1521-3566-EED9C8A90839}"/>
          </ac:spMkLst>
        </pc:spChg>
        <pc:spChg chg="mod">
          <ac:chgData name="Zheng Fei" userId="d19317889db4c986" providerId="LiveId" clId="{B4971BDF-15F8-9A49-87D4-D2097A242ADD}" dt="2022-12-11T11:56:03.062" v="822" actId="113"/>
          <ac:spMkLst>
            <pc:docMk/>
            <pc:sldMk cId="200916843" sldId="1784"/>
            <ac:spMk id="4" creationId="{3563B0F5-5090-2DCF-6AD2-EDAF01C5824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0916843" sldId="1784"/>
            <ac:spMk id="5" creationId="{BEB3E553-E41D-6C97-974C-8831D9A5EDC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0916843" sldId="1784"/>
            <ac:spMk id="6" creationId="{E086D98F-A3C4-2856-9AF3-75EA9A670C8A}"/>
          </ac:spMkLst>
        </pc:spChg>
      </pc:sldChg>
      <pc:sldChg chg="addSp delSp modSp mod delAnim">
        <pc:chgData name="Zheng Fei" userId="d19317889db4c986" providerId="LiveId" clId="{B4971BDF-15F8-9A49-87D4-D2097A242ADD}" dt="2022-12-11T11:56:46.730" v="835" actId="207"/>
        <pc:sldMkLst>
          <pc:docMk/>
          <pc:sldMk cId="3043627081" sldId="1785"/>
        </pc:sldMkLst>
        <pc:spChg chg="mod">
          <ac:chgData name="Zheng Fei" userId="d19317889db4c986" providerId="LiveId" clId="{B4971BDF-15F8-9A49-87D4-D2097A242ADD}" dt="2022-12-11T11:36:15.594" v="87" actId="113"/>
          <ac:spMkLst>
            <pc:docMk/>
            <pc:sldMk cId="3043627081" sldId="1785"/>
            <ac:spMk id="2" creationId="{1285D3BE-3DE5-4CC4-E4B3-24F3B6DFA094}"/>
          </ac:spMkLst>
        </pc:spChg>
        <pc:spChg chg="add mod">
          <ac:chgData name="Zheng Fei" userId="d19317889db4c986" providerId="LiveId" clId="{B4971BDF-15F8-9A49-87D4-D2097A242ADD}" dt="2022-12-11T11:56:46.730" v="835" actId="207"/>
          <ac:spMkLst>
            <pc:docMk/>
            <pc:sldMk cId="3043627081" sldId="1785"/>
            <ac:spMk id="4" creationId="{DD376BA4-AD54-4D0C-B043-4B95459F8F24}"/>
          </ac:spMkLst>
        </pc:spChg>
        <pc:spChg chg="del mod">
          <ac:chgData name="Zheng Fei" userId="d19317889db4c986" providerId="LiveId" clId="{B4971BDF-15F8-9A49-87D4-D2097A242ADD}" dt="2022-12-11T11:55:53.753" v="821" actId="478"/>
          <ac:spMkLst>
            <pc:docMk/>
            <pc:sldMk cId="3043627081" sldId="1785"/>
            <ac:spMk id="6" creationId="{F8DA9B1E-27CF-3C45-08CB-A31F4826CACC}"/>
          </ac:spMkLst>
        </pc:spChg>
      </pc:sldChg>
      <pc:sldChg chg="delSp modSp mod">
        <pc:chgData name="Zheng Fei" userId="d19317889db4c986" providerId="LiveId" clId="{B4971BDF-15F8-9A49-87D4-D2097A242ADD}" dt="2022-12-11T12:03:28.149" v="921" actId="12788"/>
        <pc:sldMkLst>
          <pc:docMk/>
          <pc:sldMk cId="3062948143" sldId="1786"/>
        </pc:sldMkLst>
        <pc:spChg chg="mod">
          <ac:chgData name="Zheng Fei" userId="d19317889db4c986" providerId="LiveId" clId="{B4971BDF-15F8-9A49-87D4-D2097A242ADD}" dt="2022-12-11T12:03:28.149" v="921" actId="12788"/>
          <ac:spMkLst>
            <pc:docMk/>
            <pc:sldMk cId="3062948143" sldId="1786"/>
            <ac:spMk id="2" creationId="{0F0CC45D-5913-8880-A125-39FA2B5BDA23}"/>
          </ac:spMkLst>
        </pc:spChg>
        <pc:spChg chg="del mod">
          <ac:chgData name="Zheng Fei" userId="d19317889db4c986" providerId="LiveId" clId="{B4971BDF-15F8-9A49-87D4-D2097A242ADD}" dt="2022-12-11T11:54:16.839" v="724" actId="478"/>
          <ac:spMkLst>
            <pc:docMk/>
            <pc:sldMk cId="3062948143" sldId="1786"/>
            <ac:spMk id="3" creationId="{C627AF0B-58E6-F02E-9813-C62D28DC014A}"/>
          </ac:spMkLst>
        </pc:spChg>
      </pc:sldChg>
      <pc:sldChg chg="addSp modSp new mod">
        <pc:chgData name="Zheng Fei" userId="d19317889db4c986" providerId="LiveId" clId="{B4971BDF-15F8-9A49-87D4-D2097A242ADD}" dt="2022-12-11T11:55:48.243" v="820" actId="2710"/>
        <pc:sldMkLst>
          <pc:docMk/>
          <pc:sldMk cId="2645576949" sldId="1787"/>
        </pc:sldMkLst>
        <pc:spChg chg="add mod">
          <ac:chgData name="Zheng Fei" userId="d19317889db4c986" providerId="LiveId" clId="{B4971BDF-15F8-9A49-87D4-D2097A242ADD}" dt="2022-12-11T11:36:08.259" v="85" actId="113"/>
          <ac:spMkLst>
            <pc:docMk/>
            <pc:sldMk cId="2645576949" sldId="1787"/>
            <ac:spMk id="2" creationId="{2C8566AC-629F-EF49-691B-88607C8513D7}"/>
          </ac:spMkLst>
        </pc:spChg>
        <pc:spChg chg="add mod">
          <ac:chgData name="Zheng Fei" userId="d19317889db4c986" providerId="LiveId" clId="{B4971BDF-15F8-9A49-87D4-D2097A242ADD}" dt="2022-12-11T11:55:48.243" v="820" actId="2710"/>
          <ac:spMkLst>
            <pc:docMk/>
            <pc:sldMk cId="2645576949" sldId="1787"/>
            <ac:spMk id="4" creationId="{8D5A2427-8951-B6CC-AF78-1D4BF1C507E5}"/>
          </ac:spMkLst>
        </pc:spChg>
        <pc:cxnChg chg="add mod">
          <ac:chgData name="Zheng Fei" userId="d19317889db4c986" providerId="LiveId" clId="{B4971BDF-15F8-9A49-87D4-D2097A242ADD}" dt="2022-12-11T11:34:00.979" v="20"/>
          <ac:cxnSpMkLst>
            <pc:docMk/>
            <pc:sldMk cId="2645576949" sldId="1787"/>
            <ac:cxnSpMk id="3" creationId="{3D04D075-56A9-E7A6-4C73-A7DB810B2753}"/>
          </ac:cxnSpMkLst>
        </pc:cxnChg>
      </pc:sldChg>
      <pc:sldChg chg="addSp delSp modSp new mod setBg">
        <pc:chgData name="Zheng Fei" userId="d19317889db4c986" providerId="LiveId" clId="{B4971BDF-15F8-9A49-87D4-D2097A242ADD}" dt="2022-12-12T02:46:54.524" v="947" actId="14100"/>
        <pc:sldMkLst>
          <pc:docMk/>
          <pc:sldMk cId="2813375512" sldId="1788"/>
        </pc:sldMkLst>
        <pc:spChg chg="del">
          <ac:chgData name="Zheng Fei" userId="d19317889db4c986" providerId="LiveId" clId="{B4971BDF-15F8-9A49-87D4-D2097A242ADD}" dt="2022-12-12T02:42:42.534" v="923" actId="478"/>
          <ac:spMkLst>
            <pc:docMk/>
            <pc:sldMk cId="2813375512" sldId="1788"/>
            <ac:spMk id="2" creationId="{2C26CA6E-498C-0D73-7422-4260F34B49C8}"/>
          </ac:spMkLst>
        </pc:spChg>
        <pc:spChg chg="add del mod">
          <ac:chgData name="Zheng Fei" userId="d19317889db4c986" providerId="LiveId" clId="{B4971BDF-15F8-9A49-87D4-D2097A242ADD}" dt="2022-12-12T02:46:49.715" v="946" actId="26606"/>
          <ac:spMkLst>
            <pc:docMk/>
            <pc:sldMk cId="2813375512" sldId="1788"/>
            <ac:spMk id="3" creationId="{7DC7D46B-ECB4-C3EE-1DDB-4C0B94B375D9}"/>
          </ac:spMkLst>
        </pc:spChg>
        <pc:spChg chg="add del">
          <ac:chgData name="Zheng Fei" userId="d19317889db4c986" providerId="LiveId" clId="{B4971BDF-15F8-9A49-87D4-D2097A242ADD}" dt="2022-12-12T02:46:43.458" v="941" actId="26606"/>
          <ac:spMkLst>
            <pc:docMk/>
            <pc:sldMk cId="2813375512" sldId="1788"/>
            <ac:spMk id="8" creationId="{C54A3646-77FE-4862-96CE-45260829B18F}"/>
          </ac:spMkLst>
        </pc:spChg>
        <pc:spChg chg="add del">
          <ac:chgData name="Zheng Fei" userId="d19317889db4c986" providerId="LiveId" clId="{B4971BDF-15F8-9A49-87D4-D2097A242ADD}" dt="2022-12-12T02:46:43.458" v="941" actId="26606"/>
          <ac:spMkLst>
            <pc:docMk/>
            <pc:sldMk cId="2813375512" sldId="1788"/>
            <ac:spMk id="9" creationId="{7DC7D46B-ECB4-C3EE-1DDB-4C0B94B375D9}"/>
          </ac:spMkLst>
        </pc:spChg>
        <pc:spChg chg="add del">
          <ac:chgData name="Zheng Fei" userId="d19317889db4c986" providerId="LiveId" clId="{B4971BDF-15F8-9A49-87D4-D2097A242ADD}" dt="2022-12-12T02:46:43.458" v="941" actId="26606"/>
          <ac:spMkLst>
            <pc:docMk/>
            <pc:sldMk cId="2813375512" sldId="1788"/>
            <ac:spMk id="33" creationId="{700D0C16-8549-4373-8B7C-3555082CEA0B}"/>
          </ac:spMkLst>
        </pc:spChg>
        <pc:spChg chg="add del">
          <ac:chgData name="Zheng Fei" userId="d19317889db4c986" providerId="LiveId" clId="{B4971BDF-15F8-9A49-87D4-D2097A242ADD}" dt="2022-12-12T02:46:43.458" v="941" actId="26606"/>
          <ac:spMkLst>
            <pc:docMk/>
            <pc:sldMk cId="2813375512" sldId="1788"/>
            <ac:spMk id="35" creationId="{C7341777-0F86-4E1E-A07F-2076F00D04EC}"/>
          </ac:spMkLst>
        </pc:spChg>
        <pc:spChg chg="add del">
          <ac:chgData name="Zheng Fei" userId="d19317889db4c986" providerId="LiveId" clId="{B4971BDF-15F8-9A49-87D4-D2097A242ADD}" dt="2022-12-12T02:46:44.771" v="943" actId="26606"/>
          <ac:spMkLst>
            <pc:docMk/>
            <pc:sldMk cId="2813375512" sldId="1788"/>
            <ac:spMk id="37" creationId="{4BC99CB9-DDAD-44A2-8A1C-E3AF4E72DF5C}"/>
          </ac:spMkLst>
        </pc:spChg>
        <pc:spChg chg="add del">
          <ac:chgData name="Zheng Fei" userId="d19317889db4c986" providerId="LiveId" clId="{B4971BDF-15F8-9A49-87D4-D2097A242ADD}" dt="2022-12-12T02:46:44.771" v="943" actId="26606"/>
          <ac:spMkLst>
            <pc:docMk/>
            <pc:sldMk cId="2813375512" sldId="1788"/>
            <ac:spMk id="38" creationId="{1561AEE4-4E38-4BAC-976D-E0DE523FC5D1}"/>
          </ac:spMkLst>
        </pc:spChg>
        <pc:spChg chg="add del">
          <ac:chgData name="Zheng Fei" userId="d19317889db4c986" providerId="LiveId" clId="{B4971BDF-15F8-9A49-87D4-D2097A242ADD}" dt="2022-12-12T02:46:44.771" v="943" actId="26606"/>
          <ac:spMkLst>
            <pc:docMk/>
            <pc:sldMk cId="2813375512" sldId="1788"/>
            <ac:spMk id="39" creationId="{7DC7D46B-ECB4-C3EE-1DDB-4C0B94B375D9}"/>
          </ac:spMkLst>
        </pc:spChg>
        <pc:spChg chg="add del">
          <ac:chgData name="Zheng Fei" userId="d19317889db4c986" providerId="LiveId" clId="{B4971BDF-15F8-9A49-87D4-D2097A242ADD}" dt="2022-12-12T02:46:49.708" v="945" actId="26606"/>
          <ac:spMkLst>
            <pc:docMk/>
            <pc:sldMk cId="2813375512" sldId="1788"/>
            <ac:spMk id="41" creationId="{F98ED85F-DCEE-4B50-802E-71A6E3E12B04}"/>
          </ac:spMkLst>
        </pc:spChg>
        <pc:spChg chg="add del">
          <ac:chgData name="Zheng Fei" userId="d19317889db4c986" providerId="LiveId" clId="{B4971BDF-15F8-9A49-87D4-D2097A242ADD}" dt="2022-12-12T02:46:49.708" v="945" actId="26606"/>
          <ac:spMkLst>
            <pc:docMk/>
            <pc:sldMk cId="2813375512" sldId="1788"/>
            <ac:spMk id="43" creationId="{7DC7D46B-ECB4-C3EE-1DDB-4C0B94B375D9}"/>
          </ac:spMkLst>
        </pc:spChg>
        <pc:spChg chg="add">
          <ac:chgData name="Zheng Fei" userId="d19317889db4c986" providerId="LiveId" clId="{B4971BDF-15F8-9A49-87D4-D2097A242ADD}" dt="2022-12-12T02:46:49.715" v="946" actId="26606"/>
          <ac:spMkLst>
            <pc:docMk/>
            <pc:sldMk cId="2813375512" sldId="1788"/>
            <ac:spMk id="45" creationId="{C54A3646-77FE-4862-96CE-45260829B18F}"/>
          </ac:spMkLst>
        </pc:spChg>
        <pc:spChg chg="add">
          <ac:chgData name="Zheng Fei" userId="d19317889db4c986" providerId="LiveId" clId="{B4971BDF-15F8-9A49-87D4-D2097A242ADD}" dt="2022-12-12T02:46:49.715" v="946" actId="26606"/>
          <ac:spMkLst>
            <pc:docMk/>
            <pc:sldMk cId="2813375512" sldId="1788"/>
            <ac:spMk id="48" creationId="{700D0C16-8549-4373-8B7C-3555082CEA0B}"/>
          </ac:spMkLst>
        </pc:spChg>
        <pc:spChg chg="add">
          <ac:chgData name="Zheng Fei" userId="d19317889db4c986" providerId="LiveId" clId="{B4971BDF-15F8-9A49-87D4-D2097A242ADD}" dt="2022-12-12T02:46:49.715" v="946" actId="26606"/>
          <ac:spMkLst>
            <pc:docMk/>
            <pc:sldMk cId="2813375512" sldId="1788"/>
            <ac:spMk id="49" creationId="{C7341777-0F86-4E1E-A07F-2076F00D04EC}"/>
          </ac:spMkLst>
        </pc:spChg>
        <pc:spChg chg="add mod">
          <ac:chgData name="Zheng Fei" userId="d19317889db4c986" providerId="LiveId" clId="{B4971BDF-15F8-9A49-87D4-D2097A242ADD}" dt="2022-12-12T02:46:54.524" v="947" actId="14100"/>
          <ac:spMkLst>
            <pc:docMk/>
            <pc:sldMk cId="2813375512" sldId="1788"/>
            <ac:spMk id="50" creationId="{7DC7D46B-ECB4-C3EE-1DDB-4C0B94B375D9}"/>
          </ac:spMkLst>
        </pc:spChg>
        <pc:grpChg chg="add del">
          <ac:chgData name="Zheng Fei" userId="d19317889db4c986" providerId="LiveId" clId="{B4971BDF-15F8-9A49-87D4-D2097A242ADD}" dt="2022-12-12T02:46:43.458" v="941" actId="26606"/>
          <ac:grpSpMkLst>
            <pc:docMk/>
            <pc:sldMk cId="2813375512" sldId="1788"/>
            <ac:grpSpMk id="10" creationId="{3F6FA249-9C10-48B9-9F72-1F333D8A9486}"/>
          </ac:grpSpMkLst>
        </pc:grpChg>
        <pc:grpChg chg="add del">
          <ac:chgData name="Zheng Fei" userId="d19317889db4c986" providerId="LiveId" clId="{B4971BDF-15F8-9A49-87D4-D2097A242ADD}" dt="2022-12-12T02:46:44.771" v="943" actId="26606"/>
          <ac:grpSpMkLst>
            <pc:docMk/>
            <pc:sldMk cId="2813375512" sldId="1788"/>
            <ac:grpSpMk id="12" creationId="{F0BC676B-D19A-44DB-910A-0C0E6D433979}"/>
          </ac:grpSpMkLst>
        </pc:grpChg>
        <pc:grpChg chg="add">
          <ac:chgData name="Zheng Fei" userId="d19317889db4c986" providerId="LiveId" clId="{B4971BDF-15F8-9A49-87D4-D2097A242ADD}" dt="2022-12-12T02:46:49.715" v="946" actId="26606"/>
          <ac:grpSpMkLst>
            <pc:docMk/>
            <pc:sldMk cId="2813375512" sldId="1788"/>
            <ac:grpSpMk id="46" creationId="{3F6FA249-9C10-48B9-9F72-1F333D8A9486}"/>
          </ac:grpSpMkLst>
        </pc:grpChg>
        <pc:graphicFrameChg chg="add del">
          <ac:chgData name="Zheng Fei" userId="d19317889db4c986" providerId="LiveId" clId="{B4971BDF-15F8-9A49-87D4-D2097A242ADD}" dt="2022-12-12T02:46:29.600" v="939" actId="26606"/>
          <ac:graphicFrameMkLst>
            <pc:docMk/>
            <pc:sldMk cId="2813375512" sldId="1788"/>
            <ac:graphicFrameMk id="5" creationId="{303D1920-843C-3F1F-3878-606897CE6E59}"/>
          </ac:graphicFrameMkLst>
        </pc:graphicFrameChg>
        <pc:picChg chg="add del">
          <ac:chgData name="Zheng Fei" userId="d19317889db4c986" providerId="LiveId" clId="{B4971BDF-15F8-9A49-87D4-D2097A242ADD}" dt="2022-12-12T02:46:29.600" v="939" actId="26606"/>
          <ac:picMkLst>
            <pc:docMk/>
            <pc:sldMk cId="2813375512" sldId="1788"/>
            <ac:picMk id="6" creationId="{D2C1BCDE-FF70-9FCF-A696-8CD6B1030317}"/>
          </ac:picMkLst>
        </pc:picChg>
        <pc:cxnChg chg="add del">
          <ac:chgData name="Zheng Fei" userId="d19317889db4c986" providerId="LiveId" clId="{B4971BDF-15F8-9A49-87D4-D2097A242ADD}" dt="2022-12-12T02:46:49.708" v="945" actId="26606"/>
          <ac:cxnSpMkLst>
            <pc:docMk/>
            <pc:sldMk cId="2813375512" sldId="1788"/>
            <ac:cxnSpMk id="42" creationId="{E8E35B83-1EC3-4F87-9D54-D863463351B9}"/>
          </ac:cxnSpMkLst>
        </pc:cxnChg>
      </pc:sldChg>
      <pc:sldChg chg="addSp delSp modSp new mod setBg">
        <pc:chgData name="Zheng Fei" userId="d19317889db4c986" providerId="LiveId" clId="{B4971BDF-15F8-9A49-87D4-D2097A242ADD}" dt="2022-12-12T02:47:26.947" v="950" actId="1036"/>
        <pc:sldMkLst>
          <pc:docMk/>
          <pc:sldMk cId="1889146778" sldId="1789"/>
        </pc:sldMkLst>
        <pc:spChg chg="del">
          <ac:chgData name="Zheng Fei" userId="d19317889db4c986" providerId="LiveId" clId="{B4971BDF-15F8-9A49-87D4-D2097A242ADD}" dt="2022-12-12T02:44:49.322" v="934" actId="478"/>
          <ac:spMkLst>
            <pc:docMk/>
            <pc:sldMk cId="1889146778" sldId="1789"/>
            <ac:spMk id="2" creationId="{B7A95044-DF68-E01A-27F5-49501CFBF615}"/>
          </ac:spMkLst>
        </pc:spChg>
        <pc:spChg chg="del">
          <ac:chgData name="Zheng Fei" userId="d19317889db4c986" providerId="LiveId" clId="{B4971BDF-15F8-9A49-87D4-D2097A242ADD}" dt="2022-12-12T02:44:50.419" v="935" actId="478"/>
          <ac:spMkLst>
            <pc:docMk/>
            <pc:sldMk cId="1889146778" sldId="1789"/>
            <ac:spMk id="3" creationId="{B0BCA068-B89B-D93D-60C6-287D33EF1A24}"/>
          </ac:spMkLst>
        </pc:spChg>
        <pc:picChg chg="add mod">
          <ac:chgData name="Zheng Fei" userId="d19317889db4c986" providerId="LiveId" clId="{B4971BDF-15F8-9A49-87D4-D2097A242ADD}" dt="2022-12-12T02:47:26.947" v="950" actId="1036"/>
          <ac:picMkLst>
            <pc:docMk/>
            <pc:sldMk cId="1889146778" sldId="1789"/>
            <ac:picMk id="1026" creationId="{084B1E22-0439-987E-3FE1-0AB0D9221C93}"/>
          </ac:picMkLst>
        </pc:picChg>
      </pc:sldChg>
      <pc:sldMasterChg chg="modSp modSldLayout">
        <pc:chgData name="Zheng Fei" userId="d19317889db4c986" providerId="LiveId" clId="{B4971BDF-15F8-9A49-87D4-D2097A242ADD}" dt="2022-12-11T11:35:26.224" v="80"/>
        <pc:sldMasterMkLst>
          <pc:docMk/>
          <pc:sldMasterMk cId="0" sldId="2147483649"/>
        </pc:sldMasterMkLst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4" creationId="{BB0F1688-167F-924C-9482-69B30233158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5" creationId="{8866E684-2016-5A43-BF38-8A4DF0A2BA0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6" creationId="{AB1D9E2F-FF62-6040-97C0-0A079D1A913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7" creationId="{5D82BDA2-FCB4-254E-B5F5-6B7F427247E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8" creationId="{99F57888-0740-9444-9F17-626F47CE1AE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9" creationId="{17FAFF1B-DDE0-064B-91B8-A89F7A78B6B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400" creationId="{290706E6-E829-0849-9AB9-4C4D881A3AFA}"/>
          </ac:spMkLst>
        </pc:sp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0" sldId="2147483650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18" creationId="{DF93BFB6-DA9C-934A-A480-AC8B5DABCD5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19" creationId="{1CAC235E-36F8-AE40-89B1-696EA1A0693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0" creationId="{45CC2887-5D9C-024A-A6BD-776BED1287F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1" creationId="{2AC1FF05-84E3-C440-9317-EF60B250FF35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2" creationId="{01B062FF-8064-6640-9447-DCDFF822498C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3" creationId="{86CF64AF-C4A1-A242-836F-CF42FBD55365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174076595" sldId="2147483651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2" creationId="{BF5D96F1-80D6-4847-94AA-EEDCED0C7C4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3" creationId="{C0A44B99-9522-0345-852B-6697D9AFAE4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4" creationId="{D6B0682A-629F-074F-B7F1-DB8405283167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5" creationId="{28CE3242-8AB6-404D-83B3-69ED0F3AB6A3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6" creationId="{CEC90464-F306-ED4C-8BC3-1FA0F273B5F0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738715195" sldId="2147483652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2" creationId="{8CA79E7C-BE7A-D247-B804-04E0961EB77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3" creationId="{FACFFFFF-FE6B-F241-81EC-4B71FA7A89D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4" creationId="{9D91DEE1-9ADB-044B-9FB7-869DB3273F5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5" creationId="{F7F8BB33-E868-DB4F-86A8-CF4C7B4D14A8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6" creationId="{4A61E851-D418-174F-A2C4-5F981978B8D8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1009855539" sldId="2147483653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2" creationId="{D8EF5341-C088-3C46-AA57-0E684920850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3" creationId="{C0235EAB-6D88-F742-923A-5DF5E5A966C2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4" creationId="{D7086743-9C81-044F-9508-861022975DA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5" creationId="{96944533-F89C-CC43-8B72-A805A9E2948C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6" creationId="{41F2E13A-AAFA-8F48-A881-ACAE2D6AADC6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7" creationId="{BCB1B8DA-6A00-7947-AA41-127858F7992F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4269811545" sldId="2147483654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2" creationId="{C8876BF1-E588-CC42-8C27-77F2D7F35AB2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3" creationId="{2293337C-F8BA-CF40-B9BF-7128FCD0E8C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4" creationId="{04A38AA2-7729-9F48-A909-9817F624BF6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5" creationId="{1877CFD3-D797-7440-BD5D-81C56A1530C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6" creationId="{A18736CF-5A43-144D-9E08-38495F64FD2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7" creationId="{B04C7A34-8BE0-7C44-9335-4D903CE7505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8" creationId="{8C5D8BE1-53EF-994D-9A11-7E038DAEE80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9" creationId="{0C00B799-37BF-834B-B323-424D98F1C273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315202268" sldId="2147483655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2" creationId="{ED97484C-93B8-2948-80B7-940679200EB7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3" creationId="{A7FB7FB2-DD4D-BC41-B0D6-8A1B6662096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4" creationId="{E645BCCB-7512-B448-AF75-5E4FB142131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5" creationId="{45B8C73F-DEBF-D64A-AE05-649398014DB3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3588197364" sldId="2147483656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588197364" sldId="2147483656"/>
              <ac:spMk id="2" creationId="{542E4FCC-46BE-9A42-BCEC-6818C57D3A93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588197364" sldId="2147483656"/>
              <ac:spMk id="3" creationId="{9BC199EB-0B3F-D049-BB39-8700D6E9803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588197364" sldId="2147483656"/>
              <ac:spMk id="4" creationId="{6BDFB6E0-BC20-A343-9C37-A4E672B710B0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757050292" sldId="2147483657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2" creationId="{D46BD75F-B503-8C4F-9762-7E75D66B755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3" creationId="{9AE112EE-AF40-334A-8102-F5A8C8DEA276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4" creationId="{197A679D-6114-9C43-B78B-A27C34CDEC2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5" creationId="{AFFB9F34-622F-9240-8FFD-6A1D21BAABB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6" creationId="{0A0FEFE8-53B9-1C46-944C-CA937C4D771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7" creationId="{9C6FEB83-3278-F741-BBD8-44BA83CD6969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034906028" sldId="2147483658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2" creationId="{588DD327-895D-8A4D-ADBB-586719D601E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3" creationId="{F783A34D-FA1A-884E-8202-7B89FC6A160C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4" creationId="{F2BF215E-8ED5-B644-8F67-6EF42FB8BE8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5" creationId="{5A68F68B-44AC-6E45-8518-9ED30FD978D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6" creationId="{12B5EF63-5051-0D44-A001-8220BA0409B8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7" creationId="{B4A614F2-C5B1-614F-9F9F-090159F6126E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128915947" sldId="2147483659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2" creationId="{42770E7E-4CF5-5948-9149-0DBC9CBE9604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3" creationId="{735C2128-C969-8B44-845F-41A10E08F704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4" creationId="{11119072-D4B8-F047-B8CC-7C9D69F52B0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5" creationId="{3E9277DB-93ED-214E-89A9-ECFA7D18680F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6" creationId="{CA58E262-4C7C-8643-B706-3F6658296CA4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3033633000" sldId="2147483660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2" creationId="{FCC97C7E-099F-3B4F-9206-27D9408C92E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3" creationId="{60E13F09-BA3C-8E4A-8041-841E448444B3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4" creationId="{7B914902-9E13-0448-8B8F-322D9C5FEFF5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5" creationId="{5C42B77C-F634-A540-909F-17E67E2A79A6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6" creationId="{88E12A5D-1C03-EE48-A9F4-2C3FB558BF0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9F487C9-4072-F249-A3E0-221700824B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20F9869-2C16-C04F-B347-A54965B843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BC66504-BED5-3A4A-A066-D8B193B4DFA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438427DA-D260-AE4C-BA19-33E7C9E79D6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9B22126-B0BB-1944-8669-DF0581CC5A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DF081A7-DC7B-3A40-AF33-9627D27AE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KaiTi" panose="02010609060101010101" pitchFamily="49" charset="-122"/>
              </a:defRPr>
            </a:lvl1pPr>
          </a:lstStyle>
          <a:p>
            <a:fld id="{28A7E449-4D70-F54A-8681-0FBF0E2B77D8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http://www.proedu.com.cn:8800/web/shareVideo/index.action?id=1014943&amp;ajax=1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https://www.bilibili.com/video/BV1D24y1V7Xf/?vd_source=ba6268c6d8444ec51c9ebdc80f64dc1a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E449-4D70-F54A-8681-0FBF0E2B77D8}" type="slidenum">
              <a:rPr lang="en-US" altLang="zh-CN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201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F93BFB6-DA9C-934A-A480-AC8B5DABCD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CAC235E-36F8-AE40-89B1-696EA1A069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5CC2887-5D9C-024A-A6BD-776BED1287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2AC1FF05-84E3-C440-9317-EF60B250FF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1B062FF-8064-6640-9447-DCDFF82249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AE416307-B0C7-704D-828F-F140F7EA92E3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0423" name="AutoShape 7">
            <a:extLst>
              <a:ext uri="{FF2B5EF4-FFF2-40B4-BE49-F238E27FC236}">
                <a16:creationId xmlns:a16="http://schemas.microsoft.com/office/drawing/2014/main" id="{86CF64AF-C4A1-A242-836F-CF42FBD5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 dirty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96F1-80D6-4847-94AA-EEDCED0C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44B99-9522-0345-852B-6697D9AFA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0682A-629F-074F-B7F1-DB840528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3242-8AB6-404D-83B3-69ED0F3A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90464-F306-ED4C-8BC3-1FA0F273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753052AC-1ECA-3F44-8BEA-327C151A755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0765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79E7C-BE7A-D247-B804-04E0961E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FFFFF-FE6B-F241-81EC-4B71FA7A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1DEE1-9ADB-044B-9FB7-869DB327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8BB33-E868-DB4F-86A8-CF4C7B4D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1E851-D418-174F-A2C4-5F98197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FF71C079-2A17-714E-B052-851B1FA7F42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871519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F5341-C088-3C46-AA57-0E684920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35EAB-6D88-F742-923A-5DF5E5A9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86743-9C81-044F-9508-861022975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944533-F89C-CC43-8B72-A805A9E2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2E13A-AAFA-8F48-A881-ACAE2D6A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1B8DA-6A00-7947-AA41-127858F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FAE3A0B0-D9C6-834D-B16F-2F7A5BF4424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985553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76BF1-E588-CC42-8C27-77F2D7F3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3337C-F8BA-CF40-B9BF-7128FCD0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A38AA2-7729-9F48-A909-9817F624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7CFD3-D797-7440-BD5D-81C56A153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8736CF-5A43-144D-9E08-38495F64F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4C7A34-8BE0-7C44-9335-4D903CE7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5D8BE1-53EF-994D-9A11-7E038DAE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00B799-37BF-834B-B323-424D98F1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C488F807-967B-234F-B296-9AA5385DEDDE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981154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7484C-93B8-2948-80B7-94067920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FB7FB2-DD4D-BC41-B0D6-8A1B6662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5BCCB-7512-B448-AF75-5E4FB142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B8C73F-DEBF-D64A-AE05-64939801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503FABA-6498-104F-9FC5-2F856DE4EDCF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520226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E4FCC-46BE-9A42-BCEC-6818C57D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199EB-0B3F-D049-BB39-8700D6E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FB6E0-BC20-A343-9C37-A4E672B7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79CA3B3E-0E6D-2A40-969C-EFDB524F163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819736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BD75F-B503-8C4F-9762-7E75D66B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112EE-AF40-334A-8102-F5A8C8DE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  <a:lvl2pPr>
              <a:defRPr sz="2800" b="0" i="0">
                <a:ea typeface="KaiTi" panose="02010609060101010101" pitchFamily="49" charset="-122"/>
              </a:defRPr>
            </a:lvl2pPr>
            <a:lvl3pPr>
              <a:defRPr sz="2400" b="0" i="0">
                <a:ea typeface="KaiTi" panose="02010609060101010101" pitchFamily="49" charset="-122"/>
              </a:defRPr>
            </a:lvl3pPr>
            <a:lvl4pPr>
              <a:defRPr sz="2000" b="0" i="0">
                <a:ea typeface="KaiTi" panose="02010609060101010101" pitchFamily="49" charset="-122"/>
              </a:defRPr>
            </a:lvl4pPr>
            <a:lvl5pPr>
              <a:defRPr sz="2000" b="0" i="0"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679D-6114-9C43-B78B-A27C34C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FB9F34-622F-9240-8FFD-6A1D21BA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FEFE8-53B9-1C46-944C-CA937C4D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FEB83-3278-F741-BBD8-44BA83CD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E3A40C01-58A0-754E-A789-F4A55A84F0A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705029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DD327-895D-8A4D-ADBB-586719D6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83A34D-FA1A-884E-8202-7B89FC6A1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 b="0" i="0"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F215E-8ED5-B644-8F67-6EF42FB8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68F68B-44AC-6E45-8518-9ED30FD9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5EF63-5051-0D44-A001-8220BA04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A614F2-C5B1-614F-9F9F-090159F6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1FC02C0A-08F6-5245-93C1-49E53098E03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490602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70E7E-4CF5-5948-9149-0DBC9CBE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5C2128-C969-8B44-845F-41A10E08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19072-D4B8-F047-B8CC-7C9D69F5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277DB-93ED-214E-89A9-ECFA7D1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8E262-4C7C-8643-B706-3F665829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908C03B4-4CF8-1D42-8364-4ECA60A1A65E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91594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97C7E-099F-3B4F-9206-27D9408C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E13F09-BA3C-8E4A-8041-841E44844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14902-9E13-0448-8B8F-322D9C5F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2B77C-F634-A540-909F-17E67E2A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12A5D-1C03-EE48-A9F4-2C3FB55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92CDED2D-6954-994D-9556-9A8E90CCE268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63300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B0F1688-167F-924C-9482-69B30233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866E684-2016-5A43-BF38-8A4DF0A2B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9396" name="AutoShape 4">
            <a:extLst>
              <a:ext uri="{FF2B5EF4-FFF2-40B4-BE49-F238E27FC236}">
                <a16:creationId xmlns:a16="http://schemas.microsoft.com/office/drawing/2014/main" id="{AB1D9E2F-FF62-6040-97C0-0A079D1A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 dirty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5D82BDA2-FCB4-254E-B5F5-6B7F42724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 dirty="0">
              <a:ea typeface="KaiTi" panose="02010609060101010101" pitchFamily="49" charset="-122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99F57888-0740-9444-9F17-626F47CE1A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17FAFF1B-DDE0-064B-91B8-A89F7A78B6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290706E6-E829-0849-9AB9-4C4D881A3A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fld id="{18D4E3FB-D7DD-4F47-B11C-4D19829FD88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algn="l" rtl="0" fontAlgn="base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3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image" Target="../media/image3.png"/><Relationship Id="rId2" Type="http://schemas.openxmlformats.org/officeDocument/2006/relationships/tags" Target="../tags/tag15.xml"/><Relationship Id="rId16" Type="http://schemas.openxmlformats.org/officeDocument/2006/relationships/image" Target="../media/image12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160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algn="ctr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3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088399E9-B039-1521-3566-EED9C8A90839}"/>
              </a:ext>
            </a:extLst>
          </p:cNvPr>
          <p:cNvSpPr/>
          <p:nvPr/>
        </p:nvSpPr>
        <p:spPr bwMode="auto">
          <a:xfrm>
            <a:off x="2394962" y="143154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随机现象的统计规律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734135B-E922-900F-3F17-9B68334E682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EB3E553-E41D-6C97-974C-8831D9A5EDC1}"/>
              </a:ext>
            </a:extLst>
          </p:cNvPr>
          <p:cNvSpPr/>
          <p:nvPr/>
        </p:nvSpPr>
        <p:spPr>
          <a:xfrm>
            <a:off x="2289961" y="2540563"/>
            <a:ext cx="80021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-US" altLang="zh-CN" sz="9600" b="0" cap="none" spc="0" dirty="0">
                <a:ln w="0"/>
                <a:solidFill>
                  <a:srgbClr val="01189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Apple Chancery" panose="03020702040506060504" pitchFamily="66" charset="-79"/>
              </a:rPr>
              <a:t>1</a:t>
            </a:r>
            <a:endParaRPr lang="zh-CN" altLang="en-US" sz="9600" b="0" cap="none" spc="0" dirty="0">
              <a:ln w="0"/>
              <a:solidFill>
                <a:srgbClr val="01189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Apple Chancery" panose="03020702040506060504" pitchFamily="66" charset="-79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86D98F-A3C4-2856-9AF3-75EA9A670C8A}"/>
              </a:ext>
            </a:extLst>
          </p:cNvPr>
          <p:cNvSpPr/>
          <p:nvPr/>
        </p:nvSpPr>
        <p:spPr>
          <a:xfrm>
            <a:off x="6115224" y="2540563"/>
            <a:ext cx="80021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-US" altLang="zh-CN" sz="9600" b="0" i="1" cap="none" spc="0" dirty="0">
                <a:ln w="0"/>
                <a:solidFill>
                  <a:srgbClr val="01189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Cambria Math" panose="02040503050406030204" pitchFamily="18" charset="0"/>
                <a:cs typeface="Apple Chancery" panose="03020702040506060504" pitchFamily="66" charset="-79"/>
              </a:rPr>
              <a:t>n</a:t>
            </a:r>
            <a:endParaRPr lang="zh-CN" altLang="en-US" sz="9600" b="0" i="1" cap="none" spc="0" dirty="0">
              <a:ln w="0"/>
              <a:solidFill>
                <a:srgbClr val="01189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KaiTi" panose="02010609060101010101" pitchFamily="49" charset="-122"/>
              <a:cs typeface="Apple Chancery" panose="03020702040506060504" pitchFamily="66" charset="-79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63B0F5-5090-2DCF-6AD2-EDAF01C58245}"/>
              </a:ext>
            </a:extLst>
          </p:cNvPr>
          <p:cNvSpPr txBox="1"/>
          <p:nvPr/>
        </p:nvSpPr>
        <p:spPr>
          <a:xfrm flipH="1">
            <a:off x="870484" y="4958897"/>
            <a:ext cx="7994936" cy="52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6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随机现象在大量重复出现时所表现出的量的规律性</a:t>
            </a:r>
            <a:endParaRPr lang="en-US" altLang="zh-CN" sz="26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9168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1285D3BE-3DE5-4CC4-E4B3-24F3B6DFA094}"/>
              </a:ext>
            </a:extLst>
          </p:cNvPr>
          <p:cNvSpPr/>
          <p:nvPr/>
        </p:nvSpPr>
        <p:spPr bwMode="auto">
          <a:xfrm>
            <a:off x="2394962" y="143154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随机现象的统计规律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5A0E025E-B73C-8C4E-FBAF-2429016F917F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 descr="问号 纯色填充">
            <a:extLst>
              <a:ext uri="{FF2B5EF4-FFF2-40B4-BE49-F238E27FC236}">
                <a16:creationId xmlns:a16="http://schemas.microsoft.com/office/drawing/2014/main" id="{1381A0FD-E2C5-67FC-DC4D-74D90E054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803342" y="2660342"/>
            <a:ext cx="1537315" cy="153731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D376BA4-AD54-4D0C-B043-4B95459F8F24}"/>
              </a:ext>
            </a:extLst>
          </p:cNvPr>
          <p:cNvSpPr txBox="1"/>
          <p:nvPr/>
        </p:nvSpPr>
        <p:spPr>
          <a:xfrm>
            <a:off x="3700895" y="5157192"/>
            <a:ext cx="1742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Yes &amp; No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62708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2C8566AC-629F-EF49-691B-88607C8513D7}"/>
              </a:ext>
            </a:extLst>
          </p:cNvPr>
          <p:cNvSpPr/>
          <p:nvPr/>
        </p:nvSpPr>
        <p:spPr bwMode="auto">
          <a:xfrm>
            <a:off x="2858230" y="143154"/>
            <a:ext cx="34275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随机事件的描述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3D04D075-56A9-E7A6-4C73-A7DB810B275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D5A2427-8951-B6CC-AF78-1D4BF1C507E5}"/>
              </a:ext>
            </a:extLst>
          </p:cNvPr>
          <p:cNvSpPr txBox="1"/>
          <p:nvPr/>
        </p:nvSpPr>
        <p:spPr>
          <a:xfrm>
            <a:off x="1475656" y="2060848"/>
            <a:ext cx="2321469" cy="3599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正面、反面</a:t>
            </a:r>
            <a:endParaRPr kumimoji="1" lang="en-US" altLang="zh-CN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白球、红球</a:t>
            </a:r>
            <a:endParaRPr kumimoji="1" lang="en-US" altLang="zh-CN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射击中否</a:t>
            </a:r>
            <a:endParaRPr kumimoji="1" lang="en-US" altLang="zh-CN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kumimoji="1" lang="en-US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…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endParaRPr kumimoji="1" lang="en-US" altLang="zh-CN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endParaRPr kumimoji="1" lang="zh-CN" altLang="en-US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55769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87628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图片 4" descr="图片包含 文本&#10;&#10;描述已自动生成">
            <a:extLst>
              <a:ext uri="{FF2B5EF4-FFF2-40B4-BE49-F238E27FC236}">
                <a16:creationId xmlns:a16="http://schemas.microsoft.com/office/drawing/2014/main" id="{3847E806-62B5-7EA3-CB2E-3AD3BF4FE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032" y="960669"/>
            <a:ext cx="6880367" cy="493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235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8956C5F-4FF1-48BF-A6E7-85662A486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5" y="35848"/>
            <a:ext cx="39608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3600" dirty="0">
                <a:solidFill>
                  <a:srgbClr val="C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作 业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CA69A14-1CCE-8703-DA0B-5EA751BF7167}"/>
              </a:ext>
            </a:extLst>
          </p:cNvPr>
          <p:cNvCxnSpPr/>
          <p:nvPr/>
        </p:nvCxnSpPr>
        <p:spPr>
          <a:xfrm>
            <a:off x="0" y="96698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301619D-CFC3-08E2-A2AF-9ED4AA43B73C}"/>
              </a:ext>
            </a:extLst>
          </p:cNvPr>
          <p:cNvSpPr txBox="1"/>
          <p:nvPr/>
        </p:nvSpPr>
        <p:spPr>
          <a:xfrm flipH="1">
            <a:off x="1149064" y="2204864"/>
            <a:ext cx="7994936" cy="352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习题（条件概率、独立性）：</a:t>
            </a:r>
            <a:endParaRPr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6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14</a:t>
            </a:r>
            <a:r>
              <a:rPr lang="zh-CN" altLang="en-US" sz="26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15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17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18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22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25,</a:t>
            </a:r>
          </a:p>
          <a:p>
            <a:pPr algn="just">
              <a:lnSpc>
                <a:spcPct val="125000"/>
              </a:lnSpc>
            </a:pPr>
            <a:endParaRPr lang="en-US" altLang="zh-CN" sz="26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39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40</a:t>
            </a:r>
          </a:p>
          <a:p>
            <a:pPr algn="just">
              <a:lnSpc>
                <a:spcPct val="125000"/>
              </a:lnSpc>
            </a:pPr>
            <a:endParaRPr lang="en-US" altLang="zh-CN" sz="26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Homework03-3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月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7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号布置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-3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月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13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日晚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8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点前提交</a:t>
            </a:r>
            <a:endParaRPr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67411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algn="ctr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3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</a:t>
            </a:r>
          </a:p>
        </p:txBody>
      </p:sp>
    </p:spTree>
    <p:extLst>
      <p:ext uri="{BB962C8B-B14F-4D97-AF65-F5344CB8AC3E}">
        <p14:creationId xmlns:p14="http://schemas.microsoft.com/office/powerpoint/2010/main" val="37008518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9C62B3A-02A1-3242-072E-7A52008ACD45}"/>
              </a:ext>
            </a:extLst>
          </p:cNvPr>
          <p:cNvSpPr txBox="1"/>
          <p:nvPr/>
        </p:nvSpPr>
        <p:spPr>
          <a:xfrm>
            <a:off x="2051720" y="2636912"/>
            <a:ext cx="19880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随机变量：</a:t>
            </a:r>
            <a:endParaRPr kumimoji="1" lang="en-US" altLang="zh-CN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en-US" altLang="zh-CN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A11ED0-00F9-B8D3-1A06-6C106A404C04}"/>
              </a:ext>
            </a:extLst>
          </p:cNvPr>
          <p:cNvSpPr txBox="1"/>
          <p:nvPr/>
        </p:nvSpPr>
        <p:spPr>
          <a:xfrm>
            <a:off x="2054624" y="3284984"/>
            <a:ext cx="41520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CN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随机试验的结果的数量化</a:t>
            </a:r>
          </a:p>
        </p:txBody>
      </p:sp>
    </p:spTree>
    <p:extLst>
      <p:ext uri="{BB962C8B-B14F-4D97-AF65-F5344CB8AC3E}">
        <p14:creationId xmlns:p14="http://schemas.microsoft.com/office/powerpoint/2010/main" val="37115244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>
            <a:extLst>
              <a:ext uri="{FF2B5EF4-FFF2-40B4-BE49-F238E27FC236}">
                <a16:creationId xmlns:a16="http://schemas.microsoft.com/office/drawing/2014/main" id="{6CBE2239-1360-1648-9720-50145D887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25341"/>
            <a:ext cx="3252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90000"/>
              <a:buFont typeface="Wingdings" pitchFamily="2" charset="2"/>
              <a:buChar char="n"/>
            </a:pPr>
            <a:r>
              <a:rPr kumimoji="1"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基本思想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7069B1DC-52CB-AD4A-9394-959ADD92E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024" y="1630362"/>
            <a:ext cx="7705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将样本空间数量化</a:t>
            </a:r>
            <a:r>
              <a:rPr kumimoji="1" lang="en-US" altLang="zh-CN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kumimoji="1"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即用数值来表示试验的结果</a:t>
            </a:r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14BCA5D7-1658-AC41-BA02-21C046D06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278087"/>
            <a:ext cx="62488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rgbClr val="001892"/>
              </a:buClr>
              <a:buSzPct val="80000"/>
              <a:buFont typeface="Wingdings" pitchFamily="2" charset="2"/>
              <a:buChar char="n"/>
            </a:pPr>
            <a:r>
              <a:rPr kumimoji="1" lang="en-US" altLang="zh-CN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有些随机试验的结果可直接用数值来表示</a:t>
            </a:r>
            <a:r>
              <a:rPr kumimoji="1" lang="en-US" altLang="zh-CN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.</a:t>
            </a: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F8077D6E-8C04-9343-99FE-B65B4C544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977452"/>
            <a:ext cx="7921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例如</a:t>
            </a:r>
            <a:r>
              <a:rPr kumimoji="1" lang="en-US" altLang="zh-CN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在掷骰子试验中</a:t>
            </a:r>
            <a:r>
              <a:rPr kumimoji="1" lang="en-US" altLang="zh-CN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结果可用</a:t>
            </a:r>
            <a:r>
              <a:rPr kumimoji="1" lang="en-US" altLang="zh-CN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1, 2, 3, 4, 5, 6</a:t>
            </a: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来表示</a:t>
            </a:r>
          </a:p>
        </p:txBody>
      </p:sp>
      <p:sp>
        <p:nvSpPr>
          <p:cNvPr id="63495" name="Text Box 7">
            <a:extLst>
              <a:ext uri="{FF2B5EF4-FFF2-40B4-BE49-F238E27FC236}">
                <a16:creationId xmlns:a16="http://schemas.microsoft.com/office/drawing/2014/main" id="{5DFA4211-42D2-4941-854D-2412FC5DB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262" y="4437112"/>
            <a:ext cx="7993062" cy="206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例如</a:t>
            </a:r>
            <a:r>
              <a:rPr kumimoji="1" lang="en-US" altLang="zh-CN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掷硬币试验</a:t>
            </a:r>
            <a:r>
              <a:rPr kumimoji="1" lang="en-US" altLang="zh-CN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其结果是用汉字“正面”和“反面”来表示的。</a:t>
            </a:r>
            <a:endParaRPr kumimoji="1" lang="en-US" altLang="zh-CN" sz="24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但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可数量化。可规定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: 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用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表示“正面朝上”，用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0 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表示“反面朝上”。</a:t>
            </a:r>
          </a:p>
        </p:txBody>
      </p:sp>
      <p:sp>
        <p:nvSpPr>
          <p:cNvPr id="63498" name="Text Box 10">
            <a:extLst>
              <a:ext uri="{FF2B5EF4-FFF2-40B4-BE49-F238E27FC236}">
                <a16:creationId xmlns:a16="http://schemas.microsoft.com/office/drawing/2014/main" id="{99549D0D-4C30-3448-B832-52EBEAF5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789387"/>
            <a:ext cx="7921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1892"/>
              </a:buClr>
              <a:buSzPct val="80000"/>
              <a:buFont typeface="Wingdings" pitchFamily="2" charset="2"/>
              <a:buChar char="n"/>
            </a:pPr>
            <a:r>
              <a:rPr kumimoji="1" lang="en-US" altLang="zh-CN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有些随机试验的结果不是用数量来表示，</a:t>
            </a: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29ACD88D-8AAF-F5F9-CEAA-4F910F402A39}"/>
              </a:ext>
            </a:extLst>
          </p:cNvPr>
          <p:cNvSpPr/>
          <p:nvPr/>
        </p:nvSpPr>
        <p:spPr bwMode="auto">
          <a:xfrm>
            <a:off x="3553132" y="143154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</a:t>
            </a:r>
            <a:r>
              <a:rPr kumimoji="1"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变量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224D4187-4B38-D1A6-7CFC-DE1A9B30A00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2">
                <a:extLst>
                  <a:ext uri="{FF2B5EF4-FFF2-40B4-BE49-F238E27FC236}">
                    <a16:creationId xmlns:a16="http://schemas.microsoft.com/office/drawing/2014/main" id="{E4B9ED88-0A67-C84C-9C6C-C06F257AA80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1188" y="1916113"/>
                <a:ext cx="8054975" cy="3200400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01892"/>
                    </a:solidFill>
                  </a:rPr>
                  <a:t>某个灯泡的使用寿命</a:t>
                </a:r>
                <a14:m>
                  <m:oMath xmlns:m="http://schemas.openxmlformats.org/officeDocument/2006/math">
                    <m:r>
                      <a:rPr lang="en-US" altLang="en-US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zh-CN" altLang="en-US" sz="2400" b="1" dirty="0">
                  <a:solidFill>
                    <a:srgbClr val="001892"/>
                  </a:solidFill>
                </a:endParaRPr>
              </a:p>
              <a:p>
                <a:endParaRPr lang="zh-CN" altLang="en-US" sz="2400" b="1" dirty="0">
                  <a:solidFill>
                    <a:srgbClr val="001892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US" altLang="en-US" sz="2400" b="1" dirty="0">
                    <a:solidFill>
                      <a:srgbClr val="001892"/>
                    </a:solidFill>
                  </a:rPr>
                  <a:t>    </a:t>
                </a:r>
                <a:endParaRPr lang="zh-CN" altLang="en-US" sz="2400" b="1" dirty="0">
                  <a:solidFill>
                    <a:srgbClr val="001892"/>
                  </a:solidFill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01892"/>
                    </a:solidFill>
                  </a:rPr>
                  <a:t>某电话总机在一分钟内收到的呼叫次数</a:t>
                </a:r>
                <a14:m>
                  <m:oMath xmlns:m="http://schemas.openxmlformats.org/officeDocument/2006/math">
                    <m:r>
                      <a:rPr lang="en-US" altLang="en-US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altLang="en-US" sz="2400" b="1" dirty="0">
                  <a:solidFill>
                    <a:srgbClr val="001892"/>
                  </a:solidFill>
                </a:endParaRPr>
              </a:p>
              <a:p>
                <a:endParaRPr lang="en-US" altLang="en-US" sz="2400" b="1" dirty="0">
                  <a:solidFill>
                    <a:srgbClr val="001892"/>
                  </a:solidFill>
                </a:endParaRPr>
              </a:p>
              <a:p>
                <a:endParaRPr lang="en-US" altLang="en-US" sz="2400" b="1" dirty="0">
                  <a:solidFill>
                    <a:srgbClr val="001892"/>
                  </a:solidFill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zh-CN" altLang="en-US" sz="2400" b="1" dirty="0">
                    <a:solidFill>
                      <a:srgbClr val="001892"/>
                    </a:solidFill>
                  </a:rPr>
                  <a:t>在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[0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，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1]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区间上随机取点，该点的坐标</a:t>
                </a:r>
                <a14:m>
                  <m:oMath xmlns:m="http://schemas.openxmlformats.org/officeDocument/2006/math">
                    <m:r>
                      <a:rPr lang="en-US" altLang="en-US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altLang="zh-CN" sz="2400" b="1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66562" name="Rectangle 2">
                <a:extLst>
                  <a:ext uri="{FF2B5EF4-FFF2-40B4-BE49-F238E27FC236}">
                    <a16:creationId xmlns:a16="http://schemas.microsoft.com/office/drawing/2014/main" id="{E4B9ED88-0A67-C84C-9C6C-C06F257AA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1188" y="1916113"/>
                <a:ext cx="8054975" cy="3200400"/>
              </a:xfrm>
              <a:blipFill>
                <a:blip r:embed="rId2"/>
                <a:stretch>
                  <a:fillRect l="-1102" t="-2372" b="-1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63" name="Rectangle 3">
                <a:extLst>
                  <a:ext uri="{FF2B5EF4-FFF2-40B4-BE49-F238E27FC236}">
                    <a16:creationId xmlns:a16="http://schemas.microsoft.com/office/drawing/2014/main" id="{478A9266-B17C-DE4B-A276-6EF34E0CB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16" y="2525902"/>
                <a:ext cx="323678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en-US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的可能取值为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[0,+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  <a:sym typeface="Symbol" pitchFamily="2" charset="2"/>
                  </a:rPr>
                  <a:t>)</a:t>
                </a:r>
                <a:endParaRPr kumimoji="1" lang="en-US" altLang="zh-CN" sz="2400" dirty="0">
                  <a:solidFill>
                    <a:srgbClr val="C00000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6563" name="Rectangle 3">
                <a:extLst>
                  <a:ext uri="{FF2B5EF4-FFF2-40B4-BE49-F238E27FC236}">
                    <a16:creationId xmlns:a16="http://schemas.microsoft.com/office/drawing/2014/main" id="{478A9266-B17C-DE4B-A276-6EF34E0CB5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2525902"/>
                <a:ext cx="3236784" cy="461665"/>
              </a:xfrm>
              <a:prstGeom prst="rect">
                <a:avLst/>
              </a:prstGeom>
              <a:blipFill>
                <a:blip r:embed="rId3"/>
                <a:stretch>
                  <a:fillRect l="-391" t="-15789" r="-1953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64" name="Rectangle 4">
                <a:extLst>
                  <a:ext uri="{FF2B5EF4-FFF2-40B4-BE49-F238E27FC236}">
                    <a16:creationId xmlns:a16="http://schemas.microsoft.com/office/drawing/2014/main" id="{CE5AC33F-4168-4D47-BF7F-2343A551F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16" y="3715079"/>
                <a:ext cx="64817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𝑌</m:t>
                    </m:r>
                  </m:oMath>
                </a14:m>
                <a:r>
                  <a:rPr kumimoji="1" lang="en-US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的可能取值为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0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1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2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3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...</a:t>
                </a:r>
              </a:p>
            </p:txBody>
          </p:sp>
        </mc:Choice>
        <mc:Fallback xmlns="">
          <p:sp>
            <p:nvSpPr>
              <p:cNvPr id="66564" name="Rectangle 4">
                <a:extLst>
                  <a:ext uri="{FF2B5EF4-FFF2-40B4-BE49-F238E27FC236}">
                    <a16:creationId xmlns:a16="http://schemas.microsoft.com/office/drawing/2014/main" id="{CE5AC33F-4168-4D47-BF7F-2343A551F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3715079"/>
                <a:ext cx="6481763" cy="461665"/>
              </a:xfrm>
              <a:prstGeom prst="rect">
                <a:avLst/>
              </a:prstGeom>
              <a:blipFill>
                <a:blip r:embed="rId4"/>
                <a:stretch>
                  <a:fillRect l="-195" t="-16216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65" name="Rectangle 5">
                <a:extLst>
                  <a:ext uri="{FF2B5EF4-FFF2-40B4-BE49-F238E27FC236}">
                    <a16:creationId xmlns:a16="http://schemas.microsoft.com/office/drawing/2014/main" id="{ADF406E0-C981-6848-82B2-67BD6282C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16" y="5094966"/>
                <a:ext cx="71294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en-US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的可能取值为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[0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1]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上的全体实数</a:t>
                </a:r>
              </a:p>
            </p:txBody>
          </p:sp>
        </mc:Choice>
        <mc:Fallback xmlns="">
          <p:sp>
            <p:nvSpPr>
              <p:cNvPr id="66565" name="Rectangle 5">
                <a:extLst>
                  <a:ext uri="{FF2B5EF4-FFF2-40B4-BE49-F238E27FC236}">
                    <a16:creationId xmlns:a16="http://schemas.microsoft.com/office/drawing/2014/main" id="{ADF406E0-C981-6848-82B2-67BD6282C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5094966"/>
                <a:ext cx="7129463" cy="461665"/>
              </a:xfrm>
              <a:prstGeom prst="rect">
                <a:avLst/>
              </a:prstGeom>
              <a:blipFill>
                <a:blip r:embed="rId5"/>
                <a:stretch>
                  <a:fillRect l="-178" t="-16216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6CDA53A9-CC0B-0B63-61A6-7F1391470F2F}"/>
              </a:ext>
            </a:extLst>
          </p:cNvPr>
          <p:cNvSpPr/>
          <p:nvPr/>
        </p:nvSpPr>
        <p:spPr bwMode="auto">
          <a:xfrm>
            <a:off x="2626603" y="143154"/>
            <a:ext cx="38908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试验结果的数量化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5C217E0D-594B-990E-BE49-8109CB8422E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C376C401-26CA-9EC4-D336-E308C65666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对于一个随机试验，定义了一个随机变量后，还有可能定义另一个随机变量吗？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57D0C2-9087-DFAF-C43B-55BF1F756DB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有可能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C3ABE9-85DC-3648-9680-EEE1DAA7A78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不可能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4ECA676-F0F6-4DF0-5A10-EB6CD707B08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CDF79F9-7AF9-FCB2-522D-87F64CCB2A2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9096D05-1427-9C7F-1DE4-D3D997821EC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A6AD5A8-0B11-5DAA-AFB3-007C2E34632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CB389364-62B3-DAE0-FCB8-336E32D8127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31747586-0A47-A53B-7526-65238B50FC7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EFC8107-6BA3-A8DC-BF9F-9C1C44B0AB62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FF2111F7-5503-9B86-17DD-4FAA010E096F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FC2D256-8687-923F-DF1F-101FBAF7CD3C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26844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039605C-9F4D-ED4F-8405-BCD3B1D30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268760"/>
            <a:ext cx="7772400" cy="1008108"/>
          </a:xfrm>
          <a:ln w="15875">
            <a:solidFill>
              <a:srgbClr val="001892"/>
            </a:solidFill>
            <a:prstDash val="sysDot"/>
          </a:ln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189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 </a:t>
            </a:r>
            <a:r>
              <a:rPr lang="zh-CN" altLang="en-US" sz="2400" b="1" dirty="0">
                <a:solidFill>
                  <a:srgbClr val="001892"/>
                </a:solidFill>
              </a:rPr>
              <a:t>  设箱中有</a:t>
            </a:r>
            <a:r>
              <a:rPr lang="en-US" altLang="zh-CN" sz="2400" b="1" dirty="0">
                <a:solidFill>
                  <a:srgbClr val="001892"/>
                </a:solidFill>
              </a:rPr>
              <a:t>10</a:t>
            </a:r>
            <a:r>
              <a:rPr lang="zh-CN" altLang="en-US" sz="2400" b="1" dirty="0">
                <a:solidFill>
                  <a:srgbClr val="001892"/>
                </a:solidFill>
              </a:rPr>
              <a:t>个球，其中有</a:t>
            </a:r>
            <a:r>
              <a:rPr lang="en-US" altLang="zh-CN" sz="2400" b="1" dirty="0">
                <a:solidFill>
                  <a:srgbClr val="001892"/>
                </a:solidFill>
              </a:rPr>
              <a:t>2</a:t>
            </a:r>
            <a:r>
              <a:rPr lang="zh-CN" altLang="en-US" sz="2400" b="1" dirty="0">
                <a:solidFill>
                  <a:srgbClr val="001892"/>
                </a:solidFill>
              </a:rPr>
              <a:t>个红球，</a:t>
            </a:r>
            <a:r>
              <a:rPr lang="en-US" altLang="zh-CN" sz="2400" b="1" dirty="0">
                <a:solidFill>
                  <a:srgbClr val="001892"/>
                </a:solidFill>
              </a:rPr>
              <a:t>8</a:t>
            </a:r>
            <a:r>
              <a:rPr lang="zh-CN" altLang="en-US" sz="2400" b="1" dirty="0">
                <a:solidFill>
                  <a:srgbClr val="001892"/>
                </a:solidFill>
              </a:rPr>
              <a:t>个白球；从中任意抽取</a:t>
            </a:r>
            <a:r>
              <a:rPr lang="en-US" altLang="zh-CN" sz="2400" b="1" dirty="0">
                <a:solidFill>
                  <a:srgbClr val="001892"/>
                </a:solidFill>
              </a:rPr>
              <a:t>2</a:t>
            </a:r>
            <a:r>
              <a:rPr lang="zh-CN" altLang="en-US" sz="2400" b="1" dirty="0">
                <a:solidFill>
                  <a:srgbClr val="001892"/>
                </a:solidFill>
              </a:rPr>
              <a:t>个，观察抽球结果。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67747F90-A8C8-9A46-BA33-CAC2A1997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747" y="5666004"/>
            <a:ext cx="7620997" cy="461665"/>
          </a:xfrm>
          <a:prstGeom prst="rect">
            <a:avLst/>
          </a:prstGeom>
          <a:noFill/>
          <a:ln w="12700">
            <a:noFill/>
            <a:prstDash val="lgDash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solidFill>
                  <a:srgbClr val="C00000"/>
                </a:solidFill>
                <a:latin typeface="+mj-lt"/>
                <a:ea typeface="KaiTi" panose="02010609060101010101" pitchFamily="49" charset="-122"/>
              </a:rPr>
              <a:t> </a:t>
            </a:r>
            <a:r>
              <a:rPr kumimoji="1" lang="zh-CN" altLang="en-US" sz="2400" dirty="0">
                <a:solidFill>
                  <a:srgbClr val="C00000"/>
                </a:solidFill>
                <a:latin typeface="+mj-lt"/>
                <a:ea typeface="KaiTi" panose="02010609060101010101" pitchFamily="49" charset="-122"/>
              </a:rPr>
              <a:t>特点：试验结果数量化，试验结果与数建立了对应关系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7" name="Text Box 5">
                <a:extLst>
                  <a:ext uri="{FF2B5EF4-FFF2-40B4-BE49-F238E27FC236}">
                    <a16:creationId xmlns:a16="http://schemas.microsoft.com/office/drawing/2014/main" id="{17F3E8B7-D9EF-B447-B773-DE5DDEAE14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584" y="2708920"/>
                <a:ext cx="7620997" cy="21236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如果用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表示取得的红球数，则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的取值可为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0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1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2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。</a:t>
                </a:r>
              </a:p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“两只红球”记为 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{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=2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}</a:t>
                </a:r>
                <a:r>
                  <a:rPr kumimoji="1" lang="en-US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 </a:t>
                </a:r>
              </a:p>
              <a:p>
                <a:pPr>
                  <a:spcBef>
                    <a:spcPct val="50000"/>
                  </a:spcBef>
                </a:pP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 “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一红一白”记为 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{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=1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}</a:t>
                </a:r>
                <a:r>
                  <a:rPr kumimoji="1" lang="en-US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,</a:t>
                </a:r>
              </a:p>
              <a:p>
                <a:pPr>
                  <a:spcBef>
                    <a:spcPct val="50000"/>
                  </a:spcBef>
                </a:pP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 “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两只白球”记为 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{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en-US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=0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}</a:t>
                </a:r>
              </a:p>
            </p:txBody>
          </p:sp>
        </mc:Choice>
        <mc:Fallback xmlns="">
          <p:sp>
            <p:nvSpPr>
              <p:cNvPr id="64517" name="Text Box 5">
                <a:extLst>
                  <a:ext uri="{FF2B5EF4-FFF2-40B4-BE49-F238E27FC236}">
                    <a16:creationId xmlns:a16="http://schemas.microsoft.com/office/drawing/2014/main" id="{17F3E8B7-D9EF-B447-B773-DE5DDEAE1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2708920"/>
                <a:ext cx="7620997" cy="2123658"/>
              </a:xfrm>
              <a:prstGeom prst="rect">
                <a:avLst/>
              </a:prstGeom>
              <a:blipFill>
                <a:blip r:embed="rId2"/>
                <a:stretch>
                  <a:fillRect l="-1331" t="-3571" b="-59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C29C3FC9-3267-442D-F2FD-E6B0EFC416F4}"/>
              </a:ext>
            </a:extLst>
          </p:cNvPr>
          <p:cNvSpPr/>
          <p:nvPr/>
        </p:nvSpPr>
        <p:spPr bwMode="auto">
          <a:xfrm>
            <a:off x="2626603" y="143154"/>
            <a:ext cx="38908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试验结果的数量化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B90A58B2-BF9B-8052-8ED6-FD43295A3CE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4514" name="Rectangle 2">
                <a:extLst>
                  <a:ext uri="{FF2B5EF4-FFF2-40B4-BE49-F238E27FC236}">
                    <a16:creationId xmlns:a16="http://schemas.microsoft.com/office/drawing/2014/main" id="{8039605C-9F4D-ED4F-8405-BCD3B1D30849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755650" y="692696"/>
                <a:ext cx="7772400" cy="1447800"/>
              </a:xfrm>
            </p:spPr>
            <p:txBody>
              <a:bodyPr/>
              <a:lstStyle/>
              <a:p>
                <a:pPr>
                  <a:lnSpc>
                    <a:spcPct val="125000"/>
                  </a:lnSpc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例 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  将一枚硬币抛掷三次，观察出现正面和反面的情况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/>
                </a:r>
                <a:br>
                  <a:rPr lang="en-US" altLang="zh-CN" sz="2400" b="1" dirty="0">
                    <a:solidFill>
                      <a:srgbClr val="001892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</a:rPr>
                  <a:t>={HHH,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HHT,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HTH,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THH, HTT, THT, TTH, TTT}</a:t>
                </a:r>
                <a:endParaRPr lang="zh-CN" altLang="en-US" sz="2400" b="1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64514" name="Rectangle 2">
                <a:extLst>
                  <a:ext uri="{FF2B5EF4-FFF2-40B4-BE49-F238E27FC236}">
                    <a16:creationId xmlns:a16="http://schemas.microsoft.com/office/drawing/2014/main" id="{8039605C-9F4D-ED4F-8405-BCD3B1D30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55650" y="692696"/>
                <a:ext cx="7772400" cy="1447800"/>
              </a:xfrm>
              <a:blipFill>
                <a:blip r:embed="rId2"/>
                <a:stretch>
                  <a:fillRect l="-1305" b="-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15" name="Rectangle 3">
                <a:extLst>
                  <a:ext uri="{FF2B5EF4-FFF2-40B4-BE49-F238E27FC236}">
                    <a16:creationId xmlns:a16="http://schemas.microsoft.com/office/drawing/2014/main" id="{D246DF8A-42A4-E542-B2AE-884BFC9AC28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39343" y="2467163"/>
                <a:ext cx="7433058" cy="1632240"/>
              </a:xfrm>
            </p:spPr>
            <p:txBody>
              <a:bodyPr/>
              <a:lstStyle/>
              <a:p>
                <a:pPr marL="0" indent="0" algn="just">
                  <a:lnSpc>
                    <a:spcPct val="125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400" b="1" dirty="0">
                    <a:solidFill>
                      <a:srgbClr val="001892"/>
                    </a:solidFill>
                    <a:latin typeface="+mj-lt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  <a:latin typeface="+mj-lt"/>
                  </a:rPr>
                  <a:t>记投掷得到正面的总数，对于样本空间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  <a:latin typeface="+mj-lt"/>
                  </a:rPr>
                  <a:t>中的每一个样本点，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  <a:latin typeface="+mj-lt"/>
                  </a:rPr>
                  <a:t>都有一个数与之对应。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  <a:latin typeface="+mj-lt"/>
                  </a:rPr>
                  <a:t>是定义在样本空间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  <a:latin typeface="+mj-lt"/>
                  </a:rPr>
                  <a:t>上的一个实值单值函数。定义域为样本空间，值域是实数集合</a:t>
                </a:r>
                <a:r>
                  <a:rPr lang="en-US" altLang="zh-CN" sz="2400" b="1" dirty="0">
                    <a:solidFill>
                      <a:srgbClr val="001892"/>
                    </a:solidFill>
                    <a:latin typeface="+mj-lt"/>
                  </a:rPr>
                  <a:t>{0, 1, 2, 3}</a:t>
                </a:r>
                <a:r>
                  <a:rPr lang="zh-CN" altLang="en-US" sz="2400" b="1" dirty="0">
                    <a:solidFill>
                      <a:srgbClr val="001892"/>
                    </a:solidFill>
                    <a:latin typeface="+mj-lt"/>
                  </a:rPr>
                  <a:t>。</a:t>
                </a:r>
              </a:p>
            </p:txBody>
          </p:sp>
        </mc:Choice>
        <mc:Fallback xmlns="">
          <p:sp>
            <p:nvSpPr>
              <p:cNvPr id="64515" name="Rectangle 3">
                <a:extLst>
                  <a:ext uri="{FF2B5EF4-FFF2-40B4-BE49-F238E27FC236}">
                    <a16:creationId xmlns:a16="http://schemas.microsoft.com/office/drawing/2014/main" id="{D246DF8A-42A4-E542-B2AE-884BFC9AC2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39343" y="2467163"/>
                <a:ext cx="7433058" cy="1632240"/>
              </a:xfrm>
              <a:blipFill>
                <a:blip r:embed="rId3"/>
                <a:stretch>
                  <a:fillRect l="-1365" t="-1550" r="-1195" b="-24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4253D1-615A-4349-BFA1-8C203190435C}"/>
                  </a:ext>
                </a:extLst>
              </p:cNvPr>
              <p:cNvSpPr txBox="1"/>
              <p:nvPr/>
            </p:nvSpPr>
            <p:spPr>
              <a:xfrm>
                <a:off x="1620206" y="4653136"/>
                <a:ext cx="2359557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b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1" i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zh-CN" altLang="en-US" b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altLang="zh-CN" b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b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altLang="zh-CN" b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>
                  <a:solidFill>
                    <a:srgbClr val="001892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4253D1-615A-4349-BFA1-8C2031904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206" y="4653136"/>
                <a:ext cx="2359557" cy="1942455"/>
              </a:xfrm>
              <a:prstGeom prst="rect">
                <a:avLst/>
              </a:prstGeom>
              <a:blipFill>
                <a:blip r:embed="rId4"/>
                <a:stretch>
                  <a:fillRect l="-5348" r="-4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2462E01-E34B-4DF1-A664-8B7734F94F17}"/>
              </a:ext>
            </a:extLst>
          </p:cNvPr>
          <p:cNvSpPr txBox="1"/>
          <p:nvPr/>
        </p:nvSpPr>
        <p:spPr>
          <a:xfrm>
            <a:off x="4067944" y="4725144"/>
            <a:ext cx="1598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e=HHH,</a:t>
            </a:r>
            <a:endParaRPr lang="zh-CN" altLang="en-US" sz="2400" dirty="0">
              <a:solidFill>
                <a:srgbClr val="001892"/>
              </a:solidFill>
              <a:latin typeface="+mj-lt"/>
              <a:ea typeface="KaiTi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7B7A89-7A23-4C8B-95C1-D4FD3CA81904}"/>
              </a:ext>
            </a:extLst>
          </p:cNvPr>
          <p:cNvSpPr txBox="1"/>
          <p:nvPr/>
        </p:nvSpPr>
        <p:spPr>
          <a:xfrm>
            <a:off x="4082970" y="5157192"/>
            <a:ext cx="320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e=HHT, HTH, THH,</a:t>
            </a:r>
            <a:endParaRPr lang="zh-CN" altLang="en-US" sz="2400" dirty="0">
              <a:solidFill>
                <a:srgbClr val="001892"/>
              </a:solidFill>
              <a:latin typeface="+mj-lt"/>
              <a:ea typeface="KaiT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7A3223-ED58-4856-8A62-1AC3B730E51F}"/>
              </a:ext>
            </a:extLst>
          </p:cNvPr>
          <p:cNvSpPr txBox="1"/>
          <p:nvPr/>
        </p:nvSpPr>
        <p:spPr>
          <a:xfrm>
            <a:off x="4082970" y="5589240"/>
            <a:ext cx="3080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e=HTT, THT, TTH,</a:t>
            </a:r>
            <a:endParaRPr lang="zh-CN" altLang="en-US" sz="2400" dirty="0">
              <a:solidFill>
                <a:srgbClr val="001892"/>
              </a:solidFill>
              <a:latin typeface="+mj-lt"/>
              <a:ea typeface="KaiTi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1BDED1-CFA8-496B-884D-E56C2695B94D}"/>
              </a:ext>
            </a:extLst>
          </p:cNvPr>
          <p:cNvSpPr txBox="1"/>
          <p:nvPr/>
        </p:nvSpPr>
        <p:spPr>
          <a:xfrm>
            <a:off x="4097826" y="6021288"/>
            <a:ext cx="1407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001892"/>
                </a:solidFill>
                <a:latin typeface="+mj-lt"/>
                <a:ea typeface="KaiTi" panose="02010609060101010101" pitchFamily="49" charset="-122"/>
              </a:rPr>
              <a:t>e=TTT</a:t>
            </a:r>
            <a:endParaRPr lang="zh-CN" altLang="en-US" sz="2400" dirty="0">
              <a:solidFill>
                <a:srgbClr val="001892"/>
              </a:solidFill>
              <a:latin typeface="+mj-lt"/>
              <a:ea typeface="KaiTi" panose="02010609060101010101" pitchFamily="49" charset="-122"/>
            </a:endParaRPr>
          </a:p>
        </p:txBody>
      </p: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AE6620EA-7021-7B0E-5963-578A88075E5E}"/>
              </a:ext>
            </a:extLst>
          </p:cNvPr>
          <p:cNvSpPr/>
          <p:nvPr/>
        </p:nvSpPr>
        <p:spPr bwMode="auto">
          <a:xfrm>
            <a:off x="2626603" y="143154"/>
            <a:ext cx="38908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试验结果的数量化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78CD73F6-1B0D-1B97-A3B8-6CAFC02647D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5804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4514" name="Rectangle 2">
                <a:extLst>
                  <a:ext uri="{FF2B5EF4-FFF2-40B4-BE49-F238E27FC236}">
                    <a16:creationId xmlns:a16="http://schemas.microsoft.com/office/drawing/2014/main" id="{8039605C-9F4D-ED4F-8405-BCD3B1D30849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95536" y="1239209"/>
                <a:ext cx="8496944" cy="1109671"/>
              </a:xfrm>
              <a:ln w="15875">
                <a:solidFill>
                  <a:srgbClr val="001892"/>
                </a:solidFill>
                <a:prstDash val="sysDot"/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例 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  袋中有编号分别为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1, 2, 3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的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3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只球，在袋中任取一球，放回，再任取一球，记录它们的号码。以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</a:rPr>
                  <a:t>记两次取球的编码之和。</a:t>
                </a:r>
              </a:p>
            </p:txBody>
          </p:sp>
        </mc:Choice>
        <mc:Fallback xmlns="">
          <p:sp>
            <p:nvSpPr>
              <p:cNvPr id="64514" name="Rectangle 2">
                <a:extLst>
                  <a:ext uri="{FF2B5EF4-FFF2-40B4-BE49-F238E27FC236}">
                    <a16:creationId xmlns:a16="http://schemas.microsoft.com/office/drawing/2014/main" id="{8039605C-9F4D-ED4F-8405-BCD3B1D30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5536" y="1239209"/>
                <a:ext cx="8496944" cy="1109671"/>
              </a:xfrm>
              <a:blipFill>
                <a:blip r:embed="rId2"/>
                <a:stretch>
                  <a:fillRect l="-1042" r="-2976" b="-11111"/>
                </a:stretch>
              </a:blipFill>
              <a:ln w="15875">
                <a:solidFill>
                  <a:srgbClr val="001892"/>
                </a:solidFill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, 箱线图&#10;&#10;描述已自动生成">
            <a:extLst>
              <a:ext uri="{FF2B5EF4-FFF2-40B4-BE49-F238E27FC236}">
                <a16:creationId xmlns:a16="http://schemas.microsoft.com/office/drawing/2014/main" id="{BDA38AC5-DE4D-4FC5-8DDC-8445E2C553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44"/>
          <a:stretch/>
        </p:blipFill>
        <p:spPr>
          <a:xfrm>
            <a:off x="2663827" y="3068960"/>
            <a:ext cx="3435669" cy="3355236"/>
          </a:xfrm>
          <a:prstGeom prst="rect">
            <a:avLst/>
          </a:prstGeom>
        </p:spPr>
      </p:pic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6CF412E2-AD3A-0BBB-54A5-675D19268DB3}"/>
              </a:ext>
            </a:extLst>
          </p:cNvPr>
          <p:cNvSpPr/>
          <p:nvPr/>
        </p:nvSpPr>
        <p:spPr bwMode="auto">
          <a:xfrm>
            <a:off x="2626603" y="143154"/>
            <a:ext cx="38908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试验结果的数量化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11DEC793-A341-45FA-FDDD-4EE2BDF0B5B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9712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ext Box 3">
            <a:extLst>
              <a:ext uri="{FF2B5EF4-FFF2-40B4-BE49-F238E27FC236}">
                <a16:creationId xmlns:a16="http://schemas.microsoft.com/office/drawing/2014/main" id="{48460FEB-F4CE-D04E-A143-F9F791A96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879" y="4454672"/>
            <a:ext cx="4884854" cy="2041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14350" indent="-51435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1" lang="zh-CN" altLang="en-US" sz="2600" dirty="0">
                <a:solidFill>
                  <a:srgbClr val="001892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它是一个函数</a:t>
            </a:r>
            <a:endParaRPr kumimoji="1" lang="en-US" altLang="zh-CN" sz="2600" dirty="0">
              <a:solidFill>
                <a:srgbClr val="001892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514350" indent="-51435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1" lang="zh-CN" altLang="en-US" sz="2600" dirty="0">
                <a:solidFill>
                  <a:srgbClr val="001892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它的取值随试验结果而改变</a:t>
            </a:r>
          </a:p>
          <a:p>
            <a:pPr marL="514350" indent="-51435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1" lang="zh-CN" altLang="en-US" sz="2600" dirty="0">
                <a:solidFill>
                  <a:srgbClr val="001892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随机变量在某一范围内取值，表示一个随机事件</a:t>
            </a:r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92709FDD-3D1F-0D47-95BB-280C4A4C6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854419"/>
            <a:ext cx="4176464" cy="45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sz="2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随机变量的特征</a:t>
            </a:r>
            <a:r>
              <a:rPr kumimoji="1" lang="en-US" altLang="zh-CN" sz="2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42" name="Text Box 6">
                <a:extLst>
                  <a:ext uri="{FF2B5EF4-FFF2-40B4-BE49-F238E27FC236}">
                    <a16:creationId xmlns:a16="http://schemas.microsoft.com/office/drawing/2014/main" id="{36CCCA20-8364-AD4A-A284-A901296A2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46" y="1340768"/>
                <a:ext cx="8587442" cy="12948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 fontAlgn="t">
                  <a:lnSpc>
                    <a:spcPct val="15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设随机试验的样本空间为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𝑆</m:t>
                    </m:r>
                  </m:oMath>
                </a14:m>
                <a:r>
                  <a:rPr lang="en-US" altLang="zh-CN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 = {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𝑒</m:t>
                    </m:r>
                  </m:oMath>
                </a14:m>
                <a:r>
                  <a:rPr lang="en-US" altLang="zh-CN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}</a:t>
                </a:r>
                <a:r>
                  <a:rPr lang="zh-CN" altLang="en-US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sz="2600" b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zh-CN" altLang="en-US" sz="260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是定义在样本空间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上的实值单值函数</a:t>
                </a:r>
                <a:r>
                  <a:rPr lang="en-US" altLang="zh-CN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, </a:t>
                </a:r>
                <a:r>
                  <a:rPr lang="zh-CN" altLang="en-US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zh-CN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sz="2600" b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zh-CN" altLang="en-US" sz="260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zh-CN" altLang="en-US" sz="2600" b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+mj-lt"/>
                    <a:ea typeface="KaiTi" panose="02010609060101010101" pitchFamily="49" charset="-122"/>
                  </a:rPr>
                  <a:t>为随机变量</a:t>
                </a:r>
                <a:endParaRPr lang="zh-CN" altLang="el-GR" sz="2600" dirty="0">
                  <a:solidFill>
                    <a:srgbClr val="001892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5542" name="Text Box 6">
                <a:extLst>
                  <a:ext uri="{FF2B5EF4-FFF2-40B4-BE49-F238E27FC236}">
                    <a16:creationId xmlns:a16="http://schemas.microsoft.com/office/drawing/2014/main" id="{36CCCA20-8364-AD4A-A284-A901296A2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046" y="1340768"/>
                <a:ext cx="8587442" cy="1294843"/>
              </a:xfrm>
              <a:prstGeom prst="rect">
                <a:avLst/>
              </a:prstGeom>
              <a:blipFill>
                <a:blip r:embed="rId2"/>
                <a:stretch>
                  <a:fillRect l="-1180" b="-970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CB0A5A54-69E9-477C-B9C7-83EEACE2FBC2}"/>
              </a:ext>
            </a:extLst>
          </p:cNvPr>
          <p:cNvGrpSpPr/>
          <p:nvPr/>
        </p:nvGrpSpPr>
        <p:grpSpPr>
          <a:xfrm>
            <a:off x="383644" y="3356992"/>
            <a:ext cx="2964182" cy="3036150"/>
            <a:chOff x="2483768" y="2767881"/>
            <a:chExt cx="2964182" cy="3036150"/>
          </a:xfrm>
        </p:grpSpPr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75899B1E-35E0-46F9-9E09-221DF99CC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100" y="2767881"/>
              <a:ext cx="958850" cy="235359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0" dirty="0">
                <a:ea typeface="KaiTi" panose="02010609060101010101" pitchFamily="49" charset="-122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411823A2-AA4D-4ACE-B0AB-3F5917374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768" y="2767881"/>
              <a:ext cx="936104" cy="2389311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0" dirty="0">
                <a:ea typeface="KaiTi" panose="02010609060101010101" pitchFamily="49" charset="-122"/>
              </a:endParaRPr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9C5BF82F-7260-45BF-8D0F-491E407D3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816" y="3892018"/>
              <a:ext cx="71438" cy="714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0" dirty="0">
                <a:ea typeface="KaiTi" panose="02010609060101010101" pitchFamily="49" charset="-122"/>
              </a:endParaRPr>
            </a:p>
          </p:txBody>
        </p:sp>
        <p:sp>
          <p:nvSpPr>
            <p:cNvPr id="22" name="Oval 14">
              <a:extLst>
                <a:ext uri="{FF2B5EF4-FFF2-40B4-BE49-F238E27FC236}">
                  <a16:creationId xmlns:a16="http://schemas.microsoft.com/office/drawing/2014/main" id="{E218188F-7701-478D-A1C3-7EFBED884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7602" y="3865561"/>
              <a:ext cx="71438" cy="714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0" dirty="0">
                <a:ea typeface="KaiTi" panose="02010609060101010101" pitchFamily="49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E5C0F222-BD5E-4CA2-AF2F-5899C4A7EACA}"/>
                </a:ext>
              </a:extLst>
            </p:cNvPr>
            <p:cNvSpPr/>
            <p:nvPr/>
          </p:nvSpPr>
          <p:spPr bwMode="auto">
            <a:xfrm>
              <a:off x="2973169" y="3496258"/>
              <a:ext cx="1971162" cy="435114"/>
            </a:xfrm>
            <a:custGeom>
              <a:avLst/>
              <a:gdLst>
                <a:gd name="connsiteX0" fmla="*/ 0 w 1971162"/>
                <a:gd name="connsiteY0" fmla="*/ 435114 h 435114"/>
                <a:gd name="connsiteX1" fmla="*/ 470888 w 1971162"/>
                <a:gd name="connsiteY1" fmla="*/ 144916 h 435114"/>
                <a:gd name="connsiteX2" fmla="*/ 897974 w 1971162"/>
                <a:gd name="connsiteY2" fmla="*/ 13505 h 435114"/>
                <a:gd name="connsiteX3" fmla="*/ 1385288 w 1971162"/>
                <a:gd name="connsiteY3" fmla="*/ 46358 h 435114"/>
                <a:gd name="connsiteX4" fmla="*/ 1971162 w 1971162"/>
                <a:gd name="connsiteY4" fmla="*/ 385835 h 435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162" h="435114">
                  <a:moveTo>
                    <a:pt x="0" y="435114"/>
                  </a:moveTo>
                  <a:cubicBezTo>
                    <a:pt x="160613" y="325149"/>
                    <a:pt x="321226" y="215184"/>
                    <a:pt x="470888" y="144916"/>
                  </a:cubicBezTo>
                  <a:cubicBezTo>
                    <a:pt x="620550" y="74648"/>
                    <a:pt x="745574" y="29931"/>
                    <a:pt x="897974" y="13505"/>
                  </a:cubicBezTo>
                  <a:cubicBezTo>
                    <a:pt x="1050374" y="-2921"/>
                    <a:pt x="1206423" y="-15697"/>
                    <a:pt x="1385288" y="46358"/>
                  </a:cubicBezTo>
                  <a:cubicBezTo>
                    <a:pt x="1564153" y="108413"/>
                    <a:pt x="1767657" y="247124"/>
                    <a:pt x="1971162" y="38583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KaiTi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11">
                  <a:extLst>
                    <a:ext uri="{FF2B5EF4-FFF2-40B4-BE49-F238E27FC236}">
                      <a16:creationId xmlns:a16="http://schemas.microsoft.com/office/drawing/2014/main" id="{BE862B94-A5F8-49BE-816B-7BCF2628874E}"/>
                    </a:ext>
                  </a:extLst>
                </p:cNvPr>
                <p:cNvSpPr txBox="1"/>
                <p:nvPr/>
              </p:nvSpPr>
              <p:spPr bwMode="auto">
                <a:xfrm>
                  <a:off x="3736975" y="3146425"/>
                  <a:ext cx="958850" cy="43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b="0">
                            <a:solidFill>
                              <a:srgbClr val="000000"/>
                            </a:solidFill>
                            <a:latin typeface="+mn-lt"/>
                            <a:ea typeface="KaiTi" panose="02010609060101010101" pitchFamily="49" charset="-122"/>
                          </a:rPr>
                          <m:t>X</m:t>
                        </m:r>
                      </m:oMath>
                    </m:oMathPara>
                  </a14:m>
                  <a:endParaRPr lang="zh-CN" altLang="en-US" b="0" dirty="0"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Object 11">
                  <a:extLst>
                    <a:ext uri="{FF2B5EF4-FFF2-40B4-BE49-F238E27FC236}">
                      <a16:creationId xmlns:a16="http://schemas.microsoft.com/office/drawing/2014/main" id="{BE862B94-A5F8-49BE-816B-7BCF262887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6975" y="3146425"/>
                  <a:ext cx="958850" cy="431800"/>
                </a:xfrm>
                <a:prstGeom prst="rect">
                  <a:avLst/>
                </a:prstGeom>
                <a:blipFill>
                  <a:blip r:embed="rId3"/>
                  <a:stretch>
                    <a:fillRect l="-131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4D2F443-FFE7-43FD-BFFE-78F33597B178}"/>
                </a:ext>
              </a:extLst>
            </p:cNvPr>
            <p:cNvSpPr txBox="1"/>
            <p:nvPr/>
          </p:nvSpPr>
          <p:spPr>
            <a:xfrm>
              <a:off x="4746349" y="5280811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0" dirty="0">
                  <a:ea typeface="KaiTi" panose="02010609060101010101" pitchFamily="49" charset="-122"/>
                </a:rPr>
                <a:t>R</a:t>
              </a:r>
              <a:endParaRPr lang="zh-CN" altLang="en-US" b="0" dirty="0">
                <a:ea typeface="KaiTi" panose="02010609060101010101" pitchFamily="49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106CAFD-51F3-4DDC-A8BD-C6326DA8FA74}"/>
              </a:ext>
            </a:extLst>
          </p:cNvPr>
          <p:cNvSpPr txBox="1"/>
          <p:nvPr/>
        </p:nvSpPr>
        <p:spPr>
          <a:xfrm>
            <a:off x="625235" y="583452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>
                <a:ea typeface="KaiTi" panose="02010609060101010101" pitchFamily="49" charset="-122"/>
              </a:rPr>
              <a:t>S</a:t>
            </a:r>
            <a:endParaRPr lang="zh-CN" altLang="en-US" b="0" dirty="0"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CF07CA14-F572-4C80-8C05-4B8C21A5BDA6}"/>
                  </a:ext>
                </a:extLst>
              </p:cNvPr>
              <p:cNvSpPr txBox="1"/>
              <p:nvPr/>
            </p:nvSpPr>
            <p:spPr bwMode="auto">
              <a:xfrm>
                <a:off x="649325" y="4043702"/>
                <a:ext cx="95885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b="0" dirty="0"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CF07CA14-F572-4C80-8C05-4B8C21A5B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325" y="4043702"/>
                <a:ext cx="958850" cy="431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D6E88FF6-8F8A-4783-A108-7F381C4BFEDD}"/>
                  </a:ext>
                </a:extLst>
              </p:cNvPr>
              <p:cNvSpPr txBox="1"/>
              <p:nvPr/>
            </p:nvSpPr>
            <p:spPr bwMode="auto">
              <a:xfrm>
                <a:off x="2646225" y="4585902"/>
                <a:ext cx="95885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b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CN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e</m:t>
                      </m:r>
                      <m:r>
                        <m:rPr>
                          <m:nor/>
                        </m:rPr>
                        <a:rPr lang="en-US" altLang="zh-CN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b="0" dirty="0"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D6E88FF6-8F8A-4783-A108-7F381C4BF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6225" y="4585902"/>
                <a:ext cx="958850" cy="431800"/>
              </a:xfrm>
              <a:prstGeom prst="rect">
                <a:avLst/>
              </a:prstGeom>
              <a:blipFill>
                <a:blip r:embed="rId5"/>
                <a:stretch>
                  <a:fillRect l="-1316" b="-138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32E1277D-861D-C7D6-2230-D7570B3F5E01}"/>
              </a:ext>
            </a:extLst>
          </p:cNvPr>
          <p:cNvSpPr/>
          <p:nvPr/>
        </p:nvSpPr>
        <p:spPr bwMode="auto">
          <a:xfrm>
            <a:off x="2858243" y="143154"/>
            <a:ext cx="3427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随机变量的定义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11D0A43C-5794-EEA7-4DAC-D557D9725DF2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D7750915-CEBC-4215-902A-9B316BC537E8}"/>
              </a:ext>
            </a:extLst>
          </p:cNvPr>
          <p:cNvGrpSpPr/>
          <p:nvPr/>
        </p:nvGrpSpPr>
        <p:grpSpPr>
          <a:xfrm>
            <a:off x="2627784" y="692696"/>
            <a:ext cx="3888430" cy="3681960"/>
            <a:chOff x="2627785" y="692696"/>
            <a:chExt cx="3138248" cy="292917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B9E1D88-4F8F-4B02-87A7-D129DE5232B5}"/>
                </a:ext>
              </a:extLst>
            </p:cNvPr>
            <p:cNvGrpSpPr/>
            <p:nvPr/>
          </p:nvGrpSpPr>
          <p:grpSpPr>
            <a:xfrm>
              <a:off x="2627785" y="692696"/>
              <a:ext cx="2964181" cy="2929177"/>
              <a:chOff x="2483769" y="2767881"/>
              <a:chExt cx="2964181" cy="2929177"/>
            </a:xfrm>
          </p:grpSpPr>
          <p:sp>
            <p:nvSpPr>
              <p:cNvPr id="5" name="Rectangle 9">
                <a:extLst>
                  <a:ext uri="{FF2B5EF4-FFF2-40B4-BE49-F238E27FC236}">
                    <a16:creationId xmlns:a16="http://schemas.microsoft.com/office/drawing/2014/main" id="{3579D95A-C433-4C51-AAFA-ACF81EBF9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100" y="2767881"/>
                <a:ext cx="958850" cy="2353592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+mn-cs"/>
                </a:endParaRPr>
              </a:p>
            </p:txBody>
          </p:sp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0155B24D-2BA7-4290-BE8A-E74A1C435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3769" y="2767881"/>
                <a:ext cx="936104" cy="2389311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Object 12">
                    <a:extLst>
                      <a:ext uri="{FF2B5EF4-FFF2-40B4-BE49-F238E27FC236}">
                        <a16:creationId xmlns:a16="http://schemas.microsoft.com/office/drawing/2014/main" id="{DD9DDEC0-B072-4E9B-86A2-B69CC2F0FC8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2555776" y="3569883"/>
                    <a:ext cx="546348" cy="3235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en-US" altLang="zh-CN" b="0" u="none" strike="noStrike" kern="1200" cap="none" spc="0" normalizeH="0" baseline="-2500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𝒆</m:t>
                        </m:r>
                      </m:oMath>
                    </a14:m>
                    <a:r>
                      <a:rPr kumimoji="0" lang="en-US" altLang="zh-CN" b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ea typeface="KaiTi" panose="02010609060101010101" pitchFamily="49" charset="-122"/>
                        <a:cs typeface="+mn-cs"/>
                      </a:rPr>
                      <a:t>1</a:t>
                    </a:r>
                    <a:endParaRPr kumimoji="0" lang="zh-CN" altLang="en-US" b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KaiTi" panose="02010609060101010101" pitchFamily="49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" name="Object 12">
                    <a:extLst>
                      <a:ext uri="{FF2B5EF4-FFF2-40B4-BE49-F238E27FC236}">
                        <a16:creationId xmlns:a16="http://schemas.microsoft.com/office/drawing/2014/main" id="{DD9DDEC0-B072-4E9B-86A2-B69CC2F0FC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55776" y="3569883"/>
                    <a:ext cx="546348" cy="32356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58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9E861447-3461-40D4-9EFE-CED50BA8E97E}"/>
                  </a:ext>
                </a:extLst>
              </p:cNvPr>
              <p:cNvSpPr/>
              <p:nvPr/>
            </p:nvSpPr>
            <p:spPr bwMode="auto">
              <a:xfrm>
                <a:off x="2973169" y="3496258"/>
                <a:ext cx="1971162" cy="435114"/>
              </a:xfrm>
              <a:custGeom>
                <a:avLst/>
                <a:gdLst>
                  <a:gd name="connsiteX0" fmla="*/ 0 w 1971162"/>
                  <a:gd name="connsiteY0" fmla="*/ 435114 h 435114"/>
                  <a:gd name="connsiteX1" fmla="*/ 470888 w 1971162"/>
                  <a:gd name="connsiteY1" fmla="*/ 144916 h 435114"/>
                  <a:gd name="connsiteX2" fmla="*/ 897974 w 1971162"/>
                  <a:gd name="connsiteY2" fmla="*/ 13505 h 435114"/>
                  <a:gd name="connsiteX3" fmla="*/ 1385288 w 1971162"/>
                  <a:gd name="connsiteY3" fmla="*/ 46358 h 435114"/>
                  <a:gd name="connsiteX4" fmla="*/ 1971162 w 1971162"/>
                  <a:gd name="connsiteY4" fmla="*/ 385835 h 435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71162" h="435114">
                    <a:moveTo>
                      <a:pt x="0" y="435114"/>
                    </a:moveTo>
                    <a:cubicBezTo>
                      <a:pt x="160613" y="325149"/>
                      <a:pt x="321226" y="215184"/>
                      <a:pt x="470888" y="144916"/>
                    </a:cubicBezTo>
                    <a:cubicBezTo>
                      <a:pt x="620550" y="74648"/>
                      <a:pt x="745574" y="29931"/>
                      <a:pt x="897974" y="13505"/>
                    </a:cubicBezTo>
                    <a:cubicBezTo>
                      <a:pt x="1050374" y="-2921"/>
                      <a:pt x="1206423" y="-15697"/>
                      <a:pt x="1385288" y="46358"/>
                    </a:cubicBezTo>
                    <a:cubicBezTo>
                      <a:pt x="1564153" y="108413"/>
                      <a:pt x="1767657" y="247124"/>
                      <a:pt x="1971162" y="385835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Object 11">
                    <a:extLst>
                      <a:ext uri="{FF2B5EF4-FFF2-40B4-BE49-F238E27FC236}">
                        <a16:creationId xmlns:a16="http://schemas.microsoft.com/office/drawing/2014/main" id="{7730FCFE-DE50-42A4-A03B-1E484CD1369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736975" y="3146425"/>
                    <a:ext cx="958850" cy="4318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zh-CN" alt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+mn-cs"/>
                            </a:rPr>
                            <m:t>𝑋</m:t>
                          </m:r>
                        </m:oMath>
                      </m:oMathPara>
                    </a14:m>
                    <a:endParaRPr kumimoji="0" lang="zh-CN" alt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/>
                      <a:ea typeface="KaiTi" panose="02010609060101010101" pitchFamily="49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Object 11">
                    <a:extLst>
                      <a:ext uri="{FF2B5EF4-FFF2-40B4-BE49-F238E27FC236}">
                        <a16:creationId xmlns:a16="http://schemas.microsoft.com/office/drawing/2014/main" id="{7730FCFE-DE50-42A4-A03B-1E484CD136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736975" y="3146425"/>
                    <a:ext cx="958850" cy="4318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9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9E392B3-37C0-40F9-87D1-D23FD6057CED}"/>
                  </a:ext>
                </a:extLst>
              </p:cNvPr>
              <p:cNvSpPr txBox="1"/>
              <p:nvPr/>
            </p:nvSpPr>
            <p:spPr>
              <a:xfrm>
                <a:off x="4746349" y="5280811"/>
                <a:ext cx="358625" cy="4162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KaiTi" panose="02010609060101010101" pitchFamily="49" charset="-122"/>
                    <a:cs typeface="+mn-cs"/>
                  </a:rPr>
                  <a:t>R</a:t>
                </a:r>
                <a:endParaRPr kumimoji="0" lang="zh-CN" altLang="en-US" sz="28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KaiT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D168055-0E33-48F4-A052-07B12EB590BD}"/>
                </a:ext>
              </a:extLst>
            </p:cNvPr>
            <p:cNvSpPr/>
            <p:nvPr/>
          </p:nvSpPr>
          <p:spPr bwMode="auto">
            <a:xfrm>
              <a:off x="3069879" y="2181290"/>
              <a:ext cx="75421" cy="7251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535C02F-987D-48D5-B7CA-A496EA573851}"/>
                </a:ext>
              </a:extLst>
            </p:cNvPr>
            <p:cNvSpPr/>
            <p:nvPr/>
          </p:nvSpPr>
          <p:spPr bwMode="auto">
            <a:xfrm>
              <a:off x="5051618" y="2153060"/>
              <a:ext cx="75421" cy="7251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0B06325-3A92-411D-B8FD-1FBF5C1BC649}"/>
                </a:ext>
              </a:extLst>
            </p:cNvPr>
            <p:cNvSpPr/>
            <p:nvPr/>
          </p:nvSpPr>
          <p:spPr bwMode="auto">
            <a:xfrm>
              <a:off x="3079474" y="2523749"/>
              <a:ext cx="75421" cy="7251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1F7A8AE-FC9D-45D6-8D24-48264DEFFE98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 bwMode="auto">
            <a:xfrm flipV="1">
              <a:off x="3145300" y="2189315"/>
              <a:ext cx="1906318" cy="2823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3132839-F598-44DE-9EA3-B1FA577CE580}"/>
                </a:ext>
              </a:extLst>
            </p:cNvPr>
            <p:cNvCxnSpPr>
              <a:cxnSpLocks/>
              <a:stCxn id="41" idx="3"/>
              <a:endCxn id="19" idx="7"/>
            </p:cNvCxnSpPr>
            <p:nvPr/>
          </p:nvCxnSpPr>
          <p:spPr bwMode="auto">
            <a:xfrm>
              <a:off x="3073165" y="1881823"/>
              <a:ext cx="2042829" cy="2818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3A25B6A-6E0C-4B6E-AAB7-BA052C08773E}"/>
                </a:ext>
              </a:extLst>
            </p:cNvPr>
            <p:cNvCxnSpPr>
              <a:stCxn id="21" idx="5"/>
              <a:endCxn id="19" idx="4"/>
            </p:cNvCxnSpPr>
            <p:nvPr/>
          </p:nvCxnSpPr>
          <p:spPr bwMode="auto">
            <a:xfrm flipV="1">
              <a:off x="3143850" y="2225571"/>
              <a:ext cx="1945478" cy="360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12">
                  <a:extLst>
                    <a:ext uri="{FF2B5EF4-FFF2-40B4-BE49-F238E27FC236}">
                      <a16:creationId xmlns:a16="http://schemas.microsoft.com/office/drawing/2014/main" id="{CD21BE2D-F8FD-40A1-8793-33A7DA31068C}"/>
                    </a:ext>
                  </a:extLst>
                </p:cNvPr>
                <p:cNvSpPr txBox="1"/>
                <p:nvPr/>
              </p:nvSpPr>
              <p:spPr bwMode="auto">
                <a:xfrm>
                  <a:off x="5123056" y="1568464"/>
                  <a:ext cx="629677" cy="2699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altLang="zh-CN" sz="2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a14:m>
                  <a:r>
                    <a:rPr kumimoji="0" lang="en-US" altLang="zh-CN" sz="2400" b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KaiTi" panose="02010609060101010101" pitchFamily="49" charset="-122"/>
                      <a:cs typeface="+mn-cs"/>
                    </a:rPr>
                    <a:t>1</a:t>
                  </a:r>
                  <a:endParaRPr kumimoji="0" lang="zh-CN" altLang="en-US" sz="2400" b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KaiT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9" name="Object 12">
                  <a:extLst>
                    <a:ext uri="{FF2B5EF4-FFF2-40B4-BE49-F238E27FC236}">
                      <a16:creationId xmlns:a16="http://schemas.microsoft.com/office/drawing/2014/main" id="{CD21BE2D-F8FD-40A1-8793-33A7DA310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3056" y="1568464"/>
                  <a:ext cx="629677" cy="269949"/>
                </a:xfrm>
                <a:prstGeom prst="rect">
                  <a:avLst/>
                </a:prstGeom>
                <a:blipFill>
                  <a:blip r:embed="rId5"/>
                  <a:stretch>
                    <a:fillRect b="-7037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12">
                  <a:extLst>
                    <a:ext uri="{FF2B5EF4-FFF2-40B4-BE49-F238E27FC236}">
                      <a16:creationId xmlns:a16="http://schemas.microsoft.com/office/drawing/2014/main" id="{A206F477-AB39-4DEE-A39B-739B6754FA8B}"/>
                    </a:ext>
                  </a:extLst>
                </p:cNvPr>
                <p:cNvSpPr txBox="1"/>
                <p:nvPr/>
              </p:nvSpPr>
              <p:spPr bwMode="auto">
                <a:xfrm>
                  <a:off x="5136356" y="1965864"/>
                  <a:ext cx="629677" cy="4454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altLang="zh-CN" sz="2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a14:m>
                  <a:r>
                    <a:rPr kumimoji="0" lang="en-US" altLang="zh-CN" sz="2400" b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KaiTi" panose="02010609060101010101" pitchFamily="49" charset="-122"/>
                      <a:cs typeface="+mn-cs"/>
                    </a:rPr>
                    <a:t>2</a:t>
                  </a:r>
                  <a:endParaRPr kumimoji="0" lang="zh-CN" altLang="en-US" sz="2400" b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KaiT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Object 12">
                  <a:extLst>
                    <a:ext uri="{FF2B5EF4-FFF2-40B4-BE49-F238E27FC236}">
                      <a16:creationId xmlns:a16="http://schemas.microsoft.com/office/drawing/2014/main" id="{A206F477-AB39-4DEE-A39B-739B6754F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6356" y="1965864"/>
                  <a:ext cx="629677" cy="445408"/>
                </a:xfrm>
                <a:prstGeom prst="rect">
                  <a:avLst/>
                </a:prstGeom>
                <a:blipFill>
                  <a:blip r:embed="rId6"/>
                  <a:stretch>
                    <a:fillRect b="-44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5A94002B-E697-409D-BE4B-51C441458783}"/>
                </a:ext>
              </a:extLst>
            </p:cNvPr>
            <p:cNvSpPr/>
            <p:nvPr/>
          </p:nvSpPr>
          <p:spPr bwMode="auto">
            <a:xfrm>
              <a:off x="3062120" y="1819932"/>
              <a:ext cx="75421" cy="7251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B0443AB8-E531-4E23-8141-CBC8054B27F8}"/>
                </a:ext>
              </a:extLst>
            </p:cNvPr>
            <p:cNvSpPr/>
            <p:nvPr/>
          </p:nvSpPr>
          <p:spPr bwMode="auto">
            <a:xfrm>
              <a:off x="5055599" y="1774999"/>
              <a:ext cx="75421" cy="7251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12">
                  <a:extLst>
                    <a:ext uri="{FF2B5EF4-FFF2-40B4-BE49-F238E27FC236}">
                      <a16:creationId xmlns:a16="http://schemas.microsoft.com/office/drawing/2014/main" id="{1E526CB6-E2D8-48AF-BF9E-22CD23001CC2}"/>
                    </a:ext>
                  </a:extLst>
                </p:cNvPr>
                <p:cNvSpPr txBox="1"/>
                <p:nvPr/>
              </p:nvSpPr>
              <p:spPr bwMode="auto">
                <a:xfrm>
                  <a:off x="2695788" y="1909888"/>
                  <a:ext cx="546348" cy="3235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altLang="zh-CN" b="0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𝒆</m:t>
                      </m:r>
                    </m:oMath>
                  </a14:m>
                  <a:r>
                    <a:rPr kumimoji="0" lang="en-US" altLang="zh-CN" b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KaiTi" panose="02010609060101010101" pitchFamily="49" charset="-122"/>
                      <a:cs typeface="+mn-cs"/>
                    </a:rPr>
                    <a:t>2</a:t>
                  </a:r>
                  <a:endParaRPr kumimoji="0" lang="zh-CN" altLang="en-US" b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KaiT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6" name="Object 12">
                  <a:extLst>
                    <a:ext uri="{FF2B5EF4-FFF2-40B4-BE49-F238E27FC236}">
                      <a16:creationId xmlns:a16="http://schemas.microsoft.com/office/drawing/2014/main" id="{1E526CB6-E2D8-48AF-BF9E-22CD23001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95788" y="1909888"/>
                  <a:ext cx="546348" cy="323561"/>
                </a:xfrm>
                <a:prstGeom prst="rect">
                  <a:avLst/>
                </a:prstGeom>
                <a:blipFill>
                  <a:blip r:embed="rId7"/>
                  <a:stretch>
                    <a:fillRect b="-6562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bject 12">
                  <a:extLst>
                    <a:ext uri="{FF2B5EF4-FFF2-40B4-BE49-F238E27FC236}">
                      <a16:creationId xmlns:a16="http://schemas.microsoft.com/office/drawing/2014/main" id="{3A5C87F1-9CC1-4A6E-AC74-F62D14AA12F4}"/>
                    </a:ext>
                  </a:extLst>
                </p:cNvPr>
                <p:cNvSpPr txBox="1"/>
                <p:nvPr/>
              </p:nvSpPr>
              <p:spPr bwMode="auto">
                <a:xfrm>
                  <a:off x="2701610" y="2247259"/>
                  <a:ext cx="546348" cy="3235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altLang="zh-CN" b="0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𝒆</m:t>
                      </m:r>
                    </m:oMath>
                  </a14:m>
                  <a:r>
                    <a:rPr kumimoji="0" lang="en-US" altLang="zh-CN" b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KaiTi" panose="02010609060101010101" pitchFamily="49" charset="-122"/>
                      <a:cs typeface="+mn-cs"/>
                    </a:rPr>
                    <a:t>3</a:t>
                  </a:r>
                  <a:endParaRPr kumimoji="0" lang="zh-CN" altLang="en-US" b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KaiT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" name="Object 12">
                  <a:extLst>
                    <a:ext uri="{FF2B5EF4-FFF2-40B4-BE49-F238E27FC236}">
                      <a16:creationId xmlns:a16="http://schemas.microsoft.com/office/drawing/2014/main" id="{3A5C87F1-9CC1-4A6E-AC74-F62D14AA1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1610" y="2247259"/>
                  <a:ext cx="546348" cy="323561"/>
                </a:xfrm>
                <a:prstGeom prst="rect">
                  <a:avLst/>
                </a:prstGeom>
                <a:blipFill>
                  <a:blip r:embed="rId8"/>
                  <a:stretch>
                    <a:fillRect b="-6060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43F1AC32-F234-4F48-A5F2-BA372C94D59F}"/>
              </a:ext>
            </a:extLst>
          </p:cNvPr>
          <p:cNvSpPr txBox="1"/>
          <p:nvPr/>
        </p:nvSpPr>
        <p:spPr>
          <a:xfrm>
            <a:off x="4298863" y="2109626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+mn-cs"/>
              </a:rPr>
              <a:t>×</a:t>
            </a:r>
            <a:endParaRPr kumimoji="0" lang="zh-CN" altLang="en-US" sz="2800" b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DBAD489-3562-46E1-AC4A-89B600C91530}"/>
                  </a:ext>
                </a:extLst>
              </p:cNvPr>
              <p:cNvSpPr txBox="1"/>
              <p:nvPr/>
            </p:nvSpPr>
            <p:spPr>
              <a:xfrm>
                <a:off x="2071897" y="5600651"/>
                <a:ext cx="554461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+mn-cs"/>
                  </a:rPr>
                  <a:t>用大写的</a:t>
                </a:r>
                <a14:m>
                  <m:oMath xmlns:m="http://schemas.openxmlformats.org/officeDocument/2006/math">
                    <m:r>
                      <a:rPr kumimoji="0" lang="en-US" altLang="zh-CN" sz="28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</m:oMath>
                </a14:m>
                <a:r>
                  <a:rPr kumimoji="0" lang="zh-CN" altLang="en-US" sz="28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28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</m:oMath>
                </a14:m>
                <a:r>
                  <a:rPr kumimoji="0" lang="zh-CN" altLang="en-US" sz="28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+mn-cs"/>
                  </a:rPr>
                  <a:t>等表示随机变量，用小写的</a:t>
                </a:r>
                <a14:m>
                  <m:oMath xmlns:m="http://schemas.openxmlformats.org/officeDocument/2006/math">
                    <m:r>
                      <a:rPr kumimoji="0" lang="en-US" altLang="zh-CN" sz="28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𝑥</m:t>
                    </m:r>
                  </m:oMath>
                </a14:m>
                <a:r>
                  <a:rPr kumimoji="0" lang="zh-CN" altLang="en-US" sz="28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28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𝑦</m:t>
                    </m:r>
                  </m:oMath>
                </a14:m>
                <a:r>
                  <a:rPr kumimoji="0" lang="zh-CN" altLang="en-US" sz="28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  <a:cs typeface="+mn-cs"/>
                  </a:rPr>
                  <a:t>等表示实数取值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DBAD489-3562-46E1-AC4A-89B600C91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897" y="5600651"/>
                <a:ext cx="5544616" cy="954107"/>
              </a:xfrm>
              <a:prstGeom prst="rect">
                <a:avLst/>
              </a:prstGeom>
              <a:blipFill>
                <a:blip r:embed="rId9"/>
                <a:stretch>
                  <a:fillRect l="-2288" t="-9333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A4BCA90A-0F62-1A47-8519-D62963FE7434}"/>
              </a:ext>
            </a:extLst>
          </p:cNvPr>
          <p:cNvSpPr txBox="1"/>
          <p:nvPr/>
        </p:nvSpPr>
        <p:spPr>
          <a:xfrm>
            <a:off x="2965479" y="379654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>
                <a:ea typeface="KaiTi" panose="02010609060101010101" pitchFamily="49" charset="-122"/>
              </a:rPr>
              <a:t>S</a:t>
            </a:r>
            <a:endParaRPr lang="zh-CN" altLang="en-US" b="0" dirty="0"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10437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098F6D9-7FEC-8C00-D27E-F78A13C0BE41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0" lang="zh-CN" altLang="en-US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</a:rPr>
                  <a:t>是一个随机变量，对于</a:t>
                </a:r>
                <a14:m>
                  <m:oMath xmlns:m="http://schemas.openxmlformats.org/officeDocument/2006/math">
                    <m:r>
                      <a:rPr kumimoji="0" lang="en-US" altLang="zh-CN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𝑥</m:t>
                    </m:r>
                    <m:r>
                      <a:rPr kumimoji="0" lang="en-US" altLang="zh-CN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1</m:t>
                    </m:r>
                  </m:oMath>
                </a14:m>
                <a:r>
                  <a:rPr kumimoji="0" lang="zh-CN" altLang="en-US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</a:rPr>
                  <a:t>不等于</a:t>
                </a:r>
                <a14:m>
                  <m:oMath xmlns:m="http://schemas.openxmlformats.org/officeDocument/2006/math">
                    <m:r>
                      <a:rPr kumimoji="0" lang="en-US" altLang="zh-CN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𝑥</m:t>
                    </m:r>
                    <m:r>
                      <a:rPr kumimoji="0" lang="en-US" altLang="zh-CN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</m:t>
                    </m:r>
                  </m:oMath>
                </a14:m>
                <a:r>
                  <a:rPr kumimoji="0" lang="en-US" altLang="zh-CN" u="none" strike="noStrike" kern="1200" cap="none" spc="0" normalizeH="0" baseline="-2500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</a:rPr>
                  <a:t> </a:t>
                </a:r>
                <a:r>
                  <a:rPr kumimoji="0" lang="zh-CN" altLang="en-US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</a:rPr>
                  <a:t>，必有</a:t>
                </a:r>
                <a:r>
                  <a:rPr kumimoji="0" lang="en-US" altLang="zh-CN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</a:rPr>
                  <a:t>{</a:t>
                </a:r>
                <a14:m>
                  <m:oMath xmlns:m="http://schemas.openxmlformats.org/officeDocument/2006/math">
                    <m:r>
                      <a:rPr kumimoji="0" lang="en-US" altLang="zh-CN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0" lang="en-US" altLang="zh-CN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0" lang="en-US" altLang="zh-CN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𝑥</m:t>
                    </m:r>
                    <m:r>
                      <a:rPr kumimoji="0" lang="en-US" altLang="zh-CN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1</m:t>
                    </m:r>
                  </m:oMath>
                </a14:m>
                <a:r>
                  <a:rPr kumimoji="0" lang="en-US" altLang="zh-CN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</a:rPr>
                  <a:t>} </a:t>
                </a:r>
                <a14:m>
                  <m:oMath xmlns:m="http://schemas.openxmlformats.org/officeDocument/2006/math">
                    <m:r>
                      <a:rPr kumimoji="0" lang="en-US" altLang="zh-CN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kumimoji="0" lang="en-US" altLang="zh-CN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Times New Roman"/>
                        <a:ea typeface="KaiTi" panose="02010609060101010101" pitchFamily="49" charset="-122"/>
                      </a:rPr>
                      <m:t>{</m:t>
                    </m:r>
                    <m:r>
                      <a:rPr lang="en-US" altLang="zh-CN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lang="en-US" altLang="zh-CN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lang="en-US" altLang="zh-CN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𝑥</m:t>
                    </m:r>
                    <m:r>
                      <a:rPr lang="en-US" altLang="zh-CN" b="1" i="1" baseline="-2500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𝟐</m:t>
                    </m:r>
                    <m:r>
                      <m:rPr>
                        <m:nor/>
                      </m:rPr>
                      <a:rPr kumimoji="0" lang="en-US" altLang="zh-CN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Times New Roman"/>
                        <a:ea typeface="KaiTi" panose="02010609060101010101" pitchFamily="49" charset="-122"/>
                      </a:rPr>
                      <m:t>}</m:t>
                    </m:r>
                  </m:oMath>
                </a14:m>
                <a:r>
                  <a:rPr kumimoji="0" lang="en-US" altLang="zh-CN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Times New Roman"/>
                    <a:ea typeface="KaiTi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US" altLang="zh-CN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kumimoji="0" lang="zh-CN" altLang="en-US" u="none" strike="noStrike" kern="1200" cap="none" spc="0" normalizeH="0" baseline="0" noProof="0" dirty="0">
                  <a:ln>
                    <a:noFill/>
                  </a:ln>
                  <a:solidFill>
                    <a:srgbClr val="001892"/>
                  </a:solidFill>
                  <a:effectLst/>
                  <a:uLnTx/>
                  <a:uFillTx/>
                  <a:latin typeface="Times New Roman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098F6D9-7FEC-8C00-D27E-F78A13C0B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16"/>
                <a:stretch>
                  <a:fillRect l="-19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311C861D-DF32-F707-77CF-02F02EC5F2A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640B08-87AF-D198-0728-A8CA535243F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9649A3A-FB5D-D2D2-1621-BF2F29E50D8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7BF235C-B057-777F-DE7D-FC4127AC206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01EAF3C-AFE3-6C66-0D46-2E92A7D9440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0ED4D85-9CD1-00C9-C5EE-DBEA2D6BF6B0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00332680-6B58-B530-3505-C7DE865B67E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8D67CE7F-A74F-B402-ECDF-4EF8B1D4FA2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418545EB-534A-D230-8DA0-7DF165AB1A8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7D8218A-9A22-C1DF-9BFB-5485DDD3C932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0EE9B2A-C72B-3C4F-470D-5C007693712A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06786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65394-6898-DB26-5DC1-E1F3F4C0E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85936"/>
            <a:ext cx="7772400" cy="1371600"/>
          </a:xfrm>
        </p:spPr>
        <p:txBody>
          <a:bodyPr/>
          <a:lstStyle/>
          <a:p>
            <a:r>
              <a:rPr kumimoji="1" lang="en-US" altLang="zh-CN" dirty="0"/>
              <a:t>『</a:t>
            </a:r>
            <a:r>
              <a:rPr kumimoji="1" lang="zh-CN" altLang="en-US" dirty="0"/>
              <a:t>事件</a:t>
            </a:r>
            <a:r>
              <a:rPr kumimoji="1" lang="en-US" altLang="zh-CN" dirty="0"/>
              <a:t>』</a:t>
            </a:r>
            <a:r>
              <a:rPr kumimoji="1" lang="zh-CN" altLang="en-US" dirty="0"/>
              <a:t>的概率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A7A8BE-F688-CAB8-F001-E62900410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800" y="3024336"/>
            <a:ext cx="7010400" cy="1600200"/>
          </a:xfrm>
        </p:spPr>
        <p:txBody>
          <a:bodyPr/>
          <a:lstStyle/>
          <a:p>
            <a:r>
              <a:rPr kumimoji="1" lang="en-US" altLang="zh-CN" dirty="0"/>
              <a:t>『</a:t>
            </a:r>
            <a:r>
              <a:rPr kumimoji="1" lang="zh-CN" altLang="en-US" dirty="0"/>
              <a:t>随机变量</a:t>
            </a:r>
            <a:r>
              <a:rPr kumimoji="1" lang="en-US" altLang="zh-CN" dirty="0"/>
              <a:t>』</a:t>
            </a:r>
            <a:r>
              <a:rPr kumimoji="1" lang="zh-CN" altLang="en-US" dirty="0"/>
              <a:t>的概率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5ABB5F-C33F-A413-45EA-EC1ECA54C7FD}"/>
              </a:ext>
            </a:extLst>
          </p:cNvPr>
          <p:cNvSpPr txBox="1"/>
          <p:nvPr/>
        </p:nvSpPr>
        <p:spPr>
          <a:xfrm>
            <a:off x="685800" y="3933056"/>
            <a:ext cx="7772400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随机变量是概率论发展走向成熟的一个标志</a:t>
            </a:r>
            <a:r>
              <a:rPr kumimoji="1" lang="zh-CN" altLang="en-US" sz="2400" b="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，通过随机变量的引入，</a:t>
            </a:r>
            <a:r>
              <a:rPr kumimoji="1"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弥补了随机试验下的随机事件种类繁多、不易一一总结它们发生的可能性大小的规律的缺陷</a:t>
            </a:r>
            <a:r>
              <a:rPr kumimoji="1" lang="zh-CN" altLang="en-US" sz="2400" b="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，因为如果知道了随机变量的分布，随机试验下任一随机事件的概率也可以随之得到</a:t>
            </a:r>
          </a:p>
        </p:txBody>
      </p:sp>
    </p:spTree>
    <p:extLst>
      <p:ext uri="{BB962C8B-B14F-4D97-AF65-F5344CB8AC3E}">
        <p14:creationId xmlns:p14="http://schemas.microsoft.com/office/powerpoint/2010/main" val="21876689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Rectangle 3">
                <a:extLst>
                  <a:ext uri="{FF2B5EF4-FFF2-40B4-BE49-F238E27FC236}">
                    <a16:creationId xmlns:a16="http://schemas.microsoft.com/office/drawing/2014/main" id="{EFC4D2A5-80F7-3649-B94B-F570F61D8B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04031" y="1340768"/>
                <a:ext cx="8135937" cy="496854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n"/>
                </a:pP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例如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, 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在例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1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中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取值为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2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，记成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2}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，对应样本点的集合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𝑨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{HHT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HTH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THH}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，这是一个事件，当且仅当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发生时，有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2}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。将事件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𝑨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{HHT, HTH, THH}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说成是事件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2}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。</a:t>
                </a:r>
                <a:endParaRPr lang="en-US" altLang="zh-CN" sz="2400" b="1" dirty="0">
                  <a:solidFill>
                    <a:srgbClr val="001892"/>
                  </a:solidFill>
                  <a:sym typeface="Marlett" pitchFamily="2" charset="2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n"/>
                </a:pP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称概率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𝑨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{HHT, HTH, THH}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为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2}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的概率，即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2} =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𝑨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) = 3/8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b="1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sym typeface="Marlett" pitchFamily="2" charset="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sym typeface="Marlett" pitchFamily="2" charset="2"/>
                          </a:rPr>
                          <m:t>𝑿</m:t>
                        </m:r>
                        <m:r>
                          <a:rPr lang="zh-CN" altLang="en-US" sz="2400" b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sym typeface="Marlett" pitchFamily="2" charset="2"/>
                          </a:rPr>
                          <m:t>≤</m:t>
                        </m:r>
                        <m:r>
                          <a:rPr lang="zh-CN" altLang="en-US" sz="2400" b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sym typeface="Marlett" pitchFamily="2" charset="2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{HTT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THT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TTH</a:t>
                </a:r>
                <a:r>
                  <a:rPr lang="zh-CN" altLang="en-US" sz="2400" b="1" dirty="0">
                    <a:solidFill>
                      <a:srgbClr val="001892"/>
                    </a:solidFill>
                    <a:sym typeface="Marlett" pitchFamily="2" charset="2"/>
                  </a:rPr>
                  <a:t>，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TTT}=1/2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  <m:r>
                      <a:rPr lang="en-US" altLang="zh-CN" sz="24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arlett" pitchFamily="2" charset="2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arlett" pitchFamily="2" charset="2"/>
                      </a:rPr>
                      <m:t>𝑳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} =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(</a:t>
                </a:r>
                <a:r>
                  <a:rPr lang="en-US" altLang="zh-CN" sz="2400" b="1" i="1" dirty="0">
                    <a:solidFill>
                      <a:srgbClr val="001892"/>
                    </a:solidFill>
                    <a:sym typeface="Marlett" pitchFamily="2" charset="2"/>
                  </a:rPr>
                  <a:t>B</a:t>
                </a:r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) =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𝑷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{e |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sym typeface="Marlett" pitchFamily="2" charset="2"/>
                      </a:rPr>
                      <m:t>𝑿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(e)</a:t>
                </a:r>
                <a:r>
                  <a:rPr lang="en-US" altLang="zh-CN" sz="2400" b="1" dirty="0">
                    <a:solidFill>
                      <a:srgbClr val="001892"/>
                    </a:solidFill>
                    <a:ea typeface="Cambria Math" panose="02040503050406030204" pitchFamily="18" charset="0"/>
                    <a:sym typeface="Marlett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arlett" pitchFamily="2" charset="2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arlett" pitchFamily="2" charset="2"/>
                      </a:rPr>
                      <m:t>𝑳</m:t>
                    </m:r>
                  </m:oMath>
                </a14:m>
                <a:r>
                  <a:rPr lang="en-US" altLang="zh-CN" sz="2400" b="1" dirty="0">
                    <a:solidFill>
                      <a:srgbClr val="001892"/>
                    </a:solidFill>
                    <a:sym typeface="Marlett" pitchFamily="2" charset="2"/>
                  </a:rPr>
                  <a:t>}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n"/>
                </a:pPr>
                <a:endParaRPr lang="zh-CN" altLang="en-US" sz="2400" b="1" dirty="0">
                  <a:solidFill>
                    <a:srgbClr val="001892"/>
                  </a:solidFill>
                  <a:sym typeface="Marlett" pitchFamily="2" charset="2"/>
                </a:endParaRPr>
              </a:p>
            </p:txBody>
          </p:sp>
        </mc:Choice>
        <mc:Fallback xmlns="">
          <p:sp>
            <p:nvSpPr>
              <p:cNvPr id="67587" name="Rectangle 3">
                <a:extLst>
                  <a:ext uri="{FF2B5EF4-FFF2-40B4-BE49-F238E27FC236}">
                    <a16:creationId xmlns:a16="http://schemas.microsoft.com/office/drawing/2014/main" id="{EFC4D2A5-80F7-3649-B94B-F570F61D8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4031" y="1340768"/>
                <a:ext cx="8135937" cy="4968549"/>
              </a:xfrm>
              <a:blipFill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93E561EF-903E-4697-3C4B-DE977BDE0672}"/>
              </a:ext>
            </a:extLst>
          </p:cNvPr>
          <p:cNvSpPr/>
          <p:nvPr/>
        </p:nvSpPr>
        <p:spPr bwMode="auto">
          <a:xfrm>
            <a:off x="2394979" y="143154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用随机变量表示事件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2F988317-7BF8-592B-C09C-14878CB3FEF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9158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>
            <a:extLst>
              <a:ext uri="{FF2B5EF4-FFF2-40B4-BE49-F238E27FC236}">
                <a16:creationId xmlns:a16="http://schemas.microsoft.com/office/drawing/2014/main" id="{02625C09-D470-054F-88A9-BE5DE8AF4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69727"/>
            <a:ext cx="2016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离散型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3C524127-EE79-9648-A69D-98917A611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413943"/>
            <a:ext cx="2519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连续型</a:t>
            </a: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3A68CE6C-5B14-1D4D-A321-EFFCF6931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2205038"/>
            <a:ext cx="720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随机变量的所有取值是有限个或可列个</a:t>
            </a:r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81EB7BC4-F1CD-1C4F-A5BE-6E571FD1C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221163"/>
            <a:ext cx="741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随即变量的取值有无穷多个，且不可列</a:t>
            </a:r>
          </a:p>
        </p:txBody>
      </p: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A9D298E-AC83-EA14-C66C-DB62A7D20F04}"/>
              </a:ext>
            </a:extLst>
          </p:cNvPr>
          <p:cNvSpPr/>
          <p:nvPr/>
        </p:nvSpPr>
        <p:spPr bwMode="auto">
          <a:xfrm>
            <a:off x="2858249" y="143154"/>
            <a:ext cx="3427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随机变量的类型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B8444FF9-6513-9435-174E-6582E60DD84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3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1083</Words>
  <Application>Microsoft Office PowerPoint</Application>
  <PresentationFormat>全屏显示(4:3)</PresentationFormat>
  <Paragraphs>124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Apple Chancery</vt:lpstr>
      <vt:lpstr>KaiTi</vt:lpstr>
      <vt:lpstr>Microsoft Yahei</vt:lpstr>
      <vt:lpstr>华文新魏</vt:lpstr>
      <vt:lpstr>宋体</vt:lpstr>
      <vt:lpstr>Arial</vt:lpstr>
      <vt:lpstr>Cambria Math</vt:lpstr>
      <vt:lpstr>Marlett</vt:lpstr>
      <vt:lpstr>Symbol</vt:lpstr>
      <vt:lpstr>Times New Roman</vt:lpstr>
      <vt:lpstr>Verdana</vt:lpstr>
      <vt:lpstr>Wingdings</vt:lpstr>
      <vt:lpstr>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  设箱中有10个球，其中有2个红球，8个白球；从中任意抽取2个，观察抽球结果。</vt:lpstr>
      <vt:lpstr>例   将一枚硬币抛掷三次，观察出现正面和反面的情况 S={HHH, HHT, HTH, THH, HTT, THT, TTH, TTT}</vt:lpstr>
      <vt:lpstr>例   袋中有编号分别为1, 2, 3的3只球，在袋中任取一球，放回，再任取一球，记录它们的号码。以X记两次取球的编码之和。</vt:lpstr>
      <vt:lpstr>PowerPoint 演示文稿</vt:lpstr>
      <vt:lpstr>PowerPoint 演示文稿</vt:lpstr>
      <vt:lpstr>PowerPoint 演示文稿</vt:lpstr>
      <vt:lpstr>『事件』的概率</vt:lpstr>
      <vt:lpstr>PowerPoint 演示文稿</vt:lpstr>
      <vt:lpstr>PowerPoint 演示文稿</vt:lpstr>
    </vt:vector>
  </TitlesOfParts>
  <Company>math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zlx</dc:creator>
  <cp:lastModifiedBy>201</cp:lastModifiedBy>
  <cp:revision>13</cp:revision>
  <dcterms:created xsi:type="dcterms:W3CDTF">2004-02-26T14:08:53Z</dcterms:created>
  <dcterms:modified xsi:type="dcterms:W3CDTF">2023-03-07T00:24:35Z</dcterms:modified>
</cp:coreProperties>
</file>