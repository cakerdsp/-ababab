
<file path=[Content_Types].xml><?xml version="1.0" encoding="utf-8"?>
<Types xmlns="http://schemas.openxmlformats.org/package/2006/content-types">
  <Default Extension="jpeg" ContentType="image/jpeg"/>
  <Default Extension="jpg!s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25"/>
  </p:notesMasterIdLst>
  <p:handoutMasterIdLst>
    <p:handoutMasterId r:id="rId26"/>
  </p:handoutMasterIdLst>
  <p:sldIdLst>
    <p:sldId id="349" r:id="rId2"/>
    <p:sldId id="444" r:id="rId3"/>
    <p:sldId id="353" r:id="rId4"/>
    <p:sldId id="447" r:id="rId5"/>
    <p:sldId id="448" r:id="rId6"/>
    <p:sldId id="427" r:id="rId7"/>
    <p:sldId id="395" r:id="rId8"/>
    <p:sldId id="434" r:id="rId9"/>
    <p:sldId id="445" r:id="rId10"/>
    <p:sldId id="437" r:id="rId11"/>
    <p:sldId id="446" r:id="rId12"/>
    <p:sldId id="449" r:id="rId13"/>
    <p:sldId id="354" r:id="rId14"/>
    <p:sldId id="451" r:id="rId15"/>
    <p:sldId id="452" r:id="rId16"/>
    <p:sldId id="453" r:id="rId17"/>
    <p:sldId id="355" r:id="rId18"/>
    <p:sldId id="356" r:id="rId19"/>
    <p:sldId id="357" r:id="rId20"/>
    <p:sldId id="358" r:id="rId21"/>
    <p:sldId id="359" r:id="rId22"/>
    <p:sldId id="1793" r:id="rId23"/>
    <p:sldId id="179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  <a:srgbClr val="D8D8FF"/>
    <a:srgbClr val="C9E7FF"/>
    <a:srgbClr val="00377A"/>
    <a:srgbClr val="0000FF"/>
    <a:srgbClr val="024421"/>
    <a:srgbClr val="4A66AC"/>
    <a:srgbClr val="7F8FA9"/>
    <a:srgbClr val="66799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B48B0-E975-A148-8760-2942C8221395}" v="46" dt="2023-02-22T08:34:13.906"/>
    <p1510:client id="{AF991CE8-32CD-430C-9159-7A2B81EBCCCE}" v="10" dt="2023-02-23T05:41:28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32" autoAdjust="0"/>
    <p:restoredTop sz="82109"/>
  </p:normalViewPr>
  <p:slideViewPr>
    <p:cSldViewPr snapToGrid="0" showGuides="1">
      <p:cViewPr varScale="1">
        <p:scale>
          <a:sx n="71" d="100"/>
          <a:sy n="71" d="100"/>
        </p:scale>
        <p:origin x="636" y="33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30BC8B89-CFE6-C24C-B5EA-87523B626689}"/>
    <pc:docChg chg="custSel addSld delSld modSld modMainMaster modNotesMaster modHandout">
      <pc:chgData name="Zheng Fei" userId="d19317889db4c986" providerId="LiveId" clId="{30BC8B89-CFE6-C24C-B5EA-87523B626689}" dt="2022-12-04T15:00:59.024" v="260" actId="478"/>
      <pc:docMkLst>
        <pc:docMk/>
      </pc:docMkLst>
      <pc:sldChg chg="del">
        <pc:chgData name="Zheng Fei" userId="d19317889db4c986" providerId="LiveId" clId="{30BC8B89-CFE6-C24C-B5EA-87523B626689}" dt="2022-12-04T14:46:21.437" v="0" actId="2696"/>
        <pc:sldMkLst>
          <pc:docMk/>
          <pc:sldMk cId="0" sldId="282"/>
        </pc:sldMkLst>
      </pc:sldChg>
      <pc:sldChg chg="del">
        <pc:chgData name="Zheng Fei" userId="d19317889db4c986" providerId="LiveId" clId="{30BC8B89-CFE6-C24C-B5EA-87523B626689}" dt="2022-12-04T14:49:28.844" v="2" actId="2696"/>
        <pc:sldMkLst>
          <pc:docMk/>
          <pc:sldMk cId="4118158739" sldId="350"/>
        </pc:sldMkLst>
      </pc:sldChg>
      <pc:sldChg chg="addSp delSp modSp mod">
        <pc:chgData name="Zheng Fei" userId="d19317889db4c986" providerId="LiveId" clId="{30BC8B89-CFE6-C24C-B5EA-87523B626689}" dt="2022-12-04T14:57:18.253" v="216" actId="1036"/>
        <pc:sldMkLst>
          <pc:docMk/>
          <pc:sldMk cId="1008951437" sldId="353"/>
        </pc:sldMkLst>
        <pc:spChg chg="add mod">
          <ac:chgData name="Zheng Fei" userId="d19317889db4c986" providerId="LiveId" clId="{30BC8B89-CFE6-C24C-B5EA-87523B626689}" dt="2022-12-04T14:57:12.174" v="193" actId="20577"/>
          <ac:spMkLst>
            <pc:docMk/>
            <pc:sldMk cId="1008951437" sldId="353"/>
            <ac:spMk id="5" creationId="{109111F2-3858-607E-F4B4-A023A0D2D24E}"/>
          </ac:spMkLst>
        </pc:spChg>
        <pc:picChg chg="mod">
          <ac:chgData name="Zheng Fei" userId="d19317889db4c986" providerId="LiveId" clId="{30BC8B89-CFE6-C24C-B5EA-87523B626689}" dt="2022-12-04T14:57:18.253" v="216" actId="1036"/>
          <ac:picMkLst>
            <pc:docMk/>
            <pc:sldMk cId="1008951437" sldId="353"/>
            <ac:picMk id="3" creationId="{F480153D-921D-47FE-8130-9B560FA8156F}"/>
          </ac:picMkLst>
        </pc:picChg>
        <pc:picChg chg="del">
          <ac:chgData name="Zheng Fei" userId="d19317889db4c986" providerId="LiveId" clId="{30BC8B89-CFE6-C24C-B5EA-87523B626689}" dt="2022-12-04T14:55:20.840" v="67" actId="478"/>
          <ac:picMkLst>
            <pc:docMk/>
            <pc:sldMk cId="1008951437" sldId="353"/>
            <ac:picMk id="4" creationId="{9D0C5AD2-2A2C-413F-952A-C27133F763E8}"/>
          </ac:picMkLst>
        </pc:picChg>
        <pc:cxnChg chg="add mod">
          <ac:chgData name="Zheng Fei" userId="d19317889db4c986" providerId="LiveId" clId="{30BC8B89-CFE6-C24C-B5EA-87523B626689}" dt="2022-12-04T14:57:01.133" v="119"/>
          <ac:cxnSpMkLst>
            <pc:docMk/>
            <pc:sldMk cId="1008951437" sldId="353"/>
            <ac:cxnSpMk id="2" creationId="{E8E961BD-5A37-2223-A0D8-6A18E115662E}"/>
          </ac:cxnSpMkLst>
        </pc:cxnChg>
      </pc:sldChg>
      <pc:sldChg chg="addSp delSp modSp">
        <pc:chgData name="Zheng Fei" userId="d19317889db4c986" providerId="LiveId" clId="{30BC8B89-CFE6-C24C-B5EA-87523B626689}" dt="2022-12-04T14:59:10.710" v="225"/>
        <pc:sldMkLst>
          <pc:docMk/>
          <pc:sldMk cId="2008689145" sldId="354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" creationId="{AFD386B0-6DB0-A041-946C-C26AE3A10975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6" creationId="{39E50FCC-76B3-0649-A83E-FD2F4E704B85}"/>
          </ac:spMkLst>
        </pc:spChg>
        <pc:spChg chg="add mod">
          <ac:chgData name="Zheng Fei" userId="d19317889db4c986" providerId="LiveId" clId="{30BC8B89-CFE6-C24C-B5EA-87523B626689}" dt="2022-12-04T14:59:10.710" v="225"/>
          <ac:spMkLst>
            <pc:docMk/>
            <pc:sldMk cId="2008689145" sldId="354"/>
            <ac:spMk id="7" creationId="{A6F4515A-6BDA-F51F-39A1-6442F050E79B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8" creationId="{9721B3A3-6369-D745-BE78-01267B784A5A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14" creationId="{12CFCA18-9B61-624F-A393-4D80F74F6B4B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15" creationId="{1A0DBFD6-7A92-9B45-B826-7A52157586C0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17" creationId="{F741255F-A191-8F46-B7FB-A6D9B01BF364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18" creationId="{57A8C81E-1CE5-A940-B581-362FF62E8772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19" creationId="{8A70DD39-C234-4C49-9C62-EE837D33006F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0" creationId="{5F9FE686-7A08-E441-B6C8-14E6F6D9AA21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3" creationId="{BEF29FBC-C5B5-194D-9249-FA3F29F6F337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5" creationId="{9C77EB08-8B39-0747-A5DD-C48CD102FCE3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6" creationId="{992F5CAC-B429-4ECB-848D-358493222A95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7" creationId="{6D118E95-ADAB-423A-A302-64D2F4514C87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8" creationId="{04C415C9-3C96-43D5-9EDB-DF0E5BA2DECF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2008689145" sldId="354"/>
            <ac:spMk id="29" creationId="{30B1A303-F6D1-430B-9C0E-D2EF527290EC}"/>
          </ac:spMkLst>
        </pc:spChg>
        <pc:grpChg chg="mod">
          <ac:chgData name="Zheng Fei" userId="d19317889db4c986" providerId="LiveId" clId="{30BC8B89-CFE6-C24C-B5EA-87523B626689}" dt="2022-12-04T14:50:44.916" v="9"/>
          <ac:grpSpMkLst>
            <pc:docMk/>
            <pc:sldMk cId="2008689145" sldId="354"/>
            <ac:grpSpMk id="24" creationId="{0FB888DE-6F66-4642-A848-D0BD733B9F20}"/>
          </ac:grpSpMkLst>
        </pc:grpChg>
        <pc:picChg chg="del">
          <ac:chgData name="Zheng Fei" userId="d19317889db4c986" providerId="LiveId" clId="{30BC8B89-CFE6-C24C-B5EA-87523B626689}" dt="2022-12-04T14:59:04.790" v="224" actId="478"/>
          <ac:picMkLst>
            <pc:docMk/>
            <pc:sldMk cId="2008689145" sldId="354"/>
            <ac:picMk id="4" creationId="{C36FBA84-3CD0-44A9-94AC-86C682C93131}"/>
          </ac:picMkLst>
        </pc:picChg>
        <pc:cxnChg chg="add mod">
          <ac:chgData name="Zheng Fei" userId="d19317889db4c986" providerId="LiveId" clId="{30BC8B89-CFE6-C24C-B5EA-87523B626689}" dt="2022-12-04T14:59:10.710" v="225"/>
          <ac:cxnSpMkLst>
            <pc:docMk/>
            <pc:sldMk cId="2008689145" sldId="354"/>
            <ac:cxnSpMk id="5" creationId="{EDBA4492-FEF3-399B-61CC-AA5E20D5C006}"/>
          </ac:cxnSpMkLst>
        </pc:cxnChg>
        <pc:cxnChg chg="mod">
          <ac:chgData name="Zheng Fei" userId="d19317889db4c986" providerId="LiveId" clId="{30BC8B89-CFE6-C24C-B5EA-87523B626689}" dt="2022-12-04T14:50:44.916" v="9"/>
          <ac:cxnSpMkLst>
            <pc:docMk/>
            <pc:sldMk cId="2008689145" sldId="354"/>
            <ac:cxnSpMk id="16" creationId="{EC5D3627-6966-A540-B2E9-CABABEDDA07E}"/>
          </ac:cxnSpMkLst>
        </pc:cxnChg>
        <pc:cxnChg chg="mod">
          <ac:chgData name="Zheng Fei" userId="d19317889db4c986" providerId="LiveId" clId="{30BC8B89-CFE6-C24C-B5EA-87523B626689}" dt="2022-12-04T14:50:44.916" v="9"/>
          <ac:cxnSpMkLst>
            <pc:docMk/>
            <pc:sldMk cId="2008689145" sldId="354"/>
            <ac:cxnSpMk id="21" creationId="{3DC4E366-83A1-6E45-A7C8-C803171FC789}"/>
          </ac:cxnSpMkLst>
        </pc:cxnChg>
      </pc:sldChg>
      <pc:sldChg chg="addSp delSp modSp mod">
        <pc:chgData name="Zheng Fei" userId="d19317889db4c986" providerId="LiveId" clId="{30BC8B89-CFE6-C24C-B5EA-87523B626689}" dt="2022-12-04T15:00:16.196" v="234"/>
        <pc:sldMkLst>
          <pc:docMk/>
          <pc:sldMk cId="3973379754" sldId="355"/>
        </pc:sldMkLst>
        <pc:spChg chg="add mod">
          <ac:chgData name="Zheng Fei" userId="d19317889db4c986" providerId="LiveId" clId="{30BC8B89-CFE6-C24C-B5EA-87523B626689}" dt="2022-12-04T15:00:16.196" v="234"/>
          <ac:spMkLst>
            <pc:docMk/>
            <pc:sldMk cId="3973379754" sldId="355"/>
            <ac:spMk id="5" creationId="{68ED1A40-94E8-756D-E359-67E1F8E79A1E}"/>
          </ac:spMkLst>
        </pc:spChg>
        <pc:spChg chg="del mod">
          <ac:chgData name="Zheng Fei" userId="d19317889db4c986" providerId="LiveId" clId="{30BC8B89-CFE6-C24C-B5EA-87523B626689}" dt="2022-12-04T15:00:12.930" v="232" actId="478"/>
          <ac:spMkLst>
            <pc:docMk/>
            <pc:sldMk cId="3973379754" sldId="355"/>
            <ac:spMk id="6" creationId="{D6DFB521-31C1-FE49-A422-AC906F7F07E0}"/>
          </ac:spMkLst>
        </pc:spChg>
        <pc:picChg chg="del">
          <ac:chgData name="Zheng Fei" userId="d19317889db4c986" providerId="LiveId" clId="{30BC8B89-CFE6-C24C-B5EA-87523B626689}" dt="2022-12-04T15:00:14.769" v="233" actId="478"/>
          <ac:picMkLst>
            <pc:docMk/>
            <pc:sldMk cId="3973379754" sldId="355"/>
            <ac:picMk id="4" creationId="{2AAEE21E-E66B-4FFA-AD7B-10829951FD00}"/>
          </ac:picMkLst>
        </pc:picChg>
        <pc:cxnChg chg="add mod">
          <ac:chgData name="Zheng Fei" userId="d19317889db4c986" providerId="LiveId" clId="{30BC8B89-CFE6-C24C-B5EA-87523B626689}" dt="2022-12-04T15:00:16.196" v="234"/>
          <ac:cxnSpMkLst>
            <pc:docMk/>
            <pc:sldMk cId="3973379754" sldId="355"/>
            <ac:cxnSpMk id="2" creationId="{3CB945AD-596C-9128-6856-61205273E449}"/>
          </ac:cxnSpMkLst>
        </pc:cxnChg>
      </pc:sldChg>
      <pc:sldChg chg="addSp delSp modSp">
        <pc:chgData name="Zheng Fei" userId="d19317889db4c986" providerId="LiveId" clId="{30BC8B89-CFE6-C24C-B5EA-87523B626689}" dt="2022-12-04T15:00:22.572" v="236"/>
        <pc:sldMkLst>
          <pc:docMk/>
          <pc:sldMk cId="3502800851" sldId="356"/>
        </pc:sldMkLst>
        <pc:spChg chg="add mod">
          <ac:chgData name="Zheng Fei" userId="d19317889db4c986" providerId="LiveId" clId="{30BC8B89-CFE6-C24C-B5EA-87523B626689}" dt="2022-12-04T15:00:22.572" v="236"/>
          <ac:spMkLst>
            <pc:docMk/>
            <pc:sldMk cId="3502800851" sldId="356"/>
            <ac:spMk id="5" creationId="{CAAF3E21-A0F6-3447-8AE6-597A0DA918EF}"/>
          </ac:spMkLst>
        </pc:spChg>
        <pc:picChg chg="del">
          <ac:chgData name="Zheng Fei" userId="d19317889db4c986" providerId="LiveId" clId="{30BC8B89-CFE6-C24C-B5EA-87523B626689}" dt="2022-12-04T15:00:21.552" v="235" actId="478"/>
          <ac:picMkLst>
            <pc:docMk/>
            <pc:sldMk cId="3502800851" sldId="356"/>
            <ac:picMk id="4" creationId="{166DD60D-74D5-4BDA-A336-C70C93FB8DFD}"/>
          </ac:picMkLst>
        </pc:picChg>
        <pc:cxnChg chg="add mod">
          <ac:chgData name="Zheng Fei" userId="d19317889db4c986" providerId="LiveId" clId="{30BC8B89-CFE6-C24C-B5EA-87523B626689}" dt="2022-12-04T15:00:22.572" v="236"/>
          <ac:cxnSpMkLst>
            <pc:docMk/>
            <pc:sldMk cId="3502800851" sldId="356"/>
            <ac:cxnSpMk id="2" creationId="{13DF7350-EDF5-4211-29AE-06785EEC3862}"/>
          </ac:cxnSpMkLst>
        </pc:cxnChg>
      </pc:sldChg>
      <pc:sldChg chg="addSp delSp modSp">
        <pc:chgData name="Zheng Fei" userId="d19317889db4c986" providerId="LiveId" clId="{30BC8B89-CFE6-C24C-B5EA-87523B626689}" dt="2022-12-04T15:00:27.204" v="238"/>
        <pc:sldMkLst>
          <pc:docMk/>
          <pc:sldMk cId="1348524945" sldId="357"/>
        </pc:sldMkLst>
        <pc:spChg chg="add mod">
          <ac:chgData name="Zheng Fei" userId="d19317889db4c986" providerId="LiveId" clId="{30BC8B89-CFE6-C24C-B5EA-87523B626689}" dt="2022-12-04T15:00:27.204" v="238"/>
          <ac:spMkLst>
            <pc:docMk/>
            <pc:sldMk cId="1348524945" sldId="357"/>
            <ac:spMk id="5" creationId="{B135DD2C-C5BE-5EC6-F3E5-E9BAB0621CFC}"/>
          </ac:spMkLst>
        </pc:spChg>
        <pc:picChg chg="del">
          <ac:chgData name="Zheng Fei" userId="d19317889db4c986" providerId="LiveId" clId="{30BC8B89-CFE6-C24C-B5EA-87523B626689}" dt="2022-12-04T15:00:26.242" v="237" actId="478"/>
          <ac:picMkLst>
            <pc:docMk/>
            <pc:sldMk cId="1348524945" sldId="357"/>
            <ac:picMk id="4" creationId="{CD6CCCE4-43FF-4698-847B-35C36AE962D9}"/>
          </ac:picMkLst>
        </pc:picChg>
        <pc:cxnChg chg="add mod">
          <ac:chgData name="Zheng Fei" userId="d19317889db4c986" providerId="LiveId" clId="{30BC8B89-CFE6-C24C-B5EA-87523B626689}" dt="2022-12-04T15:00:27.204" v="238"/>
          <ac:cxnSpMkLst>
            <pc:docMk/>
            <pc:sldMk cId="1348524945" sldId="357"/>
            <ac:cxnSpMk id="2" creationId="{3ABB8FC3-CB92-1495-24F0-B1426F343346}"/>
          </ac:cxnSpMkLst>
        </pc:cxnChg>
      </pc:sldChg>
      <pc:sldChg chg="addSp delSp modSp mod">
        <pc:chgData name="Zheng Fei" userId="d19317889db4c986" providerId="LiveId" clId="{30BC8B89-CFE6-C24C-B5EA-87523B626689}" dt="2022-12-04T15:00:44.332" v="256" actId="1036"/>
        <pc:sldMkLst>
          <pc:docMk/>
          <pc:sldMk cId="766890209" sldId="358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766890209" sldId="358"/>
            <ac:spMk id="2" creationId="{8D508825-97FF-9C4A-AC39-7D56FF33DF8C}"/>
          </ac:spMkLst>
        </pc:spChg>
        <pc:spChg chg="add mod">
          <ac:chgData name="Zheng Fei" userId="d19317889db4c986" providerId="LiveId" clId="{30BC8B89-CFE6-C24C-B5EA-87523B626689}" dt="2022-12-04T15:00:40.675" v="241"/>
          <ac:spMkLst>
            <pc:docMk/>
            <pc:sldMk cId="766890209" sldId="358"/>
            <ac:spMk id="6" creationId="{DA3B8528-7052-C51C-2489-E02A1AF31FD7}"/>
          </ac:spMkLst>
        </pc:spChg>
        <pc:picChg chg="mod">
          <ac:chgData name="Zheng Fei" userId="d19317889db4c986" providerId="LiveId" clId="{30BC8B89-CFE6-C24C-B5EA-87523B626689}" dt="2022-12-04T15:00:44.332" v="256" actId="1036"/>
          <ac:picMkLst>
            <pc:docMk/>
            <pc:sldMk cId="766890209" sldId="358"/>
            <ac:picMk id="3" creationId="{6481C5D9-D899-47E0-B67B-70D0707C5FE6}"/>
          </ac:picMkLst>
        </pc:picChg>
        <pc:picChg chg="del">
          <ac:chgData name="Zheng Fei" userId="d19317889db4c986" providerId="LiveId" clId="{30BC8B89-CFE6-C24C-B5EA-87523B626689}" dt="2022-12-04T15:00:39.452" v="240" actId="478"/>
          <ac:picMkLst>
            <pc:docMk/>
            <pc:sldMk cId="766890209" sldId="358"/>
            <ac:picMk id="4" creationId="{21298A43-40AB-43B8-A9D1-EC43006779F0}"/>
          </ac:picMkLst>
        </pc:picChg>
        <pc:cxnChg chg="add mod">
          <ac:chgData name="Zheng Fei" userId="d19317889db4c986" providerId="LiveId" clId="{30BC8B89-CFE6-C24C-B5EA-87523B626689}" dt="2022-12-04T15:00:40.675" v="241"/>
          <ac:cxnSpMkLst>
            <pc:docMk/>
            <pc:sldMk cId="766890209" sldId="358"/>
            <ac:cxnSpMk id="5" creationId="{2BA9BC58-FB7D-C279-DBF5-E7A2FC1F304A}"/>
          </ac:cxnSpMkLst>
        </pc:cxnChg>
      </pc:sldChg>
      <pc:sldChg chg="addSp delSp modSp">
        <pc:chgData name="Zheng Fei" userId="d19317889db4c986" providerId="LiveId" clId="{30BC8B89-CFE6-C24C-B5EA-87523B626689}" dt="2022-12-04T15:00:47.709" v="257"/>
        <pc:sldMkLst>
          <pc:docMk/>
          <pc:sldMk cId="3163972577" sldId="359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3163972577" sldId="359"/>
            <ac:spMk id="5" creationId="{B5A57C54-0010-499A-AFCB-324B8DE9D925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163972577" sldId="359"/>
            <ac:spMk id="6" creationId="{E748FD56-AA8D-413E-A2D3-E59712FE3BE7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163972577" sldId="359"/>
            <ac:spMk id="7" creationId="{19FAA976-C0C6-4EA2-BAD0-C48D02CB862D}"/>
          </ac:spMkLst>
        </pc:spChg>
        <pc:spChg chg="add mod">
          <ac:chgData name="Zheng Fei" userId="d19317889db4c986" providerId="LiveId" clId="{30BC8B89-CFE6-C24C-B5EA-87523B626689}" dt="2022-12-04T15:00:47.709" v="257"/>
          <ac:spMkLst>
            <pc:docMk/>
            <pc:sldMk cId="3163972577" sldId="359"/>
            <ac:spMk id="8" creationId="{45743693-1282-80C4-8383-D268CED2C444}"/>
          </ac:spMkLst>
        </pc:spChg>
        <pc:picChg chg="del">
          <ac:chgData name="Zheng Fei" userId="d19317889db4c986" providerId="LiveId" clId="{30BC8B89-CFE6-C24C-B5EA-87523B626689}" dt="2022-12-04T15:00:35.418" v="239" actId="478"/>
          <ac:picMkLst>
            <pc:docMk/>
            <pc:sldMk cId="3163972577" sldId="359"/>
            <ac:picMk id="4" creationId="{BDD94173-EC07-4C5A-8CA8-B2AA0A559C4F}"/>
          </ac:picMkLst>
        </pc:picChg>
        <pc:cxnChg chg="add mod">
          <ac:chgData name="Zheng Fei" userId="d19317889db4c986" providerId="LiveId" clId="{30BC8B89-CFE6-C24C-B5EA-87523B626689}" dt="2022-12-04T15:00:47.709" v="257"/>
          <ac:cxnSpMkLst>
            <pc:docMk/>
            <pc:sldMk cId="3163972577" sldId="359"/>
            <ac:cxnSpMk id="2" creationId="{DE2CC5A6-722D-0619-1787-50E4E38CD4A0}"/>
          </ac:cxnSpMkLst>
        </pc:cxnChg>
      </pc:sldChg>
      <pc:sldChg chg="del">
        <pc:chgData name="Zheng Fei" userId="d19317889db4c986" providerId="LiveId" clId="{30BC8B89-CFE6-C24C-B5EA-87523B626689}" dt="2022-12-04T14:56:00.156" v="76" actId="2696"/>
        <pc:sldMkLst>
          <pc:docMk/>
          <pc:sldMk cId="2863786819" sldId="360"/>
        </pc:sldMkLst>
      </pc:sldChg>
      <pc:sldChg chg="del">
        <pc:chgData name="Zheng Fei" userId="d19317889db4c986" providerId="LiveId" clId="{30BC8B89-CFE6-C24C-B5EA-87523B626689}" dt="2022-12-04T14:55:54.610" v="69" actId="2696"/>
        <pc:sldMkLst>
          <pc:docMk/>
          <pc:sldMk cId="880097859" sldId="361"/>
        </pc:sldMkLst>
      </pc:sldChg>
      <pc:sldChg chg="del">
        <pc:chgData name="Zheng Fei" userId="d19317889db4c986" providerId="LiveId" clId="{30BC8B89-CFE6-C24C-B5EA-87523B626689}" dt="2022-12-04T14:55:58.737" v="73" actId="2696"/>
        <pc:sldMkLst>
          <pc:docMk/>
          <pc:sldMk cId="763995558" sldId="362"/>
        </pc:sldMkLst>
      </pc:sldChg>
      <pc:sldChg chg="del">
        <pc:chgData name="Zheng Fei" userId="d19317889db4c986" providerId="LiveId" clId="{30BC8B89-CFE6-C24C-B5EA-87523B626689}" dt="2022-12-04T14:55:59.146" v="74" actId="2696"/>
        <pc:sldMkLst>
          <pc:docMk/>
          <pc:sldMk cId="3112065365" sldId="363"/>
        </pc:sldMkLst>
      </pc:sldChg>
      <pc:sldChg chg="del">
        <pc:chgData name="Zheng Fei" userId="d19317889db4c986" providerId="LiveId" clId="{30BC8B89-CFE6-C24C-B5EA-87523B626689}" dt="2022-12-04T14:55:59.516" v="75" actId="2696"/>
        <pc:sldMkLst>
          <pc:docMk/>
          <pc:sldMk cId="1718474870" sldId="364"/>
        </pc:sldMkLst>
      </pc:sldChg>
      <pc:sldChg chg="del">
        <pc:chgData name="Zheng Fei" userId="d19317889db4c986" providerId="LiveId" clId="{30BC8B89-CFE6-C24C-B5EA-87523B626689}" dt="2022-12-04T14:49:33.394" v="3" actId="2696"/>
        <pc:sldMkLst>
          <pc:docMk/>
          <pc:sldMk cId="221545503" sldId="365"/>
        </pc:sldMkLst>
      </pc:sldChg>
      <pc:sldChg chg="del">
        <pc:chgData name="Zheng Fei" userId="d19317889db4c986" providerId="LiveId" clId="{30BC8B89-CFE6-C24C-B5EA-87523B626689}" dt="2022-12-04T14:49:42.313" v="4" actId="2696"/>
        <pc:sldMkLst>
          <pc:docMk/>
          <pc:sldMk cId="3196761928" sldId="366"/>
        </pc:sldMkLst>
      </pc:sldChg>
      <pc:sldChg chg="delSp modSp mod modAnim modNotes">
        <pc:chgData name="Zheng Fei" userId="d19317889db4c986" providerId="LiveId" clId="{30BC8B89-CFE6-C24C-B5EA-87523B626689}" dt="2022-12-04T14:54:01.327" v="56"/>
        <pc:sldMkLst>
          <pc:docMk/>
          <pc:sldMk cId="853558914" sldId="367"/>
        </pc:sldMkLst>
        <pc:spChg chg="del mod">
          <ac:chgData name="Zheng Fei" userId="d19317889db4c986" providerId="LiveId" clId="{30BC8B89-CFE6-C24C-B5EA-87523B626689}" dt="2022-12-04T14:51:18.885" v="18" actId="478"/>
          <ac:spMkLst>
            <pc:docMk/>
            <pc:sldMk cId="853558914" sldId="367"/>
            <ac:spMk id="8" creationId="{D9A41DEE-B4B3-6042-877C-65205EC832FC}"/>
          </ac:spMkLst>
        </pc:spChg>
        <pc:spChg chg="mod">
          <ac:chgData name="Zheng Fei" userId="d19317889db4c986" providerId="LiveId" clId="{30BC8B89-CFE6-C24C-B5EA-87523B626689}" dt="2022-12-04T14:53:16.722" v="36" actId="21"/>
          <ac:spMkLst>
            <pc:docMk/>
            <pc:sldMk cId="853558914" sldId="367"/>
            <ac:spMk id="9" creationId="{28F23300-2065-F048-BAEF-9B5689CA1432}"/>
          </ac:spMkLst>
        </pc:spChg>
        <pc:spChg chg="mod">
          <ac:chgData name="Zheng Fei" userId="d19317889db4c986" providerId="LiveId" clId="{30BC8B89-CFE6-C24C-B5EA-87523B626689}" dt="2022-12-04T14:53:44.722" v="54" actId="1035"/>
          <ac:spMkLst>
            <pc:docMk/>
            <pc:sldMk cId="853558914" sldId="367"/>
            <ac:spMk id="10" creationId="{C9A8B6C1-4401-7946-A24A-D12CD3FE0480}"/>
          </ac:spMkLst>
        </pc:spChg>
        <pc:picChg chg="mod modCrop">
          <ac:chgData name="Zheng Fei" userId="d19317889db4c986" providerId="LiveId" clId="{30BC8B89-CFE6-C24C-B5EA-87523B626689}" dt="2022-12-04T14:52:39.313" v="30" actId="1076"/>
          <ac:picMkLst>
            <pc:docMk/>
            <pc:sldMk cId="853558914" sldId="367"/>
            <ac:picMk id="3" creationId="{0167D02E-7662-BF45-AB89-60F68E9BCBCE}"/>
          </ac:picMkLst>
        </pc:picChg>
        <pc:picChg chg="mod modCrop">
          <ac:chgData name="Zheng Fei" userId="d19317889db4c986" providerId="LiveId" clId="{30BC8B89-CFE6-C24C-B5EA-87523B626689}" dt="2022-12-04T14:52:29.711" v="26" actId="1076"/>
          <ac:picMkLst>
            <pc:docMk/>
            <pc:sldMk cId="853558914" sldId="367"/>
            <ac:picMk id="5" creationId="{11314FC6-7A45-B54F-BEF3-737E8200BD98}"/>
          </ac:picMkLst>
        </pc:picChg>
        <pc:picChg chg="mod modCrop">
          <ac:chgData name="Zheng Fei" userId="d19317889db4c986" providerId="LiveId" clId="{30BC8B89-CFE6-C24C-B5EA-87523B626689}" dt="2022-12-04T14:52:27.428" v="25" actId="1076"/>
          <ac:picMkLst>
            <pc:docMk/>
            <pc:sldMk cId="853558914" sldId="367"/>
            <ac:picMk id="7" creationId="{023D43FD-1D65-B14C-9FBB-FF93C61A6B7A}"/>
          </ac:picMkLst>
        </pc:picChg>
      </pc:sldChg>
      <pc:sldChg chg="modSp">
        <pc:chgData name="Zheng Fei" userId="d19317889db4c986" providerId="LiveId" clId="{30BC8B89-CFE6-C24C-B5EA-87523B626689}" dt="2022-12-04T14:50:53.522" v="12"/>
        <pc:sldMkLst>
          <pc:docMk/>
          <pc:sldMk cId="1342387319" sldId="368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1342387319" sldId="368"/>
            <ac:spMk id="2067" creationId="{6680F1D3-7650-4307-A001-0163AD371D29}"/>
          </ac:spMkLst>
        </pc:spChg>
      </pc:sldChg>
      <pc:sldChg chg="modSp mod">
        <pc:chgData name="Zheng Fei" userId="d19317889db4c986" providerId="LiveId" clId="{30BC8B89-CFE6-C24C-B5EA-87523B626689}" dt="2022-12-04T14:51:09.795" v="16" actId="1076"/>
        <pc:sldMkLst>
          <pc:docMk/>
          <pc:sldMk cId="1309088853" sldId="369"/>
        </pc:sldMkLst>
        <pc:spChg chg="mod">
          <ac:chgData name="Zheng Fei" userId="d19317889db4c986" providerId="LiveId" clId="{30BC8B89-CFE6-C24C-B5EA-87523B626689}" dt="2022-12-04T14:51:09.795" v="16" actId="1076"/>
          <ac:spMkLst>
            <pc:docMk/>
            <pc:sldMk cId="1309088853" sldId="369"/>
            <ac:spMk id="2" creationId="{690A37C3-DDAA-3E4D-8A51-39F24F15C44F}"/>
          </ac:spMkLst>
        </pc:spChg>
      </pc:sldChg>
      <pc:sldChg chg="del">
        <pc:chgData name="Zheng Fei" userId="d19317889db4c986" providerId="LiveId" clId="{30BC8B89-CFE6-C24C-B5EA-87523B626689}" dt="2022-12-04T14:46:27.761" v="1" actId="2696"/>
        <pc:sldMkLst>
          <pc:docMk/>
          <pc:sldMk cId="3563483024" sldId="426"/>
        </pc:sldMkLst>
      </pc:sldChg>
      <pc:sldChg chg="addSp modSp mod">
        <pc:chgData name="Zheng Fei" userId="d19317889db4c986" providerId="LiveId" clId="{30BC8B89-CFE6-C24C-B5EA-87523B626689}" dt="2022-12-04T14:58:11.996" v="218" actId="1076"/>
        <pc:sldMkLst>
          <pc:docMk/>
          <pc:sldMk cId="2881083460" sldId="427"/>
        </pc:sldMkLst>
        <pc:spChg chg="add mod">
          <ac:chgData name="Zheng Fei" userId="d19317889db4c986" providerId="LiveId" clId="{30BC8B89-CFE6-C24C-B5EA-87523B626689}" dt="2022-12-04T14:57:41.001" v="217"/>
          <ac:spMkLst>
            <pc:docMk/>
            <pc:sldMk cId="2881083460" sldId="427"/>
            <ac:spMk id="4" creationId="{E702CF41-DB43-DE0F-1DC0-AD936D3ADA1A}"/>
          </ac:spMkLst>
        </pc:spChg>
        <pc:picChg chg="mod">
          <ac:chgData name="Zheng Fei" userId="d19317889db4c986" providerId="LiveId" clId="{30BC8B89-CFE6-C24C-B5EA-87523B626689}" dt="2022-12-04T14:58:11.996" v="218" actId="1076"/>
          <ac:picMkLst>
            <pc:docMk/>
            <pc:sldMk cId="2881083460" sldId="427"/>
            <ac:picMk id="3" creationId="{ABE46A41-89D2-EB4A-B6EF-72A3E2FEC17E}"/>
          </ac:picMkLst>
        </pc:picChg>
        <pc:cxnChg chg="add mod">
          <ac:chgData name="Zheng Fei" userId="d19317889db4c986" providerId="LiveId" clId="{30BC8B89-CFE6-C24C-B5EA-87523B626689}" dt="2022-12-04T14:57:41.001" v="217"/>
          <ac:cxnSpMkLst>
            <pc:docMk/>
            <pc:sldMk cId="2881083460" sldId="427"/>
            <ac:cxnSpMk id="2" creationId="{13A5BC21-B6E5-A6AB-860A-3C2879085483}"/>
          </ac:cxnSpMkLst>
        </pc:cxnChg>
      </pc:sldChg>
      <pc:sldChg chg="addSp modSp">
        <pc:chgData name="Zheng Fei" userId="d19317889db4c986" providerId="LiveId" clId="{30BC8B89-CFE6-C24C-B5EA-87523B626689}" dt="2022-12-04T15:00:52.479" v="258"/>
        <pc:sldMkLst>
          <pc:docMk/>
          <pc:sldMk cId="3154799299" sldId="428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3154799299" sldId="428"/>
            <ac:spMk id="2" creationId="{95BA0B44-687F-304A-9B52-343E11D9ED6B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154799299" sldId="428"/>
            <ac:spMk id="5" creationId="{F25EEF7F-DAAE-8341-95A3-0A3BEDE81A32}"/>
          </ac:spMkLst>
        </pc:spChg>
        <pc:spChg chg="add mod">
          <ac:chgData name="Zheng Fei" userId="d19317889db4c986" providerId="LiveId" clId="{30BC8B89-CFE6-C24C-B5EA-87523B626689}" dt="2022-12-04T15:00:52.479" v="258"/>
          <ac:spMkLst>
            <pc:docMk/>
            <pc:sldMk cId="3154799299" sldId="428"/>
            <ac:spMk id="6" creationId="{7A7E7D9E-F067-5650-8456-25EE78338227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154799299" sldId="428"/>
            <ac:spMk id="9" creationId="{D12DDE76-C203-4047-9998-63900085B5E8}"/>
          </ac:spMkLst>
        </pc:spChg>
        <pc:cxnChg chg="add mod">
          <ac:chgData name="Zheng Fei" userId="d19317889db4c986" providerId="LiveId" clId="{30BC8B89-CFE6-C24C-B5EA-87523B626689}" dt="2022-12-04T15:00:52.479" v="258"/>
          <ac:cxnSpMkLst>
            <pc:docMk/>
            <pc:sldMk cId="3154799299" sldId="428"/>
            <ac:cxnSpMk id="3" creationId="{C8CBFBDB-304F-8582-F7CF-32F9C7FEF2D7}"/>
          </ac:cxnSpMkLst>
        </pc:cxnChg>
      </pc:sldChg>
      <pc:sldChg chg="addSp delSp modSp mod">
        <pc:chgData name="Zheng Fei" userId="d19317889db4c986" providerId="LiveId" clId="{30BC8B89-CFE6-C24C-B5EA-87523B626689}" dt="2022-12-04T14:59:50.815" v="227"/>
        <pc:sldMkLst>
          <pc:docMk/>
          <pc:sldMk cId="2755872099" sldId="429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2755872099" sldId="429"/>
            <ac:spMk id="2" creationId="{37369EFB-FCC3-D740-B38C-9A7E2E084CA3}"/>
          </ac:spMkLst>
        </pc:spChg>
        <pc:spChg chg="del mod">
          <ac:chgData name="Zheng Fei" userId="d19317889db4c986" providerId="LiveId" clId="{30BC8B89-CFE6-C24C-B5EA-87523B626689}" dt="2022-12-04T14:59:49.390" v="226" actId="478"/>
          <ac:spMkLst>
            <pc:docMk/>
            <pc:sldMk cId="2755872099" sldId="429"/>
            <ac:spMk id="3" creationId="{CC48AC2B-57CA-5D45-8129-FF376A21FF95}"/>
          </ac:spMkLst>
        </pc:spChg>
        <pc:spChg chg="add mod">
          <ac:chgData name="Zheng Fei" userId="d19317889db4c986" providerId="LiveId" clId="{30BC8B89-CFE6-C24C-B5EA-87523B626689}" dt="2022-12-04T14:59:50.815" v="227"/>
          <ac:spMkLst>
            <pc:docMk/>
            <pc:sldMk cId="2755872099" sldId="429"/>
            <ac:spMk id="6" creationId="{20F076B5-679A-9187-6A6A-313472AAD652}"/>
          </ac:spMkLst>
        </pc:spChg>
        <pc:cxnChg chg="add mod">
          <ac:chgData name="Zheng Fei" userId="d19317889db4c986" providerId="LiveId" clId="{30BC8B89-CFE6-C24C-B5EA-87523B626689}" dt="2022-12-04T14:59:50.815" v="227"/>
          <ac:cxnSpMkLst>
            <pc:docMk/>
            <pc:sldMk cId="2755872099" sldId="429"/>
            <ac:cxnSpMk id="5" creationId="{8ED80EA9-2658-E234-AEC8-70FFAD9516FD}"/>
          </ac:cxnSpMkLst>
        </pc:cxnChg>
      </pc:sldChg>
      <pc:sldChg chg="addSp delSp modSp mod">
        <pc:chgData name="Zheng Fei" userId="d19317889db4c986" providerId="LiveId" clId="{30BC8B89-CFE6-C24C-B5EA-87523B626689}" dt="2022-12-04T15:00:00.799" v="229"/>
        <pc:sldMkLst>
          <pc:docMk/>
          <pc:sldMk cId="3535278363" sldId="430"/>
        </pc:sldMkLst>
        <pc:spChg chg="add mod">
          <ac:chgData name="Zheng Fei" userId="d19317889db4c986" providerId="LiveId" clId="{30BC8B89-CFE6-C24C-B5EA-87523B626689}" dt="2022-12-04T15:00:00.799" v="229"/>
          <ac:spMkLst>
            <pc:docMk/>
            <pc:sldMk cId="3535278363" sldId="430"/>
            <ac:spMk id="3" creationId="{2F29436B-4C98-045A-1B09-D6433C77AF29}"/>
          </ac:spMkLst>
        </pc:spChg>
        <pc:spChg chg="del mod">
          <ac:chgData name="Zheng Fei" userId="d19317889db4c986" providerId="LiveId" clId="{30BC8B89-CFE6-C24C-B5EA-87523B626689}" dt="2022-12-04T14:59:59.175" v="228" actId="478"/>
          <ac:spMkLst>
            <pc:docMk/>
            <pc:sldMk cId="3535278363" sldId="430"/>
            <ac:spMk id="7" creationId="{A80EEDBB-84CD-6D41-A3C3-AAF416F8DF39}"/>
          </ac:spMkLst>
        </pc:spChg>
        <pc:cxnChg chg="add mod">
          <ac:chgData name="Zheng Fei" userId="d19317889db4c986" providerId="LiveId" clId="{30BC8B89-CFE6-C24C-B5EA-87523B626689}" dt="2022-12-04T15:00:00.799" v="229"/>
          <ac:cxnSpMkLst>
            <pc:docMk/>
            <pc:sldMk cId="3535278363" sldId="430"/>
            <ac:cxnSpMk id="2" creationId="{1E0B3C3D-D834-E8FF-7667-42BF7F598D0B}"/>
          </ac:cxnSpMkLst>
        </pc:cxnChg>
      </pc:sldChg>
      <pc:sldChg chg="addSp delSp modSp mod">
        <pc:chgData name="Zheng Fei" userId="d19317889db4c986" providerId="LiveId" clId="{30BC8B89-CFE6-C24C-B5EA-87523B626689}" dt="2022-12-04T15:00:07.307" v="231"/>
        <pc:sldMkLst>
          <pc:docMk/>
          <pc:sldMk cId="3052668524" sldId="431"/>
        </pc:sldMkLst>
        <pc:spChg chg="add mod">
          <ac:chgData name="Zheng Fei" userId="d19317889db4c986" providerId="LiveId" clId="{30BC8B89-CFE6-C24C-B5EA-87523B626689}" dt="2022-12-04T15:00:07.307" v="231"/>
          <ac:spMkLst>
            <pc:docMk/>
            <pc:sldMk cId="3052668524" sldId="431"/>
            <ac:spMk id="3" creationId="{0208ABB7-06E5-51BB-CDE3-1DCA3486276B}"/>
          </ac:spMkLst>
        </pc:spChg>
        <pc:spChg chg="del mod">
          <ac:chgData name="Zheng Fei" userId="d19317889db4c986" providerId="LiveId" clId="{30BC8B89-CFE6-C24C-B5EA-87523B626689}" dt="2022-12-04T15:00:06.308" v="230" actId="478"/>
          <ac:spMkLst>
            <pc:docMk/>
            <pc:sldMk cId="3052668524" sldId="431"/>
            <ac:spMk id="7" creationId="{7E19FF18-6AB1-C446-8C21-609CECC65FA0}"/>
          </ac:spMkLst>
        </pc:spChg>
        <pc:cxnChg chg="add mod">
          <ac:chgData name="Zheng Fei" userId="d19317889db4c986" providerId="LiveId" clId="{30BC8B89-CFE6-C24C-B5EA-87523B626689}" dt="2022-12-04T15:00:07.307" v="231"/>
          <ac:cxnSpMkLst>
            <pc:docMk/>
            <pc:sldMk cId="3052668524" sldId="431"/>
            <ac:cxnSpMk id="2" creationId="{9F2CB933-70EC-CB77-36CE-42812EEE83F1}"/>
          </ac:cxnSpMkLst>
        </pc:cxnChg>
      </pc:sldChg>
      <pc:sldChg chg="modSp del">
        <pc:chgData name="Zheng Fei" userId="d19317889db4c986" providerId="LiveId" clId="{30BC8B89-CFE6-C24C-B5EA-87523B626689}" dt="2022-12-04T14:55:55.902" v="70" actId="2696"/>
        <pc:sldMkLst>
          <pc:docMk/>
          <pc:sldMk cId="493655791" sldId="432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493655791" sldId="432"/>
            <ac:spMk id="3" creationId="{ADC37379-76E0-6949-824B-B337D75D86E3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493655791" sldId="432"/>
            <ac:spMk id="4" creationId="{DBB0513B-7DA6-EA4D-9114-904FB2CB9BC5}"/>
          </ac:spMkLst>
        </pc:spChg>
      </pc:sldChg>
      <pc:sldChg chg="modSp del modNotes">
        <pc:chgData name="Zheng Fei" userId="d19317889db4c986" providerId="LiveId" clId="{30BC8B89-CFE6-C24C-B5EA-87523B626689}" dt="2022-12-04T14:55:56.639" v="71" actId="2696"/>
        <pc:sldMkLst>
          <pc:docMk/>
          <pc:sldMk cId="3974935896" sldId="433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3974935896" sldId="433"/>
            <ac:spMk id="3" creationId="{2EA97B4D-31A5-FA47-8EE2-195CCF907500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974935896" sldId="433"/>
            <ac:spMk id="6" creationId="{1E6F4E28-A640-D147-B630-4D3D8442D807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974935896" sldId="433"/>
            <ac:spMk id="7" creationId="{8B2E0F56-7CEF-2B44-BECC-E7F22D286E5A}"/>
          </ac:spMkLst>
        </pc:spChg>
      </pc:sldChg>
      <pc:sldChg chg="addSp delSp modSp mod modNotes">
        <pc:chgData name="Zheng Fei" userId="d19317889db4c986" providerId="LiveId" clId="{30BC8B89-CFE6-C24C-B5EA-87523B626689}" dt="2022-12-04T14:58:51.014" v="223" actId="478"/>
        <pc:sldMkLst>
          <pc:docMk/>
          <pc:sldMk cId="1072083810" sldId="434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1072083810" sldId="434"/>
            <ac:spMk id="3" creationId="{8574147B-3652-D54B-8192-3A112C0A1C4D}"/>
          </ac:spMkLst>
        </pc:spChg>
        <pc:spChg chg="add mod">
          <ac:chgData name="Zheng Fei" userId="d19317889db4c986" providerId="LiveId" clId="{30BC8B89-CFE6-C24C-B5EA-87523B626689}" dt="2022-12-04T14:58:49.076" v="222"/>
          <ac:spMkLst>
            <pc:docMk/>
            <pc:sldMk cId="1072083810" sldId="434"/>
            <ac:spMk id="4" creationId="{97B83FFC-58F2-DB75-84F1-D4F83366FB29}"/>
          </ac:spMkLst>
        </pc:spChg>
        <pc:spChg chg="del mod">
          <ac:chgData name="Zheng Fei" userId="d19317889db4c986" providerId="LiveId" clId="{30BC8B89-CFE6-C24C-B5EA-87523B626689}" dt="2022-12-04T14:58:51.014" v="223" actId="478"/>
          <ac:spMkLst>
            <pc:docMk/>
            <pc:sldMk cId="1072083810" sldId="434"/>
            <ac:spMk id="5" creationId="{A10E0800-1397-4D1A-92DB-881788D58CFC}"/>
          </ac:spMkLst>
        </pc:spChg>
        <pc:cxnChg chg="add mod">
          <ac:chgData name="Zheng Fei" userId="d19317889db4c986" providerId="LiveId" clId="{30BC8B89-CFE6-C24C-B5EA-87523B626689}" dt="2022-12-04T14:58:49.076" v="222"/>
          <ac:cxnSpMkLst>
            <pc:docMk/>
            <pc:sldMk cId="1072083810" sldId="434"/>
            <ac:cxnSpMk id="2" creationId="{CE229C08-E14D-1138-B229-81379410AB16}"/>
          </ac:cxnSpMkLst>
        </pc:cxnChg>
      </pc:sldChg>
      <pc:sldChg chg="delSp modSp del mod">
        <pc:chgData name="Zheng Fei" userId="d19317889db4c986" providerId="LiveId" clId="{30BC8B89-CFE6-C24C-B5EA-87523B626689}" dt="2022-12-04T14:55:32.555" v="68" actId="2696"/>
        <pc:sldMkLst>
          <pc:docMk/>
          <pc:sldMk cId="3096755508" sldId="436"/>
        </pc:sldMkLst>
        <pc:spChg chg="mod">
          <ac:chgData name="Zheng Fei" userId="d19317889db4c986" providerId="LiveId" clId="{30BC8B89-CFE6-C24C-B5EA-87523B626689}" dt="2022-12-04T14:55:07.447" v="65" actId="207"/>
          <ac:spMkLst>
            <pc:docMk/>
            <pc:sldMk cId="3096755508" sldId="436"/>
            <ac:spMk id="2" creationId="{4181E73D-0A95-C543-9B26-5C5CCE909C70}"/>
          </ac:spMkLst>
        </pc:spChg>
        <pc:spChg chg="mod">
          <ac:chgData name="Zheng Fei" userId="d19317889db4c986" providerId="LiveId" clId="{30BC8B89-CFE6-C24C-B5EA-87523B626689}" dt="2022-12-04T14:54:49.088" v="61" actId="14100"/>
          <ac:spMkLst>
            <pc:docMk/>
            <pc:sldMk cId="3096755508" sldId="436"/>
            <ac:spMk id="4" creationId="{B1A5DBC6-4471-4C8B-98D4-981D6871B6C8}"/>
          </ac:spMkLst>
        </pc:spChg>
        <pc:spChg chg="mod">
          <ac:chgData name="Zheng Fei" userId="d19317889db4c986" providerId="LiveId" clId="{30BC8B89-CFE6-C24C-B5EA-87523B626689}" dt="2022-12-04T14:54:49.088" v="61" actId="14100"/>
          <ac:spMkLst>
            <pc:docMk/>
            <pc:sldMk cId="3096755508" sldId="436"/>
            <ac:spMk id="6" creationId="{57EBBAC0-6C1F-4FF2-A000-C2154E95AA6B}"/>
          </ac:spMkLst>
        </pc:spChg>
        <pc:spChg chg="mod">
          <ac:chgData name="Zheng Fei" userId="d19317889db4c986" providerId="LiveId" clId="{30BC8B89-CFE6-C24C-B5EA-87523B626689}" dt="2022-12-04T14:54:49.088" v="61" actId="14100"/>
          <ac:spMkLst>
            <pc:docMk/>
            <pc:sldMk cId="3096755508" sldId="436"/>
            <ac:spMk id="8" creationId="{4FF38363-8772-4017-B39C-EAE33DCC30D9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k cId="3096755508" sldId="436"/>
            <ac:spMk id="10" creationId="{28636DD2-FE5B-4888-9B1D-034C1E41AFB6}"/>
          </ac:spMkLst>
        </pc:spChg>
        <pc:spChg chg="del mod">
          <ac:chgData name="Zheng Fei" userId="d19317889db4c986" providerId="LiveId" clId="{30BC8B89-CFE6-C24C-B5EA-87523B626689}" dt="2022-12-04T14:54:52.285" v="62" actId="478"/>
          <ac:spMkLst>
            <pc:docMk/>
            <pc:sldMk cId="3096755508" sldId="436"/>
            <ac:spMk id="11" creationId="{2D17F71D-EE33-4B1A-BB2F-C9DFCFE01D99}"/>
          </ac:spMkLst>
        </pc:spChg>
      </pc:sldChg>
      <pc:sldChg chg="addSp delSp modSp mod">
        <pc:chgData name="Zheng Fei" userId="d19317889db4c986" providerId="LiveId" clId="{30BC8B89-CFE6-C24C-B5EA-87523B626689}" dt="2022-12-04T15:00:59.024" v="260" actId="478"/>
        <pc:sldMkLst>
          <pc:docMk/>
          <pc:sldMk cId="637669273" sldId="437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637669273" sldId="437"/>
            <ac:spMk id="2" creationId="{F87ABB80-B00F-1240-BB40-D7F081DE206D}"/>
          </ac:spMkLst>
        </pc:spChg>
        <pc:spChg chg="del mod">
          <ac:chgData name="Zheng Fei" userId="d19317889db4c986" providerId="LiveId" clId="{30BC8B89-CFE6-C24C-B5EA-87523B626689}" dt="2022-12-04T15:00:59.024" v="260" actId="478"/>
          <ac:spMkLst>
            <pc:docMk/>
            <pc:sldMk cId="637669273" sldId="437"/>
            <ac:spMk id="3" creationId="{34C5F820-9398-B24F-BC8A-DC459D17FE42}"/>
          </ac:spMkLst>
        </pc:spChg>
        <pc:spChg chg="add mod">
          <ac:chgData name="Zheng Fei" userId="d19317889db4c986" providerId="LiveId" clId="{30BC8B89-CFE6-C24C-B5EA-87523B626689}" dt="2022-12-04T15:00:56.662" v="259"/>
          <ac:spMkLst>
            <pc:docMk/>
            <pc:sldMk cId="637669273" sldId="437"/>
            <ac:spMk id="5" creationId="{B707E5AE-E08C-CD1C-0322-4EF4B0B75627}"/>
          </ac:spMkLst>
        </pc:spChg>
        <pc:cxnChg chg="add mod">
          <ac:chgData name="Zheng Fei" userId="d19317889db4c986" providerId="LiveId" clId="{30BC8B89-CFE6-C24C-B5EA-87523B626689}" dt="2022-12-04T15:00:56.662" v="259"/>
          <ac:cxnSpMkLst>
            <pc:docMk/>
            <pc:sldMk cId="637669273" sldId="437"/>
            <ac:cxnSpMk id="4" creationId="{0C1619CE-7E2F-A7A7-1D99-A3BC9FBE37C5}"/>
          </ac:cxnSpMkLst>
        </pc:cxnChg>
      </pc:sldChg>
      <pc:sldChg chg="del">
        <pc:chgData name="Zheng Fei" userId="d19317889db4c986" providerId="LiveId" clId="{30BC8B89-CFE6-C24C-B5EA-87523B626689}" dt="2022-12-04T14:55:57.874" v="72" actId="2696"/>
        <pc:sldMkLst>
          <pc:docMk/>
          <pc:sldMk cId="3007543613" sldId="438"/>
        </pc:sldMkLst>
      </pc:sldChg>
      <pc:sldChg chg="modSp mod">
        <pc:chgData name="Zheng Fei" userId="d19317889db4c986" providerId="LiveId" clId="{30BC8B89-CFE6-C24C-B5EA-87523B626689}" dt="2022-12-04T14:58:40.644" v="221" actId="123"/>
        <pc:sldMkLst>
          <pc:docMk/>
          <pc:sldMk cId="1274441548" sldId="440"/>
        </pc:sldMkLst>
        <pc:spChg chg="mod">
          <ac:chgData name="Zheng Fei" userId="d19317889db4c986" providerId="LiveId" clId="{30BC8B89-CFE6-C24C-B5EA-87523B626689}" dt="2022-12-04T14:58:40.644" v="221" actId="123"/>
          <ac:spMkLst>
            <pc:docMk/>
            <pc:sldMk cId="1274441548" sldId="440"/>
            <ac:spMk id="3" creationId="{5B16710E-311C-46E5-BD3F-BB36D1E97DB8}"/>
          </ac:spMkLst>
        </pc:spChg>
      </pc:sldChg>
      <pc:sldChg chg="modSp modNotes">
        <pc:chgData name="Zheng Fei" userId="d19317889db4c986" providerId="LiveId" clId="{30BC8B89-CFE6-C24C-B5EA-87523B626689}" dt="2022-12-04T14:50:53.522" v="12"/>
        <pc:sldMkLst>
          <pc:docMk/>
          <pc:sldMk cId="4017712638" sldId="441"/>
        </pc:sldMkLst>
        <pc:spChg chg="mod">
          <ac:chgData name="Zheng Fei" userId="d19317889db4c986" providerId="LiveId" clId="{30BC8B89-CFE6-C24C-B5EA-87523B626689}" dt="2022-12-04T14:50:53.522" v="12"/>
          <ac:spMkLst>
            <pc:docMk/>
            <pc:sldMk cId="4017712638" sldId="441"/>
            <ac:spMk id="10" creationId="{346F09B9-A702-E94C-A838-E5B4443ABB9A}"/>
          </ac:spMkLst>
        </pc:spChg>
      </pc:sldChg>
      <pc:sldChg chg="del">
        <pc:chgData name="Zheng Fei" userId="d19317889db4c986" providerId="LiveId" clId="{30BC8B89-CFE6-C24C-B5EA-87523B626689}" dt="2022-12-04T14:56:01.762" v="78" actId="2696"/>
        <pc:sldMkLst>
          <pc:docMk/>
          <pc:sldMk cId="3417570309" sldId="442"/>
        </pc:sldMkLst>
      </pc:sldChg>
      <pc:sldChg chg="del">
        <pc:chgData name="Zheng Fei" userId="d19317889db4c986" providerId="LiveId" clId="{30BC8B89-CFE6-C24C-B5EA-87523B626689}" dt="2022-12-04T14:56:01.272" v="77" actId="2696"/>
        <pc:sldMkLst>
          <pc:docMk/>
          <pc:sldMk cId="2614748826" sldId="443"/>
        </pc:sldMkLst>
      </pc:sldChg>
      <pc:sldChg chg="addSp modSp new mod">
        <pc:chgData name="Zheng Fei" userId="d19317889db4c986" providerId="LiveId" clId="{30BC8B89-CFE6-C24C-B5EA-87523B626689}" dt="2022-12-04T14:56:57.988" v="118" actId="20577"/>
        <pc:sldMkLst>
          <pc:docMk/>
          <pc:sldMk cId="1909525276" sldId="444"/>
        </pc:sldMkLst>
        <pc:spChg chg="add mod">
          <ac:chgData name="Zheng Fei" userId="d19317889db4c986" providerId="LiveId" clId="{30BC8B89-CFE6-C24C-B5EA-87523B626689}" dt="2022-12-04T14:56:57.988" v="118" actId="20577"/>
          <ac:spMkLst>
            <pc:docMk/>
            <pc:sldMk cId="1909525276" sldId="444"/>
            <ac:spMk id="3" creationId="{5609BF72-9FD1-AE9D-105D-E9E2F8BB291E}"/>
          </ac:spMkLst>
        </pc:spChg>
        <pc:cxnChg chg="add mod">
          <ac:chgData name="Zheng Fei" userId="d19317889db4c986" providerId="LiveId" clId="{30BC8B89-CFE6-C24C-B5EA-87523B626689}" dt="2022-12-04T14:56:53.368" v="79"/>
          <ac:cxnSpMkLst>
            <pc:docMk/>
            <pc:sldMk cId="1909525276" sldId="444"/>
            <ac:cxnSpMk id="2" creationId="{AB324D3B-B9E0-32A9-171E-18D50A7933B5}"/>
          </ac:cxnSpMkLst>
        </pc:cxnChg>
      </pc:sldChg>
      <pc:sldMasterChg chg="delSp modSp modSldLayout">
        <pc:chgData name="Zheng Fei" userId="d19317889db4c986" providerId="LiveId" clId="{30BC8B89-CFE6-C24C-B5EA-87523B626689}" dt="2022-12-04T14:50:53.522" v="12"/>
        <pc:sldMasterMkLst>
          <pc:docMk/>
          <pc:sldMasterMk cId="764794170" sldId="2147483662"/>
        </pc:sldMasterMkLst>
        <pc:spChg chg="mod">
          <ac:chgData name="Zheng Fei" userId="d19317889db4c986" providerId="LiveId" clId="{30BC8B89-CFE6-C24C-B5EA-87523B626689}" dt="2022-12-04T14:50:53.522" v="12"/>
          <ac:spMkLst>
            <pc:docMk/>
            <pc:sldMasterMk cId="764794170" sldId="2147483662"/>
            <ac:spMk id="3" creationId="{00000000-0000-0000-0000-000000000000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asterMk cId="764794170" sldId="2147483662"/>
            <ac:spMk id="4" creationId="{00000000-0000-0000-0000-000000000000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asterMk cId="764794170" sldId="2147483662"/>
            <ac:spMk id="5" creationId="{00000000-0000-0000-0000-000000000000}"/>
          </ac:spMkLst>
        </pc:spChg>
        <pc:spChg chg="mod">
          <ac:chgData name="Zheng Fei" userId="d19317889db4c986" providerId="LiveId" clId="{30BC8B89-CFE6-C24C-B5EA-87523B626689}" dt="2022-12-04T14:50:53.522" v="12"/>
          <ac:spMkLst>
            <pc:docMk/>
            <pc:sldMasterMk cId="764794170" sldId="2147483662"/>
            <ac:spMk id="6" creationId="{00000000-0000-0000-0000-000000000000}"/>
          </ac:spMkLst>
        </pc:spChg>
        <pc:picChg chg="del">
          <ac:chgData name="Zheng Fei" userId="d19317889db4c986" providerId="LiveId" clId="{30BC8B89-CFE6-C24C-B5EA-87523B626689}" dt="2022-12-04T14:50:09.651" v="5" actId="478"/>
          <ac:picMkLst>
            <pc:docMk/>
            <pc:sldMasterMk cId="764794170" sldId="2147483662"/>
            <ac:picMk id="8" creationId="{BF831B73-F2D3-B14F-8403-6C4B2E123089}"/>
          </ac:picMkLst>
        </pc:pic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4232059321" sldId="2147483663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232059321" sldId="2147483663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232059321" sldId="2147483663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232059321" sldId="2147483663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232059321" sldId="2147483663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1368769018" sldId="2147483664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368769018" sldId="2147483664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368769018" sldId="2147483664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368769018" sldId="2147483664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368769018" sldId="2147483664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1485063140" sldId="2147483665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485063140" sldId="2147483665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485063140" sldId="2147483665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485063140" sldId="2147483665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485063140" sldId="2147483665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1107017698" sldId="2147483666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107017698" sldId="2147483666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107017698" sldId="2147483666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107017698" sldId="2147483666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107017698" sldId="2147483666"/>
              <ac:spMk id="6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1107017698" sldId="2147483666"/>
              <ac:spMk id="7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4102005667" sldId="2147483667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6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7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8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102005667" sldId="2147483667"/>
              <ac:spMk id="9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3262760707" sldId="2147483668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62760707" sldId="2147483668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62760707" sldId="2147483668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62760707" sldId="2147483668"/>
              <ac:spMk id="5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2147947450" sldId="2147483669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147947450" sldId="2147483669"/>
              <ac:spMk id="2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147947450" sldId="2147483669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147947450" sldId="2147483669"/>
              <ac:spMk id="4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2974649443" sldId="2147483670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974649443" sldId="2147483670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974649443" sldId="2147483670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974649443" sldId="2147483670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974649443" sldId="2147483670"/>
              <ac:spMk id="6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974649443" sldId="2147483670"/>
              <ac:spMk id="7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3201950614" sldId="2147483671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01950614" sldId="2147483671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01950614" sldId="2147483671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01950614" sldId="2147483671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01950614" sldId="2147483671"/>
              <ac:spMk id="6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3201950614" sldId="2147483671"/>
              <ac:spMk id="7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469028198" sldId="2147483672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69028198" sldId="2147483672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69028198" sldId="2147483672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69028198" sldId="2147483672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469028198" sldId="2147483672"/>
              <ac:spMk id="6" creationId="{00000000-0000-0000-0000-000000000000}"/>
            </ac:spMkLst>
          </pc:spChg>
        </pc:sldLayoutChg>
        <pc:sldLayoutChg chg="modSp">
          <pc:chgData name="Zheng Fei" userId="d19317889db4c986" providerId="LiveId" clId="{30BC8B89-CFE6-C24C-B5EA-87523B626689}" dt="2022-12-04T14:50:53.522" v="12"/>
          <pc:sldLayoutMkLst>
            <pc:docMk/>
            <pc:sldMasterMk cId="764794170" sldId="2147483662"/>
            <pc:sldLayoutMk cId="2353215307" sldId="2147483673"/>
          </pc:sldLayoutMkLst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353215307" sldId="2147483673"/>
              <ac:spMk id="3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353215307" sldId="2147483673"/>
              <ac:spMk id="4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353215307" sldId="2147483673"/>
              <ac:spMk id="5" creationId="{00000000-0000-0000-0000-000000000000}"/>
            </ac:spMkLst>
          </pc:spChg>
          <pc:spChg chg="mod">
            <ac:chgData name="Zheng Fei" userId="d19317889db4c986" providerId="LiveId" clId="{30BC8B89-CFE6-C24C-B5EA-87523B626689}" dt="2022-12-04T14:50:53.522" v="12"/>
            <ac:spMkLst>
              <pc:docMk/>
              <pc:sldMasterMk cId="764794170" sldId="2147483662"/>
              <pc:sldLayoutMk cId="2353215307" sldId="2147483673"/>
              <ac:spMk id="6" creationId="{00000000-0000-0000-0000-000000000000}"/>
            </ac:spMkLst>
          </pc:spChg>
        </pc:sldLayoutChg>
      </pc:sldMasterChg>
    </pc:docChg>
  </pc:docChgLst>
  <pc:docChgLst>
    <pc:chgData name="Zheng Fei" userId="d19317889db4c986" providerId="LiveId" clId="{3861D70B-005F-4AE3-9F94-86BFD29D89F4}"/>
    <pc:docChg chg="undo redo custSel addSld delSld modSld sldOrd">
      <pc:chgData name="Zheng Fei" userId="d19317889db4c986" providerId="LiveId" clId="{3861D70B-005F-4AE3-9F94-86BFD29D89F4}" dt="2022-02-23T15:09:14.260" v="1864"/>
      <pc:docMkLst>
        <pc:docMk/>
      </pc:docMkLst>
      <pc:sldChg chg="addSp delSp modSp add mod ord modShow">
        <pc:chgData name="Zheng Fei" userId="d19317889db4c986" providerId="LiveId" clId="{3861D70B-005F-4AE3-9F94-86BFD29D89F4}" dt="2022-02-17T18:15:05.548" v="803" actId="1036"/>
        <pc:sldMkLst>
          <pc:docMk/>
          <pc:sldMk cId="3140837993" sldId="258"/>
        </pc:sldMkLst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3861D70B-005F-4AE3-9F94-86BFD29D89F4}" dt="2022-02-17T18:15:05.548" v="803" actId="1036"/>
          <ac:spMkLst>
            <pc:docMk/>
            <pc:sldMk cId="3140837993" sldId="258"/>
            <ac:spMk id="15" creationId="{70E23402-D9AD-4ADC-9AB9-16F13CB48B32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20" creationId="{832CE7C9-AE8E-164F-A612-630C2CAEAF66}"/>
          </ac:spMkLst>
        </pc:spChg>
        <pc:spChg chg="del">
          <ac:chgData name="Zheng Fei" userId="d19317889db4c986" providerId="LiveId" clId="{3861D70B-005F-4AE3-9F94-86BFD29D89F4}" dt="2022-02-17T18:13:49.732" v="727" actId="478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34.439" v="778" actId="1035"/>
          <ac:spMkLst>
            <pc:docMk/>
            <pc:sldMk cId="3140837993" sldId="258"/>
            <ac:spMk id="69" creationId="{00000000-0000-0000-0000-000000000000}"/>
          </ac:spMkLst>
        </pc:spChg>
        <pc:spChg chg="mod">
          <ac:chgData name="Zheng Fei" userId="d19317889db4c986" providerId="LiveId" clId="{3861D70B-005F-4AE3-9F94-86BFD29D89F4}" dt="2022-02-11T11:36:47.711" v="14" actId="207"/>
          <ac:spMkLst>
            <pc:docMk/>
            <pc:sldMk cId="3140837993" sldId="258"/>
            <ac:spMk id="70" creationId="{00000000-0000-0000-0000-000000000000}"/>
          </ac:spMkLst>
        </pc:spChg>
      </pc:sldChg>
      <pc:sldChg chg="modSp add del mod ord modShow">
        <pc:chgData name="Zheng Fei" userId="d19317889db4c986" providerId="LiveId" clId="{3861D70B-005F-4AE3-9F94-86BFD29D89F4}" dt="2022-02-17T18:13:25.958" v="722" actId="2696"/>
        <pc:sldMkLst>
          <pc:docMk/>
          <pc:sldMk cId="3573719422" sldId="258"/>
        </pc:sldMkLst>
        <pc:spChg chg="mod">
          <ac:chgData name="Zheng Fei" userId="d19317889db4c986" providerId="LiveId" clId="{3861D70B-005F-4AE3-9F94-86BFD29D89F4}" dt="2022-02-17T18:10:45.500" v="713" actId="20577"/>
          <ac:spMkLst>
            <pc:docMk/>
            <pc:sldMk cId="3573719422" sldId="258"/>
            <ac:spMk id="23" creationId="{134965D9-6880-4F5F-A3B8-3938EBB2336A}"/>
          </ac:spMkLst>
        </pc:spChg>
      </pc:sldChg>
      <pc:sldChg chg="addSp delSp modSp mod addAnim delAnim modAnim">
        <pc:chgData name="Zheng Fei" userId="d19317889db4c986" providerId="LiveId" clId="{3861D70B-005F-4AE3-9F94-86BFD29D89F4}" dt="2022-02-17T18:41:26.824" v="1138"/>
        <pc:sldMkLst>
          <pc:docMk/>
          <pc:sldMk cId="0" sldId="269"/>
        </pc:sldMkLst>
        <pc:spChg chg="add del">
          <ac:chgData name="Zheng Fei" userId="d19317889db4c986" providerId="LiveId" clId="{3861D70B-005F-4AE3-9F94-86BFD29D89F4}" dt="2022-02-17T18:39:37.720" v="1113" actId="22"/>
          <ac:spMkLst>
            <pc:docMk/>
            <pc:sldMk cId="0" sldId="269"/>
            <ac:spMk id="15" creationId="{0C7BA4E7-8D9D-4BE1-B378-C34E9AE09423}"/>
          </ac:spMkLst>
        </pc:spChg>
        <pc:spChg chg="add mod">
          <ac:chgData name="Zheng Fei" userId="d19317889db4c986" providerId="LiveId" clId="{3861D70B-005F-4AE3-9F94-86BFD29D89F4}" dt="2022-02-17T18:39:44.667" v="1116" actId="1076"/>
          <ac:spMkLst>
            <pc:docMk/>
            <pc:sldMk cId="0" sldId="269"/>
            <ac:spMk id="17" creationId="{0A3E96BC-C269-4A33-BC8D-FA75BE56F062}"/>
          </ac:spMkLst>
        </pc:spChg>
        <pc:spChg chg="mod">
          <ac:chgData name="Zheng Fei" userId="d19317889db4c986" providerId="LiveId" clId="{3861D70B-005F-4AE3-9F94-86BFD29D89F4}" dt="2022-02-17T18:40:42.402" v="1134" actId="1037"/>
          <ac:spMkLst>
            <pc:docMk/>
            <pc:sldMk cId="0" sldId="269"/>
            <ac:spMk id="46082" creationId="{1BE94711-A3A1-4E9E-B47D-0BA91CFD30B3}"/>
          </ac:spMkLst>
        </pc:spChg>
        <pc:spChg chg="mod">
          <ac:chgData name="Zheng Fei" userId="d19317889db4c986" providerId="LiveId" clId="{3861D70B-005F-4AE3-9F94-86BFD29D89F4}" dt="2022-02-17T18:39:32.013" v="1109" actId="21"/>
          <ac:spMkLst>
            <pc:docMk/>
            <pc:sldMk cId="0" sldId="269"/>
            <ac:spMk id="46084" creationId="{30C4ECC6-CB5F-4EFA-8C96-545DEBA8260A}"/>
          </ac:spMkLst>
        </pc:spChg>
      </pc:sldChg>
      <pc:sldChg chg="modAnim">
        <pc:chgData name="Zheng Fei" userId="d19317889db4c986" providerId="LiveId" clId="{3861D70B-005F-4AE3-9F94-86BFD29D89F4}" dt="2022-02-17T18:42:15.069" v="1139"/>
        <pc:sldMkLst>
          <pc:docMk/>
          <pc:sldMk cId="0" sldId="270"/>
        </pc:sldMkLst>
      </pc:sldChg>
      <pc:sldChg chg="modSp modAnim">
        <pc:chgData name="Zheng Fei" userId="d19317889db4c986" providerId="LiveId" clId="{3861D70B-005F-4AE3-9F94-86BFD29D89F4}" dt="2022-02-17T18:43:07.956" v="1145"/>
        <pc:sldMkLst>
          <pc:docMk/>
          <pc:sldMk cId="0" sldId="271"/>
        </pc:sldMkLst>
        <pc:spChg chg="mod">
          <ac:chgData name="Zheng Fei" userId="d19317889db4c986" providerId="LiveId" clId="{3861D70B-005F-4AE3-9F94-86BFD29D89F4}" dt="2022-02-17T18:42:44.545" v="1140" actId="1076"/>
          <ac:spMkLst>
            <pc:docMk/>
            <pc:sldMk cId="0" sldId="271"/>
            <ac:spMk id="48135" creationId="{11725288-A2AE-4144-84F3-34BF36CF09B1}"/>
          </ac:spMkLst>
        </pc:spChg>
      </pc:sldChg>
      <pc:sldChg chg="addSp modSp modAnim">
        <pc:chgData name="Zheng Fei" userId="d19317889db4c986" providerId="LiveId" clId="{3861D70B-005F-4AE3-9F94-86BFD29D89F4}" dt="2022-02-17T19:17:48.860" v="1570"/>
        <pc:sldMkLst>
          <pc:docMk/>
          <pc:sldMk cId="0" sldId="273"/>
        </pc:sldMkLst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0" creationId="{1AA77A98-C0D4-40F1-8D76-CB2A92DCAEE6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1" creationId="{6683064E-9BF1-4A25-9FA8-A2AB83D1DC84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2" creationId="{D50787BD-BC42-4756-9611-A90F7A56C16E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3" creationId="{DDCF60D7-2D3E-4502-93FD-80035F808E6F}"/>
          </ac:spMkLst>
        </pc:spChg>
        <pc:grpChg chg="add mod">
          <ac:chgData name="Zheng Fei" userId="d19317889db4c986" providerId="LiveId" clId="{3861D70B-005F-4AE3-9F94-86BFD29D89F4}" dt="2022-02-17T19:17:47.334" v="1569" actId="1076"/>
          <ac:grpSpMkLst>
            <pc:docMk/>
            <pc:sldMk cId="0" sldId="273"/>
            <ac:grpSpMk id="2" creationId="{9BE9AC05-A465-4235-A412-FCED08B57C3A}"/>
          </ac:grpSpMkLst>
        </pc:grpChg>
        <pc:graphicFrameChg chg="mod">
          <ac:chgData name="Zheng Fei" userId="d19317889db4c986" providerId="LiveId" clId="{3861D70B-005F-4AE3-9F94-86BFD29D89F4}" dt="2022-02-17T19:17:47.334" v="1569" actId="1076"/>
          <ac:graphicFrameMkLst>
            <pc:docMk/>
            <pc:sldMk cId="0" sldId="273"/>
            <ac:graphicFrameMk id="50198" creationId="{3124B509-F292-4E84-8E3A-78F4032EE335}"/>
          </ac:graphicFrameMkLst>
        </pc:graphicFrameChg>
      </pc:sldChg>
      <pc:sldChg chg="modTransition modAnim">
        <pc:chgData name="Zheng Fei" userId="d19317889db4c986" providerId="LiveId" clId="{3861D70B-005F-4AE3-9F94-86BFD29D89F4}" dt="2022-02-17T19:18:57.541" v="1573"/>
        <pc:sldMkLst>
          <pc:docMk/>
          <pc:sldMk cId="0" sldId="274"/>
        </pc:sldMkLst>
      </pc:sldChg>
      <pc:sldChg chg="modAnim">
        <pc:chgData name="Zheng Fei" userId="d19317889db4c986" providerId="LiveId" clId="{3861D70B-005F-4AE3-9F94-86BFD29D89F4}" dt="2022-02-17T19:19:10.397" v="1574"/>
        <pc:sldMkLst>
          <pc:docMk/>
          <pc:sldMk cId="0" sldId="275"/>
        </pc:sldMkLst>
      </pc:sldChg>
      <pc:sldChg chg="modAnim">
        <pc:chgData name="Zheng Fei" userId="d19317889db4c986" providerId="LiveId" clId="{3861D70B-005F-4AE3-9F94-86BFD29D89F4}" dt="2022-02-17T19:19:19.823" v="1575"/>
        <pc:sldMkLst>
          <pc:docMk/>
          <pc:sldMk cId="0" sldId="276"/>
        </pc:sldMkLst>
      </pc:sldChg>
      <pc:sldChg chg="modSp mod modAnim">
        <pc:chgData name="Zheng Fei" userId="d19317889db4c986" providerId="LiveId" clId="{3861D70B-005F-4AE3-9F94-86BFD29D89F4}" dt="2022-02-17T19:19:49.641" v="1583" actId="20577"/>
        <pc:sldMkLst>
          <pc:docMk/>
          <pc:sldMk cId="0" sldId="277"/>
        </pc:sldMkLst>
        <pc:spChg chg="mod">
          <ac:chgData name="Zheng Fei" userId="d19317889db4c986" providerId="LiveId" clId="{3861D70B-005F-4AE3-9F94-86BFD29D89F4}" dt="2022-02-17T19:19:49.641" v="1583" actId="20577"/>
          <ac:spMkLst>
            <pc:docMk/>
            <pc:sldMk cId="0" sldId="277"/>
            <ac:spMk id="54288" creationId="{057802A1-79EB-4689-BA7F-99021B481439}"/>
          </ac:spMkLst>
        </pc:spChg>
      </pc:sldChg>
      <pc:sldChg chg="addSp modSp mod modAnim">
        <pc:chgData name="Zheng Fei" userId="d19317889db4c986" providerId="LiveId" clId="{3861D70B-005F-4AE3-9F94-86BFD29D89F4}" dt="2022-02-17T19:25:30.052" v="1619" actId="1076"/>
        <pc:sldMkLst>
          <pc:docMk/>
          <pc:sldMk cId="0" sldId="278"/>
        </pc:sldMkLst>
        <pc:spChg chg="mod">
          <ac:chgData name="Zheng Fei" userId="d19317889db4c986" providerId="LiveId" clId="{3861D70B-005F-4AE3-9F94-86BFD29D89F4}" dt="2022-02-17T19:20:28.989" v="1585" actId="1076"/>
          <ac:spMkLst>
            <pc:docMk/>
            <pc:sldMk cId="0" sldId="278"/>
            <ac:spMk id="25" creationId="{CFDBC59C-0260-4BA1-B94C-7F73E10FD2F5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09" creationId="{12BA403A-9A57-44F7-BFDC-340DFC6D343F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10" creationId="{51E5E6E5-3718-4805-B0AD-E6D46A55554B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17" creationId="{1643FF76-4C98-4851-A9EE-F735AB5D19DE}"/>
          </ac:spMkLst>
        </pc:spChg>
        <pc:grpChg chg="add mod">
          <ac:chgData name="Zheng Fei" userId="d19317889db4c986" providerId="LiveId" clId="{3861D70B-005F-4AE3-9F94-86BFD29D89F4}" dt="2022-02-17T19:21:31.007" v="1591" actId="164"/>
          <ac:grpSpMkLst>
            <pc:docMk/>
            <pc:sldMk cId="0" sldId="278"/>
            <ac:grpSpMk id="2" creationId="{EA60A99C-EFFA-4217-82A0-D65D4586B6B5}"/>
          </ac:grpSpMkLst>
        </pc:grpChg>
        <pc:grpChg chg="mod">
          <ac:chgData name="Zheng Fei" userId="d19317889db4c986" providerId="LiveId" clId="{3861D70B-005F-4AE3-9F94-86BFD29D89F4}" dt="2022-02-17T19:25:30.052" v="1619" actId="1076"/>
          <ac:grpSpMkLst>
            <pc:docMk/>
            <pc:sldMk cId="0" sldId="278"/>
            <ac:grpSpMk id="55308" creationId="{9B0EE47A-D2D3-4A98-92BE-9130BE8D3E12}"/>
          </ac:grpSpMkLst>
        </pc:grpChg>
        <pc:graphicFrameChg chg="mod">
          <ac:chgData name="Zheng Fei" userId="d19317889db4c986" providerId="LiveId" clId="{3861D70B-005F-4AE3-9F94-86BFD29D89F4}" dt="2022-02-17T19:21:31.007" v="1591" actId="164"/>
          <ac:graphicFrameMkLst>
            <pc:docMk/>
            <pc:sldMk cId="0" sldId="278"/>
            <ac:graphicFrameMk id="55300" creationId="{23F7AEF7-B3B7-492B-9938-C5985326CC8A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1" creationId="{45468FF4-3B52-478F-94CB-D697E3334E7E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2" creationId="{AF68A8C5-DAEC-4DFE-AE07-D8325C339A10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3" creationId="{C3FEF9BF-0698-4D02-AA90-D914DB06236D}"/>
          </ac:graphicFrameMkLst>
        </pc:graphicFrameChg>
      </pc:sldChg>
      <pc:sldChg chg="modAnim">
        <pc:chgData name="Zheng Fei" userId="d19317889db4c986" providerId="LiveId" clId="{3861D70B-005F-4AE3-9F94-86BFD29D89F4}" dt="2022-02-17T19:19:28.459" v="1576"/>
        <pc:sldMkLst>
          <pc:docMk/>
          <pc:sldMk cId="0" sldId="279"/>
        </pc:sldMkLst>
      </pc:sldChg>
      <pc:sldChg chg="addSp delSp modSp mod delAnim modAnim">
        <pc:chgData name="Zheng Fei" userId="d19317889db4c986" providerId="LiveId" clId="{3861D70B-005F-4AE3-9F94-86BFD29D89F4}" dt="2022-02-17T19:21:59.622" v="1594"/>
        <pc:sldMkLst>
          <pc:docMk/>
          <pc:sldMk cId="0" sldId="280"/>
        </pc:sldMkLst>
        <pc:spChg chg="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3" creationId="{215AE15A-D5C7-461B-88FF-92B24D21A0D8}"/>
          </ac:spMkLst>
        </pc:spChg>
        <pc:spChg chg="add 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19" creationId="{8638E667-EAC2-4249-A23B-18A0E613F00B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0" creationId="{609A5B9A-E7E1-4125-86C5-08136BB353FD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1" creationId="{4C739DD1-8744-4C62-AC64-BC9A497274A8}"/>
          </ac:spMkLst>
        </pc:spChg>
        <pc:spChg chg="del mod">
          <ac:chgData name="Zheng Fei" userId="d19317889db4c986" providerId="LiveId" clId="{3861D70B-005F-4AE3-9F94-86BFD29D89F4}" dt="2022-02-17T19:08:46.258" v="1383" actId="478"/>
          <ac:spMkLst>
            <pc:docMk/>
            <pc:sldMk cId="0" sldId="280"/>
            <ac:spMk id="26" creationId="{A2550CCC-BCCF-41CC-8AE4-F4FEBBC675A8}"/>
          </ac:spMkLst>
        </pc:spChg>
        <pc:spChg chg="del mod">
          <ac:chgData name="Zheng Fei" userId="d19317889db4c986" providerId="LiveId" clId="{3861D70B-005F-4AE3-9F94-86BFD29D89F4}" dt="2022-02-17T19:10:06.360" v="1418" actId="478"/>
          <ac:spMkLst>
            <pc:docMk/>
            <pc:sldMk cId="0" sldId="280"/>
            <ac:spMk id="29" creationId="{D0BBB62B-F85E-4D31-8745-7CCB676B7BDF}"/>
          </ac:spMkLst>
        </pc:spChg>
        <pc:spChg chg="del mod">
          <ac:chgData name="Zheng Fei" userId="d19317889db4c986" providerId="LiveId" clId="{3861D70B-005F-4AE3-9F94-86BFD29D89F4}" dt="2022-02-17T19:08:57.663" v="1386" actId="478"/>
          <ac:spMkLst>
            <pc:docMk/>
            <pc:sldMk cId="0" sldId="280"/>
            <ac:spMk id="30" creationId="{24AD6BD2-8489-4DB2-BA57-A8F5DB5AE8EB}"/>
          </ac:spMkLst>
        </pc:spChg>
        <pc:spChg chg="del mod">
          <ac:chgData name="Zheng Fei" userId="d19317889db4c986" providerId="LiveId" clId="{3861D70B-005F-4AE3-9F94-86BFD29D89F4}" dt="2022-02-17T19:09:59.903" v="1417" actId="478"/>
          <ac:spMkLst>
            <pc:docMk/>
            <pc:sldMk cId="0" sldId="280"/>
            <ac:spMk id="33" creationId="{20151D39-2E55-48C6-B112-F065CB56A5B4}"/>
          </ac:spMkLst>
        </pc:spChg>
        <pc:spChg chg="mod">
          <ac:chgData name="Zheng Fei" userId="d19317889db4c986" providerId="LiveId" clId="{3861D70B-005F-4AE3-9F94-86BFD29D89F4}" dt="2022-02-17T19:12:35.586" v="1529" actId="20577"/>
          <ac:spMkLst>
            <pc:docMk/>
            <pc:sldMk cId="0" sldId="280"/>
            <ac:spMk id="57346" creationId="{2E678DED-D69C-4B5D-846E-C3C656B00904}"/>
          </ac:spMkLst>
        </pc:sp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mod">
          <ac:chgData name="Zheng Fei" userId="d19317889db4c986" providerId="LiveId" clId="{3861D70B-005F-4AE3-9F94-86BFD29D89F4}" dt="2022-02-17T19:12:51.923" v="1531" actId="1076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mod">
          <ac:chgData name="Zheng Fei" userId="d19317889db4c986" providerId="LiveId" clId="{3861D70B-005F-4AE3-9F94-86BFD29D89F4}" dt="2022-02-17T19:12:59.088" v="1559" actId="1036"/>
          <ac:graphicFrameMkLst>
            <pc:docMk/>
            <pc:sldMk cId="0" sldId="280"/>
            <ac:graphicFrameMk id="32" creationId="{E636ECDC-D97F-4471-8C05-949D390A829A}"/>
          </ac:graphicFrameMkLst>
        </pc:graphicFrameChg>
      </pc:sldChg>
      <pc:sldChg chg="modSp del mod">
        <pc:chgData name="Zheng Fei" userId="d19317889db4c986" providerId="LiveId" clId="{3861D70B-005F-4AE3-9F94-86BFD29D89F4}" dt="2022-02-17T18:04:38.370" v="684" actId="2696"/>
        <pc:sldMkLst>
          <pc:docMk/>
          <pc:sldMk cId="2026888976" sldId="305"/>
        </pc:sldMkLst>
        <pc:spChg chg="mod">
          <ac:chgData name="Zheng Fei" userId="d19317889db4c986" providerId="LiveId" clId="{3861D70B-005F-4AE3-9F94-86BFD29D89F4}" dt="2022-02-11T11:33:55.286" v="13" actId="207"/>
          <ac:spMkLst>
            <pc:docMk/>
            <pc:sldMk cId="2026888976" sldId="305"/>
            <ac:spMk id="9" creationId="{00000000-0000-0000-0000-000000000000}"/>
          </ac:spMkLst>
        </pc:spChg>
        <pc:picChg chg="add del">
          <ac:chgData name="Zheng Fei" userId="d19317889db4c986" providerId="LiveId" clId="{3861D70B-005F-4AE3-9F94-86BFD29D89F4}" dt="2022-02-17T18:46:21.716" v="1151" actId="21"/>
          <ac:picMkLst>
            <pc:docMk/>
            <pc:sldMk cId="2026888976" sldId="305"/>
            <ac:picMk id="10" creationId="{773B033F-756F-48FB-9BDF-910A666C6E66}"/>
          </ac:picMkLst>
        </pc:picChg>
      </pc:sldChg>
      <pc:sldChg chg="addSp delSp modSp mod modAnim modNotesTx">
        <pc:chgData name="Zheng Fei" userId="d19317889db4c986" providerId="LiveId" clId="{3861D70B-005F-4AE3-9F94-86BFD29D89F4}" dt="2022-02-17T18:23:58.036" v="969"/>
        <pc:sldMkLst>
          <pc:docMk/>
          <pc:sldMk cId="2050651053" sldId="328"/>
        </pc:sldMkLst>
        <pc:spChg chg="mod">
          <ac:chgData name="Zheng Fei" userId="d19317889db4c986" providerId="LiveId" clId="{3861D70B-005F-4AE3-9F94-86BFD29D89F4}" dt="2022-02-11T11:49:52.717" v="33" actId="20577"/>
          <ac:spMkLst>
            <pc:docMk/>
            <pc:sldMk cId="2050651053" sldId="328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48:12.157" v="15" actId="478"/>
          <ac:spMkLst>
            <pc:docMk/>
            <pc:sldMk cId="2050651053" sldId="328"/>
            <ac:spMk id="9" creationId="{FC1F2C7E-793E-F441-952A-A404E4CDB1F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0" creationId="{EB571022-F7D7-418B-889A-664DBD56A82E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1" creationId="{655A68AA-6942-4D72-841C-DF6268571E8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2" creationId="{57020B2D-D36E-41B2-A4A7-715372EE4B21}"/>
          </ac:spMkLst>
        </pc:spChg>
        <pc:spChg chg="add del mod">
          <ac:chgData name="Zheng Fei" userId="d19317889db4c986" providerId="LiveId" clId="{3861D70B-005F-4AE3-9F94-86BFD29D89F4}" dt="2022-02-11T11:53:45.039" v="139" actId="478"/>
          <ac:spMkLst>
            <pc:docMk/>
            <pc:sldMk cId="2050651053" sldId="328"/>
            <ac:spMk id="13" creationId="{DBFA947A-5A2C-412A-AD19-F4786DD1BED6}"/>
          </ac:spMkLst>
        </pc:spChg>
        <pc:spChg chg="add mod">
          <ac:chgData name="Zheng Fei" userId="d19317889db4c986" providerId="LiveId" clId="{3861D70B-005F-4AE3-9F94-86BFD29D89F4}" dt="2022-02-17T18:23:58.036" v="969"/>
          <ac:spMkLst>
            <pc:docMk/>
            <pc:sldMk cId="2050651053" sldId="328"/>
            <ac:spMk id="14" creationId="{F2AFB2CF-1647-4493-B623-640AC7636180}"/>
          </ac:spMkLst>
        </pc:spChg>
        <pc:spChg chg="add mod">
          <ac:chgData name="Zheng Fei" userId="d19317889db4c986" providerId="LiveId" clId="{3861D70B-005F-4AE3-9F94-86BFD29D89F4}" dt="2022-02-17T18:20:29.669" v="863" actId="1036"/>
          <ac:spMkLst>
            <pc:docMk/>
            <pc:sldMk cId="2050651053" sldId="328"/>
            <ac:spMk id="15" creationId="{1D7D2649-5F0D-447C-A398-04B8353BB3CB}"/>
          </ac:spMkLst>
        </pc:spChg>
      </pc:sldChg>
      <pc:sldChg chg="addSp delSp modSp">
        <pc:chgData name="Zheng Fei" userId="d19317889db4c986" providerId="LiveId" clId="{3861D70B-005F-4AE3-9F94-86BFD29D89F4}" dt="2022-02-17T18:46:58.822" v="1154"/>
        <pc:sldMkLst>
          <pc:docMk/>
          <pc:sldMk cId="3688734997" sldId="331"/>
        </pc:sldMkLst>
        <pc:picChg chg="add mod">
          <ac:chgData name="Zheng Fei" userId="d19317889db4c986" providerId="LiveId" clId="{3861D70B-005F-4AE3-9F94-86BFD29D89F4}" dt="2022-02-17T18:46:58.822" v="1154"/>
          <ac:picMkLst>
            <pc:docMk/>
            <pc:sldMk cId="3688734997" sldId="331"/>
            <ac:picMk id="11" creationId="{5701C5F9-7926-4C8D-A5DD-6A29E5C5E0EA}"/>
          </ac:picMkLst>
        </pc:picChg>
        <pc:picChg chg="del mod">
          <ac:chgData name="Zheng Fei" userId="d19317889db4c986" providerId="LiveId" clId="{3861D70B-005F-4AE3-9F94-86BFD29D89F4}" dt="2022-02-17T18:46:46.502" v="1153" actId="21"/>
          <ac:picMkLst>
            <pc:docMk/>
            <pc:sldMk cId="3688734997" sldId="331"/>
            <ac:picMk id="13" creationId="{FEEC2934-791A-4E39-AB97-9AEB9ABF92A2}"/>
          </ac:picMkLst>
        </pc:picChg>
      </pc:sldChg>
      <pc:sldChg chg="modSp">
        <pc:chgData name="Zheng Fei" userId="d19317889db4c986" providerId="LiveId" clId="{3861D70B-005F-4AE3-9F94-86BFD29D89F4}" dt="2022-02-17T18:37:40.656" v="1102" actId="1038"/>
        <pc:sldMkLst>
          <pc:docMk/>
          <pc:sldMk cId="779396015" sldId="332"/>
        </pc:sldMkLst>
        <pc:spChg chg="mod">
          <ac:chgData name="Zheng Fei" userId="d19317889db4c986" providerId="LiveId" clId="{3861D70B-005F-4AE3-9F94-86BFD29D89F4}" dt="2022-02-17T18:37:40.656" v="1102" actId="1038"/>
          <ac:spMkLst>
            <pc:docMk/>
            <pc:sldMk cId="779396015" sldId="332"/>
            <ac:spMk id="12" creationId="{80130987-05DB-4278-95EC-57E6C801DA86}"/>
          </ac:spMkLst>
        </pc:spChg>
      </pc:sldChg>
      <pc:sldChg chg="addSp delSp modSp mod modAnim">
        <pc:chgData name="Zheng Fei" userId="d19317889db4c986" providerId="LiveId" clId="{3861D70B-005F-4AE3-9F94-86BFD29D89F4}" dt="2022-02-11T12:30:39.212" v="469"/>
        <pc:sldMkLst>
          <pc:docMk/>
          <pc:sldMk cId="3997665689" sldId="333"/>
        </pc:sldMkLst>
        <pc:spChg chg="mod">
          <ac:chgData name="Zheng Fei" userId="d19317889db4c986" providerId="LiveId" clId="{3861D70B-005F-4AE3-9F94-86BFD29D89F4}" dt="2022-02-11T12:00:10.101" v="207" actId="1076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Zheng Fei" userId="d19317889db4c986" providerId="LiveId" clId="{3861D70B-005F-4AE3-9F94-86BFD29D89F4}" dt="2022-02-11T12:00:19.481" v="211"/>
          <ac:spMkLst>
            <pc:docMk/>
            <pc:sldMk cId="3997665689" sldId="333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59:48.066" v="198" actId="478"/>
          <ac:spMkLst>
            <pc:docMk/>
            <pc:sldMk cId="3997665689" sldId="333"/>
            <ac:spMk id="10" creationId="{A428253B-1E8E-8845-B4FF-359F3D92CCCB}"/>
          </ac:spMkLst>
        </pc:spChg>
        <pc:spChg chg="add del mod">
          <ac:chgData name="Zheng Fei" userId="d19317889db4c986" providerId="LiveId" clId="{3861D70B-005F-4AE3-9F94-86BFD29D89F4}" dt="2022-02-11T12:00:15.891" v="209" actId="478"/>
          <ac:spMkLst>
            <pc:docMk/>
            <pc:sldMk cId="3997665689" sldId="333"/>
            <ac:spMk id="11" creationId="{8BB4F2D2-0607-47F7-AF0E-9C4B8E83E491}"/>
          </ac:spMkLst>
        </pc:spChg>
        <pc:spChg chg="add mod">
          <ac:chgData name="Zheng Fei" userId="d19317889db4c986" providerId="LiveId" clId="{3861D70B-005F-4AE3-9F94-86BFD29D89F4}" dt="2022-02-11T12:28:54.066" v="429"/>
          <ac:spMkLst>
            <pc:docMk/>
            <pc:sldMk cId="3997665689" sldId="333"/>
            <ac:spMk id="12" creationId="{DE949213-57A9-471A-92E9-4F392170874B}"/>
          </ac:spMkLst>
        </pc:spChg>
        <pc:spChg chg="add mod">
          <ac:chgData name="Zheng Fei" userId="d19317889db4c986" providerId="LiveId" clId="{3861D70B-005F-4AE3-9F94-86BFD29D89F4}" dt="2022-02-11T12:30:39.212" v="469"/>
          <ac:spMkLst>
            <pc:docMk/>
            <pc:sldMk cId="3997665689" sldId="333"/>
            <ac:spMk id="13" creationId="{02563509-D651-4247-BD85-CB5088F596B3}"/>
          </ac:spMkLst>
        </pc:spChg>
        <pc:spChg chg="add mod">
          <ac:chgData name="Zheng Fei" userId="d19317889db4c986" providerId="LiveId" clId="{3861D70B-005F-4AE3-9F94-86BFD29D89F4}" dt="2022-02-11T11:59:48.776" v="199"/>
          <ac:spMkLst>
            <pc:docMk/>
            <pc:sldMk cId="3997665689" sldId="333"/>
            <ac:spMk id="14" creationId="{7F9A0FA8-E4A4-41DF-97BA-8161C8254BA9}"/>
          </ac:spMkLst>
        </pc:spChg>
      </pc:sldChg>
      <pc:sldChg chg="addSp delSp modSp add mod ord modAnim">
        <pc:chgData name="Zheng Fei" userId="d19317889db4c986" providerId="LiveId" clId="{3861D70B-005F-4AE3-9F94-86BFD29D89F4}" dt="2022-02-11T11:53:39.922" v="138"/>
        <pc:sldMkLst>
          <pc:docMk/>
          <pc:sldMk cId="1772499561" sldId="334"/>
        </pc:sldMkLst>
        <pc:spChg chg="mod">
          <ac:chgData name="Zheng Fei" userId="d19317889db4c986" providerId="LiveId" clId="{3861D70B-005F-4AE3-9F94-86BFD29D89F4}" dt="2022-02-11T11:52:47.810" v="134" actId="20577"/>
          <ac:spMkLst>
            <pc:docMk/>
            <pc:sldMk cId="1772499561" sldId="334"/>
            <ac:spMk id="13" creationId="{DBFA947A-5A2C-412A-AD19-F4786DD1BED6}"/>
          </ac:spMkLst>
        </pc:spChg>
        <pc:spChg chg="del">
          <ac:chgData name="Zheng Fei" userId="d19317889db4c986" providerId="LiveId" clId="{3861D70B-005F-4AE3-9F94-86BFD29D89F4}" dt="2022-02-11T11:50:50.218" v="35" actId="478"/>
          <ac:spMkLst>
            <pc:docMk/>
            <pc:sldMk cId="1772499561" sldId="334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1:50:52.126" v="36" actId="478"/>
          <ac:spMkLst>
            <pc:docMk/>
            <pc:sldMk cId="1772499561" sldId="334"/>
            <ac:spMk id="15" creationId="{1D7D2649-5F0D-447C-A398-04B8353BB3CB}"/>
          </ac:spMkLst>
        </pc:spChg>
        <pc:spChg chg="add del">
          <ac:chgData name="Zheng Fei" userId="d19317889db4c986" providerId="LiveId" clId="{3861D70B-005F-4AE3-9F94-86BFD29D89F4}" dt="2022-02-11T11:51:22.036" v="38" actId="478"/>
          <ac:spMkLst>
            <pc:docMk/>
            <pc:sldMk cId="1772499561" sldId="334"/>
            <ac:spMk id="16" creationId="{7C618EF3-FB18-485B-8077-DDA510F2A7F1}"/>
          </ac:spMkLst>
        </pc:spChg>
        <pc:picChg chg="add mod">
          <ac:chgData name="Zheng Fei" userId="d19317889db4c986" providerId="LiveId" clId="{3861D70B-005F-4AE3-9F94-86BFD29D89F4}" dt="2022-02-11T11:53:24.138" v="136" actId="1076"/>
          <ac:picMkLst>
            <pc:docMk/>
            <pc:sldMk cId="1772499561" sldId="334"/>
            <ac:picMk id="11" creationId="{2C721B03-C58B-4011-B173-09CC97364C74}"/>
          </ac:picMkLst>
        </pc:picChg>
      </pc:sldChg>
      <pc:sldChg chg="new del">
        <pc:chgData name="Zheng Fei" userId="d19317889db4c986" providerId="LiveId" clId="{3861D70B-005F-4AE3-9F94-86BFD29D89F4}" dt="2022-02-11T12:02:29.812" v="276" actId="47"/>
        <pc:sldMkLst>
          <pc:docMk/>
          <pc:sldMk cId="38090783" sldId="335"/>
        </pc:sldMkLst>
      </pc:sldChg>
      <pc:sldChg chg="addSp delSp modSp add mod modAnim">
        <pc:chgData name="Zheng Fei" userId="d19317889db4c986" providerId="LiveId" clId="{3861D70B-005F-4AE3-9F94-86BFD29D89F4}" dt="2022-02-17T19:00:07.065" v="1324" actId="1036"/>
        <pc:sldMkLst>
          <pc:docMk/>
          <pc:sldMk cId="1708672986" sldId="335"/>
        </pc:sldMkLst>
        <pc:spChg chg="mod">
          <ac:chgData name="Zheng Fei" userId="d19317889db4c986" providerId="LiveId" clId="{3861D70B-005F-4AE3-9F94-86BFD29D89F4}" dt="2022-02-11T12:03:03.463" v="294"/>
          <ac:spMkLst>
            <pc:docMk/>
            <pc:sldMk cId="1708672986" sldId="335"/>
            <ac:spMk id="5" creationId="{FB207D22-4ED1-D447-BEB1-4714B4D3A268}"/>
          </ac:spMkLst>
        </pc:spChg>
        <pc:spChg chg="add mod">
          <ac:chgData name="Zheng Fei" userId="d19317889db4c986" providerId="LiveId" clId="{3861D70B-005F-4AE3-9F94-86BFD29D89F4}" dt="2022-02-17T19:00:01.762" v="1306" actId="20577"/>
          <ac:spMkLst>
            <pc:docMk/>
            <pc:sldMk cId="1708672986" sldId="335"/>
            <ac:spMk id="10" creationId="{D2B5C4BD-B5DB-4D15-94BC-390712EB60C2}"/>
          </ac:spMkLst>
        </pc:spChg>
        <pc:spChg chg="add del mod">
          <ac:chgData name="Zheng Fei" userId="d19317889db4c986" providerId="LiveId" clId="{3861D70B-005F-4AE3-9F94-86BFD29D89F4}" dt="2022-02-11T12:04:01.028" v="298" actId="478"/>
          <ac:spMkLst>
            <pc:docMk/>
            <pc:sldMk cId="1708672986" sldId="335"/>
            <ac:spMk id="12" creationId="{25A03C6C-79C5-46BC-B62B-EFF0954CADBC}"/>
          </ac:spMkLst>
        </pc:spChg>
        <pc:spChg chg="del">
          <ac:chgData name="Zheng Fei" userId="d19317889db4c986" providerId="LiveId" clId="{3861D70B-005F-4AE3-9F94-86BFD29D89F4}" dt="2022-02-11T12:02:52.872" v="279" actId="478"/>
          <ac:spMkLst>
            <pc:docMk/>
            <pc:sldMk cId="1708672986" sldId="335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2:02:50.003" v="278" actId="478"/>
          <ac:spMkLst>
            <pc:docMk/>
            <pc:sldMk cId="1708672986" sldId="335"/>
            <ac:spMk id="15" creationId="{1D7D2649-5F0D-447C-A398-04B8353BB3CB}"/>
          </ac:spMkLst>
        </pc:spChg>
        <pc:picChg chg="add mod">
          <ac:chgData name="Zheng Fei" userId="d19317889db4c986" providerId="LiveId" clId="{3861D70B-005F-4AE3-9F94-86BFD29D89F4}" dt="2022-02-17T19:00:07.065" v="1324" actId="1036"/>
          <ac:picMkLst>
            <pc:docMk/>
            <pc:sldMk cId="1708672986" sldId="335"/>
            <ac:picMk id="4" creationId="{8EBC94CD-B5F1-4F64-9D85-B285E73F8A0F}"/>
          </ac:picMkLst>
        </pc:picChg>
        <pc:picChg chg="del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2" creationId="{B4C53081-EFDA-47B8-9C9B-19FB655C026B}"/>
          </ac:picMkLst>
        </pc:picChg>
        <pc:picChg chg="del mod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4" creationId="{BCCE5CCD-082A-4B1C-814A-919AC6628489}"/>
          </ac:picMkLst>
        </pc:picChg>
      </pc:sldChg>
      <pc:sldChg chg="addSp delSp modSp add mod modAnim">
        <pc:chgData name="Zheng Fei" userId="d19317889db4c986" providerId="LiveId" clId="{3861D70B-005F-4AE3-9F94-86BFD29D89F4}" dt="2022-02-17T18:28:12.171" v="985" actId="14100"/>
        <pc:sldMkLst>
          <pc:docMk/>
          <pc:sldMk cId="4231211157" sldId="336"/>
        </pc:sldMkLst>
        <pc:spChg chg="add del mod">
          <ac:chgData name="Zheng Fei" userId="d19317889db4c986" providerId="LiveId" clId="{3861D70B-005F-4AE3-9F94-86BFD29D89F4}" dt="2022-02-17T18:26:43.817" v="974" actId="478"/>
          <ac:spMkLst>
            <pc:docMk/>
            <pc:sldMk cId="4231211157" sldId="336"/>
            <ac:spMk id="2" creationId="{10C1D3EC-69A3-4099-B88D-C1F96A64CC4B}"/>
          </ac:spMkLst>
        </pc:spChg>
        <pc:spChg chg="add mod">
          <ac:chgData name="Zheng Fei" userId="d19317889db4c986" providerId="LiveId" clId="{3861D70B-005F-4AE3-9F94-86BFD29D89F4}" dt="2022-02-17T18:28:12.171" v="985" actId="14100"/>
          <ac:spMkLst>
            <pc:docMk/>
            <pc:sldMk cId="4231211157" sldId="336"/>
            <ac:spMk id="4" creationId="{3B52550B-14F9-4C7F-9054-5358A97CC025}"/>
          </ac:spMkLst>
        </pc:spChg>
        <pc:spChg chg="mod">
          <ac:chgData name="Zheng Fei" userId="d19317889db4c986" providerId="LiveId" clId="{3861D70B-005F-4AE3-9F94-86BFD29D89F4}" dt="2022-02-11T12:34:49.101" v="497"/>
          <ac:spMkLst>
            <pc:docMk/>
            <pc:sldMk cId="4231211157" sldId="336"/>
            <ac:spMk id="5" creationId="{FB207D22-4ED1-D447-BEB1-4714B4D3A268}"/>
          </ac:spMkLst>
        </pc:spChg>
        <pc:spChg chg="del mod">
          <ac:chgData name="Zheng Fei" userId="d19317889db4c986" providerId="LiveId" clId="{3861D70B-005F-4AE3-9F94-86BFD29D89F4}" dt="2022-02-11T12:35:18.448" v="501" actId="478"/>
          <ac:spMkLst>
            <pc:docMk/>
            <pc:sldMk cId="4231211157" sldId="336"/>
            <ac:spMk id="12" creationId="{DE949213-57A9-471A-92E9-4F392170874B}"/>
          </ac:spMkLst>
        </pc:spChg>
        <pc:spChg chg="del">
          <ac:chgData name="Zheng Fei" userId="d19317889db4c986" providerId="LiveId" clId="{3861D70B-005F-4AE3-9F94-86BFD29D89F4}" dt="2022-02-11T12:34:55.776" v="499" actId="478"/>
          <ac:spMkLst>
            <pc:docMk/>
            <pc:sldMk cId="4231211157" sldId="336"/>
            <ac:spMk id="13" creationId="{02563509-D651-4247-BD85-CB5088F596B3}"/>
          </ac:spMkLst>
        </pc:spChg>
        <pc:spChg chg="del">
          <ac:chgData name="Zheng Fei" userId="d19317889db4c986" providerId="LiveId" clId="{3861D70B-005F-4AE3-9F94-86BFD29D89F4}" dt="2022-02-11T12:34:53.106" v="498" actId="478"/>
          <ac:spMkLst>
            <pc:docMk/>
            <pc:sldMk cId="4231211157" sldId="336"/>
            <ac:spMk id="14" creationId="{7F9A0FA8-E4A4-41DF-97BA-8161C8254BA9}"/>
          </ac:spMkLst>
        </pc:spChg>
        <pc:spChg chg="add 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5" creationId="{FFC6ABE9-9BFE-4ACD-A506-BA9B34043FE4}"/>
          </ac:spMkLst>
        </pc:spChg>
        <pc:spChg chg="add 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21" creationId="{37840F0A-D7E8-439E-B0D0-2E844C8A852A}"/>
          </ac:spMkLst>
        </pc:spChg>
        <pc:grpChg chg="add mod">
          <ac:chgData name="Zheng Fei" userId="d19317889db4c986" providerId="LiveId" clId="{3861D70B-005F-4AE3-9F94-86BFD29D89F4}" dt="2022-02-11T12:36:38.740" v="571" actId="1076"/>
          <ac:grpSpMkLst>
            <pc:docMk/>
            <pc:sldMk cId="4231211157" sldId="336"/>
            <ac:grpSpMk id="17" creationId="{836464A8-F224-4AD4-AC4A-27898748B960}"/>
          </ac:grpSpMkLst>
        </pc:grpChg>
        <pc:grpChg chg="add mod">
          <ac:chgData name="Zheng Fei" userId="d19317889db4c986" providerId="LiveId" clId="{3861D70B-005F-4AE3-9F94-86BFD29D89F4}" dt="2022-02-11T12:36:38.327" v="570" actId="1076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Zheng Fei" userId="d19317889db4c986" providerId="LiveId" clId="{3861D70B-005F-4AE3-9F94-86BFD29D89F4}" dt="2022-02-11T12:36:38.740" v="57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Zheng Fei" userId="d19317889db4c986" providerId="LiveId" clId="{3861D70B-005F-4AE3-9F94-86BFD29D89F4}" dt="2022-02-11T12:36:38.327" v="570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17T18:35:11.988" v="1098"/>
        <pc:sldMkLst>
          <pc:docMk/>
          <pc:sldMk cId="1151378953" sldId="337"/>
        </pc:sldMkLst>
        <pc:spChg chg="mod">
          <ac:chgData name="Zheng Fei" userId="d19317889db4c986" providerId="LiveId" clId="{3861D70B-005F-4AE3-9F94-86BFD29D89F4}" dt="2022-02-11T12:39:08.678" v="601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Zheng Fei" userId="d19317889db4c986" providerId="LiveId" clId="{3861D70B-005F-4AE3-9F94-86BFD29D89F4}" dt="2022-02-17T18:35:11.988" v="1098"/>
          <ac:spMkLst>
            <pc:docMk/>
            <pc:sldMk cId="1151378953" sldId="337"/>
            <ac:spMk id="14" creationId="{EA8DF847-F28D-40A9-9417-5596EB5131A1}"/>
          </ac:spMkLst>
        </pc:spChg>
        <pc:spChg chg="add mod">
          <ac:chgData name="Zheng Fei" userId="d19317889db4c986" providerId="LiveId" clId="{3861D70B-005F-4AE3-9F94-86BFD29D89F4}" dt="2022-02-17T18:34:05.850" v="1058" actId="403"/>
          <ac:spMkLst>
            <pc:docMk/>
            <pc:sldMk cId="1151378953" sldId="337"/>
            <ac:spMk id="15" creationId="{9FB5E257-CCC9-4783-A3C8-64417589605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5" creationId="{FFC6ABE9-9BFE-4ACD-A506-BA9B34043FE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6" creationId="{87AD0794-3B8C-4675-BDC0-0314F110ABB7}"/>
          </ac:spMkLst>
        </pc:spChg>
        <pc:spChg chg="add mod">
          <ac:chgData name="Zheng Fei" userId="d19317889db4c986" providerId="LiveId" clId="{3861D70B-005F-4AE3-9F94-86BFD29D89F4}" dt="2022-02-17T18:34:28.757" v="1079"/>
          <ac:spMkLst>
            <pc:docMk/>
            <pc:sldMk cId="1151378953" sldId="337"/>
            <ac:spMk id="23" creationId="{1B88DC17-C799-4CF4-8163-4E23EA6828C6}"/>
          </ac:spMkLst>
        </pc:spChg>
        <pc:spChg chg="add mod">
          <ac:chgData name="Zheng Fei" userId="d19317889db4c986" providerId="LiveId" clId="{3861D70B-005F-4AE3-9F94-86BFD29D89F4}" dt="2022-02-11T12:39:35.058" v="603"/>
          <ac:spMkLst>
            <pc:docMk/>
            <pc:sldMk cId="1151378953" sldId="337"/>
            <ac:spMk id="24" creationId="{F57D6410-3E81-415D-A58A-4ADE1E4DBE1F}"/>
          </ac:spMkLst>
        </pc:s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17" creationId="{836464A8-F224-4AD4-AC4A-27898748B960}"/>
          </ac:grpSpMkLst>
        </pc:gr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20" creationId="{7481D171-1EF2-45DE-B01F-F5FFCC7D772F}"/>
          </ac:grpSpMkLst>
        </pc:grpChg>
      </pc:sldChg>
      <pc:sldChg chg="add">
        <pc:chgData name="Zheng Fei" userId="d19317889db4c986" providerId="LiveId" clId="{3861D70B-005F-4AE3-9F94-86BFD29D89F4}" dt="2022-02-11T12:52:35.623" v="604"/>
        <pc:sldMkLst>
          <pc:docMk/>
          <pc:sldMk cId="2749613802" sldId="338"/>
        </pc:sldMkLst>
      </pc:sldChg>
      <pc:sldChg chg="modSp mod">
        <pc:chgData name="Zheng Fei" userId="d19317889db4c986" providerId="LiveId" clId="{3861D70B-005F-4AE3-9F94-86BFD29D89F4}" dt="2022-02-17T17:53:14.928" v="639" actId="14734"/>
        <pc:sldMkLst>
          <pc:docMk/>
          <pc:sldMk cId="1494529122" sldId="340"/>
        </pc:sldMkLst>
        <pc:graphicFrameChg chg="mod modGraphic">
          <ac:chgData name="Zheng Fei" userId="d19317889db4c986" providerId="LiveId" clId="{3861D70B-005F-4AE3-9F94-86BFD29D89F4}" dt="2022-02-17T17:53:11.717" v="638" actId="14734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mod modGraphic">
          <ac:chgData name="Zheng Fei" userId="d19317889db4c986" providerId="LiveId" clId="{3861D70B-005F-4AE3-9F94-86BFD29D89F4}" dt="2022-02-17T17:53:14.928" v="639" actId="14734"/>
          <ac:graphicFrameMkLst>
            <pc:docMk/>
            <pc:sldMk cId="1494529122" sldId="340"/>
            <ac:graphicFrameMk id="7" creationId="{76D75AE2-CC26-4ED2-A60F-1100762AEC24}"/>
          </ac:graphicFrameMkLst>
        </pc:graphicFrameChg>
      </pc:sldChg>
      <pc:sldChg chg="del">
        <pc:chgData name="Zheng Fei" userId="d19317889db4c986" providerId="LiveId" clId="{3861D70B-005F-4AE3-9F94-86BFD29D89F4}" dt="2022-02-17T18:04:47.500" v="686" actId="2696"/>
        <pc:sldMkLst>
          <pc:docMk/>
          <pc:sldMk cId="1566070332" sldId="341"/>
        </pc:sldMkLst>
      </pc:sldChg>
      <pc:sldChg chg="modSp add mod">
        <pc:chgData name="Zheng Fei" userId="d19317889db4c986" providerId="LiveId" clId="{3861D70B-005F-4AE3-9F94-86BFD29D89F4}" dt="2022-02-17T18:11:09.956" v="718"/>
        <pc:sldMkLst>
          <pc:docMk/>
          <pc:sldMk cId="2114298555" sldId="341"/>
        </pc:sldMkLst>
        <pc:spChg chg="mod">
          <ac:chgData name="Zheng Fei" userId="d19317889db4c986" providerId="LiveId" clId="{3861D70B-005F-4AE3-9F94-86BFD29D89F4}" dt="2022-02-17T18:11:09.956" v="718"/>
          <ac:spMkLst>
            <pc:docMk/>
            <pc:sldMk cId="2114298555" sldId="341"/>
            <ac:spMk id="10" creationId="{70D050DC-AA1B-4AFD-97A9-933BCB8B64D0}"/>
          </ac:spMkLst>
        </pc:spChg>
        <pc:spChg chg="mod">
          <ac:chgData name="Zheng Fei" userId="d19317889db4c986" providerId="LiveId" clId="{3861D70B-005F-4AE3-9F94-86BFD29D89F4}" dt="2022-02-17T18:09:20.261" v="699" actId="20577"/>
          <ac:spMkLst>
            <pc:docMk/>
            <pc:sldMk cId="2114298555" sldId="341"/>
            <ac:spMk id="16" creationId="{BD64B7BC-7B0B-4F4A-8C4B-DA2BE2367718}"/>
          </ac:spMkLst>
        </pc:spChg>
        <pc:spChg chg="mod">
          <ac:chgData name="Zheng Fei" userId="d19317889db4c986" providerId="LiveId" clId="{3861D70B-005F-4AE3-9F94-86BFD29D89F4}" dt="2022-02-17T18:09:42.715" v="701" actId="20577"/>
          <ac:spMkLst>
            <pc:docMk/>
            <pc:sldMk cId="2114298555" sldId="341"/>
            <ac:spMk id="17" creationId="{2D9D4399-425F-4A7A-947C-7FBCAF173685}"/>
          </ac:spMkLst>
        </pc:spChg>
        <pc:spChg chg="mod">
          <ac:chgData name="Zheng Fei" userId="d19317889db4c986" providerId="LiveId" clId="{3861D70B-005F-4AE3-9F94-86BFD29D89F4}" dt="2022-02-17T18:10:18.800" v="705" actId="20577"/>
          <ac:spMkLst>
            <pc:docMk/>
            <pc:sldMk cId="2114298555" sldId="341"/>
            <ac:spMk id="18" creationId="{E25B423D-168F-487F-8F77-4CE3D5675AEA}"/>
          </ac:spMkLst>
        </pc:spChg>
        <pc:spChg chg="mod">
          <ac:chgData name="Zheng Fei" userId="d19317889db4c986" providerId="LiveId" clId="{3861D70B-005F-4AE3-9F94-86BFD29D89F4}" dt="2022-02-17T18:10:21.976" v="707" actId="20577"/>
          <ac:spMkLst>
            <pc:docMk/>
            <pc:sldMk cId="2114298555" sldId="341"/>
            <ac:spMk id="19" creationId="{5AD71633-FDC2-4556-882D-1654D6463D40}"/>
          </ac:spMkLst>
        </pc:spChg>
        <pc:spChg chg="mod">
          <ac:chgData name="Zheng Fei" userId="d19317889db4c986" providerId="LiveId" clId="{3861D70B-005F-4AE3-9F94-86BFD29D89F4}" dt="2022-02-17T18:10:36.106" v="709" actId="20577"/>
          <ac:spMkLst>
            <pc:docMk/>
            <pc:sldMk cId="2114298555" sldId="341"/>
            <ac:spMk id="20" creationId="{646B3A50-226D-438A-8D07-1E9F0B268015}"/>
          </ac:spMkLst>
        </pc:spChg>
      </pc:sldChg>
      <pc:sldChg chg="modSp mod">
        <pc:chgData name="Zheng Fei" userId="d19317889db4c986" providerId="LiveId" clId="{3861D70B-005F-4AE3-9F94-86BFD29D89F4}" dt="2022-02-17T17:56:11.198" v="681" actId="20577"/>
        <pc:sldMkLst>
          <pc:docMk/>
          <pc:sldMk cId="382227545" sldId="342"/>
        </pc:sldMkLst>
        <pc:spChg chg="mod">
          <ac:chgData name="Zheng Fei" userId="d19317889db4c986" providerId="LiveId" clId="{3861D70B-005F-4AE3-9F94-86BFD29D89F4}" dt="2022-02-17T17:56:11.198" v="681" actId="20577"/>
          <ac:spMkLst>
            <pc:docMk/>
            <pc:sldMk cId="382227545" sldId="342"/>
            <ac:spMk id="3" creationId="{03F9E30B-88EC-490E-9F85-52DAC84B15DF}"/>
          </ac:spMkLst>
        </pc:spChg>
      </pc:sldChg>
      <pc:sldChg chg="modSp mod">
        <pc:chgData name="Zheng Fei" userId="d19317889db4c986" providerId="LiveId" clId="{3861D70B-005F-4AE3-9F94-86BFD29D89F4}" dt="2022-02-17T18:55:36.088" v="1293" actId="1035"/>
        <pc:sldMkLst>
          <pc:docMk/>
          <pc:sldMk cId="3617927023" sldId="343"/>
        </pc:sldMkLst>
        <pc:spChg chg="mod">
          <ac:chgData name="Zheng Fei" userId="d19317889db4c986" providerId="LiveId" clId="{3861D70B-005F-4AE3-9F94-86BFD29D89F4}" dt="2022-02-17T18:55:36.088" v="1293" actId="1035"/>
          <ac:spMkLst>
            <pc:docMk/>
            <pc:sldMk cId="3617927023" sldId="343"/>
            <ac:spMk id="2" creationId="{59CD368B-C60F-43CD-BA5F-8B2CCD59DD97}"/>
          </ac:spMkLst>
        </pc:spChg>
      </pc:sldChg>
      <pc:sldChg chg="modSp modAnim">
        <pc:chgData name="Zheng Fei" userId="d19317889db4c986" providerId="LiveId" clId="{3861D70B-005F-4AE3-9F94-86BFD29D89F4}" dt="2022-02-17T18:29:38.932" v="1005"/>
        <pc:sldMkLst>
          <pc:docMk/>
          <pc:sldMk cId="1214083559" sldId="346"/>
        </pc:sldMkLst>
        <pc:spChg chg="mod">
          <ac:chgData name="Zheng Fei" userId="d19317889db4c986" providerId="LiveId" clId="{3861D70B-005F-4AE3-9F94-86BFD29D89F4}" dt="2022-02-17T18:29:38.932" v="1005"/>
          <ac:spMkLst>
            <pc:docMk/>
            <pc:sldMk cId="1214083559" sldId="346"/>
            <ac:spMk id="9" creationId="{74C94C83-CB5C-4087-BBD1-9EDE4C99059F}"/>
          </ac:spMkLst>
        </pc:spChg>
      </pc:sldChg>
      <pc:sldChg chg="modAnim">
        <pc:chgData name="Zheng Fei" userId="d19317889db4c986" providerId="LiveId" clId="{3861D70B-005F-4AE3-9F94-86BFD29D89F4}" dt="2022-02-17T19:23:41.568" v="1604"/>
        <pc:sldMkLst>
          <pc:docMk/>
          <pc:sldMk cId="1161903184" sldId="348"/>
        </pc:sldMkLst>
      </pc:sldChg>
      <pc:sldChg chg="ord">
        <pc:chgData name="Zheng Fei" userId="d19317889db4c986" providerId="LiveId" clId="{3861D70B-005F-4AE3-9F94-86BFD29D89F4}" dt="2022-02-23T15:08:35.633" v="1857"/>
        <pc:sldMkLst>
          <pc:docMk/>
          <pc:sldMk cId="3952504978" sldId="349"/>
        </pc:sldMkLst>
      </pc:sldChg>
      <pc:sldChg chg="modSp mod">
        <pc:chgData name="Zheng Fei" userId="d19317889db4c986" providerId="LiveId" clId="{3861D70B-005F-4AE3-9F94-86BFD29D89F4}" dt="2022-02-22T01:02:18.274" v="1627" actId="1076"/>
        <pc:sldMkLst>
          <pc:docMk/>
          <pc:sldMk cId="2252357123" sldId="380"/>
        </pc:sldMkLst>
        <pc:picChg chg="mod">
          <ac:chgData name="Zheng Fei" userId="d19317889db4c986" providerId="LiveId" clId="{3861D70B-005F-4AE3-9F94-86BFD29D89F4}" dt="2022-02-22T01:02:18.274" v="1627" actId="1076"/>
          <ac:picMkLst>
            <pc:docMk/>
            <pc:sldMk cId="2252357123" sldId="380"/>
            <ac:picMk id="3" creationId="{C81E3126-A53D-4D19-9201-EE333BD01150}"/>
          </ac:picMkLst>
        </pc:picChg>
      </pc:sldChg>
      <pc:sldChg chg="modSp mod">
        <pc:chgData name="Zheng Fei" userId="d19317889db4c986" providerId="LiveId" clId="{3861D70B-005F-4AE3-9F94-86BFD29D89F4}" dt="2022-02-22T10:17:18.380" v="1648" actId="1036"/>
        <pc:sldMkLst>
          <pc:docMk/>
          <pc:sldMk cId="2745007930" sldId="383"/>
        </pc:sldMkLst>
        <pc:picChg chg="mod">
          <ac:chgData name="Zheng Fei" userId="d19317889db4c986" providerId="LiveId" clId="{3861D70B-005F-4AE3-9F94-86BFD29D89F4}" dt="2022-02-22T10:17:18.380" v="1648" actId="1036"/>
          <ac:picMkLst>
            <pc:docMk/>
            <pc:sldMk cId="2745007930" sldId="383"/>
            <ac:picMk id="3" creationId="{0DE83779-255D-4670-8A22-B301AC43D8BC}"/>
          </ac:picMkLst>
        </pc:picChg>
      </pc:sldChg>
      <pc:sldChg chg="addSp modSp new del mod setBg">
        <pc:chgData name="Zheng Fei" userId="d19317889db4c986" providerId="LiveId" clId="{3861D70B-005F-4AE3-9F94-86BFD29D89F4}" dt="2022-02-17T18:45:30.988" v="1149" actId="47"/>
        <pc:sldMkLst>
          <pc:docMk/>
          <pc:sldMk cId="2518600147" sldId="384"/>
        </pc:sldMkLst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8" creationId="{F3060C83-F051-4F0E-ABAD-AA0DFC48B218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0" creationId="{83C98ABE-055B-441F-B07E-44F97F083C3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2" creationId="{29FDB030-9B49-4CED-8CCD-4D99382388AC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4" creationId="{3783CA14-24A1-485C-8B30-D6A5D87987AD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6" creationId="{9A97C86A-04D6-40F7-AE84-31AB43E6A846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8" creationId="{FF9F2414-84E8-453E-B1F3-389FDE8192D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20" creationId="{3ECA69A1-7536-43AC-85EF-C7106179F5ED}"/>
          </ac:spMkLst>
        </pc:spChg>
        <pc:picChg chg="add mod">
          <ac:chgData name="Zheng Fei" userId="d19317889db4c986" providerId="LiveId" clId="{3861D70B-005F-4AE3-9F94-86BFD29D89F4}" dt="2022-02-17T18:45:00.033" v="1148" actId="26606"/>
          <ac:picMkLst>
            <pc:docMk/>
            <pc:sldMk cId="2518600147" sldId="384"/>
            <ac:picMk id="3" creationId="{C47846AE-6F74-4F5B-8EB0-868CFCFBAF9B}"/>
          </ac:picMkLst>
        </pc:picChg>
      </pc:sldChg>
      <pc:sldChg chg="addSp delSp modSp new del mod setBg setFolMasterObjs">
        <pc:chgData name="Zheng Fei" userId="d19317889db4c986" providerId="LiveId" clId="{3861D70B-005F-4AE3-9F94-86BFD29D89F4}" dt="2022-02-17T18:54:51.677" v="1261" actId="2696"/>
        <pc:sldMkLst>
          <pc:docMk/>
          <pc:sldMk cId="3040588971" sldId="384"/>
        </pc:sldMkLst>
        <pc:spChg chg="add del">
          <ac:chgData name="Zheng Fei" userId="d19317889db4c986" providerId="LiveId" clId="{3861D70B-005F-4AE3-9F94-86BFD29D89F4}" dt="2022-02-17T18:48:50.042" v="1157" actId="22"/>
          <ac:spMkLst>
            <pc:docMk/>
            <pc:sldMk cId="3040588971" sldId="384"/>
            <ac:spMk id="3" creationId="{2AEEF435-D38F-44CA-80E3-6A261FAB46ED}"/>
          </ac:spMkLst>
        </pc:spChg>
        <pc:spChg chg="add mod">
          <ac:chgData name="Zheng Fei" userId="d19317889db4c986" providerId="LiveId" clId="{3861D70B-005F-4AE3-9F94-86BFD29D89F4}" dt="2022-02-17T18:54:02.406" v="1240" actId="207"/>
          <ac:spMkLst>
            <pc:docMk/>
            <pc:sldMk cId="3040588971" sldId="384"/>
            <ac:spMk id="5" creationId="{648EE9A4-3DAB-4732-8825-F4CF86EAF2F3}"/>
          </ac:spMkLst>
        </pc:spChg>
        <pc:spChg chg="add del">
          <ac:chgData name="Zheng Fei" userId="d19317889db4c986" providerId="LiveId" clId="{3861D70B-005F-4AE3-9F94-86BFD29D89F4}" dt="2022-02-17T18:49:51.994" v="1162" actId="478"/>
          <ac:spMkLst>
            <pc:docMk/>
            <pc:sldMk cId="3040588971" sldId="384"/>
            <ac:spMk id="7" creationId="{79FAC01A-10E9-4975-93B1-00F60C53BFB2}"/>
          </ac:spMkLst>
        </pc:spChg>
        <pc:spChg chg="add mod">
          <ac:chgData name="Zheng Fei" userId="d19317889db4c986" providerId="LiveId" clId="{3861D70B-005F-4AE3-9F94-86BFD29D89F4}" dt="2022-02-17T18:54:25.578" v="1260" actId="1035"/>
          <ac:spMkLst>
            <pc:docMk/>
            <pc:sldMk cId="3040588971" sldId="384"/>
            <ac:spMk id="9" creationId="{DE7C863C-1424-4BCE-8982-C62A14CAA323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4" creationId="{F3060C83-F051-4F0E-ABAD-AA0DFC48B218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6" creationId="{83C98ABE-055B-441F-B07E-44F97F083C3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8" creationId="{29FDB030-9B49-4CED-8CCD-4D99382388AC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0" creationId="{3783CA14-24A1-485C-8B30-D6A5D87987AD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2" creationId="{9A97C86A-04D6-40F7-AE84-31AB43E6A846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4" creationId="{FF9F2414-84E8-453E-B1F3-389FDE8192D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6" creationId="{3ECA69A1-7536-43AC-85EF-C7106179F5ED}"/>
          </ac:spMkLst>
        </pc:spChg>
      </pc:sldChg>
      <pc:sldChg chg="add">
        <pc:chgData name="Zheng Fei" userId="d19317889db4c986" providerId="LiveId" clId="{3861D70B-005F-4AE3-9F94-86BFD29D89F4}" dt="2022-02-17T18:55:12.281" v="1265"/>
        <pc:sldMkLst>
          <pc:docMk/>
          <pc:sldMk cId="3703298968" sldId="384"/>
        </pc:sldMkLst>
      </pc:sldChg>
      <pc:sldChg chg="addSp delSp add del setBg delDesignElem">
        <pc:chgData name="Zheng Fei" userId="d19317889db4c986" providerId="LiveId" clId="{3861D70B-005F-4AE3-9F94-86BFD29D89F4}" dt="2022-02-17T18:55:12.250" v="1264"/>
        <pc:sldMkLst>
          <pc:docMk/>
          <pc:sldMk cId="4031512997" sldId="384"/>
        </pc:sldMkLst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4" creationId="{F3060C83-F051-4F0E-ABAD-AA0DFC48B218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6" creationId="{83C98ABE-055B-441F-B07E-44F97F083C3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8" creationId="{29FDB030-9B49-4CED-8CCD-4D99382388AC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0" creationId="{3783CA14-24A1-485C-8B30-D6A5D87987AD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2" creationId="{9A97C86A-04D6-40F7-AE84-31AB43E6A846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4" creationId="{FF9F2414-84E8-453E-B1F3-389FDE8192D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6" creationId="{3ECA69A1-7536-43AC-85EF-C7106179F5ED}"/>
          </ac:spMkLst>
        </pc:spChg>
      </pc:sldChg>
      <pc:sldChg chg="addSp modSp new modAnim">
        <pc:chgData name="Zheng Fei" userId="d19317889db4c986" providerId="LiveId" clId="{3861D70B-005F-4AE3-9F94-86BFD29D89F4}" dt="2022-02-17T19:26:08.956" v="1626"/>
        <pc:sldMkLst>
          <pc:docMk/>
          <pc:sldMk cId="1171714698" sldId="385"/>
        </pc:sldMkLst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3" creationId="{6598C09C-EF0E-4F69-86F4-CBA7868D2D79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4" creationId="{AAB7B2B6-5AF4-4A4F-A0EC-062CE299C687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5" creationId="{EAD4BFFF-66D7-4281-9EAA-18C6A664FE9B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6" creationId="{ECBA4453-83F1-4DA0-A7AC-EEA248FBF2CE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7" creationId="{C4730F09-1C38-45FD-AA3B-C909E1BB083F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0" creationId="{0004C7BB-E0B5-446A-ACFC-25B72DC7D7D0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1" creationId="{73F047F9-46EB-44B1-B12C-689D8E90E8B8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2" creationId="{47154BB2-569F-4670-945F-FEB4AA04A362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7" creationId="{D3D9D7D4-C13C-43D0-9F34-EE40C6B79C4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8" creationId="{C97F7E54-98BC-4057-9AFA-299BF27E4718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9" creationId="{0E7CA3EB-DC6F-4513-9155-43236916919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0" creationId="{34166D37-CA3C-4556-BEDC-4A0EEE38905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1" creationId="{FC59714C-3574-4A37-A9B9-3A5866B6930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2" creationId="{272E6639-A60F-4CDE-A8A2-6868DE234CF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3" creationId="{A5D5EC97-AA45-4ED7-A6A7-949F7AFF7F0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4" creationId="{95423472-AA96-49D1-B5F9-62387727577C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5" creationId="{D1F2F023-1E7A-453B-BDB0-ED0D6A367CB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6" creationId="{37BF7B11-F9CB-4270-8743-8719EFC7C3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7" creationId="{25D3BFF8-0A6A-4339-B754-D11C448E333F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8" creationId="{905AC02B-D26E-4935-8029-2CD0ED65A5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9" creationId="{0117611C-1DB3-4217-BD26-AFC06259AB2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30" creationId="{0C241C46-8B1F-4672-875A-FE1F651DA6F1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5" creationId="{49FD5B52-D10E-45FD-8A72-600B6736AE8F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6" creationId="{EF48E830-63CC-4B6F-A394-4ADEF881F498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7" creationId="{1B268E87-E599-4513-BDAA-F194C1BC6E0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8" creationId="{EF1D36E1-8C51-4165-A189-526B949819C6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9" creationId="{9032B910-4493-4A1F-BDD8-42A708FE7FC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0" creationId="{5E08EAEA-C4A7-4EB7-8040-A3AB140576A0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1" creationId="{1905E988-AAA6-4D57-B878-ADC403E19E1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2" creationId="{D26F478B-F798-4B2C-AA24-355E8A2FD515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3" creationId="{A42818C1-11EF-443E-A780-75FD8B00FEE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4" creationId="{F57F4C39-7CA4-4AB5-9E8C-4596FD998F5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5" creationId="{CD285E60-C1F8-4DA7-80A7-1E757509ABA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6" creationId="{322E1675-2E62-43AC-9499-55E693C40F3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7" creationId="{8F8E2775-92DF-4321-A597-6FCD97C2EC8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51" creationId="{EB16D83E-9E88-4424-8932-115E35CCAF5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3" creationId="{8FB99C95-F807-4DE4-8B91-7613AB90642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4" creationId="{F5E744DE-B417-47D6-82AD-A4F804111775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5" creationId="{4A01B208-563B-481B-BC4B-9108E76A0FFA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0" creationId="{A6419F38-16FD-4E6A-8F0B-8A7FD7A93EB3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1" creationId="{E69B6C8B-8357-4E9A-9CCA-F9DA737B9A35}"/>
          </ac:spMkLst>
        </pc:spChg>
        <pc:grpChg chg="add mod">
          <ac:chgData name="Zheng Fei" userId="d19317889db4c986" providerId="LiveId" clId="{3861D70B-005F-4AE3-9F94-86BFD29D89F4}" dt="2022-02-17T19:25:43.669" v="1622" actId="14100"/>
          <ac:grpSpMkLst>
            <pc:docMk/>
            <pc:sldMk cId="1171714698" sldId="385"/>
            <ac:grpSpMk id="2" creationId="{14DDDC35-6C8B-404A-8DBA-0CD0BEC5D095}"/>
          </ac:grpSpMkLst>
        </pc:grpChg>
        <pc:grpChg chg="add mod">
          <ac:chgData name="Zheng Fei" userId="d19317889db4c986" providerId="LiveId" clId="{3861D70B-005F-4AE3-9F94-86BFD29D89F4}" dt="2022-02-17T19:24:49.796" v="1611" actId="1076"/>
          <ac:grpSpMkLst>
            <pc:docMk/>
            <pc:sldMk cId="1171714698" sldId="385"/>
            <ac:grpSpMk id="9" creationId="{0FE72508-5002-4D8B-8A72-190F05C032DD}"/>
          </ac:grpSpMkLst>
        </pc:grpChg>
        <pc:grpChg chg="add mod">
          <ac:chgData name="Zheng Fei" userId="d19317889db4c986" providerId="LiveId" clId="{3861D70B-005F-4AE3-9F94-86BFD29D89F4}" dt="2022-02-17T19:25:50.695" v="1623" actId="14100"/>
          <ac:grpSpMkLst>
            <pc:docMk/>
            <pc:sldMk cId="1171714698" sldId="385"/>
            <ac:grpSpMk id="16" creationId="{E15BA8C8-E4C8-498C-930D-72AF894F80A3}"/>
          </ac:grpSpMkLst>
        </pc:grpChg>
        <pc:grpChg chg="add mod">
          <ac:chgData name="Zheng Fei" userId="d19317889db4c986" providerId="LiveId" clId="{3861D70B-005F-4AE3-9F94-86BFD29D89F4}" dt="2022-02-17T19:25:15.824" v="1616" actId="14100"/>
          <ac:grpSpMkLst>
            <pc:docMk/>
            <pc:sldMk cId="1171714698" sldId="385"/>
            <ac:grpSpMk id="34" creationId="{A1DF45C0-13B4-471E-9C6D-7ED96D77FC49}"/>
          </ac:grpSpMkLst>
        </pc:grpChg>
        <pc:grpChg chg="add mod">
          <ac:chgData name="Zheng Fei" userId="d19317889db4c986" providerId="LiveId" clId="{3861D70B-005F-4AE3-9F94-86BFD29D89F4}" dt="2022-02-17T19:25:25.882" v="1618" actId="14100"/>
          <ac:grpSpMkLst>
            <pc:docMk/>
            <pc:sldMk cId="1171714698" sldId="385"/>
            <ac:grpSpMk id="52" creationId="{12E54E8B-31DD-4896-A075-B025692A25B4}"/>
          </ac:grpSpMkLst>
        </pc:grpChg>
        <pc:grpChg chg="add mod">
          <ac:chgData name="Zheng Fei" userId="d19317889db4c986" providerId="LiveId" clId="{3861D70B-005F-4AE3-9F94-86BFD29D89F4}" dt="2022-02-17T19:25:57.047" v="1625" actId="14100"/>
          <ac:grpSpMkLst>
            <pc:docMk/>
            <pc:sldMk cId="1171714698" sldId="385"/>
            <ac:grpSpMk id="59" creationId="{A30507B1-0555-454C-A2A2-24030DB78CEB}"/>
          </ac:grpSpMkLst>
        </pc:grpChg>
        <pc:graphicFrameChg chg="mod">
          <ac:chgData name="Zheng Fei" userId="d19317889db4c986" providerId="LiveId" clId="{3861D70B-005F-4AE3-9F94-86BFD29D89F4}" dt="2022-02-17T19:25:43.669" v="1622" actId="14100"/>
          <ac:graphicFrameMkLst>
            <pc:docMk/>
            <pc:sldMk cId="1171714698" sldId="385"/>
            <ac:graphicFrameMk id="8" creationId="{43A1E115-1C21-4CBF-A3A1-B5EE71846146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3" creationId="{D583A93A-E2A2-4B85-B80C-669D5AFCE865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4" creationId="{F67C650E-5F8A-49FB-BE50-F7737044CC4F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5" creationId="{B62C8B54-40E0-44DB-A0D4-D062092F9596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1" creationId="{4BF20C73-7F51-445A-8D09-C28A4284E53F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2" creationId="{764179CF-B0B5-4A68-9E7C-DB7E462E0B29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3" creationId="{F39A20A6-6EB3-4BF3-8060-4704CAC42706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8" creationId="{C095648B-A1F7-40BE-86DD-C1AC3F13733E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9" creationId="{35691685-A868-4B8E-B47C-93D03F138AAB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50" creationId="{6385745D-D39F-41C7-BAE6-F1D1F5AFF2F5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6" creationId="{0C1A7DDA-21D5-49AD-856B-BADBADBE506F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7" creationId="{96102DE5-BFCD-4800-A417-8D74BBA85C46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8" creationId="{FE5463B4-B7D7-4777-A402-DCCE2A899521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2" creationId="{689D1310-DFB0-43BE-942A-82695F5D4326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3" creationId="{F66A3C97-6FC4-492E-BACD-FF09E9ABD45F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4" creationId="{0AEEBF04-87BD-4ED7-A747-4AE1AF53658B}"/>
          </ac:graphicFrameMkLst>
        </pc:graphicFrameChg>
      </pc:sldChg>
      <pc:sldChg chg="new del">
        <pc:chgData name="Zheng Fei" userId="d19317889db4c986" providerId="LiveId" clId="{3861D70B-005F-4AE3-9F94-86BFD29D89F4}" dt="2022-02-17T18:59:14.597" v="1297" actId="47"/>
        <pc:sldMkLst>
          <pc:docMk/>
          <pc:sldMk cId="4223432677" sldId="386"/>
        </pc:sldMkLst>
      </pc:sldChg>
      <pc:sldChg chg="modSp add mod">
        <pc:chgData name="Zheng Fei" userId="d19317889db4c986" providerId="LiveId" clId="{3861D70B-005F-4AE3-9F94-86BFD29D89F4}" dt="2022-02-17T19:00:36.970" v="1326" actId="1076"/>
        <pc:sldMkLst>
          <pc:docMk/>
          <pc:sldMk cId="2146259250" sldId="387"/>
        </pc:sldMkLst>
        <pc:spChg chg="mod">
          <ac:chgData name="Zheng Fei" userId="d19317889db4c986" providerId="LiveId" clId="{3861D70B-005F-4AE3-9F94-86BFD29D89F4}" dt="2022-02-17T19:00:31.201" v="1325" actId="20577"/>
          <ac:spMkLst>
            <pc:docMk/>
            <pc:sldMk cId="2146259250" sldId="387"/>
            <ac:spMk id="10" creationId="{D2B5C4BD-B5DB-4D15-94BC-390712EB60C2}"/>
          </ac:spMkLst>
        </pc:spChg>
        <pc:picChg chg="mod">
          <ac:chgData name="Zheng Fei" userId="d19317889db4c986" providerId="LiveId" clId="{3861D70B-005F-4AE3-9F94-86BFD29D89F4}" dt="2022-02-17T19:00:36.970" v="1326" actId="1076"/>
          <ac:picMkLst>
            <pc:docMk/>
            <pc:sldMk cId="2146259250" sldId="387"/>
            <ac:picMk id="14" creationId="{BCCE5CCD-082A-4B1C-814A-919AC6628489}"/>
          </ac:picMkLst>
        </pc:picChg>
      </pc:sldChg>
      <pc:sldChg chg="delSp modSp add mod ord delAnim modAnim">
        <pc:chgData name="Zheng Fei" userId="d19317889db4c986" providerId="LiveId" clId="{3861D70B-005F-4AE3-9F94-86BFD29D89F4}" dt="2022-02-17T19:22:13.207" v="1595"/>
        <pc:sldMkLst>
          <pc:docMk/>
          <pc:sldMk cId="848197513" sldId="388"/>
        </pc:sldMkLst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3" creationId="{215AE15A-D5C7-461B-88FF-92B24D21A0D8}"/>
          </ac:spMkLst>
        </pc:spChg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19" creationId="{8638E667-EAC2-4249-A23B-18A0E613F00B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0" creationId="{609A5B9A-E7E1-4125-86C5-08136BB353FD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1" creationId="{4C739DD1-8744-4C62-AC64-BC9A497274A8}"/>
          </ac:spMkLst>
        </pc:spChg>
        <pc:spChg chg="mod">
          <ac:chgData name="Zheng Fei" userId="d19317889db4c986" providerId="LiveId" clId="{3861D70B-005F-4AE3-9F94-86BFD29D89F4}" dt="2022-02-17T19:12:16.665" v="1524" actId="20577"/>
          <ac:spMkLst>
            <pc:docMk/>
            <pc:sldMk cId="848197513" sldId="388"/>
            <ac:spMk id="57346" creationId="{2E678DED-D69C-4B5D-846E-C3C656B00904}"/>
          </ac:spMkLst>
        </pc:spChg>
        <pc:graphicFrameChg chg="mod">
          <ac:chgData name="Zheng Fei" userId="d19317889db4c986" providerId="LiveId" clId="{3861D70B-005F-4AE3-9F94-86BFD29D89F4}" dt="2022-02-17T19:12:12.906" v="1523" actId="1036"/>
          <ac:graphicFrameMkLst>
            <pc:docMk/>
            <pc:sldMk cId="848197513" sldId="388"/>
            <ac:graphicFrameMk id="24" creationId="{C1E1555A-6D9C-4C50-8F62-C2C8663D9B69}"/>
          </ac:graphicFrameMkLst>
        </pc:graphicFrameChg>
        <pc:graphicFrameChg chg="mod">
          <ac:chgData name="Zheng Fei" userId="d19317889db4c986" providerId="LiveId" clId="{3861D70B-005F-4AE3-9F94-86BFD29D89F4}" dt="2022-02-17T19:11:45.615" v="1501" actId="1036"/>
          <ac:graphicFrameMkLst>
            <pc:docMk/>
            <pc:sldMk cId="848197513" sldId="388"/>
            <ac:graphicFrameMk id="25" creationId="{2EE8083C-BADB-42D0-811F-04345CB5CE9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1" creationId="{BB1E2794-AA43-47C2-AACC-B70B21BEF65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2" creationId="{E636ECDC-D97F-4471-8C05-949D390A829A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23T15:06:45.135" v="1855"/>
        <pc:sldMkLst>
          <pc:docMk/>
          <pc:sldMk cId="2902439285" sldId="389"/>
        </pc:sldMkLst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3" creationId="{9EE395DF-978B-4730-A175-4561D6EA4028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4" creationId="{DA0B3A7D-62BC-468E-B44B-6AB7E8FABE35}"/>
          </ac:spMkLst>
        </pc:spChg>
        <pc:spChg chg="add mod">
          <ac:chgData name="Zheng Fei" userId="d19317889db4c986" providerId="LiveId" clId="{3861D70B-005F-4AE3-9F94-86BFD29D89F4}" dt="2022-02-23T15:01:16.471" v="1775" actId="207"/>
          <ac:spMkLst>
            <pc:docMk/>
            <pc:sldMk cId="2902439285" sldId="389"/>
            <ac:spMk id="7" creationId="{2DC43E23-179A-4C49-92F0-7FB49530C7AC}"/>
          </ac:spMkLst>
        </pc:spChg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8" creationId="{714CB9E9-5FA4-4F97-97AC-D95EFFA8C9E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2" creationId="{26543292-1DE8-4BF3-8EBB-63DEF4D5C67C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4" creationId="{01D33357-B2C4-442E-8FFF-306CE0E91B00}"/>
          </ac:spMkLst>
        </pc:spChg>
        <pc:spChg chg="add mod">
          <ac:chgData name="Zheng Fei" userId="d19317889db4c986" providerId="LiveId" clId="{3861D70B-005F-4AE3-9F94-86BFD29D89F4}" dt="2022-02-23T15:01:47.807" v="1781" actId="12"/>
          <ac:spMkLst>
            <pc:docMk/>
            <pc:sldMk cId="2902439285" sldId="389"/>
            <ac:spMk id="18" creationId="{46D6AA57-1987-44C2-B1EC-A9FD60549C61}"/>
          </ac:spMkLst>
        </pc:spChg>
        <pc:spChg chg="add mod">
          <ac:chgData name="Zheng Fei" userId="d19317889db4c986" providerId="LiveId" clId="{3861D70B-005F-4AE3-9F94-86BFD29D89F4}" dt="2022-02-23T15:01:22.497" v="1776" actId="207"/>
          <ac:spMkLst>
            <pc:docMk/>
            <pc:sldMk cId="2902439285" sldId="389"/>
            <ac:spMk id="20" creationId="{65CC2B03-F5D1-41A0-BFEB-D798FB6D8263}"/>
          </ac:spMkLst>
        </pc:spChg>
        <pc:spChg chg="add del mod">
          <ac:chgData name="Zheng Fei" userId="d19317889db4c986" providerId="LiveId" clId="{3861D70B-005F-4AE3-9F94-86BFD29D89F4}" dt="2022-02-23T15:01:54.886" v="1783" actId="478"/>
          <ac:spMkLst>
            <pc:docMk/>
            <pc:sldMk cId="2902439285" sldId="389"/>
            <ac:spMk id="21" creationId="{2A328DF4-009A-4C77-A908-184FCAE3E7EE}"/>
          </ac:spMkLst>
        </pc:spChg>
        <pc:spChg chg="add mod">
          <ac:chgData name="Zheng Fei" userId="d19317889db4c986" providerId="LiveId" clId="{3861D70B-005F-4AE3-9F94-86BFD29D89F4}" dt="2022-02-23T15:06:32.702" v="1851" actId="14100"/>
          <ac:spMkLst>
            <pc:docMk/>
            <pc:sldMk cId="2902439285" sldId="389"/>
            <ac:spMk id="22" creationId="{EA0D8336-AB75-47AC-B3BA-F6B65DBFE872}"/>
          </ac:spMkLst>
        </pc:spChg>
        <pc:spChg chg="add del mod">
          <ac:chgData name="Zheng Fei" userId="d19317889db4c986" providerId="LiveId" clId="{3861D70B-005F-4AE3-9F94-86BFD29D89F4}" dt="2022-02-23T15:01:57.016" v="1784" actId="478"/>
          <ac:spMkLst>
            <pc:docMk/>
            <pc:sldMk cId="2902439285" sldId="389"/>
            <ac:spMk id="23" creationId="{B124EB55-54DD-43A5-BA46-EE00C077C94A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4" creationId="{8A2836BF-073B-48A1-913B-9AA1F2FF491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5" creationId="{3E3FFA1B-6504-48E9-B6A5-FA9B5068560C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8" creationId="{04664C57-AE95-426C-B353-1C78DD6D2983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9" creationId="{7BE5A98B-B222-4C23-BDD5-97A61E48E960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0" creationId="{3FA3C658-F904-411E-93F8-61E210B3DC34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1" creationId="{6914DE78-D1E7-486B-A9C6-554A7AFD5996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2" creationId="{1032EA7A-471D-4906-8A49-42D5BC9B70C5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5" creationId="{1878C953-DF8A-4EFB-8A06-4A9A158B614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6" creationId="{15D2A076-0A7A-4425-9B7D-2E3DDE7DA57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7" creationId="{39A3BBFF-976A-4927-BA24-497FFBFAA418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2" creationId="{D7C7BECC-79A7-4B56-B819-E9CEF345EBD2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3" creationId="{FE13203F-6E6C-4736-B74A-CD04EE53BC22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8" creationId="{01AC12BA-EC24-4465-BE77-BC2961FCFC40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9" creationId="{4B3B3976-EFA8-4BFA-A089-5336F027570A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50" creationId="{1E0B1223-DBEE-4BC2-987B-E5EF2EB0FB2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5" creationId="{051B285B-8B96-4FDA-809A-67D6BE363F0B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6" creationId="{209DF068-FE6C-4AA7-BE97-D4F92A6C43D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7" creationId="{8B0CE4D2-8F6A-473A-B425-E97B64446CF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8" creationId="{D032F928-87E7-4657-BA34-1C8A545FCDC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9" creationId="{5136899B-55F3-4F16-8B33-3629BD42DF9C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0" creationId="{ECF851EF-8F4E-4EE6-8507-E26ACF1E7331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1" creationId="{F877DE14-ECC6-46B5-9158-6E430F3715E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2" creationId="{090CCF5C-FE1B-4B00-8B86-D26CADDDFE1E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3" creationId="{7671A6D9-66E8-4FAC-BFA9-1A0E55767A02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4" creationId="{4892C794-9C1A-4F34-B8CD-D8841104DFA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5" creationId="{22D989BF-9333-441E-8534-F6946E640F6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6" creationId="{0A1671D1-EAB5-46A4-BAE8-DCF98CAC8ED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7" creationId="{CDECC2E9-E14B-4B19-8DE4-9B7C87C53126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8" creationId="{6D79DDD3-F5D8-4C85-AB03-AB581D0FF05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3" creationId="{E854C573-07A1-4426-B6C2-DDE1B97817B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4" creationId="{CDAF6BDA-EF7B-44E1-88F6-DF59F62AB51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5" creationId="{160439C6-C7AA-4C79-95EA-393C9694A304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6" creationId="{6C8CF10B-DCA3-43B3-A294-80F36CA6B86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7" creationId="{3FE38861-4E9A-435F-912D-C904272ABA7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8" creationId="{688F9277-EEB9-40E2-BAA2-26DEED636C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9" creationId="{EFE3293A-C3F1-4F52-829E-DDEC0DCF2C40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0" creationId="{6D312D6A-A977-4F10-AC33-7243A6A7B646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1" creationId="{19E0270C-403D-4018-8118-CF84DF87207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2" creationId="{708351EA-2C6E-4B18-9165-B699F960A4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3" creationId="{DBBB5BA1-E73B-46BA-B4CF-8F8E08C0839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4" creationId="{13DBECD9-5A93-4304-B195-10EA01B9392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5" creationId="{498BECB9-0527-44D3-A850-68806A98E4B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9" creationId="{6DC80434-1B83-4F82-A7E1-334180350A32}"/>
          </ac:spMkLst>
        </pc:spChg>
        <pc:grpChg chg="add mod">
          <ac:chgData name="Zheng Fei" userId="d19317889db4c986" providerId="LiveId" clId="{3861D70B-005F-4AE3-9F94-86BFD29D89F4}" dt="2022-02-23T15:02:55.879" v="1797" actId="1076"/>
          <ac:grpSpMkLst>
            <pc:docMk/>
            <pc:sldMk cId="2902439285" sldId="389"/>
            <ac:grpSpMk id="26" creationId="{5E22FAEB-9567-4AEE-BF52-0EBA4AF7C632}"/>
          </ac:grpSpMkLst>
        </pc:grpChg>
        <pc:grpChg chg="add mod">
          <ac:chgData name="Zheng Fei" userId="d19317889db4c986" providerId="LiveId" clId="{3861D70B-005F-4AE3-9F94-86BFD29D89F4}" dt="2022-02-23T15:03:27.365" v="1803" actId="1076"/>
          <ac:grpSpMkLst>
            <pc:docMk/>
            <pc:sldMk cId="2902439285" sldId="389"/>
            <ac:grpSpMk id="34" creationId="{C656C72D-1CC7-4102-9A5F-E89406DE5853}"/>
          </ac:grpSpMkLst>
        </pc:grpChg>
        <pc:grpChg chg="add mod">
          <ac:chgData name="Zheng Fei" userId="d19317889db4c986" providerId="LiveId" clId="{3861D70B-005F-4AE3-9F94-86BFD29D89F4}" dt="2022-02-23T15:03:53.275" v="1809" actId="14100"/>
          <ac:grpSpMkLst>
            <pc:docMk/>
            <pc:sldMk cId="2902439285" sldId="389"/>
            <ac:grpSpMk id="41" creationId="{030F714B-2D0F-44B1-B790-9419B7D7E2C8}"/>
          </ac:grpSpMkLst>
        </pc:grpChg>
        <pc:grpChg chg="add mod">
          <ac:chgData name="Zheng Fei" userId="d19317889db4c986" providerId="LiveId" clId="{3861D70B-005F-4AE3-9F94-86BFD29D89F4}" dt="2022-02-23T15:05:46.184" v="1841" actId="1076"/>
          <ac:grpSpMkLst>
            <pc:docMk/>
            <pc:sldMk cId="2902439285" sldId="389"/>
            <ac:grpSpMk id="47" creationId="{EF7305FF-AD79-454D-90CD-1FBC56B0286B}"/>
          </ac:grpSpMkLst>
        </pc:grpChg>
        <pc:grpChg chg="add mod">
          <ac:chgData name="Zheng Fei" userId="d19317889db4c986" providerId="LiveId" clId="{3861D70B-005F-4AE3-9F94-86BFD29D89F4}" dt="2022-02-23T15:06:24.426" v="1849" actId="14100"/>
          <ac:grpSpMkLst>
            <pc:docMk/>
            <pc:sldMk cId="2902439285" sldId="389"/>
            <ac:grpSpMk id="54" creationId="{EFA79FF9-B86A-45D1-BA59-75AA1F876E31}"/>
          </ac:grpSpMkLst>
        </pc:grpChg>
        <pc:grpChg chg="add mod">
          <ac:chgData name="Zheng Fei" userId="d19317889db4c986" providerId="LiveId" clId="{3861D70B-005F-4AE3-9F94-86BFD29D89F4}" dt="2022-02-23T15:06:05.672" v="1844" actId="14100"/>
          <ac:grpSpMkLst>
            <pc:docMk/>
            <pc:sldMk cId="2902439285" sldId="389"/>
            <ac:grpSpMk id="72" creationId="{9EEC88D0-53C3-4610-82C0-BCF6F104D8A8}"/>
          </ac:grpSpMkLst>
        </pc:grpChg>
        <pc:graphicFrameChg chg="mod">
          <ac:chgData name="Zheng Fei" userId="d19317889db4c986" providerId="LiveId" clId="{3861D70B-005F-4AE3-9F94-86BFD29D89F4}" dt="2022-02-22T10:24:07.495" v="1753" actId="1076"/>
          <ac:graphicFrameMkLst>
            <pc:docMk/>
            <pc:sldMk cId="2902439285" sldId="389"/>
            <ac:graphicFrameMk id="27" creationId="{13946405-5573-4285-BCD3-CAB58B3B91E4}"/>
          </ac:graphicFrameMkLst>
        </pc:graphicFrameChg>
        <pc:graphicFrameChg chg="mod">
          <ac:chgData name="Zheng Fei" userId="d19317889db4c986" providerId="LiveId" clId="{3861D70B-005F-4AE3-9F94-86BFD29D89F4}" dt="2022-02-23T15:02:55.879" v="1797" actId="1076"/>
          <ac:graphicFrameMkLst>
            <pc:docMk/>
            <pc:sldMk cId="2902439285" sldId="389"/>
            <ac:graphicFrameMk id="33" creationId="{EEC8D92D-ABB6-456D-B8C0-F3751E368B59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8" creationId="{C422A301-D589-43D1-9E50-F5B39AE6FBEE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9" creationId="{05958CCB-D415-44FA-8551-0EB16671861B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40" creationId="{312BB0E5-3D48-4015-A407-0DA0C5CB0FCE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4" creationId="{74989E79-94F6-433F-80C9-EFFBDCE7433F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5" creationId="{08A45EF1-F0D6-4EC5-869A-5717928CA5A5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6" creationId="{EC53A5B2-65BB-474D-8F68-C8BF6F2190F8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1" creationId="{B2CCB596-FE0D-4F38-B232-6B0B69EEAE07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2" creationId="{4AF7F613-C694-4432-B7F8-DC11C828CA1F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3" creationId="{77635EF6-589E-47F8-BB4A-0BEC24D58396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69" creationId="{67FA26EB-D785-4E92-8F14-BB75D2064FC4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0" creationId="{BA99ECC4-0A5E-4B06-AAFA-80C251E63787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1" creationId="{47CC72EA-F2C1-4F91-ACD7-59AC1BC24838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6" creationId="{6151429D-551B-4838-A95D-04D75550B6DD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7" creationId="{BFE4C74A-D451-4168-8519-382886D7BAB7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8" creationId="{366E44FE-DFDF-489D-9F63-2DBCE19B8AFA}"/>
          </ac:graphicFrameMkLst>
        </pc:graphicFrame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6" creationId="{4979DC70-8BC8-41FE-B1AF-592E3F35BB75}"/>
          </ac:cxnSpMkLst>
        </pc:cxnChg>
        <pc:cxnChg chg="mod">
          <ac:chgData name="Zheng Fei" userId="d19317889db4c986" providerId="LiveId" clId="{3861D70B-005F-4AE3-9F94-86BFD29D89F4}" dt="2022-02-22T10:23:59.617" v="1752" actId="1038"/>
          <ac:cxnSpMkLst>
            <pc:docMk/>
            <pc:sldMk cId="2902439285" sldId="389"/>
            <ac:cxnSpMk id="9" creationId="{93AF8ED3-76A5-4E6A-8065-FF03C4AF8A3A}"/>
          </ac:cxnSpMkLst>
        </pc:cxn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17" creationId="{A05B5A6A-C2E9-4936-9CE1-FD6D3C71301E}"/>
          </ac:cxnSpMkLst>
        </pc:cxnChg>
      </pc:sldChg>
      <pc:sldChg chg="addSp modSp new mod">
        <pc:chgData name="Zheng Fei" userId="d19317889db4c986" providerId="LiveId" clId="{3861D70B-005F-4AE3-9F94-86BFD29D89F4}" dt="2022-02-23T15:09:09.240" v="1862"/>
        <pc:sldMkLst>
          <pc:docMk/>
          <pc:sldMk cId="4249073213" sldId="390"/>
        </pc:sldMkLst>
        <pc:spChg chg="add mod">
          <ac:chgData name="Zheng Fei" userId="d19317889db4c986" providerId="LiveId" clId="{3861D70B-005F-4AE3-9F94-86BFD29D89F4}" dt="2022-02-23T15:09:09.240" v="1862"/>
          <ac:spMkLst>
            <pc:docMk/>
            <pc:sldMk cId="4249073213" sldId="390"/>
            <ac:spMk id="2" creationId="{66E5855E-88D1-406E-85B8-36B4887AA64C}"/>
          </ac:spMkLst>
        </pc:spChg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431905263" sldId="391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932442242" sldId="392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732217486" sldId="393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254709018" sldId="394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424109515" sldId="395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926675108" sldId="396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849299568" sldId="397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2324191358" sldId="398"/>
        </pc:sldMkLst>
      </pc:sldChg>
      <pc:sldChg chg="addSp modSp new mod">
        <pc:chgData name="Zheng Fei" userId="d19317889db4c986" providerId="LiveId" clId="{3861D70B-005F-4AE3-9F94-86BFD29D89F4}" dt="2022-02-23T15:09:14.260" v="1864"/>
        <pc:sldMkLst>
          <pc:docMk/>
          <pc:sldMk cId="1421180870" sldId="399"/>
        </pc:sldMkLst>
        <pc:spChg chg="add mod">
          <ac:chgData name="Zheng Fei" userId="d19317889db4c986" providerId="LiveId" clId="{3861D70B-005F-4AE3-9F94-86BFD29D89F4}" dt="2022-02-23T15:09:14.260" v="1864"/>
          <ac:spMkLst>
            <pc:docMk/>
            <pc:sldMk cId="1421180870" sldId="399"/>
            <ac:spMk id="2" creationId="{3547EBD7-5C90-4789-AE80-BC7EFCF105AB}"/>
          </ac:spMkLst>
        </pc:spChg>
      </pc:sldChg>
    </pc:docChg>
  </pc:docChgLst>
  <pc:docChgLst>
    <pc:chgData name="Zheng Fei" userId="d19317889db4c986" providerId="LiveId" clId="{40B410B5-0187-BF41-A01A-10F0E6F70D7B}"/>
    <pc:docChg chg="undo custSel addSld delSld modSld">
      <pc:chgData name="Zheng Fei" userId="d19317889db4c986" providerId="LiveId" clId="{40B410B5-0187-BF41-A01A-10F0E6F70D7B}" dt="2022-12-07T04:32:01.972" v="2447" actId="732"/>
      <pc:docMkLst>
        <pc:docMk/>
      </pc:docMkLst>
      <pc:sldChg chg="addSp delSp modSp mod">
        <pc:chgData name="Zheng Fei" userId="d19317889db4c986" providerId="LiveId" clId="{40B410B5-0187-BF41-A01A-10F0E6F70D7B}" dt="2022-12-07T03:57:53.701" v="1208" actId="207"/>
        <pc:sldMkLst>
          <pc:docMk/>
          <pc:sldMk cId="1008951437" sldId="353"/>
        </pc:sldMkLst>
        <pc:spChg chg="add mod">
          <ac:chgData name="Zheng Fei" userId="d19317889db4c986" providerId="LiveId" clId="{40B410B5-0187-BF41-A01A-10F0E6F70D7B}" dt="2022-12-07T03:57:53.701" v="1208" actId="207"/>
          <ac:spMkLst>
            <pc:docMk/>
            <pc:sldMk cId="1008951437" sldId="353"/>
            <ac:spMk id="6" creationId="{8936EF99-A11D-0E14-0877-F1C96E9C1BBD}"/>
          </ac:spMkLst>
        </pc:spChg>
        <pc:picChg chg="del mod modCrop">
          <ac:chgData name="Zheng Fei" userId="d19317889db4c986" providerId="LiveId" clId="{40B410B5-0187-BF41-A01A-10F0E6F70D7B}" dt="2022-12-07T03:57:13.570" v="1188" actId="478"/>
          <ac:picMkLst>
            <pc:docMk/>
            <pc:sldMk cId="1008951437" sldId="353"/>
            <ac:picMk id="3" creationId="{F480153D-921D-47FE-8130-9B560FA8156F}"/>
          </ac:picMkLst>
        </pc:picChg>
      </pc:sldChg>
      <pc:sldChg chg="addSp delSp modSp mod modAnim">
        <pc:chgData name="Zheng Fei" userId="d19317889db4c986" providerId="LiveId" clId="{40B410B5-0187-BF41-A01A-10F0E6F70D7B}" dt="2022-12-07T04:26:04.191" v="2373"/>
        <pc:sldMkLst>
          <pc:docMk/>
          <pc:sldMk cId="2008689145" sldId="354"/>
        </pc:sldMkLst>
        <pc:spChg chg="del mod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" creationId="{AFD386B0-6DB0-A041-946C-C26AE3A10975}"/>
          </ac:spMkLst>
        </pc:spChg>
        <pc:spChg chg="add mod">
          <ac:chgData name="Zheng Fei" userId="d19317889db4c986" providerId="LiveId" clId="{40B410B5-0187-BF41-A01A-10F0E6F70D7B}" dt="2022-12-07T04:24:15.166" v="2333" actId="20577"/>
          <ac:spMkLst>
            <pc:docMk/>
            <pc:sldMk cId="2008689145" sldId="354"/>
            <ac:spMk id="4" creationId="{DA87E71F-A77D-C082-0DBF-E16942769229}"/>
          </ac:spMkLst>
        </pc:spChg>
        <pc:spChg chg="del mod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6" creationId="{39E50FCC-76B3-0649-A83E-FD2F4E704B85}"/>
          </ac:spMkLst>
        </pc:spChg>
        <pc:spChg chg="mod">
          <ac:chgData name="Zheng Fei" userId="d19317889db4c986" providerId="LiveId" clId="{40B410B5-0187-BF41-A01A-10F0E6F70D7B}" dt="2022-12-07T04:05:50.035" v="1263" actId="20577"/>
          <ac:spMkLst>
            <pc:docMk/>
            <pc:sldMk cId="2008689145" sldId="354"/>
            <ac:spMk id="7" creationId="{A6F4515A-6BDA-F51F-39A1-6442F050E79B}"/>
          </ac:spMkLst>
        </pc:spChg>
        <pc:spChg chg="del mod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8" creationId="{9721B3A3-6369-D745-BE78-01267B784A5A}"/>
          </ac:spMkLst>
        </pc:spChg>
        <pc:spChg chg="add del mod">
          <ac:chgData name="Zheng Fei" userId="d19317889db4c986" providerId="LiveId" clId="{40B410B5-0187-BF41-A01A-10F0E6F70D7B}" dt="2022-12-07T04:13:48.111" v="2075" actId="478"/>
          <ac:spMkLst>
            <pc:docMk/>
            <pc:sldMk cId="2008689145" sldId="354"/>
            <ac:spMk id="12" creationId="{651A0AEA-614A-DD7A-9FCB-D7C52E20950C}"/>
          </ac:spMkLst>
        </pc:spChg>
        <pc:spChg chg="del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0" creationId="{5F9FE686-7A08-E441-B6C8-14E6F6D9AA21}"/>
          </ac:spMkLst>
        </pc:spChg>
        <pc:spChg chg="del mod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5" creationId="{9C77EB08-8B39-0747-A5DD-C48CD102FCE3}"/>
          </ac:spMkLst>
        </pc:spChg>
        <pc:spChg chg="del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6" creationId="{992F5CAC-B429-4ECB-848D-358493222A95}"/>
          </ac:spMkLst>
        </pc:spChg>
        <pc:spChg chg="del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7" creationId="{6D118E95-ADAB-423A-A302-64D2F4514C87}"/>
          </ac:spMkLst>
        </pc:spChg>
        <pc:spChg chg="del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8" creationId="{04C415C9-3C96-43D5-9EDB-DF0E5BA2DECF}"/>
          </ac:spMkLst>
        </pc:spChg>
        <pc:spChg chg="del">
          <ac:chgData name="Zheng Fei" userId="d19317889db4c986" providerId="LiveId" clId="{40B410B5-0187-BF41-A01A-10F0E6F70D7B}" dt="2022-12-07T04:05:42.201" v="1252" actId="478"/>
          <ac:spMkLst>
            <pc:docMk/>
            <pc:sldMk cId="2008689145" sldId="354"/>
            <ac:spMk id="29" creationId="{30B1A303-F6D1-430B-9C0E-D2EF527290EC}"/>
          </ac:spMkLst>
        </pc:spChg>
        <pc:spChg chg="add mod">
          <ac:chgData name="Zheng Fei" userId="d19317889db4c986" providerId="LiveId" clId="{40B410B5-0187-BF41-A01A-10F0E6F70D7B}" dt="2022-12-07T04:17:50.881" v="2140" actId="164"/>
          <ac:spMkLst>
            <pc:docMk/>
            <pc:sldMk cId="2008689145" sldId="354"/>
            <ac:spMk id="39" creationId="{E27C4D82-7521-E431-183F-589CB9F95821}"/>
          </ac:spMkLst>
        </pc:spChg>
        <pc:spChg chg="add mod">
          <ac:chgData name="Zheng Fei" userId="d19317889db4c986" providerId="LiveId" clId="{40B410B5-0187-BF41-A01A-10F0E6F70D7B}" dt="2022-12-07T04:25:27.623" v="2353" actId="14100"/>
          <ac:spMkLst>
            <pc:docMk/>
            <pc:sldMk cId="2008689145" sldId="354"/>
            <ac:spMk id="46" creationId="{BD1E39D0-ED7C-2C57-3217-135BA2C877CE}"/>
          </ac:spMkLst>
        </pc:spChg>
        <pc:spChg chg="add mod">
          <ac:chgData name="Zheng Fei" userId="d19317889db4c986" providerId="LiveId" clId="{40B410B5-0187-BF41-A01A-10F0E6F70D7B}" dt="2022-12-07T04:25:40.995" v="2359" actId="20577"/>
          <ac:spMkLst>
            <pc:docMk/>
            <pc:sldMk cId="2008689145" sldId="354"/>
            <ac:spMk id="47" creationId="{33E543D2-6DA1-1F17-3F5C-FDD069CAAD46}"/>
          </ac:spMkLst>
        </pc:spChg>
        <pc:spChg chg="add mod">
          <ac:chgData name="Zheng Fei" userId="d19317889db4c986" providerId="LiveId" clId="{40B410B5-0187-BF41-A01A-10F0E6F70D7B}" dt="2022-12-07T04:25:51.864" v="2370" actId="1038"/>
          <ac:spMkLst>
            <pc:docMk/>
            <pc:sldMk cId="2008689145" sldId="354"/>
            <ac:spMk id="48" creationId="{96CCA4A1-9BBA-D18A-7BC2-C7984C50E341}"/>
          </ac:spMkLst>
        </pc:spChg>
        <pc:grpChg chg="del">
          <ac:chgData name="Zheng Fei" userId="d19317889db4c986" providerId="LiveId" clId="{40B410B5-0187-BF41-A01A-10F0E6F70D7B}" dt="2022-12-07T04:05:42.201" v="1252" actId="478"/>
          <ac:grpSpMkLst>
            <pc:docMk/>
            <pc:sldMk cId="2008689145" sldId="354"/>
            <ac:grpSpMk id="24" creationId="{0FB888DE-6F66-4642-A848-D0BD733B9F20}"/>
          </ac:grpSpMkLst>
        </pc:grpChg>
        <pc:grpChg chg="add mod">
          <ac:chgData name="Zheng Fei" userId="d19317889db4c986" providerId="LiveId" clId="{40B410B5-0187-BF41-A01A-10F0E6F70D7B}" dt="2022-12-07T04:17:50.881" v="2140" actId="164"/>
          <ac:grpSpMkLst>
            <pc:docMk/>
            <pc:sldMk cId="2008689145" sldId="354"/>
            <ac:grpSpMk id="44" creationId="{E628FBA9-05E0-B244-0BE7-0DA4604EA763}"/>
          </ac:grpSpMkLst>
        </pc:grpChg>
        <pc:picChg chg="del">
          <ac:chgData name="Zheng Fei" userId="d19317889db4c986" providerId="LiveId" clId="{40B410B5-0187-BF41-A01A-10F0E6F70D7B}" dt="2022-12-07T04:05:39.684" v="1251" actId="478"/>
          <ac:picMkLst>
            <pc:docMk/>
            <pc:sldMk cId="2008689145" sldId="354"/>
            <ac:picMk id="3" creationId="{BFF0405D-7512-45B9-B120-6F2B3551D25F}"/>
          </ac:picMkLst>
        </pc:picChg>
        <pc:picChg chg="add del mod">
          <ac:chgData name="Zheng Fei" userId="d19317889db4c986" providerId="LiveId" clId="{40B410B5-0187-BF41-A01A-10F0E6F70D7B}" dt="2022-12-07T04:08:40.571" v="1696" actId="478"/>
          <ac:picMkLst>
            <pc:docMk/>
            <pc:sldMk cId="2008689145" sldId="354"/>
            <ac:picMk id="10" creationId="{9E21DE3B-224D-4F9B-5FAD-FD75263A355F}"/>
          </ac:picMkLst>
        </pc:picChg>
        <pc:picChg chg="add del mod">
          <ac:chgData name="Zheng Fei" userId="d19317889db4c986" providerId="LiveId" clId="{40B410B5-0187-BF41-A01A-10F0E6F70D7B}" dt="2022-12-07T04:16:10.169" v="2117" actId="478"/>
          <ac:picMkLst>
            <pc:docMk/>
            <pc:sldMk cId="2008689145" sldId="354"/>
            <ac:picMk id="30" creationId="{8B09C73E-D7A2-E21A-E3E4-A50493E7B923}"/>
          </ac:picMkLst>
        </pc:picChg>
        <pc:picChg chg="add del mod">
          <ac:chgData name="Zheng Fei" userId="d19317889db4c986" providerId="LiveId" clId="{40B410B5-0187-BF41-A01A-10F0E6F70D7B}" dt="2022-12-07T04:16:10.573" v="2118" actId="478"/>
          <ac:picMkLst>
            <pc:docMk/>
            <pc:sldMk cId="2008689145" sldId="354"/>
            <ac:picMk id="31" creationId="{980BBD7C-7CDA-07D8-8B85-EA51A4FB435E}"/>
          </ac:picMkLst>
        </pc:picChg>
        <pc:picChg chg="add del mod">
          <ac:chgData name="Zheng Fei" userId="d19317889db4c986" providerId="LiveId" clId="{40B410B5-0187-BF41-A01A-10F0E6F70D7B}" dt="2022-12-07T04:16:09.546" v="2116" actId="478"/>
          <ac:picMkLst>
            <pc:docMk/>
            <pc:sldMk cId="2008689145" sldId="354"/>
            <ac:picMk id="32" creationId="{0C0139D0-38E5-0E77-F2CE-BA187805AA17}"/>
          </ac:picMkLst>
        </pc:picChg>
        <pc:picChg chg="add del mod">
          <ac:chgData name="Zheng Fei" userId="d19317889db4c986" providerId="LiveId" clId="{40B410B5-0187-BF41-A01A-10F0E6F70D7B}" dt="2022-12-07T04:16:10.993" v="2119" actId="478"/>
          <ac:picMkLst>
            <pc:docMk/>
            <pc:sldMk cId="2008689145" sldId="354"/>
            <ac:picMk id="33" creationId="{A65DD1DE-B5B6-8D69-99A0-A6A059957F8E}"/>
          </ac:picMkLst>
        </pc:picChg>
        <pc:picChg chg="add del mod">
          <ac:chgData name="Zheng Fei" userId="d19317889db4c986" providerId="LiveId" clId="{40B410B5-0187-BF41-A01A-10F0E6F70D7B}" dt="2022-12-07T04:15:17.077" v="2101" actId="478"/>
          <ac:picMkLst>
            <pc:docMk/>
            <pc:sldMk cId="2008689145" sldId="354"/>
            <ac:picMk id="34" creationId="{57C634BE-CD6A-26F6-0725-00DC689C4777}"/>
          </ac:picMkLst>
        </pc:picChg>
        <pc:picChg chg="add del mod">
          <ac:chgData name="Zheng Fei" userId="d19317889db4c986" providerId="LiveId" clId="{40B410B5-0187-BF41-A01A-10F0E6F70D7B}" dt="2022-12-07T04:15:17.593" v="2102" actId="478"/>
          <ac:picMkLst>
            <pc:docMk/>
            <pc:sldMk cId="2008689145" sldId="354"/>
            <ac:picMk id="35" creationId="{8D7D1EBB-CA2D-1D82-2788-2F0C79D468B7}"/>
          </ac:picMkLst>
        </pc:picChg>
        <pc:picChg chg="add mod">
          <ac:chgData name="Zheng Fei" userId="d19317889db4c986" providerId="LiveId" clId="{40B410B5-0187-BF41-A01A-10F0E6F70D7B}" dt="2022-12-07T04:17:50.881" v="2140" actId="164"/>
          <ac:picMkLst>
            <pc:docMk/>
            <pc:sldMk cId="2008689145" sldId="354"/>
            <ac:picMk id="37" creationId="{AF949184-F146-B8A1-86E4-66A416D0FDC9}"/>
          </ac:picMkLst>
        </pc:picChg>
        <pc:picChg chg="add mod">
          <ac:chgData name="Zheng Fei" userId="d19317889db4c986" providerId="LiveId" clId="{40B410B5-0187-BF41-A01A-10F0E6F70D7B}" dt="2022-12-07T04:17:50.881" v="2140" actId="164"/>
          <ac:picMkLst>
            <pc:docMk/>
            <pc:sldMk cId="2008689145" sldId="354"/>
            <ac:picMk id="38" creationId="{B0B9644B-89FF-E900-3D39-F44D92389F1B}"/>
          </ac:picMkLst>
        </pc:picChg>
        <pc:picChg chg="add mod">
          <ac:chgData name="Zheng Fei" userId="d19317889db4c986" providerId="LiveId" clId="{40B410B5-0187-BF41-A01A-10F0E6F70D7B}" dt="2022-12-07T04:17:50.881" v="2140" actId="164"/>
          <ac:picMkLst>
            <pc:docMk/>
            <pc:sldMk cId="2008689145" sldId="354"/>
            <ac:picMk id="40" creationId="{B0CACC59-DFC9-9E89-39C9-CF044F86EB6E}"/>
          </ac:picMkLst>
        </pc:picChg>
        <pc:picChg chg="add mod">
          <ac:chgData name="Zheng Fei" userId="d19317889db4c986" providerId="LiveId" clId="{40B410B5-0187-BF41-A01A-10F0E6F70D7B}" dt="2022-12-07T04:17:50.881" v="2140" actId="164"/>
          <ac:picMkLst>
            <pc:docMk/>
            <pc:sldMk cId="2008689145" sldId="354"/>
            <ac:picMk id="41" creationId="{67D47251-CC2E-EBD8-5BE4-96FE39840E7D}"/>
          </ac:picMkLst>
        </pc:picChg>
        <pc:picChg chg="add mod">
          <ac:chgData name="Zheng Fei" userId="d19317889db4c986" providerId="LiveId" clId="{40B410B5-0187-BF41-A01A-10F0E6F70D7B}" dt="2022-12-07T04:17:50.881" v="2140" actId="164"/>
          <ac:picMkLst>
            <pc:docMk/>
            <pc:sldMk cId="2008689145" sldId="354"/>
            <ac:picMk id="42" creationId="{F7F401C1-09AB-6D90-ED3A-218E423A6BC9}"/>
          </ac:picMkLst>
        </pc:picChg>
        <pc:picChg chg="add mod">
          <ac:chgData name="Zheng Fei" userId="d19317889db4c986" providerId="LiveId" clId="{40B410B5-0187-BF41-A01A-10F0E6F70D7B}" dt="2022-12-07T04:17:50.881" v="2140" actId="164"/>
          <ac:picMkLst>
            <pc:docMk/>
            <pc:sldMk cId="2008689145" sldId="354"/>
            <ac:picMk id="43" creationId="{9C083526-FA60-46F8-1906-8FA7BCFE885F}"/>
          </ac:picMkLst>
        </pc:picChg>
        <pc:cxnChg chg="del">
          <ac:chgData name="Zheng Fei" userId="d19317889db4c986" providerId="LiveId" clId="{40B410B5-0187-BF41-A01A-10F0E6F70D7B}" dt="2022-12-07T04:05:42.201" v="1252" actId="478"/>
          <ac:cxnSpMkLst>
            <pc:docMk/>
            <pc:sldMk cId="2008689145" sldId="354"/>
            <ac:cxnSpMk id="22" creationId="{1B5A8826-DDE4-4028-A22D-0B0305E3B43F}"/>
          </ac:cxnSpMkLst>
        </pc:cxnChg>
      </pc:sldChg>
      <pc:sldChg chg="modSp mod">
        <pc:chgData name="Zheng Fei" userId="d19317889db4c986" providerId="LiveId" clId="{40B410B5-0187-BF41-A01A-10F0E6F70D7B}" dt="2022-12-07T04:29:53.623" v="2427" actId="20577"/>
        <pc:sldMkLst>
          <pc:docMk/>
          <pc:sldMk cId="3973379754" sldId="355"/>
        </pc:sldMkLst>
        <pc:spChg chg="mod">
          <ac:chgData name="Zheng Fei" userId="d19317889db4c986" providerId="LiveId" clId="{40B410B5-0187-BF41-A01A-10F0E6F70D7B}" dt="2022-12-07T04:29:53.623" v="2427" actId="20577"/>
          <ac:spMkLst>
            <pc:docMk/>
            <pc:sldMk cId="3973379754" sldId="355"/>
            <ac:spMk id="5" creationId="{68ED1A40-94E8-756D-E359-67E1F8E79A1E}"/>
          </ac:spMkLst>
        </pc:spChg>
      </pc:sldChg>
      <pc:sldChg chg="addSp delSp modSp mod">
        <pc:chgData name="Zheng Fei" userId="d19317889db4c986" providerId="LiveId" clId="{40B410B5-0187-BF41-A01A-10F0E6F70D7B}" dt="2022-12-07T04:32:01.972" v="2447" actId="732"/>
        <pc:sldMkLst>
          <pc:docMk/>
          <pc:sldMk cId="3502800851" sldId="356"/>
        </pc:sldMkLst>
        <pc:spChg chg="add mod">
          <ac:chgData name="Zheng Fei" userId="d19317889db4c986" providerId="LiveId" clId="{40B410B5-0187-BF41-A01A-10F0E6F70D7B}" dt="2022-12-07T04:30:13.696" v="2429"/>
          <ac:spMkLst>
            <pc:docMk/>
            <pc:sldMk cId="3502800851" sldId="356"/>
            <ac:spMk id="4" creationId="{0A33E426-C9F1-1218-0F12-72CA719E1D57}"/>
          </ac:spMkLst>
        </pc:spChg>
        <pc:spChg chg="del">
          <ac:chgData name="Zheng Fei" userId="d19317889db4c986" providerId="LiveId" clId="{40B410B5-0187-BF41-A01A-10F0E6F70D7B}" dt="2022-12-07T04:30:13.430" v="2428" actId="478"/>
          <ac:spMkLst>
            <pc:docMk/>
            <pc:sldMk cId="3502800851" sldId="356"/>
            <ac:spMk id="5" creationId="{CAAF3E21-A0F6-3447-8AE6-597A0DA918EF}"/>
          </ac:spMkLst>
        </pc:spChg>
        <pc:picChg chg="mod modCrop">
          <ac:chgData name="Zheng Fei" userId="d19317889db4c986" providerId="LiveId" clId="{40B410B5-0187-BF41-A01A-10F0E6F70D7B}" dt="2022-12-07T04:32:01.972" v="2447" actId="732"/>
          <ac:picMkLst>
            <pc:docMk/>
            <pc:sldMk cId="3502800851" sldId="356"/>
            <ac:picMk id="3" creationId="{F64ABA26-42A1-4ED6-A022-EE8D052BDD6F}"/>
          </ac:picMkLst>
        </pc:picChg>
      </pc:sldChg>
      <pc:sldChg chg="addSp delSp modSp mod">
        <pc:chgData name="Zheng Fei" userId="d19317889db4c986" providerId="LiveId" clId="{40B410B5-0187-BF41-A01A-10F0E6F70D7B}" dt="2022-12-07T04:30:18.518" v="2431"/>
        <pc:sldMkLst>
          <pc:docMk/>
          <pc:sldMk cId="1348524945" sldId="357"/>
        </pc:sldMkLst>
        <pc:spChg chg="add mod">
          <ac:chgData name="Zheng Fei" userId="d19317889db4c986" providerId="LiveId" clId="{40B410B5-0187-BF41-A01A-10F0E6F70D7B}" dt="2022-12-07T04:30:18.518" v="2431"/>
          <ac:spMkLst>
            <pc:docMk/>
            <pc:sldMk cId="1348524945" sldId="357"/>
            <ac:spMk id="4" creationId="{53C26579-7571-B92D-2903-F3B9B8D912F4}"/>
          </ac:spMkLst>
        </pc:spChg>
        <pc:spChg chg="del">
          <ac:chgData name="Zheng Fei" userId="d19317889db4c986" providerId="LiveId" clId="{40B410B5-0187-BF41-A01A-10F0E6F70D7B}" dt="2022-12-07T04:30:18.043" v="2430" actId="478"/>
          <ac:spMkLst>
            <pc:docMk/>
            <pc:sldMk cId="1348524945" sldId="357"/>
            <ac:spMk id="5" creationId="{B135DD2C-C5BE-5EC6-F3E5-E9BAB0621CFC}"/>
          </ac:spMkLst>
        </pc:spChg>
      </pc:sldChg>
      <pc:sldChg chg="addSp delSp modSp mod">
        <pc:chgData name="Zheng Fei" userId="d19317889db4c986" providerId="LiveId" clId="{40B410B5-0187-BF41-A01A-10F0E6F70D7B}" dt="2022-12-07T04:30:22.635" v="2433"/>
        <pc:sldMkLst>
          <pc:docMk/>
          <pc:sldMk cId="766890209" sldId="358"/>
        </pc:sldMkLst>
        <pc:spChg chg="add mod">
          <ac:chgData name="Zheng Fei" userId="d19317889db4c986" providerId="LiveId" clId="{40B410B5-0187-BF41-A01A-10F0E6F70D7B}" dt="2022-12-07T04:30:22.635" v="2433"/>
          <ac:spMkLst>
            <pc:docMk/>
            <pc:sldMk cId="766890209" sldId="358"/>
            <ac:spMk id="4" creationId="{202E20F6-98A6-C5C2-B0F4-6259C0A5DFE2}"/>
          </ac:spMkLst>
        </pc:spChg>
        <pc:spChg chg="del">
          <ac:chgData name="Zheng Fei" userId="d19317889db4c986" providerId="LiveId" clId="{40B410B5-0187-BF41-A01A-10F0E6F70D7B}" dt="2022-12-07T04:30:21.977" v="2432" actId="478"/>
          <ac:spMkLst>
            <pc:docMk/>
            <pc:sldMk cId="766890209" sldId="358"/>
            <ac:spMk id="6" creationId="{DA3B8528-7052-C51C-2489-E02A1AF31FD7}"/>
          </ac:spMkLst>
        </pc:spChg>
      </pc:sldChg>
      <pc:sldChg chg="addSp delSp modSp mod">
        <pc:chgData name="Zheng Fei" userId="d19317889db4c986" providerId="LiveId" clId="{40B410B5-0187-BF41-A01A-10F0E6F70D7B}" dt="2022-12-07T04:30:27.890" v="2435"/>
        <pc:sldMkLst>
          <pc:docMk/>
          <pc:sldMk cId="3163972577" sldId="359"/>
        </pc:sldMkLst>
        <pc:spChg chg="add mod">
          <ac:chgData name="Zheng Fei" userId="d19317889db4c986" providerId="LiveId" clId="{40B410B5-0187-BF41-A01A-10F0E6F70D7B}" dt="2022-12-07T04:30:27.890" v="2435"/>
          <ac:spMkLst>
            <pc:docMk/>
            <pc:sldMk cId="3163972577" sldId="359"/>
            <ac:spMk id="4" creationId="{7F4B52A6-0E14-E13C-7CC2-4614AE37D99C}"/>
          </ac:spMkLst>
        </pc:spChg>
        <pc:spChg chg="del">
          <ac:chgData name="Zheng Fei" userId="d19317889db4c986" providerId="LiveId" clId="{40B410B5-0187-BF41-A01A-10F0E6F70D7B}" dt="2022-12-07T04:30:27.535" v="2434" actId="478"/>
          <ac:spMkLst>
            <pc:docMk/>
            <pc:sldMk cId="3163972577" sldId="359"/>
            <ac:spMk id="8" creationId="{45743693-1282-80C4-8383-D268CED2C444}"/>
          </ac:spMkLst>
        </pc:spChg>
      </pc:sldChg>
      <pc:sldChg chg="modSp">
        <pc:chgData name="Zheng Fei" userId="d19317889db4c986" providerId="LiveId" clId="{40B410B5-0187-BF41-A01A-10F0E6F70D7B}" dt="2022-12-07T02:41:19.185" v="166" actId="207"/>
        <pc:sldMkLst>
          <pc:docMk/>
          <pc:sldMk cId="853558914" sldId="367"/>
        </pc:sldMkLst>
        <pc:spChg chg="mod">
          <ac:chgData name="Zheng Fei" userId="d19317889db4c986" providerId="LiveId" clId="{40B410B5-0187-BF41-A01A-10F0E6F70D7B}" dt="2022-12-07T02:41:19.185" v="166" actId="207"/>
          <ac:spMkLst>
            <pc:docMk/>
            <pc:sldMk cId="853558914" sldId="367"/>
            <ac:spMk id="10" creationId="{C9A8B6C1-4401-7946-A24A-D12CD3FE0480}"/>
          </ac:spMkLst>
        </pc:spChg>
      </pc:sldChg>
      <pc:sldChg chg="modSp mod">
        <pc:chgData name="Zheng Fei" userId="d19317889db4c986" providerId="LiveId" clId="{40B410B5-0187-BF41-A01A-10F0E6F70D7B}" dt="2022-12-07T02:41:11.749" v="165" actId="207"/>
        <pc:sldMkLst>
          <pc:docMk/>
          <pc:sldMk cId="1309088853" sldId="369"/>
        </pc:sldMkLst>
        <pc:spChg chg="mod">
          <ac:chgData name="Zheng Fei" userId="d19317889db4c986" providerId="LiveId" clId="{40B410B5-0187-BF41-A01A-10F0E6F70D7B}" dt="2022-12-07T02:41:11.749" v="165" actId="207"/>
          <ac:spMkLst>
            <pc:docMk/>
            <pc:sldMk cId="1309088853" sldId="369"/>
            <ac:spMk id="2" creationId="{690A37C3-DDAA-3E4D-8A51-39F24F15C44F}"/>
          </ac:spMkLst>
        </pc:spChg>
      </pc:sldChg>
      <pc:sldChg chg="addSp modSp mod">
        <pc:chgData name="Zheng Fei" userId="d19317889db4c986" providerId="LiveId" clId="{40B410B5-0187-BF41-A01A-10F0E6F70D7B}" dt="2022-12-07T03:17:21.602" v="1028"/>
        <pc:sldMkLst>
          <pc:docMk/>
          <pc:sldMk cId="2881083460" sldId="427"/>
        </pc:sldMkLst>
        <pc:spChg chg="mod">
          <ac:chgData name="Zheng Fei" userId="d19317889db4c986" providerId="LiveId" clId="{40B410B5-0187-BF41-A01A-10F0E6F70D7B}" dt="2022-12-07T03:17:21.602" v="1028"/>
          <ac:spMkLst>
            <pc:docMk/>
            <pc:sldMk cId="2881083460" sldId="427"/>
            <ac:spMk id="4" creationId="{E702CF41-DB43-DE0F-1DC0-AD936D3ADA1A}"/>
          </ac:spMkLst>
        </pc:spChg>
        <pc:spChg chg="add mod">
          <ac:chgData name="Zheng Fei" userId="d19317889db4c986" providerId="LiveId" clId="{40B410B5-0187-BF41-A01A-10F0E6F70D7B}" dt="2022-12-07T03:17:06.994" v="986" actId="1076"/>
          <ac:spMkLst>
            <pc:docMk/>
            <pc:sldMk cId="2881083460" sldId="427"/>
            <ac:spMk id="6" creationId="{8DD3FA38-7671-2E25-C0EF-E61BDC73763B}"/>
          </ac:spMkLst>
        </pc:spChg>
        <pc:picChg chg="mod modCrop">
          <ac:chgData name="Zheng Fei" userId="d19317889db4c986" providerId="LiveId" clId="{40B410B5-0187-BF41-A01A-10F0E6F70D7B}" dt="2022-12-07T03:17:04.611" v="985" actId="1076"/>
          <ac:picMkLst>
            <pc:docMk/>
            <pc:sldMk cId="2881083460" sldId="427"/>
            <ac:picMk id="3" creationId="{ABE46A41-89D2-EB4A-B6EF-72A3E2FEC17E}"/>
          </ac:picMkLst>
        </pc:picChg>
      </pc:sldChg>
      <pc:sldChg chg="delSp modSp del mod">
        <pc:chgData name="Zheng Fei" userId="d19317889db4c986" providerId="LiveId" clId="{40B410B5-0187-BF41-A01A-10F0E6F70D7B}" dt="2022-12-07T02:52:24.005" v="310" actId="2696"/>
        <pc:sldMkLst>
          <pc:docMk/>
          <pc:sldMk cId="3154799299" sldId="428"/>
        </pc:sldMkLst>
        <pc:spChg chg="mod">
          <ac:chgData name="Zheng Fei" userId="d19317889db4c986" providerId="LiveId" clId="{40B410B5-0187-BF41-A01A-10F0E6F70D7B}" dt="2022-12-07T02:51:54.329" v="295" actId="21"/>
          <ac:spMkLst>
            <pc:docMk/>
            <pc:sldMk cId="3154799299" sldId="428"/>
            <ac:spMk id="2" creationId="{95BA0B44-687F-304A-9B52-343E11D9ED6B}"/>
          </ac:spMkLst>
        </pc:spChg>
        <pc:picChg chg="del mod">
          <ac:chgData name="Zheng Fei" userId="d19317889db4c986" providerId="LiveId" clId="{40B410B5-0187-BF41-A01A-10F0E6F70D7B}" dt="2022-12-07T02:52:12.147" v="303" actId="21"/>
          <ac:picMkLst>
            <pc:docMk/>
            <pc:sldMk cId="3154799299" sldId="428"/>
            <ac:picMk id="4" creationId="{FD7F31EC-64FC-3143-9017-B6FDFBDEDCCC}"/>
          </ac:picMkLst>
        </pc:picChg>
      </pc:sldChg>
      <pc:sldChg chg="del">
        <pc:chgData name="Zheng Fei" userId="d19317889db4c986" providerId="LiveId" clId="{40B410B5-0187-BF41-A01A-10F0E6F70D7B}" dt="2022-12-07T02:49:51.634" v="280" actId="2696"/>
        <pc:sldMkLst>
          <pc:docMk/>
          <pc:sldMk cId="2755872099" sldId="429"/>
        </pc:sldMkLst>
      </pc:sldChg>
      <pc:sldChg chg="del">
        <pc:chgData name="Zheng Fei" userId="d19317889db4c986" providerId="LiveId" clId="{40B410B5-0187-BF41-A01A-10F0E6F70D7B}" dt="2022-12-07T02:49:51.634" v="281" actId="2696"/>
        <pc:sldMkLst>
          <pc:docMk/>
          <pc:sldMk cId="3535278363" sldId="430"/>
        </pc:sldMkLst>
      </pc:sldChg>
      <pc:sldChg chg="del">
        <pc:chgData name="Zheng Fei" userId="d19317889db4c986" providerId="LiveId" clId="{40B410B5-0187-BF41-A01A-10F0E6F70D7B}" dt="2022-12-07T02:49:51.633" v="279" actId="2696"/>
        <pc:sldMkLst>
          <pc:docMk/>
          <pc:sldMk cId="3052668524" sldId="431"/>
        </pc:sldMkLst>
      </pc:sldChg>
      <pc:sldChg chg="modSp mod modAnim">
        <pc:chgData name="Zheng Fei" userId="d19317889db4c986" providerId="LiveId" clId="{40B410B5-0187-BF41-A01A-10F0E6F70D7B}" dt="2022-12-07T03:59:23.514" v="1225" actId="115"/>
        <pc:sldMkLst>
          <pc:docMk/>
          <pc:sldMk cId="1072083810" sldId="434"/>
        </pc:sldMkLst>
        <pc:spChg chg="mod">
          <ac:chgData name="Zheng Fei" userId="d19317889db4c986" providerId="LiveId" clId="{40B410B5-0187-BF41-A01A-10F0E6F70D7B}" dt="2022-12-07T03:59:23.514" v="1225" actId="115"/>
          <ac:spMkLst>
            <pc:docMk/>
            <pc:sldMk cId="1072083810" sldId="434"/>
            <ac:spMk id="3" creationId="{8574147B-3652-D54B-8192-3A112C0A1C4D}"/>
          </ac:spMkLst>
        </pc:spChg>
        <pc:spChg chg="mod">
          <ac:chgData name="Zheng Fei" userId="d19317889db4c986" providerId="LiveId" clId="{40B410B5-0187-BF41-A01A-10F0E6F70D7B}" dt="2022-12-07T03:18:09.624" v="1099" actId="20577"/>
          <ac:spMkLst>
            <pc:docMk/>
            <pc:sldMk cId="1072083810" sldId="434"/>
            <ac:spMk id="4" creationId="{97B83FFC-58F2-DB75-84F1-D4F83366FB29}"/>
          </ac:spMkLst>
        </pc:spChg>
      </pc:sldChg>
      <pc:sldChg chg="addSp modSp del mod modAnim">
        <pc:chgData name="Zheng Fei" userId="d19317889db4c986" providerId="LiveId" clId="{40B410B5-0187-BF41-A01A-10F0E6F70D7B}" dt="2022-12-07T03:18:28.325" v="1100" actId="2696"/>
        <pc:sldMkLst>
          <pc:docMk/>
          <pc:sldMk cId="637669273" sldId="437"/>
        </pc:sldMkLst>
        <pc:spChg chg="mod">
          <ac:chgData name="Zheng Fei" userId="d19317889db4c986" providerId="LiveId" clId="{40B410B5-0187-BF41-A01A-10F0E6F70D7B}" dt="2022-12-07T02:54:01.407" v="328" actId="21"/>
          <ac:spMkLst>
            <pc:docMk/>
            <pc:sldMk cId="637669273" sldId="437"/>
            <ac:spMk id="2" creationId="{F87ABB80-B00F-1240-BB40-D7F081DE206D}"/>
          </ac:spMkLst>
        </pc:spChg>
        <pc:spChg chg="add mod">
          <ac:chgData name="Zheng Fei" userId="d19317889db4c986" providerId="LiveId" clId="{40B410B5-0187-BF41-A01A-10F0E6F70D7B}" dt="2022-12-07T02:54:14.118" v="334" actId="1076"/>
          <ac:spMkLst>
            <pc:docMk/>
            <pc:sldMk cId="637669273" sldId="437"/>
            <ac:spMk id="6" creationId="{D7E2389D-1487-1FD1-53DA-F9C9F73D824C}"/>
          </ac:spMkLst>
        </pc:spChg>
      </pc:sldChg>
      <pc:sldChg chg="addSp delSp modSp add mod">
        <pc:chgData name="Zheng Fei" userId="d19317889db4c986" providerId="LiveId" clId="{40B410B5-0187-BF41-A01A-10F0E6F70D7B}" dt="2022-12-07T03:59:35.054" v="1227" actId="115"/>
        <pc:sldMkLst>
          <pc:docMk/>
          <pc:sldMk cId="2448747462" sldId="437"/>
        </pc:sldMkLst>
        <pc:spChg chg="mod">
          <ac:chgData name="Zheng Fei" userId="d19317889db4c986" providerId="LiveId" clId="{40B410B5-0187-BF41-A01A-10F0E6F70D7B}" dt="2022-12-07T03:59:35.054" v="1227" actId="115"/>
          <ac:spMkLst>
            <pc:docMk/>
            <pc:sldMk cId="2448747462" sldId="437"/>
            <ac:spMk id="2" creationId="{F87ABB80-B00F-1240-BB40-D7F081DE206D}"/>
          </ac:spMkLst>
        </pc:spChg>
        <pc:spChg chg="add mod">
          <ac:chgData name="Zheng Fei" userId="d19317889db4c986" providerId="LiveId" clId="{40B410B5-0187-BF41-A01A-10F0E6F70D7B}" dt="2022-12-07T03:18:52.978" v="1105"/>
          <ac:spMkLst>
            <pc:docMk/>
            <pc:sldMk cId="2448747462" sldId="437"/>
            <ac:spMk id="3" creationId="{B43AD6C6-1CF5-C085-FD6C-A03DF4E6A124}"/>
          </ac:spMkLst>
        </pc:spChg>
        <pc:spChg chg="del">
          <ac:chgData name="Zheng Fei" userId="d19317889db4c986" providerId="LiveId" clId="{40B410B5-0187-BF41-A01A-10F0E6F70D7B}" dt="2022-12-07T03:18:52.509" v="1104" actId="478"/>
          <ac:spMkLst>
            <pc:docMk/>
            <pc:sldMk cId="2448747462" sldId="437"/>
            <ac:spMk id="5" creationId="{B707E5AE-E08C-CD1C-0322-4EF4B0B75627}"/>
          </ac:spMkLst>
        </pc:spChg>
        <pc:spChg chg="mod">
          <ac:chgData name="Zheng Fei" userId="d19317889db4c986" providerId="LiveId" clId="{40B410B5-0187-BF41-A01A-10F0E6F70D7B}" dt="2022-12-07T03:19:02.201" v="1121" actId="1035"/>
          <ac:spMkLst>
            <pc:docMk/>
            <pc:sldMk cId="2448747462" sldId="437"/>
            <ac:spMk id="6" creationId="{D7E2389D-1487-1FD1-53DA-F9C9F73D824C}"/>
          </ac:spMkLst>
        </pc:spChg>
      </pc:sldChg>
      <pc:sldChg chg="modSp mod">
        <pc:chgData name="Zheng Fei" userId="d19317889db4c986" providerId="LiveId" clId="{40B410B5-0187-BF41-A01A-10F0E6F70D7B}" dt="2022-12-07T02:41:22.957" v="167" actId="207"/>
        <pc:sldMkLst>
          <pc:docMk/>
          <pc:sldMk cId="1274441548" sldId="440"/>
        </pc:sldMkLst>
        <pc:spChg chg="mod">
          <ac:chgData name="Zheng Fei" userId="d19317889db4c986" providerId="LiveId" clId="{40B410B5-0187-BF41-A01A-10F0E6F70D7B}" dt="2022-12-07T02:41:22.957" v="167" actId="207"/>
          <ac:spMkLst>
            <pc:docMk/>
            <pc:sldMk cId="1274441548" sldId="440"/>
            <ac:spMk id="3" creationId="{5B16710E-311C-46E5-BD3F-BB36D1E97DB8}"/>
          </ac:spMkLst>
        </pc:spChg>
      </pc:sldChg>
      <pc:sldChg chg="addSp delSp modSp mod modAnim">
        <pc:chgData name="Zheng Fei" userId="d19317889db4c986" providerId="LiveId" clId="{40B410B5-0187-BF41-A01A-10F0E6F70D7B}" dt="2022-12-07T02:40:01.749" v="161"/>
        <pc:sldMkLst>
          <pc:docMk/>
          <pc:sldMk cId="1909525276" sldId="444"/>
        </pc:sldMkLst>
        <pc:spChg chg="add del mod">
          <ac:chgData name="Zheng Fei" userId="d19317889db4c986" providerId="LiveId" clId="{40B410B5-0187-BF41-A01A-10F0E6F70D7B}" dt="2022-12-07T02:29:30.369" v="12" actId="478"/>
          <ac:spMkLst>
            <pc:docMk/>
            <pc:sldMk cId="1909525276" sldId="444"/>
            <ac:spMk id="8" creationId="{E420FA05-7E8E-3A07-DE07-0A4B65B909F8}"/>
          </ac:spMkLst>
        </pc:spChg>
        <pc:spChg chg="add mod">
          <ac:chgData name="Zheng Fei" userId="d19317889db4c986" providerId="LiveId" clId="{40B410B5-0187-BF41-A01A-10F0E6F70D7B}" dt="2022-12-07T02:35:21.839" v="90" actId="1037"/>
          <ac:spMkLst>
            <pc:docMk/>
            <pc:sldMk cId="1909525276" sldId="444"/>
            <ac:spMk id="15" creationId="{78000099-05E9-772C-88B4-25F6AAA45FB9}"/>
          </ac:spMkLst>
        </pc:spChg>
        <pc:spChg chg="add mod">
          <ac:chgData name="Zheng Fei" userId="d19317889db4c986" providerId="LiveId" clId="{40B410B5-0187-BF41-A01A-10F0E6F70D7B}" dt="2022-12-07T02:35:45.040" v="102" actId="20577"/>
          <ac:spMkLst>
            <pc:docMk/>
            <pc:sldMk cId="1909525276" sldId="444"/>
            <ac:spMk id="16" creationId="{81719301-9001-B459-E833-99385BB5CF9B}"/>
          </ac:spMkLst>
        </pc:spChg>
        <pc:spChg chg="add mod">
          <ac:chgData name="Zheng Fei" userId="d19317889db4c986" providerId="LiveId" clId="{40B410B5-0187-BF41-A01A-10F0E6F70D7B}" dt="2022-12-07T02:39:48.288" v="160" actId="1076"/>
          <ac:spMkLst>
            <pc:docMk/>
            <pc:sldMk cId="1909525276" sldId="444"/>
            <ac:spMk id="17" creationId="{E65028C0-E466-DC9D-D95A-1FE7D580BEF0}"/>
          </ac:spMkLst>
        </pc:spChg>
        <pc:spChg chg="add mod">
          <ac:chgData name="Zheng Fei" userId="d19317889db4c986" providerId="LiveId" clId="{40B410B5-0187-BF41-A01A-10F0E6F70D7B}" dt="2022-12-07T02:39:48.288" v="160" actId="1076"/>
          <ac:spMkLst>
            <pc:docMk/>
            <pc:sldMk cId="1909525276" sldId="444"/>
            <ac:spMk id="18" creationId="{7A69CE75-C36A-9321-AAF4-003F7AD20F65}"/>
          </ac:spMkLst>
        </pc:spChg>
        <pc:spChg chg="add mod">
          <ac:chgData name="Zheng Fei" userId="d19317889db4c986" providerId="LiveId" clId="{40B410B5-0187-BF41-A01A-10F0E6F70D7B}" dt="2022-12-07T02:36:23.300" v="130" actId="1076"/>
          <ac:spMkLst>
            <pc:docMk/>
            <pc:sldMk cId="1909525276" sldId="444"/>
            <ac:spMk id="19" creationId="{63275900-56CA-A95A-0192-DB8013E7E00A}"/>
          </ac:spMkLst>
        </pc:spChg>
        <pc:spChg chg="add del mod">
          <ac:chgData name="Zheng Fei" userId="d19317889db4c986" providerId="LiveId" clId="{40B410B5-0187-BF41-A01A-10F0E6F70D7B}" dt="2022-12-07T02:36:40.215" v="133" actId="478"/>
          <ac:spMkLst>
            <pc:docMk/>
            <pc:sldMk cId="1909525276" sldId="444"/>
            <ac:spMk id="20" creationId="{2AF9DB86-A636-1714-10EB-4CE2AD101DEB}"/>
          </ac:spMkLst>
        </pc:spChg>
        <pc:spChg chg="add mod">
          <ac:chgData name="Zheng Fei" userId="d19317889db4c986" providerId="LiveId" clId="{40B410B5-0187-BF41-A01A-10F0E6F70D7B}" dt="2022-12-07T02:38:48.111" v="151" actId="1076"/>
          <ac:spMkLst>
            <pc:docMk/>
            <pc:sldMk cId="1909525276" sldId="444"/>
            <ac:spMk id="21" creationId="{EF63A802-957D-1FA7-0B4F-D417344E7FD5}"/>
          </ac:spMkLst>
        </pc:spChg>
        <pc:spChg chg="add del mod">
          <ac:chgData name="Zheng Fei" userId="d19317889db4c986" providerId="LiveId" clId="{40B410B5-0187-BF41-A01A-10F0E6F70D7B}" dt="2022-12-07T02:39:23.581" v="159" actId="478"/>
          <ac:spMkLst>
            <pc:docMk/>
            <pc:sldMk cId="1909525276" sldId="444"/>
            <ac:spMk id="22" creationId="{48903B46-07DF-FFE1-82BF-6DAEB59F3FBB}"/>
          </ac:spMkLst>
        </pc:spChg>
        <pc:picChg chg="add del mod modCrop">
          <ac:chgData name="Zheng Fei" userId="d19317889db4c986" providerId="LiveId" clId="{40B410B5-0187-BF41-A01A-10F0E6F70D7B}" dt="2022-12-07T02:27:41.513" v="7" actId="478"/>
          <ac:picMkLst>
            <pc:docMk/>
            <pc:sldMk cId="1909525276" sldId="444"/>
            <ac:picMk id="5" creationId="{67ACC0F6-EC99-C896-DAD8-E18AB359B255}"/>
          </ac:picMkLst>
        </pc:picChg>
        <pc:picChg chg="add mod">
          <ac:chgData name="Zheng Fei" userId="d19317889db4c986" providerId="LiveId" clId="{40B410B5-0187-BF41-A01A-10F0E6F70D7B}" dt="2022-12-07T02:32:36.357" v="37" actId="1076"/>
          <ac:picMkLst>
            <pc:docMk/>
            <pc:sldMk cId="1909525276" sldId="444"/>
            <ac:picMk id="7" creationId="{3CBF1312-0EE1-FAB7-E74D-1F3E34D13ABD}"/>
          </ac:picMkLst>
        </pc:picChg>
        <pc:picChg chg="add mod">
          <ac:chgData name="Zheng Fei" userId="d19317889db4c986" providerId="LiveId" clId="{40B410B5-0187-BF41-A01A-10F0E6F70D7B}" dt="2022-12-07T02:39:48.288" v="160" actId="1076"/>
          <ac:picMkLst>
            <pc:docMk/>
            <pc:sldMk cId="1909525276" sldId="444"/>
            <ac:picMk id="10" creationId="{687175F1-695B-9AA9-FF89-B2AF31F9EC39}"/>
          </ac:picMkLst>
        </pc:picChg>
        <pc:picChg chg="add del mod">
          <ac:chgData name="Zheng Fei" userId="d19317889db4c986" providerId="LiveId" clId="{40B410B5-0187-BF41-A01A-10F0E6F70D7B}" dt="2022-12-07T02:31:33.263" v="27" actId="478"/>
          <ac:picMkLst>
            <pc:docMk/>
            <pc:sldMk cId="1909525276" sldId="444"/>
            <ac:picMk id="12" creationId="{1E2B244A-5CB6-F214-8C15-AA9B3F53C8BD}"/>
          </ac:picMkLst>
        </pc:picChg>
        <pc:picChg chg="add del mod modCrop">
          <ac:chgData name="Zheng Fei" userId="d19317889db4c986" providerId="LiveId" clId="{40B410B5-0187-BF41-A01A-10F0E6F70D7B}" dt="2022-12-07T02:37:20.757" v="135" actId="478"/>
          <ac:picMkLst>
            <pc:docMk/>
            <pc:sldMk cId="1909525276" sldId="444"/>
            <ac:picMk id="14" creationId="{DE3FB3C2-EEA9-1DCC-BE6E-C67AC6EABB57}"/>
          </ac:picMkLst>
        </pc:picChg>
        <pc:picChg chg="add del">
          <ac:chgData name="Zheng Fei" userId="d19317889db4c986" providerId="LiveId" clId="{40B410B5-0187-BF41-A01A-10F0E6F70D7B}" dt="2022-12-07T02:26:37.885" v="1"/>
          <ac:picMkLst>
            <pc:docMk/>
            <pc:sldMk cId="1909525276" sldId="444"/>
            <ac:picMk id="1026" creationId="{85795F95-11AE-F0B7-861E-832E7F79A6B0}"/>
          </ac:picMkLst>
        </pc:picChg>
        <pc:picChg chg="add mod">
          <ac:chgData name="Zheng Fei" userId="d19317889db4c986" providerId="LiveId" clId="{40B410B5-0187-BF41-A01A-10F0E6F70D7B}" dt="2022-12-07T02:37:26.488" v="138" actId="1076"/>
          <ac:picMkLst>
            <pc:docMk/>
            <pc:sldMk cId="1909525276" sldId="444"/>
            <ac:picMk id="1028" creationId="{E0B22180-D5F3-97D7-32D1-0E07142802D0}"/>
          </ac:picMkLst>
        </pc:picChg>
      </pc:sldChg>
      <pc:sldChg chg="addSp delSp modSp add del mod">
        <pc:chgData name="Zheng Fei" userId="d19317889db4c986" providerId="LiveId" clId="{40B410B5-0187-BF41-A01A-10F0E6F70D7B}" dt="2022-12-07T04:00:07.983" v="1231" actId="2696"/>
        <pc:sldMkLst>
          <pc:docMk/>
          <pc:sldMk cId="1271146126" sldId="445"/>
        </pc:sldMkLst>
        <pc:spChg chg="add mod">
          <ac:chgData name="Zheng Fei" userId="d19317889db4c986" providerId="LiveId" clId="{40B410B5-0187-BF41-A01A-10F0E6F70D7B}" dt="2022-12-07T03:18:48.812" v="1103"/>
          <ac:spMkLst>
            <pc:docMk/>
            <pc:sldMk cId="1271146126" sldId="445"/>
            <ac:spMk id="3" creationId="{B83E4A30-85AD-2289-7A97-61A6DFB4DD37}"/>
          </ac:spMkLst>
        </pc:spChg>
        <pc:spChg chg="del">
          <ac:chgData name="Zheng Fei" userId="d19317889db4c986" providerId="LiveId" clId="{40B410B5-0187-BF41-A01A-10F0E6F70D7B}" dt="2022-12-07T03:18:48.505" v="1102" actId="478"/>
          <ac:spMkLst>
            <pc:docMk/>
            <pc:sldMk cId="1271146126" sldId="445"/>
            <ac:spMk id="8" creationId="{45743693-1282-80C4-8383-D268CED2C444}"/>
          </ac:spMkLst>
        </pc:spChg>
        <pc:spChg chg="mod">
          <ac:chgData name="Zheng Fei" userId="d19317889db4c986" providerId="LiveId" clId="{40B410B5-0187-BF41-A01A-10F0E6F70D7B}" dt="2022-12-07T03:59:30.068" v="1226" actId="115"/>
          <ac:spMkLst>
            <pc:docMk/>
            <pc:sldMk cId="1271146126" sldId="445"/>
            <ac:spMk id="9" creationId="{5BFD686F-6B5A-623D-BB3D-D0E788973D74}"/>
          </ac:spMkLst>
        </pc:spChg>
      </pc:sldChg>
      <pc:sldChg chg="addSp delSp modSp add del mod delAnim">
        <pc:chgData name="Zheng Fei" userId="d19317889db4c986" providerId="LiveId" clId="{40B410B5-0187-BF41-A01A-10F0E6F70D7B}" dt="2022-12-07T03:18:28.325" v="1100" actId="2696"/>
        <pc:sldMkLst>
          <pc:docMk/>
          <pc:sldMk cId="1365749490" sldId="445"/>
        </pc:sldMkLst>
        <pc:spChg chg="del">
          <ac:chgData name="Zheng Fei" userId="d19317889db4c986" providerId="LiveId" clId="{40B410B5-0187-BF41-A01A-10F0E6F70D7B}" dt="2022-12-07T02:52:32.659" v="312" actId="478"/>
          <ac:spMkLst>
            <pc:docMk/>
            <pc:sldMk cId="1365749490" sldId="445"/>
            <ac:spMk id="7" creationId="{19FAA976-C0C6-4EA2-BAD0-C48D02CB862D}"/>
          </ac:spMkLst>
        </pc:spChg>
        <pc:spChg chg="add mod">
          <ac:chgData name="Zheng Fei" userId="d19317889db4c986" providerId="LiveId" clId="{40B410B5-0187-BF41-A01A-10F0E6F70D7B}" dt="2022-12-07T02:52:40.773" v="314" actId="1076"/>
          <ac:spMkLst>
            <pc:docMk/>
            <pc:sldMk cId="1365749490" sldId="445"/>
            <ac:spMk id="9" creationId="{5BFD686F-6B5A-623D-BB3D-D0E788973D74}"/>
          </ac:spMkLst>
        </pc:spChg>
        <pc:picChg chg="del">
          <ac:chgData name="Zheng Fei" userId="d19317889db4c986" providerId="LiveId" clId="{40B410B5-0187-BF41-A01A-10F0E6F70D7B}" dt="2022-12-07T02:51:50.490" v="294" actId="478"/>
          <ac:picMkLst>
            <pc:docMk/>
            <pc:sldMk cId="1365749490" sldId="445"/>
            <ac:picMk id="3" creationId="{32D5F24E-3606-48F9-8464-8321A2D793C4}"/>
          </ac:picMkLst>
        </pc:picChg>
        <pc:picChg chg="add mod">
          <ac:chgData name="Zheng Fei" userId="d19317889db4c986" providerId="LiveId" clId="{40B410B5-0187-BF41-A01A-10F0E6F70D7B}" dt="2022-12-07T02:52:43.043" v="315" actId="1076"/>
          <ac:picMkLst>
            <pc:docMk/>
            <pc:sldMk cId="1365749490" sldId="445"/>
            <ac:picMk id="10" creationId="{67D5B35D-A4DC-8820-5B73-2927F3D3B210}"/>
          </ac:picMkLst>
        </pc:picChg>
      </pc:sldChg>
      <pc:sldChg chg="addSp delSp add del mod">
        <pc:chgData name="Zheng Fei" userId="d19317889db4c986" providerId="LiveId" clId="{40B410B5-0187-BF41-A01A-10F0E6F70D7B}" dt="2022-12-07T02:51:42.597" v="291" actId="2890"/>
        <pc:sldMkLst>
          <pc:docMk/>
          <pc:sldMk cId="2139562564" sldId="445"/>
        </pc:sldMkLst>
        <pc:picChg chg="add del">
          <ac:chgData name="Zheng Fei" userId="d19317889db4c986" providerId="LiveId" clId="{40B410B5-0187-BF41-A01A-10F0E6F70D7B}" dt="2022-12-07T02:51:42.030" v="290" actId="478"/>
          <ac:picMkLst>
            <pc:docMk/>
            <pc:sldMk cId="2139562564" sldId="445"/>
            <ac:picMk id="3" creationId="{32D5F24E-3606-48F9-8464-8321A2D793C4}"/>
          </ac:picMkLst>
        </pc:picChg>
      </pc:sldChg>
      <pc:sldChg chg="add del">
        <pc:chgData name="Zheng Fei" userId="d19317889db4c986" providerId="LiveId" clId="{40B410B5-0187-BF41-A01A-10F0E6F70D7B}" dt="2022-12-07T04:00:07.150" v="1230"/>
        <pc:sldMkLst>
          <pc:docMk/>
          <pc:sldMk cId="2157023322" sldId="445"/>
        </pc:sldMkLst>
      </pc:sldChg>
      <pc:sldChg chg="addSp delSp modSp add mod">
        <pc:chgData name="Zheng Fei" userId="d19317889db4c986" providerId="LiveId" clId="{40B410B5-0187-BF41-A01A-10F0E6F70D7B}" dt="2022-12-07T03:19:05.864" v="1123"/>
        <pc:sldMkLst>
          <pc:docMk/>
          <pc:sldMk cId="2351527583" sldId="446"/>
        </pc:sldMkLst>
        <pc:spChg chg="add mod">
          <ac:chgData name="Zheng Fei" userId="d19317889db4c986" providerId="LiveId" clId="{40B410B5-0187-BF41-A01A-10F0E6F70D7B}" dt="2022-12-07T03:19:05.864" v="1123"/>
          <ac:spMkLst>
            <pc:docMk/>
            <pc:sldMk cId="2351527583" sldId="446"/>
            <ac:spMk id="3" creationId="{8A51E29F-7B70-BCB3-3A91-69A3D3C48CA5}"/>
          </ac:spMkLst>
        </pc:spChg>
        <pc:spChg chg="del">
          <ac:chgData name="Zheng Fei" userId="d19317889db4c986" providerId="LiveId" clId="{40B410B5-0187-BF41-A01A-10F0E6F70D7B}" dt="2022-12-07T03:19:05.423" v="1122" actId="478"/>
          <ac:spMkLst>
            <pc:docMk/>
            <pc:sldMk cId="2351527583" sldId="446"/>
            <ac:spMk id="5" creationId="{B707E5AE-E08C-CD1C-0322-4EF4B0B75627}"/>
          </ac:spMkLst>
        </pc:spChg>
      </pc:sldChg>
      <pc:sldChg chg="modSp add del mod modAnim">
        <pc:chgData name="Zheng Fei" userId="d19317889db4c986" providerId="LiveId" clId="{40B410B5-0187-BF41-A01A-10F0E6F70D7B}" dt="2022-12-07T03:18:28.325" v="1100" actId="2696"/>
        <pc:sldMkLst>
          <pc:docMk/>
          <pc:sldMk cId="3218822184" sldId="446"/>
        </pc:sldMkLst>
        <pc:spChg chg="mod">
          <ac:chgData name="Zheng Fei" userId="d19317889db4c986" providerId="LiveId" clId="{40B410B5-0187-BF41-A01A-10F0E6F70D7B}" dt="2022-12-07T02:54:34.653" v="338" actId="1076"/>
          <ac:spMkLst>
            <pc:docMk/>
            <pc:sldMk cId="3218822184" sldId="446"/>
            <ac:spMk id="2" creationId="{F87ABB80-B00F-1240-BB40-D7F081DE206D}"/>
          </ac:spMkLst>
        </pc:spChg>
      </pc:sldChg>
      <pc:sldChg chg="addSp delSp modSp add mod">
        <pc:chgData name="Zheng Fei" userId="d19317889db4c986" providerId="LiveId" clId="{40B410B5-0187-BF41-A01A-10F0E6F70D7B}" dt="2022-12-07T03:58:05.031" v="1210" actId="207"/>
        <pc:sldMkLst>
          <pc:docMk/>
          <pc:sldMk cId="2569996623" sldId="447"/>
        </pc:sldMkLst>
        <pc:spChg chg="add mod">
          <ac:chgData name="Zheng Fei" userId="d19317889db4c986" providerId="LiveId" clId="{40B410B5-0187-BF41-A01A-10F0E6F70D7B}" dt="2022-12-07T03:58:05.031" v="1210" actId="207"/>
          <ac:spMkLst>
            <pc:docMk/>
            <pc:sldMk cId="2569996623" sldId="447"/>
            <ac:spMk id="4" creationId="{237462A2-EE21-7D71-AAA2-A4358FAEB277}"/>
          </ac:spMkLst>
        </pc:spChg>
        <pc:spChg chg="mod">
          <ac:chgData name="Zheng Fei" userId="d19317889db4c986" providerId="LiveId" clId="{40B410B5-0187-BF41-A01A-10F0E6F70D7B}" dt="2022-12-07T03:17:58.162" v="1082" actId="20577"/>
          <ac:spMkLst>
            <pc:docMk/>
            <pc:sldMk cId="2569996623" sldId="447"/>
            <ac:spMk id="5" creationId="{109111F2-3858-607E-F4B4-A023A0D2D24E}"/>
          </ac:spMkLst>
        </pc:spChg>
        <pc:picChg chg="del">
          <ac:chgData name="Zheng Fei" userId="d19317889db4c986" providerId="LiveId" clId="{40B410B5-0187-BF41-A01A-10F0E6F70D7B}" dt="2022-12-07T03:02:51.510" v="343" actId="478"/>
          <ac:picMkLst>
            <pc:docMk/>
            <pc:sldMk cId="2569996623" sldId="447"/>
            <ac:picMk id="3" creationId="{F480153D-921D-47FE-8130-9B560FA8156F}"/>
          </ac:picMkLst>
        </pc:picChg>
      </pc:sldChg>
      <pc:sldChg chg="modSp add mod">
        <pc:chgData name="Zheng Fei" userId="d19317889db4c986" providerId="LiveId" clId="{40B410B5-0187-BF41-A01A-10F0E6F70D7B}" dt="2022-12-07T03:58:10.900" v="1211" actId="207"/>
        <pc:sldMkLst>
          <pc:docMk/>
          <pc:sldMk cId="779084516" sldId="448"/>
        </pc:sldMkLst>
        <pc:spChg chg="mod">
          <ac:chgData name="Zheng Fei" userId="d19317889db4c986" providerId="LiveId" clId="{40B410B5-0187-BF41-A01A-10F0E6F70D7B}" dt="2022-12-07T03:58:10.900" v="1211" actId="207"/>
          <ac:spMkLst>
            <pc:docMk/>
            <pc:sldMk cId="779084516" sldId="448"/>
            <ac:spMk id="4" creationId="{237462A2-EE21-7D71-AAA2-A4358FAEB277}"/>
          </ac:spMkLst>
        </pc:spChg>
        <pc:spChg chg="mod">
          <ac:chgData name="Zheng Fei" userId="d19317889db4c986" providerId="LiveId" clId="{40B410B5-0187-BF41-A01A-10F0E6F70D7B}" dt="2022-12-07T03:17:39.974" v="1029"/>
          <ac:spMkLst>
            <pc:docMk/>
            <pc:sldMk cId="779084516" sldId="448"/>
            <ac:spMk id="5" creationId="{109111F2-3858-607E-F4B4-A023A0D2D24E}"/>
          </ac:spMkLst>
        </pc:spChg>
      </pc:sldChg>
      <pc:sldChg chg="delSp modSp add mod">
        <pc:chgData name="Zheng Fei" userId="d19317889db4c986" providerId="LiveId" clId="{40B410B5-0187-BF41-A01A-10F0E6F70D7B}" dt="2022-12-07T04:30:54.033" v="2445" actId="478"/>
        <pc:sldMkLst>
          <pc:docMk/>
          <pc:sldMk cId="48450113" sldId="449"/>
        </pc:sldMkLst>
        <pc:spChg chg="del">
          <ac:chgData name="Zheng Fei" userId="d19317889db4c986" providerId="LiveId" clId="{40B410B5-0187-BF41-A01A-10F0E6F70D7B}" dt="2022-12-07T04:30:54.033" v="2445" actId="478"/>
          <ac:spMkLst>
            <pc:docMk/>
            <pc:sldMk cId="48450113" sldId="449"/>
            <ac:spMk id="2" creationId="{AFD386B0-6DB0-A041-946C-C26AE3A10975}"/>
          </ac:spMkLst>
        </pc:spChg>
        <pc:spChg chg="del">
          <ac:chgData name="Zheng Fei" userId="d19317889db4c986" providerId="LiveId" clId="{40B410B5-0187-BF41-A01A-10F0E6F70D7B}" dt="2022-12-07T04:30:45.931" v="2440" actId="478"/>
          <ac:spMkLst>
            <pc:docMk/>
            <pc:sldMk cId="48450113" sldId="449"/>
            <ac:spMk id="6" creationId="{39E50FCC-76B3-0649-A83E-FD2F4E704B85}"/>
          </ac:spMkLst>
        </pc:spChg>
        <pc:spChg chg="del">
          <ac:chgData name="Zheng Fei" userId="d19317889db4c986" providerId="LiveId" clId="{40B410B5-0187-BF41-A01A-10F0E6F70D7B}" dt="2022-12-07T04:30:44.227" v="2439" actId="478"/>
          <ac:spMkLst>
            <pc:docMk/>
            <pc:sldMk cId="48450113" sldId="449"/>
            <ac:spMk id="8" creationId="{9721B3A3-6369-D745-BE78-01267B784A5A}"/>
          </ac:spMkLst>
        </pc:spChg>
        <pc:spChg chg="del mod">
          <ac:chgData name="Zheng Fei" userId="d19317889db4c986" providerId="LiveId" clId="{40B410B5-0187-BF41-A01A-10F0E6F70D7B}" dt="2022-12-07T04:30:48.003" v="2442" actId="478"/>
          <ac:spMkLst>
            <pc:docMk/>
            <pc:sldMk cId="48450113" sldId="449"/>
            <ac:spMk id="20" creationId="{5F9FE686-7A08-E441-B6C8-14E6F6D9AA21}"/>
          </ac:spMkLst>
        </pc:spChg>
        <pc:spChg chg="del">
          <ac:chgData name="Zheng Fei" userId="d19317889db4c986" providerId="LiveId" clId="{40B410B5-0187-BF41-A01A-10F0E6F70D7B}" dt="2022-12-07T04:30:51.903" v="2444" actId="478"/>
          <ac:spMkLst>
            <pc:docMk/>
            <pc:sldMk cId="48450113" sldId="449"/>
            <ac:spMk id="25" creationId="{9C77EB08-8B39-0747-A5DD-C48CD102FCE3}"/>
          </ac:spMkLst>
        </pc:spChg>
        <pc:spChg chg="del">
          <ac:chgData name="Zheng Fei" userId="d19317889db4c986" providerId="LiveId" clId="{40B410B5-0187-BF41-A01A-10F0E6F70D7B}" dt="2022-12-07T04:30:41.907" v="2438" actId="478"/>
          <ac:spMkLst>
            <pc:docMk/>
            <pc:sldMk cId="48450113" sldId="449"/>
            <ac:spMk id="26" creationId="{992F5CAC-B429-4ECB-848D-358493222A95}"/>
          </ac:spMkLst>
        </pc:spChg>
        <pc:spChg chg="del">
          <ac:chgData name="Zheng Fei" userId="d19317889db4c986" providerId="LiveId" clId="{40B410B5-0187-BF41-A01A-10F0E6F70D7B}" dt="2022-12-07T04:30:41.907" v="2438" actId="478"/>
          <ac:spMkLst>
            <pc:docMk/>
            <pc:sldMk cId="48450113" sldId="449"/>
            <ac:spMk id="27" creationId="{6D118E95-ADAB-423A-A302-64D2F4514C87}"/>
          </ac:spMkLst>
        </pc:spChg>
        <pc:spChg chg="del">
          <ac:chgData name="Zheng Fei" userId="d19317889db4c986" providerId="LiveId" clId="{40B410B5-0187-BF41-A01A-10F0E6F70D7B}" dt="2022-12-07T04:30:41.907" v="2438" actId="478"/>
          <ac:spMkLst>
            <pc:docMk/>
            <pc:sldMk cId="48450113" sldId="449"/>
            <ac:spMk id="28" creationId="{04C415C9-3C96-43D5-9EDB-DF0E5BA2DECF}"/>
          </ac:spMkLst>
        </pc:spChg>
        <pc:spChg chg="del">
          <ac:chgData name="Zheng Fei" userId="d19317889db4c986" providerId="LiveId" clId="{40B410B5-0187-BF41-A01A-10F0E6F70D7B}" dt="2022-12-07T04:30:49.873" v="2443" actId="478"/>
          <ac:spMkLst>
            <pc:docMk/>
            <pc:sldMk cId="48450113" sldId="449"/>
            <ac:spMk id="29" creationId="{30B1A303-F6D1-430B-9C0E-D2EF527290EC}"/>
          </ac:spMkLst>
        </pc:spChg>
        <pc:grpChg chg="del">
          <ac:chgData name="Zheng Fei" userId="d19317889db4c986" providerId="LiveId" clId="{40B410B5-0187-BF41-A01A-10F0E6F70D7B}" dt="2022-12-07T04:30:41.907" v="2438" actId="478"/>
          <ac:grpSpMkLst>
            <pc:docMk/>
            <pc:sldMk cId="48450113" sldId="449"/>
            <ac:grpSpMk id="24" creationId="{0FB888DE-6F66-4642-A848-D0BD733B9F20}"/>
          </ac:grpSpMkLst>
        </pc:grpChg>
        <pc:picChg chg="mod">
          <ac:chgData name="Zheng Fei" userId="d19317889db4c986" providerId="LiveId" clId="{40B410B5-0187-BF41-A01A-10F0E6F70D7B}" dt="2022-12-07T04:30:39.358" v="2437" actId="1076"/>
          <ac:picMkLst>
            <pc:docMk/>
            <pc:sldMk cId="48450113" sldId="449"/>
            <ac:picMk id="3" creationId="{BFF0405D-7512-45B9-B120-6F2B3551D25F}"/>
          </ac:picMkLst>
        </pc:picChg>
        <pc:cxnChg chg="del">
          <ac:chgData name="Zheng Fei" userId="d19317889db4c986" providerId="LiveId" clId="{40B410B5-0187-BF41-A01A-10F0E6F70D7B}" dt="2022-12-07T04:30:41.907" v="2438" actId="478"/>
          <ac:cxnSpMkLst>
            <pc:docMk/>
            <pc:sldMk cId="48450113" sldId="449"/>
            <ac:cxnSpMk id="22" creationId="{1B5A8826-DDE4-4028-A22D-0B0305E3B43F}"/>
          </ac:cxnSpMkLst>
        </pc:cxnChg>
      </pc:sldChg>
      <pc:sldChg chg="add del">
        <pc:chgData name="Zheng Fei" userId="d19317889db4c986" providerId="LiveId" clId="{40B410B5-0187-BF41-A01A-10F0E6F70D7B}" dt="2022-12-07T04:05:28.576" v="1249" actId="2696"/>
        <pc:sldMkLst>
          <pc:docMk/>
          <pc:sldMk cId="2371022271" sldId="449"/>
        </pc:sldMkLst>
      </pc:sldChg>
      <pc:sldChg chg="add del">
        <pc:chgData name="Zheng Fei" userId="d19317889db4c986" providerId="LiveId" clId="{40B410B5-0187-BF41-A01A-10F0E6F70D7B}" dt="2022-12-07T04:29:22.493" v="2417" actId="2696"/>
        <pc:sldMkLst>
          <pc:docMk/>
          <pc:sldMk cId="1348233030" sldId="450"/>
        </pc:sldMkLst>
      </pc:sldChg>
      <pc:sldChg chg="addSp modSp add mod">
        <pc:chgData name="Zheng Fei" userId="d19317889db4c986" providerId="LiveId" clId="{40B410B5-0187-BF41-A01A-10F0E6F70D7B}" dt="2022-12-07T04:28:47.046" v="2416" actId="20577"/>
        <pc:sldMkLst>
          <pc:docMk/>
          <pc:sldMk cId="1701689034" sldId="451"/>
        </pc:sldMkLst>
        <pc:spChg chg="mod">
          <ac:chgData name="Zheng Fei" userId="d19317889db4c986" providerId="LiveId" clId="{40B410B5-0187-BF41-A01A-10F0E6F70D7B}" dt="2022-12-07T04:18:04.416" v="2143"/>
          <ac:spMkLst>
            <pc:docMk/>
            <pc:sldMk cId="1701689034" sldId="451"/>
            <ac:spMk id="3" creationId="{426D5DB8-1CC5-1FA8-DDBD-4FB4DAFADE0A}"/>
          </ac:spMkLst>
        </pc:spChg>
        <pc:spChg chg="mod">
          <ac:chgData name="Zheng Fei" userId="d19317889db4c986" providerId="LiveId" clId="{40B410B5-0187-BF41-A01A-10F0E6F70D7B}" dt="2022-12-07T04:18:00.267" v="2142" actId="20577"/>
          <ac:spMkLst>
            <pc:docMk/>
            <pc:sldMk cId="1701689034" sldId="451"/>
            <ac:spMk id="4" creationId="{DA87E71F-A77D-C082-0DBF-E16942769229}"/>
          </ac:spMkLst>
        </pc:spChg>
        <pc:spChg chg="mod">
          <ac:chgData name="Zheng Fei" userId="d19317889db4c986" providerId="LiveId" clId="{40B410B5-0187-BF41-A01A-10F0E6F70D7B}" dt="2022-12-07T04:28:47.046" v="2416" actId="20577"/>
          <ac:spMkLst>
            <pc:docMk/>
            <pc:sldMk cId="1701689034" sldId="451"/>
            <ac:spMk id="12" creationId="{651A0AEA-614A-DD7A-9FCB-D7C52E20950C}"/>
          </ac:spMkLst>
        </pc:spChg>
        <pc:grpChg chg="add mod">
          <ac:chgData name="Zheng Fei" userId="d19317889db4c986" providerId="LiveId" clId="{40B410B5-0187-BF41-A01A-10F0E6F70D7B}" dt="2022-12-07T04:20:00.342" v="2314" actId="1035"/>
          <ac:grpSpMkLst>
            <pc:docMk/>
            <pc:sldMk cId="1701689034" sldId="451"/>
            <ac:grpSpMk id="2" creationId="{08122E27-8307-88FE-1B99-CAE0406F4646}"/>
          </ac:grpSpMkLst>
        </pc:grpChg>
        <pc:picChg chg="mod">
          <ac:chgData name="Zheng Fei" userId="d19317889db4c986" providerId="LiveId" clId="{40B410B5-0187-BF41-A01A-10F0E6F70D7B}" dt="2022-12-07T04:18:04.416" v="2143"/>
          <ac:picMkLst>
            <pc:docMk/>
            <pc:sldMk cId="1701689034" sldId="451"/>
            <ac:picMk id="6" creationId="{24CBAC0D-F16F-20C5-84B6-BC9C65F2AD45}"/>
          </ac:picMkLst>
        </pc:picChg>
        <pc:picChg chg="mod">
          <ac:chgData name="Zheng Fei" userId="d19317889db4c986" providerId="LiveId" clId="{40B410B5-0187-BF41-A01A-10F0E6F70D7B}" dt="2022-12-07T04:18:04.416" v="2143"/>
          <ac:picMkLst>
            <pc:docMk/>
            <pc:sldMk cId="1701689034" sldId="451"/>
            <ac:picMk id="8" creationId="{93079881-6AFB-ACB8-7612-56280D9EEC31}"/>
          </ac:picMkLst>
        </pc:picChg>
        <pc:picChg chg="mod">
          <ac:chgData name="Zheng Fei" userId="d19317889db4c986" providerId="LiveId" clId="{40B410B5-0187-BF41-A01A-10F0E6F70D7B}" dt="2022-12-07T04:18:04.416" v="2143"/>
          <ac:picMkLst>
            <pc:docMk/>
            <pc:sldMk cId="1701689034" sldId="451"/>
            <ac:picMk id="9" creationId="{0C9E31B0-789E-2293-9E63-4FF1C438413F}"/>
          </ac:picMkLst>
        </pc:picChg>
        <pc:picChg chg="mod">
          <ac:chgData name="Zheng Fei" userId="d19317889db4c986" providerId="LiveId" clId="{40B410B5-0187-BF41-A01A-10F0E6F70D7B}" dt="2022-12-07T04:18:04.416" v="2143"/>
          <ac:picMkLst>
            <pc:docMk/>
            <pc:sldMk cId="1701689034" sldId="451"/>
            <ac:picMk id="10" creationId="{3B53DE4C-3149-0265-7C98-14618775F734}"/>
          </ac:picMkLst>
        </pc:picChg>
        <pc:picChg chg="mod">
          <ac:chgData name="Zheng Fei" userId="d19317889db4c986" providerId="LiveId" clId="{40B410B5-0187-BF41-A01A-10F0E6F70D7B}" dt="2022-12-07T04:18:04.416" v="2143"/>
          <ac:picMkLst>
            <pc:docMk/>
            <pc:sldMk cId="1701689034" sldId="451"/>
            <ac:picMk id="11" creationId="{42047212-28AD-018F-7CD1-9FA5CAEBECCA}"/>
          </ac:picMkLst>
        </pc:picChg>
        <pc:picChg chg="mod">
          <ac:chgData name="Zheng Fei" userId="d19317889db4c986" providerId="LiveId" clId="{40B410B5-0187-BF41-A01A-10F0E6F70D7B}" dt="2022-12-07T04:18:04.416" v="2143"/>
          <ac:picMkLst>
            <pc:docMk/>
            <pc:sldMk cId="1701689034" sldId="451"/>
            <ac:picMk id="13" creationId="{D4272952-9C84-C8E3-B37D-AF04C5BA369E}"/>
          </ac:picMkLst>
        </pc:picChg>
      </pc:sldChg>
      <pc:sldChg chg="modSp add mod">
        <pc:chgData name="Zheng Fei" userId="d19317889db4c986" providerId="LiveId" clId="{40B410B5-0187-BF41-A01A-10F0E6F70D7B}" dt="2022-12-07T04:28:32.127" v="2413" actId="20577"/>
        <pc:sldMkLst>
          <pc:docMk/>
          <pc:sldMk cId="1383374044" sldId="452"/>
        </pc:sldMkLst>
        <pc:spChg chg="mod">
          <ac:chgData name="Zheng Fei" userId="d19317889db4c986" providerId="LiveId" clId="{40B410B5-0187-BF41-A01A-10F0E6F70D7B}" dt="2022-12-07T04:26:25.368" v="2374" actId="20577"/>
          <ac:spMkLst>
            <pc:docMk/>
            <pc:sldMk cId="1383374044" sldId="452"/>
            <ac:spMk id="4" creationId="{DA87E71F-A77D-C082-0DBF-E16942769229}"/>
          </ac:spMkLst>
        </pc:spChg>
        <pc:spChg chg="mod">
          <ac:chgData name="Zheng Fei" userId="d19317889db4c986" providerId="LiveId" clId="{40B410B5-0187-BF41-A01A-10F0E6F70D7B}" dt="2022-12-07T04:28:32.127" v="2413" actId="20577"/>
          <ac:spMkLst>
            <pc:docMk/>
            <pc:sldMk cId="1383374044" sldId="452"/>
            <ac:spMk id="12" creationId="{651A0AEA-614A-DD7A-9FCB-D7C52E20950C}"/>
          </ac:spMkLst>
        </pc:spChg>
      </pc:sldChg>
      <pc:sldChg chg="modSp add mod">
        <pc:chgData name="Zheng Fei" userId="d19317889db4c986" providerId="LiveId" clId="{40B410B5-0187-BF41-A01A-10F0E6F70D7B}" dt="2022-12-07T04:28:04.044" v="2402" actId="1076"/>
        <pc:sldMkLst>
          <pc:docMk/>
          <pc:sldMk cId="1189544412" sldId="453"/>
        </pc:sldMkLst>
        <pc:spChg chg="mod">
          <ac:chgData name="Zheng Fei" userId="d19317889db4c986" providerId="LiveId" clId="{40B410B5-0187-BF41-A01A-10F0E6F70D7B}" dt="2022-12-07T04:26:44.450" v="2377" actId="20577"/>
          <ac:spMkLst>
            <pc:docMk/>
            <pc:sldMk cId="1189544412" sldId="453"/>
            <ac:spMk id="4" creationId="{DA87E71F-A77D-C082-0DBF-E16942769229}"/>
          </ac:spMkLst>
        </pc:spChg>
        <pc:spChg chg="mod">
          <ac:chgData name="Zheng Fei" userId="d19317889db4c986" providerId="LiveId" clId="{40B410B5-0187-BF41-A01A-10F0E6F70D7B}" dt="2022-12-07T04:28:04.044" v="2402" actId="1076"/>
          <ac:spMkLst>
            <pc:docMk/>
            <pc:sldMk cId="1189544412" sldId="453"/>
            <ac:spMk id="12" creationId="{651A0AEA-614A-DD7A-9FCB-D7C52E20950C}"/>
          </ac:spMkLst>
        </pc:spChg>
      </pc:sldChg>
    </pc:docChg>
  </pc:docChgLst>
  <pc:docChgLst>
    <pc:chgData name="Fei" userId="d19317889db4c986" providerId="LiveId" clId="{E87CCF37-DE99-49C7-B77F-1E4C7A3FD6FA}"/>
    <pc:docChg chg="undo redo custSel addSld delSld modSld sldOrd modMainMaster modNotesMaster">
      <pc:chgData name="Fei" userId="d19317889db4c986" providerId="LiveId" clId="{E87CCF37-DE99-49C7-B77F-1E4C7A3FD6FA}" dt="2022-02-16T09:24:21.242" v="3609" actId="1076"/>
      <pc:docMkLst>
        <pc:docMk/>
      </pc:docMkLst>
      <pc:sldChg chg="del">
        <pc:chgData name="Fei" userId="d19317889db4c986" providerId="LiveId" clId="{E87CCF37-DE99-49C7-B77F-1E4C7A3FD6FA}" dt="2022-02-15T10:55:22.721" v="0" actId="47"/>
        <pc:sldMkLst>
          <pc:docMk/>
          <pc:sldMk cId="1822363911" sldId="257"/>
        </pc:sldMkLst>
      </pc:sldChg>
      <pc:sldChg chg="addSp delSp modSp mod modTransition modNotes">
        <pc:chgData name="Fei" userId="d19317889db4c986" providerId="LiveId" clId="{E87CCF37-DE99-49C7-B77F-1E4C7A3FD6FA}" dt="2022-02-16T08:28:26.859" v="3348"/>
        <pc:sldMkLst>
          <pc:docMk/>
          <pc:sldMk cId="3140837993" sldId="258"/>
        </pc:sldMkLst>
        <pc:spChg chg="mod">
          <ac:chgData name="Fei" userId="d19317889db4c986" providerId="LiveId" clId="{E87CCF37-DE99-49C7-B77F-1E4C7A3FD6FA}" dt="2022-02-16T05:49:09.067" v="1321" actId="2711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20" creationId="{832CE7C9-AE8E-164F-A612-630C2CAEAF66}"/>
          </ac:spMkLst>
        </pc:spChg>
        <pc:spChg chg="del mod">
          <ac:chgData name="Fei" userId="d19317889db4c986" providerId="LiveId" clId="{E87CCF37-DE99-49C7-B77F-1E4C7A3FD6FA}" dt="2022-02-16T05:27:17.453" v="981" actId="478"/>
          <ac:spMkLst>
            <pc:docMk/>
            <pc:sldMk cId="3140837993" sldId="258"/>
            <ac:spMk id="21" creationId="{11442075-59CD-5449-88BA-231A0DF591CE}"/>
          </ac:spMkLst>
        </pc:spChg>
        <pc:spChg chg="del mod">
          <ac:chgData name="Fei" userId="d19317889db4c986" providerId="LiveId" clId="{E87CCF37-DE99-49C7-B77F-1E4C7A3FD6FA}" dt="2022-02-16T05:27:19.043" v="982" actId="478"/>
          <ac:spMkLst>
            <pc:docMk/>
            <pc:sldMk cId="3140837993" sldId="258"/>
            <ac:spMk id="22" creationId="{1CD14DBB-968D-C045-8A28-0E762E95A440}"/>
          </ac:spMkLst>
        </pc:spChg>
        <pc:spChg chg="add del mod">
          <ac:chgData name="Fei" userId="d19317889db4c986" providerId="LiveId" clId="{E87CCF37-DE99-49C7-B77F-1E4C7A3FD6FA}" dt="2022-02-16T07:04:18.617" v="2417" actId="2711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Fei" userId="d19317889db4c986" providerId="LiveId" clId="{E87CCF37-DE99-49C7-B77F-1E4C7A3FD6FA}" dt="2022-02-16T05:48:59.057" v="1320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5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7.785" v="833" actId="478"/>
          <ac:spMkLst>
            <pc:docMk/>
            <pc:sldMk cId="3140837993" sldId="258"/>
            <ac:spMk id="43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9.219" v="834" actId="478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5:51:51.892" v="1361" actId="207"/>
          <ac:spMkLst>
            <pc:docMk/>
            <pc:sldMk cId="3140837993" sldId="258"/>
            <ac:spMk id="69" creationId="{00000000-0000-0000-0000-000000000000}"/>
          </ac:spMkLst>
        </pc:spChg>
        <pc:spChg chg="del mod">
          <ac:chgData name="Fei" userId="d19317889db4c986" providerId="LiveId" clId="{E87CCF37-DE99-49C7-B77F-1E4C7A3FD6FA}" dt="2022-02-16T03:13:03.445" v="889" actId="478"/>
          <ac:spMkLst>
            <pc:docMk/>
            <pc:sldMk cId="3140837993" sldId="258"/>
            <ac:spMk id="70" creationId="{00000000-0000-0000-0000-000000000000}"/>
          </ac:spMkLst>
        </pc:spChg>
        <pc:picChg chg="add mod">
          <ac:chgData name="Fei" userId="d19317889db4c986" providerId="LiveId" clId="{E87CCF37-DE99-49C7-B77F-1E4C7A3FD6FA}" dt="2022-02-16T03:13:48.545" v="910"/>
          <ac:picMkLst>
            <pc:docMk/>
            <pc:sldMk cId="3140837993" sldId="258"/>
            <ac:picMk id="18" creationId="{9B9AE590-EDF8-44BE-ACFC-4548BE7FA884}"/>
          </ac:picMkLst>
        </pc:picChg>
      </pc:sldChg>
      <pc:sldChg chg="addSp modSp add del modTransition modAnim">
        <pc:chgData name="Fei" userId="d19317889db4c986" providerId="LiveId" clId="{E87CCF37-DE99-49C7-B77F-1E4C7A3FD6FA}" dt="2022-02-16T07:06:42.159" v="2525" actId="47"/>
        <pc:sldMkLst>
          <pc:docMk/>
          <pc:sldMk cId="0" sldId="266"/>
        </pc:sldMkLst>
        <pc:spChg chg="mod">
          <ac:chgData name="Fei" userId="d19317889db4c986" providerId="LiveId" clId="{E87CCF37-DE99-49C7-B77F-1E4C7A3FD6FA}" dt="2022-02-16T07:05:13.688" v="2441" actId="1076"/>
          <ac:spMkLst>
            <pc:docMk/>
            <pc:sldMk cId="0" sldId="266"/>
            <ac:spMk id="43010" creationId="{3D58B255-82C7-448D-9ED6-D36258056BFC}"/>
          </ac:spMkLst>
        </pc:spChg>
        <pc:picChg chg="add mod">
          <ac:chgData name="Fei" userId="d19317889db4c986" providerId="LiveId" clId="{E87CCF37-DE99-49C7-B77F-1E4C7A3FD6FA}" dt="2022-02-16T07:03:36.927" v="2398"/>
          <ac:picMkLst>
            <pc:docMk/>
            <pc:sldMk cId="0" sldId="266"/>
            <ac:picMk id="8" creationId="{AF0D3C0A-D937-4CCC-B765-38A401CCC770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7:13:36.746" v="2638" actId="47"/>
        <pc:sldMkLst>
          <pc:docMk/>
          <pc:sldMk cId="0" sldId="267"/>
        </pc:sldMkLst>
        <pc:spChg chg="del mod">
          <ac:chgData name="Fei" userId="d19317889db4c986" providerId="LiveId" clId="{E87CCF37-DE99-49C7-B77F-1E4C7A3FD6FA}" dt="2022-02-16T07:07:53.039" v="2552" actId="21"/>
          <ac:spMkLst>
            <pc:docMk/>
            <pc:sldMk cId="0" sldId="267"/>
            <ac:spMk id="44035" creationId="{AD415B56-CCE2-47B4-9151-EB91073B1057}"/>
          </ac:spMkLst>
        </pc:spChg>
        <pc:spChg chg="mod">
          <ac:chgData name="Fei" userId="d19317889db4c986" providerId="LiveId" clId="{E87CCF37-DE99-49C7-B77F-1E4C7A3FD6FA}" dt="2022-02-16T07:07:27.459" v="2529" actId="1076"/>
          <ac:spMkLst>
            <pc:docMk/>
            <pc:sldMk cId="0" sldId="267"/>
            <ac:spMk id="44036" creationId="{32F70240-826B-4660-86E7-6A286DC373DE}"/>
          </ac:spMkLst>
        </pc:spChg>
        <pc:spChg chg="del">
          <ac:chgData name="Fei" userId="d19317889db4c986" providerId="LiveId" clId="{E87CCF37-DE99-49C7-B77F-1E4C7A3FD6FA}" dt="2022-02-16T07:06:58.797" v="2526" actId="478"/>
          <ac:spMkLst>
            <pc:docMk/>
            <pc:sldMk cId="0" sldId="267"/>
            <ac:spMk id="44038" creationId="{96F02769-CAD7-4549-8ED7-E686FB628EC1}"/>
          </ac:spMkLst>
        </pc:spChg>
        <pc:spChg chg="mod">
          <ac:chgData name="Fei" userId="d19317889db4c986" providerId="LiveId" clId="{E87CCF37-DE99-49C7-B77F-1E4C7A3FD6FA}" dt="2022-02-16T07:07:28.948" v="2530" actId="1076"/>
          <ac:spMkLst>
            <pc:docMk/>
            <pc:sldMk cId="0" sldId="267"/>
            <ac:spMk id="44039" creationId="{49AC6B0E-5590-4047-B285-2B4A2AEAC985}"/>
          </ac:spMkLst>
        </pc:spChg>
        <pc:spChg chg="del mod">
          <ac:chgData name="Fei" userId="d19317889db4c986" providerId="LiveId" clId="{E87CCF37-DE99-49C7-B77F-1E4C7A3FD6FA}" dt="2022-02-16T07:07:53.050" v="2554"/>
          <ac:spMkLst>
            <pc:docMk/>
            <pc:sldMk cId="0" sldId="267"/>
            <ac:spMk id="44040" creationId="{D936A7EF-A5B8-4F1E-B41B-050FA233C0DB}"/>
          </ac:spMkLst>
        </pc:spChg>
        <pc:picChg chg="add mod">
          <ac:chgData name="Fei" userId="d19317889db4c986" providerId="LiveId" clId="{E87CCF37-DE99-49C7-B77F-1E4C7A3FD6FA}" dt="2022-02-16T07:03:38.592" v="2399"/>
          <ac:picMkLst>
            <pc:docMk/>
            <pc:sldMk cId="0" sldId="267"/>
            <ac:picMk id="11" creationId="{29530DAE-DB30-4A07-825D-A3FA51DD69E5}"/>
          </ac:picMkLst>
        </pc:picChg>
      </pc:sldChg>
      <pc:sldChg chg="addSp modSp add del ord modTransition modAnim">
        <pc:chgData name="Fei" userId="d19317889db4c986" providerId="LiveId" clId="{E87CCF37-DE99-49C7-B77F-1E4C7A3FD6FA}" dt="2022-02-16T07:24:20.756" v="2764" actId="47"/>
        <pc:sldMkLst>
          <pc:docMk/>
          <pc:sldMk cId="0" sldId="268"/>
        </pc:sldMkLst>
        <pc:spChg chg="add mod">
          <ac:chgData name="Fei" userId="d19317889db4c986" providerId="LiveId" clId="{E87CCF37-DE99-49C7-B77F-1E4C7A3FD6FA}" dt="2022-02-16T07:21:43.054" v="2696"/>
          <ac:spMkLst>
            <pc:docMk/>
            <pc:sldMk cId="0" sldId="268"/>
            <ac:spMk id="12" creationId="{3A5995E8-42B7-4FDB-8383-64D2C77FF9BB}"/>
          </ac:spMkLst>
        </pc:spChg>
        <pc:spChg chg="mod">
          <ac:chgData name="Fei" userId="d19317889db4c986" providerId="LiveId" clId="{E87CCF37-DE99-49C7-B77F-1E4C7A3FD6FA}" dt="2022-02-16T07:21:59.184" v="2725" actId="1036"/>
          <ac:spMkLst>
            <pc:docMk/>
            <pc:sldMk cId="0" sldId="268"/>
            <ac:spMk id="45058" creationId="{7F69F4B6-FF23-4DEB-83AB-E8CDF763E9D4}"/>
          </ac:spMkLst>
        </pc:spChg>
        <pc:spChg chg="mod">
          <ac:chgData name="Fei" userId="d19317889db4c986" providerId="LiveId" clId="{E87CCF37-DE99-49C7-B77F-1E4C7A3FD6FA}" dt="2022-02-16T07:22:29.764" v="2758" actId="20577"/>
          <ac:spMkLst>
            <pc:docMk/>
            <pc:sldMk cId="0" sldId="268"/>
            <ac:spMk id="45059" creationId="{7811B82F-C257-4E03-9B85-5213A87F3C51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1" creationId="{9B05ED21-C3F3-4865-8390-3DB1D98D437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2" creationId="{45454976-456F-4BC7-A230-13BC40702DAE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3" creationId="{43D4CDEB-03F4-4575-BE66-E177A1DFC4B7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4" creationId="{C0D5EE1F-D747-48CD-9724-50C75677DA3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5" creationId="{D5FF5EDB-0AE1-49FC-8ED7-7D084190FBD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6" creationId="{704DEC88-03D5-4E8C-82AA-9A601C636481}"/>
          </ac:spMkLst>
        </pc:spChg>
        <pc:picChg chg="add mod">
          <ac:chgData name="Fei" userId="d19317889db4c986" providerId="LiveId" clId="{E87CCF37-DE99-49C7-B77F-1E4C7A3FD6FA}" dt="2022-02-16T07:03:43.047" v="2402"/>
          <ac:picMkLst>
            <pc:docMk/>
            <pc:sldMk cId="0" sldId="268"/>
            <ac:picMk id="11" creationId="{BA8BB045-5080-4EAC-8136-5FD92A7C2BAD}"/>
          </ac:picMkLst>
        </pc:picChg>
        <pc:picChg chg="mod">
          <ac:chgData name="Fei" userId="d19317889db4c986" providerId="LiveId" clId="{E87CCF37-DE99-49C7-B77F-1E4C7A3FD6FA}" dt="2022-02-16T07:21:59.184" v="2725" actId="1036"/>
          <ac:picMkLst>
            <pc:docMk/>
            <pc:sldMk cId="0" sldId="268"/>
            <ac:picMk id="45060" creationId="{8000DDCA-3802-456D-8740-43B7CCC14211}"/>
          </ac:picMkLst>
        </pc:picChg>
      </pc:sldChg>
      <pc:sldChg chg="addSp delSp modSp add ord modTransition modAnim">
        <pc:chgData name="Fei" userId="d19317889db4c986" providerId="LiveId" clId="{E87CCF37-DE99-49C7-B77F-1E4C7A3FD6FA}" dt="2022-02-16T08:28:36.930" v="3358"/>
        <pc:sldMkLst>
          <pc:docMk/>
          <pc:sldMk cId="0" sldId="269"/>
        </pc:sldMkLst>
        <pc:spChg chg="add mod">
          <ac:chgData name="Fei" userId="d19317889db4c986" providerId="LiveId" clId="{E87CCF37-DE99-49C7-B77F-1E4C7A3FD6FA}" dt="2022-02-16T07:23:04.356" v="2760"/>
          <ac:spMkLst>
            <pc:docMk/>
            <pc:sldMk cId="0" sldId="269"/>
            <ac:spMk id="14" creationId="{1E070FEC-1477-448E-BEA0-F6AEE78BF16E}"/>
          </ac:spMkLst>
        </pc:spChg>
        <pc:spChg chg="del">
          <ac:chgData name="Fei" userId="d19317889db4c986" providerId="LiveId" clId="{E87CCF37-DE99-49C7-B77F-1E4C7A3FD6FA}" dt="2022-02-16T07:23:04.036" v="2759" actId="478"/>
          <ac:spMkLst>
            <pc:docMk/>
            <pc:sldMk cId="0" sldId="269"/>
            <ac:spMk id="46083" creationId="{72F8FD1E-B904-48CF-85C4-12C64C175621}"/>
          </ac:spMkLst>
        </pc:spChg>
        <pc:picChg chg="add mod">
          <ac:chgData name="Fei" userId="d19317889db4c986" providerId="LiveId" clId="{E87CCF37-DE99-49C7-B77F-1E4C7A3FD6FA}" dt="2022-02-16T07:03:43.718" v="2403"/>
          <ac:picMkLst>
            <pc:docMk/>
            <pc:sldMk cId="0" sldId="269"/>
            <ac:picMk id="13" creationId="{76239A09-BE11-4CFB-AA3A-9E93EB4724B9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7.487" v="3359"/>
        <pc:sldMkLst>
          <pc:docMk/>
          <pc:sldMk cId="0" sldId="270"/>
        </pc:sldMkLst>
        <pc:picChg chg="add mod">
          <ac:chgData name="Fei" userId="d19317889db4c986" providerId="LiveId" clId="{E87CCF37-DE99-49C7-B77F-1E4C7A3FD6FA}" dt="2022-02-16T07:03:45.197" v="2404"/>
          <ac:picMkLst>
            <pc:docMk/>
            <pc:sldMk cId="0" sldId="270"/>
            <ac:picMk id="10" creationId="{106A7445-A0E7-4072-976C-EE318039BE0A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8.206" v="3360"/>
        <pc:sldMkLst>
          <pc:docMk/>
          <pc:sldMk cId="0" sldId="271"/>
        </pc:sldMkLst>
        <pc:picChg chg="add mod">
          <ac:chgData name="Fei" userId="d19317889db4c986" providerId="LiveId" clId="{E87CCF37-DE99-49C7-B77F-1E4C7A3FD6FA}" dt="2022-02-16T07:03:46.166" v="2405"/>
          <ac:picMkLst>
            <pc:docMk/>
            <pc:sldMk cId="0" sldId="271"/>
            <ac:picMk id="13" creationId="{6367F87B-EAC3-4A21-93BF-61E0CADDB6A4}"/>
          </ac:picMkLst>
        </pc:picChg>
      </pc:sldChg>
      <pc:sldChg chg="addSp delSp modSp add del modTransition modAnim">
        <pc:chgData name="Fei" userId="d19317889db4c986" providerId="LiveId" clId="{E87CCF37-DE99-49C7-B77F-1E4C7A3FD6FA}" dt="2022-02-16T08:28:39.600" v="3362"/>
        <pc:sldMkLst>
          <pc:docMk/>
          <pc:sldMk cId="0" sldId="273"/>
        </pc:sldMkLst>
        <pc:spChg chg="add del mod">
          <ac:chgData name="Fei" userId="d19317889db4c986" providerId="LiveId" clId="{E87CCF37-DE99-49C7-B77F-1E4C7A3FD6FA}" dt="2022-02-16T07:33:51.803" v="3077" actId="1036"/>
          <ac:spMkLst>
            <pc:docMk/>
            <pc:sldMk cId="0" sldId="273"/>
            <ac:spMk id="50178" creationId="{4244FDBA-645D-440E-A7E2-CC313B07DE87}"/>
          </ac:spMkLst>
        </pc:spChg>
        <pc:spChg chg="add del mod">
          <ac:chgData name="Fei" userId="d19317889db4c986" providerId="LiveId" clId="{E87CCF37-DE99-49C7-B77F-1E4C7A3FD6FA}" dt="2022-02-16T07:35:45.397" v="3093" actId="20577"/>
          <ac:spMkLst>
            <pc:docMk/>
            <pc:sldMk cId="0" sldId="273"/>
            <ac:spMk id="50179" creationId="{4FBA96CD-56F2-4C31-AE3F-F4435D04F135}"/>
          </ac:spMkLst>
        </pc:spChg>
        <pc:spChg chg="add del mod">
          <ac:chgData name="Fei" userId="d19317889db4c986" providerId="LiveId" clId="{E87CCF37-DE99-49C7-B77F-1E4C7A3FD6FA}" dt="2022-02-16T07:33:51.577" v="3076" actId="1036"/>
          <ac:spMkLst>
            <pc:docMk/>
            <pc:sldMk cId="0" sldId="273"/>
            <ac:spMk id="50189" creationId="{73C34B28-2AFE-462A-9B4D-179113A805CD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0" creationId="{1AA77A98-C0D4-40F1-8D76-CB2A92DCAEE6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1" creationId="{6683064E-9BF1-4A25-9FA8-A2AB83D1DC84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2" creationId="{D50787BD-BC42-4756-9611-A90F7A56C16E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3" creationId="{DDCF60D7-2D3E-4502-93FD-80035F808E6F}"/>
          </ac:spMkLst>
        </pc:spChg>
        <pc:spChg chg="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5" creationId="{7EAB5A47-C0C7-4BEB-BBA6-FDB32DC83E5D}"/>
          </ac:spMkLst>
        </pc:spChg>
        <pc:spChg chg="del 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6" creationId="{86BDB1B1-885C-4187-8099-7F48F396583E}"/>
          </ac:spMkLst>
        </pc:spChg>
        <pc:spChg chg="add del">
          <ac:chgData name="Fei" userId="d19317889db4c986" providerId="LiveId" clId="{E87CCF37-DE99-49C7-B77F-1E4C7A3FD6FA}" dt="2022-02-16T07:33:49.723" v="3073" actId="21"/>
          <ac:spMkLst>
            <pc:docMk/>
            <pc:sldMk cId="0" sldId="273"/>
            <ac:spMk id="50197" creationId="{B96387AA-E0B9-48D1-A55A-326843E315EB}"/>
          </ac:spMkLst>
        </pc:spChg>
        <pc:grpChg chg="add del">
          <ac:chgData name="Fei" userId="d19317889db4c986" providerId="LiveId" clId="{E87CCF37-DE99-49C7-B77F-1E4C7A3FD6FA}" dt="2022-02-16T07:33:49.723" v="3073" actId="21"/>
          <ac:grpSpMkLst>
            <pc:docMk/>
            <pc:sldMk cId="0" sldId="273"/>
            <ac:grpSpMk id="50182" creationId="{6F7FF689-4BE2-4F0B-A90B-39D0E5E11B9B}"/>
          </ac:grpSpMkLst>
        </pc:grpChg>
        <pc:grpChg chg="add del mod">
          <ac:chgData name="Fei" userId="d19317889db4c986" providerId="LiveId" clId="{E87CCF37-DE99-49C7-B77F-1E4C7A3FD6FA}" dt="2022-02-16T07:34:21.173" v="3084" actId="478"/>
          <ac:grpSpMkLst>
            <pc:docMk/>
            <pc:sldMk cId="0" sldId="273"/>
            <ac:grpSpMk id="50194" creationId="{4DDDC9B2-E5E6-43EE-B955-456059732D0E}"/>
          </ac:grpSpMkLst>
        </pc:grp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0" creationId="{95A15698-9363-46A5-9585-BD376F0F2D65}"/>
          </ac:graphicFrameMkLst>
        </pc:graphicFrame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1" creationId="{B3C66234-0762-4789-88AB-002FBDBAE2BA}"/>
          </ac:graphicFrameMkLst>
        </pc:graphicFrameChg>
        <pc:graphicFrameChg chg="add del mod">
          <ac:chgData name="Fei" userId="d19317889db4c986" providerId="LiveId" clId="{E87CCF37-DE99-49C7-B77F-1E4C7A3FD6FA}" dt="2022-02-16T07:33:51.353" v="3075" actId="1035"/>
          <ac:graphicFrameMkLst>
            <pc:docMk/>
            <pc:sldMk cId="0" sldId="273"/>
            <ac:graphicFrameMk id="50198" creationId="{3124B509-F292-4E84-8E3A-78F4032EE335}"/>
          </ac:graphicFrameMkLst>
        </pc:graphicFrameChg>
        <pc:picChg chg="add mod">
          <ac:chgData name="Fei" userId="d19317889db4c986" providerId="LiveId" clId="{E87CCF37-DE99-49C7-B77F-1E4C7A3FD6FA}" dt="2022-02-16T07:03:48.758" v="2407"/>
          <ac:picMkLst>
            <pc:docMk/>
            <pc:sldMk cId="0" sldId="273"/>
            <ac:picMk id="23" creationId="{0FD0375E-92CF-47E7-81DE-435704D89268}"/>
          </ac:picMkLst>
        </pc:picChg>
      </pc:sldChg>
      <pc:sldChg chg="addSp modSp add modTransition">
        <pc:chgData name="Fei" userId="d19317889db4c986" providerId="LiveId" clId="{E87CCF37-DE99-49C7-B77F-1E4C7A3FD6FA}" dt="2022-02-16T08:28:40.133" v="3363"/>
        <pc:sldMkLst>
          <pc:docMk/>
          <pc:sldMk cId="0" sldId="274"/>
        </pc:sldMkLst>
        <pc:spChg chg="mod">
          <ac:chgData name="Fei" userId="d19317889db4c986" providerId="LiveId" clId="{E87CCF37-DE99-49C7-B77F-1E4C7A3FD6FA}" dt="2022-02-16T07:35:56.728" v="3101" actId="20577"/>
          <ac:spMkLst>
            <pc:docMk/>
            <pc:sldMk cId="0" sldId="274"/>
            <ac:spMk id="51202" creationId="{CE4B1E3F-448F-4E75-879C-AABC67354AAC}"/>
          </ac:spMkLst>
        </pc:spChg>
        <pc:picChg chg="add mod">
          <ac:chgData name="Fei" userId="d19317889db4c986" providerId="LiveId" clId="{E87CCF37-DE99-49C7-B77F-1E4C7A3FD6FA}" dt="2022-02-16T07:03:49.958" v="2408"/>
          <ac:picMkLst>
            <pc:docMk/>
            <pc:sldMk cId="0" sldId="274"/>
            <ac:picMk id="15" creationId="{5E4F0703-8727-4338-88E8-FD95FFF2988A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0.771" v="3364"/>
        <pc:sldMkLst>
          <pc:docMk/>
          <pc:sldMk cId="0" sldId="275"/>
        </pc:sldMkLst>
        <pc:spChg chg="mod">
          <ac:chgData name="Fei" userId="d19317889db4c986" providerId="LiveId" clId="{E87CCF37-DE99-49C7-B77F-1E4C7A3FD6FA}" dt="2022-02-16T07:36:44.277" v="3116"/>
          <ac:spMkLst>
            <pc:docMk/>
            <pc:sldMk cId="0" sldId="275"/>
            <ac:spMk id="52237" creationId="{ED24F6F2-893A-4FDA-AB8A-873C6C26D1C4}"/>
          </ac:spMkLst>
        </pc:spChg>
        <pc:spChg chg="del">
          <ac:chgData name="Fei" userId="d19317889db4c986" providerId="LiveId" clId="{E87CCF37-DE99-49C7-B77F-1E4C7A3FD6FA}" dt="2022-02-16T07:42:30.796" v="3224" actId="21"/>
          <ac:spMkLst>
            <pc:docMk/>
            <pc:sldMk cId="0" sldId="275"/>
            <ac:spMk id="52241" creationId="{0A704FB9-A698-4F5F-91F6-3F2FCE400B04}"/>
          </ac:spMkLst>
        </pc:sp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8" creationId="{0F6EC33E-18B9-4628-80A6-7833E853E923}"/>
          </ac:graphicFrameMkLst>
        </pc:graphicFrame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9" creationId="{821311EF-74A9-4F48-B394-FA79E132DDC6}"/>
          </ac:graphicFrameMkLst>
        </pc:graphicFrameChg>
        <pc:picChg chg="add mod">
          <ac:chgData name="Fei" userId="d19317889db4c986" providerId="LiveId" clId="{E87CCF37-DE99-49C7-B77F-1E4C7A3FD6FA}" dt="2022-02-16T07:03:50.710" v="2409"/>
          <ac:picMkLst>
            <pc:docMk/>
            <pc:sldMk cId="0" sldId="275"/>
            <ac:picMk id="22" creationId="{2643445D-872C-40F8-B16C-E95809B5F4B0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1.470" v="3365"/>
        <pc:sldMkLst>
          <pc:docMk/>
          <pc:sldMk cId="0" sldId="276"/>
        </pc:sldMkLst>
        <pc:spChg chg="mod">
          <ac:chgData name="Fei" userId="d19317889db4c986" providerId="LiveId" clId="{E87CCF37-DE99-49C7-B77F-1E4C7A3FD6FA}" dt="2022-02-16T07:37:35.757" v="3142" actId="14100"/>
          <ac:spMkLst>
            <pc:docMk/>
            <pc:sldMk cId="0" sldId="276"/>
            <ac:spMk id="53250" creationId="{47187005-255F-41C2-AAD1-80E909B8F57D}"/>
          </ac:spMkLst>
        </pc:spChg>
        <pc:spChg chg="del">
          <ac:chgData name="Fei" userId="d19317889db4c986" providerId="LiveId" clId="{E87CCF37-DE99-49C7-B77F-1E4C7A3FD6FA}" dt="2022-02-16T07:46:08.101" v="3330" actId="21"/>
          <ac:spMkLst>
            <pc:docMk/>
            <pc:sldMk cId="0" sldId="276"/>
            <ac:spMk id="53274" creationId="{83D2CF5A-B63A-40ED-8281-498A29E57587}"/>
          </ac:spMkLst>
        </pc:sp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2" creationId="{51222CED-3C2E-4083-9BA3-73762C1EAC95}"/>
          </ac:graphicFrameMkLst>
        </pc:graphicFrame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3" creationId="{0D7CF28E-6A1D-4E2F-8FD3-76662487C1F7}"/>
          </ac:graphicFrameMkLst>
        </pc:graphicFrameChg>
        <pc:picChg chg="add mod">
          <ac:chgData name="Fei" userId="d19317889db4c986" providerId="LiveId" clId="{E87CCF37-DE99-49C7-B77F-1E4C7A3FD6FA}" dt="2022-02-16T07:03:51.809" v="2410"/>
          <ac:picMkLst>
            <pc:docMk/>
            <pc:sldMk cId="0" sldId="276"/>
            <ac:picMk id="32" creationId="{36557FA0-E1DA-4213-9B66-36ECDA914EDF}"/>
          </ac:picMkLst>
        </pc:picChg>
      </pc:sldChg>
      <pc:sldChg chg="addSp modSp add modTransition">
        <pc:chgData name="Fei" userId="d19317889db4c986" providerId="LiveId" clId="{E87CCF37-DE99-49C7-B77F-1E4C7A3FD6FA}" dt="2022-02-16T08:28:44.250" v="3367"/>
        <pc:sldMkLst>
          <pc:docMk/>
          <pc:sldMk cId="0" sldId="277"/>
        </pc:sldMkLst>
        <pc:spChg chg="mod">
          <ac:chgData name="Fei" userId="d19317889db4c986" providerId="LiveId" clId="{E87CCF37-DE99-49C7-B77F-1E4C7A3FD6FA}" dt="2022-02-16T07:39:34.736" v="3155" actId="20577"/>
          <ac:spMkLst>
            <pc:docMk/>
            <pc:sldMk cId="0" sldId="277"/>
            <ac:spMk id="54274" creationId="{B91D74D0-DD0D-4AE9-8A4E-AD09ABC20BFB}"/>
          </ac:spMkLst>
        </pc:spChg>
        <pc:picChg chg="add mod">
          <ac:chgData name="Fei" userId="d19317889db4c986" providerId="LiveId" clId="{E87CCF37-DE99-49C7-B77F-1E4C7A3FD6FA}" dt="2022-02-16T07:03:53.117" v="2411"/>
          <ac:picMkLst>
            <pc:docMk/>
            <pc:sldMk cId="0" sldId="277"/>
            <ac:picMk id="18" creationId="{B921E780-DCDC-4D97-84FA-53EEE6C77785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075" v="3368"/>
        <pc:sldMkLst>
          <pc:docMk/>
          <pc:sldMk cId="0" sldId="278"/>
        </pc:sldMkLst>
        <pc:spChg chg="add mod">
          <ac:chgData name="Fei" userId="d19317889db4c986" providerId="LiveId" clId="{E87CCF37-DE99-49C7-B77F-1E4C7A3FD6FA}" dt="2022-02-16T07:40:54.496" v="3180" actId="403"/>
          <ac:spMkLst>
            <pc:docMk/>
            <pc:sldMk cId="0" sldId="278"/>
            <ac:spMk id="25" creationId="{CFDBC59C-0260-4BA1-B94C-7F73E10FD2F5}"/>
          </ac:spMkLst>
        </pc:spChg>
        <pc:spChg chg="add">
          <ac:chgData name="Fei" userId="d19317889db4c986" providerId="LiveId" clId="{E87CCF37-DE99-49C7-B77F-1E4C7A3FD6FA}" dt="2022-02-16T07:40:42.440" v="3169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Fei" userId="d19317889db4c986" providerId="LiveId" clId="{E87CCF37-DE99-49C7-B77F-1E4C7A3FD6FA}" dt="2022-02-16T07:39:48.517" v="3159" actId="20577"/>
          <ac:spMkLst>
            <pc:docMk/>
            <pc:sldMk cId="0" sldId="278"/>
            <ac:spMk id="55314" creationId="{6020690A-0813-4E3D-8D4E-7C6413E90136}"/>
          </ac:spMkLst>
        </pc:spChg>
        <pc:graphicFrameChg chg="add del mod replId">
          <ac:chgData name="Fei" userId="d19317889db4c986" providerId="LiveId" clId="{E87CCF37-DE99-49C7-B77F-1E4C7A3FD6FA}" dt="2022-02-16T07:40:32.907" v="3165"/>
          <ac:graphicFrameMkLst>
            <pc:docMk/>
            <pc:sldMk cId="0" sldId="278"/>
            <ac:graphicFrameMk id="2" creationId="{CFDBC59C-0260-4BA1-B94C-7F73E10FD2F5}"/>
          </ac:graphicFrameMkLst>
        </pc:graphicFrameChg>
        <pc:graphicFrameChg chg="del mod replId">
          <ac:chgData name="Fei" userId="d19317889db4c986" providerId="LiveId" clId="{E87CCF37-DE99-49C7-B77F-1E4C7A3FD6FA}" dt="2022-02-16T07:40:42.440" v="3169"/>
          <ac:graphicFrameMkLst>
            <pc:docMk/>
            <pc:sldMk cId="0" sldId="278"/>
            <ac:graphicFrameMk id="4" creationId="{9DB3E879-C867-4D17-81F0-9561C9F04A6E}"/>
          </ac:graphicFrameMkLst>
        </pc:graphicFrameChg>
        <pc:graphicFrameChg chg="mod">
          <ac:chgData name="Fei" userId="d19317889db4c986" providerId="LiveId" clId="{E87CCF37-DE99-49C7-B77F-1E4C7A3FD6FA}" dt="2022-02-16T07:40:15.677" v="3161" actId="1076"/>
          <ac:graphicFrameMkLst>
            <pc:docMk/>
            <pc:sldMk cId="0" sldId="278"/>
            <ac:graphicFrameMk id="55298" creationId="{8E4991F3-9D6E-4452-A5F6-69C3905967D3}"/>
          </ac:graphicFrameMkLst>
        </pc:graphicFrameChg>
        <pc:graphicFrameChg chg="del">
          <ac:chgData name="Fei" userId="d19317889db4c986" providerId="LiveId" clId="{E87CCF37-DE99-49C7-B77F-1E4C7A3FD6FA}" dt="2022-02-16T07:40:04.757" v="3160" actId="478"/>
          <ac:graphicFrameMkLst>
            <pc:docMk/>
            <pc:sldMk cId="0" sldId="278"/>
            <ac:graphicFrameMk id="55318" creationId="{F42B1573-3963-4E72-9CDC-7D9A90D70BB3}"/>
          </ac:graphicFrameMkLst>
        </pc:graphicFrameChg>
        <pc:picChg chg="add mod">
          <ac:chgData name="Fei" userId="d19317889db4c986" providerId="LiveId" clId="{E87CCF37-DE99-49C7-B77F-1E4C7A3FD6FA}" dt="2022-02-16T07:03:53.878" v="2412"/>
          <ac:picMkLst>
            <pc:docMk/>
            <pc:sldMk cId="0" sldId="278"/>
            <ac:picMk id="24" creationId="{27E71C3D-836E-4925-A5A7-A27298C0F837}"/>
          </ac:picMkLst>
        </pc:picChg>
      </pc:sldChg>
      <pc:sldChg chg="addSp modSp add ord modTransition">
        <pc:chgData name="Fei" userId="d19317889db4c986" providerId="LiveId" clId="{E87CCF37-DE99-49C7-B77F-1E4C7A3FD6FA}" dt="2022-02-16T08:28:42.136" v="3366"/>
        <pc:sldMkLst>
          <pc:docMk/>
          <pc:sldMk cId="0" sldId="279"/>
        </pc:sldMkLst>
        <pc:spChg chg="mod">
          <ac:chgData name="Fei" userId="d19317889db4c986" providerId="LiveId" clId="{E87CCF37-DE99-49C7-B77F-1E4C7A3FD6FA}" dt="2022-02-16T07:39:02.406" v="3149" actId="20577"/>
          <ac:spMkLst>
            <pc:docMk/>
            <pc:sldMk cId="0" sldId="279"/>
            <ac:spMk id="56326" creationId="{B854052A-5811-40BB-B2BA-D1237068B1AB}"/>
          </ac:spMkLst>
        </pc:spChg>
        <pc:picChg chg="add mod">
          <ac:chgData name="Fei" userId="d19317889db4c986" providerId="LiveId" clId="{E87CCF37-DE99-49C7-B77F-1E4C7A3FD6FA}" dt="2022-02-16T07:03:54.921" v="2413"/>
          <ac:picMkLst>
            <pc:docMk/>
            <pc:sldMk cId="0" sldId="279"/>
            <ac:picMk id="34" creationId="{64F92859-3D5D-4331-BD88-3A6EE5A90B80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766" v="3369"/>
        <pc:sldMkLst>
          <pc:docMk/>
          <pc:sldMk cId="0" sldId="280"/>
        </pc:sldMkLst>
        <pc:spChg chg="add del mod">
          <ac:chgData name="Fei" userId="d19317889db4c986" providerId="LiveId" clId="{E87CCF37-DE99-49C7-B77F-1E4C7A3FD6FA}" dt="2022-02-16T07:44:26.271" v="3308"/>
          <ac:spMkLst>
            <pc:docMk/>
            <pc:sldMk cId="0" sldId="280"/>
            <ac:spMk id="2" creationId="{0F2B6E31-E57E-48B3-B945-1410EEF71451}"/>
          </ac:spMkLst>
        </pc:spChg>
        <pc:spChg chg="add mod">
          <ac:chgData name="Fei" userId="d19317889db4c986" providerId="LiveId" clId="{E87CCF37-DE99-49C7-B77F-1E4C7A3FD6FA}" dt="2022-02-16T07:44:00.914" v="3306" actId="20577"/>
          <ac:spMkLst>
            <pc:docMk/>
            <pc:sldMk cId="0" sldId="280"/>
            <ac:spMk id="3" creationId="{215AE15A-D5C7-461B-88FF-92B24D21A0D8}"/>
          </ac:spMkLst>
        </pc:spChg>
        <pc:spChg chg="add mod">
          <ac:chgData name="Fei" userId="d19317889db4c986" providerId="LiveId" clId="{E87CCF37-DE99-49C7-B77F-1E4C7A3FD6FA}" dt="2022-02-16T07:45:51.112" v="3324" actId="14100"/>
          <ac:spMkLst>
            <pc:docMk/>
            <pc:sldMk cId="0" sldId="280"/>
            <ac:spMk id="26" creationId="{A2550CCC-BCCF-41CC-8AE4-F4FEBBC675A8}"/>
          </ac:spMkLst>
        </pc:spChg>
        <pc:spChg chg="add mod">
          <ac:chgData name="Fei" userId="d19317889db4c986" providerId="LiveId" clId="{E87CCF37-DE99-49C7-B77F-1E4C7A3FD6FA}" dt="2022-02-16T07:45:42.875" v="3320" actId="1076"/>
          <ac:spMkLst>
            <pc:docMk/>
            <pc:sldMk cId="0" sldId="280"/>
            <ac:spMk id="29" creationId="{D0BBB62B-F85E-4D31-8745-7CCB676B7BDF}"/>
          </ac:spMkLst>
        </pc:spChg>
        <pc:spChg chg="add mod">
          <ac:chgData name="Fei" userId="d19317889db4c986" providerId="LiveId" clId="{E87CCF37-DE99-49C7-B77F-1E4C7A3FD6FA}" dt="2022-02-16T07:46:00.531" v="3329"/>
          <ac:spMkLst>
            <pc:docMk/>
            <pc:sldMk cId="0" sldId="280"/>
            <ac:spMk id="30" creationId="{24AD6BD2-8489-4DB2-BA57-A8F5DB5AE8EB}"/>
          </ac:spMkLst>
        </pc:spChg>
        <pc:spChg chg="add mod">
          <ac:chgData name="Fei" userId="d19317889db4c986" providerId="LiveId" clId="{E87CCF37-DE99-49C7-B77F-1E4C7A3FD6FA}" dt="2022-02-16T07:46:10.786" v="3331"/>
          <ac:spMkLst>
            <pc:docMk/>
            <pc:sldMk cId="0" sldId="280"/>
            <ac:spMk id="33" creationId="{20151D39-2E55-48C6-B112-F065CB56A5B4}"/>
          </ac:spMkLst>
        </pc:spChg>
        <pc:spChg chg="mod">
          <ac:chgData name="Fei" userId="d19317889db4c986" providerId="LiveId" clId="{E87CCF37-DE99-49C7-B77F-1E4C7A3FD6FA}" dt="2022-02-16T07:42:19.086" v="3220" actId="14100"/>
          <ac:spMkLst>
            <pc:docMk/>
            <pc:sldMk cId="0" sldId="280"/>
            <ac:spMk id="57346" creationId="{2E678DED-D69C-4B5D-846E-C3C656B00904}"/>
          </ac:spMkLst>
        </pc:spChg>
        <pc:spChg chg="del">
          <ac:chgData name="Fei" userId="d19317889db4c986" providerId="LiveId" clId="{E87CCF37-DE99-49C7-B77F-1E4C7A3FD6FA}" dt="2022-02-16T07:42:20.082" v="3221" actId="478"/>
          <ac:spMkLst>
            <pc:docMk/>
            <pc:sldMk cId="0" sldId="280"/>
            <ac:spMk id="57350" creationId="{BFF69FFA-E9E8-4291-B05E-460C792A5404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7" creationId="{A443873B-706D-4F79-94BC-2D20D0237789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8" creationId="{8C1226B8-7443-431E-A20B-2FF286DC8857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9" creationId="{8DF82A00-4DB2-4B5E-AA70-48CC2C0156AA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0" creationId="{F1D1F637-6338-43DF-B16C-18E4237716D5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1" creationId="{6BFF1B5D-BBE7-4EFE-8F43-99F923C55D9F}"/>
          </ac:spMkLst>
        </pc:sp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2" creationId="{E636ECDC-D97F-4471-8C05-949D390A829A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7" creationId="{0E9E09CB-DFC8-40CB-AE9B-53DF11BDC63B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8" creationId="{4EE87904-52C4-4DE2-92C0-465438BA2AF9}"/>
          </ac:graphicFrameMkLst>
        </pc:graphicFrameChg>
        <pc:graphicFrameChg chg="del">
          <ac:chgData name="Fei" userId="d19317889db4c986" providerId="LiveId" clId="{E87CCF37-DE99-49C7-B77F-1E4C7A3FD6FA}" dt="2022-02-16T07:42:20.907" v="3222" actId="478"/>
          <ac:graphicFrameMkLst>
            <pc:docMk/>
            <pc:sldMk cId="0" sldId="280"/>
            <ac:graphicFrameMk id="57349" creationId="{168F6C56-5D81-4264-AB4B-302D2559614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2" creationId="{D82C3E5B-018F-4412-8728-506A117158D2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3" creationId="{AC42FC2F-90D1-4629-8981-C34FD8ACC1FC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4" creationId="{13A82117-24E9-4996-BE75-6122770FF92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5" creationId="{19994E88-6DE2-4325-8A8C-3F1DE2F27A43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6" creationId="{161BF09E-6682-400A-AA97-584AAF4B3CA6}"/>
          </ac:graphicFrameMkLst>
        </pc:graphicFrameChg>
        <pc:picChg chg="add mod">
          <ac:chgData name="Fei" userId="d19317889db4c986" providerId="LiveId" clId="{E87CCF37-DE99-49C7-B77F-1E4C7A3FD6FA}" dt="2022-02-16T07:03:55.641" v="2414"/>
          <ac:picMkLst>
            <pc:docMk/>
            <pc:sldMk cId="0" sldId="280"/>
            <ac:picMk id="23" creationId="{88393E34-EBBD-4783-8F1E-4A85C2B547E4}"/>
          </ac:picMkLst>
        </pc:picChg>
      </pc:sldChg>
      <pc:sldChg chg="delSp modSp mod delAnim modAnim modNotes">
        <pc:chgData name="Fei" userId="d19317889db4c986" providerId="LiveId" clId="{E87CCF37-DE99-49C7-B77F-1E4C7A3FD6FA}" dt="2022-02-16T03:03:46.304" v="773" actId="1036"/>
        <pc:sldMkLst>
          <pc:docMk/>
          <pc:sldMk cId="0" sldId="282"/>
        </pc:sldMkLst>
        <pc:spChg chg="mod">
          <ac:chgData name="Fei" userId="d19317889db4c986" providerId="LiveId" clId="{E87CCF37-DE99-49C7-B77F-1E4C7A3FD6FA}" dt="2022-02-16T02:49:43.214" v="264" actId="14100"/>
          <ac:spMkLst>
            <pc:docMk/>
            <pc:sldMk cId="0" sldId="282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3:03:46.304" v="773" actId="1036"/>
          <ac:spMkLst>
            <pc:docMk/>
            <pc:sldMk cId="0" sldId="282"/>
            <ac:spMk id="3" creationId="{00000000-0000-0000-0000-000000000000}"/>
          </ac:spMkLst>
        </pc:spChg>
        <pc:spChg chg="del mod">
          <ac:chgData name="Fei" userId="d19317889db4c986" providerId="LiveId" clId="{E87CCF37-DE99-49C7-B77F-1E4C7A3FD6FA}" dt="2022-02-16T03:03:41.288" v="758" actId="478"/>
          <ac:spMkLst>
            <pc:docMk/>
            <pc:sldMk cId="0" sldId="282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0" sldId="282"/>
            <ac:spMk id="5" creationId="{00000000-0000-0000-0000-000000000000}"/>
          </ac:spMkLst>
        </pc:spChg>
        <pc:spChg chg="del mod">
          <ac:chgData name="Fei" userId="d19317889db4c986" providerId="LiveId" clId="{E87CCF37-DE99-49C7-B77F-1E4C7A3FD6FA}" dt="2022-02-16T02:50:06.837" v="365" actId="478"/>
          <ac:spMkLst>
            <pc:docMk/>
            <pc:sldMk cId="0" sldId="282"/>
            <ac:spMk id="32" creationId="{00000000-0000-0000-0000-000000000000}"/>
          </ac:spMkLst>
        </pc:spChg>
        <pc:picChg chg="mod">
          <ac:chgData name="Fei" userId="d19317889db4c986" providerId="LiveId" clId="{E87CCF37-DE99-49C7-B77F-1E4C7A3FD6FA}" dt="2022-02-16T02:49:56.153" v="266" actId="1076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7" creationId="{00000000-0000-0000-0000-000000000000}"/>
          </ac:cxnSpMkLst>
        </pc:cxn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31" creationId="{00000000-0000-0000-0000-000000000000}"/>
          </ac:cxnSpMkLst>
        </pc:cxn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4"/>
        </pc:sldMkLst>
      </pc:sldChg>
      <pc:sldChg chg="addSp delSp modSp mod modTransition modNotes">
        <pc:chgData name="Fei" userId="d19317889db4c986" providerId="LiveId" clId="{E87CCF37-DE99-49C7-B77F-1E4C7A3FD6FA}" dt="2022-02-16T08:28:08.025" v="3342"/>
        <pc:sldMkLst>
          <pc:docMk/>
          <pc:sldMk cId="2026888976" sldId="305"/>
        </pc:sldMkLst>
        <pc:spChg chg="del mod">
          <ac:chgData name="Fei" userId="d19317889db4c986" providerId="LiveId" clId="{E87CCF37-DE99-49C7-B77F-1E4C7A3FD6FA}" dt="2022-02-16T03:02:27.187" v="722" actId="478"/>
          <ac:spMkLst>
            <pc:docMk/>
            <pc:sldMk cId="2026888976" sldId="305"/>
            <ac:spMk id="2" creationId="{00000000-0000-0000-0000-000000000000}"/>
          </ac:spMkLst>
        </pc:spChg>
        <pc:spChg chg="del mod">
          <ac:chgData name="Fei" userId="d19317889db4c986" providerId="LiveId" clId="{E87CCF37-DE99-49C7-B77F-1E4C7A3FD6FA}" dt="2022-02-16T03:02:21.901" v="719" actId="478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6:39:10.220" v="2197" actId="207"/>
          <ac:spMkLst>
            <pc:docMk/>
            <pc:sldMk cId="2026888976" sldId="305"/>
            <ac:spMk id="9" creationId="{00000000-0000-0000-0000-000000000000}"/>
          </ac:spMkLst>
        </pc:spChg>
        <pc:grpChg chg="del mod">
          <ac:chgData name="Fei" userId="d19317889db4c986" providerId="LiveId" clId="{E87CCF37-DE99-49C7-B77F-1E4C7A3FD6FA}" dt="2022-02-16T03:02:23.656" v="720" actId="478"/>
          <ac:grpSpMkLst>
            <pc:docMk/>
            <pc:sldMk cId="2026888976" sldId="305"/>
            <ac:grpSpMk id="5" creationId="{00000000-0000-0000-0000-000000000000}"/>
          </ac:grpSpMkLst>
        </pc:grpChg>
        <pc:picChg chg="add mod">
          <ac:chgData name="Fei" userId="d19317889db4c986" providerId="LiveId" clId="{E87CCF37-DE99-49C7-B77F-1E4C7A3FD6FA}" dt="2022-02-16T03:08:15.372" v="840"/>
          <ac:picMkLst>
            <pc:docMk/>
            <pc:sldMk cId="2026888976" sldId="305"/>
            <ac:picMk id="10" creationId="{773B033F-756F-48FB-9BDF-910A666C6E66}"/>
          </ac:picMkLst>
        </pc:pic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6"/>
        </pc:sldMkLst>
      </pc:sldChg>
      <pc:sldChg chg="addSp delSp modSp mod modTransition modAnim">
        <pc:chgData name="Fei" userId="d19317889db4c986" providerId="LiveId" clId="{E87CCF37-DE99-49C7-B77F-1E4C7A3FD6FA}" dt="2022-02-16T08:28:30.818" v="3350"/>
        <pc:sldMkLst>
          <pc:docMk/>
          <pc:sldMk cId="2050651053" sldId="328"/>
        </pc:sldMkLst>
        <pc:spChg chg="del mod">
          <ac:chgData name="Fei" userId="d19317889db4c986" providerId="LiveId" clId="{E87CCF37-DE99-49C7-B77F-1E4C7A3FD6FA}" dt="2022-02-16T03:24:25.720" v="932" actId="478"/>
          <ac:spMkLst>
            <pc:docMk/>
            <pc:sldMk cId="2050651053" sldId="328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8" creationId="{32BBE17A-8180-494D-BBD8-CD61CC5A98E6}"/>
          </ac:spMkLst>
        </pc:spChg>
        <pc:spChg chg="add del mod">
          <ac:chgData name="Fei" userId="d19317889db4c986" providerId="LiveId" clId="{E87CCF37-DE99-49C7-B77F-1E4C7A3FD6FA}" dt="2022-02-16T05:45:06.574" v="1234" actId="478"/>
          <ac:spMkLst>
            <pc:docMk/>
            <pc:sldMk cId="2050651053" sldId="328"/>
            <ac:spMk id="11" creationId="{523B90CA-D3B6-471B-A5C8-8FB73672C2A1}"/>
          </ac:spMkLst>
        </pc:spChg>
        <pc:spChg chg="add mod">
          <ac:chgData name="Fei" userId="d19317889db4c986" providerId="LiveId" clId="{E87CCF37-DE99-49C7-B77F-1E4C7A3FD6FA}" dt="2022-02-16T06:29:22.419" v="2039" actId="207"/>
          <ac:spMkLst>
            <pc:docMk/>
            <pc:sldMk cId="2050651053" sldId="328"/>
            <ac:spMk id="12" creationId="{F17D9A6C-5A9D-464A-BBF2-6393AB8E3DDA}"/>
          </ac:spMkLst>
        </pc:spChg>
        <pc:spChg chg="mod">
          <ac:chgData name="Fei" userId="d19317889db4c986" providerId="LiveId" clId="{E87CCF37-DE99-49C7-B77F-1E4C7A3FD6FA}" dt="2022-02-16T06:47:35.139" v="2298" actId="2711"/>
          <ac:spMkLst>
            <pc:docMk/>
            <pc:sldMk cId="2050651053" sldId="328"/>
            <ac:spMk id="14" creationId="{F2AFB2CF-1647-4493-B623-640AC7636180}"/>
          </ac:spMkLst>
        </pc:spChg>
        <pc:spChg chg="mod">
          <ac:chgData name="Fei" userId="d19317889db4c986" providerId="LiveId" clId="{E87CCF37-DE99-49C7-B77F-1E4C7A3FD6FA}" dt="2022-02-16T06:27:40.208" v="2014" actId="122"/>
          <ac:spMkLst>
            <pc:docMk/>
            <pc:sldMk cId="2050651053" sldId="328"/>
            <ac:spMk id="15" creationId="{1D7D2649-5F0D-447C-A398-04B8353BB3CB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2050651053" sldId="328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24:34.317" v="934" actId="478"/>
          <ac:picMkLst>
            <pc:docMk/>
            <pc:sldMk cId="2050651053" sldId="328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27.918" v="2392" actId="1035"/>
          <ac:picMkLst>
            <pc:docMk/>
            <pc:sldMk cId="2050651053" sldId="328"/>
            <ac:picMk id="13" creationId="{A671FBFC-0AFD-46A8-B455-D7B6E659BF1F}"/>
          </ac:picMkLst>
        </pc:picChg>
      </pc:sldChg>
      <pc:sldChg chg="delSp modSp mod modTransition delAnim modAnim">
        <pc:chgData name="Fei" userId="d19317889db4c986" providerId="LiveId" clId="{E87CCF37-DE99-49C7-B77F-1E4C7A3FD6FA}" dt="2022-02-16T08:28:14.070" v="3343"/>
        <pc:sldMkLst>
          <pc:docMk/>
          <pc:sldMk cId="2113596754" sldId="329"/>
        </pc:sldMkLst>
        <pc:spChg chg="del mod">
          <ac:chgData name="Fei" userId="d19317889db4c986" providerId="LiveId" clId="{E87CCF37-DE99-49C7-B77F-1E4C7A3FD6FA}" dt="2022-02-16T03:06:58.337" v="818" actId="478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8:57.418" v="2195" actId="207"/>
          <ac:spMkLst>
            <pc:docMk/>
            <pc:sldMk cId="2113596754" sldId="329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8:54.079" v="2194" actId="207"/>
          <ac:spMkLst>
            <pc:docMk/>
            <pc:sldMk cId="2113596754" sldId="329"/>
            <ac:spMk id="10" creationId="{FD4E03B7-8C81-864D-B432-51CCD293F808}"/>
          </ac:spMkLst>
        </pc:spChg>
        <pc:grpChg chg="del mod">
          <ac:chgData name="Fei" userId="d19317889db4c986" providerId="LiveId" clId="{E87CCF37-DE99-49C7-B77F-1E4C7A3FD6FA}" dt="2022-02-16T03:07:10.938" v="822" actId="478"/>
          <ac:grpSpMkLst>
            <pc:docMk/>
            <pc:sldMk cId="2113596754" sldId="329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3:07:58.267" v="835" actId="14100"/>
          <ac:picMkLst>
            <pc:docMk/>
            <pc:sldMk cId="2113596754" sldId="329"/>
            <ac:picMk id="4" creationId="{64A5C663-0C09-2448-836C-687D6785F4A4}"/>
          </ac:picMkLst>
        </pc:picChg>
      </pc:sldChg>
      <pc:sldChg chg="addSp delSp modSp mod modTransition modAnim modNotes">
        <pc:chgData name="Fei" userId="d19317889db4c986" providerId="LiveId" clId="{E87CCF37-DE99-49C7-B77F-1E4C7A3FD6FA}" dt="2022-02-16T08:28:16.374" v="3344"/>
        <pc:sldMkLst>
          <pc:docMk/>
          <pc:sldMk cId="1445921664" sldId="330"/>
        </pc:sldMkLst>
        <pc:spChg chg="del mod">
          <ac:chgData name="Fei" userId="d19317889db4c986" providerId="LiveId" clId="{E87CCF37-DE99-49C7-B77F-1E4C7A3FD6FA}" dt="2022-02-16T03:07:27.274" v="826" actId="478"/>
          <ac:spMkLst>
            <pc:docMk/>
            <pc:sldMk cId="1445921664" sldId="330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45:08.623" v="226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18.852" v="2199" actId="207"/>
          <ac:spMkLst>
            <pc:docMk/>
            <pc:sldMk cId="1445921664" sldId="330"/>
            <ac:spMk id="10" creationId="{FD4E03B7-8C81-864D-B432-51CCD293F80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445921664" sldId="330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18.586" v="841" actId="478"/>
          <ac:picMkLst>
            <pc:docMk/>
            <pc:sldMk cId="1445921664" sldId="330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19.611" v="842"/>
          <ac:picMkLst>
            <pc:docMk/>
            <pc:sldMk cId="1445921664" sldId="330"/>
            <ac:picMk id="11" creationId="{3E030B2E-7710-43F2-84C6-A38BF21C5622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17.692" v="3345"/>
        <pc:sldMkLst>
          <pc:docMk/>
          <pc:sldMk cId="3688734997" sldId="331"/>
        </pc:sldMkLst>
        <pc:spChg chg="del mod">
          <ac:chgData name="Fei" userId="d19317889db4c986" providerId="LiveId" clId="{E87CCF37-DE99-49C7-B77F-1E4C7A3FD6FA}" dt="2022-02-16T03:07:35.637" v="829" actId="478"/>
          <ac:spMkLst>
            <pc:docMk/>
            <pc:sldMk cId="3688734997" sldId="331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9:23.234" v="2200" actId="207"/>
          <ac:spMkLst>
            <pc:docMk/>
            <pc:sldMk cId="3688734997" sldId="331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30.672" v="2203" actId="113"/>
          <ac:spMkLst>
            <pc:docMk/>
            <pc:sldMk cId="3688734997" sldId="331"/>
            <ac:spMk id="10" creationId="{FD4E03B7-8C81-864D-B432-51CCD293F808}"/>
          </ac:spMkLst>
        </pc:spChg>
        <pc:spChg chg="del mod">
          <ac:chgData name="Fei" userId="d19317889db4c986" providerId="LiveId" clId="{E87CCF37-DE99-49C7-B77F-1E4C7A3FD6FA}" dt="2022-02-16T03:12:16.409" v="883" actId="478"/>
          <ac:spMkLst>
            <pc:docMk/>
            <pc:sldMk cId="3688734997" sldId="331"/>
            <ac:spMk id="12" creationId="{97346CCC-F160-C04A-BDBC-01190D71A735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688734997" sldId="331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21.543" v="843" actId="478"/>
          <ac:picMkLst>
            <pc:docMk/>
            <pc:sldMk cId="3688734997" sldId="331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22.686" v="844"/>
          <ac:picMkLst>
            <pc:docMk/>
            <pc:sldMk cId="3688734997" sldId="331"/>
            <ac:picMk id="13" creationId="{FEEC2934-791A-4E39-AB97-9AEB9ABF92A2}"/>
          </ac:picMkLst>
        </pc:picChg>
        <pc:picChg chg="mod">
          <ac:chgData name="Fei" userId="d19317889db4c986" providerId="LiveId" clId="{E87CCF37-DE99-49C7-B77F-1E4C7A3FD6FA}" dt="2022-02-16T03:12:18.864" v="884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6.278" v="3357"/>
        <pc:sldMkLst>
          <pc:docMk/>
          <pc:sldMk cId="779396015" sldId="332"/>
        </pc:sldMkLst>
        <pc:spChg chg="add del mod">
          <ac:chgData name="Fei" userId="d19317889db4c986" providerId="LiveId" clId="{E87CCF37-DE99-49C7-B77F-1E4C7A3FD6FA}" dt="2022-02-16T07:21:34.383" v="2695" actId="207"/>
          <ac:spMkLst>
            <pc:docMk/>
            <pc:sldMk cId="779396015" sldId="332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18:07.815" v="2661" actId="478"/>
          <ac:spMkLst>
            <pc:docMk/>
            <pc:sldMk cId="779396015" sldId="332"/>
            <ac:spMk id="3" creationId="{2AA714BD-677A-4AA9-A0F0-455570D4887E}"/>
          </ac:spMkLst>
        </pc:spChg>
        <pc:spChg chg="add mod">
          <ac:chgData name="Fei" userId="d19317889db4c986" providerId="LiveId" clId="{E87CCF37-DE99-49C7-B77F-1E4C7A3FD6FA}" dt="2022-02-16T07:19:42.086" v="2674" actId="1076"/>
          <ac:spMkLst>
            <pc:docMk/>
            <pc:sldMk cId="779396015" sldId="332"/>
            <ac:spMk id="4" creationId="{47961671-10F1-48D8-B889-1F88A35B35CE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5" creationId="{A6AD8FF1-B09B-47DD-A58F-FF5F870B2AF1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6" creationId="{8D974202-BECF-4668-8A51-8D7E7454E609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7" creationId="{8235559D-9A99-4EDB-87BD-339EC913109A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8" creationId="{750F14E5-9D33-4A5F-84C5-4C0414AE412D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9" creationId="{FF2C8C39-CFC8-4FD8-8F37-CEC639CAF76E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10" creationId="{5DE91C16-D477-4D47-B275-56F2EF869208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11" creationId="{2A212881-5B79-427A-AB95-195FD7C23B5B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12" creationId="{80130987-05DB-4278-95EC-57E6C801DA86}"/>
          </ac:spMkLst>
        </pc:spChg>
        <pc:spChg chg="add del mod">
          <ac:chgData name="Fei" userId="d19317889db4c986" providerId="LiveId" clId="{E87CCF37-DE99-49C7-B77F-1E4C7A3FD6FA}" dt="2022-02-16T07:30:55.034" v="2917" actId="20577"/>
          <ac:spMkLst>
            <pc:docMk/>
            <pc:sldMk cId="779396015" sldId="332"/>
            <ac:spMk id="14" creationId="{6ABE2A2D-8242-4275-842E-6C0A3FA13458}"/>
          </ac:spMkLst>
        </pc:spChg>
        <pc:grpChg chg="add mod">
          <ac:chgData name="Fei" userId="d19317889db4c986" providerId="LiveId" clId="{E87CCF37-DE99-49C7-B77F-1E4C7A3FD6FA}" dt="2022-02-16T07:31:44.714" v="2964" actId="164"/>
          <ac:grpSpMkLst>
            <pc:docMk/>
            <pc:sldMk cId="779396015" sldId="332"/>
            <ac:grpSpMk id="15" creationId="{7DA02AD6-19E1-4D6C-8720-F64413B2F865}"/>
          </ac:grpSpMkLst>
        </pc:grpChg>
        <pc:picChg chg="add mod">
          <ac:chgData name="Fei" userId="d19317889db4c986" providerId="LiveId" clId="{E87CCF37-DE99-49C7-B77F-1E4C7A3FD6FA}" dt="2022-02-16T07:03:41.595" v="2401"/>
          <ac:picMkLst>
            <pc:docMk/>
            <pc:sldMk cId="779396015" sldId="332"/>
            <ac:picMk id="13" creationId="{12C8861B-9A94-442D-9FE0-8488E2C5F8AC}"/>
          </ac:picMkLst>
        </pc:picChg>
      </pc:sldChg>
      <pc:sldChg chg="addSp delSp modSp del mod modAnim">
        <pc:chgData name="Fei" userId="d19317889db4c986" providerId="LiveId" clId="{E87CCF37-DE99-49C7-B77F-1E4C7A3FD6FA}" dt="2022-02-16T05:40:05.143" v="1163" actId="47"/>
        <pc:sldMkLst>
          <pc:docMk/>
          <pc:sldMk cId="3997665689" sldId="333"/>
        </pc:sldMkLst>
        <pc:spChg chg="del mod">
          <ac:chgData name="Fei" userId="d19317889db4c986" providerId="LiveId" clId="{E87CCF37-DE99-49C7-B77F-1E4C7A3FD6FA}" dt="2022-02-16T05:36:41.773" v="1126" actId="478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5:37:33.302" v="1137" actId="1076"/>
          <ac:spMkLst>
            <pc:docMk/>
            <pc:sldMk cId="3997665689" sldId="333"/>
            <ac:spMk id="12" creationId="{DE949213-57A9-471A-92E9-4F392170874B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3" creationId="{02563509-D651-4247-BD85-CB5088F596B3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4" creationId="{7F9A0FA8-E4A4-41DF-97BA-8161C8254BA9}"/>
          </ac:spMkLst>
        </pc:spChg>
        <pc:spChg chg="add mod">
          <ac:chgData name="Fei" userId="d19317889db4c986" providerId="LiveId" clId="{E87CCF37-DE99-49C7-B77F-1E4C7A3FD6FA}" dt="2022-02-16T05:38:16.484" v="1152" actId="14100"/>
          <ac:spMkLst>
            <pc:docMk/>
            <pc:sldMk cId="3997665689" sldId="333"/>
            <ac:spMk id="15" creationId="{FE7B5AE4-227F-400B-9858-C2EF7255DBC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997665689" sldId="333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2:49:34.017" v="263"/>
          <ac:picMkLst>
            <pc:docMk/>
            <pc:sldMk cId="3997665689" sldId="333"/>
            <ac:picMk id="4" creationId="{64A5C663-0C09-2448-836C-687D6785F4A4}"/>
          </ac:picMkLst>
        </pc:picChg>
      </pc:sldChg>
      <pc:sldChg chg="addSp delSp modSp mod modTransition modAnim modNotesTx">
        <pc:chgData name="Fei" userId="d19317889db4c986" providerId="LiveId" clId="{E87CCF37-DE99-49C7-B77F-1E4C7A3FD6FA}" dt="2022-02-16T08:28:29.910" v="3349"/>
        <pc:sldMkLst>
          <pc:docMk/>
          <pc:sldMk cId="1772499561" sldId="334"/>
        </pc:sldMkLst>
        <pc:spChg chg="del mod">
          <ac:chgData name="Fei" userId="d19317889db4c986" providerId="LiveId" clId="{E87CCF37-DE99-49C7-B77F-1E4C7A3FD6FA}" dt="2022-02-16T03:14:15.729" v="911" actId="478"/>
          <ac:spMkLst>
            <pc:docMk/>
            <pc:sldMk cId="1772499561" sldId="334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29:18.298" v="2038" actId="207"/>
          <ac:spMkLst>
            <pc:docMk/>
            <pc:sldMk cId="1772499561" sldId="334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5:59.779" v="2270" actId="948"/>
          <ac:spMkLst>
            <pc:docMk/>
            <pc:sldMk cId="1772499561" sldId="334"/>
            <ac:spMk id="12" creationId="{C8467766-A22E-40DB-9BC2-41BA83B362AE}"/>
          </ac:spMkLst>
        </pc:spChg>
        <pc:spChg chg="mod">
          <ac:chgData name="Fei" userId="d19317889db4c986" providerId="LiveId" clId="{E87CCF37-DE99-49C7-B77F-1E4C7A3FD6FA}" dt="2022-02-16T06:45:43.039" v="2268" actId="2711"/>
          <ac:spMkLst>
            <pc:docMk/>
            <pc:sldMk cId="1772499561" sldId="334"/>
            <ac:spMk id="13" creationId="{DBFA947A-5A2C-412A-AD19-F4786DD1BED6}"/>
          </ac:spMkLst>
        </pc:spChg>
        <pc:grpChg chg="del mod">
          <ac:chgData name="Fei" userId="d19317889db4c986" providerId="LiveId" clId="{E87CCF37-DE99-49C7-B77F-1E4C7A3FD6FA}" dt="2022-02-16T03:20:23.500" v="925" actId="478"/>
          <ac:grpSpMkLst>
            <pc:docMk/>
            <pc:sldMk cId="1772499561" sldId="334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19:32.388" v="915" actId="478"/>
          <ac:picMkLst>
            <pc:docMk/>
            <pc:sldMk cId="1772499561" sldId="334"/>
            <ac:picMk id="4" creationId="{64A5C663-0C09-2448-836C-687D6785F4A4}"/>
          </ac:picMkLst>
        </pc:picChg>
        <pc:picChg chg="mod">
          <ac:chgData name="Fei" userId="d19317889db4c986" providerId="LiveId" clId="{E87CCF37-DE99-49C7-B77F-1E4C7A3FD6FA}" dt="2022-02-16T06:28:36.695" v="2030" actId="1076"/>
          <ac:picMkLst>
            <pc:docMk/>
            <pc:sldMk cId="1772499561" sldId="334"/>
            <ac:picMk id="11" creationId="{2C721B03-C58B-4011-B173-09CC97364C74}"/>
          </ac:picMkLst>
        </pc:picChg>
        <pc:picChg chg="add mod">
          <ac:chgData name="Fei" userId="d19317889db4c986" providerId="LiveId" clId="{E87CCF37-DE99-49C7-B77F-1E4C7A3FD6FA}" dt="2022-02-16T07:03:20.988" v="2387"/>
          <ac:picMkLst>
            <pc:docMk/>
            <pc:sldMk cId="1772499561" sldId="334"/>
            <ac:picMk id="14" creationId="{17A4006B-64FA-44FC-B684-30AF4BA54DD5}"/>
          </ac:picMkLst>
        </pc:picChg>
        <pc:picChg chg="add del mod">
          <ac:chgData name="Fei" userId="d19317889db4c986" providerId="LiveId" clId="{E87CCF37-DE99-49C7-B77F-1E4C7A3FD6FA}" dt="2022-02-16T07:03:24.713" v="2389"/>
          <ac:picMkLst>
            <pc:docMk/>
            <pc:sldMk cId="1772499561" sldId="334"/>
            <ac:picMk id="15" creationId="{D8788CEE-DDDE-4DD3-B4D7-DE3E31D86E2E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8:28:31.802" v="3351"/>
        <pc:sldMkLst>
          <pc:docMk/>
          <pc:sldMk cId="1708672986" sldId="335"/>
        </pc:sldMkLst>
        <pc:spChg chg="del mod">
          <ac:chgData name="Fei" userId="d19317889db4c986" providerId="LiveId" clId="{E87CCF37-DE99-49C7-B77F-1E4C7A3FD6FA}" dt="2022-02-16T05:34:37.226" v="1093" actId="478"/>
          <ac:spMkLst>
            <pc:docMk/>
            <pc:sldMk cId="1708672986" sldId="335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3" creationId="{16870241-DFA3-5D41-B986-3405E638FC72}"/>
          </ac:spMkLst>
        </pc:spChg>
        <pc:spChg chg="del mod">
          <ac:chgData name="Fei" userId="d19317889db4c986" providerId="LiveId" clId="{E87CCF37-DE99-49C7-B77F-1E4C7A3FD6FA}" dt="2022-02-16T05:45:28.355" v="1246"/>
          <ac:spMkLst>
            <pc:docMk/>
            <pc:sldMk cId="1708672986" sldId="335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4:42.384" v="2108" actId="948"/>
          <ac:spMkLst>
            <pc:docMk/>
            <pc:sldMk cId="1708672986" sldId="335"/>
            <ac:spMk id="10" creationId="{D2B5C4BD-B5DB-4D15-94BC-390712EB60C2}"/>
          </ac:spMkLst>
        </pc:spChg>
        <pc:spChg chg="add mod">
          <ac:chgData name="Fei" userId="d19317889db4c986" providerId="LiveId" clId="{E87CCF37-DE99-49C7-B77F-1E4C7A3FD6FA}" dt="2022-02-16T06:29:25.137" v="2040" actId="207"/>
          <ac:spMkLst>
            <pc:docMk/>
            <pc:sldMk cId="1708672986" sldId="335"/>
            <ac:spMk id="11" creationId="{192E154D-21AC-4496-9A9F-B2147A0BC7C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708672986" sldId="335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6:29:14.289" v="2037" actId="478"/>
          <ac:picMkLst>
            <pc:docMk/>
            <pc:sldMk cId="1708672986" sldId="335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2" creationId="{B4C53081-EFDA-47B8-9C9B-19FB655C026B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4" creationId="{BCCE5CCD-082A-4B1C-814A-919AC6628489}"/>
          </ac:picMkLst>
        </pc:picChg>
        <pc:picChg chg="add mod">
          <ac:chgData name="Fei" userId="d19317889db4c986" providerId="LiveId" clId="{E87CCF37-DE99-49C7-B77F-1E4C7A3FD6FA}" dt="2022-02-16T07:03:30.417" v="2393"/>
          <ac:picMkLst>
            <pc:docMk/>
            <pc:sldMk cId="1708672986" sldId="335"/>
            <ac:picMk id="15" creationId="{92D61EC4-6DBD-4A8C-9493-47029E89E0C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3.285" v="3353"/>
        <pc:sldMkLst>
          <pc:docMk/>
          <pc:sldMk cId="4231211157" sldId="336"/>
        </pc:sldMkLst>
        <pc:spChg chg="del mod">
          <ac:chgData name="Fei" userId="d19317889db4c986" providerId="LiveId" clId="{E87CCF37-DE99-49C7-B77F-1E4C7A3FD6FA}" dt="2022-02-16T05:45:32.394" v="1247" actId="478"/>
          <ac:spMkLst>
            <pc:docMk/>
            <pc:sldMk cId="4231211157" sldId="336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8:10.291" v="2310" actId="1036"/>
          <ac:spMkLst>
            <pc:docMk/>
            <pc:sldMk cId="4231211157" sldId="336"/>
            <ac:spMk id="9" creationId="{74C94C83-CB5C-4087-BBD1-9EDE4C99059F}"/>
          </ac:spMkLst>
        </pc:spChg>
        <pc:spChg chg="mod">
          <ac:chgData name="Fei" userId="d19317889db4c986" providerId="LiveId" clId="{E87CCF37-DE99-49C7-B77F-1E4C7A3FD6FA}" dt="2022-02-16T06:49:22.289" v="2319" actId="20577"/>
          <ac:spMkLst>
            <pc:docMk/>
            <pc:sldMk cId="4231211157" sldId="336"/>
            <ac:spMk id="15" creationId="{FFC6ABE9-9BFE-4ACD-A506-BA9B34043FE4}"/>
          </ac:spMkLst>
        </pc:spChg>
        <pc:spChg chg="mod">
          <ac:chgData name="Fei" userId="d19317889db4c986" providerId="LiveId" clId="{E87CCF37-DE99-49C7-B77F-1E4C7A3FD6FA}" dt="2022-02-16T06:48:45.859" v="2314" actId="207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6:49:09.026" v="2317" actId="207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Fei" userId="d19317889db4c986" providerId="LiveId" clId="{E87CCF37-DE99-49C7-B77F-1E4C7A3FD6FA}" dt="2022-02-16T06:38:03.383" v="2186" actId="14100"/>
          <ac:spMkLst>
            <pc:docMk/>
            <pc:sldMk cId="4231211157" sldId="336"/>
            <ac:spMk id="21" creationId="{37840F0A-D7E8-439E-B0D0-2E844C8A852A}"/>
          </ac:spMkLst>
        </pc:spChg>
        <pc:spChg chg="add mod">
          <ac:chgData name="Fei" userId="d19317889db4c986" providerId="LiveId" clId="{E87CCF37-DE99-49C7-B77F-1E4C7A3FD6FA}" dt="2022-02-16T06:37:23.418" v="2169" actId="207"/>
          <ac:spMkLst>
            <pc:docMk/>
            <pc:sldMk cId="4231211157" sldId="336"/>
            <ac:spMk id="23" creationId="{E1EEC25B-5C51-495C-B5EC-1F8CA9F7B65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4231211157" sldId="336"/>
            <ac:grpSpMk id="6" creationId="{236A6C2E-947B-E14A-A448-3CA3C70DFB03}"/>
          </ac:grpSpMkLst>
        </pc:grpChg>
        <pc:grpChg chg="mod">
          <ac:chgData name="Fei" userId="d19317889db4c986" providerId="LiveId" clId="{E87CCF37-DE99-49C7-B77F-1E4C7A3FD6FA}" dt="2022-02-16T06:38:16.052" v="2190" actId="14100"/>
          <ac:grpSpMkLst>
            <pc:docMk/>
            <pc:sldMk cId="4231211157" sldId="336"/>
            <ac:grpSpMk id="17" creationId="{836464A8-F224-4AD4-AC4A-27898748B960}"/>
          </ac:grpSpMkLst>
        </pc:grpChg>
        <pc:grpChg chg="mod">
          <ac:chgData name="Fei" userId="d19317889db4c986" providerId="LiveId" clId="{E87CCF37-DE99-49C7-B77F-1E4C7A3FD6FA}" dt="2022-02-16T06:38:03.383" v="2186" actId="14100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Fei" userId="d19317889db4c986" providerId="LiveId" clId="{E87CCF37-DE99-49C7-B77F-1E4C7A3FD6FA}" dt="2022-02-16T06:48:19.707" v="231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Fei" userId="d19317889db4c986" providerId="LiveId" clId="{E87CCF37-DE99-49C7-B77F-1E4C7A3FD6FA}" dt="2022-02-16T06:38:06.492" v="2187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  <pc:picChg chg="del mod">
          <ac:chgData name="Fei" userId="d19317889db4c986" providerId="LiveId" clId="{E87CCF37-DE99-49C7-B77F-1E4C7A3FD6FA}" dt="2022-02-16T05:56:16.149" v="1425" actId="478"/>
          <ac:picMkLst>
            <pc:docMk/>
            <pc:sldMk cId="4231211157" sldId="336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2.657" v="2395"/>
          <ac:picMkLst>
            <pc:docMk/>
            <pc:sldMk cId="4231211157" sldId="336"/>
            <ac:picMk id="24" creationId="{8B9FD3F6-7C2B-4E45-8C44-35DBD49FB59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4.886" v="3355"/>
        <pc:sldMkLst>
          <pc:docMk/>
          <pc:sldMk cId="1151378953" sldId="337"/>
        </pc:sldMkLst>
        <pc:spChg chg="del mod">
          <ac:chgData name="Fei" userId="d19317889db4c986" providerId="LiveId" clId="{E87CCF37-DE99-49C7-B77F-1E4C7A3FD6FA}" dt="2022-02-16T05:45:57.804" v="1258" actId="478"/>
          <ac:spMkLst>
            <pc:docMk/>
            <pc:sldMk cId="1151378953" sldId="337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7:01:10.257" v="2343" actId="207"/>
          <ac:spMkLst>
            <pc:docMk/>
            <pc:sldMk cId="1151378953" sldId="337"/>
            <ac:spMk id="11" creationId="{21CEA8BC-8838-416F-9922-2429F166F83F}"/>
          </ac:spMkLst>
        </pc:spChg>
        <pc:spChg chg="add mod">
          <ac:chgData name="Fei" userId="d19317889db4c986" providerId="LiveId" clId="{E87CCF37-DE99-49C7-B77F-1E4C7A3FD6FA}" dt="2022-02-16T07:09:55.787" v="2608" actId="207"/>
          <ac:spMkLst>
            <pc:docMk/>
            <pc:sldMk cId="1151378953" sldId="337"/>
            <ac:spMk id="13" creationId="{EE3DDA77-E44C-40FA-ADEB-BE912F9BE7D4}"/>
          </ac:spMkLst>
        </pc:spChg>
        <pc:spChg chg="add mod">
          <ac:chgData name="Fei" userId="d19317889db4c986" providerId="LiveId" clId="{E87CCF37-DE99-49C7-B77F-1E4C7A3FD6FA}" dt="2022-02-16T07:08:49.430" v="2596" actId="1076"/>
          <ac:spMkLst>
            <pc:docMk/>
            <pc:sldMk cId="1151378953" sldId="337"/>
            <ac:spMk id="14" creationId="{EA8DF847-F28D-40A9-9417-5596EB5131A1}"/>
          </ac:spMkLst>
        </pc:spChg>
        <pc:spChg chg="mod">
          <ac:chgData name="Fei" userId="d19317889db4c986" providerId="LiveId" clId="{E87CCF37-DE99-49C7-B77F-1E4C7A3FD6FA}" dt="2022-02-16T07:15:04.789" v="2660" actId="207"/>
          <ac:spMkLst>
            <pc:docMk/>
            <pc:sldMk cId="1151378953" sldId="337"/>
            <ac:spMk id="23" creationId="{1B88DC17-C799-4CF4-8163-4E23EA6828C6}"/>
          </ac:spMkLst>
        </pc:spChg>
        <pc:spChg chg="del mod">
          <ac:chgData name="Fei" userId="d19317889db4c986" providerId="LiveId" clId="{E87CCF37-DE99-49C7-B77F-1E4C7A3FD6FA}" dt="2022-02-16T07:05:50.909" v="2482" actId="478"/>
          <ac:spMkLst>
            <pc:docMk/>
            <pc:sldMk cId="1151378953" sldId="337"/>
            <ac:spMk id="24" creationId="{F57D6410-3E81-415D-A58A-4ADE1E4DBE1F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151378953" sldId="337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7:01:16.888" v="2344" actId="478"/>
          <ac:picMkLst>
            <pc:docMk/>
            <pc:sldMk cId="1151378953" sldId="337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5.327" v="2397"/>
          <ac:picMkLst>
            <pc:docMk/>
            <pc:sldMk cId="1151378953" sldId="337"/>
            <ac:picMk id="12" creationId="{88F578CD-4790-4A79-8510-AC3AE03472F7}"/>
          </ac:picMkLst>
        </pc:picChg>
      </pc:sldChg>
      <pc:sldChg chg="modSp del modNotes">
        <pc:chgData name="Fei" userId="d19317889db4c986" providerId="LiveId" clId="{E87CCF37-DE99-49C7-B77F-1E4C7A3FD6FA}" dt="2022-02-16T05:40:57.331" v="1166" actId="47"/>
        <pc:sldMkLst>
          <pc:docMk/>
          <pc:sldMk cId="2749613802" sldId="338"/>
        </pc:sldMkLst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1" creationId="{11442075-59CD-5449-88BA-231A0DF591C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2" creationId="{1CD14DBB-968D-C045-8A28-0E762E95A44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9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0" creationId="{00000000-0000-0000-0000-000000000000}"/>
          </ac:spMkLst>
        </pc:spChg>
      </pc:sldChg>
      <pc:sldChg chg="new del">
        <pc:chgData name="Fei" userId="d19317889db4c986" providerId="LiveId" clId="{E87CCF37-DE99-49C7-B77F-1E4C7A3FD6FA}" dt="2022-02-16T03:13:44.496" v="909" actId="47"/>
        <pc:sldMkLst>
          <pc:docMk/>
          <pc:sldMk cId="3761312960" sldId="339"/>
        </pc:sldMkLst>
      </pc:sldChg>
      <pc:sldChg chg="addSp delSp modSp new mod modTransition">
        <pc:chgData name="Fei" userId="d19317889db4c986" providerId="LiveId" clId="{E87CCF37-DE99-49C7-B77F-1E4C7A3FD6FA}" dt="2022-02-16T08:27:46.488" v="3339"/>
        <pc:sldMkLst>
          <pc:docMk/>
          <pc:sldMk cId="1494529122" sldId="340"/>
        </pc:sldMkLst>
        <pc:spChg chg="add del mod">
          <ac:chgData name="Fei" userId="d19317889db4c986" providerId="LiveId" clId="{E87CCF37-DE99-49C7-B77F-1E4C7A3FD6FA}" dt="2022-02-16T02:34:36.601" v="6" actId="478"/>
          <ac:spMkLst>
            <pc:docMk/>
            <pc:sldMk cId="1494529122" sldId="340"/>
            <ac:spMk id="3" creationId="{A2C6DB5C-8E93-40E2-8F53-A5CAC05D65D4}"/>
          </ac:spMkLst>
        </pc:spChg>
        <pc:spChg chg="add mod">
          <ac:chgData name="Fei" userId="d19317889db4c986" providerId="LiveId" clId="{E87CCF37-DE99-49C7-B77F-1E4C7A3FD6FA}" dt="2022-02-16T06:41:55.144" v="2227" actId="20577"/>
          <ac:spMkLst>
            <pc:docMk/>
            <pc:sldMk cId="1494529122" sldId="340"/>
            <ac:spMk id="4" creationId="{7BCA0317-DE1F-4041-8290-BF2F6C39F75D}"/>
          </ac:spMkLst>
        </pc:spChg>
        <pc:spChg chg="add mod">
          <ac:chgData name="Fei" userId="d19317889db4c986" providerId="LiveId" clId="{E87CCF37-DE99-49C7-B77F-1E4C7A3FD6FA}" dt="2022-02-16T06:44:50.012" v="2264"/>
          <ac:spMkLst>
            <pc:docMk/>
            <pc:sldMk cId="1494529122" sldId="340"/>
            <ac:spMk id="8" creationId="{E1C70F4F-8367-41BA-979A-C6A8C59E4368}"/>
          </ac:spMkLst>
        </pc:spChg>
        <pc:graphicFrameChg chg="add mod modGraphic">
          <ac:chgData name="Fei" userId="d19317889db4c986" providerId="LiveId" clId="{E87CCF37-DE99-49C7-B77F-1E4C7A3FD6FA}" dt="2022-02-16T06:43:58.714" v="2248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add del mod modGraphic">
          <ac:chgData name="Fei" userId="d19317889db4c986" providerId="LiveId" clId="{E87CCF37-DE99-49C7-B77F-1E4C7A3FD6FA}" dt="2022-02-16T02:39:48.835" v="146" actId="478"/>
          <ac:graphicFrameMkLst>
            <pc:docMk/>
            <pc:sldMk cId="1494529122" sldId="340"/>
            <ac:graphicFrameMk id="6" creationId="{5AB9EE8B-C4C4-4B6A-B10E-9609269FA033}"/>
          </ac:graphicFrameMkLst>
        </pc:graphicFrameChg>
        <pc:graphicFrameChg chg="add mod modGraphic">
          <ac:chgData name="Fei" userId="d19317889db4c986" providerId="LiveId" clId="{E87CCF37-DE99-49C7-B77F-1E4C7A3FD6FA}" dt="2022-02-16T06:44:06.924" v="2250"/>
          <ac:graphicFrameMkLst>
            <pc:docMk/>
            <pc:sldMk cId="1494529122" sldId="340"/>
            <ac:graphicFrameMk id="7" creationId="{76D75AE2-CC26-4ED2-A60F-1100762AEC24}"/>
          </ac:graphicFrameMkLst>
        </pc:graphicFrameChg>
        <pc:picChg chg="add mod">
          <ac:chgData name="Fei" userId="d19317889db4c986" providerId="LiveId" clId="{E87CCF37-DE99-49C7-B77F-1E4C7A3FD6FA}" dt="2022-02-16T03:08:07.339" v="836"/>
          <ac:picMkLst>
            <pc:docMk/>
            <pc:sldMk cId="1494529122" sldId="340"/>
            <ac:picMk id="9" creationId="{40B4B17F-1C33-4D9F-87C3-65CA42B46F60}"/>
          </ac:picMkLst>
        </pc:picChg>
      </pc:sldChg>
      <pc:sldChg chg="modSp add mod modTransition">
        <pc:chgData name="Fei" userId="d19317889db4c986" providerId="LiveId" clId="{E87CCF37-DE99-49C7-B77F-1E4C7A3FD6FA}" dt="2022-02-16T08:28:18.548" v="3346"/>
        <pc:sldMkLst>
          <pc:docMk/>
          <pc:sldMk cId="1566070332" sldId="341"/>
        </pc:sldMkLst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6" creationId="{BD64B7BC-7B0B-4F4A-8C4B-DA2BE2367718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7" creationId="{2D9D4399-425F-4A7A-947C-7FBCAF173685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8" creationId="{E25B423D-168F-487F-8F77-4CE3D5675AEA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9" creationId="{5AD71633-FDC2-4556-882D-1654D6463D40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20" creationId="{646B3A50-226D-438A-8D07-1E9F0B268015}"/>
          </ac:spMkLst>
        </pc:spChg>
      </pc:sldChg>
      <pc:sldChg chg="addSp delSp modSp new del mod modAnim">
        <pc:chgData name="Fei" userId="d19317889db4c986" providerId="LiveId" clId="{E87CCF37-DE99-49C7-B77F-1E4C7A3FD6FA}" dt="2022-02-16T06:40:42.744" v="2209" actId="2696"/>
        <pc:sldMkLst>
          <pc:docMk/>
          <pc:sldMk cId="4225645614" sldId="341"/>
        </pc:sldMkLst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2" creationId="{8DEA2489-AC71-41F8-BDC8-9ACB0DA8F986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3" creationId="{FA9B2FED-71E5-410E-BA67-A87D50480839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4" creationId="{2C8031EA-744E-4AF7-A1A4-F1A6384CDC9B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5" creationId="{4155A263-BDD0-4686-A5A9-E7D77EA47670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6" creationId="{A6276939-30CF-4F09-A12D-9419D3E93F1E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7" creationId="{11ACCEBC-21EF-4DCF-A96D-E84370798783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8" creationId="{CA83F7B2-F339-45B2-9621-9E0F5C2D28B7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9" creationId="{EFB054E5-33FA-4E53-97F0-7E6C958E10B3}"/>
          </ac:spMkLst>
        </pc:spChg>
        <pc:spChg chg="add mod">
          <ac:chgData name="Fei" userId="d19317889db4c986" providerId="LiveId" clId="{E87CCF37-DE99-49C7-B77F-1E4C7A3FD6FA}" dt="2022-02-16T03:00:11.391" v="676" actId="1035"/>
          <ac:spMkLst>
            <pc:docMk/>
            <pc:sldMk cId="4225645614" sldId="341"/>
            <ac:spMk id="10" creationId="{70D050DC-AA1B-4AFD-97A9-933BCB8B64D0}"/>
          </ac:spMkLst>
        </pc:spChg>
        <pc:spChg chg="add mod">
          <ac:chgData name="Fei" userId="d19317889db4c986" providerId="LiveId" clId="{E87CCF37-DE99-49C7-B77F-1E4C7A3FD6FA}" dt="2022-02-16T02:59:58.490" v="664" actId="1036"/>
          <ac:spMkLst>
            <pc:docMk/>
            <pc:sldMk cId="4225645614" sldId="341"/>
            <ac:spMk id="11" creationId="{A5F30993-D5E4-453E-86FB-51331B7810BE}"/>
          </ac:spMkLst>
        </pc:spChg>
        <pc:spChg chg="add mod">
          <ac:chgData name="Fei" userId="d19317889db4c986" providerId="LiveId" clId="{E87CCF37-DE99-49C7-B77F-1E4C7A3FD6FA}" dt="2022-02-16T06:40:05.937" v="2204" actId="207"/>
          <ac:spMkLst>
            <pc:docMk/>
            <pc:sldMk cId="4225645614" sldId="341"/>
            <ac:spMk id="12" creationId="{04847B3D-B81E-42E8-99CB-ECF237918E6B}"/>
          </ac:spMkLst>
        </pc:spChg>
        <pc:spChg chg="add mod">
          <ac:chgData name="Fei" userId="d19317889db4c986" providerId="LiveId" clId="{E87CCF37-DE99-49C7-B77F-1E4C7A3FD6FA}" dt="2022-02-16T06:40:08.202" v="2205" actId="207"/>
          <ac:spMkLst>
            <pc:docMk/>
            <pc:sldMk cId="4225645614" sldId="341"/>
            <ac:spMk id="13" creationId="{677A40D1-346B-405E-AF1D-26629E7DB444}"/>
          </ac:spMkLst>
        </pc:spChg>
        <pc:spChg chg="add mod">
          <ac:chgData name="Fei" userId="d19317889db4c986" providerId="LiveId" clId="{E87CCF37-DE99-49C7-B77F-1E4C7A3FD6FA}" dt="2022-02-16T02:59:53.301" v="653" actId="1036"/>
          <ac:spMkLst>
            <pc:docMk/>
            <pc:sldMk cId="4225645614" sldId="341"/>
            <ac:spMk id="14" creationId="{32057B4F-34A0-4393-98E3-613A7F9C7261}"/>
          </ac:spMkLst>
        </pc:spChg>
        <pc:spChg chg="add del mod">
          <ac:chgData name="Fei" userId="d19317889db4c986" providerId="LiveId" clId="{E87CCF37-DE99-49C7-B77F-1E4C7A3FD6FA}" dt="2022-02-16T02:54:29.006" v="546" actId="767"/>
          <ac:spMkLst>
            <pc:docMk/>
            <pc:sldMk cId="4225645614" sldId="341"/>
            <ac:spMk id="15" creationId="{80C142D2-7D9B-4BFB-97E9-86FF16586735}"/>
          </ac:spMkLst>
        </pc:spChg>
        <pc:spChg chg="add mod">
          <ac:chgData name="Fei" userId="d19317889db4c986" providerId="LiveId" clId="{E87CCF37-DE99-49C7-B77F-1E4C7A3FD6FA}" dt="2022-02-16T03:01:28.595" v="717" actId="20577"/>
          <ac:spMkLst>
            <pc:docMk/>
            <pc:sldMk cId="4225645614" sldId="341"/>
            <ac:spMk id="16" creationId="{BD64B7BC-7B0B-4F4A-8C4B-DA2BE2367718}"/>
          </ac:spMkLst>
        </pc:spChg>
        <pc:spChg chg="add mod">
          <ac:chgData name="Fei" userId="d19317889db4c986" providerId="LiveId" clId="{E87CCF37-DE99-49C7-B77F-1E4C7A3FD6FA}" dt="2022-02-16T03:01:02.431" v="700" actId="1035"/>
          <ac:spMkLst>
            <pc:docMk/>
            <pc:sldMk cId="4225645614" sldId="341"/>
            <ac:spMk id="17" creationId="{2D9D4399-425F-4A7A-947C-7FBCAF173685}"/>
          </ac:spMkLst>
        </pc:spChg>
        <pc:spChg chg="add mod">
          <ac:chgData name="Fei" userId="d19317889db4c986" providerId="LiveId" clId="{E87CCF37-DE99-49C7-B77F-1E4C7A3FD6FA}" dt="2022-02-16T03:01:05.174" v="708" actId="1035"/>
          <ac:spMkLst>
            <pc:docMk/>
            <pc:sldMk cId="4225645614" sldId="341"/>
            <ac:spMk id="18" creationId="{E25B423D-168F-487F-8F77-4CE3D5675AEA}"/>
          </ac:spMkLst>
        </pc:spChg>
        <pc:spChg chg="add mod">
          <ac:chgData name="Fei" userId="d19317889db4c986" providerId="LiveId" clId="{E87CCF37-DE99-49C7-B77F-1E4C7A3FD6FA}" dt="2022-02-16T03:01:07.829" v="716" actId="1035"/>
          <ac:spMkLst>
            <pc:docMk/>
            <pc:sldMk cId="4225645614" sldId="341"/>
            <ac:spMk id="19" creationId="{5AD71633-FDC2-4556-882D-1654D6463D40}"/>
          </ac:spMkLst>
        </pc:spChg>
        <pc:spChg chg="add mod">
          <ac:chgData name="Fei" userId="d19317889db4c986" providerId="LiveId" clId="{E87CCF37-DE99-49C7-B77F-1E4C7A3FD6FA}" dt="2022-02-16T05:29:35.973" v="1021" actId="20577"/>
          <ac:spMkLst>
            <pc:docMk/>
            <pc:sldMk cId="4225645614" sldId="341"/>
            <ac:spMk id="20" creationId="{646B3A50-226D-438A-8D07-1E9F0B268015}"/>
          </ac:spMkLst>
        </pc:spChg>
        <pc:picChg chg="add mod">
          <ac:chgData name="Fei" userId="d19317889db4c986" providerId="LiveId" clId="{E87CCF37-DE99-49C7-B77F-1E4C7A3FD6FA}" dt="2022-02-16T03:08:11.324" v="838" actId="1036"/>
          <ac:picMkLst>
            <pc:docMk/>
            <pc:sldMk cId="4225645614" sldId="341"/>
            <ac:picMk id="21" creationId="{28BFA854-C765-442C-9D7D-DB3EF3606819}"/>
          </ac:picMkLst>
        </pc:picChg>
      </pc:sldChg>
      <pc:sldChg chg="addSp modSp new mod modTransition">
        <pc:chgData name="Fei" userId="d19317889db4c986" providerId="LiveId" clId="{E87CCF37-DE99-49C7-B77F-1E4C7A3FD6FA}" dt="2022-02-16T08:28:00.416" v="3341"/>
        <pc:sldMkLst>
          <pc:docMk/>
          <pc:sldMk cId="382227545" sldId="342"/>
        </pc:sldMkLst>
        <pc:spChg chg="add mod">
          <ac:chgData name="Fei" userId="d19317889db4c986" providerId="LiveId" clId="{E87CCF37-DE99-49C7-B77F-1E4C7A3FD6FA}" dt="2022-02-16T06:40:28.084" v="2208" actId="1076"/>
          <ac:spMkLst>
            <pc:docMk/>
            <pc:sldMk cId="382227545" sldId="342"/>
            <ac:spMk id="3" creationId="{03F9E30B-88EC-490E-9F85-52DAC84B15DF}"/>
          </ac:spMkLst>
        </pc:spChg>
        <pc:picChg chg="add mod">
          <ac:chgData name="Fei" userId="d19317889db4c986" providerId="LiveId" clId="{E87CCF37-DE99-49C7-B77F-1E4C7A3FD6FA}" dt="2022-02-16T03:08:13.426" v="839"/>
          <ac:picMkLst>
            <pc:docMk/>
            <pc:sldMk cId="382227545" sldId="342"/>
            <ac:picMk id="4" creationId="{6420A0F1-440E-4B0A-8DA1-C72794003A7A}"/>
          </ac:picMkLst>
        </pc:picChg>
      </pc:sldChg>
      <pc:sldChg chg="add del">
        <pc:chgData name="Fei" userId="d19317889db4c986" providerId="LiveId" clId="{E87CCF37-DE99-49C7-B77F-1E4C7A3FD6FA}" dt="2022-02-16T03:02:18.258" v="718" actId="47"/>
        <pc:sldMkLst>
          <pc:docMk/>
          <pc:sldMk cId="1221339689" sldId="342"/>
        </pc:sldMkLst>
      </pc:sldChg>
      <pc:sldChg chg="addSp delSp modSp add mod modTransition modAnim">
        <pc:chgData name="Fei" userId="d19317889db4c986" providerId="LiveId" clId="{E87CCF37-DE99-49C7-B77F-1E4C7A3FD6FA}" dt="2022-02-16T08:28:38.873" v="3361"/>
        <pc:sldMkLst>
          <pc:docMk/>
          <pc:sldMk cId="3617927023" sldId="343"/>
        </pc:sldMkLst>
        <pc:spChg chg="mod">
          <ac:chgData name="Fei" userId="d19317889db4c986" providerId="LiveId" clId="{E87CCF37-DE99-49C7-B77F-1E4C7A3FD6FA}" dt="2022-02-16T07:34:01.803" v="3082" actId="1076"/>
          <ac:spMkLst>
            <pc:docMk/>
            <pc:sldMk cId="3617927023" sldId="343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30:06.924" v="2878" actId="21"/>
          <ac:spMkLst>
            <pc:docMk/>
            <pc:sldMk cId="3617927023" sldId="343"/>
            <ac:spMk id="4" creationId="{D57D6E24-91D5-4716-8FBE-8D18EE3EF8EF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5" creationId="{68EAA3F1-1FD5-49F1-9E41-927ADE29F39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6" creationId="{AA585D94-7732-4325-8EBE-5520DC615C8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0" creationId="{FFB2A8DE-AAB2-4592-84CA-9ADFAF1CC5A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1" creationId="{3D42309E-2831-41BB-84A5-7E73DF4F09D8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2" creationId="{72F9D26F-2837-4343-970D-00B9D13FE032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3" creationId="{E32CECA4-9219-4989-A45B-9201EF15C3ED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4" creationId="{2ED8CD55-4187-4271-B6B3-16294503B00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6" creationId="{63BA71E9-3005-4151-A3CF-267C84E4E6F5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7" creationId="{26A931FC-CB34-4E21-B00E-8908CEC77BC1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8" creationId="{57D214EE-EC03-4538-A743-51984EC755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9" creationId="{55B875C2-763A-49AB-BDD8-5F9D56D36C29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0" creationId="{AA60BFA7-55CF-46FB-9235-9D02D5809CB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2" creationId="{51AAA8AC-79AA-42AE-B30E-8DD00CF7541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3" creationId="{B025677F-EDC5-4C24-BD40-7FFF557B3D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4" creationId="{DB97E06E-A946-4268-A127-D0AD4DDA9714}"/>
          </ac:spMkLst>
        </pc:s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9" creationId="{74A04FC0-056E-4C17-A752-F9CAAAB3F3E2}"/>
          </ac:grpSpMkLst>
        </pc:gr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21" creationId="{9617226A-1BC3-4F26-80F8-82C403B93C67}"/>
          </ac:grpSpMkLst>
        </pc:grp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7" creationId="{5B3B6897-80B6-41FF-AA08-60829DBF7AD8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8" creationId="{E53E3313-2B7E-47F2-8D7C-D35E65CB6A36}"/>
          </ac:graphicFrameMkLst>
        </pc:graphicFrameChg>
        <pc:graphicFrameChg chg="mod">
          <ac:chgData name="Fei" userId="d19317889db4c986" providerId="LiveId" clId="{E87CCF37-DE99-49C7-B77F-1E4C7A3FD6FA}" dt="2022-02-16T07:33:48.477" v="3071" actId="1036"/>
          <ac:graphicFrameMkLst>
            <pc:docMk/>
            <pc:sldMk cId="3617927023" sldId="343"/>
            <ac:graphicFrameMk id="15" creationId="{51B89D85-E318-485C-AE9E-E39974B83D2B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25" creationId="{150DC823-ADEA-452A-9846-CD89C52BE190}"/>
          </ac:graphicFrameMkLst>
        </pc:graphicFrameChg>
        <pc:picChg chg="add mod">
          <ac:chgData name="Fei" userId="d19317889db4c986" providerId="LiveId" clId="{E87CCF37-DE99-49C7-B77F-1E4C7A3FD6FA}" dt="2022-02-16T07:03:47.667" v="2406"/>
          <ac:picMkLst>
            <pc:docMk/>
            <pc:sldMk cId="3617927023" sldId="343"/>
            <ac:picMk id="3" creationId="{3D2D9231-7FF3-49C1-9A7A-E83E8212033E}"/>
          </ac:picMkLst>
        </pc:picChg>
      </pc:sldChg>
      <pc:sldChg chg="addSp modSp add del mod modTransition">
        <pc:chgData name="Fei" userId="d19317889db4c986" providerId="LiveId" clId="{E87CCF37-DE99-49C7-B77F-1E4C7A3FD6FA}" dt="2022-02-16T08:28:47.124" v="3371"/>
        <pc:sldMkLst>
          <pc:docMk/>
          <pc:sldMk cId="1151947026" sldId="344"/>
        </pc:sldMkLst>
        <pc:spChg chg="mod">
          <ac:chgData name="Fei" userId="d19317889db4c986" providerId="LiveId" clId="{E87CCF37-DE99-49C7-B77F-1E4C7A3FD6FA}" dt="2022-02-16T07:46:51.862" v="3332" actId="207"/>
          <ac:spMkLst>
            <pc:docMk/>
            <pc:sldMk cId="1151947026" sldId="344"/>
            <ac:spMk id="2" creationId="{59CD368B-C60F-43CD-BA5F-8B2CCD59DD97}"/>
          </ac:spMkLst>
        </pc:spChg>
        <pc:picChg chg="add mod">
          <ac:chgData name="Fei" userId="d19317889db4c986" providerId="LiveId" clId="{E87CCF37-DE99-49C7-B77F-1E4C7A3FD6FA}" dt="2022-02-16T07:03:56.888" v="2415"/>
          <ac:picMkLst>
            <pc:docMk/>
            <pc:sldMk cId="1151947026" sldId="344"/>
            <ac:picMk id="3" creationId="{E2DFC9F4-DAE4-4451-BEF4-3C06A137ACE8}"/>
          </ac:picMkLst>
        </pc:picChg>
        <pc:picChg chg="add mod">
          <ac:chgData name="Fei" userId="d19317889db4c986" providerId="LiveId" clId="{E87CCF37-DE99-49C7-B77F-1E4C7A3FD6FA}" dt="2022-02-16T07:49:25.223" v="3337" actId="1076"/>
          <ac:picMkLst>
            <pc:docMk/>
            <pc:sldMk cId="1151947026" sldId="344"/>
            <ac:picMk id="5" creationId="{46A5F97C-4A8C-47A1-884F-95CA1CEEAF28}"/>
          </ac:picMkLst>
        </pc:picChg>
      </pc:sldChg>
      <pc:sldChg chg="addSp delSp modSp new mod modTransition">
        <pc:chgData name="Fei" userId="d19317889db4c986" providerId="LiveId" clId="{E87CCF37-DE99-49C7-B77F-1E4C7A3FD6FA}" dt="2022-02-16T08:28:32.612" v="3352"/>
        <pc:sldMkLst>
          <pc:docMk/>
          <pc:sldMk cId="115241530" sldId="345"/>
        </pc:sldMkLst>
        <pc:spChg chg="add del mod">
          <ac:chgData name="Fei" userId="d19317889db4c986" providerId="LiveId" clId="{E87CCF37-DE99-49C7-B77F-1E4C7A3FD6FA}" dt="2022-02-16T06:34:11.600" v="2103"/>
          <ac:spMkLst>
            <pc:docMk/>
            <pc:sldMk cId="115241530" sldId="345"/>
            <ac:spMk id="2" creationId="{FB207D22-4ED1-D447-BEB1-4714B4D3A268}"/>
          </ac:spMkLst>
        </pc:spChg>
        <pc:spChg chg="add mod">
          <ac:chgData name="Fei" userId="d19317889db4c986" providerId="LiveId" clId="{E87CCF37-DE99-49C7-B77F-1E4C7A3FD6FA}" dt="2022-02-16T06:47:19.749" v="2297"/>
          <ac:spMkLst>
            <pc:docMk/>
            <pc:sldMk cId="115241530" sldId="345"/>
            <ac:spMk id="3" creationId="{DE949213-57A9-471A-92E9-4F392170874B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4" creationId="{02563509-D651-4247-BD85-CB5088F596B3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5" creationId="{7F9A0FA8-E4A4-41DF-97BA-8161C8254BA9}"/>
          </ac:spMkLst>
        </pc:spChg>
        <pc:spChg chg="add mod">
          <ac:chgData name="Fei" userId="d19317889db4c986" providerId="LiveId" clId="{E87CCF37-DE99-49C7-B77F-1E4C7A3FD6FA}" dt="2022-02-16T06:47:47.100" v="2300" actId="404"/>
          <ac:spMkLst>
            <pc:docMk/>
            <pc:sldMk cId="115241530" sldId="345"/>
            <ac:spMk id="6" creationId="{7B9CDB0B-BB4D-4F3A-A83D-92978D585B31}"/>
          </ac:spMkLst>
        </pc:spChg>
        <pc:picChg chg="add mod">
          <ac:chgData name="Fei" userId="d19317889db4c986" providerId="LiveId" clId="{E87CCF37-DE99-49C7-B77F-1E4C7A3FD6FA}" dt="2022-02-16T07:03:31.527" v="2394"/>
          <ac:picMkLst>
            <pc:docMk/>
            <pc:sldMk cId="115241530" sldId="345"/>
            <ac:picMk id="7" creationId="{3C6CD6D8-A7DA-48D6-99F8-B471B5899C9F}"/>
          </ac:picMkLst>
        </pc:picChg>
      </pc:sldChg>
      <pc:sldChg chg="addSp delSp modSp add mod modTransition">
        <pc:chgData name="Fei" userId="d19317889db4c986" providerId="LiveId" clId="{E87CCF37-DE99-49C7-B77F-1E4C7A3FD6FA}" dt="2022-02-16T08:28:34.133" v="3354"/>
        <pc:sldMkLst>
          <pc:docMk/>
          <pc:sldMk cId="1214083559" sldId="346"/>
        </pc:sldMkLst>
        <pc:spChg chg="mod">
          <ac:chgData name="Fei" userId="d19317889db4c986" providerId="LiveId" clId="{E87CCF37-DE99-49C7-B77F-1E4C7A3FD6FA}" dt="2022-02-16T07:03:03.737" v="2386" actId="20577"/>
          <ac:spMkLst>
            <pc:docMk/>
            <pc:sldMk cId="1214083559" sldId="346"/>
            <ac:spMk id="9" creationId="{74C94C83-CB5C-4087-BBD1-9EDE4C99059F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5" creationId="{FFC6ABE9-9BFE-4ACD-A506-BA9B34043FE4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7:00:39.386" v="2326" actId="207"/>
          <ac:spMkLst>
            <pc:docMk/>
            <pc:sldMk cId="1214083559" sldId="346"/>
            <ac:spMk id="23" creationId="{E1EEC25B-5C51-495C-B5EC-1F8CA9F7B651}"/>
          </ac:spMkLst>
        </pc:s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17" creationId="{836464A8-F224-4AD4-AC4A-27898748B960}"/>
          </ac:grpSpMkLst>
        </pc:gr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20" creationId="{7481D171-1EF2-45DE-B01F-F5FFCC7D772F}"/>
          </ac:grpSpMkLst>
        </pc:grpChg>
        <pc:picChg chg="add mod">
          <ac:chgData name="Fei" userId="d19317889db4c986" providerId="LiveId" clId="{E87CCF37-DE99-49C7-B77F-1E4C7A3FD6FA}" dt="2022-02-16T07:03:33.864" v="2396"/>
          <ac:picMkLst>
            <pc:docMk/>
            <pc:sldMk cId="1214083559" sldId="346"/>
            <ac:picMk id="24" creationId="{75237139-541C-4524-8936-D66AAE1C7805}"/>
          </ac:picMkLst>
        </pc:picChg>
      </pc:sldChg>
      <pc:sldChg chg="addSp delSp modSp add mod modTransition">
        <pc:chgData name="Fei" userId="d19317889db4c986" providerId="LiveId" clId="{E87CCF37-DE99-49C7-B77F-1E4C7A3FD6FA}" dt="2022-02-16T08:28:35.581" v="3356"/>
        <pc:sldMkLst>
          <pc:docMk/>
          <pc:sldMk cId="1131330976" sldId="347"/>
        </pc:sldMkLst>
        <pc:spChg chg="add del mod">
          <ac:chgData name="Fei" userId="d19317889db4c986" providerId="LiveId" clId="{E87CCF37-DE99-49C7-B77F-1E4C7A3FD6FA}" dt="2022-02-16T07:13:32.802" v="2634"/>
          <ac:spMkLst>
            <pc:docMk/>
            <pc:sldMk cId="1131330976" sldId="347"/>
            <ac:spMk id="12" creationId="{8885512F-6297-4277-9191-7D34E1C0E360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3" creationId="{096BE87B-46B0-48C7-BD96-D2A669ED768E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4" creationId="{E18DA69D-1512-4D6D-9A48-95A073AD560D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6" creationId="{604556DA-3768-48E7-BA74-3F211442D5D8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9" creationId="{2070749F-FB98-44C0-BD7D-9EFBD294D924}"/>
          </ac:spMkLst>
        </pc:spChg>
        <pc:spChg chg="add mod">
          <ac:chgData name="Fei" userId="d19317889db4c986" providerId="LiveId" clId="{E87CCF37-DE99-49C7-B77F-1E4C7A3FD6FA}" dt="2022-02-16T07:20:38.253" v="2690"/>
          <ac:spMkLst>
            <pc:docMk/>
            <pc:sldMk cId="1131330976" sldId="347"/>
            <ac:spMk id="21" creationId="{FBD3CA54-AA96-4900-9488-8F2FBCDB836B}"/>
          </ac:spMkLst>
        </pc:spChg>
        <pc:spChg chg="add 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2" creationId="{2A6BEC95-5806-4390-8AAE-1D58AC4078CB}"/>
          </ac:spMkLst>
        </pc:spChg>
        <pc:spChg chg="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4" creationId="{4CF5DBCD-32A3-410D-8C42-43526FB681F3}"/>
          </ac:spMkLst>
        </pc:spChg>
        <pc:spChg chg="del mod">
          <ac:chgData name="Fei" userId="d19317889db4c986" providerId="LiveId" clId="{E87CCF37-DE99-49C7-B77F-1E4C7A3FD6FA}" dt="2022-02-16T07:14:16.981" v="2657" actId="478"/>
          <ac:spMkLst>
            <pc:docMk/>
            <pc:sldMk cId="1131330976" sldId="347"/>
            <ac:spMk id="44034" creationId="{3372028F-F83B-48E3-9858-5814D86E096B}"/>
          </ac:spMkLst>
        </pc:spChg>
        <pc:spChg chg="del">
          <ac:chgData name="Fei" userId="d19317889db4c986" providerId="LiveId" clId="{E87CCF37-DE99-49C7-B77F-1E4C7A3FD6FA}" dt="2022-02-16T06:15:55.726" v="1898" actId="478"/>
          <ac:spMkLst>
            <pc:docMk/>
            <pc:sldMk cId="1131330976" sldId="347"/>
            <ac:spMk id="44035" creationId="{AD415B56-CCE2-47B4-9151-EB91073B1057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6" creationId="{32F70240-826B-4660-86E7-6A286DC373DE}"/>
          </ac:spMkLst>
        </pc:spChg>
        <pc:spChg chg="mod">
          <ac:chgData name="Fei" userId="d19317889db4c986" providerId="LiveId" clId="{E87CCF37-DE99-49C7-B77F-1E4C7A3FD6FA}" dt="2022-02-16T07:20:23.003" v="2683" actId="1076"/>
          <ac:spMkLst>
            <pc:docMk/>
            <pc:sldMk cId="1131330976" sldId="347"/>
            <ac:spMk id="44037" creationId="{3C93977B-DE63-4DEA-B69D-78D9A5F2953E}"/>
          </ac:spMkLst>
        </pc:spChg>
        <pc:spChg chg="del">
          <ac:chgData name="Fei" userId="d19317889db4c986" providerId="LiveId" clId="{E87CCF37-DE99-49C7-B77F-1E4C7A3FD6FA}" dt="2022-02-16T06:15:59.282" v="1900" actId="478"/>
          <ac:spMkLst>
            <pc:docMk/>
            <pc:sldMk cId="1131330976" sldId="347"/>
            <ac:spMk id="44038" creationId="{96F02769-CAD7-4549-8ED7-E686FB628EC1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9" creationId="{49AC6B0E-5590-4047-B285-2B4A2AEAC985}"/>
          </ac:spMkLst>
        </pc:spChg>
        <pc:spChg chg="del">
          <ac:chgData name="Fei" userId="d19317889db4c986" providerId="LiveId" clId="{E87CCF37-DE99-49C7-B77F-1E4C7A3FD6FA}" dt="2022-02-16T06:17:05.704" v="1965" actId="478"/>
          <ac:spMkLst>
            <pc:docMk/>
            <pc:sldMk cId="1131330976" sldId="347"/>
            <ac:spMk id="44040" creationId="{D936A7EF-A5B8-4F1E-B41B-050FA233C0DB}"/>
          </ac:spMkLst>
        </pc:spChg>
        <pc:spChg chg="mod">
          <ac:chgData name="Fei" userId="d19317889db4c986" providerId="LiveId" clId="{E87CCF37-DE99-49C7-B77F-1E4C7A3FD6FA}" dt="2022-02-16T07:20:48.554" v="2691" actId="207"/>
          <ac:spMkLst>
            <pc:docMk/>
            <pc:sldMk cId="1131330976" sldId="347"/>
            <ac:spMk id="44041" creationId="{3336AEA2-375A-439A-8EF2-DDD675C2F6ED}"/>
          </ac:spMkLst>
        </pc:spChg>
        <pc:spChg chg="del">
          <ac:chgData name="Fei" userId="d19317889db4c986" providerId="LiveId" clId="{E87CCF37-DE99-49C7-B77F-1E4C7A3FD6FA}" dt="2022-02-16T06:15:23.406" v="1880" actId="478"/>
          <ac:spMkLst>
            <pc:docMk/>
            <pc:sldMk cId="1131330976" sldId="347"/>
            <ac:spMk id="44042" creationId="{33AC341E-EAB3-466F-A51A-6CF79C5EAF36}"/>
          </ac:spMkLst>
        </pc:s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5" creationId="{8C31492A-0D0A-4116-92C3-E65226672229}"/>
          </ac:grpSpMkLst>
        </pc:gr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8" creationId="{BB3EBB22-1D73-428F-9233-A9BE14292540}"/>
          </ac:grpSpMkLst>
        </pc:grpChg>
        <pc:grpChg chg="add mod">
          <ac:chgData name="Fei" userId="d19317889db4c986" providerId="LiveId" clId="{E87CCF37-DE99-49C7-B77F-1E4C7A3FD6FA}" dt="2022-02-16T07:21:14.313" v="2693" actId="1076"/>
          <ac:grpSpMkLst>
            <pc:docMk/>
            <pc:sldMk cId="1131330976" sldId="347"/>
            <ac:grpSpMk id="23" creationId="{8C970F61-CA8B-4E91-AB83-112893279F53}"/>
          </ac:grpSpMkLst>
        </pc:grp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17" creationId="{03EDC49A-A2B2-4D2F-8FC1-B92C7CB572E2}"/>
          </ac:graphicFrameMkLst>
        </pc:graphicFrame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20" creationId="{67C485F4-9F07-47F3-ACA9-D1D217C7A816}"/>
          </ac:graphicFrameMkLst>
        </pc:graphicFrameChg>
        <pc:graphicFrameChg chg="mod">
          <ac:chgData name="Fei" userId="d19317889db4c986" providerId="LiveId" clId="{E87CCF37-DE99-49C7-B77F-1E4C7A3FD6FA}" dt="2022-02-16T07:21:14.313" v="2693" actId="1076"/>
          <ac:graphicFrameMkLst>
            <pc:docMk/>
            <pc:sldMk cId="1131330976" sldId="347"/>
            <ac:graphicFrameMk id="25" creationId="{025D542E-4A31-4630-8516-3EE53DA7A4E4}"/>
          </ac:graphicFrameMkLst>
        </pc:graphicFrameChg>
        <pc:picChg chg="add mod">
          <ac:chgData name="Fei" userId="d19317889db4c986" providerId="LiveId" clId="{E87CCF37-DE99-49C7-B77F-1E4C7A3FD6FA}" dt="2022-02-16T07:03:39.437" v="2400"/>
          <ac:picMkLst>
            <pc:docMk/>
            <pc:sldMk cId="1131330976" sldId="347"/>
            <ac:picMk id="11" creationId="{7B96A70A-4537-4DC1-81BC-6A350C10F6CE}"/>
          </ac:picMkLst>
        </pc:picChg>
      </pc:sldChg>
      <pc:sldChg chg="add modTransition">
        <pc:chgData name="Fei" userId="d19317889db4c986" providerId="LiveId" clId="{E87CCF37-DE99-49C7-B77F-1E4C7A3FD6FA}" dt="2022-02-16T08:28:46.486" v="3370"/>
        <pc:sldMkLst>
          <pc:docMk/>
          <pc:sldMk cId="1161903184" sldId="348"/>
        </pc:sldMkLst>
      </pc:sldChg>
      <pc:sldChg chg="modSp add mod">
        <pc:chgData name="Fei" userId="d19317889db4c986" providerId="LiveId" clId="{E87CCF37-DE99-49C7-B77F-1E4C7A3FD6FA}" dt="2022-02-16T08:29:40.908" v="3376" actId="207"/>
        <pc:sldMkLst>
          <pc:docMk/>
          <pc:sldMk cId="3952504978" sldId="349"/>
        </pc:sldMkLst>
        <pc:spChg chg="mod">
          <ac:chgData name="Fei" userId="d19317889db4c986" providerId="LiveId" clId="{E87CCF37-DE99-49C7-B77F-1E4C7A3FD6FA}" dt="2022-02-16T08:29:35.800" v="3375" actId="207"/>
          <ac:spMkLst>
            <pc:docMk/>
            <pc:sldMk cId="3952504978" sldId="349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29:27.011" v="3373" actId="207"/>
          <ac:spMkLst>
            <pc:docMk/>
            <pc:sldMk cId="3952504978" sldId="349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29:40.908" v="3376" actId="207"/>
          <ac:spMkLst>
            <pc:docMk/>
            <pc:sldMk cId="3952504978" sldId="349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8:29:28.683" v="3374" actId="207"/>
          <ac:spMkLst>
            <pc:docMk/>
            <pc:sldMk cId="3952504978" sldId="349"/>
            <ac:spMk id="33" creationId="{00000000-0000-0000-0000-000000000000}"/>
          </ac:spMkLst>
        </pc:spChg>
      </pc:sldChg>
      <pc:sldChg chg="modSp add mod">
        <pc:chgData name="Fei" userId="d19317889db4c986" providerId="LiveId" clId="{E87CCF37-DE99-49C7-B77F-1E4C7A3FD6FA}" dt="2022-02-16T08:30:16.918" v="3380" actId="207"/>
        <pc:sldMkLst>
          <pc:docMk/>
          <pc:sldMk cId="4118158739" sldId="350"/>
        </pc:sldMkLst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30:05.246" v="3378" actId="207"/>
          <ac:spMkLst>
            <pc:docMk/>
            <pc:sldMk cId="4118158739" sldId="350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8:30:08.801" v="3379" actId="207"/>
          <ac:spMkLst>
            <pc:docMk/>
            <pc:sldMk cId="4118158739" sldId="350"/>
            <ac:spMk id="34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34.415" v="3385" actId="207"/>
        <pc:sldMkLst>
          <pc:docMk/>
          <pc:sldMk cId="2672971775" sldId="351"/>
        </pc:sldMkLst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35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47.315" v="3388" actId="207"/>
        <pc:sldMkLst>
          <pc:docMk/>
          <pc:sldMk cId="1263244444" sldId="352"/>
        </pc:sldMkLst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32" creationId="{00000000-0000-0000-0000-000000000000}"/>
          </ac:spMkLst>
        </pc:spChg>
      </pc:sldChg>
      <pc:sldChg chg="addSp modSp new mod">
        <pc:chgData name="Fei" userId="d19317889db4c986" providerId="LiveId" clId="{E87CCF37-DE99-49C7-B77F-1E4C7A3FD6FA}" dt="2022-02-16T09:19:43.947" v="3448"/>
        <pc:sldMkLst>
          <pc:docMk/>
          <pc:sldMk cId="1008951437" sldId="353"/>
        </pc:sldMkLst>
        <pc:picChg chg="add">
          <ac:chgData name="Fei" userId="d19317889db4c986" providerId="LiveId" clId="{E87CCF37-DE99-49C7-B77F-1E4C7A3FD6FA}" dt="2022-02-16T09:08:58.484" v="3390" actId="22"/>
          <ac:picMkLst>
            <pc:docMk/>
            <pc:sldMk cId="1008951437" sldId="353"/>
            <ac:picMk id="3" creationId="{F480153D-921D-47FE-8130-9B560FA8156F}"/>
          </ac:picMkLst>
        </pc:picChg>
        <pc:picChg chg="add mod">
          <ac:chgData name="Fei" userId="d19317889db4c986" providerId="LiveId" clId="{E87CCF37-DE99-49C7-B77F-1E4C7A3FD6FA}" dt="2022-02-16T09:19:43.947" v="3448"/>
          <ac:picMkLst>
            <pc:docMk/>
            <pc:sldMk cId="1008951437" sldId="353"/>
            <ac:picMk id="4" creationId="{9D0C5AD2-2A2C-413F-952A-C27133F763E8}"/>
          </ac:picMkLst>
        </pc:picChg>
      </pc:sldChg>
      <pc:sldChg chg="addSp modSp new mod">
        <pc:chgData name="Fei" userId="d19317889db4c986" providerId="LiveId" clId="{E87CCF37-DE99-49C7-B77F-1E4C7A3FD6FA}" dt="2022-02-16T09:19:49.048" v="3453" actId="1036"/>
        <pc:sldMkLst>
          <pc:docMk/>
          <pc:sldMk cId="2008689145" sldId="354"/>
        </pc:sldMkLst>
        <pc:picChg chg="add">
          <ac:chgData name="Fei" userId="d19317889db4c986" providerId="LiveId" clId="{E87CCF37-DE99-49C7-B77F-1E4C7A3FD6FA}" dt="2022-02-16T09:09:12.035" v="3392" actId="22"/>
          <ac:picMkLst>
            <pc:docMk/>
            <pc:sldMk cId="2008689145" sldId="354"/>
            <ac:picMk id="3" creationId="{BFF0405D-7512-45B9-B120-6F2B3551D25F}"/>
          </ac:picMkLst>
        </pc:picChg>
        <pc:picChg chg="add mod">
          <ac:chgData name="Fei" userId="d19317889db4c986" providerId="LiveId" clId="{E87CCF37-DE99-49C7-B77F-1E4C7A3FD6FA}" dt="2022-02-16T09:19:49.048" v="3453" actId="1036"/>
          <ac:picMkLst>
            <pc:docMk/>
            <pc:sldMk cId="2008689145" sldId="354"/>
            <ac:picMk id="4" creationId="{C36FBA84-3CD0-44A9-94AC-86C682C93131}"/>
          </ac:picMkLst>
        </pc:picChg>
      </pc:sldChg>
      <pc:sldChg chg="addSp modSp new mod">
        <pc:chgData name="Fei" userId="d19317889db4c986" providerId="LiveId" clId="{E87CCF37-DE99-49C7-B77F-1E4C7A3FD6FA}" dt="2022-02-16T09:19:53.436" v="3456" actId="1035"/>
        <pc:sldMkLst>
          <pc:docMk/>
          <pc:sldMk cId="3973379754" sldId="355"/>
        </pc:sldMkLst>
        <pc:picChg chg="add">
          <ac:chgData name="Fei" userId="d19317889db4c986" providerId="LiveId" clId="{E87CCF37-DE99-49C7-B77F-1E4C7A3FD6FA}" dt="2022-02-16T09:09:28.953" v="3394" actId="22"/>
          <ac:picMkLst>
            <pc:docMk/>
            <pc:sldMk cId="3973379754" sldId="355"/>
            <ac:picMk id="3" creationId="{20D0F6D8-82AD-4C3C-8487-867EAA377EAC}"/>
          </ac:picMkLst>
        </pc:picChg>
        <pc:picChg chg="add mod">
          <ac:chgData name="Fei" userId="d19317889db4c986" providerId="LiveId" clId="{E87CCF37-DE99-49C7-B77F-1E4C7A3FD6FA}" dt="2022-02-16T09:19:53.436" v="3456" actId="1035"/>
          <ac:picMkLst>
            <pc:docMk/>
            <pc:sldMk cId="3973379754" sldId="355"/>
            <ac:picMk id="4" creationId="{2AAEE21E-E66B-4FFA-AD7B-10829951FD00}"/>
          </ac:picMkLst>
        </pc:picChg>
      </pc:sldChg>
      <pc:sldChg chg="addSp modSp new mod">
        <pc:chgData name="Fei" userId="d19317889db4c986" providerId="LiveId" clId="{E87CCF37-DE99-49C7-B77F-1E4C7A3FD6FA}" dt="2022-02-16T09:19:55.389" v="3457"/>
        <pc:sldMkLst>
          <pc:docMk/>
          <pc:sldMk cId="3502800851" sldId="356"/>
        </pc:sldMkLst>
        <pc:picChg chg="add">
          <ac:chgData name="Fei" userId="d19317889db4c986" providerId="LiveId" clId="{E87CCF37-DE99-49C7-B77F-1E4C7A3FD6FA}" dt="2022-02-16T09:09:54.712" v="3396" actId="22"/>
          <ac:picMkLst>
            <pc:docMk/>
            <pc:sldMk cId="3502800851" sldId="356"/>
            <ac:picMk id="3" creationId="{F64ABA26-42A1-4ED6-A022-EE8D052BDD6F}"/>
          </ac:picMkLst>
        </pc:picChg>
        <pc:picChg chg="add mod">
          <ac:chgData name="Fei" userId="d19317889db4c986" providerId="LiveId" clId="{E87CCF37-DE99-49C7-B77F-1E4C7A3FD6FA}" dt="2022-02-16T09:19:55.389" v="3457"/>
          <ac:picMkLst>
            <pc:docMk/>
            <pc:sldMk cId="3502800851" sldId="356"/>
            <ac:picMk id="4" creationId="{166DD60D-74D5-4BDA-A336-C70C93FB8DFD}"/>
          </ac:picMkLst>
        </pc:picChg>
      </pc:sldChg>
      <pc:sldChg chg="addSp modSp new mod">
        <pc:chgData name="Fei" userId="d19317889db4c986" providerId="LiveId" clId="{E87CCF37-DE99-49C7-B77F-1E4C7A3FD6FA}" dt="2022-02-16T09:19:56.440" v="3458"/>
        <pc:sldMkLst>
          <pc:docMk/>
          <pc:sldMk cId="1348524945" sldId="357"/>
        </pc:sldMkLst>
        <pc:picChg chg="add">
          <ac:chgData name="Fei" userId="d19317889db4c986" providerId="LiveId" clId="{E87CCF37-DE99-49C7-B77F-1E4C7A3FD6FA}" dt="2022-02-16T09:10:08.777" v="3398" actId="22"/>
          <ac:picMkLst>
            <pc:docMk/>
            <pc:sldMk cId="1348524945" sldId="357"/>
            <ac:picMk id="3" creationId="{1C7F1E26-5446-4951-BF6E-F983C9A3654F}"/>
          </ac:picMkLst>
        </pc:picChg>
        <pc:picChg chg="add mod">
          <ac:chgData name="Fei" userId="d19317889db4c986" providerId="LiveId" clId="{E87CCF37-DE99-49C7-B77F-1E4C7A3FD6FA}" dt="2022-02-16T09:19:56.440" v="3458"/>
          <ac:picMkLst>
            <pc:docMk/>
            <pc:sldMk cId="1348524945" sldId="357"/>
            <ac:picMk id="4" creationId="{CD6CCCE4-43FF-4698-847B-35C36AE962D9}"/>
          </ac:picMkLst>
        </pc:picChg>
      </pc:sldChg>
      <pc:sldChg chg="addSp modSp new mod">
        <pc:chgData name="Fei" userId="d19317889db4c986" providerId="LiveId" clId="{E87CCF37-DE99-49C7-B77F-1E4C7A3FD6FA}" dt="2022-02-16T09:19:57.461" v="3459"/>
        <pc:sldMkLst>
          <pc:docMk/>
          <pc:sldMk cId="766890209" sldId="358"/>
        </pc:sldMkLst>
        <pc:picChg chg="add">
          <ac:chgData name="Fei" userId="d19317889db4c986" providerId="LiveId" clId="{E87CCF37-DE99-49C7-B77F-1E4C7A3FD6FA}" dt="2022-02-16T09:10:51.074" v="3400" actId="22"/>
          <ac:picMkLst>
            <pc:docMk/>
            <pc:sldMk cId="766890209" sldId="358"/>
            <ac:picMk id="3" creationId="{6481C5D9-D899-47E0-B67B-70D0707C5FE6}"/>
          </ac:picMkLst>
        </pc:picChg>
        <pc:picChg chg="add mod">
          <ac:chgData name="Fei" userId="d19317889db4c986" providerId="LiveId" clId="{E87CCF37-DE99-49C7-B77F-1E4C7A3FD6FA}" dt="2022-02-16T09:19:57.461" v="3459"/>
          <ac:picMkLst>
            <pc:docMk/>
            <pc:sldMk cId="766890209" sldId="358"/>
            <ac:picMk id="4" creationId="{21298A43-40AB-43B8-A9D1-EC43006779F0}"/>
          </ac:picMkLst>
        </pc:picChg>
      </pc:sldChg>
      <pc:sldChg chg="addSp modSp new mod">
        <pc:chgData name="Fei" userId="d19317889db4c986" providerId="LiveId" clId="{E87CCF37-DE99-49C7-B77F-1E4C7A3FD6FA}" dt="2022-02-16T09:19:58.360" v="3460"/>
        <pc:sldMkLst>
          <pc:docMk/>
          <pc:sldMk cId="3163972577" sldId="359"/>
        </pc:sldMkLst>
        <pc:picChg chg="add">
          <ac:chgData name="Fei" userId="d19317889db4c986" providerId="LiveId" clId="{E87CCF37-DE99-49C7-B77F-1E4C7A3FD6FA}" dt="2022-02-16T09:11:03.406" v="3402" actId="22"/>
          <ac:picMkLst>
            <pc:docMk/>
            <pc:sldMk cId="3163972577" sldId="359"/>
            <ac:picMk id="3" creationId="{32D5F24E-3606-48F9-8464-8321A2D793C4}"/>
          </ac:picMkLst>
        </pc:picChg>
        <pc:picChg chg="add mod">
          <ac:chgData name="Fei" userId="d19317889db4c986" providerId="LiveId" clId="{E87CCF37-DE99-49C7-B77F-1E4C7A3FD6FA}" dt="2022-02-16T09:19:58.360" v="3460"/>
          <ac:picMkLst>
            <pc:docMk/>
            <pc:sldMk cId="3163972577" sldId="359"/>
            <ac:picMk id="4" creationId="{BDD94173-EC07-4C5A-8CA8-B2AA0A559C4F}"/>
          </ac:picMkLst>
        </pc:picChg>
      </pc:sldChg>
      <pc:sldChg chg="addSp modSp new mod">
        <pc:chgData name="Fei" userId="d19317889db4c986" providerId="LiveId" clId="{E87CCF37-DE99-49C7-B77F-1E4C7A3FD6FA}" dt="2022-02-16T09:19:59.198" v="3461"/>
        <pc:sldMkLst>
          <pc:docMk/>
          <pc:sldMk cId="2972187867" sldId="360"/>
        </pc:sldMkLst>
        <pc:picChg chg="add">
          <ac:chgData name="Fei" userId="d19317889db4c986" providerId="LiveId" clId="{E87CCF37-DE99-49C7-B77F-1E4C7A3FD6FA}" dt="2022-02-16T09:11:12.758" v="3404" actId="22"/>
          <ac:picMkLst>
            <pc:docMk/>
            <pc:sldMk cId="2972187867" sldId="360"/>
            <ac:picMk id="3" creationId="{85017CD7-EE49-4931-80D7-AA389CA5179F}"/>
          </ac:picMkLst>
        </pc:picChg>
        <pc:picChg chg="add mod">
          <ac:chgData name="Fei" userId="d19317889db4c986" providerId="LiveId" clId="{E87CCF37-DE99-49C7-B77F-1E4C7A3FD6FA}" dt="2022-02-16T09:19:59.198" v="3461"/>
          <ac:picMkLst>
            <pc:docMk/>
            <pc:sldMk cId="2972187867" sldId="360"/>
            <ac:picMk id="4" creationId="{CA56B79B-BC27-4E06-8D09-BF82DD1D62BC}"/>
          </ac:picMkLst>
        </pc:picChg>
      </pc:sldChg>
      <pc:sldChg chg="addSp modSp new mod">
        <pc:chgData name="Fei" userId="d19317889db4c986" providerId="LiveId" clId="{E87CCF37-DE99-49C7-B77F-1E4C7A3FD6FA}" dt="2022-02-16T09:20:00.071" v="3462"/>
        <pc:sldMkLst>
          <pc:docMk/>
          <pc:sldMk cId="880097859" sldId="361"/>
        </pc:sldMkLst>
        <pc:picChg chg="add">
          <ac:chgData name="Fei" userId="d19317889db4c986" providerId="LiveId" clId="{E87CCF37-DE99-49C7-B77F-1E4C7A3FD6FA}" dt="2022-02-16T09:11:32.798" v="3406" actId="22"/>
          <ac:picMkLst>
            <pc:docMk/>
            <pc:sldMk cId="880097859" sldId="361"/>
            <ac:picMk id="3" creationId="{08F5A078-8F17-4EF3-A2A7-C50882C27E27}"/>
          </ac:picMkLst>
        </pc:picChg>
        <pc:picChg chg="add mod">
          <ac:chgData name="Fei" userId="d19317889db4c986" providerId="LiveId" clId="{E87CCF37-DE99-49C7-B77F-1E4C7A3FD6FA}" dt="2022-02-16T09:20:00.071" v="3462"/>
          <ac:picMkLst>
            <pc:docMk/>
            <pc:sldMk cId="880097859" sldId="361"/>
            <ac:picMk id="4" creationId="{9B688B19-ECC6-4D7F-ADB2-AEE34B7D2412}"/>
          </ac:picMkLst>
        </pc:picChg>
      </pc:sldChg>
      <pc:sldChg chg="addSp modSp new mod">
        <pc:chgData name="Fei" userId="d19317889db4c986" providerId="LiveId" clId="{E87CCF37-DE99-49C7-B77F-1E4C7A3FD6FA}" dt="2022-02-16T09:20:00.985" v="3463"/>
        <pc:sldMkLst>
          <pc:docMk/>
          <pc:sldMk cId="763995558" sldId="362"/>
        </pc:sldMkLst>
        <pc:picChg chg="add">
          <ac:chgData name="Fei" userId="d19317889db4c986" providerId="LiveId" clId="{E87CCF37-DE99-49C7-B77F-1E4C7A3FD6FA}" dt="2022-02-16T09:11:43.965" v="3408" actId="22"/>
          <ac:picMkLst>
            <pc:docMk/>
            <pc:sldMk cId="763995558" sldId="362"/>
            <ac:picMk id="3" creationId="{22266487-5FC7-49C0-B99A-2BEFF6C02EE9}"/>
          </ac:picMkLst>
        </pc:picChg>
        <pc:picChg chg="add mod">
          <ac:chgData name="Fei" userId="d19317889db4c986" providerId="LiveId" clId="{E87CCF37-DE99-49C7-B77F-1E4C7A3FD6FA}" dt="2022-02-16T09:20:00.985" v="3463"/>
          <ac:picMkLst>
            <pc:docMk/>
            <pc:sldMk cId="763995558" sldId="362"/>
            <ac:picMk id="4" creationId="{996E1928-D21D-4E74-99D0-062D095AF3AA}"/>
          </ac:picMkLst>
        </pc:picChg>
      </pc:sldChg>
      <pc:sldChg chg="addSp modSp new mod">
        <pc:chgData name="Fei" userId="d19317889db4c986" providerId="LiveId" clId="{E87CCF37-DE99-49C7-B77F-1E4C7A3FD6FA}" dt="2022-02-16T09:20:01.933" v="3464"/>
        <pc:sldMkLst>
          <pc:docMk/>
          <pc:sldMk cId="3112065365" sldId="363"/>
        </pc:sldMkLst>
        <pc:picChg chg="add">
          <ac:chgData name="Fei" userId="d19317889db4c986" providerId="LiveId" clId="{E87CCF37-DE99-49C7-B77F-1E4C7A3FD6FA}" dt="2022-02-16T09:11:52.216" v="3410" actId="22"/>
          <ac:picMkLst>
            <pc:docMk/>
            <pc:sldMk cId="3112065365" sldId="363"/>
            <ac:picMk id="3" creationId="{61688D62-392A-402D-900C-A3E1AEE97B37}"/>
          </ac:picMkLst>
        </pc:picChg>
        <pc:picChg chg="add mod">
          <ac:chgData name="Fei" userId="d19317889db4c986" providerId="LiveId" clId="{E87CCF37-DE99-49C7-B77F-1E4C7A3FD6FA}" dt="2022-02-16T09:20:01.933" v="3464"/>
          <ac:picMkLst>
            <pc:docMk/>
            <pc:sldMk cId="3112065365" sldId="363"/>
            <ac:picMk id="4" creationId="{9E9A06FB-2499-4CC3-876A-AFB98B4994C4}"/>
          </ac:picMkLst>
        </pc:picChg>
      </pc:sldChg>
      <pc:sldChg chg="addSp modSp new mod">
        <pc:chgData name="Fei" userId="d19317889db4c986" providerId="LiveId" clId="{E87CCF37-DE99-49C7-B77F-1E4C7A3FD6FA}" dt="2022-02-16T09:20:36.720" v="3496" actId="1036"/>
        <pc:sldMkLst>
          <pc:docMk/>
          <pc:sldMk cId="1718474870" sldId="364"/>
        </pc:sldMkLst>
        <pc:picChg chg="add mod">
          <ac:chgData name="Fei" userId="d19317889db4c986" providerId="LiveId" clId="{E87CCF37-DE99-49C7-B77F-1E4C7A3FD6FA}" dt="2022-02-16T09:20:36.720" v="3496" actId="1036"/>
          <ac:picMkLst>
            <pc:docMk/>
            <pc:sldMk cId="1718474870" sldId="364"/>
            <ac:picMk id="3" creationId="{ACBB117E-483D-44D8-B395-B229F0BB0834}"/>
          </ac:picMkLst>
        </pc:picChg>
        <pc:picChg chg="add mod">
          <ac:chgData name="Fei" userId="d19317889db4c986" providerId="LiveId" clId="{E87CCF37-DE99-49C7-B77F-1E4C7A3FD6FA}" dt="2022-02-16T09:20:03.152" v="3465"/>
          <ac:picMkLst>
            <pc:docMk/>
            <pc:sldMk cId="1718474870" sldId="364"/>
            <ac:picMk id="4" creationId="{59171175-9B38-4460-A2B1-336564B49EA8}"/>
          </ac:picMkLst>
        </pc:picChg>
      </pc:sldChg>
      <pc:sldChg chg="new del">
        <pc:chgData name="Fei" userId="d19317889db4c986" providerId="LiveId" clId="{E87CCF37-DE99-49C7-B77F-1E4C7A3FD6FA}" dt="2022-02-16T09:12:22.570" v="3414" actId="47"/>
        <pc:sldMkLst>
          <pc:docMk/>
          <pc:sldMk cId="1841294917" sldId="365"/>
        </pc:sldMkLst>
      </pc:sldChg>
      <pc:sldChg chg="addSp modSp new mod">
        <pc:chgData name="Fei" userId="d19317889db4c986" providerId="LiveId" clId="{E87CCF37-DE99-49C7-B77F-1E4C7A3FD6FA}" dt="2022-02-16T09:20:06.044" v="3466"/>
        <pc:sldMkLst>
          <pc:docMk/>
          <pc:sldMk cId="3820094131" sldId="365"/>
        </pc:sldMkLst>
        <pc:picChg chg="add">
          <ac:chgData name="Fei" userId="d19317889db4c986" providerId="LiveId" clId="{E87CCF37-DE99-49C7-B77F-1E4C7A3FD6FA}" dt="2022-02-16T09:12:34.955" v="3416" actId="22"/>
          <ac:picMkLst>
            <pc:docMk/>
            <pc:sldMk cId="3820094131" sldId="365"/>
            <ac:picMk id="3" creationId="{C8410914-AB34-4924-A719-81EA3B579323}"/>
          </ac:picMkLst>
        </pc:picChg>
        <pc:picChg chg="add mod">
          <ac:chgData name="Fei" userId="d19317889db4c986" providerId="LiveId" clId="{E87CCF37-DE99-49C7-B77F-1E4C7A3FD6FA}" dt="2022-02-16T09:20:06.044" v="3466"/>
          <ac:picMkLst>
            <pc:docMk/>
            <pc:sldMk cId="3820094131" sldId="365"/>
            <ac:picMk id="4" creationId="{674B3C1C-D553-4838-9D18-12D4777D99AF}"/>
          </ac:picMkLst>
        </pc:picChg>
      </pc:sldChg>
      <pc:sldChg chg="addSp modSp new mod">
        <pc:chgData name="Fei" userId="d19317889db4c986" providerId="LiveId" clId="{E87CCF37-DE99-49C7-B77F-1E4C7A3FD6FA}" dt="2022-02-16T09:20:07.738" v="3467"/>
        <pc:sldMkLst>
          <pc:docMk/>
          <pc:sldMk cId="3029396091" sldId="366"/>
        </pc:sldMkLst>
        <pc:picChg chg="add">
          <ac:chgData name="Fei" userId="d19317889db4c986" providerId="LiveId" clId="{E87CCF37-DE99-49C7-B77F-1E4C7A3FD6FA}" dt="2022-02-16T09:12:55.302" v="3418" actId="22"/>
          <ac:picMkLst>
            <pc:docMk/>
            <pc:sldMk cId="3029396091" sldId="366"/>
            <ac:picMk id="3" creationId="{DD4FB24C-5509-496F-ADA3-1C67C763D7C2}"/>
          </ac:picMkLst>
        </pc:picChg>
        <pc:picChg chg="add mod">
          <ac:chgData name="Fei" userId="d19317889db4c986" providerId="LiveId" clId="{E87CCF37-DE99-49C7-B77F-1E4C7A3FD6FA}" dt="2022-02-16T09:20:07.738" v="3467"/>
          <ac:picMkLst>
            <pc:docMk/>
            <pc:sldMk cId="3029396091" sldId="366"/>
            <ac:picMk id="4" creationId="{9439D188-6D9F-425A-84BA-48862E3BA42C}"/>
          </ac:picMkLst>
        </pc:picChg>
      </pc:sldChg>
      <pc:sldChg chg="addSp modSp new mod">
        <pc:chgData name="Fei" userId="d19317889db4c986" providerId="LiveId" clId="{E87CCF37-DE99-49C7-B77F-1E4C7A3FD6FA}" dt="2022-02-16T09:20:09.192" v="3468"/>
        <pc:sldMkLst>
          <pc:docMk/>
          <pc:sldMk cId="3785641543" sldId="367"/>
        </pc:sldMkLst>
        <pc:picChg chg="add">
          <ac:chgData name="Fei" userId="d19317889db4c986" providerId="LiveId" clId="{E87CCF37-DE99-49C7-B77F-1E4C7A3FD6FA}" dt="2022-02-16T09:13:03.315" v="3420" actId="22"/>
          <ac:picMkLst>
            <pc:docMk/>
            <pc:sldMk cId="3785641543" sldId="367"/>
            <ac:picMk id="3" creationId="{2E4983A2-8C8B-427F-8311-88F52C1B9C6C}"/>
          </ac:picMkLst>
        </pc:picChg>
        <pc:picChg chg="add mod">
          <ac:chgData name="Fei" userId="d19317889db4c986" providerId="LiveId" clId="{E87CCF37-DE99-49C7-B77F-1E4C7A3FD6FA}" dt="2022-02-16T09:20:09.192" v="3468"/>
          <ac:picMkLst>
            <pc:docMk/>
            <pc:sldMk cId="3785641543" sldId="367"/>
            <ac:picMk id="4" creationId="{852FA118-2A5C-4BB9-9A1A-0F5BD925B694}"/>
          </ac:picMkLst>
        </pc:picChg>
      </pc:sldChg>
      <pc:sldChg chg="addSp modSp new mod">
        <pc:chgData name="Fei" userId="d19317889db4c986" providerId="LiveId" clId="{E87CCF37-DE99-49C7-B77F-1E4C7A3FD6FA}" dt="2022-02-16T09:20:10.322" v="3469"/>
        <pc:sldMkLst>
          <pc:docMk/>
          <pc:sldMk cId="182320755" sldId="368"/>
        </pc:sldMkLst>
        <pc:picChg chg="add">
          <ac:chgData name="Fei" userId="d19317889db4c986" providerId="LiveId" clId="{E87CCF37-DE99-49C7-B77F-1E4C7A3FD6FA}" dt="2022-02-16T09:13:22.003" v="3422" actId="22"/>
          <ac:picMkLst>
            <pc:docMk/>
            <pc:sldMk cId="182320755" sldId="368"/>
            <ac:picMk id="3" creationId="{026319AD-52AD-46CC-94D6-F4A815B66F56}"/>
          </ac:picMkLst>
        </pc:picChg>
        <pc:picChg chg="add mod">
          <ac:chgData name="Fei" userId="d19317889db4c986" providerId="LiveId" clId="{E87CCF37-DE99-49C7-B77F-1E4C7A3FD6FA}" dt="2022-02-16T09:20:10.322" v="3469"/>
          <ac:picMkLst>
            <pc:docMk/>
            <pc:sldMk cId="182320755" sldId="368"/>
            <ac:picMk id="4" creationId="{FCC08F2C-DC8E-49CE-AC34-9E33ECB75123}"/>
          </ac:picMkLst>
        </pc:picChg>
      </pc:sldChg>
      <pc:sldChg chg="addSp modSp new mod">
        <pc:chgData name="Fei" userId="d19317889db4c986" providerId="LiveId" clId="{E87CCF37-DE99-49C7-B77F-1E4C7A3FD6FA}" dt="2022-02-16T09:20:11.554" v="3470"/>
        <pc:sldMkLst>
          <pc:docMk/>
          <pc:sldMk cId="13352261" sldId="369"/>
        </pc:sldMkLst>
        <pc:picChg chg="add">
          <ac:chgData name="Fei" userId="d19317889db4c986" providerId="LiveId" clId="{E87CCF37-DE99-49C7-B77F-1E4C7A3FD6FA}" dt="2022-02-16T09:13:35.575" v="3424" actId="22"/>
          <ac:picMkLst>
            <pc:docMk/>
            <pc:sldMk cId="13352261" sldId="369"/>
            <ac:picMk id="3" creationId="{AC906A7A-1AF2-46D7-A7DE-AF1A5107E024}"/>
          </ac:picMkLst>
        </pc:picChg>
        <pc:picChg chg="add mod">
          <ac:chgData name="Fei" userId="d19317889db4c986" providerId="LiveId" clId="{E87CCF37-DE99-49C7-B77F-1E4C7A3FD6FA}" dt="2022-02-16T09:20:11.554" v="3470"/>
          <ac:picMkLst>
            <pc:docMk/>
            <pc:sldMk cId="13352261" sldId="369"/>
            <ac:picMk id="4" creationId="{5FE5ACF9-3EA0-4BE1-B632-3488E5DB8A14}"/>
          </ac:picMkLst>
        </pc:picChg>
      </pc:sldChg>
      <pc:sldChg chg="addSp modSp new mod">
        <pc:chgData name="Fei" userId="d19317889db4c986" providerId="LiveId" clId="{E87CCF37-DE99-49C7-B77F-1E4C7A3FD6FA}" dt="2022-02-16T09:20:12.424" v="3471"/>
        <pc:sldMkLst>
          <pc:docMk/>
          <pc:sldMk cId="2579815030" sldId="370"/>
        </pc:sldMkLst>
        <pc:picChg chg="add">
          <ac:chgData name="Fei" userId="d19317889db4c986" providerId="LiveId" clId="{E87CCF37-DE99-49C7-B77F-1E4C7A3FD6FA}" dt="2022-02-16T09:13:49.057" v="3426" actId="22"/>
          <ac:picMkLst>
            <pc:docMk/>
            <pc:sldMk cId="2579815030" sldId="370"/>
            <ac:picMk id="3" creationId="{16A828B7-0D60-4BF4-AC3D-048BA45B806E}"/>
          </ac:picMkLst>
        </pc:picChg>
        <pc:picChg chg="add mod">
          <ac:chgData name="Fei" userId="d19317889db4c986" providerId="LiveId" clId="{E87CCF37-DE99-49C7-B77F-1E4C7A3FD6FA}" dt="2022-02-16T09:20:12.424" v="3471"/>
          <ac:picMkLst>
            <pc:docMk/>
            <pc:sldMk cId="2579815030" sldId="370"/>
            <ac:picMk id="4" creationId="{2146BD1B-7829-40E1-A3E3-8BE912735C0E}"/>
          </ac:picMkLst>
        </pc:picChg>
      </pc:sldChg>
      <pc:sldChg chg="addSp modSp new mod">
        <pc:chgData name="Fei" userId="d19317889db4c986" providerId="LiveId" clId="{E87CCF37-DE99-49C7-B77F-1E4C7A3FD6FA}" dt="2022-02-16T09:20:48.354" v="3514" actId="1036"/>
        <pc:sldMkLst>
          <pc:docMk/>
          <pc:sldMk cId="3010103594" sldId="371"/>
        </pc:sldMkLst>
        <pc:picChg chg="add mod">
          <ac:chgData name="Fei" userId="d19317889db4c986" providerId="LiveId" clId="{E87CCF37-DE99-49C7-B77F-1E4C7A3FD6FA}" dt="2022-02-16T09:20:48.354" v="3514" actId="1036"/>
          <ac:picMkLst>
            <pc:docMk/>
            <pc:sldMk cId="3010103594" sldId="371"/>
            <ac:picMk id="3" creationId="{CCE1AD29-6971-4B37-A452-9B6AB465F5B4}"/>
          </ac:picMkLst>
        </pc:picChg>
        <pc:picChg chg="add mod">
          <ac:chgData name="Fei" userId="d19317889db4c986" providerId="LiveId" clId="{E87CCF37-DE99-49C7-B77F-1E4C7A3FD6FA}" dt="2022-02-16T09:20:13.746" v="3472"/>
          <ac:picMkLst>
            <pc:docMk/>
            <pc:sldMk cId="3010103594" sldId="371"/>
            <ac:picMk id="4" creationId="{691A4B0F-BFB5-4403-94B8-70C57FFEDBEE}"/>
          </ac:picMkLst>
        </pc:picChg>
      </pc:sldChg>
      <pc:sldChg chg="addSp modSp new mod">
        <pc:chgData name="Fei" userId="d19317889db4c986" providerId="LiveId" clId="{E87CCF37-DE99-49C7-B77F-1E4C7A3FD6FA}" dt="2022-02-16T09:20:15.163" v="3473"/>
        <pc:sldMkLst>
          <pc:docMk/>
          <pc:sldMk cId="1138114101" sldId="372"/>
        </pc:sldMkLst>
        <pc:picChg chg="add mod modCrop">
          <ac:chgData name="Fei" userId="d19317889db4c986" providerId="LiveId" clId="{E87CCF37-DE99-49C7-B77F-1E4C7A3FD6FA}" dt="2022-02-16T09:14:25.391" v="3431" actId="732"/>
          <ac:picMkLst>
            <pc:docMk/>
            <pc:sldMk cId="1138114101" sldId="372"/>
            <ac:picMk id="3" creationId="{3FAFB9A9-A38B-40DD-8CFE-E9C1126703C4}"/>
          </ac:picMkLst>
        </pc:picChg>
        <pc:picChg chg="add mod">
          <ac:chgData name="Fei" userId="d19317889db4c986" providerId="LiveId" clId="{E87CCF37-DE99-49C7-B77F-1E4C7A3FD6FA}" dt="2022-02-16T09:20:15.163" v="3473"/>
          <ac:picMkLst>
            <pc:docMk/>
            <pc:sldMk cId="1138114101" sldId="372"/>
            <ac:picMk id="4" creationId="{3A5B047D-38A0-42E2-8459-7D351CCAB8D4}"/>
          </ac:picMkLst>
        </pc:picChg>
      </pc:sldChg>
      <pc:sldChg chg="addSp modSp new mod">
        <pc:chgData name="Fei" userId="d19317889db4c986" providerId="LiveId" clId="{E87CCF37-DE99-49C7-B77F-1E4C7A3FD6FA}" dt="2022-02-16T09:20:16.587" v="3474"/>
        <pc:sldMkLst>
          <pc:docMk/>
          <pc:sldMk cId="3418740384" sldId="373"/>
        </pc:sldMkLst>
        <pc:picChg chg="add">
          <ac:chgData name="Fei" userId="d19317889db4c986" providerId="LiveId" clId="{E87CCF37-DE99-49C7-B77F-1E4C7A3FD6FA}" dt="2022-02-16T09:14:49.703" v="3433" actId="22"/>
          <ac:picMkLst>
            <pc:docMk/>
            <pc:sldMk cId="3418740384" sldId="373"/>
            <ac:picMk id="3" creationId="{5E0A42B5-5E4C-4C59-8D04-E3A7E47B7CD1}"/>
          </ac:picMkLst>
        </pc:picChg>
        <pc:picChg chg="add mod">
          <ac:chgData name="Fei" userId="d19317889db4c986" providerId="LiveId" clId="{E87CCF37-DE99-49C7-B77F-1E4C7A3FD6FA}" dt="2022-02-16T09:20:16.587" v="3474"/>
          <ac:picMkLst>
            <pc:docMk/>
            <pc:sldMk cId="3418740384" sldId="373"/>
            <ac:picMk id="4" creationId="{E39A9E70-A41A-4297-9DF1-746878F568F1}"/>
          </ac:picMkLst>
        </pc:picChg>
      </pc:sldChg>
      <pc:sldChg chg="addSp modSp new mod">
        <pc:chgData name="Fei" userId="d19317889db4c986" providerId="LiveId" clId="{E87CCF37-DE99-49C7-B77F-1E4C7A3FD6FA}" dt="2022-02-16T09:20:18.393" v="3475"/>
        <pc:sldMkLst>
          <pc:docMk/>
          <pc:sldMk cId="3007288480" sldId="374"/>
        </pc:sldMkLst>
        <pc:picChg chg="add">
          <ac:chgData name="Fei" userId="d19317889db4c986" providerId="LiveId" clId="{E87CCF37-DE99-49C7-B77F-1E4C7A3FD6FA}" dt="2022-02-16T09:14:58.784" v="3435" actId="22"/>
          <ac:picMkLst>
            <pc:docMk/>
            <pc:sldMk cId="3007288480" sldId="374"/>
            <ac:picMk id="3" creationId="{30EAD257-F9ED-45B6-8BAE-4E942770D941}"/>
          </ac:picMkLst>
        </pc:picChg>
        <pc:picChg chg="add mod">
          <ac:chgData name="Fei" userId="d19317889db4c986" providerId="LiveId" clId="{E87CCF37-DE99-49C7-B77F-1E4C7A3FD6FA}" dt="2022-02-16T09:20:18.393" v="3475"/>
          <ac:picMkLst>
            <pc:docMk/>
            <pc:sldMk cId="3007288480" sldId="374"/>
            <ac:picMk id="4" creationId="{F3A64DE8-08AB-4001-A1A3-3E94C20F9D99}"/>
          </ac:picMkLst>
        </pc:picChg>
      </pc:sldChg>
      <pc:sldChg chg="new del">
        <pc:chgData name="Fei" userId="d19317889db4c986" providerId="LiveId" clId="{E87CCF37-DE99-49C7-B77F-1E4C7A3FD6FA}" dt="2022-02-16T09:15:03.345" v="3437" actId="47"/>
        <pc:sldMkLst>
          <pc:docMk/>
          <pc:sldMk cId="274288510" sldId="375"/>
        </pc:sldMkLst>
      </pc:sldChg>
      <pc:sldChg chg="addSp modSp new mod">
        <pc:chgData name="Fei" userId="d19317889db4c986" providerId="LiveId" clId="{E87CCF37-DE99-49C7-B77F-1E4C7A3FD6FA}" dt="2022-02-16T09:20:20.822" v="3476"/>
        <pc:sldMkLst>
          <pc:docMk/>
          <pc:sldMk cId="3139266100" sldId="375"/>
        </pc:sldMkLst>
        <pc:picChg chg="add">
          <ac:chgData name="Fei" userId="d19317889db4c986" providerId="LiveId" clId="{E87CCF37-DE99-49C7-B77F-1E4C7A3FD6FA}" dt="2022-02-16T09:15:13.494" v="3439" actId="22"/>
          <ac:picMkLst>
            <pc:docMk/>
            <pc:sldMk cId="3139266100" sldId="375"/>
            <ac:picMk id="3" creationId="{A3BC6200-28C9-474F-AE95-2438BD15D99E}"/>
          </ac:picMkLst>
        </pc:picChg>
        <pc:picChg chg="add mod">
          <ac:chgData name="Fei" userId="d19317889db4c986" providerId="LiveId" clId="{E87CCF37-DE99-49C7-B77F-1E4C7A3FD6FA}" dt="2022-02-16T09:20:20.822" v="3476"/>
          <ac:picMkLst>
            <pc:docMk/>
            <pc:sldMk cId="3139266100" sldId="375"/>
            <ac:picMk id="4" creationId="{D4DA2A7A-292D-46DC-970B-5E4F884C4CF3}"/>
          </ac:picMkLst>
        </pc:picChg>
      </pc:sldChg>
      <pc:sldChg chg="addSp modSp new mod">
        <pc:chgData name="Fei" userId="d19317889db4c986" providerId="LiveId" clId="{E87CCF37-DE99-49C7-B77F-1E4C7A3FD6FA}" dt="2022-02-16T09:20:55.716" v="3538" actId="1036"/>
        <pc:sldMkLst>
          <pc:docMk/>
          <pc:sldMk cId="1453297633" sldId="376"/>
        </pc:sldMkLst>
        <pc:picChg chg="add mod">
          <ac:chgData name="Fei" userId="d19317889db4c986" providerId="LiveId" clId="{E87CCF37-DE99-49C7-B77F-1E4C7A3FD6FA}" dt="2022-02-16T09:20:55.716" v="3538" actId="1036"/>
          <ac:picMkLst>
            <pc:docMk/>
            <pc:sldMk cId="1453297633" sldId="376"/>
            <ac:picMk id="3" creationId="{EA870DBD-2F57-430C-8E29-56C8BE2A5834}"/>
          </ac:picMkLst>
        </pc:picChg>
        <pc:picChg chg="add mod">
          <ac:chgData name="Fei" userId="d19317889db4c986" providerId="LiveId" clId="{E87CCF37-DE99-49C7-B77F-1E4C7A3FD6FA}" dt="2022-02-16T09:20:21.724" v="3477"/>
          <ac:picMkLst>
            <pc:docMk/>
            <pc:sldMk cId="1453297633" sldId="376"/>
            <ac:picMk id="4" creationId="{6B705901-A4BC-44B1-B2C6-E5B576C5F566}"/>
          </ac:picMkLst>
        </pc:picChg>
      </pc:sldChg>
      <pc:sldChg chg="addSp modSp new mod">
        <pc:chgData name="Fei" userId="d19317889db4c986" providerId="LiveId" clId="{E87CCF37-DE99-49C7-B77F-1E4C7A3FD6FA}" dt="2022-02-16T09:21:16.338" v="3569" actId="732"/>
        <pc:sldMkLst>
          <pc:docMk/>
          <pc:sldMk cId="50119660" sldId="377"/>
        </pc:sldMkLst>
        <pc:picChg chg="add mod modCrop">
          <ac:chgData name="Fei" userId="d19317889db4c986" providerId="LiveId" clId="{E87CCF37-DE99-49C7-B77F-1E4C7A3FD6FA}" dt="2022-02-16T09:21:16.338" v="3569" actId="732"/>
          <ac:picMkLst>
            <pc:docMk/>
            <pc:sldMk cId="50119660" sldId="377"/>
            <ac:picMk id="3" creationId="{CFFDF75F-DE18-4348-BDE7-804262A5D9CC}"/>
          </ac:picMkLst>
        </pc:picChg>
        <pc:picChg chg="add mod">
          <ac:chgData name="Fei" userId="d19317889db4c986" providerId="LiveId" clId="{E87CCF37-DE99-49C7-B77F-1E4C7A3FD6FA}" dt="2022-02-16T09:20:22.765" v="3478"/>
          <ac:picMkLst>
            <pc:docMk/>
            <pc:sldMk cId="50119660" sldId="377"/>
            <ac:picMk id="4" creationId="{2BBBD844-E3CB-4AC6-AF79-0A590C679B29}"/>
          </ac:picMkLst>
        </pc:picChg>
      </pc:sldChg>
      <pc:sldChg chg="addSp modSp new mod">
        <pc:chgData name="Fei" userId="d19317889db4c986" providerId="LiveId" clId="{E87CCF37-DE99-49C7-B77F-1E4C7A3FD6FA}" dt="2022-02-16T09:20:59.640" v="3549" actId="1036"/>
        <pc:sldMkLst>
          <pc:docMk/>
          <pc:sldMk cId="1738306927" sldId="378"/>
        </pc:sldMkLst>
        <pc:picChg chg="add mod">
          <ac:chgData name="Fei" userId="d19317889db4c986" providerId="LiveId" clId="{E87CCF37-DE99-49C7-B77F-1E4C7A3FD6FA}" dt="2022-02-16T09:20:59.640" v="3549" actId="1036"/>
          <ac:picMkLst>
            <pc:docMk/>
            <pc:sldMk cId="1738306927" sldId="378"/>
            <ac:picMk id="3" creationId="{94198EA1-51DD-42E9-A2D3-5C52F8B4323C}"/>
          </ac:picMkLst>
        </pc:picChg>
        <pc:picChg chg="add mod">
          <ac:chgData name="Fei" userId="d19317889db4c986" providerId="LiveId" clId="{E87CCF37-DE99-49C7-B77F-1E4C7A3FD6FA}" dt="2022-02-16T09:20:24.437" v="3479"/>
          <ac:picMkLst>
            <pc:docMk/>
            <pc:sldMk cId="1738306927" sldId="378"/>
            <ac:picMk id="4" creationId="{7A202ED5-34E9-41FA-8E47-6A3458947377}"/>
          </ac:picMkLst>
        </pc:picChg>
      </pc:sldChg>
      <pc:sldChg chg="addSp modSp new mod">
        <pc:chgData name="Fei" userId="d19317889db4c986" providerId="LiveId" clId="{E87CCF37-DE99-49C7-B77F-1E4C7A3FD6FA}" dt="2022-02-16T09:21:02.381" v="3567" actId="1036"/>
        <pc:sldMkLst>
          <pc:docMk/>
          <pc:sldMk cId="525206687" sldId="379"/>
        </pc:sldMkLst>
        <pc:picChg chg="add mod">
          <ac:chgData name="Fei" userId="d19317889db4c986" providerId="LiveId" clId="{E87CCF37-DE99-49C7-B77F-1E4C7A3FD6FA}" dt="2022-02-16T09:21:02.381" v="3567" actId="1036"/>
          <ac:picMkLst>
            <pc:docMk/>
            <pc:sldMk cId="525206687" sldId="379"/>
            <ac:picMk id="3" creationId="{BA7031AD-5933-4132-9346-4483C029C04F}"/>
          </ac:picMkLst>
        </pc:picChg>
        <pc:picChg chg="add mod">
          <ac:chgData name="Fei" userId="d19317889db4c986" providerId="LiveId" clId="{E87CCF37-DE99-49C7-B77F-1E4C7A3FD6FA}" dt="2022-02-16T09:20:25.537" v="3480"/>
          <ac:picMkLst>
            <pc:docMk/>
            <pc:sldMk cId="525206687" sldId="379"/>
            <ac:picMk id="4" creationId="{95B58061-735E-4C0E-93A9-BBC07F15718F}"/>
          </ac:picMkLst>
        </pc:picChg>
      </pc:sldChg>
      <pc:sldChg chg="addSp modSp new mod">
        <pc:chgData name="Fei" userId="d19317889db4c986" providerId="LiveId" clId="{E87CCF37-DE99-49C7-B77F-1E4C7A3FD6FA}" dt="2022-02-16T09:24:21.242" v="3609" actId="1076"/>
        <pc:sldMkLst>
          <pc:docMk/>
          <pc:sldMk cId="2252357123" sldId="380"/>
        </pc:sldMkLst>
        <pc:picChg chg="add mod">
          <ac:chgData name="Fei" userId="d19317889db4c986" providerId="LiveId" clId="{E87CCF37-DE99-49C7-B77F-1E4C7A3FD6FA}" dt="2022-02-16T09:24:21.242" v="3609" actId="1076"/>
          <ac:picMkLst>
            <pc:docMk/>
            <pc:sldMk cId="2252357123" sldId="380"/>
            <ac:picMk id="3" creationId="{C81E3126-A53D-4D19-9201-EE333BD01150}"/>
          </ac:picMkLst>
        </pc:picChg>
        <pc:picChg chg="add mod">
          <ac:chgData name="Fei" userId="d19317889db4c986" providerId="LiveId" clId="{E87CCF37-DE99-49C7-B77F-1E4C7A3FD6FA}" dt="2022-02-16T09:23:57.975" v="3580"/>
          <ac:picMkLst>
            <pc:docMk/>
            <pc:sldMk cId="2252357123" sldId="380"/>
            <ac:picMk id="4" creationId="{3148A13C-F231-4AB5-87F5-B9DECE9971AA}"/>
          </ac:picMkLst>
        </pc:picChg>
      </pc:sldChg>
      <pc:sldChg chg="addSp modSp new mod">
        <pc:chgData name="Fei" userId="d19317889db4c986" providerId="LiveId" clId="{E87CCF37-DE99-49C7-B77F-1E4C7A3FD6FA}" dt="2022-02-16T09:23:58.953" v="3581"/>
        <pc:sldMkLst>
          <pc:docMk/>
          <pc:sldMk cId="3348470719" sldId="381"/>
        </pc:sldMkLst>
        <pc:picChg chg="add">
          <ac:chgData name="Fei" userId="d19317889db4c986" providerId="LiveId" clId="{E87CCF37-DE99-49C7-B77F-1E4C7A3FD6FA}" dt="2022-02-16T09:23:18.311" v="3573" actId="22"/>
          <ac:picMkLst>
            <pc:docMk/>
            <pc:sldMk cId="3348470719" sldId="381"/>
            <ac:picMk id="3" creationId="{F90A9E56-4DB8-4F11-BF7D-599359C4C2EB}"/>
          </ac:picMkLst>
        </pc:picChg>
        <pc:picChg chg="add mod">
          <ac:chgData name="Fei" userId="d19317889db4c986" providerId="LiveId" clId="{E87CCF37-DE99-49C7-B77F-1E4C7A3FD6FA}" dt="2022-02-16T09:23:58.953" v="3581"/>
          <ac:picMkLst>
            <pc:docMk/>
            <pc:sldMk cId="3348470719" sldId="381"/>
            <ac:picMk id="4" creationId="{63F6C644-07C2-423A-9481-2617B5E2A45C}"/>
          </ac:picMkLst>
        </pc:picChg>
      </pc:sldChg>
      <pc:sldChg chg="addSp modSp new mod">
        <pc:chgData name="Fei" userId="d19317889db4c986" providerId="LiveId" clId="{E87CCF37-DE99-49C7-B77F-1E4C7A3FD6FA}" dt="2022-02-16T09:24:16.526" v="3608" actId="1076"/>
        <pc:sldMkLst>
          <pc:docMk/>
          <pc:sldMk cId="3713029676" sldId="382"/>
        </pc:sldMkLst>
        <pc:picChg chg="add mod">
          <ac:chgData name="Fei" userId="d19317889db4c986" providerId="LiveId" clId="{E87CCF37-DE99-49C7-B77F-1E4C7A3FD6FA}" dt="2022-02-16T09:24:16.526" v="3608" actId="1076"/>
          <ac:picMkLst>
            <pc:docMk/>
            <pc:sldMk cId="3713029676" sldId="382"/>
            <ac:picMk id="3" creationId="{13804B12-1902-4F38-BD0C-3AA028C1A335}"/>
          </ac:picMkLst>
        </pc:picChg>
        <pc:picChg chg="add mod">
          <ac:chgData name="Fei" userId="d19317889db4c986" providerId="LiveId" clId="{E87CCF37-DE99-49C7-B77F-1E4C7A3FD6FA}" dt="2022-02-16T09:24:00.236" v="3582"/>
          <ac:picMkLst>
            <pc:docMk/>
            <pc:sldMk cId="3713029676" sldId="382"/>
            <ac:picMk id="4" creationId="{6657FF30-F4D4-4AEF-BA0D-A81841D69098}"/>
          </ac:picMkLst>
        </pc:picChg>
      </pc:sldChg>
      <pc:sldChg chg="addSp modSp new mod">
        <pc:chgData name="Fei" userId="d19317889db4c986" providerId="LiveId" clId="{E87CCF37-DE99-49C7-B77F-1E4C7A3FD6FA}" dt="2022-02-16T09:24:13.540" v="3607" actId="1076"/>
        <pc:sldMkLst>
          <pc:docMk/>
          <pc:sldMk cId="2745007930" sldId="383"/>
        </pc:sldMkLst>
        <pc:picChg chg="add mod">
          <ac:chgData name="Fei" userId="d19317889db4c986" providerId="LiveId" clId="{E87CCF37-DE99-49C7-B77F-1E4C7A3FD6FA}" dt="2022-02-16T09:24:13.540" v="3607" actId="1076"/>
          <ac:picMkLst>
            <pc:docMk/>
            <pc:sldMk cId="2745007930" sldId="383"/>
            <ac:picMk id="3" creationId="{0DE83779-255D-4670-8A22-B301AC43D8BC}"/>
          </ac:picMkLst>
        </pc:picChg>
        <pc:picChg chg="add mod">
          <ac:chgData name="Fei" userId="d19317889db4c986" providerId="LiveId" clId="{E87CCF37-DE99-49C7-B77F-1E4C7A3FD6FA}" dt="2022-02-16T09:24:01.537" v="3583"/>
          <ac:picMkLst>
            <pc:docMk/>
            <pc:sldMk cId="2745007930" sldId="383"/>
            <ac:picMk id="4" creationId="{D4F12FC4-CED0-4F9D-A10A-5EFB9D9912EC}"/>
          </ac:picMkLst>
        </pc:picChg>
      </pc:sldChg>
      <pc:sldChg chg="new del">
        <pc:chgData name="Fei" userId="d19317889db4c986" providerId="LiveId" clId="{E87CCF37-DE99-49C7-B77F-1E4C7A3FD6FA}" dt="2022-02-16T09:23:46.858" v="3579" actId="47"/>
        <pc:sldMkLst>
          <pc:docMk/>
          <pc:sldMk cId="610523855" sldId="384"/>
        </pc:sldMkLst>
      </pc:sldChg>
      <pc:sldMasterChg chg="modSp delSldLayout modSldLayout">
        <pc:chgData name="Fei" userId="d19317889db4c986" providerId="LiveId" clId="{E87CCF37-DE99-49C7-B77F-1E4C7A3FD6FA}" dt="2022-02-16T02:49:34.017" v="263"/>
        <pc:sldMasterMkLst>
          <pc:docMk/>
          <pc:sldMasterMk cId="0" sldId="2147483648"/>
        </pc:sldMasterMkLst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6" creationId="{00000000-0000-0000-0000-000000000000}"/>
          </ac:spMkLst>
        </pc:spChg>
        <pc:picChg chg="mod">
          <ac:chgData name="Fei" userId="d19317889db4c986" providerId="LiveId" clId="{E87CCF37-DE99-49C7-B77F-1E4C7A3FD6FA}" dt="2022-02-16T02:49:34.017" v="263"/>
          <ac:picMkLst>
            <pc:docMk/>
            <pc:sldMasterMk cId="0" sldId="2147483648"/>
            <ac:picMk id="7" creationId="{00000000-0000-0000-0000-000000000000}"/>
          </ac:picMkLst>
        </pc:pic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4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1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2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3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6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7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3"/>
          </pc:sldLayoutMkLst>
        </pc:sldLayoutChg>
      </pc:sldMasterChg>
      <pc:sldMasterChg chg="addSp modTransition setBg modSldLayout">
        <pc:chgData name="Fei" userId="d19317889db4c986" providerId="LiveId" clId="{E87CCF37-DE99-49C7-B77F-1E4C7A3FD6FA}" dt="2022-02-16T03:25:35.756" v="936"/>
        <pc:sldMasterMkLst>
          <pc:docMk/>
          <pc:sldMasterMk cId="764794170" sldId="2147483662"/>
        </pc:sldMasterMkLst>
        <pc:picChg chg="add">
          <ac:chgData name="Fei" userId="d19317889db4c986" providerId="LiveId" clId="{E87CCF37-DE99-49C7-B77F-1E4C7A3FD6FA}" dt="2022-02-16T02:49:34.017" v="263"/>
          <ac:picMkLst>
            <pc:docMk/>
            <pc:sldMasterMk cId="764794170" sldId="2147483662"/>
            <ac:picMk id="7" creationId="{9B6BAFAD-A2B8-4313-A4B9-04C4A136A2E2}"/>
          </ac:picMkLst>
        </pc:pic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232059321" sldId="2147483663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368769018" sldId="2147483664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485063140" sldId="2147483665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107017698" sldId="2147483666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102005667" sldId="2147483667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62760707" sldId="2147483668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147947450" sldId="2147483669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974649443" sldId="2147483670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01950614" sldId="2147483671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69028198" sldId="2147483672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353215307" sldId="2147483673"/>
          </pc:sldLayoutMkLst>
        </pc:sldLayoutChg>
      </pc:sldMasterChg>
    </pc:docChg>
  </pc:docChgLst>
  <pc:docChgLst>
    <pc:chgData name="Zheng Fei" userId="d19317889db4c986" providerId="LiveId" clId="{DE63099F-6D29-4BA2-987A-6905BF624D91}"/>
    <pc:docChg chg="undo custSel addSld delSld modSld sldOrd">
      <pc:chgData name="Zheng Fei" userId="d19317889db4c986" providerId="LiveId" clId="{DE63099F-6D29-4BA2-987A-6905BF624D91}" dt="2022-03-14T12:56:16.474" v="771" actId="2696"/>
      <pc:docMkLst>
        <pc:docMk/>
      </pc:docMkLst>
      <pc:sldChg chg="modSp mod">
        <pc:chgData name="Zheng Fei" userId="d19317889db4c986" providerId="LiveId" clId="{DE63099F-6D29-4BA2-987A-6905BF624D91}" dt="2022-03-07T16:45:36" v="659" actId="12788"/>
        <pc:sldMkLst>
          <pc:docMk/>
          <pc:sldMk cId="0" sldId="282"/>
        </pc:sldMkLst>
        <pc:spChg chg="mod">
          <ac:chgData name="Zheng Fei" userId="d19317889db4c986" providerId="LiveId" clId="{DE63099F-6D29-4BA2-987A-6905BF624D91}" dt="2022-03-07T16:45:19.010" v="655" actId="2711"/>
          <ac:spMkLst>
            <pc:docMk/>
            <pc:sldMk cId="0" sldId="282"/>
            <ac:spMk id="3" creationId="{00000000-0000-0000-0000-000000000000}"/>
          </ac:spMkLst>
        </pc:spChg>
        <pc:spChg chg="mod">
          <ac:chgData name="Zheng Fei" userId="d19317889db4c986" providerId="LiveId" clId="{DE63099F-6D29-4BA2-987A-6905BF624D91}" dt="2022-03-07T16:45:36" v="659" actId="12788"/>
          <ac:spMkLst>
            <pc:docMk/>
            <pc:sldMk cId="0" sldId="282"/>
            <ac:spMk id="5" creationId="{00000000-0000-0000-0000-000000000000}"/>
          </ac:spMkLst>
        </pc:spChg>
      </pc:sldChg>
      <pc:sldChg chg="addSp modSp mod">
        <pc:chgData name="Zheng Fei" userId="d19317889db4c986" providerId="LiveId" clId="{DE63099F-6D29-4BA2-987A-6905BF624D91}" dt="2022-03-07T16:37:14.307" v="654" actId="1036"/>
        <pc:sldMkLst>
          <pc:docMk/>
          <pc:sldMk cId="4118158739" sldId="350"/>
        </pc:sldMkLst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5" creationId="{00000000-0000-0000-0000-000000000000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6" creationId="{00000000-0000-0000-0000-000000000000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7" creationId="{00000000-0000-0000-0000-000000000000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8" creationId="{00000000-0000-0000-0000-000000000000}"/>
          </ac:spMkLst>
        </pc:spChg>
        <pc:spChg chg="add 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14" creationId="{C5B2B3CD-A25E-4142-983E-0BC14E6A300A}"/>
          </ac:spMkLst>
        </pc:spChg>
        <pc:spChg chg="add 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15" creationId="{ED83E325-5730-4209-9E2E-06449F7123B5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19" creationId="{14A0E322-51C2-3748-9018-9D449F9AB12E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20" creationId="{832CE7C9-AE8E-164F-A612-630C2CAEAF66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32" creationId="{00000000-0000-0000-0000-000000000000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33" creationId="{00000000-0000-0000-0000-000000000000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34" creationId="{00000000-0000-0000-0000-000000000000}"/>
          </ac:spMkLst>
        </pc:spChg>
        <pc:spChg chg="mod">
          <ac:chgData name="Zheng Fei" userId="d19317889db4c986" providerId="LiveId" clId="{DE63099F-6D29-4BA2-987A-6905BF624D91}" dt="2022-03-07T16:37:14.307" v="654" actId="1036"/>
          <ac:spMkLst>
            <pc:docMk/>
            <pc:sldMk cId="4118158739" sldId="350"/>
            <ac:spMk id="35" creationId="{00000000-0000-0000-0000-000000000000}"/>
          </ac:spMkLst>
        </pc:spChg>
        <pc:spChg chg="mod">
          <ac:chgData name="Zheng Fei" userId="d19317889db4c986" providerId="LiveId" clId="{DE63099F-6D29-4BA2-987A-6905BF624D91}" dt="2022-03-07T16:35:49.766" v="577"/>
          <ac:spMkLst>
            <pc:docMk/>
            <pc:sldMk cId="4118158739" sldId="350"/>
            <ac:spMk id="69" creationId="{00000000-0000-0000-0000-000000000000}"/>
          </ac:spMkLst>
        </pc:spChg>
      </pc:sldChg>
      <pc:sldChg chg="addSp delSp modSp mod">
        <pc:chgData name="Zheng Fei" userId="d19317889db4c986" providerId="LiveId" clId="{DE63099F-6D29-4BA2-987A-6905BF624D91}" dt="2022-03-07T16:05:59.066" v="529"/>
        <pc:sldMkLst>
          <pc:docMk/>
          <pc:sldMk cId="2008689145" sldId="354"/>
        </pc:sldMkLst>
        <pc:spChg chg="mod">
          <ac:chgData name="Zheng Fei" userId="d19317889db4c986" providerId="LiveId" clId="{DE63099F-6D29-4BA2-987A-6905BF624D91}" dt="2022-03-07T15:59:53.674" v="364" actId="1038"/>
          <ac:spMkLst>
            <pc:docMk/>
            <pc:sldMk cId="2008689145" sldId="354"/>
            <ac:spMk id="6" creationId="{39E50FCC-76B3-0649-A83E-FD2F4E704B85}"/>
          </ac:spMkLst>
        </pc:spChg>
        <pc:spChg chg="mod">
          <ac:chgData name="Zheng Fei" userId="d19317889db4c986" providerId="LiveId" clId="{DE63099F-6D29-4BA2-987A-6905BF624D91}" dt="2022-03-07T15:59:53.674" v="364" actId="1038"/>
          <ac:spMkLst>
            <pc:docMk/>
            <pc:sldMk cId="2008689145" sldId="354"/>
            <ac:spMk id="8" creationId="{9721B3A3-6369-D745-BE78-01267B784A5A}"/>
          </ac:spMkLst>
        </pc:spChg>
        <pc:spChg chg="mod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14" creationId="{12CFCA18-9B61-624F-A393-4D80F74F6B4B}"/>
          </ac:spMkLst>
        </pc:spChg>
        <pc:spChg chg="mod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15" creationId="{1A0DBFD6-7A92-9B45-B826-7A52157586C0}"/>
          </ac:spMkLst>
        </pc:spChg>
        <pc:spChg chg="mod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17" creationId="{F741255F-A191-8F46-B7FB-A6D9B01BF364}"/>
          </ac:spMkLst>
        </pc:spChg>
        <pc:spChg chg="mod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18" creationId="{57A8C81E-1CE5-A940-B581-362FF62E8772}"/>
          </ac:spMkLst>
        </pc:spChg>
        <pc:spChg chg="mod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19" creationId="{8A70DD39-C234-4C49-9C62-EE837D33006F}"/>
          </ac:spMkLst>
        </pc:spChg>
        <pc:spChg chg="mod">
          <ac:chgData name="Zheng Fei" userId="d19317889db4c986" providerId="LiveId" clId="{DE63099F-6D29-4BA2-987A-6905BF624D91}" dt="2022-03-07T16:05:59.066" v="529"/>
          <ac:spMkLst>
            <pc:docMk/>
            <pc:sldMk cId="2008689145" sldId="354"/>
            <ac:spMk id="20" creationId="{5F9FE686-7A08-E441-B6C8-14E6F6D9AA21}"/>
          </ac:spMkLst>
        </pc:spChg>
        <pc:spChg chg="mod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23" creationId="{BEF29FBC-C5B5-194D-9249-FA3F29F6F337}"/>
          </ac:spMkLst>
        </pc:spChg>
        <pc:spChg chg="mod">
          <ac:chgData name="Zheng Fei" userId="d19317889db4c986" providerId="LiveId" clId="{DE63099F-6D29-4BA2-987A-6905BF624D91}" dt="2022-03-07T15:59:53.674" v="364" actId="1038"/>
          <ac:spMkLst>
            <pc:docMk/>
            <pc:sldMk cId="2008689145" sldId="354"/>
            <ac:spMk id="25" creationId="{9C77EB08-8B39-0747-A5DD-C48CD102FCE3}"/>
          </ac:spMkLst>
        </pc:spChg>
        <pc:spChg chg="add mod topLvl">
          <ac:chgData name="Zheng Fei" userId="d19317889db4c986" providerId="LiveId" clId="{DE63099F-6D29-4BA2-987A-6905BF624D91}" dt="2022-03-07T16:04:50.686" v="478" actId="165"/>
          <ac:spMkLst>
            <pc:docMk/>
            <pc:sldMk cId="2008689145" sldId="354"/>
            <ac:spMk id="26" creationId="{992F5CAC-B429-4ECB-848D-358493222A95}"/>
          </ac:spMkLst>
        </pc:spChg>
        <pc:spChg chg="add mod topLvl">
          <ac:chgData name="Zheng Fei" userId="d19317889db4c986" providerId="LiveId" clId="{DE63099F-6D29-4BA2-987A-6905BF624D91}" dt="2022-03-07T16:05:27.426" v="522" actId="1038"/>
          <ac:spMkLst>
            <pc:docMk/>
            <pc:sldMk cId="2008689145" sldId="354"/>
            <ac:spMk id="27" creationId="{6D118E95-ADAB-423A-A302-64D2F4514C87}"/>
          </ac:spMkLst>
        </pc:spChg>
        <pc:spChg chg="add mod topLvl">
          <ac:chgData name="Zheng Fei" userId="d19317889db4c986" providerId="LiveId" clId="{DE63099F-6D29-4BA2-987A-6905BF624D91}" dt="2022-03-07T16:05:55.766" v="527"/>
          <ac:spMkLst>
            <pc:docMk/>
            <pc:sldMk cId="2008689145" sldId="354"/>
            <ac:spMk id="28" creationId="{04C415C9-3C96-43D5-9EDB-DF0E5BA2DECF}"/>
          </ac:spMkLst>
        </pc:spChg>
        <pc:grpChg chg="add del mod">
          <ac:chgData name="Zheng Fei" userId="d19317889db4c986" providerId="LiveId" clId="{DE63099F-6D29-4BA2-987A-6905BF624D91}" dt="2022-03-07T16:04:50.686" v="478" actId="165"/>
          <ac:grpSpMkLst>
            <pc:docMk/>
            <pc:sldMk cId="2008689145" sldId="354"/>
            <ac:grpSpMk id="5" creationId="{259A7F60-9DEB-4C3C-B38F-954B27C77D11}"/>
          </ac:grpSpMkLst>
        </pc:grpChg>
        <pc:grpChg chg="mod topLvl">
          <ac:chgData name="Zheng Fei" userId="d19317889db4c986" providerId="LiveId" clId="{DE63099F-6D29-4BA2-987A-6905BF624D91}" dt="2022-03-07T16:04:50.686" v="478" actId="165"/>
          <ac:grpSpMkLst>
            <pc:docMk/>
            <pc:sldMk cId="2008689145" sldId="354"/>
            <ac:grpSpMk id="24" creationId="{0FB888DE-6F66-4642-A848-D0BD733B9F20}"/>
          </ac:grpSpMkLst>
        </pc:grpChg>
        <pc:cxnChg chg="mod">
          <ac:chgData name="Zheng Fei" userId="d19317889db4c986" providerId="LiveId" clId="{DE63099F-6D29-4BA2-987A-6905BF624D91}" dt="2022-03-07T16:04:50.686" v="478" actId="165"/>
          <ac:cxnSpMkLst>
            <pc:docMk/>
            <pc:sldMk cId="2008689145" sldId="354"/>
            <ac:cxnSpMk id="16" creationId="{EC5D3627-6966-A540-B2E9-CABABEDDA07E}"/>
          </ac:cxnSpMkLst>
        </pc:cxnChg>
        <pc:cxnChg chg="mod">
          <ac:chgData name="Zheng Fei" userId="d19317889db4c986" providerId="LiveId" clId="{DE63099F-6D29-4BA2-987A-6905BF624D91}" dt="2022-03-07T16:04:50.686" v="478" actId="165"/>
          <ac:cxnSpMkLst>
            <pc:docMk/>
            <pc:sldMk cId="2008689145" sldId="354"/>
            <ac:cxnSpMk id="21" creationId="{3DC4E366-83A1-6E45-A7C8-C803171FC789}"/>
          </ac:cxnSpMkLst>
        </pc:cxnChg>
        <pc:cxnChg chg="add mod topLvl">
          <ac:chgData name="Zheng Fei" userId="d19317889db4c986" providerId="LiveId" clId="{DE63099F-6D29-4BA2-987A-6905BF624D91}" dt="2022-03-07T16:05:15.966" v="497" actId="14100"/>
          <ac:cxnSpMkLst>
            <pc:docMk/>
            <pc:sldMk cId="2008689145" sldId="354"/>
            <ac:cxnSpMk id="22" creationId="{1B5A8826-DDE4-4028-A22D-0B0305E3B43F}"/>
          </ac:cxnSpMkLst>
        </pc:cxnChg>
      </pc:sldChg>
      <pc:sldChg chg="delSp mod delAnim">
        <pc:chgData name="Zheng Fei" userId="d19317889db4c986" providerId="LiveId" clId="{DE63099F-6D29-4BA2-987A-6905BF624D91}" dt="2022-03-11T03:12:53.656" v="767" actId="478"/>
        <pc:sldMkLst>
          <pc:docMk/>
          <pc:sldMk cId="3973379754" sldId="355"/>
        </pc:sldMkLst>
        <pc:spChg chg="del">
          <ac:chgData name="Zheng Fei" userId="d19317889db4c986" providerId="LiveId" clId="{DE63099F-6D29-4BA2-987A-6905BF624D91}" dt="2022-03-11T03:12:53.656" v="767" actId="478"/>
          <ac:spMkLst>
            <pc:docMk/>
            <pc:sldMk cId="3973379754" sldId="355"/>
            <ac:spMk id="5" creationId="{7C13DC56-8E82-4E22-9624-058063E55084}"/>
          </ac:spMkLst>
        </pc:spChg>
      </pc:sldChg>
      <pc:sldChg chg="delSp mod delAnim">
        <pc:chgData name="Zheng Fei" userId="d19317889db4c986" providerId="LiveId" clId="{DE63099F-6D29-4BA2-987A-6905BF624D91}" dt="2022-03-11T03:12:58.421" v="768" actId="478"/>
        <pc:sldMkLst>
          <pc:docMk/>
          <pc:sldMk cId="1348524945" sldId="357"/>
        </pc:sldMkLst>
        <pc:spChg chg="del">
          <ac:chgData name="Zheng Fei" userId="d19317889db4c986" providerId="LiveId" clId="{DE63099F-6D29-4BA2-987A-6905BF624D91}" dt="2022-03-11T03:12:58.421" v="768" actId="478"/>
          <ac:spMkLst>
            <pc:docMk/>
            <pc:sldMk cId="1348524945" sldId="357"/>
            <ac:spMk id="5" creationId="{00B9BBEA-452E-47B6-8BC5-86C201F7AA51}"/>
          </ac:spMkLst>
        </pc:spChg>
      </pc:sldChg>
      <pc:sldChg chg="delSp mod delAnim">
        <pc:chgData name="Zheng Fei" userId="d19317889db4c986" providerId="LiveId" clId="{DE63099F-6D29-4BA2-987A-6905BF624D91}" dt="2022-03-11T03:13:03.825" v="769" actId="478"/>
        <pc:sldMkLst>
          <pc:docMk/>
          <pc:sldMk cId="766890209" sldId="358"/>
        </pc:sldMkLst>
        <pc:spChg chg="del">
          <ac:chgData name="Zheng Fei" userId="d19317889db4c986" providerId="LiveId" clId="{DE63099F-6D29-4BA2-987A-6905BF624D91}" dt="2022-03-11T03:13:03.825" v="769" actId="478"/>
          <ac:spMkLst>
            <pc:docMk/>
            <pc:sldMk cId="766890209" sldId="358"/>
            <ac:spMk id="5" creationId="{C57A4DF7-8C6C-425A-A887-E25931114924}"/>
          </ac:spMkLst>
        </pc:spChg>
      </pc:sldChg>
      <pc:sldChg chg="addSp modSp mod">
        <pc:chgData name="Zheng Fei" userId="d19317889db4c986" providerId="LiveId" clId="{DE63099F-6D29-4BA2-987A-6905BF624D91}" dt="2022-03-07T16:08:26.997" v="539" actId="732"/>
        <pc:sldMkLst>
          <pc:docMk/>
          <pc:sldMk cId="3196761928" sldId="366"/>
        </pc:sldMkLst>
        <pc:spChg chg="add mod">
          <ac:chgData name="Zheng Fei" userId="d19317889db4c986" providerId="LiveId" clId="{DE63099F-6D29-4BA2-987A-6905BF624D91}" dt="2022-03-07T16:08:07.107" v="537" actId="20577"/>
          <ac:spMkLst>
            <pc:docMk/>
            <pc:sldMk cId="3196761928" sldId="366"/>
            <ac:spMk id="5" creationId="{FC60DA1B-53B7-4CD7-BB02-DFE32BD6AF5E}"/>
          </ac:spMkLst>
        </pc:spChg>
        <pc:spChg chg="add mod">
          <ac:chgData name="Zheng Fei" userId="d19317889db4c986" providerId="LiveId" clId="{DE63099F-6D29-4BA2-987A-6905BF624D91}" dt="2022-03-07T15:26:34.113" v="75"/>
          <ac:spMkLst>
            <pc:docMk/>
            <pc:sldMk cId="3196761928" sldId="366"/>
            <ac:spMk id="7" creationId="{547BF310-3B53-47CD-A949-AAC0CEC8170B}"/>
          </ac:spMkLst>
        </pc:spChg>
        <pc:picChg chg="mod modCrop">
          <ac:chgData name="Zheng Fei" userId="d19317889db4c986" providerId="LiveId" clId="{DE63099F-6D29-4BA2-987A-6905BF624D91}" dt="2022-03-07T16:08:26.997" v="539" actId="732"/>
          <ac:picMkLst>
            <pc:docMk/>
            <pc:sldMk cId="3196761928" sldId="366"/>
            <ac:picMk id="2" creationId="{49727542-EA4D-2343-92B9-0E2D7EAF78DA}"/>
          </ac:picMkLst>
        </pc:picChg>
        <pc:picChg chg="mod">
          <ac:chgData name="Zheng Fei" userId="d19317889db4c986" providerId="LiveId" clId="{DE63099F-6D29-4BA2-987A-6905BF624D91}" dt="2022-03-07T15:21:28.491" v="24" actId="1076"/>
          <ac:picMkLst>
            <pc:docMk/>
            <pc:sldMk cId="3196761928" sldId="366"/>
            <ac:picMk id="1026" creationId="{4DA24AFF-F782-F140-83D5-03FA42953E88}"/>
          </ac:picMkLst>
        </pc:picChg>
      </pc:sldChg>
      <pc:sldChg chg="delSp mod delAnim">
        <pc:chgData name="Zheng Fei" userId="d19317889db4c986" providerId="LiveId" clId="{DE63099F-6D29-4BA2-987A-6905BF624D91}" dt="2022-03-11T03:12:40.588" v="764" actId="478"/>
        <pc:sldMkLst>
          <pc:docMk/>
          <pc:sldMk cId="2755872099" sldId="429"/>
        </pc:sldMkLst>
        <pc:spChg chg="del">
          <ac:chgData name="Zheng Fei" userId="d19317889db4c986" providerId="LiveId" clId="{DE63099F-6D29-4BA2-987A-6905BF624D91}" dt="2022-03-11T03:12:40.588" v="764" actId="478"/>
          <ac:spMkLst>
            <pc:docMk/>
            <pc:sldMk cId="2755872099" sldId="429"/>
            <ac:spMk id="6" creationId="{FE2A3C96-A4EC-2F4F-9457-A3013B83A3E8}"/>
          </ac:spMkLst>
        </pc:spChg>
        <pc:spChg chg="del">
          <ac:chgData name="Zheng Fei" userId="d19317889db4c986" providerId="LiveId" clId="{DE63099F-6D29-4BA2-987A-6905BF624D91}" dt="2022-03-11T03:12:39.182" v="763" actId="478"/>
          <ac:spMkLst>
            <pc:docMk/>
            <pc:sldMk cId="2755872099" sldId="429"/>
            <ac:spMk id="7" creationId="{8C316444-E877-E343-94B9-624C5D8CD699}"/>
          </ac:spMkLst>
        </pc:spChg>
      </pc:sldChg>
      <pc:sldChg chg="delSp mod delAnim">
        <pc:chgData name="Zheng Fei" userId="d19317889db4c986" providerId="LiveId" clId="{DE63099F-6D29-4BA2-987A-6905BF624D91}" dt="2022-03-11T03:12:48.998" v="766" actId="478"/>
        <pc:sldMkLst>
          <pc:docMk/>
          <pc:sldMk cId="3535278363" sldId="430"/>
        </pc:sldMkLst>
        <pc:spChg chg="del">
          <ac:chgData name="Zheng Fei" userId="d19317889db4c986" providerId="LiveId" clId="{DE63099F-6D29-4BA2-987A-6905BF624D91}" dt="2022-03-11T03:12:48.998" v="766" actId="478"/>
          <ac:spMkLst>
            <pc:docMk/>
            <pc:sldMk cId="3535278363" sldId="430"/>
            <ac:spMk id="5" creationId="{62E62F75-B0F8-C243-905C-A2C187C90DB2}"/>
          </ac:spMkLst>
        </pc:spChg>
        <pc:spChg chg="del">
          <ac:chgData name="Zheng Fei" userId="d19317889db4c986" providerId="LiveId" clId="{DE63099F-6D29-4BA2-987A-6905BF624D91}" dt="2022-03-11T03:12:45.025" v="765" actId="478"/>
          <ac:spMkLst>
            <pc:docMk/>
            <pc:sldMk cId="3535278363" sldId="430"/>
            <ac:spMk id="6" creationId="{B7300557-1212-2A4D-8E25-D028A8E67E63}"/>
          </ac:spMkLst>
        </pc:spChg>
      </pc:sldChg>
      <pc:sldChg chg="modSp mod">
        <pc:chgData name="Zheng Fei" userId="d19317889db4c986" providerId="LiveId" clId="{DE63099F-6D29-4BA2-987A-6905BF624D91}" dt="2022-03-07T16:07:39.647" v="534" actId="20577"/>
        <pc:sldMkLst>
          <pc:docMk/>
          <pc:sldMk cId="493655791" sldId="432"/>
        </pc:sldMkLst>
        <pc:spChg chg="mod">
          <ac:chgData name="Zheng Fei" userId="d19317889db4c986" providerId="LiveId" clId="{DE63099F-6D29-4BA2-987A-6905BF624D91}" dt="2022-03-07T16:07:39.647" v="534" actId="20577"/>
          <ac:spMkLst>
            <pc:docMk/>
            <pc:sldMk cId="493655791" sldId="432"/>
            <ac:spMk id="4" creationId="{DBB0513B-7DA6-EA4D-9114-904FB2CB9BC5}"/>
          </ac:spMkLst>
        </pc:spChg>
      </pc:sldChg>
      <pc:sldChg chg="modSp mod">
        <pc:chgData name="Zheng Fei" userId="d19317889db4c986" providerId="LiveId" clId="{DE63099F-6D29-4BA2-987A-6905BF624D91}" dt="2022-03-07T16:07:45.877" v="536" actId="20577"/>
        <pc:sldMkLst>
          <pc:docMk/>
          <pc:sldMk cId="3974935896" sldId="433"/>
        </pc:sldMkLst>
        <pc:spChg chg="mod">
          <ac:chgData name="Zheng Fei" userId="d19317889db4c986" providerId="LiveId" clId="{DE63099F-6D29-4BA2-987A-6905BF624D91}" dt="2022-03-07T16:07:45.877" v="536" actId="20577"/>
          <ac:spMkLst>
            <pc:docMk/>
            <pc:sldMk cId="3974935896" sldId="433"/>
            <ac:spMk id="7" creationId="{8B2E0F56-7CEF-2B44-BECC-E7F22D286E5A}"/>
          </ac:spMkLst>
        </pc:spChg>
      </pc:sldChg>
      <pc:sldChg chg="addSp delSp modSp add mod modAnim">
        <pc:chgData name="Zheng Fei" userId="d19317889db4c986" providerId="LiveId" clId="{DE63099F-6D29-4BA2-987A-6905BF624D91}" dt="2022-03-07T15:49:44.950" v="285"/>
        <pc:sldMkLst>
          <pc:docMk/>
          <pc:sldMk cId="1072083810" sldId="434"/>
        </pc:sldMkLst>
        <pc:spChg chg="mod">
          <ac:chgData name="Zheng Fei" userId="d19317889db4c986" providerId="LiveId" clId="{DE63099F-6D29-4BA2-987A-6905BF624D91}" dt="2022-03-07T15:49:09.491" v="281"/>
          <ac:spMkLst>
            <pc:docMk/>
            <pc:sldMk cId="1072083810" sldId="434"/>
            <ac:spMk id="3" creationId="{8574147B-3652-D54B-8192-3A112C0A1C4D}"/>
          </ac:spMkLst>
        </pc:spChg>
        <pc:spChg chg="del mod">
          <ac:chgData name="Zheng Fei" userId="d19317889db4c986" providerId="LiveId" clId="{DE63099F-6D29-4BA2-987A-6905BF624D91}" dt="2022-03-07T15:46:50.550" v="245" actId="478"/>
          <ac:spMkLst>
            <pc:docMk/>
            <pc:sldMk cId="1072083810" sldId="434"/>
            <ac:spMk id="4" creationId="{A554576B-4591-0443-AF26-C32FEF29A44E}"/>
          </ac:spMkLst>
        </pc:spChg>
        <pc:spChg chg="add mod">
          <ac:chgData name="Zheng Fei" userId="d19317889db4c986" providerId="LiveId" clId="{DE63099F-6D29-4BA2-987A-6905BF624D91}" dt="2022-03-07T15:48:09.800" v="276" actId="20577"/>
          <ac:spMkLst>
            <pc:docMk/>
            <pc:sldMk cId="1072083810" sldId="434"/>
            <ac:spMk id="5" creationId="{A10E0800-1397-4D1A-92DB-881788D58CFC}"/>
          </ac:spMkLst>
        </pc:spChg>
      </pc:sldChg>
      <pc:sldChg chg="del">
        <pc:chgData name="Zheng Fei" userId="d19317889db4c986" providerId="LiveId" clId="{DE63099F-6D29-4BA2-987A-6905BF624D91}" dt="2022-03-07T15:45:41.389" v="239" actId="2696"/>
        <pc:sldMkLst>
          <pc:docMk/>
          <pc:sldMk cId="2704890675" sldId="434"/>
        </pc:sldMkLst>
      </pc:sldChg>
      <pc:sldChg chg="addSp modSp mod modAnim">
        <pc:chgData name="Zheng Fei" userId="d19317889db4c986" providerId="LiveId" clId="{DE63099F-6D29-4BA2-987A-6905BF624D91}" dt="2022-03-07T15:47:21.640" v="274" actId="20577"/>
        <pc:sldMkLst>
          <pc:docMk/>
          <pc:sldMk cId="3096755508" sldId="436"/>
        </pc:sldMkLst>
        <pc:spChg chg="mod">
          <ac:chgData name="Zheng Fei" userId="d19317889db4c986" providerId="LiveId" clId="{DE63099F-6D29-4BA2-987A-6905BF624D91}" dt="2022-03-07T15:45:14.169" v="238" actId="113"/>
          <ac:spMkLst>
            <pc:docMk/>
            <pc:sldMk cId="3096755508" sldId="436"/>
            <ac:spMk id="2" creationId="{4181E73D-0A95-C543-9B26-5C5CCE909C70}"/>
          </ac:spMkLst>
        </pc:spChg>
        <pc:spChg chg="add mod">
          <ac:chgData name="Zheng Fei" userId="d19317889db4c986" providerId="LiveId" clId="{DE63099F-6D29-4BA2-987A-6905BF624D91}" dt="2022-03-07T15:44:33.059" v="194" actId="1035"/>
          <ac:spMkLst>
            <pc:docMk/>
            <pc:sldMk cId="3096755508" sldId="436"/>
            <ac:spMk id="4" creationId="{B1A5DBC6-4471-4C8B-98D4-981D6871B6C8}"/>
          </ac:spMkLst>
        </pc:spChg>
        <pc:spChg chg="add mod">
          <ac:chgData name="Zheng Fei" userId="d19317889db4c986" providerId="LiveId" clId="{DE63099F-6D29-4BA2-987A-6905BF624D91}" dt="2022-03-07T15:44:33.059" v="194" actId="1035"/>
          <ac:spMkLst>
            <pc:docMk/>
            <pc:sldMk cId="3096755508" sldId="436"/>
            <ac:spMk id="6" creationId="{57EBBAC0-6C1F-4FF2-A000-C2154E95AA6B}"/>
          </ac:spMkLst>
        </pc:spChg>
        <pc:spChg chg="add mod">
          <ac:chgData name="Zheng Fei" userId="d19317889db4c986" providerId="LiveId" clId="{DE63099F-6D29-4BA2-987A-6905BF624D91}" dt="2022-03-07T15:44:33.059" v="194" actId="1035"/>
          <ac:spMkLst>
            <pc:docMk/>
            <pc:sldMk cId="3096755508" sldId="436"/>
            <ac:spMk id="8" creationId="{4FF38363-8772-4017-B39C-EAE33DCC30D9}"/>
          </ac:spMkLst>
        </pc:spChg>
        <pc:spChg chg="add mod">
          <ac:chgData name="Zheng Fei" userId="d19317889db4c986" providerId="LiveId" clId="{DE63099F-6D29-4BA2-987A-6905BF624D91}" dt="2022-03-07T15:44:40.969" v="236" actId="1035"/>
          <ac:spMkLst>
            <pc:docMk/>
            <pc:sldMk cId="3096755508" sldId="436"/>
            <ac:spMk id="10" creationId="{28636DD2-FE5B-4888-9B1D-034C1E41AFB6}"/>
          </ac:spMkLst>
        </pc:spChg>
        <pc:spChg chg="add mod">
          <ac:chgData name="Zheng Fei" userId="d19317889db4c986" providerId="LiveId" clId="{DE63099F-6D29-4BA2-987A-6905BF624D91}" dt="2022-03-07T15:47:21.640" v="274" actId="20577"/>
          <ac:spMkLst>
            <pc:docMk/>
            <pc:sldMk cId="3096755508" sldId="436"/>
            <ac:spMk id="11" creationId="{2D17F71D-EE33-4B1A-BB2F-C9DFCFE01D99}"/>
          </ac:spMkLst>
        </pc:spChg>
      </pc:sldChg>
      <pc:sldChg chg="modSp mod">
        <pc:chgData name="Zheng Fei" userId="d19317889db4c986" providerId="LiveId" clId="{DE63099F-6D29-4BA2-987A-6905BF624D91}" dt="2022-03-07T16:07:33.527" v="532" actId="20577"/>
        <pc:sldMkLst>
          <pc:docMk/>
          <pc:sldMk cId="637669273" sldId="437"/>
        </pc:sldMkLst>
        <pc:spChg chg="mod">
          <ac:chgData name="Zheng Fei" userId="d19317889db4c986" providerId="LiveId" clId="{DE63099F-6D29-4BA2-987A-6905BF624D91}" dt="2022-03-07T16:07:33.527" v="532" actId="20577"/>
          <ac:spMkLst>
            <pc:docMk/>
            <pc:sldMk cId="637669273" sldId="437"/>
            <ac:spMk id="3" creationId="{34C5F820-9398-B24F-BC8A-DC459D17FE42}"/>
          </ac:spMkLst>
        </pc:spChg>
      </pc:sldChg>
      <pc:sldChg chg="del">
        <pc:chgData name="Zheng Fei" userId="d19317889db4c986" providerId="LiveId" clId="{DE63099F-6D29-4BA2-987A-6905BF624D91}" dt="2022-03-07T16:07:26.697" v="530" actId="47"/>
        <pc:sldMkLst>
          <pc:docMk/>
          <pc:sldMk cId="2516658659" sldId="439"/>
        </pc:sldMkLst>
      </pc:sldChg>
      <pc:sldChg chg="addSp modSp new mod">
        <pc:chgData name="Zheng Fei" userId="d19317889db4c986" providerId="LiveId" clId="{DE63099F-6D29-4BA2-987A-6905BF624D91}" dt="2022-03-07T15:36:49.216" v="105" actId="2710"/>
        <pc:sldMkLst>
          <pc:docMk/>
          <pc:sldMk cId="1274441548" sldId="440"/>
        </pc:sldMkLst>
        <pc:spChg chg="add mod">
          <ac:chgData name="Zheng Fei" userId="d19317889db4c986" providerId="LiveId" clId="{DE63099F-6D29-4BA2-987A-6905BF624D91}" dt="2022-03-07T15:36:49.216" v="105" actId="2710"/>
          <ac:spMkLst>
            <pc:docMk/>
            <pc:sldMk cId="1274441548" sldId="440"/>
            <ac:spMk id="3" creationId="{5B16710E-311C-46E5-BD3F-BB36D1E97DB8}"/>
          </ac:spMkLst>
        </pc:spChg>
      </pc:sldChg>
      <pc:sldChg chg="delSp modSp add mod setBg delDesignElem">
        <pc:chgData name="Zheng Fei" userId="d19317889db4c986" providerId="LiveId" clId="{DE63099F-6D29-4BA2-987A-6905BF624D91}" dt="2022-03-07T16:33:14.456" v="560"/>
        <pc:sldMkLst>
          <pc:docMk/>
          <pc:sldMk cId="4017712638" sldId="441"/>
        </pc:sldMkLst>
        <pc:spChg chg="mod">
          <ac:chgData name="Zheng Fei" userId="d19317889db4c986" providerId="LiveId" clId="{DE63099F-6D29-4BA2-987A-6905BF624D91}" dt="2022-03-07T16:33:14.456" v="560"/>
          <ac:spMkLst>
            <pc:docMk/>
            <pc:sldMk cId="4017712638" sldId="441"/>
            <ac:spMk id="10" creationId="{346F09B9-A702-E94C-A838-E5B4443ABB9A}"/>
          </ac:spMkLst>
        </pc:spChg>
        <pc:spChg chg="del">
          <ac:chgData name="Zheng Fei" userId="d19317889db4c986" providerId="LiveId" clId="{DE63099F-6D29-4BA2-987A-6905BF624D91}" dt="2022-03-07T16:31:00.525" v="541"/>
          <ac:spMkLst>
            <pc:docMk/>
            <pc:sldMk cId="4017712638" sldId="441"/>
            <ac:spMk id="71" creationId="{19B2EB12-332C-4DCC-9746-30DD4690F95F}"/>
          </ac:spMkLst>
        </pc:spChg>
        <pc:grpChg chg="del">
          <ac:chgData name="Zheng Fei" userId="d19317889db4c986" providerId="LiveId" clId="{DE63099F-6D29-4BA2-987A-6905BF624D91}" dt="2022-03-07T16:31:00.525" v="541"/>
          <ac:grpSpMkLst>
            <pc:docMk/>
            <pc:sldMk cId="4017712638" sldId="441"/>
            <ac:grpSpMk id="72" creationId="{AFD40B55-BABB-4B33-ADD3-0C2340430678}"/>
          </ac:grpSpMkLst>
        </pc:grpChg>
        <pc:grpChg chg="del">
          <ac:chgData name="Zheng Fei" userId="d19317889db4c986" providerId="LiveId" clId="{DE63099F-6D29-4BA2-987A-6905BF624D91}" dt="2022-03-07T16:31:00.525" v="541"/>
          <ac:grpSpMkLst>
            <pc:docMk/>
            <pc:sldMk cId="4017712638" sldId="441"/>
            <ac:grpSpMk id="74" creationId="{E616EDA1-F722-4C6A-AD2F-E487C7EBE6BD}"/>
          </ac:grpSpMkLst>
        </pc:grpChg>
        <pc:grpChg chg="del">
          <ac:chgData name="Zheng Fei" userId="d19317889db4c986" providerId="LiveId" clId="{DE63099F-6D29-4BA2-987A-6905BF624D91}" dt="2022-03-07T16:31:00.525" v="541"/>
          <ac:grpSpMkLst>
            <pc:docMk/>
            <pc:sldMk cId="4017712638" sldId="441"/>
            <ac:grpSpMk id="77" creationId="{718BCC2B-0684-4382-A2D3-C9ADC776876E}"/>
          </ac:grpSpMkLst>
        </pc:grpChg>
        <pc:grpChg chg="del">
          <ac:chgData name="Zheng Fei" userId="d19317889db4c986" providerId="LiveId" clId="{DE63099F-6D29-4BA2-987A-6905BF624D91}" dt="2022-03-07T16:31:00.525" v="541"/>
          <ac:grpSpMkLst>
            <pc:docMk/>
            <pc:sldMk cId="4017712638" sldId="441"/>
            <ac:grpSpMk id="80" creationId="{B5D0BDB0-2E17-4D86-BEE1-1A1817E04694}"/>
          </ac:grpSpMkLst>
        </pc:grpChg>
        <pc:picChg chg="mod">
          <ac:chgData name="Zheng Fei" userId="d19317889db4c986" providerId="LiveId" clId="{DE63099F-6D29-4BA2-987A-6905BF624D91}" dt="2022-03-07T16:32:18.635" v="557" actId="14100"/>
          <ac:picMkLst>
            <pc:docMk/>
            <pc:sldMk cId="4017712638" sldId="441"/>
            <ac:picMk id="3" creationId="{2204A267-DBB4-BB4A-9B2E-EC657F3D0D90}"/>
          </ac:picMkLst>
        </pc:picChg>
        <pc:picChg chg="mod">
          <ac:chgData name="Zheng Fei" userId="d19317889db4c986" providerId="LiveId" clId="{DE63099F-6D29-4BA2-987A-6905BF624D91}" dt="2022-03-07T16:32:07.316" v="552" actId="14100"/>
          <ac:picMkLst>
            <pc:docMk/>
            <pc:sldMk cId="4017712638" sldId="441"/>
            <ac:picMk id="5" creationId="{9A41B6F4-8C11-DE45-B694-AA0979A12632}"/>
          </ac:picMkLst>
        </pc:picChg>
        <pc:picChg chg="mod">
          <ac:chgData name="Zheng Fei" userId="d19317889db4c986" providerId="LiveId" clId="{DE63099F-6D29-4BA2-987A-6905BF624D91}" dt="2022-03-07T16:32:03.575" v="551" actId="1076"/>
          <ac:picMkLst>
            <pc:docMk/>
            <pc:sldMk cId="4017712638" sldId="441"/>
            <ac:picMk id="7" creationId="{50C17091-5D0F-C740-B664-019AE686EC35}"/>
          </ac:picMkLst>
        </pc:picChg>
        <pc:picChg chg="mod">
          <ac:chgData name="Zheng Fei" userId="d19317889db4c986" providerId="LiveId" clId="{DE63099F-6D29-4BA2-987A-6905BF624D91}" dt="2022-03-07T16:32:12.596" v="555" actId="14100"/>
          <ac:picMkLst>
            <pc:docMk/>
            <pc:sldMk cId="4017712638" sldId="441"/>
            <ac:picMk id="9" creationId="{15D4C201-BB36-8F4C-8E39-2F9B0BD7E0CE}"/>
          </ac:picMkLst>
        </pc:picChg>
      </pc:sldChg>
      <pc:sldChg chg="addSp delSp modSp new mod ord setBg">
        <pc:chgData name="Zheng Fei" userId="d19317889db4c986" providerId="LiveId" clId="{DE63099F-6D29-4BA2-987A-6905BF624D91}" dt="2022-03-07T17:02:53.726" v="673"/>
        <pc:sldMkLst>
          <pc:docMk/>
          <pc:sldMk cId="3417570309" sldId="442"/>
        </pc:sldMkLst>
        <pc:spChg chg="add del">
          <ac:chgData name="Zheng Fei" userId="d19317889db4c986" providerId="LiveId" clId="{DE63099F-6D29-4BA2-987A-6905BF624D91}" dt="2022-03-07T16:57:32.454" v="670" actId="26606"/>
          <ac:spMkLst>
            <pc:docMk/>
            <pc:sldMk cId="3417570309" sldId="442"/>
            <ac:spMk id="5" creationId="{DA2E7C1E-2B5A-4BBA-AE51-1CD8C19309D7}"/>
          </ac:spMkLst>
        </pc:spChg>
        <pc:spChg chg="add del">
          <ac:chgData name="Zheng Fei" userId="d19317889db4c986" providerId="LiveId" clId="{DE63099F-6D29-4BA2-987A-6905BF624D91}" dt="2022-03-07T16:57:32.454" v="670" actId="26606"/>
          <ac:spMkLst>
            <pc:docMk/>
            <pc:sldMk cId="3417570309" sldId="442"/>
            <ac:spMk id="6" creationId="{43DF76B1-5174-4FAF-9D19-FFEE98426836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8" creationId="{F3060C83-F051-4F0E-ABAD-AA0DFC48B218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10" creationId="{83C98ABE-055B-441F-B07E-44F97F083C39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12" creationId="{29FDB030-9B49-4CED-8CCD-4D99382388AC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14" creationId="{3783CA14-24A1-485C-8B30-D6A5D87987AD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16" creationId="{9A97C86A-04D6-40F7-AE84-31AB43E6A846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18" creationId="{FF9F2414-84E8-453E-B1F3-389FDE8192D9}"/>
          </ac:spMkLst>
        </pc:spChg>
        <pc:spChg chg="add del">
          <ac:chgData name="Zheng Fei" userId="d19317889db4c986" providerId="LiveId" clId="{DE63099F-6D29-4BA2-987A-6905BF624D91}" dt="2022-03-07T16:57:23.464" v="666" actId="26606"/>
          <ac:spMkLst>
            <pc:docMk/>
            <pc:sldMk cId="3417570309" sldId="442"/>
            <ac:spMk id="20" creationId="{3ECA69A1-7536-43AC-85EF-C7106179F5ED}"/>
          </ac:spMkLst>
        </pc:spChg>
        <pc:picChg chg="add mod">
          <ac:chgData name="Zheng Fei" userId="d19317889db4c986" providerId="LiveId" clId="{DE63099F-6D29-4BA2-987A-6905BF624D91}" dt="2022-03-07T16:57:32.454" v="671" actId="26606"/>
          <ac:picMkLst>
            <pc:docMk/>
            <pc:sldMk cId="3417570309" sldId="442"/>
            <ac:picMk id="3" creationId="{2A28D908-2014-4553-853B-3AF2A64255E6}"/>
          </ac:picMkLst>
        </pc:picChg>
      </pc:sldChg>
      <pc:sldChg chg="addSp modSp new mod">
        <pc:chgData name="Zheng Fei" userId="d19317889db4c986" providerId="LiveId" clId="{DE63099F-6D29-4BA2-987A-6905BF624D91}" dt="2022-03-07T17:06:53.447" v="762"/>
        <pc:sldMkLst>
          <pc:docMk/>
          <pc:sldMk cId="2614748826" sldId="443"/>
        </pc:sldMkLst>
        <pc:spChg chg="add mod">
          <ac:chgData name="Zheng Fei" userId="d19317889db4c986" providerId="LiveId" clId="{DE63099F-6D29-4BA2-987A-6905BF624D91}" dt="2022-03-07T17:06:53.447" v="762"/>
          <ac:spMkLst>
            <pc:docMk/>
            <pc:sldMk cId="2614748826" sldId="443"/>
            <ac:spMk id="2" creationId="{F996D13C-6470-4E3D-B98C-A4717919A8B1}"/>
          </ac:spMkLst>
        </pc:spChg>
      </pc:sldChg>
      <pc:sldChg chg="add del">
        <pc:chgData name="Zheng Fei" userId="d19317889db4c986" providerId="LiveId" clId="{DE63099F-6D29-4BA2-987A-6905BF624D91}" dt="2022-03-14T12:56:16.474" v="771" actId="2696"/>
        <pc:sldMkLst>
          <pc:docMk/>
          <pc:sldMk cId="854669567" sldId="444"/>
        </pc:sldMkLst>
      </pc:sldChg>
    </pc:docChg>
  </pc:docChgLst>
  <pc:docChgLst>
    <pc:chgData name="Zheng Fei" userId="d19317889db4c986" providerId="LiveId" clId="{D0A8C4E6-70D5-4743-974A-A70083A7AE22}"/>
    <pc:docChg chg="custSel addSld modSld">
      <pc:chgData name="Zheng Fei" userId="d19317889db4c986" providerId="LiveId" clId="{D0A8C4E6-70D5-4743-974A-A70083A7AE22}" dt="2022-12-12T02:48:38.279" v="6" actId="26606"/>
      <pc:docMkLst>
        <pc:docMk/>
      </pc:docMkLst>
      <pc:sldChg chg="addSp delSp modSp new mod setBg">
        <pc:chgData name="Zheng Fei" userId="d19317889db4c986" providerId="LiveId" clId="{D0A8C4E6-70D5-4743-974A-A70083A7AE22}" dt="2022-12-12T02:48:38.279" v="6" actId="26606"/>
        <pc:sldMkLst>
          <pc:docMk/>
          <pc:sldMk cId="3079202661" sldId="454"/>
        </pc:sldMkLst>
        <pc:spChg chg="add del">
          <ac:chgData name="Zheng Fei" userId="d19317889db4c986" providerId="LiveId" clId="{D0A8C4E6-70D5-4743-974A-A70083A7AE22}" dt="2022-12-12T02:48:18.916" v="2"/>
          <ac:spMkLst>
            <pc:docMk/>
            <pc:sldMk cId="3079202661" sldId="454"/>
            <ac:spMk id="2" creationId="{02C111FB-DBD8-B77F-58F2-AD5434F365F2}"/>
          </ac:spMkLst>
        </pc:spChg>
        <pc:spChg chg="add del">
          <ac:chgData name="Zheng Fei" userId="d19317889db4c986" providerId="LiveId" clId="{D0A8C4E6-70D5-4743-974A-A70083A7AE22}" dt="2022-12-12T02:48:25.193" v="4" actId="478"/>
          <ac:spMkLst>
            <pc:docMk/>
            <pc:sldMk cId="3079202661" sldId="454"/>
            <ac:spMk id="3" creationId="{A1D8FB8E-22DF-2148-C70D-A621AB7295AB}"/>
          </ac:spMkLst>
        </pc:spChg>
        <pc:spChg chg="add">
          <ac:chgData name="Zheng Fei" userId="d19317889db4c986" providerId="LiveId" clId="{D0A8C4E6-70D5-4743-974A-A70083A7AE22}" dt="2022-12-12T02:48:38.279" v="6" actId="26606"/>
          <ac:spMkLst>
            <pc:docMk/>
            <pc:sldMk cId="3079202661" sldId="454"/>
            <ac:spMk id="1035" creationId="{42A4FC2C-047E-45A5-965D-8E1E3BF09BC6}"/>
          </ac:spMkLst>
        </pc:spChg>
        <pc:picChg chg="add mod">
          <ac:chgData name="Zheng Fei" userId="d19317889db4c986" providerId="LiveId" clId="{D0A8C4E6-70D5-4743-974A-A70083A7AE22}" dt="2022-12-12T02:48:38.279" v="6" actId="26606"/>
          <ac:picMkLst>
            <pc:docMk/>
            <pc:sldMk cId="3079202661" sldId="454"/>
            <ac:picMk id="1030" creationId="{49D4C8FD-A4C3-A447-5F9A-7CA1233B23B7}"/>
          </ac:picMkLst>
        </pc:picChg>
      </pc:sldChg>
    </pc:docChg>
  </pc:docChgLst>
  <pc:docChgLst>
    <pc:chgData name="Zheng Fei" userId="d19317889db4c986" providerId="LiveId" clId="{AF991CE8-32CD-430C-9159-7A2B81EBCCCE}"/>
    <pc:docChg chg="custSel addSld delSld modSld">
      <pc:chgData name="Zheng Fei" userId="d19317889db4c986" providerId="LiveId" clId="{AF991CE8-32CD-430C-9159-7A2B81EBCCCE}" dt="2023-02-23T05:41:28.405" v="14" actId="403"/>
      <pc:docMkLst>
        <pc:docMk/>
      </pc:docMkLst>
      <pc:sldChg chg="delSp mod">
        <pc:chgData name="Zheng Fei" userId="d19317889db4c986" providerId="LiveId" clId="{AF991CE8-32CD-430C-9159-7A2B81EBCCCE}" dt="2023-02-23T05:39:46.535" v="4" actId="478"/>
        <pc:sldMkLst>
          <pc:docMk/>
          <pc:sldMk cId="766890209" sldId="358"/>
        </pc:sldMkLst>
        <pc:spChg chg="del">
          <ac:chgData name="Zheng Fei" userId="d19317889db4c986" providerId="LiveId" clId="{AF991CE8-32CD-430C-9159-7A2B81EBCCCE}" dt="2023-02-23T05:39:46.535" v="4" actId="478"/>
          <ac:spMkLst>
            <pc:docMk/>
            <pc:sldMk cId="766890209" sldId="358"/>
            <ac:spMk id="2" creationId="{8D508825-97FF-9C4A-AC39-7D56FF33DF8C}"/>
          </ac:spMkLst>
        </pc:spChg>
      </pc:sldChg>
      <pc:sldChg chg="addSp modSp mod">
        <pc:chgData name="Zheng Fei" userId="d19317889db4c986" providerId="LiveId" clId="{AF991CE8-32CD-430C-9159-7A2B81EBCCCE}" dt="2023-02-23T05:41:28.405" v="14" actId="403"/>
        <pc:sldMkLst>
          <pc:docMk/>
          <pc:sldMk cId="1594873844" sldId="395"/>
        </pc:sldMkLst>
        <pc:spChg chg="add mod">
          <ac:chgData name="Zheng Fei" userId="d19317889db4c986" providerId="LiveId" clId="{AF991CE8-32CD-430C-9159-7A2B81EBCCCE}" dt="2023-02-23T05:41:28.405" v="14" actId="403"/>
          <ac:spMkLst>
            <pc:docMk/>
            <pc:sldMk cId="1594873844" sldId="395"/>
            <ac:spMk id="2" creationId="{88E89D95-758C-D388-5CC2-225F56093482}"/>
          </ac:spMkLst>
        </pc:spChg>
      </pc:sldChg>
      <pc:sldChg chg="del">
        <pc:chgData name="Zheng Fei" userId="d19317889db4c986" providerId="LiveId" clId="{AF991CE8-32CD-430C-9159-7A2B81EBCCCE}" dt="2023-02-23T05:30:21.692" v="2" actId="2696"/>
        <pc:sldMkLst>
          <pc:docMk/>
          <pc:sldMk cId="48450113" sldId="449"/>
        </pc:sldMkLst>
      </pc:sldChg>
      <pc:sldChg chg="add">
        <pc:chgData name="Zheng Fei" userId="d19317889db4c986" providerId="LiveId" clId="{AF991CE8-32CD-430C-9159-7A2B81EBCCCE}" dt="2023-02-23T05:30:27.975" v="3"/>
        <pc:sldMkLst>
          <pc:docMk/>
          <pc:sldMk cId="428109749" sldId="449"/>
        </pc:sldMkLst>
      </pc:sldChg>
      <pc:sldChg chg="del">
        <pc:chgData name="Zheng Fei" userId="d19317889db4c986" providerId="LiveId" clId="{AF991CE8-32CD-430C-9159-7A2B81EBCCCE}" dt="2023-02-22T13:40:20.788" v="0" actId="47"/>
        <pc:sldMkLst>
          <pc:docMk/>
          <pc:sldMk cId="1864742038" sldId="1793"/>
        </pc:sldMkLst>
      </pc:sldChg>
      <pc:sldChg chg="new">
        <pc:chgData name="Zheng Fei" userId="d19317889db4c986" providerId="LiveId" clId="{AF991CE8-32CD-430C-9159-7A2B81EBCCCE}" dt="2023-02-23T04:45:11.410" v="1" actId="680"/>
        <pc:sldMkLst>
          <pc:docMk/>
          <pc:sldMk cId="2848261191" sldId="1793"/>
        </pc:sldMkLst>
      </pc:sldChg>
    </pc:docChg>
  </pc:docChgLst>
  <pc:docChgLst>
    <pc:chgData name="Zheng Fei" userId="d19317889db4c986" providerId="LiveId" clId="{AF5590DC-626C-6343-85D9-C6F866F48CD6}"/>
    <pc:docChg chg="undo custSel addSld delSld modSld modMainMaster">
      <pc:chgData name="Zheng Fei" userId="d19317889db4c986" providerId="LiveId" clId="{AF5590DC-626C-6343-85D9-C6F866F48CD6}" dt="2022-03-04T01:49:17.424" v="4929" actId="207"/>
      <pc:docMkLst>
        <pc:docMk/>
      </pc:docMkLst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52504978" sldId="349"/>
        </pc:sldMkLst>
      </pc:sldChg>
      <pc:sldChg chg="delSp modSp mod">
        <pc:chgData name="Zheng Fei" userId="d19317889db4c986" providerId="LiveId" clId="{AF5590DC-626C-6343-85D9-C6F866F48CD6}" dt="2022-02-27T09:01:48.099" v="12" actId="20577"/>
        <pc:sldMkLst>
          <pc:docMk/>
          <pc:sldMk cId="4118158739" sldId="350"/>
        </pc:sldMkLst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5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6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7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8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19" creationId="{14A0E322-51C2-3748-9018-9D449F9AB12E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20" creationId="{832CE7C9-AE8E-164F-A612-630C2CAEAF66}"/>
          </ac:spMkLst>
        </pc:spChg>
        <pc:spChg chg="del">
          <ac:chgData name="Zheng Fei" userId="d19317889db4c986" providerId="LiveId" clId="{AF5590DC-626C-6343-85D9-C6F866F48CD6}" dt="2022-02-27T09:01:07.802" v="4" actId="478"/>
          <ac:spMkLst>
            <pc:docMk/>
            <pc:sldMk cId="4118158739" sldId="350"/>
            <ac:spMk id="23" creationId="{134965D9-6880-4F5F-A3B8-3938EBB2336A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32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33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34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23.810" v="6" actId="113"/>
          <ac:spMkLst>
            <pc:docMk/>
            <pc:sldMk cId="4118158739" sldId="350"/>
            <ac:spMk id="35" creationId="{00000000-0000-0000-0000-000000000000}"/>
          </ac:spMkLst>
        </pc:spChg>
        <pc:spChg chg="mod">
          <ac:chgData name="Zheng Fei" userId="d19317889db4c986" providerId="LiveId" clId="{AF5590DC-626C-6343-85D9-C6F866F48CD6}" dt="2022-02-27T09:01:48.099" v="12" actId="20577"/>
          <ac:spMkLst>
            <pc:docMk/>
            <pc:sldMk cId="4118158739" sldId="350"/>
            <ac:spMk id="69" creationId="{00000000-0000-0000-0000-000000000000}"/>
          </ac:spMkLst>
        </pc:spChg>
        <pc:picChg chg="mod">
          <ac:chgData name="Zheng Fei" userId="d19317889db4c986" providerId="LiveId" clId="{AF5590DC-626C-6343-85D9-C6F866F48CD6}" dt="2022-02-27T09:01:23.810" v="6" actId="113"/>
          <ac:picMkLst>
            <pc:docMk/>
            <pc:sldMk cId="4118158739" sldId="350"/>
            <ac:picMk id="18" creationId="{9B9AE590-EDF8-44BE-ACFC-4548BE7FA884}"/>
          </ac:picMkLst>
        </pc:picChg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2672971775" sldId="351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1263244444" sldId="352"/>
        </pc:sldMkLst>
      </pc:sldChg>
      <pc:sldChg chg="addSp delSp modSp mod">
        <pc:chgData name="Zheng Fei" userId="d19317889db4c986" providerId="LiveId" clId="{AF5590DC-626C-6343-85D9-C6F866F48CD6}" dt="2022-03-02T17:02:36.566" v="2786" actId="2711"/>
        <pc:sldMkLst>
          <pc:docMk/>
          <pc:sldMk cId="2008689145" sldId="354"/>
        </pc:sldMkLst>
        <pc:spChg chg="add mod">
          <ac:chgData name="Zheng Fei" userId="d19317889db4c986" providerId="LiveId" clId="{AF5590DC-626C-6343-85D9-C6F866F48CD6}" dt="2022-03-02T17:02:31.562" v="2785" actId="2711"/>
          <ac:spMkLst>
            <pc:docMk/>
            <pc:sldMk cId="2008689145" sldId="354"/>
            <ac:spMk id="2" creationId="{AFD386B0-6DB0-A041-946C-C26AE3A10975}"/>
          </ac:spMkLst>
        </pc:spChg>
        <pc:spChg chg="add del mod">
          <ac:chgData name="Zheng Fei" userId="d19317889db4c986" providerId="LiveId" clId="{AF5590DC-626C-6343-85D9-C6F866F48CD6}" dt="2022-03-02T14:01:21.093" v="709" actId="478"/>
          <ac:spMkLst>
            <pc:docMk/>
            <pc:sldMk cId="2008689145" sldId="354"/>
            <ac:spMk id="5" creationId="{C6201719-5658-7649-BA2C-BF2A0581EA1E}"/>
          </ac:spMkLst>
        </pc:spChg>
        <pc:spChg chg="add mod">
          <ac:chgData name="Zheng Fei" userId="d19317889db4c986" providerId="LiveId" clId="{AF5590DC-626C-6343-85D9-C6F866F48CD6}" dt="2022-03-02T17:02:26.882" v="2784" actId="2711"/>
          <ac:spMkLst>
            <pc:docMk/>
            <pc:sldMk cId="2008689145" sldId="354"/>
            <ac:spMk id="6" creationId="{39E50FCC-76B3-0649-A83E-FD2F4E704B85}"/>
          </ac:spMkLst>
        </pc:spChg>
        <pc:spChg chg="add del mod">
          <ac:chgData name="Zheng Fei" userId="d19317889db4c986" providerId="LiveId" clId="{AF5590DC-626C-6343-85D9-C6F866F48CD6}" dt="2022-03-02T14:01:21.093" v="709" actId="478"/>
          <ac:spMkLst>
            <pc:docMk/>
            <pc:sldMk cId="2008689145" sldId="354"/>
            <ac:spMk id="7" creationId="{E48242F8-A321-5F40-896A-12FF91792D87}"/>
          </ac:spMkLst>
        </pc:spChg>
        <pc:spChg chg="add mod">
          <ac:chgData name="Zheng Fei" userId="d19317889db4c986" providerId="LiveId" clId="{AF5590DC-626C-6343-85D9-C6F866F48CD6}" dt="2022-03-02T17:00:01.625" v="2765" actId="1076"/>
          <ac:spMkLst>
            <pc:docMk/>
            <pc:sldMk cId="2008689145" sldId="354"/>
            <ac:spMk id="8" creationId="{9721B3A3-6369-D745-BE78-01267B784A5A}"/>
          </ac:spMkLst>
        </pc:spChg>
        <pc:spChg chg="add del mod">
          <ac:chgData name="Zheng Fei" userId="d19317889db4c986" providerId="LiveId" clId="{AF5590DC-626C-6343-85D9-C6F866F48CD6}" dt="2022-03-02T14:01:21.093" v="709" actId="478"/>
          <ac:spMkLst>
            <pc:docMk/>
            <pc:sldMk cId="2008689145" sldId="354"/>
            <ac:spMk id="11" creationId="{C9CC15FD-2DC5-EA40-BAB6-9F463009C470}"/>
          </ac:spMkLst>
        </pc:spChg>
        <pc:spChg chg="add del mod">
          <ac:chgData name="Zheng Fei" userId="d19317889db4c986" providerId="LiveId" clId="{AF5590DC-626C-6343-85D9-C6F866F48CD6}" dt="2022-03-02T14:01:21.093" v="709" actId="478"/>
          <ac:spMkLst>
            <pc:docMk/>
            <pc:sldMk cId="2008689145" sldId="354"/>
            <ac:spMk id="12" creationId="{BC7645C3-0254-4F43-AA8C-31A146DE3BE2}"/>
          </ac:spMkLst>
        </pc:spChg>
        <pc:spChg chg="add del mod">
          <ac:chgData name="Zheng Fei" userId="d19317889db4c986" providerId="LiveId" clId="{AF5590DC-626C-6343-85D9-C6F866F48CD6}" dt="2022-03-02T14:01:21.093" v="709" actId="478"/>
          <ac:spMkLst>
            <pc:docMk/>
            <pc:sldMk cId="2008689145" sldId="354"/>
            <ac:spMk id="13" creationId="{41D9B502-533D-224A-82FF-F33E38FF4941}"/>
          </ac:spMkLst>
        </pc:spChg>
        <pc:spChg chg="add mod">
          <ac:chgData name="Zheng Fei" userId="d19317889db4c986" providerId="LiveId" clId="{AF5590DC-626C-6343-85D9-C6F866F48CD6}" dt="2022-03-02T17:01:35.505" v="2776"/>
          <ac:spMkLst>
            <pc:docMk/>
            <pc:sldMk cId="2008689145" sldId="354"/>
            <ac:spMk id="14" creationId="{12CFCA18-9B61-624F-A393-4D80F74F6B4B}"/>
          </ac:spMkLst>
        </pc:spChg>
        <pc:spChg chg="add mod">
          <ac:chgData name="Zheng Fei" userId="d19317889db4c986" providerId="LiveId" clId="{AF5590DC-626C-6343-85D9-C6F866F48CD6}" dt="2022-03-02T14:01:35.757" v="711" actId="1076"/>
          <ac:spMkLst>
            <pc:docMk/>
            <pc:sldMk cId="2008689145" sldId="354"/>
            <ac:spMk id="15" creationId="{1A0DBFD6-7A92-9B45-B826-7A52157586C0}"/>
          </ac:spMkLst>
        </pc:spChg>
        <pc:spChg chg="add mod">
          <ac:chgData name="Zheng Fei" userId="d19317889db4c986" providerId="LiveId" clId="{AF5590DC-626C-6343-85D9-C6F866F48CD6}" dt="2022-03-02T17:01:55.965" v="2780" actId="20577"/>
          <ac:spMkLst>
            <pc:docMk/>
            <pc:sldMk cId="2008689145" sldId="354"/>
            <ac:spMk id="17" creationId="{F741255F-A191-8F46-B7FB-A6D9B01BF364}"/>
          </ac:spMkLst>
        </pc:spChg>
        <pc:spChg chg="add mod">
          <ac:chgData name="Zheng Fei" userId="d19317889db4c986" providerId="LiveId" clId="{AF5590DC-626C-6343-85D9-C6F866F48CD6}" dt="2022-03-02T14:01:35.757" v="711" actId="1076"/>
          <ac:spMkLst>
            <pc:docMk/>
            <pc:sldMk cId="2008689145" sldId="354"/>
            <ac:spMk id="18" creationId="{57A8C81E-1CE5-A940-B581-362FF62E8772}"/>
          </ac:spMkLst>
        </pc:spChg>
        <pc:spChg chg="add mod">
          <ac:chgData name="Zheng Fei" userId="d19317889db4c986" providerId="LiveId" clId="{AF5590DC-626C-6343-85D9-C6F866F48CD6}" dt="2022-03-02T14:01:35.757" v="711" actId="1076"/>
          <ac:spMkLst>
            <pc:docMk/>
            <pc:sldMk cId="2008689145" sldId="354"/>
            <ac:spMk id="19" creationId="{8A70DD39-C234-4C49-9C62-EE837D33006F}"/>
          </ac:spMkLst>
        </pc:spChg>
        <pc:spChg chg="add mod">
          <ac:chgData name="Zheng Fei" userId="d19317889db4c986" providerId="LiveId" clId="{AF5590DC-626C-6343-85D9-C6F866F48CD6}" dt="2022-03-02T17:02:36.566" v="2786" actId="2711"/>
          <ac:spMkLst>
            <pc:docMk/>
            <pc:sldMk cId="2008689145" sldId="354"/>
            <ac:spMk id="20" creationId="{5F9FE686-7A08-E441-B6C8-14E6F6D9AA21}"/>
          </ac:spMkLst>
        </pc:spChg>
        <pc:spChg chg="add mod">
          <ac:chgData name="Zheng Fei" userId="d19317889db4c986" providerId="LiveId" clId="{AF5590DC-626C-6343-85D9-C6F866F48CD6}" dt="2022-03-02T17:01:41.489" v="2778" actId="1076"/>
          <ac:spMkLst>
            <pc:docMk/>
            <pc:sldMk cId="2008689145" sldId="354"/>
            <ac:spMk id="23" creationId="{BEF29FBC-C5B5-194D-9249-FA3F29F6F337}"/>
          </ac:spMkLst>
        </pc:spChg>
        <pc:spChg chg="add mod">
          <ac:chgData name="Zheng Fei" userId="d19317889db4c986" providerId="LiveId" clId="{AF5590DC-626C-6343-85D9-C6F866F48CD6}" dt="2022-03-02T17:02:17.912" v="2783" actId="1076"/>
          <ac:spMkLst>
            <pc:docMk/>
            <pc:sldMk cId="2008689145" sldId="354"/>
            <ac:spMk id="25" creationId="{9C77EB08-8B39-0747-A5DD-C48CD102FCE3}"/>
          </ac:spMkLst>
        </pc:spChg>
        <pc:grpChg chg="add mod">
          <ac:chgData name="Zheng Fei" userId="d19317889db4c986" providerId="LiveId" clId="{AF5590DC-626C-6343-85D9-C6F866F48CD6}" dt="2022-03-02T17:02:04.981" v="2781" actId="1076"/>
          <ac:grpSpMkLst>
            <pc:docMk/>
            <pc:sldMk cId="2008689145" sldId="354"/>
            <ac:grpSpMk id="24" creationId="{0FB888DE-6F66-4642-A848-D0BD733B9F20}"/>
          </ac:grpSpMkLst>
        </pc:grpChg>
        <pc:cxnChg chg="add del mod">
          <ac:chgData name="Zheng Fei" userId="d19317889db4c986" providerId="LiveId" clId="{AF5590DC-626C-6343-85D9-C6F866F48CD6}" dt="2022-03-02T14:01:21.093" v="709" actId="478"/>
          <ac:cxnSpMkLst>
            <pc:docMk/>
            <pc:sldMk cId="2008689145" sldId="354"/>
            <ac:cxnSpMk id="10" creationId="{B3178EB3-85DD-2949-ACF0-0C985CE9C164}"/>
          </ac:cxnSpMkLst>
        </pc:cxnChg>
        <pc:cxnChg chg="add mod">
          <ac:chgData name="Zheng Fei" userId="d19317889db4c986" providerId="LiveId" clId="{AF5590DC-626C-6343-85D9-C6F866F48CD6}" dt="2022-03-02T17:01:15.512" v="2773" actId="1582"/>
          <ac:cxnSpMkLst>
            <pc:docMk/>
            <pc:sldMk cId="2008689145" sldId="354"/>
            <ac:cxnSpMk id="16" creationId="{EC5D3627-6966-A540-B2E9-CABABEDDA07E}"/>
          </ac:cxnSpMkLst>
        </pc:cxnChg>
        <pc:cxnChg chg="add mod">
          <ac:chgData name="Zheng Fei" userId="d19317889db4c986" providerId="LiveId" clId="{AF5590DC-626C-6343-85D9-C6F866F48CD6}" dt="2022-03-02T17:01:15.512" v="2773" actId="1582"/>
          <ac:cxnSpMkLst>
            <pc:docMk/>
            <pc:sldMk cId="2008689145" sldId="354"/>
            <ac:cxnSpMk id="21" creationId="{3DC4E366-83A1-6E45-A7C8-C803171FC789}"/>
          </ac:cxnSpMkLst>
        </pc:cxnChg>
      </pc:sldChg>
      <pc:sldChg chg="addSp delSp modSp mod">
        <pc:chgData name="Zheng Fei" userId="d19317889db4c986" providerId="LiveId" clId="{AF5590DC-626C-6343-85D9-C6F866F48CD6}" dt="2022-03-03T07:51:17.098" v="4504" actId="20577"/>
        <pc:sldMkLst>
          <pc:docMk/>
          <pc:sldMk cId="3973379754" sldId="355"/>
        </pc:sldMkLst>
        <pc:spChg chg="add del mod">
          <ac:chgData name="Zheng Fei" userId="d19317889db4c986" providerId="LiveId" clId="{AF5590DC-626C-6343-85D9-C6F866F48CD6}" dt="2022-03-03T07:51:06.418" v="4502" actId="478"/>
          <ac:spMkLst>
            <pc:docMk/>
            <pc:sldMk cId="3973379754" sldId="355"/>
            <ac:spMk id="5" creationId="{59809C57-5FF6-1245-B491-D3A0D2B525EF}"/>
          </ac:spMkLst>
        </pc:spChg>
        <pc:spChg chg="add mod">
          <ac:chgData name="Zheng Fei" userId="d19317889db4c986" providerId="LiveId" clId="{AF5590DC-626C-6343-85D9-C6F866F48CD6}" dt="2022-03-03T07:51:17.098" v="4504" actId="20577"/>
          <ac:spMkLst>
            <pc:docMk/>
            <pc:sldMk cId="3973379754" sldId="355"/>
            <ac:spMk id="6" creationId="{D6DFB521-31C1-FE49-A422-AC906F7F07E0}"/>
          </ac:spMkLst>
        </pc:spChg>
      </pc:sldChg>
      <pc:sldChg chg="addSp modSp mod">
        <pc:chgData name="Zheng Fei" userId="d19317889db4c986" providerId="LiveId" clId="{AF5590DC-626C-6343-85D9-C6F866F48CD6}" dt="2022-03-04T01:49:17.424" v="4929" actId="207"/>
        <pc:sldMkLst>
          <pc:docMk/>
          <pc:sldMk cId="766890209" sldId="358"/>
        </pc:sldMkLst>
        <pc:spChg chg="add mod">
          <ac:chgData name="Zheng Fei" userId="d19317889db4c986" providerId="LiveId" clId="{AF5590DC-626C-6343-85D9-C6F866F48CD6}" dt="2022-03-04T01:49:17.424" v="4929" actId="207"/>
          <ac:spMkLst>
            <pc:docMk/>
            <pc:sldMk cId="766890209" sldId="358"/>
            <ac:spMk id="2" creationId="{8D508825-97FF-9C4A-AC39-7D56FF33DF8C}"/>
          </ac:spMkLst>
        </pc:spChg>
      </pc:sldChg>
      <pc:sldChg chg="add">
        <pc:chgData name="Zheng Fei" userId="d19317889db4c986" providerId="LiveId" clId="{AF5590DC-626C-6343-85D9-C6F866F48CD6}" dt="2022-03-02T17:22:02.228" v="2900"/>
        <pc:sldMkLst>
          <pc:docMk/>
          <pc:sldMk cId="2863786819" sldId="360"/>
        </pc:sldMkLst>
      </pc:sldChg>
      <pc:sldChg chg="add del mod modShow">
        <pc:chgData name="Zheng Fei" userId="d19317889db4c986" providerId="LiveId" clId="{AF5590DC-626C-6343-85D9-C6F866F48CD6}" dt="2022-03-02T17:21:56.299" v="2899" actId="2696"/>
        <pc:sldMkLst>
          <pc:docMk/>
          <pc:sldMk cId="2972187867" sldId="360"/>
        </pc:sldMkLst>
      </pc:sldChg>
      <pc:sldChg chg="addSp delSp mod">
        <pc:chgData name="Zheng Fei" userId="d19317889db4c986" providerId="LiveId" clId="{AF5590DC-626C-6343-85D9-C6F866F48CD6}" dt="2022-03-02T14:29:39.813" v="739" actId="478"/>
        <pc:sldMkLst>
          <pc:docMk/>
          <pc:sldMk cId="763995558" sldId="362"/>
        </pc:sldMkLst>
        <pc:picChg chg="add del">
          <ac:chgData name="Zheng Fei" userId="d19317889db4c986" providerId="LiveId" clId="{AF5590DC-626C-6343-85D9-C6F866F48CD6}" dt="2022-03-02T14:29:39.813" v="739" actId="478"/>
          <ac:picMkLst>
            <pc:docMk/>
            <pc:sldMk cId="763995558" sldId="362"/>
            <ac:picMk id="3" creationId="{22266487-5FC7-49C0-B99A-2BEFF6C02EE9}"/>
          </ac:picMkLst>
        </pc:picChg>
      </pc:sldChg>
      <pc:sldChg chg="addSp delSp mod">
        <pc:chgData name="Zheng Fei" userId="d19317889db4c986" providerId="LiveId" clId="{AF5590DC-626C-6343-85D9-C6F866F48CD6}" dt="2022-03-02T14:29:39.024" v="738" actId="478"/>
        <pc:sldMkLst>
          <pc:docMk/>
          <pc:sldMk cId="3112065365" sldId="363"/>
        </pc:sldMkLst>
        <pc:picChg chg="add del">
          <ac:chgData name="Zheng Fei" userId="d19317889db4c986" providerId="LiveId" clId="{AF5590DC-626C-6343-85D9-C6F866F48CD6}" dt="2022-03-02T14:29:39.024" v="738" actId="478"/>
          <ac:picMkLst>
            <pc:docMk/>
            <pc:sldMk cId="3112065365" sldId="363"/>
            <ac:picMk id="3" creationId="{61688D62-392A-402D-900C-A3E1AEE97B37}"/>
          </ac:picMkLst>
        </pc:picChg>
      </pc:sldChg>
      <pc:sldChg chg="addSp delSp add del mod">
        <pc:chgData name="Zheng Fei" userId="d19317889db4c986" providerId="LiveId" clId="{AF5590DC-626C-6343-85D9-C6F866F48CD6}" dt="2022-03-02T14:29:36.702" v="737" actId="478"/>
        <pc:sldMkLst>
          <pc:docMk/>
          <pc:sldMk cId="1718474870" sldId="364"/>
        </pc:sldMkLst>
        <pc:picChg chg="add del">
          <ac:chgData name="Zheng Fei" userId="d19317889db4c986" providerId="LiveId" clId="{AF5590DC-626C-6343-85D9-C6F866F48CD6}" dt="2022-03-02T14:29:36.702" v="737" actId="478"/>
          <ac:picMkLst>
            <pc:docMk/>
            <pc:sldMk cId="1718474870" sldId="364"/>
            <ac:picMk id="3" creationId="{ACBB117E-483D-44D8-B395-B229F0BB0834}"/>
          </ac:picMkLst>
        </pc:picChg>
      </pc:sldChg>
      <pc:sldChg chg="addSp modSp new mod">
        <pc:chgData name="Zheng Fei" userId="d19317889db4c986" providerId="LiveId" clId="{AF5590DC-626C-6343-85D9-C6F866F48CD6}" dt="2022-03-03T07:14:15.777" v="3078" actId="255"/>
        <pc:sldMkLst>
          <pc:docMk/>
          <pc:sldMk cId="221545503" sldId="365"/>
        </pc:sldMkLst>
        <pc:spChg chg="add mod">
          <ac:chgData name="Zheng Fei" userId="d19317889db4c986" providerId="LiveId" clId="{AF5590DC-626C-6343-85D9-C6F866F48CD6}" dt="2022-03-03T07:14:15.777" v="3078" actId="255"/>
          <ac:spMkLst>
            <pc:docMk/>
            <pc:sldMk cId="221545503" sldId="365"/>
            <ac:spMk id="2" creationId="{28662B31-4A8A-7442-8B68-CC325A44058F}"/>
          </ac:spMkLst>
        </pc:spChg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820094131" sldId="365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029396091" sldId="366"/>
        </pc:sldMkLst>
      </pc:sldChg>
      <pc:sldChg chg="addSp modSp new mod">
        <pc:chgData name="Zheng Fei" userId="d19317889db4c986" providerId="LiveId" clId="{AF5590DC-626C-6343-85D9-C6F866F48CD6}" dt="2022-03-02T12:48:57.594" v="407" actId="1076"/>
        <pc:sldMkLst>
          <pc:docMk/>
          <pc:sldMk cId="3196761928" sldId="366"/>
        </pc:sldMkLst>
        <pc:picChg chg="add mod modCrop">
          <ac:chgData name="Zheng Fei" userId="d19317889db4c986" providerId="LiveId" clId="{AF5590DC-626C-6343-85D9-C6F866F48CD6}" dt="2022-03-02T12:48:57.594" v="407" actId="1076"/>
          <ac:picMkLst>
            <pc:docMk/>
            <pc:sldMk cId="3196761928" sldId="366"/>
            <ac:picMk id="2" creationId="{49727542-EA4D-2343-92B9-0E2D7EAF78DA}"/>
          </ac:picMkLst>
        </pc:picChg>
        <pc:picChg chg="add mod">
          <ac:chgData name="Zheng Fei" userId="d19317889db4c986" providerId="LiveId" clId="{AF5590DC-626C-6343-85D9-C6F866F48CD6}" dt="2022-03-02T12:48:56.220" v="406" actId="1076"/>
          <ac:picMkLst>
            <pc:docMk/>
            <pc:sldMk cId="3196761928" sldId="366"/>
            <ac:picMk id="1026" creationId="{4DA24AFF-F782-F140-83D5-03FA42953E88}"/>
          </ac:picMkLst>
        </pc:picChg>
      </pc:sldChg>
      <pc:sldChg chg="addSp delSp modSp new mod modAnim modNotesTx">
        <pc:chgData name="Zheng Fei" userId="d19317889db4c986" providerId="LiveId" clId="{AF5590DC-626C-6343-85D9-C6F866F48CD6}" dt="2022-03-02T16:43:09.948" v="2519"/>
        <pc:sldMkLst>
          <pc:docMk/>
          <pc:sldMk cId="853558914" sldId="367"/>
        </pc:sldMkLst>
        <pc:spChg chg="add del mod">
          <ac:chgData name="Zheng Fei" userId="d19317889db4c986" providerId="LiveId" clId="{AF5590DC-626C-6343-85D9-C6F866F48CD6}" dt="2022-03-02T12:42:42.969" v="371" actId="478"/>
          <ac:spMkLst>
            <pc:docMk/>
            <pc:sldMk cId="853558914" sldId="367"/>
            <ac:spMk id="2" creationId="{6663BF9C-2109-A746-A6FC-D94E722A41C7}"/>
          </ac:spMkLst>
        </pc:spChg>
        <pc:spChg chg="add mod">
          <ac:chgData name="Zheng Fei" userId="d19317889db4c986" providerId="LiveId" clId="{AF5590DC-626C-6343-85D9-C6F866F48CD6}" dt="2022-03-02T16:42:27.767" v="2514" actId="2711"/>
          <ac:spMkLst>
            <pc:docMk/>
            <pc:sldMk cId="853558914" sldId="367"/>
            <ac:spMk id="8" creationId="{D9A41DEE-B4B3-6042-877C-65205EC832FC}"/>
          </ac:spMkLst>
        </pc:spChg>
        <pc:spChg chg="add mod">
          <ac:chgData name="Zheng Fei" userId="d19317889db4c986" providerId="LiveId" clId="{AF5590DC-626C-6343-85D9-C6F866F48CD6}" dt="2022-03-02T16:42:53.512" v="2517" actId="113"/>
          <ac:spMkLst>
            <pc:docMk/>
            <pc:sldMk cId="853558914" sldId="367"/>
            <ac:spMk id="9" creationId="{28F23300-2065-F048-BAEF-9B5689CA1432}"/>
          </ac:spMkLst>
        </pc:spChg>
        <pc:spChg chg="add mod">
          <ac:chgData name="Zheng Fei" userId="d19317889db4c986" providerId="LiveId" clId="{AF5590DC-626C-6343-85D9-C6F866F48CD6}" dt="2022-03-02T16:42:49.060" v="2516" actId="113"/>
          <ac:spMkLst>
            <pc:docMk/>
            <pc:sldMk cId="853558914" sldId="367"/>
            <ac:spMk id="10" creationId="{C9A8B6C1-4401-7946-A24A-D12CD3FE0480}"/>
          </ac:spMkLst>
        </pc:spChg>
        <pc:spChg chg="add del mod">
          <ac:chgData name="Zheng Fei" userId="d19317889db4c986" providerId="LiveId" clId="{AF5590DC-626C-6343-85D9-C6F866F48CD6}" dt="2022-03-02T13:08:02.517" v="473"/>
          <ac:spMkLst>
            <pc:docMk/>
            <pc:sldMk cId="853558914" sldId="367"/>
            <ac:spMk id="11" creationId="{E04CBEC1-2911-1444-BEA0-C84185E5B6AD}"/>
          </ac:spMkLst>
        </pc:spChg>
        <pc:picChg chg="add mod">
          <ac:chgData name="Zheng Fei" userId="d19317889db4c986" providerId="LiveId" clId="{AF5590DC-626C-6343-85D9-C6F866F48CD6}" dt="2022-03-02T16:40:08.410" v="2493" actId="1076"/>
          <ac:picMkLst>
            <pc:docMk/>
            <pc:sldMk cId="853558914" sldId="367"/>
            <ac:picMk id="3" creationId="{0167D02E-7662-BF45-AB89-60F68E9BCBCE}"/>
          </ac:picMkLst>
        </pc:picChg>
        <pc:picChg chg="add mod">
          <ac:chgData name="Zheng Fei" userId="d19317889db4c986" providerId="LiveId" clId="{AF5590DC-626C-6343-85D9-C6F866F48CD6}" dt="2022-03-02T16:40:08.410" v="2493" actId="1076"/>
          <ac:picMkLst>
            <pc:docMk/>
            <pc:sldMk cId="853558914" sldId="367"/>
            <ac:picMk id="5" creationId="{11314FC6-7A45-B54F-BEF3-737E8200BD98}"/>
          </ac:picMkLst>
        </pc:picChg>
        <pc:picChg chg="add mod">
          <ac:chgData name="Zheng Fei" userId="d19317889db4c986" providerId="LiveId" clId="{AF5590DC-626C-6343-85D9-C6F866F48CD6}" dt="2022-03-02T16:40:08.410" v="2493" actId="1076"/>
          <ac:picMkLst>
            <pc:docMk/>
            <pc:sldMk cId="853558914" sldId="367"/>
            <ac:picMk id="7" creationId="{023D43FD-1D65-B14C-9FBB-FF93C61A6B7A}"/>
          </ac:picMkLst>
        </pc:picChg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785641543" sldId="367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182320755" sldId="368"/>
        </pc:sldMkLst>
      </pc:sldChg>
      <pc:sldChg chg="addSp delSp modSp new mod setBg">
        <pc:chgData name="Zheng Fei" userId="d19317889db4c986" providerId="LiveId" clId="{AF5590DC-626C-6343-85D9-C6F866F48CD6}" dt="2022-03-02T16:38:47.271" v="2481" actId="26606"/>
        <pc:sldMkLst>
          <pc:docMk/>
          <pc:sldMk cId="1342387319" sldId="368"/>
        </pc:sldMkLst>
        <pc:spChg chg="add del mod ord">
          <ac:chgData name="Zheng Fei" userId="d19317889db4c986" providerId="LiveId" clId="{AF5590DC-626C-6343-85D9-C6F866F48CD6}" dt="2022-03-02T13:01:30.560" v="430" actId="21"/>
          <ac:spMkLst>
            <pc:docMk/>
            <pc:sldMk cId="1342387319" sldId="368"/>
            <ac:spMk id="2" creationId="{1F761135-2068-4E40-AA53-F7468E1DCC0B}"/>
          </ac:spMkLst>
        </pc:spChg>
        <pc:spChg chg="add del">
          <ac:chgData name="Zheng Fei" userId="d19317889db4c986" providerId="LiveId" clId="{AF5590DC-626C-6343-85D9-C6F866F48CD6}" dt="2022-03-02T13:02:44.150" v="446" actId="26606"/>
          <ac:spMkLst>
            <pc:docMk/>
            <pc:sldMk cId="1342387319" sldId="368"/>
            <ac:spMk id="73" creationId="{27BDFED6-6E33-4606-AFE2-886ADB1C018E}"/>
          </ac:spMkLst>
        </pc:spChg>
        <pc:spChg chg="add del">
          <ac:chgData name="Zheng Fei" userId="d19317889db4c986" providerId="LiveId" clId="{AF5590DC-626C-6343-85D9-C6F866F48CD6}" dt="2022-03-02T13:02:44.150" v="446" actId="26606"/>
          <ac:spMkLst>
            <pc:docMk/>
            <pc:sldMk cId="1342387319" sldId="368"/>
            <ac:spMk id="75" creationId="{890DEF05-784E-4B61-89E4-04C4ECF4E5A0}"/>
          </ac:spMkLst>
        </pc:spChg>
        <pc:spChg chg="add del">
          <ac:chgData name="Zheng Fei" userId="d19317889db4c986" providerId="LiveId" clId="{AF5590DC-626C-6343-85D9-C6F866F48CD6}" dt="2022-03-02T13:03:02.566" v="449" actId="26606"/>
          <ac:spMkLst>
            <pc:docMk/>
            <pc:sldMk cId="1342387319" sldId="368"/>
            <ac:spMk id="80" creationId="{262ABC4B-37D8-4218-BDD8-6DF6A00C0C80}"/>
          </ac:spMkLst>
        </pc:spChg>
        <pc:spChg chg="add del">
          <ac:chgData name="Zheng Fei" userId="d19317889db4c986" providerId="LiveId" clId="{AF5590DC-626C-6343-85D9-C6F866F48CD6}" dt="2022-03-02T13:02:25.080" v="441" actId="26606"/>
          <ac:spMkLst>
            <pc:docMk/>
            <pc:sldMk cId="1342387319" sldId="368"/>
            <ac:spMk id="137" creationId="{36A1CAC3-A129-43F8-8881-63D3E319A7B5}"/>
          </ac:spMkLst>
        </pc:spChg>
        <pc:spChg chg="add del">
          <ac:chgData name="Zheng Fei" userId="d19317889db4c986" providerId="LiveId" clId="{AF5590DC-626C-6343-85D9-C6F866F48CD6}" dt="2022-03-02T13:02:25.080" v="441" actId="26606"/>
          <ac:spMkLst>
            <pc:docMk/>
            <pc:sldMk cId="1342387319" sldId="368"/>
            <ac:spMk id="139" creationId="{B5CCE41C-FBFB-44B8-BE25-7F555613C150}"/>
          </ac:spMkLst>
        </pc:spChg>
        <pc:spChg chg="add del">
          <ac:chgData name="Zheng Fei" userId="d19317889db4c986" providerId="LiveId" clId="{AF5590DC-626C-6343-85D9-C6F866F48CD6}" dt="2022-03-02T13:02:41.494" v="443" actId="26606"/>
          <ac:spMkLst>
            <pc:docMk/>
            <pc:sldMk cId="1342387319" sldId="368"/>
            <ac:spMk id="2054" creationId="{262ABC4B-37D8-4218-BDD8-6DF6A00C0C80}"/>
          </ac:spMkLst>
        </pc:spChg>
        <pc:spChg chg="add del">
          <ac:chgData name="Zheng Fei" userId="d19317889db4c986" providerId="LiveId" clId="{AF5590DC-626C-6343-85D9-C6F866F48CD6}" dt="2022-03-02T16:38:38.899" v="2474" actId="26606"/>
          <ac:spMkLst>
            <pc:docMk/>
            <pc:sldMk cId="1342387319" sldId="368"/>
            <ac:spMk id="2055" creationId="{42A4FC2C-047E-45A5-965D-8E1E3BF09BC6}"/>
          </ac:spMkLst>
        </pc:spChg>
        <pc:spChg chg="add del">
          <ac:chgData name="Zheng Fei" userId="d19317889db4c986" providerId="LiveId" clId="{AF5590DC-626C-6343-85D9-C6F866F48CD6}" dt="2022-03-02T13:02:44.086" v="445" actId="26606"/>
          <ac:spMkLst>
            <pc:docMk/>
            <pc:sldMk cId="1342387319" sldId="368"/>
            <ac:spMk id="2056" creationId="{CFE55B3F-4634-4A41-B146-E6251581E807}"/>
          </ac:spMkLst>
        </pc:spChg>
        <pc:spChg chg="add del">
          <ac:chgData name="Zheng Fei" userId="d19317889db4c986" providerId="LiveId" clId="{AF5590DC-626C-6343-85D9-C6F866F48CD6}" dt="2022-03-02T13:02:44.086" v="445" actId="26606"/>
          <ac:spMkLst>
            <pc:docMk/>
            <pc:sldMk cId="1342387319" sldId="368"/>
            <ac:spMk id="2057" creationId="{5CD271E5-55BF-4266-A3A7-CFCC30518840}"/>
          </ac:spMkLst>
        </pc:spChg>
        <pc:spChg chg="add del">
          <ac:chgData name="Zheng Fei" userId="d19317889db4c986" providerId="LiveId" clId="{AF5590DC-626C-6343-85D9-C6F866F48CD6}" dt="2022-03-02T16:38:40.020" v="2476" actId="26606"/>
          <ac:spMkLst>
            <pc:docMk/>
            <pc:sldMk cId="1342387319" sldId="368"/>
            <ac:spMk id="2058" creationId="{A2509F26-B5DC-4BA7-B476-4CB044237A2E}"/>
          </ac:spMkLst>
        </pc:spChg>
        <pc:spChg chg="add del">
          <ac:chgData name="Zheng Fei" userId="d19317889db4c986" providerId="LiveId" clId="{AF5590DC-626C-6343-85D9-C6F866F48CD6}" dt="2022-03-02T13:03:07.505" v="454" actId="26606"/>
          <ac:spMkLst>
            <pc:docMk/>
            <pc:sldMk cId="1342387319" sldId="368"/>
            <ac:spMk id="2059" creationId="{FABB624F-BF77-4AE1-B71D-2D681D4731B8}"/>
          </ac:spMkLst>
        </pc:spChg>
        <pc:spChg chg="add del">
          <ac:chgData name="Zheng Fei" userId="d19317889db4c986" providerId="LiveId" clId="{AF5590DC-626C-6343-85D9-C6F866F48CD6}" dt="2022-03-02T16:38:40.020" v="2476" actId="26606"/>
          <ac:spMkLst>
            <pc:docMk/>
            <pc:sldMk cId="1342387319" sldId="368"/>
            <ac:spMk id="2060" creationId="{DB103EB1-B135-4526-B883-33228FC27FF1}"/>
          </ac:spMkLst>
        </pc:spChg>
        <pc:spChg chg="add del">
          <ac:chgData name="Zheng Fei" userId="d19317889db4c986" providerId="LiveId" clId="{AF5590DC-626C-6343-85D9-C6F866F48CD6}" dt="2022-03-02T13:03:05.781" v="451" actId="26606"/>
          <ac:spMkLst>
            <pc:docMk/>
            <pc:sldMk cId="1342387319" sldId="368"/>
            <ac:spMk id="2061" creationId="{D2B82E2D-5822-450E-85CC-AE5EDD01ECD9}"/>
          </ac:spMkLst>
        </pc:spChg>
        <pc:spChg chg="add del">
          <ac:chgData name="Zheng Fei" userId="d19317889db4c986" providerId="LiveId" clId="{AF5590DC-626C-6343-85D9-C6F866F48CD6}" dt="2022-03-02T16:38:44.743" v="2478" actId="26606"/>
          <ac:spMkLst>
            <pc:docMk/>
            <pc:sldMk cId="1342387319" sldId="368"/>
            <ac:spMk id="2062" creationId="{6680F1D3-7650-4307-A001-0163AD371D29}"/>
          </ac:spMkLst>
        </pc:spChg>
        <pc:spChg chg="add del">
          <ac:chgData name="Zheng Fei" userId="d19317889db4c986" providerId="LiveId" clId="{AF5590DC-626C-6343-85D9-C6F866F48CD6}" dt="2022-03-02T13:03:07.503" v="453" actId="26606"/>
          <ac:spMkLst>
            <pc:docMk/>
            <pc:sldMk cId="1342387319" sldId="368"/>
            <ac:spMk id="2063" creationId="{C96C8BAF-68F3-4B78-B238-35DF5D86560D}"/>
          </ac:spMkLst>
        </pc:spChg>
        <pc:spChg chg="add del">
          <ac:chgData name="Zheng Fei" userId="d19317889db4c986" providerId="LiveId" clId="{AF5590DC-626C-6343-85D9-C6F866F48CD6}" dt="2022-03-02T16:38:47.268" v="2480" actId="26606"/>
          <ac:spMkLst>
            <pc:docMk/>
            <pc:sldMk cId="1342387319" sldId="368"/>
            <ac:spMk id="2064" creationId="{A2509F26-B5DC-4BA7-B476-4CB044237A2E}"/>
          </ac:spMkLst>
        </pc:spChg>
        <pc:spChg chg="add del">
          <ac:chgData name="Zheng Fei" userId="d19317889db4c986" providerId="LiveId" clId="{AF5590DC-626C-6343-85D9-C6F866F48CD6}" dt="2022-03-02T16:38:47.268" v="2480" actId="26606"/>
          <ac:spMkLst>
            <pc:docMk/>
            <pc:sldMk cId="1342387319" sldId="368"/>
            <ac:spMk id="2065" creationId="{DB103EB1-B135-4526-B883-33228FC27FF1}"/>
          </ac:spMkLst>
        </pc:spChg>
        <pc:spChg chg="add">
          <ac:chgData name="Zheng Fei" userId="d19317889db4c986" providerId="LiveId" clId="{AF5590DC-626C-6343-85D9-C6F866F48CD6}" dt="2022-03-02T16:38:47.271" v="2481" actId="26606"/>
          <ac:spMkLst>
            <pc:docMk/>
            <pc:sldMk cId="1342387319" sldId="368"/>
            <ac:spMk id="2067" creationId="{6680F1D3-7650-4307-A001-0163AD371D29}"/>
          </ac:spMkLst>
        </pc:spChg>
        <pc:grpChg chg="add del">
          <ac:chgData name="Zheng Fei" userId="d19317889db4c986" providerId="LiveId" clId="{AF5590DC-626C-6343-85D9-C6F866F48CD6}" dt="2022-03-02T13:03:07.503" v="453" actId="26606"/>
          <ac:grpSpMkLst>
            <pc:docMk/>
            <pc:sldMk cId="1342387319" sldId="368"/>
            <ac:grpSpMk id="82" creationId="{4F4CD6D0-5A87-4BA2-A13A-0E40511C3CFA}"/>
          </ac:grpSpMkLst>
        </pc:grpChg>
        <pc:grpChg chg="add del">
          <ac:chgData name="Zheng Fei" userId="d19317889db4c986" providerId="LiveId" clId="{AF5590DC-626C-6343-85D9-C6F866F48CD6}" dt="2022-03-02T13:03:07.503" v="453" actId="26606"/>
          <ac:grpSpMkLst>
            <pc:docMk/>
            <pc:sldMk cId="1342387319" sldId="368"/>
            <ac:grpSpMk id="86" creationId="{E9537076-EF48-4F72-9164-FD8260D550AC}"/>
          </ac:grpSpMkLst>
        </pc:grpChg>
        <pc:grpChg chg="add del">
          <ac:chgData name="Zheng Fei" userId="d19317889db4c986" providerId="LiveId" clId="{AF5590DC-626C-6343-85D9-C6F866F48CD6}" dt="2022-03-02T13:03:07.503" v="453" actId="26606"/>
          <ac:grpSpMkLst>
            <pc:docMk/>
            <pc:sldMk cId="1342387319" sldId="368"/>
            <ac:grpSpMk id="90" creationId="{6EFC3492-86BD-4D75-B5B4-C2DBFE0BD106}"/>
          </ac:grpSpMkLst>
        </pc:grpChg>
        <pc:picChg chg="add del mod ord">
          <ac:chgData name="Zheng Fei" userId="d19317889db4c986" providerId="LiveId" clId="{AF5590DC-626C-6343-85D9-C6F866F48CD6}" dt="2022-03-02T16:38:31.446" v="2472" actId="478"/>
          <ac:picMkLst>
            <pc:docMk/>
            <pc:sldMk cId="1342387319" sldId="368"/>
            <ac:picMk id="4" creationId="{4A0E5B55-CB5A-D849-ABF1-1AC352459222}"/>
          </ac:picMkLst>
        </pc:picChg>
        <pc:picChg chg="add del mod modCrop">
          <ac:chgData name="Zheng Fei" userId="d19317889db4c986" providerId="LiveId" clId="{AF5590DC-626C-6343-85D9-C6F866F48CD6}" dt="2022-03-02T16:37:53.889" v="2470" actId="478"/>
          <ac:picMkLst>
            <pc:docMk/>
            <pc:sldMk cId="1342387319" sldId="368"/>
            <ac:picMk id="6" creationId="{2B7A9867-3336-814A-A4FA-2377E1A935A2}"/>
          </ac:picMkLst>
        </pc:picChg>
        <pc:picChg chg="add del mod ord">
          <ac:chgData name="Zheng Fei" userId="d19317889db4c986" providerId="LiveId" clId="{AF5590DC-626C-6343-85D9-C6F866F48CD6}" dt="2022-03-02T16:37:54.693" v="2471" actId="478"/>
          <ac:picMkLst>
            <pc:docMk/>
            <pc:sldMk cId="1342387319" sldId="368"/>
            <ac:picMk id="2050" creationId="{43188ECA-7FEE-8148-9E41-2C79A787BDAD}"/>
          </ac:picMkLst>
        </pc:picChg>
        <pc:picChg chg="add mod ord">
          <ac:chgData name="Zheng Fei" userId="d19317889db4c986" providerId="LiveId" clId="{AF5590DC-626C-6343-85D9-C6F866F48CD6}" dt="2022-03-02T16:38:47.271" v="2481" actId="26606"/>
          <ac:picMkLst>
            <pc:docMk/>
            <pc:sldMk cId="1342387319" sldId="368"/>
            <ac:picMk id="2052" creationId="{460ED38D-17F2-014C-91CD-50B04AD9DBB0}"/>
          </ac:picMkLst>
        </pc:picChg>
        <pc:cxnChg chg="add del">
          <ac:chgData name="Zheng Fei" userId="d19317889db4c986" providerId="LiveId" clId="{AF5590DC-626C-6343-85D9-C6F866F48CD6}" dt="2022-03-02T13:02:44.150" v="446" actId="26606"/>
          <ac:cxnSpMkLst>
            <pc:docMk/>
            <pc:sldMk cId="1342387319" sldId="368"/>
            <ac:cxnSpMk id="77" creationId="{C41BAEC7-F7B0-4224-8B18-8F74B7D87F0B}"/>
          </ac:cxnSpMkLst>
        </pc:cxnChg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13352261" sldId="369"/>
        </pc:sldMkLst>
      </pc:sldChg>
      <pc:sldChg chg="addSp modSp new mod">
        <pc:chgData name="Zheng Fei" userId="d19317889db4c986" providerId="LiveId" clId="{AF5590DC-626C-6343-85D9-C6F866F48CD6}" dt="2022-03-02T16:42:38.790" v="2515" actId="2711"/>
        <pc:sldMkLst>
          <pc:docMk/>
          <pc:sldMk cId="1309088853" sldId="369"/>
        </pc:sldMkLst>
        <pc:spChg chg="add mod">
          <ac:chgData name="Zheng Fei" userId="d19317889db4c986" providerId="LiveId" clId="{AF5590DC-626C-6343-85D9-C6F866F48CD6}" dt="2022-03-02T16:42:38.790" v="2515" actId="2711"/>
          <ac:spMkLst>
            <pc:docMk/>
            <pc:sldMk cId="1309088853" sldId="369"/>
            <ac:spMk id="2" creationId="{690A37C3-DDAA-3E4D-8A51-39F24F15C44F}"/>
          </ac:spMkLst>
        </pc:spChg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2579815030" sldId="370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010103594" sldId="371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1138114101" sldId="372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418740384" sldId="373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007288480" sldId="374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3139266100" sldId="375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1453297633" sldId="376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50119660" sldId="377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1738306927" sldId="378"/>
        </pc:sldMkLst>
      </pc:sldChg>
      <pc:sldChg chg="del">
        <pc:chgData name="Zheng Fei" userId="d19317889db4c986" providerId="LiveId" clId="{AF5590DC-626C-6343-85D9-C6F866F48CD6}" dt="2022-02-24T02:59:20.028" v="1" actId="2696"/>
        <pc:sldMkLst>
          <pc:docMk/>
          <pc:sldMk cId="525206687" sldId="37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2357123" sldId="38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713029676" sldId="38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745007930" sldId="38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2439285" sldId="389"/>
        </pc:sldMkLst>
      </pc:sldChg>
      <pc:sldChg chg="del">
        <pc:chgData name="Zheng Fei" userId="d19317889db4c986" providerId="LiveId" clId="{AF5590DC-626C-6343-85D9-C6F866F48CD6}" dt="2022-02-24T17:32:38.373" v="2" actId="2696"/>
        <pc:sldMkLst>
          <pc:docMk/>
          <pc:sldMk cId="3991378626" sldId="39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31905263" sldId="391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32442242" sldId="39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649363187" sldId="39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58097628" sldId="39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324191358" sldId="398"/>
        </pc:sldMkLst>
      </pc:sldChg>
      <pc:sldChg chg="del">
        <pc:chgData name="Zheng Fei" userId="d19317889db4c986" providerId="LiveId" clId="{AF5590DC-626C-6343-85D9-C6F866F48CD6}" dt="2022-02-24T17:32:39.227" v="3" actId="2696"/>
        <pc:sldMkLst>
          <pc:docMk/>
          <pc:sldMk cId="1888470829" sldId="39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968340686" sldId="40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137213224" sldId="40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9089914" sldId="40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063477856" sldId="404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485594626" sldId="40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0219743" sldId="406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284922600" sldId="407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85639274" sldId="408"/>
        </pc:sldMkLst>
      </pc:sldChg>
      <pc:sldChg chg="addSp delSp modSp add mod delAnim modAnim">
        <pc:chgData name="Zheng Fei" userId="d19317889db4c986" providerId="LiveId" clId="{AF5590DC-626C-6343-85D9-C6F866F48CD6}" dt="2022-03-02T16:54:40.081" v="2671"/>
        <pc:sldMkLst>
          <pc:docMk/>
          <pc:sldMk cId="3563483024" sldId="426"/>
        </pc:sldMkLst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2" creationId="{25756C58-6542-4E2D-AEC6-49E7D697B721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3" creationId="{9EE395DF-978B-4730-A175-4561D6EA4028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4" creationId="{DA0B3A7D-62BC-468E-B44B-6AB7E8FABE35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5" creationId="{EA2BBC9C-5E59-480B-8ED6-576B7E461781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7" creationId="{2DC43E23-179A-4C49-92F0-7FB49530C7AC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8" creationId="{714CB9E9-5FA4-4F97-97AC-D95EFFA8C9E3}"/>
          </ac:spMkLst>
        </pc:spChg>
        <pc:spChg chg="add mod">
          <ac:chgData name="Zheng Fei" userId="d19317889db4c986" providerId="LiveId" clId="{AF5590DC-626C-6343-85D9-C6F866F48CD6}" dt="2022-03-02T16:46:50.356" v="2564" actId="1076"/>
          <ac:spMkLst>
            <pc:docMk/>
            <pc:sldMk cId="3563483024" sldId="426"/>
            <ac:spMk id="10" creationId="{4600CEB4-CBDF-934C-8942-358F92C24826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12" creationId="{26543292-1DE8-4BF3-8EBB-63DEF4D5C67C}"/>
          </ac:spMkLst>
        </pc:spChg>
        <pc:spChg chg="add mod">
          <ac:chgData name="Zheng Fei" userId="d19317889db4c986" providerId="LiveId" clId="{AF5590DC-626C-6343-85D9-C6F866F48CD6}" dt="2022-03-02T16:43:46.846" v="2527" actId="114"/>
          <ac:spMkLst>
            <pc:docMk/>
            <pc:sldMk cId="3563483024" sldId="426"/>
            <ac:spMk id="13" creationId="{B56F5070-A4C8-1249-A411-3204960CFA4A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14" creationId="{01D33357-B2C4-442E-8FFF-306CE0E91B00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15" creationId="{4BBCD937-F2A8-4718-AB42-DF11BDFFFF21}"/>
          </ac:spMkLst>
        </pc:spChg>
        <pc:spChg chg="del">
          <ac:chgData name="Zheng Fei" userId="d19317889db4c986" providerId="LiveId" clId="{AF5590DC-626C-6343-85D9-C6F866F48CD6}" dt="2022-03-02T13:08:19.882" v="483" actId="478"/>
          <ac:spMkLst>
            <pc:docMk/>
            <pc:sldMk cId="3563483024" sldId="426"/>
            <ac:spMk id="18" creationId="{46D6AA57-1987-44C2-B1EC-A9FD60549C61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20" creationId="{65CC2B03-F5D1-41A0-BFEB-D798FB6D8263}"/>
          </ac:spMkLst>
        </pc:spChg>
        <pc:spChg chg="del">
          <ac:chgData name="Zheng Fei" userId="d19317889db4c986" providerId="LiveId" clId="{AF5590DC-626C-6343-85D9-C6F866F48CD6}" dt="2022-03-02T13:08:21.983" v="484" actId="478"/>
          <ac:spMkLst>
            <pc:docMk/>
            <pc:sldMk cId="3563483024" sldId="426"/>
            <ac:spMk id="22" creationId="{EA0D8336-AB75-47AC-B3BA-F6B65DBFE872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24" creationId="{8A2836BF-073B-48A1-913B-9AA1F2FF4913}"/>
          </ac:spMkLst>
        </pc:spChg>
        <pc:spChg chg="mod">
          <ac:chgData name="Zheng Fei" userId="d19317889db4c986" providerId="LiveId" clId="{AF5590DC-626C-6343-85D9-C6F866F48CD6}" dt="2022-03-02T16:43:52.555" v="2528" actId="2711"/>
          <ac:spMkLst>
            <pc:docMk/>
            <pc:sldMk cId="3563483024" sldId="426"/>
            <ac:spMk id="25" creationId="{3E3FFA1B-6504-48E9-B6A5-FA9B5068560C}"/>
          </ac:spMkLst>
        </pc:spChg>
        <pc:spChg chg="del">
          <ac:chgData name="Zheng Fei" userId="d19317889db4c986" providerId="LiveId" clId="{AF5590DC-626C-6343-85D9-C6F866F48CD6}" dt="2022-03-02T13:08:14.663" v="480" actId="478"/>
          <ac:spMkLst>
            <pc:docMk/>
            <pc:sldMk cId="3563483024" sldId="426"/>
            <ac:spMk id="35" creationId="{1878C953-DF8A-4EFB-8A06-4A9A158B614A}"/>
          </ac:spMkLst>
        </pc:spChg>
        <pc:spChg chg="mod">
          <ac:chgData name="Zheng Fei" userId="d19317889db4c986" providerId="LiveId" clId="{AF5590DC-626C-6343-85D9-C6F866F48CD6}" dt="2022-03-02T13:08:14.663" v="480" actId="478"/>
          <ac:spMkLst>
            <pc:docMk/>
            <pc:sldMk cId="3563483024" sldId="426"/>
            <ac:spMk id="36" creationId="{15D2A076-0A7A-4425-9B7D-2E3DDE7DA57A}"/>
          </ac:spMkLst>
        </pc:spChg>
        <pc:spChg chg="mod">
          <ac:chgData name="Zheng Fei" userId="d19317889db4c986" providerId="LiveId" clId="{AF5590DC-626C-6343-85D9-C6F866F48CD6}" dt="2022-03-02T13:08:14.663" v="480" actId="478"/>
          <ac:spMkLst>
            <pc:docMk/>
            <pc:sldMk cId="3563483024" sldId="426"/>
            <ac:spMk id="37" creationId="{39A3BBFF-976A-4927-BA24-497FFBFAA418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55" creationId="{051B285B-8B96-4FDA-809A-67D6BE363F0B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56" creationId="{209DF068-FE6C-4AA7-BE97-D4F92A6C43D3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57" creationId="{8B0CE4D2-8F6A-473A-B425-E97B64446CFA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58" creationId="{D032F928-87E7-4657-BA34-1C8A545FCDC5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59" creationId="{5136899B-55F3-4F16-8B33-3629BD42DF9C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0" creationId="{ECF851EF-8F4E-4EE6-8507-E26ACF1E7331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1" creationId="{F877DE14-ECC6-46B5-9158-6E430F3715EA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2" creationId="{090CCF5C-FE1B-4B00-8B86-D26CADDDFE1E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3" creationId="{7671A6D9-66E8-4FAC-BFA9-1A0E55767A02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4" creationId="{4892C794-9C1A-4F34-B8CD-D8841104DFA8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5" creationId="{22D989BF-9333-441E-8534-F6946E640F68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6" creationId="{0A1671D1-EAB5-46A4-BAE8-DCF98CAC8ED5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7" creationId="{CDECC2E9-E14B-4B19-8DE4-9B7C87C53126}"/>
          </ac:spMkLst>
        </pc:spChg>
        <pc:spChg chg="mod">
          <ac:chgData name="Zheng Fei" userId="d19317889db4c986" providerId="LiveId" clId="{AF5590DC-626C-6343-85D9-C6F866F48CD6}" dt="2022-03-02T13:08:09.925" v="475" actId="1076"/>
          <ac:spMkLst>
            <pc:docMk/>
            <pc:sldMk cId="3563483024" sldId="426"/>
            <ac:spMk id="68" creationId="{6D79DDD3-F5D8-4C85-AB03-AB581D0FF059}"/>
          </ac:spMkLst>
        </pc:spChg>
        <pc:spChg chg="del mod">
          <ac:chgData name="Zheng Fei" userId="d19317889db4c986" providerId="LiveId" clId="{AF5590DC-626C-6343-85D9-C6F866F48CD6}" dt="2022-03-02T16:46:40.673" v="2562" actId="478"/>
          <ac:spMkLst>
            <pc:docMk/>
            <pc:sldMk cId="3563483024" sldId="426"/>
            <ac:spMk id="93" creationId="{3193930D-82BF-D74D-9882-6BB3B6630C0D}"/>
          </ac:spMkLst>
        </pc:spChg>
        <pc:spChg chg="mod">
          <ac:chgData name="Zheng Fei" userId="d19317889db4c986" providerId="LiveId" clId="{AF5590DC-626C-6343-85D9-C6F866F48CD6}" dt="2022-03-02T13:10:19.949" v="542"/>
          <ac:spMkLst>
            <pc:docMk/>
            <pc:sldMk cId="3563483024" sldId="426"/>
            <ac:spMk id="94" creationId="{341CDB3F-1F29-BB46-BC56-DCC218F34A5F}"/>
          </ac:spMkLst>
        </pc:spChg>
        <pc:spChg chg="del mod">
          <ac:chgData name="Zheng Fei" userId="d19317889db4c986" providerId="LiveId" clId="{AF5590DC-626C-6343-85D9-C6F866F48CD6}" dt="2022-03-02T13:11:01.910" v="552" actId="478"/>
          <ac:spMkLst>
            <pc:docMk/>
            <pc:sldMk cId="3563483024" sldId="426"/>
            <ac:spMk id="97" creationId="{6B375437-2739-3A44-ADAB-AA0B70743D54}"/>
          </ac:spMkLst>
        </pc:spChg>
        <pc:spChg chg="del mod topLvl">
          <ac:chgData name="Zheng Fei" userId="d19317889db4c986" providerId="LiveId" clId="{AF5590DC-626C-6343-85D9-C6F866F48CD6}" dt="2022-03-02T16:45:17.587" v="2550" actId="478"/>
          <ac:spMkLst>
            <pc:docMk/>
            <pc:sldMk cId="3563483024" sldId="426"/>
            <ac:spMk id="98" creationId="{61127996-E288-2841-901C-DCF4B0B1A495}"/>
          </ac:spMkLst>
        </pc:spChg>
        <pc:spChg chg="add mod">
          <ac:chgData name="Zheng Fei" userId="d19317889db4c986" providerId="LiveId" clId="{AF5590DC-626C-6343-85D9-C6F866F48CD6}" dt="2022-03-02T16:52:26.270" v="2664" actId="1076"/>
          <ac:spMkLst>
            <pc:docMk/>
            <pc:sldMk cId="3563483024" sldId="426"/>
            <ac:spMk id="100" creationId="{5D144F3F-60EF-954B-8FB2-7796BB151CCC}"/>
          </ac:spMkLst>
        </pc:spChg>
        <pc:spChg chg="add mod">
          <ac:chgData name="Zheng Fei" userId="d19317889db4c986" providerId="LiveId" clId="{AF5590DC-626C-6343-85D9-C6F866F48CD6}" dt="2022-03-02T16:52:33.277" v="2665" actId="1076"/>
          <ac:spMkLst>
            <pc:docMk/>
            <pc:sldMk cId="3563483024" sldId="426"/>
            <ac:spMk id="101" creationId="{86D1D474-EA8D-1549-BF90-F80350B02760}"/>
          </ac:spMkLst>
        </pc:spChg>
        <pc:spChg chg="add mod">
          <ac:chgData name="Zheng Fei" userId="d19317889db4c986" providerId="LiveId" clId="{AF5590DC-626C-6343-85D9-C6F866F48CD6}" dt="2022-03-02T15:18:35.919" v="1158" actId="1076"/>
          <ac:spMkLst>
            <pc:docMk/>
            <pc:sldMk cId="3563483024" sldId="426"/>
            <ac:spMk id="103" creationId="{CD29B8E6-B9A3-F345-89AD-4017D286433E}"/>
          </ac:spMkLst>
        </pc:spChg>
        <pc:spChg chg="add mod">
          <ac:chgData name="Zheng Fei" userId="d19317889db4c986" providerId="LiveId" clId="{AF5590DC-626C-6343-85D9-C6F866F48CD6}" dt="2022-03-02T16:52:26.270" v="2664" actId="1076"/>
          <ac:spMkLst>
            <pc:docMk/>
            <pc:sldMk cId="3563483024" sldId="426"/>
            <ac:spMk id="104" creationId="{0C47B2DD-1C72-7643-8CFB-285E7DE2A697}"/>
          </ac:spMkLst>
        </pc:spChg>
        <pc:grpChg chg="add mod">
          <ac:chgData name="Zheng Fei" userId="d19317889db4c986" providerId="LiveId" clId="{AF5590DC-626C-6343-85D9-C6F866F48CD6}" dt="2022-03-02T15:18:26.090" v="1154" actId="1076"/>
          <ac:grpSpMkLst>
            <pc:docMk/>
            <pc:sldMk cId="3563483024" sldId="426"/>
            <ac:grpSpMk id="19" creationId="{37A8C3A5-46C7-7A4E-9AA5-0101CAECD9EF}"/>
          </ac:grpSpMkLst>
        </pc:grpChg>
        <pc:grpChg chg="del">
          <ac:chgData name="Zheng Fei" userId="d19317889db4c986" providerId="LiveId" clId="{AF5590DC-626C-6343-85D9-C6F866F48CD6}" dt="2022-03-02T13:08:18.113" v="482" actId="478"/>
          <ac:grpSpMkLst>
            <pc:docMk/>
            <pc:sldMk cId="3563483024" sldId="426"/>
            <ac:grpSpMk id="26" creationId="{5E22FAEB-9567-4AEE-BF52-0EBA4AF7C632}"/>
          </ac:grpSpMkLst>
        </pc:grpChg>
        <pc:grpChg chg="del mod">
          <ac:chgData name="Zheng Fei" userId="d19317889db4c986" providerId="LiveId" clId="{AF5590DC-626C-6343-85D9-C6F866F48CD6}" dt="2022-03-02T13:08:16.266" v="481" actId="478"/>
          <ac:grpSpMkLst>
            <pc:docMk/>
            <pc:sldMk cId="3563483024" sldId="426"/>
            <ac:grpSpMk id="34" creationId="{C656C72D-1CC7-4102-9A5F-E89406DE5853}"/>
          </ac:grpSpMkLst>
        </pc:grpChg>
        <pc:grpChg chg="del">
          <ac:chgData name="Zheng Fei" userId="d19317889db4c986" providerId="LiveId" clId="{AF5590DC-626C-6343-85D9-C6F866F48CD6}" dt="2022-03-02T13:08:12.787" v="479" actId="478"/>
          <ac:grpSpMkLst>
            <pc:docMk/>
            <pc:sldMk cId="3563483024" sldId="426"/>
            <ac:grpSpMk id="41" creationId="{030F714B-2D0F-44B1-B790-9419B7D7E2C8}"/>
          </ac:grpSpMkLst>
        </pc:grpChg>
        <pc:grpChg chg="del">
          <ac:chgData name="Zheng Fei" userId="d19317889db4c986" providerId="LiveId" clId="{AF5590DC-626C-6343-85D9-C6F866F48CD6}" dt="2022-03-02T13:08:12.050" v="478" actId="478"/>
          <ac:grpSpMkLst>
            <pc:docMk/>
            <pc:sldMk cId="3563483024" sldId="426"/>
            <ac:grpSpMk id="47" creationId="{EF7305FF-AD79-454D-90CD-1FBC56B0286B}"/>
          </ac:grpSpMkLst>
        </pc:grpChg>
        <pc:grpChg chg="del mod">
          <ac:chgData name="Zheng Fei" userId="d19317889db4c986" providerId="LiveId" clId="{AF5590DC-626C-6343-85D9-C6F866F48CD6}" dt="2022-03-02T13:08:10.507" v="476" actId="478"/>
          <ac:grpSpMkLst>
            <pc:docMk/>
            <pc:sldMk cId="3563483024" sldId="426"/>
            <ac:grpSpMk id="54" creationId="{EFA79FF9-B86A-45D1-BA59-75AA1F876E31}"/>
          </ac:grpSpMkLst>
        </pc:grpChg>
        <pc:grpChg chg="del">
          <ac:chgData name="Zheng Fei" userId="d19317889db4c986" providerId="LiveId" clId="{AF5590DC-626C-6343-85D9-C6F866F48CD6}" dt="2022-03-02T13:08:11.516" v="477" actId="478"/>
          <ac:grpSpMkLst>
            <pc:docMk/>
            <pc:sldMk cId="3563483024" sldId="426"/>
            <ac:grpSpMk id="72" creationId="{9EEC88D0-53C3-4610-82C0-BCF6F104D8A8}"/>
          </ac:grpSpMkLst>
        </pc:grpChg>
        <pc:grpChg chg="add mod">
          <ac:chgData name="Zheng Fei" userId="d19317889db4c986" providerId="LiveId" clId="{AF5590DC-626C-6343-85D9-C6F866F48CD6}" dt="2022-03-02T16:46:39.502" v="2561" actId="14100"/>
          <ac:grpSpMkLst>
            <pc:docMk/>
            <pc:sldMk cId="3563483024" sldId="426"/>
            <ac:grpSpMk id="91" creationId="{2ABE5F5B-9C04-D249-BD9E-E7DA6D76AFD9}"/>
          </ac:grpSpMkLst>
        </pc:grpChg>
        <pc:grpChg chg="add del mod">
          <ac:chgData name="Zheng Fei" userId="d19317889db4c986" providerId="LiveId" clId="{AF5590DC-626C-6343-85D9-C6F866F48CD6}" dt="2022-03-02T16:45:17.587" v="2550" actId="478"/>
          <ac:grpSpMkLst>
            <pc:docMk/>
            <pc:sldMk cId="3563483024" sldId="426"/>
            <ac:grpSpMk id="95" creationId="{48152C7D-715E-C44B-8A9D-4CC5BADC36AF}"/>
          </ac:grpSpMkLst>
        </pc:grpChg>
        <pc:graphicFrameChg chg="mod">
          <ac:chgData name="Zheng Fei" userId="d19317889db4c986" providerId="LiveId" clId="{AF5590DC-626C-6343-85D9-C6F866F48CD6}" dt="2022-03-02T15:15:12.651" v="1115" actId="1076"/>
          <ac:graphicFrameMkLst>
            <pc:docMk/>
            <pc:sldMk cId="3563483024" sldId="426"/>
            <ac:graphicFrameMk id="27" creationId="{13946405-5573-4285-BCD3-CAB58B3B91E4}"/>
          </ac:graphicFrameMkLst>
        </pc:graphicFrameChg>
        <pc:graphicFrameChg chg="mod">
          <ac:chgData name="Zheng Fei" userId="d19317889db4c986" providerId="LiveId" clId="{AF5590DC-626C-6343-85D9-C6F866F48CD6}" dt="2022-03-02T13:08:14.663" v="480" actId="478"/>
          <ac:graphicFrameMkLst>
            <pc:docMk/>
            <pc:sldMk cId="3563483024" sldId="426"/>
            <ac:graphicFrameMk id="38" creationId="{C422A301-D589-43D1-9E50-F5B39AE6FBEE}"/>
          </ac:graphicFrameMkLst>
        </pc:graphicFrameChg>
        <pc:graphicFrameChg chg="mod">
          <ac:chgData name="Zheng Fei" userId="d19317889db4c986" providerId="LiveId" clId="{AF5590DC-626C-6343-85D9-C6F866F48CD6}" dt="2022-03-02T13:08:14.663" v="480" actId="478"/>
          <ac:graphicFrameMkLst>
            <pc:docMk/>
            <pc:sldMk cId="3563483024" sldId="426"/>
            <ac:graphicFrameMk id="39" creationId="{05958CCB-D415-44FA-8551-0EB16671861B}"/>
          </ac:graphicFrameMkLst>
        </pc:graphicFrameChg>
        <pc:graphicFrameChg chg="mod">
          <ac:chgData name="Zheng Fei" userId="d19317889db4c986" providerId="LiveId" clId="{AF5590DC-626C-6343-85D9-C6F866F48CD6}" dt="2022-03-02T13:08:14.663" v="480" actId="478"/>
          <ac:graphicFrameMkLst>
            <pc:docMk/>
            <pc:sldMk cId="3563483024" sldId="426"/>
            <ac:graphicFrameMk id="40" creationId="{312BB0E5-3D48-4015-A407-0DA0C5CB0FCE}"/>
          </ac:graphicFrameMkLst>
        </pc:graphicFrameChg>
        <pc:graphicFrameChg chg="mod">
          <ac:chgData name="Zheng Fei" userId="d19317889db4c986" providerId="LiveId" clId="{AF5590DC-626C-6343-85D9-C6F866F48CD6}" dt="2022-03-02T13:08:09.925" v="475" actId="1076"/>
          <ac:graphicFrameMkLst>
            <pc:docMk/>
            <pc:sldMk cId="3563483024" sldId="426"/>
            <ac:graphicFrameMk id="69" creationId="{67FA26EB-D785-4E92-8F14-BB75D2064FC4}"/>
          </ac:graphicFrameMkLst>
        </pc:graphicFrameChg>
        <pc:graphicFrameChg chg="mod">
          <ac:chgData name="Zheng Fei" userId="d19317889db4c986" providerId="LiveId" clId="{AF5590DC-626C-6343-85D9-C6F866F48CD6}" dt="2022-03-02T13:08:09.925" v="475" actId="1076"/>
          <ac:graphicFrameMkLst>
            <pc:docMk/>
            <pc:sldMk cId="3563483024" sldId="426"/>
            <ac:graphicFrameMk id="70" creationId="{BA99ECC4-0A5E-4B06-AAFA-80C251E63787}"/>
          </ac:graphicFrameMkLst>
        </pc:graphicFrameChg>
        <pc:graphicFrameChg chg="mod">
          <ac:chgData name="Zheng Fei" userId="d19317889db4c986" providerId="LiveId" clId="{AF5590DC-626C-6343-85D9-C6F866F48CD6}" dt="2022-03-02T13:08:09.925" v="475" actId="1076"/>
          <ac:graphicFrameMkLst>
            <pc:docMk/>
            <pc:sldMk cId="3563483024" sldId="426"/>
            <ac:graphicFrameMk id="71" creationId="{47CC72EA-F2C1-4F91-ACD7-59AC1BC24838}"/>
          </ac:graphicFrameMkLst>
        </pc:graphicFrameChg>
        <pc:picChg chg="add mod">
          <ac:chgData name="Zheng Fei" userId="d19317889db4c986" providerId="LiveId" clId="{AF5590DC-626C-6343-85D9-C6F866F48CD6}" dt="2022-03-02T16:53:04.577" v="2668" actId="1076"/>
          <ac:picMkLst>
            <pc:docMk/>
            <pc:sldMk cId="3563483024" sldId="426"/>
            <ac:picMk id="90" creationId="{658272E2-379C-194D-A182-EC94F9FF030B}"/>
          </ac:picMkLst>
        </pc:picChg>
        <pc:picChg chg="mod modCrop">
          <ac:chgData name="Zheng Fei" userId="d19317889db4c986" providerId="LiveId" clId="{AF5590DC-626C-6343-85D9-C6F866F48CD6}" dt="2022-03-02T16:46:46.754" v="2563" actId="732"/>
          <ac:picMkLst>
            <pc:docMk/>
            <pc:sldMk cId="3563483024" sldId="426"/>
            <ac:picMk id="92" creationId="{B162D6A2-3D58-5340-9C09-8242A9F284DD}"/>
          </ac:picMkLst>
        </pc:picChg>
        <pc:picChg chg="mod topLvl modCrop">
          <ac:chgData name="Zheng Fei" userId="d19317889db4c986" providerId="LiveId" clId="{AF5590DC-626C-6343-85D9-C6F866F48CD6}" dt="2022-03-02T16:45:55.485" v="2559" actId="1076"/>
          <ac:picMkLst>
            <pc:docMk/>
            <pc:sldMk cId="3563483024" sldId="426"/>
            <ac:picMk id="96" creationId="{4E3B9173-A62E-0645-8413-BDE67B34F29E}"/>
          </ac:picMkLst>
        </pc:picChg>
        <pc:picChg chg="add mod modCrop">
          <ac:chgData name="Zheng Fei" userId="d19317889db4c986" providerId="LiveId" clId="{AF5590DC-626C-6343-85D9-C6F866F48CD6}" dt="2022-03-02T16:51:58.826" v="2663" actId="1076"/>
          <ac:picMkLst>
            <pc:docMk/>
            <pc:sldMk cId="3563483024" sldId="426"/>
            <ac:picMk id="99" creationId="{A6C2203C-0F40-2D4E-B475-2AA416CD5B7C}"/>
          </ac:picMkLst>
        </pc:picChg>
        <pc:picChg chg="add mod modCrop">
          <ac:chgData name="Zheng Fei" userId="d19317889db4c986" providerId="LiveId" clId="{AF5590DC-626C-6343-85D9-C6F866F48CD6}" dt="2022-03-02T16:52:49.101" v="2666" actId="1076"/>
          <ac:picMkLst>
            <pc:docMk/>
            <pc:sldMk cId="3563483024" sldId="426"/>
            <ac:picMk id="102" creationId="{B337DC13-6113-9846-8064-F13F703E009B}"/>
          </ac:picMkLst>
        </pc:picChg>
        <pc:cxnChg chg="mod">
          <ac:chgData name="Zheng Fei" userId="d19317889db4c986" providerId="LiveId" clId="{AF5590DC-626C-6343-85D9-C6F866F48CD6}" dt="2022-03-02T15:15:12.651" v="1115" actId="1076"/>
          <ac:cxnSpMkLst>
            <pc:docMk/>
            <pc:sldMk cId="3563483024" sldId="426"/>
            <ac:cxnSpMk id="6" creationId="{4979DC70-8BC8-41FE-B1AF-592E3F35BB75}"/>
          </ac:cxnSpMkLst>
        </pc:cxnChg>
        <pc:cxnChg chg="mod">
          <ac:chgData name="Zheng Fei" userId="d19317889db4c986" providerId="LiveId" clId="{AF5590DC-626C-6343-85D9-C6F866F48CD6}" dt="2022-03-02T15:16:47.033" v="1134" actId="2711"/>
          <ac:cxnSpMkLst>
            <pc:docMk/>
            <pc:sldMk cId="3563483024" sldId="426"/>
            <ac:cxnSpMk id="9" creationId="{93AF8ED3-76A5-4E6A-8065-FF03C4AF8A3A}"/>
          </ac:cxnSpMkLst>
        </pc:cxnChg>
        <pc:cxnChg chg="mod">
          <ac:chgData name="Zheng Fei" userId="d19317889db4c986" providerId="LiveId" clId="{AF5590DC-626C-6343-85D9-C6F866F48CD6}" dt="2022-03-02T15:15:12.651" v="1115" actId="1076"/>
          <ac:cxnSpMkLst>
            <pc:docMk/>
            <pc:sldMk cId="3563483024" sldId="426"/>
            <ac:cxnSpMk id="17" creationId="{A05B5A6A-C2E9-4936-9CE1-FD6D3C71301E}"/>
          </ac:cxnSpMkLst>
        </pc:cxnChg>
      </pc:sldChg>
      <pc:sldChg chg="addSp modSp new mod">
        <pc:chgData name="Zheng Fei" userId="d19317889db4c986" providerId="LiveId" clId="{AF5590DC-626C-6343-85D9-C6F866F48CD6}" dt="2022-03-02T13:30:42.443" v="620" actId="1076"/>
        <pc:sldMkLst>
          <pc:docMk/>
          <pc:sldMk cId="2881083460" sldId="427"/>
        </pc:sldMkLst>
        <pc:picChg chg="add mod">
          <ac:chgData name="Zheng Fei" userId="d19317889db4c986" providerId="LiveId" clId="{AF5590DC-626C-6343-85D9-C6F866F48CD6}" dt="2022-03-02T13:30:42.443" v="620" actId="1076"/>
          <ac:picMkLst>
            <pc:docMk/>
            <pc:sldMk cId="2881083460" sldId="427"/>
            <ac:picMk id="3" creationId="{ABE46A41-89D2-EB4A-B6EF-72A3E2FEC17E}"/>
          </ac:picMkLst>
        </pc:picChg>
      </pc:sldChg>
      <pc:sldChg chg="addSp modSp new mod setBg">
        <pc:chgData name="Zheng Fei" userId="d19317889db4c986" providerId="LiveId" clId="{AF5590DC-626C-6343-85D9-C6F866F48CD6}" dt="2022-03-03T07:51:38.658" v="4509" actId="255"/>
        <pc:sldMkLst>
          <pc:docMk/>
          <pc:sldMk cId="3154799299" sldId="428"/>
        </pc:sldMkLst>
        <pc:spChg chg="add mod">
          <ac:chgData name="Zheng Fei" userId="d19317889db4c986" providerId="LiveId" clId="{AF5590DC-626C-6343-85D9-C6F866F48CD6}" dt="2022-03-03T07:51:38.658" v="4509" actId="255"/>
          <ac:spMkLst>
            <pc:docMk/>
            <pc:sldMk cId="3154799299" sldId="428"/>
            <ac:spMk id="2" creationId="{95BA0B44-687F-304A-9B52-343E11D9ED6B}"/>
          </ac:spMkLst>
        </pc:spChg>
        <pc:spChg chg="add mod">
          <ac:chgData name="Zheng Fei" userId="d19317889db4c986" providerId="LiveId" clId="{AF5590DC-626C-6343-85D9-C6F866F48CD6}" dt="2022-03-03T07:51:32.309" v="4508" actId="20577"/>
          <ac:spMkLst>
            <pc:docMk/>
            <pc:sldMk cId="3154799299" sldId="428"/>
            <ac:spMk id="5" creationId="{F25EEF7F-DAAE-8341-95A3-0A3BEDE81A32}"/>
          </ac:spMkLst>
        </pc:spChg>
        <pc:spChg chg="add">
          <ac:chgData name="Zheng Fei" userId="d19317889db4c986" providerId="LiveId" clId="{AF5590DC-626C-6343-85D9-C6F866F48CD6}" dt="2022-03-02T13:39:53.701" v="629" actId="26606"/>
          <ac:spMkLst>
            <pc:docMk/>
            <pc:sldMk cId="3154799299" sldId="428"/>
            <ac:spMk id="9" creationId="{D12DDE76-C203-4047-9998-63900085B5E8}"/>
          </ac:spMkLst>
        </pc:spChg>
        <pc:picChg chg="add mod">
          <ac:chgData name="Zheng Fei" userId="d19317889db4c986" providerId="LiveId" clId="{AF5590DC-626C-6343-85D9-C6F866F48CD6}" dt="2022-03-03T07:41:18.252" v="4036" actId="14100"/>
          <ac:picMkLst>
            <pc:docMk/>
            <pc:sldMk cId="3154799299" sldId="428"/>
            <ac:picMk id="4" creationId="{FD7F31EC-64FC-3143-9017-B6FDFBDEDCCC}"/>
          </ac:picMkLst>
        </pc:picChg>
      </pc:sldChg>
      <pc:sldChg chg="addSp delSp modSp new mod modAnim">
        <pc:chgData name="Zheng Fei" userId="d19317889db4c986" providerId="LiveId" clId="{AF5590DC-626C-6343-85D9-C6F866F48CD6}" dt="2022-03-03T07:50:06.324" v="4491" actId="255"/>
        <pc:sldMkLst>
          <pc:docMk/>
          <pc:sldMk cId="2755872099" sldId="429"/>
        </pc:sldMkLst>
        <pc:spChg chg="add mod">
          <ac:chgData name="Zheng Fei" userId="d19317889db4c986" providerId="LiveId" clId="{AF5590DC-626C-6343-85D9-C6F866F48CD6}" dt="2022-03-03T07:47:30.096" v="4469" actId="20577"/>
          <ac:spMkLst>
            <pc:docMk/>
            <pc:sldMk cId="2755872099" sldId="429"/>
            <ac:spMk id="2" creationId="{37369EFB-FCC3-D740-B38C-9A7E2E084CA3}"/>
          </ac:spMkLst>
        </pc:spChg>
        <pc:spChg chg="add del mod">
          <ac:chgData name="Zheng Fei" userId="d19317889db4c986" providerId="LiveId" clId="{AF5590DC-626C-6343-85D9-C6F866F48CD6}" dt="2022-03-02T17:05:15.495" v="2794" actId="478"/>
          <ac:spMkLst>
            <pc:docMk/>
            <pc:sldMk cId="2755872099" sldId="429"/>
            <ac:spMk id="2" creationId="{921D360A-5FF7-CA4B-A13C-0723EB3A4585}"/>
          </ac:spMkLst>
        </pc:spChg>
        <pc:spChg chg="add mod">
          <ac:chgData name="Zheng Fei" userId="d19317889db4c986" providerId="LiveId" clId="{AF5590DC-626C-6343-85D9-C6F866F48CD6}" dt="2022-03-03T07:50:06.324" v="4491" actId="255"/>
          <ac:spMkLst>
            <pc:docMk/>
            <pc:sldMk cId="2755872099" sldId="429"/>
            <ac:spMk id="3" creationId="{CC48AC2B-57CA-5D45-8129-FF376A21FF95}"/>
          </ac:spMkLst>
        </pc:spChg>
        <pc:spChg chg="add del mod">
          <ac:chgData name="Zheng Fei" userId="d19317889db4c986" providerId="LiveId" clId="{AF5590DC-626C-6343-85D9-C6F866F48CD6}" dt="2022-03-02T17:06:47.250" v="2808" actId="478"/>
          <ac:spMkLst>
            <pc:docMk/>
            <pc:sldMk cId="2755872099" sldId="429"/>
            <ac:spMk id="5" creationId="{59382FA0-5B61-5E4F-9EE3-336C1966469B}"/>
          </ac:spMkLst>
        </pc:spChg>
        <pc:spChg chg="add mod">
          <ac:chgData name="Zheng Fei" userId="d19317889db4c986" providerId="LiveId" clId="{AF5590DC-626C-6343-85D9-C6F866F48CD6}" dt="2022-03-02T17:06:39.108" v="2806" actId="208"/>
          <ac:spMkLst>
            <pc:docMk/>
            <pc:sldMk cId="2755872099" sldId="429"/>
            <ac:spMk id="6" creationId="{FE2A3C96-A4EC-2F4F-9457-A3013B83A3E8}"/>
          </ac:spMkLst>
        </pc:spChg>
        <pc:spChg chg="add mod">
          <ac:chgData name="Zheng Fei" userId="d19317889db4c986" providerId="LiveId" clId="{AF5590DC-626C-6343-85D9-C6F866F48CD6}" dt="2022-03-02T17:06:58.784" v="2813" actId="14100"/>
          <ac:spMkLst>
            <pc:docMk/>
            <pc:sldMk cId="2755872099" sldId="429"/>
            <ac:spMk id="7" creationId="{8C316444-E877-E343-94B9-624C5D8CD699}"/>
          </ac:spMkLst>
        </pc:spChg>
        <pc:picChg chg="add mod modCrop">
          <ac:chgData name="Zheng Fei" userId="d19317889db4c986" providerId="LiveId" clId="{AF5590DC-626C-6343-85D9-C6F866F48CD6}" dt="2022-03-02T17:06:49.035" v="2809" actId="1076"/>
          <ac:picMkLst>
            <pc:docMk/>
            <pc:sldMk cId="2755872099" sldId="429"/>
            <ac:picMk id="4" creationId="{175E07C7-9336-CE41-9F08-9A5AA1D62970}"/>
          </ac:picMkLst>
        </pc:picChg>
      </pc:sldChg>
      <pc:sldChg chg="addSp delSp modSp new mod modAnim">
        <pc:chgData name="Zheng Fei" userId="d19317889db4c986" providerId="LiveId" clId="{AF5590DC-626C-6343-85D9-C6F866F48CD6}" dt="2022-03-03T07:50:32.069" v="4493" actId="20577"/>
        <pc:sldMkLst>
          <pc:docMk/>
          <pc:sldMk cId="3535278363" sldId="430"/>
        </pc:sldMkLst>
        <pc:spChg chg="add del mod">
          <ac:chgData name="Zheng Fei" userId="d19317889db4c986" providerId="LiveId" clId="{AF5590DC-626C-6343-85D9-C6F866F48CD6}" dt="2022-03-02T17:09:53.688" v="2820" actId="478"/>
          <ac:spMkLst>
            <pc:docMk/>
            <pc:sldMk cId="3535278363" sldId="430"/>
            <ac:spMk id="2" creationId="{41EB1BB2-89AF-6D45-86FA-1E3A3E49CA5C}"/>
          </ac:spMkLst>
        </pc:spChg>
        <pc:spChg chg="add mod">
          <ac:chgData name="Zheng Fei" userId="d19317889db4c986" providerId="LiveId" clId="{AF5590DC-626C-6343-85D9-C6F866F48CD6}" dt="2022-03-02T17:11:00.349" v="2832" actId="14100"/>
          <ac:spMkLst>
            <pc:docMk/>
            <pc:sldMk cId="3535278363" sldId="430"/>
            <ac:spMk id="5" creationId="{62E62F75-B0F8-C243-905C-A2C187C90DB2}"/>
          </ac:spMkLst>
        </pc:spChg>
        <pc:spChg chg="add mod">
          <ac:chgData name="Zheng Fei" userId="d19317889db4c986" providerId="LiveId" clId="{AF5590DC-626C-6343-85D9-C6F866F48CD6}" dt="2022-03-02T17:10:56.715" v="2831" actId="14100"/>
          <ac:spMkLst>
            <pc:docMk/>
            <pc:sldMk cId="3535278363" sldId="430"/>
            <ac:spMk id="6" creationId="{B7300557-1212-2A4D-8E25-D028A8E67E63}"/>
          </ac:spMkLst>
        </pc:spChg>
        <pc:spChg chg="add mod">
          <ac:chgData name="Zheng Fei" userId="d19317889db4c986" providerId="LiveId" clId="{AF5590DC-626C-6343-85D9-C6F866F48CD6}" dt="2022-03-03T07:50:32.069" v="4493" actId="20577"/>
          <ac:spMkLst>
            <pc:docMk/>
            <pc:sldMk cId="3535278363" sldId="430"/>
            <ac:spMk id="7" creationId="{A80EEDBB-84CD-6D41-A3C3-AAF416F8DF39}"/>
          </ac:spMkLst>
        </pc:spChg>
        <pc:picChg chg="add mod modCrop">
          <ac:chgData name="Zheng Fei" userId="d19317889db4c986" providerId="LiveId" clId="{AF5590DC-626C-6343-85D9-C6F866F48CD6}" dt="2022-03-02T17:10:29.275" v="2825" actId="14100"/>
          <ac:picMkLst>
            <pc:docMk/>
            <pc:sldMk cId="3535278363" sldId="430"/>
            <ac:picMk id="4" creationId="{9E803C1A-17A8-7940-92A2-36412BF95655}"/>
          </ac:picMkLst>
        </pc:picChg>
      </pc:sldChg>
      <pc:sldChg chg="addSp delSp modSp new mod">
        <pc:chgData name="Zheng Fei" userId="d19317889db4c986" providerId="LiveId" clId="{AF5590DC-626C-6343-85D9-C6F866F48CD6}" dt="2022-03-03T07:50:38.117" v="4495" actId="20577"/>
        <pc:sldMkLst>
          <pc:docMk/>
          <pc:sldMk cId="3052668524" sldId="431"/>
        </pc:sldMkLst>
        <pc:spChg chg="add mod">
          <ac:chgData name="Zheng Fei" userId="d19317889db4c986" providerId="LiveId" clId="{AF5590DC-626C-6343-85D9-C6F866F48CD6}" dt="2022-03-03T07:17:46.796" v="3151" actId="1076"/>
          <ac:spMkLst>
            <pc:docMk/>
            <pc:sldMk cId="3052668524" sldId="431"/>
            <ac:spMk id="5" creationId="{1BA93CDF-BE69-7A4D-8495-8B7CB4756ED5}"/>
          </ac:spMkLst>
        </pc:spChg>
        <pc:spChg chg="add mod">
          <ac:chgData name="Zheng Fei" userId="d19317889db4c986" providerId="LiveId" clId="{AF5590DC-626C-6343-85D9-C6F866F48CD6}" dt="2022-03-03T07:50:38.117" v="4495" actId="20577"/>
          <ac:spMkLst>
            <pc:docMk/>
            <pc:sldMk cId="3052668524" sldId="431"/>
            <ac:spMk id="7" creationId="{7E19FF18-6AB1-C446-8C21-609CECC65FA0}"/>
          </ac:spMkLst>
        </pc:spChg>
        <pc:picChg chg="add del mod modCrop">
          <ac:chgData name="Zheng Fei" userId="d19317889db4c986" providerId="LiveId" clId="{AF5590DC-626C-6343-85D9-C6F866F48CD6}" dt="2022-03-03T07:16:20.346" v="3117" actId="478"/>
          <ac:picMkLst>
            <pc:docMk/>
            <pc:sldMk cId="3052668524" sldId="431"/>
            <ac:picMk id="3" creationId="{3DA2DD37-479F-2148-8A68-F5B3B23A89DF}"/>
          </ac:picMkLst>
        </pc:picChg>
        <pc:picChg chg="add mod">
          <ac:chgData name="Zheng Fei" userId="d19317889db4c986" providerId="LiveId" clId="{AF5590DC-626C-6343-85D9-C6F866F48CD6}" dt="2022-03-03T07:17:33.941" v="3147" actId="1076"/>
          <ac:picMkLst>
            <pc:docMk/>
            <pc:sldMk cId="3052668524" sldId="431"/>
            <ac:picMk id="4" creationId="{51C9D077-FED9-BD4C-8157-45C8FF92CDE4}"/>
          </ac:picMkLst>
        </pc:picChg>
        <pc:picChg chg="add mod modCrop">
          <ac:chgData name="Zheng Fei" userId="d19317889db4c986" providerId="LiveId" clId="{AF5590DC-626C-6343-85D9-C6F866F48CD6}" dt="2022-03-03T07:45:23.572" v="4459" actId="208"/>
          <ac:picMkLst>
            <pc:docMk/>
            <pc:sldMk cId="3052668524" sldId="431"/>
            <ac:picMk id="6" creationId="{244A83B8-7FD4-7D47-9226-0BCAF910C47F}"/>
          </ac:picMkLst>
        </pc:picChg>
      </pc:sldChg>
      <pc:sldChg chg="addSp delSp modSp new mod">
        <pc:chgData name="Zheng Fei" userId="d19317889db4c986" providerId="LiveId" clId="{AF5590DC-626C-6343-85D9-C6F866F48CD6}" dt="2022-03-04T01:15:43.149" v="4923" actId="20577"/>
        <pc:sldMkLst>
          <pc:docMk/>
          <pc:sldMk cId="493655791" sldId="432"/>
        </pc:sldMkLst>
        <pc:spChg chg="add del mod">
          <ac:chgData name="Zheng Fei" userId="d19317889db4c986" providerId="LiveId" clId="{AF5590DC-626C-6343-85D9-C6F866F48CD6}" dt="2022-03-02T17:20:30.486" v="2890" actId="478"/>
          <ac:spMkLst>
            <pc:docMk/>
            <pc:sldMk cId="493655791" sldId="432"/>
            <ac:spMk id="2" creationId="{440DF68D-E49E-C74D-930E-7C20988F0364}"/>
          </ac:spMkLst>
        </pc:spChg>
        <pc:spChg chg="add mod">
          <ac:chgData name="Zheng Fei" userId="d19317889db4c986" providerId="LiveId" clId="{AF5590DC-626C-6343-85D9-C6F866F48CD6}" dt="2022-03-04T01:15:43.149" v="4923" actId="20577"/>
          <ac:spMkLst>
            <pc:docMk/>
            <pc:sldMk cId="493655791" sldId="432"/>
            <ac:spMk id="3" creationId="{ADC37379-76E0-6949-824B-B337D75D86E3}"/>
          </ac:spMkLst>
        </pc:spChg>
        <pc:spChg chg="add mod">
          <ac:chgData name="Zheng Fei" userId="d19317889db4c986" providerId="LiveId" clId="{AF5590DC-626C-6343-85D9-C6F866F48CD6}" dt="2022-03-03T07:52:00.087" v="4515" actId="20577"/>
          <ac:spMkLst>
            <pc:docMk/>
            <pc:sldMk cId="493655791" sldId="432"/>
            <ac:spMk id="4" creationId="{DBB0513B-7DA6-EA4D-9114-904FB2CB9BC5}"/>
          </ac:spMkLst>
        </pc:spChg>
      </pc:sldChg>
      <pc:sldChg chg="addSp delSp modSp new mod">
        <pc:chgData name="Zheng Fei" userId="d19317889db4c986" providerId="LiveId" clId="{AF5590DC-626C-6343-85D9-C6F866F48CD6}" dt="2022-03-03T07:52:05.563" v="4517" actId="20577"/>
        <pc:sldMkLst>
          <pc:docMk/>
          <pc:sldMk cId="3974935896" sldId="433"/>
        </pc:sldMkLst>
        <pc:spChg chg="add del mod">
          <ac:chgData name="Zheng Fei" userId="d19317889db4c986" providerId="LiveId" clId="{AF5590DC-626C-6343-85D9-C6F866F48CD6}" dt="2022-03-02T17:20:37.865" v="2892" actId="478"/>
          <ac:spMkLst>
            <pc:docMk/>
            <pc:sldMk cId="3974935896" sldId="433"/>
            <ac:spMk id="2" creationId="{40AA0257-B70F-244C-947F-40D8AC404FA0}"/>
          </ac:spMkLst>
        </pc:spChg>
        <pc:spChg chg="add mod">
          <ac:chgData name="Zheng Fei" userId="d19317889db4c986" providerId="LiveId" clId="{AF5590DC-626C-6343-85D9-C6F866F48CD6}" dt="2022-03-03T07:46:47.462" v="4463" actId="207"/>
          <ac:spMkLst>
            <pc:docMk/>
            <pc:sldMk cId="3974935896" sldId="433"/>
            <ac:spMk id="3" creationId="{2EA97B4D-31A5-FA47-8EE2-195CCF907500}"/>
          </ac:spMkLst>
        </pc:spChg>
        <pc:spChg chg="add mod">
          <ac:chgData name="Zheng Fei" userId="d19317889db4c986" providerId="LiveId" clId="{AF5590DC-626C-6343-85D9-C6F866F48CD6}" dt="2022-03-02T17:45:57.619" v="2926" actId="1036"/>
          <ac:spMkLst>
            <pc:docMk/>
            <pc:sldMk cId="3974935896" sldId="433"/>
            <ac:spMk id="6" creationId="{1E6F4E28-A640-D147-B630-4D3D8442D807}"/>
          </ac:spMkLst>
        </pc:spChg>
        <pc:spChg chg="add mod">
          <ac:chgData name="Zheng Fei" userId="d19317889db4c986" providerId="LiveId" clId="{AF5590DC-626C-6343-85D9-C6F866F48CD6}" dt="2022-03-03T07:52:05.563" v="4517" actId="20577"/>
          <ac:spMkLst>
            <pc:docMk/>
            <pc:sldMk cId="3974935896" sldId="433"/>
            <ac:spMk id="7" creationId="{8B2E0F56-7CEF-2B44-BECC-E7F22D286E5A}"/>
          </ac:spMkLst>
        </pc:spChg>
        <pc:grpChg chg="add mod">
          <ac:chgData name="Zheng Fei" userId="d19317889db4c986" providerId="LiveId" clId="{AF5590DC-626C-6343-85D9-C6F866F48CD6}" dt="2022-03-03T07:40:14.756" v="4032" actId="1076"/>
          <ac:grpSpMkLst>
            <pc:docMk/>
            <pc:sldMk cId="3974935896" sldId="433"/>
            <ac:grpSpMk id="2" creationId="{42A10775-833A-4748-8518-B9B7C463C03F}"/>
          </ac:grpSpMkLst>
        </pc:grpChg>
        <pc:picChg chg="add mod">
          <ac:chgData name="Zheng Fei" userId="d19317889db4c986" providerId="LiveId" clId="{AF5590DC-626C-6343-85D9-C6F866F48CD6}" dt="2022-03-02T15:35:40.395" v="2115" actId="1076"/>
          <ac:picMkLst>
            <pc:docMk/>
            <pc:sldMk cId="3974935896" sldId="433"/>
            <ac:picMk id="5" creationId="{D973B01C-46D8-6346-B74C-BF81B499B64B}"/>
          </ac:picMkLst>
        </pc:picChg>
      </pc:sldChg>
      <pc:sldChg chg="addSp delSp modSp new mod">
        <pc:chgData name="Zheng Fei" userId="d19317889db4c986" providerId="LiveId" clId="{AF5590DC-626C-6343-85D9-C6F866F48CD6}" dt="2022-03-04T01:04:46.808" v="4904" actId="20577"/>
        <pc:sldMkLst>
          <pc:docMk/>
          <pc:sldMk cId="2704890675" sldId="434"/>
        </pc:sldMkLst>
        <pc:spChg chg="add del mod">
          <ac:chgData name="Zheng Fei" userId="d19317889db4c986" providerId="LiveId" clId="{AF5590DC-626C-6343-85D9-C6F866F48CD6}" dt="2022-03-02T17:20:08.331" v="2885" actId="478"/>
          <ac:spMkLst>
            <pc:docMk/>
            <pc:sldMk cId="2704890675" sldId="434"/>
            <ac:spMk id="2" creationId="{4181E73D-0A95-C543-9B26-5C5CCE909C70}"/>
          </ac:spMkLst>
        </pc:spChg>
        <pc:spChg chg="add mod">
          <ac:chgData name="Zheng Fei" userId="d19317889db4c986" providerId="LiveId" clId="{AF5590DC-626C-6343-85D9-C6F866F48CD6}" dt="2022-03-04T01:04:46.808" v="4904" actId="20577"/>
          <ac:spMkLst>
            <pc:docMk/>
            <pc:sldMk cId="2704890675" sldId="434"/>
            <ac:spMk id="3" creationId="{8574147B-3652-D54B-8192-3A112C0A1C4D}"/>
          </ac:spMkLst>
        </pc:spChg>
        <pc:spChg chg="add mod">
          <ac:chgData name="Zheng Fei" userId="d19317889db4c986" providerId="LiveId" clId="{AF5590DC-626C-6343-85D9-C6F866F48CD6}" dt="2022-03-03T07:51:47.894" v="4511" actId="20577"/>
          <ac:spMkLst>
            <pc:docMk/>
            <pc:sldMk cId="2704890675" sldId="434"/>
            <ac:spMk id="4" creationId="{A554576B-4591-0443-AF26-C32FEF29A44E}"/>
          </ac:spMkLst>
        </pc:spChg>
      </pc:sldChg>
      <pc:sldChg chg="new del">
        <pc:chgData name="Zheng Fei" userId="d19317889db4c986" providerId="LiveId" clId="{AF5590DC-626C-6343-85D9-C6F866F48CD6}" dt="2022-03-02T15:45:42.539" v="2468" actId="2696"/>
        <pc:sldMkLst>
          <pc:docMk/>
          <pc:sldMk cId="2055118239" sldId="435"/>
        </pc:sldMkLst>
      </pc:sldChg>
      <pc:sldChg chg="modSp add mod">
        <pc:chgData name="Zheng Fei" userId="d19317889db4c986" providerId="LiveId" clId="{AF5590DC-626C-6343-85D9-C6F866F48CD6}" dt="2022-03-04T00:11:52.102" v="4828" actId="20577"/>
        <pc:sldMkLst>
          <pc:docMk/>
          <pc:sldMk cId="3096755508" sldId="436"/>
        </pc:sldMkLst>
        <pc:spChg chg="mod">
          <ac:chgData name="Zheng Fei" userId="d19317889db4c986" providerId="LiveId" clId="{AF5590DC-626C-6343-85D9-C6F866F48CD6}" dt="2022-03-04T00:11:52.102" v="4828" actId="20577"/>
          <ac:spMkLst>
            <pc:docMk/>
            <pc:sldMk cId="3096755508" sldId="436"/>
            <ac:spMk id="2" creationId="{4181E73D-0A95-C543-9B26-5C5CCE909C70}"/>
          </ac:spMkLst>
        </pc:spChg>
      </pc:sldChg>
      <pc:sldChg chg="addSp modSp new mod modAnim">
        <pc:chgData name="Zheng Fei" userId="d19317889db4c986" providerId="LiveId" clId="{AF5590DC-626C-6343-85D9-C6F866F48CD6}" dt="2022-03-03T07:51:52.916" v="4513" actId="20577"/>
        <pc:sldMkLst>
          <pc:docMk/>
          <pc:sldMk cId="637669273" sldId="437"/>
        </pc:sldMkLst>
        <pc:spChg chg="add mod">
          <ac:chgData name="Zheng Fei" userId="d19317889db4c986" providerId="LiveId" clId="{AF5590DC-626C-6343-85D9-C6F866F48CD6}" dt="2022-03-03T07:43:27.266" v="4453" actId="207"/>
          <ac:spMkLst>
            <pc:docMk/>
            <pc:sldMk cId="637669273" sldId="437"/>
            <ac:spMk id="2" creationId="{F87ABB80-B00F-1240-BB40-D7F081DE206D}"/>
          </ac:spMkLst>
        </pc:spChg>
        <pc:spChg chg="add mod">
          <ac:chgData name="Zheng Fei" userId="d19317889db4c986" providerId="LiveId" clId="{AF5590DC-626C-6343-85D9-C6F866F48CD6}" dt="2022-03-03T07:51:52.916" v="4513" actId="20577"/>
          <ac:spMkLst>
            <pc:docMk/>
            <pc:sldMk cId="637669273" sldId="437"/>
            <ac:spMk id="3" creationId="{34C5F820-9398-B24F-BC8A-DC459D17FE42}"/>
          </ac:spMkLst>
        </pc:spChg>
      </pc:sldChg>
      <pc:sldChg chg="new del">
        <pc:chgData name="Zheng Fei" userId="d19317889db4c986" providerId="LiveId" clId="{AF5590DC-626C-6343-85D9-C6F866F48CD6}" dt="2022-03-02T17:22:15.583" v="2902" actId="2696"/>
        <pc:sldMkLst>
          <pc:docMk/>
          <pc:sldMk cId="863084737" sldId="438"/>
        </pc:sldMkLst>
      </pc:sldChg>
      <pc:sldChg chg="addSp delSp modSp new mod setBg">
        <pc:chgData name="Zheng Fei" userId="d19317889db4c986" providerId="LiveId" clId="{AF5590DC-626C-6343-85D9-C6F866F48CD6}" dt="2022-03-02T17:43:01.684" v="2918" actId="1076"/>
        <pc:sldMkLst>
          <pc:docMk/>
          <pc:sldMk cId="3007543613" sldId="438"/>
        </pc:sldMkLst>
        <pc:spChg chg="add del">
          <ac:chgData name="Zheng Fei" userId="d19317889db4c986" providerId="LiveId" clId="{AF5590DC-626C-6343-85D9-C6F866F48CD6}" dt="2022-03-02T17:42:53.128" v="2910" actId="26606"/>
          <ac:spMkLst>
            <pc:docMk/>
            <pc:sldMk cId="3007543613" sldId="438"/>
            <ac:spMk id="7" creationId="{2215C6C6-E45C-4179-9FC1-E8A4C1D47430}"/>
          </ac:spMkLst>
        </pc:spChg>
        <pc:spChg chg="add del">
          <ac:chgData name="Zheng Fei" userId="d19317889db4c986" providerId="LiveId" clId="{AF5590DC-626C-6343-85D9-C6F866F48CD6}" dt="2022-03-02T17:42:53.128" v="2910" actId="26606"/>
          <ac:spMkLst>
            <pc:docMk/>
            <pc:sldMk cId="3007543613" sldId="438"/>
            <ac:spMk id="13" creationId="{3776B14B-F2F4-4825-8DA8-8C7A0F2B3960}"/>
          </ac:spMkLst>
        </pc:spChg>
        <pc:spChg chg="add del">
          <ac:chgData name="Zheng Fei" userId="d19317889db4c986" providerId="LiveId" clId="{AF5590DC-626C-6343-85D9-C6F866F48CD6}" dt="2022-03-02T17:42:54.183" v="2912" actId="26606"/>
          <ac:spMkLst>
            <pc:docMk/>
            <pc:sldMk cId="3007543613" sldId="438"/>
            <ac:spMk id="15" creationId="{AB8C311F-7253-4AED-9701-7FC0708C41C7}"/>
          </ac:spMkLst>
        </pc:spChg>
        <pc:spChg chg="add del">
          <ac:chgData name="Zheng Fei" userId="d19317889db4c986" providerId="LiveId" clId="{AF5590DC-626C-6343-85D9-C6F866F48CD6}" dt="2022-03-02T17:42:54.183" v="2912" actId="26606"/>
          <ac:spMkLst>
            <pc:docMk/>
            <pc:sldMk cId="3007543613" sldId="438"/>
            <ac:spMk id="16" creationId="{E2384209-CB15-4CDF-9D31-C44FD9A3F20D}"/>
          </ac:spMkLst>
        </pc:spChg>
        <pc:spChg chg="add del">
          <ac:chgData name="Zheng Fei" userId="d19317889db4c986" providerId="LiveId" clId="{AF5590DC-626C-6343-85D9-C6F866F48CD6}" dt="2022-03-02T17:42:54.183" v="2912" actId="26606"/>
          <ac:spMkLst>
            <pc:docMk/>
            <pc:sldMk cId="3007543613" sldId="438"/>
            <ac:spMk id="17" creationId="{2633B3B5-CC90-43F0-8714-D31D1F3F0209}"/>
          </ac:spMkLst>
        </pc:spChg>
        <pc:spChg chg="add del">
          <ac:chgData name="Zheng Fei" userId="d19317889db4c986" providerId="LiveId" clId="{AF5590DC-626C-6343-85D9-C6F866F48CD6}" dt="2022-03-02T17:42:54.183" v="2912" actId="26606"/>
          <ac:spMkLst>
            <pc:docMk/>
            <pc:sldMk cId="3007543613" sldId="438"/>
            <ac:spMk id="18" creationId="{A8D57A06-A426-446D-B02C-A2DC6B62E45E}"/>
          </ac:spMkLst>
        </pc:spChg>
        <pc:spChg chg="add del">
          <ac:chgData name="Zheng Fei" userId="d19317889db4c986" providerId="LiveId" clId="{AF5590DC-626C-6343-85D9-C6F866F48CD6}" dt="2022-03-02T17:42:57.093" v="2914" actId="26606"/>
          <ac:spMkLst>
            <pc:docMk/>
            <pc:sldMk cId="3007543613" sldId="438"/>
            <ac:spMk id="20" creationId="{01D0AF59-99C3-4251-AB9A-C966C6AD4400}"/>
          </ac:spMkLst>
        </pc:spChg>
        <pc:spChg chg="add del">
          <ac:chgData name="Zheng Fei" userId="d19317889db4c986" providerId="LiveId" clId="{AF5590DC-626C-6343-85D9-C6F866F48CD6}" dt="2022-03-02T17:42:57.093" v="2914" actId="26606"/>
          <ac:spMkLst>
            <pc:docMk/>
            <pc:sldMk cId="3007543613" sldId="438"/>
            <ac:spMk id="21" creationId="{1855405F-37A2-4869-9154-F8BE3BECE6C3}"/>
          </ac:spMkLst>
        </pc:spChg>
        <pc:spChg chg="add del">
          <ac:chgData name="Zheng Fei" userId="d19317889db4c986" providerId="LiveId" clId="{AF5590DC-626C-6343-85D9-C6F866F48CD6}" dt="2022-03-02T17:42:58.416" v="2916" actId="26606"/>
          <ac:spMkLst>
            <pc:docMk/>
            <pc:sldMk cId="3007543613" sldId="438"/>
            <ac:spMk id="23" creationId="{86FF76B9-219D-4469-AF87-0236D29032F1}"/>
          </ac:spMkLst>
        </pc:spChg>
        <pc:spChg chg="add del">
          <ac:chgData name="Zheng Fei" userId="d19317889db4c986" providerId="LiveId" clId="{AF5590DC-626C-6343-85D9-C6F866F48CD6}" dt="2022-03-02T17:42:58.416" v="2916" actId="26606"/>
          <ac:spMkLst>
            <pc:docMk/>
            <pc:sldMk cId="3007543613" sldId="438"/>
            <ac:spMk id="25" creationId="{2E80C965-DB6D-4F81-9E9E-B027384D0BD6}"/>
          </ac:spMkLst>
        </pc:spChg>
        <pc:spChg chg="add del">
          <ac:chgData name="Zheng Fei" userId="d19317889db4c986" providerId="LiveId" clId="{AF5590DC-626C-6343-85D9-C6F866F48CD6}" dt="2022-03-02T17:42:58.416" v="2916" actId="26606"/>
          <ac:spMkLst>
            <pc:docMk/>
            <pc:sldMk cId="3007543613" sldId="438"/>
            <ac:spMk id="26" creationId="{633C5E46-DAC5-4661-9C87-22B08E2A512F}"/>
          </ac:spMkLst>
        </pc:spChg>
        <pc:grpChg chg="add del">
          <ac:chgData name="Zheng Fei" userId="d19317889db4c986" providerId="LiveId" clId="{AF5590DC-626C-6343-85D9-C6F866F48CD6}" dt="2022-03-02T17:42:53.128" v="2910" actId="26606"/>
          <ac:grpSpMkLst>
            <pc:docMk/>
            <pc:sldMk cId="3007543613" sldId="438"/>
            <ac:grpSpMk id="9" creationId="{5FE9FE4C-C9E0-4C54-8010-EA9D29CD4D59}"/>
          </ac:grpSpMkLst>
        </pc:grpChg>
        <pc:grpChg chg="add del">
          <ac:chgData name="Zheng Fei" userId="d19317889db4c986" providerId="LiveId" clId="{AF5590DC-626C-6343-85D9-C6F866F48CD6}" dt="2022-03-02T17:42:58.416" v="2916" actId="26606"/>
          <ac:grpSpMkLst>
            <pc:docMk/>
            <pc:sldMk cId="3007543613" sldId="438"/>
            <ac:grpSpMk id="24" creationId="{DB88BD78-87E1-424D-B479-C37D8E41B12E}"/>
          </ac:grpSpMkLst>
        </pc:grpChg>
        <pc:picChg chg="add mod">
          <ac:chgData name="Zheng Fei" userId="d19317889db4c986" providerId="LiveId" clId="{AF5590DC-626C-6343-85D9-C6F866F48CD6}" dt="2022-03-02T17:43:01.684" v="2918" actId="1076"/>
          <ac:picMkLst>
            <pc:docMk/>
            <pc:sldMk cId="3007543613" sldId="438"/>
            <ac:picMk id="2" creationId="{6B0F9DE2-ABFD-2F4C-909E-B620F70222D4}"/>
          </ac:picMkLst>
        </pc:picChg>
      </pc:sldChg>
      <pc:sldChg chg="addSp modSp new mod">
        <pc:chgData name="Zheng Fei" userId="d19317889db4c986" providerId="LiveId" clId="{AF5590DC-626C-6343-85D9-C6F866F48CD6}" dt="2022-03-04T00:56:45.290" v="4902" actId="255"/>
        <pc:sldMkLst>
          <pc:docMk/>
          <pc:sldMk cId="2516658659" sldId="439"/>
        </pc:sldMkLst>
        <pc:spChg chg="add mod">
          <ac:chgData name="Zheng Fei" userId="d19317889db4c986" providerId="LiveId" clId="{AF5590DC-626C-6343-85D9-C6F866F48CD6}" dt="2022-03-04T00:56:45.290" v="4902" actId="255"/>
          <ac:spMkLst>
            <pc:docMk/>
            <pc:sldMk cId="2516658659" sldId="439"/>
            <ac:spMk id="2" creationId="{5D3FF871-2D15-8B4C-9D10-27B324DEF3DE}"/>
          </ac:spMkLst>
        </pc:spChg>
      </pc:sldChg>
      <pc:sldChg chg="new del">
        <pc:chgData name="Zheng Fei" userId="d19317889db4c986" providerId="LiveId" clId="{AF5590DC-626C-6343-85D9-C6F866F48CD6}" dt="2022-03-03T07:56:11.528" v="4520" actId="2696"/>
        <pc:sldMkLst>
          <pc:docMk/>
          <pc:sldMk cId="2582657558" sldId="439"/>
        </pc:sldMkLst>
      </pc:sldChg>
      <pc:sldChg chg="addSp delSp add del setBg delDesignElem">
        <pc:chgData name="Zheng Fei" userId="d19317889db4c986" providerId="LiveId" clId="{AF5590DC-626C-6343-85D9-C6F866F48CD6}" dt="2022-03-03T07:50:48.889" v="4498"/>
        <pc:sldMkLst>
          <pc:docMk/>
          <pc:sldMk cId="2745243474" sldId="439"/>
        </pc:sldMkLst>
        <pc:spChg chg="add del">
          <ac:chgData name="Zheng Fei" userId="d19317889db4c986" providerId="LiveId" clId="{AF5590DC-626C-6343-85D9-C6F866F48CD6}" dt="2022-03-03T07:50:48.889" v="4498"/>
          <ac:spMkLst>
            <pc:docMk/>
            <pc:sldMk cId="2745243474" sldId="439"/>
            <ac:spMk id="9" creationId="{D12DDE76-C203-4047-9998-63900085B5E8}"/>
          </ac:spMkLst>
        </pc:spChg>
      </pc:sldChg>
      <pc:sldChg chg="addSp delSp add del setBg delDesignElem">
        <pc:chgData name="Zheng Fei" userId="d19317889db4c986" providerId="LiveId" clId="{AF5590DC-626C-6343-85D9-C6F866F48CD6}" dt="2022-03-03T07:50:53.755" v="4501"/>
        <pc:sldMkLst>
          <pc:docMk/>
          <pc:sldMk cId="2776514054" sldId="439"/>
        </pc:sldMkLst>
        <pc:spChg chg="add del">
          <ac:chgData name="Zheng Fei" userId="d19317889db4c986" providerId="LiveId" clId="{AF5590DC-626C-6343-85D9-C6F866F48CD6}" dt="2022-03-03T07:50:53.755" v="4501"/>
          <ac:spMkLst>
            <pc:docMk/>
            <pc:sldMk cId="2776514054" sldId="439"/>
            <ac:spMk id="9" creationId="{D12DDE76-C203-4047-9998-63900085B5E8}"/>
          </ac:spMkLst>
        </pc:spChg>
      </pc:sldChg>
      <pc:sldChg chg="modSp add del mod modAnim modNotesTx">
        <pc:chgData name="Zheng Fei" userId="d19317889db4c986" providerId="LiveId" clId="{AF5590DC-626C-6343-85D9-C6F866F48CD6}" dt="2022-03-04T00:52:20.685" v="4835" actId="2696"/>
        <pc:sldMkLst>
          <pc:docMk/>
          <pc:sldMk cId="2136168956" sldId="440"/>
        </pc:sldMkLst>
        <pc:spChg chg="mod">
          <ac:chgData name="Zheng Fei" userId="d19317889db4c986" providerId="LiveId" clId="{AF5590DC-626C-6343-85D9-C6F866F48CD6}" dt="2022-03-04T00:51:25.045" v="4834" actId="20577"/>
          <ac:spMkLst>
            <pc:docMk/>
            <pc:sldMk cId="2136168956" sldId="440"/>
            <ac:spMk id="2" creationId="{F87ABB80-B00F-1240-BB40-D7F081DE206D}"/>
          </ac:spMkLst>
        </pc:spChg>
        <pc:spChg chg="mod">
          <ac:chgData name="Zheng Fei" userId="d19317889db4c986" providerId="LiveId" clId="{AF5590DC-626C-6343-85D9-C6F866F48CD6}" dt="2022-03-03T07:56:14.754" v="4521" actId="20577"/>
          <ac:spMkLst>
            <pc:docMk/>
            <pc:sldMk cId="2136168956" sldId="440"/>
            <ac:spMk id="3" creationId="{34C5F820-9398-B24F-BC8A-DC459D17FE42}"/>
          </ac:spMkLst>
        </pc:spChg>
      </pc:sldChg>
      <pc:sldMasterChg chg="addSp delSp modSp mod setBg modSldLayout">
        <pc:chgData name="Zheng Fei" userId="d19317889db4c986" providerId="LiveId" clId="{AF5590DC-626C-6343-85D9-C6F866F48CD6}" dt="2022-03-02T13:13:48.034" v="594"/>
        <pc:sldMasterMkLst>
          <pc:docMk/>
          <pc:sldMasterMk cId="764794170" sldId="2147483662"/>
        </pc:sldMasterMkLst>
        <pc:picChg chg="del">
          <ac:chgData name="Zheng Fei" userId="d19317889db4c986" providerId="LiveId" clId="{AF5590DC-626C-6343-85D9-C6F866F48CD6}" dt="2022-03-02T13:13:34.894" v="592" actId="478"/>
          <ac:picMkLst>
            <pc:docMk/>
            <pc:sldMasterMk cId="764794170" sldId="2147483662"/>
            <ac:picMk id="7" creationId="{9B6BAFAD-A2B8-4313-A4B9-04C4A136A2E2}"/>
          </ac:picMkLst>
        </pc:picChg>
        <pc:picChg chg="add mod">
          <ac:chgData name="Zheng Fei" userId="d19317889db4c986" providerId="LiveId" clId="{AF5590DC-626C-6343-85D9-C6F866F48CD6}" dt="2022-03-02T13:13:35.518" v="593"/>
          <ac:picMkLst>
            <pc:docMk/>
            <pc:sldMasterMk cId="764794170" sldId="2147483662"/>
            <ac:picMk id="8" creationId="{BF831B73-F2D3-B14F-8403-6C4B2E123089}"/>
          </ac:picMkLst>
        </pc:pic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0" sldId="2147483661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4232059321" sldId="2147483663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1368769018" sldId="2147483664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1485063140" sldId="2147483665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1107017698" sldId="2147483666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4102005667" sldId="2147483667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3262760707" sldId="2147483668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2147947450" sldId="2147483669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2974649443" sldId="2147483670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3201950614" sldId="2147483671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469028198" sldId="2147483672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2353215307" sldId="2147483673"/>
          </pc:sldLayoutMkLst>
        </pc:sldLayoutChg>
        <pc:sldLayoutChg chg="setBg">
          <pc:chgData name="Zheng Fei" userId="d19317889db4c986" providerId="LiveId" clId="{AF5590DC-626C-6343-85D9-C6F866F48CD6}" dt="2022-03-02T13:13:48.034" v="594"/>
          <pc:sldLayoutMkLst>
            <pc:docMk/>
            <pc:sldMasterMk cId="764794170" sldId="2147483662"/>
            <pc:sldLayoutMk cId="830854461" sldId="2147483674"/>
          </pc:sldLayoutMkLst>
        </pc:sldLayoutChg>
      </pc:sldMasterChg>
    </pc:docChg>
  </pc:docChgLst>
  <pc:docChgLst>
    <pc:chgData name="Zheng Fei" userId="d19317889db4c986" providerId="LiveId" clId="{5208695E-9764-E141-8C27-561FA6A33FAB}"/>
    <pc:docChg chg="undo redo custSel addSld delSld modSld sldOrd">
      <pc:chgData name="Zheng Fei" userId="d19317889db4c986" providerId="LiveId" clId="{5208695E-9764-E141-8C27-561FA6A33FAB}" dt="2022-02-24T02:53:24.825" v="2996"/>
      <pc:docMkLst>
        <pc:docMk/>
      </pc:docMkLst>
      <pc:sldChg chg="add">
        <pc:chgData name="Zheng Fei" userId="d19317889db4c986" providerId="LiveId" clId="{5208695E-9764-E141-8C27-561FA6A33FAB}" dt="2022-02-10T15:08:28.894" v="535"/>
        <pc:sldMkLst>
          <pc:docMk/>
          <pc:sldMk cId="1822363911" sldId="257"/>
        </pc:sldMkLst>
      </pc:sldChg>
      <pc:sldChg chg="addSp delSp modSp mod delAnim modAnim">
        <pc:chgData name="Zheng Fei" userId="d19317889db4c986" providerId="LiveId" clId="{5208695E-9764-E141-8C27-561FA6A33FAB}" dt="2022-02-10T15:13:24.189" v="563" actId="207"/>
        <pc:sldMkLst>
          <pc:docMk/>
          <pc:sldMk cId="3140837993" sldId="258"/>
        </pc:sldMkLst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19" creationId="{14A0E322-51C2-3748-9018-9D449F9AB12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0" creationId="{832CE7C9-AE8E-164F-A612-630C2CAEAF66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21" creationId="{11442075-59CD-5449-88BA-231A0DF591C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2" creationId="{1CD14DBB-968D-C045-8A28-0E762E95A44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5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07.808" v="292" actId="478"/>
          <ac:spMkLst>
            <pc:docMk/>
            <pc:sldMk cId="3140837993" sldId="258"/>
            <ac:spMk id="36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18.294" v="295" actId="478"/>
          <ac:spMkLst>
            <pc:docMk/>
            <pc:sldMk cId="3140837993" sldId="258"/>
            <ac:spMk id="37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31.808" v="327" actId="478"/>
          <ac:spMkLst>
            <pc:docMk/>
            <pc:sldMk cId="3140837993" sldId="258"/>
            <ac:spMk id="38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46.974" v="356" actId="478"/>
          <ac:spMkLst>
            <pc:docMk/>
            <pc:sldMk cId="3140837993" sldId="258"/>
            <ac:spMk id="39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20.802" v="554" actId="207"/>
          <ac:spMkLst>
            <pc:docMk/>
            <pc:sldMk cId="3140837993" sldId="258"/>
            <ac:spMk id="4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59.733" v="558" actId="207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Zheng Fei" userId="d19317889db4c986" providerId="LiveId" clId="{5208695E-9764-E141-8C27-561FA6A33FAB}" dt="2022-02-10T15:07:59.564" v="523" actId="20577"/>
          <ac:spMkLst>
            <pc:docMk/>
            <pc:sldMk cId="3140837993" sldId="258"/>
            <ac:spMk id="69" creationId="{00000000-0000-0000-0000-000000000000}"/>
          </ac:spMkLst>
        </pc:spChg>
        <pc:picChg chg="del">
          <ac:chgData name="Zheng Fei" userId="d19317889db4c986" providerId="LiveId" clId="{5208695E-9764-E141-8C27-561FA6A33FAB}" dt="2022-02-10T15:03:12.730" v="239" actId="478"/>
          <ac:picMkLst>
            <pc:docMk/>
            <pc:sldMk cId="3140837993" sldId="258"/>
            <ac:picMk id="71" creationId="{00000000-0000-0000-0000-000000000000}"/>
          </ac:picMkLst>
        </pc:picChg>
      </pc:sldChg>
      <pc:sldChg chg="addSp delSp modSp mod delAnim modAnim">
        <pc:chgData name="Zheng Fei" userId="d19317889db4c986" providerId="LiveId" clId="{5208695E-9764-E141-8C27-561FA6A33FAB}" dt="2022-02-10T15:12:46.146" v="561" actId="208"/>
        <pc:sldMkLst>
          <pc:docMk/>
          <pc:sldMk cId="0" sldId="282"/>
        </pc:sldMkLst>
        <pc:spChg chg="mod">
          <ac:chgData name="Zheng Fei" userId="d19317889db4c986" providerId="LiveId" clId="{5208695E-9764-E141-8C27-561FA6A33FAB}" dt="2022-02-10T15:11:15.026" v="552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Zheng Fei" userId="d19317889db4c986" providerId="LiveId" clId="{5208695E-9764-E141-8C27-561FA6A33FAB}" dt="2022-02-10T14:57:50.425" v="24" actId="20577"/>
          <ac:spMkLst>
            <pc:docMk/>
            <pc:sldMk cId="0" sldId="282"/>
            <ac:spMk id="3" creationId="{00000000-0000-0000-0000-000000000000}"/>
          </ac:spMkLst>
        </pc:spChg>
        <pc:spChg chg="mod">
          <ac:chgData name="Zheng Fei" userId="d19317889db4c986" providerId="LiveId" clId="{5208695E-9764-E141-8C27-561FA6A33FAB}" dt="2022-02-10T15:00:52.962" v="102" actId="20577"/>
          <ac:spMkLst>
            <pc:docMk/>
            <pc:sldMk cId="0" sldId="282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01:00.201" v="103" actId="12788"/>
          <ac:spMkLst>
            <pc:docMk/>
            <pc:sldMk cId="0" sldId="282"/>
            <ac:spMk id="5" creationId="{00000000-0000-0000-0000-000000000000}"/>
          </ac:spMkLst>
        </pc:spChg>
        <pc:spChg chg="del">
          <ac:chgData name="Zheng Fei" userId="d19317889db4c986" providerId="LiveId" clId="{5208695E-9764-E141-8C27-561FA6A33FAB}" dt="2022-02-10T14:58:11.441" v="46" actId="478"/>
          <ac:spMkLst>
            <pc:docMk/>
            <pc:sldMk cId="0" sldId="282"/>
            <ac:spMk id="6" creationId="{00000000-0000-0000-0000-000000000000}"/>
          </ac:spMkLst>
        </pc:spChg>
        <pc:picChg chg="del">
          <ac:chgData name="Zheng Fei" userId="d19317889db4c986" providerId="LiveId" clId="{5208695E-9764-E141-8C27-561FA6A33FAB}" dt="2022-02-10T14:58:13.766" v="47" actId="478"/>
          <ac:picMkLst>
            <pc:docMk/>
            <pc:sldMk cId="0" sldId="282"/>
            <ac:picMk id="34" creationId="{00000000-0000-0000-0000-000000000000}"/>
          </ac:picMkLst>
        </pc:picChg>
        <pc:picChg chg="del">
          <ac:chgData name="Zheng Fei" userId="d19317889db4c986" providerId="LiveId" clId="{5208695E-9764-E141-8C27-561FA6A33FAB}" dt="2022-02-10T14:59:30.777" v="48" actId="478"/>
          <ac:picMkLst>
            <pc:docMk/>
            <pc:sldMk cId="0" sldId="282"/>
            <ac:picMk id="35" creationId="{00000000-0000-0000-0000-000000000000}"/>
          </ac:picMkLst>
        </pc:picChg>
        <pc:picChg chg="add del mod">
          <ac:chgData name="Zheng Fei" userId="d19317889db4c986" providerId="LiveId" clId="{5208695E-9764-E141-8C27-561FA6A33FAB}" dt="2022-02-10T14:59:35.064" v="51" actId="478"/>
          <ac:picMkLst>
            <pc:docMk/>
            <pc:sldMk cId="0" sldId="282"/>
            <ac:picMk id="1026" creationId="{A42E7FBB-BD3F-0246-9FA7-939DE63AD4B6}"/>
          </ac:picMkLst>
        </pc:picChg>
        <pc:picChg chg="add mod">
          <ac:chgData name="Zheng Fei" userId="d19317889db4c986" providerId="LiveId" clId="{5208695E-9764-E141-8C27-561FA6A33FAB}" dt="2022-02-10T15:00:15.951" v="59" actId="732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Zheng Fei" userId="d19317889db4c986" providerId="LiveId" clId="{5208695E-9764-E141-8C27-561FA6A33FAB}" dt="2022-02-10T15:12:46.146" v="561" actId="208"/>
          <ac:cxnSpMkLst>
            <pc:docMk/>
            <pc:sldMk cId="0" sldId="282"/>
            <ac:cxnSpMk id="31" creationId="{00000000-0000-0000-0000-000000000000}"/>
          </ac:cxnSpMkLst>
        </pc:cxnChg>
      </pc:sldChg>
      <pc:sldChg chg="delSp modSp mod delAnim modAnim">
        <pc:chgData name="Zheng Fei" userId="d19317889db4c986" providerId="LiveId" clId="{5208695E-9764-E141-8C27-561FA6A33FAB}" dt="2022-02-10T15:30:06.627" v="1856"/>
        <pc:sldMkLst>
          <pc:docMk/>
          <pc:sldMk cId="2026888976" sldId="305"/>
        </pc:sldMkLst>
        <pc:spChg chg="mod">
          <ac:chgData name="Zheng Fei" userId="d19317889db4c986" providerId="LiveId" clId="{5208695E-9764-E141-8C27-561FA6A33FAB}" dt="2022-02-10T15:03:01.315" v="238" actId="20577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30:06.627" v="1856"/>
          <ac:spMkLst>
            <pc:docMk/>
            <pc:sldMk cId="2026888976" sldId="305"/>
            <ac:spMk id="9" creationId="{00000000-0000-0000-0000-000000000000}"/>
          </ac:spMkLst>
        </pc:spChg>
        <pc:spChg chg="del mod">
          <ac:chgData name="Zheng Fei" userId="d19317889db4c986" providerId="LiveId" clId="{5208695E-9764-E141-8C27-561FA6A33FAB}" dt="2022-02-10T15:13:56.552" v="564" actId="478"/>
          <ac:spMkLst>
            <pc:docMk/>
            <pc:sldMk cId="2026888976" sldId="305"/>
            <ac:spMk id="10" creationId="{00000000-0000-0000-0000-000000000000}"/>
          </ac:spMkLst>
        </pc:spChg>
        <pc:spChg chg="del">
          <ac:chgData name="Zheng Fei" userId="d19317889db4c986" providerId="LiveId" clId="{5208695E-9764-E141-8C27-561FA6A33FAB}" dt="2022-02-10T15:02:37.060" v="226" actId="478"/>
          <ac:spMkLst>
            <pc:docMk/>
            <pc:sldMk cId="2026888976" sldId="305"/>
            <ac:spMk id="11" creationId="{00000000-0000-0000-0000-000000000000}"/>
          </ac:spMkLst>
        </pc:spChg>
      </pc:sldChg>
      <pc:sldChg chg="addSp modSp new del modAnim">
        <pc:chgData name="Zheng Fei" userId="d19317889db4c986" providerId="LiveId" clId="{5208695E-9764-E141-8C27-561FA6A33FAB}" dt="2022-02-10T15:09:43.096" v="538" actId="2696"/>
        <pc:sldMkLst>
          <pc:docMk/>
          <pc:sldMk cId="2674618952" sldId="327"/>
        </pc:sldMkLst>
        <pc:spChg chg="add mod">
          <ac:chgData name="Zheng Fei" userId="d19317889db4c986" providerId="LiveId" clId="{5208695E-9764-E141-8C27-561FA6A33FAB}" dt="2022-02-10T15:09:06.877" v="537"/>
          <ac:spMkLst>
            <pc:docMk/>
            <pc:sldMk cId="2674618952" sldId="327"/>
            <ac:spMk id="2" creationId="{B6A306B7-37AC-B244-AD03-CD1FA54F2041}"/>
          </ac:spMkLst>
        </pc:spChg>
      </pc:sldChg>
      <pc:sldChg chg="add del">
        <pc:chgData name="Zheng Fei" userId="d19317889db4c986" providerId="LiveId" clId="{5208695E-9764-E141-8C27-561FA6A33FAB}" dt="2022-02-10T15:04:12.592" v="293" actId="2696"/>
        <pc:sldMkLst>
          <pc:docMk/>
          <pc:sldMk cId="3840830374" sldId="327"/>
        </pc:sldMkLst>
      </pc:sldChg>
      <pc:sldChg chg="addSp modSp new del ord modAnim">
        <pc:chgData name="Zheng Fei" userId="d19317889db4c986" providerId="LiveId" clId="{5208695E-9764-E141-8C27-561FA6A33FAB}" dt="2022-02-10T15:10:49.164" v="550" actId="2696"/>
        <pc:sldMkLst>
          <pc:docMk/>
          <pc:sldMk cId="4181213699" sldId="327"/>
        </pc:sldMkLst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3" creationId="{16870241-DFA3-5D41-B986-3405E638FC72}"/>
          </ac:spMkLst>
        </pc:spChg>
        <pc:picChg chg="add mod">
          <ac:chgData name="Zheng Fei" userId="d19317889db4c986" providerId="LiveId" clId="{5208695E-9764-E141-8C27-561FA6A33FAB}" dt="2022-02-10T15:10:20.600" v="547" actId="1076"/>
          <ac:picMkLst>
            <pc:docMk/>
            <pc:sldMk cId="4181213699" sldId="327"/>
            <ac:picMk id="4" creationId="{64A5C663-0C09-2448-836C-687D6785F4A4}"/>
          </ac:picMkLst>
        </pc:picChg>
      </pc:sldChg>
      <pc:sldChg chg="addSp modSp add mod modAnim">
        <pc:chgData name="Zheng Fei" userId="d19317889db4c986" providerId="LiveId" clId="{5208695E-9764-E141-8C27-561FA6A33FAB}" dt="2022-02-10T15:36:22.078" v="2465" actId="20577"/>
        <pc:sldMkLst>
          <pc:docMk/>
          <pc:sldMk cId="2050651053" sldId="328"/>
        </pc:sldMkLst>
        <pc:spChg chg="mod">
          <ac:chgData name="Zheng Fei" userId="d19317889db4c986" providerId="LiveId" clId="{5208695E-9764-E141-8C27-561FA6A33FAB}" dt="2022-02-10T15:10:42.988" v="549" actId="207"/>
          <ac:spMkLst>
            <pc:docMk/>
            <pc:sldMk cId="2050651053" sldId="328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14:31.624" v="588" actId="20577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8" creationId="{32BBE17A-8180-494D-BBD8-CD61CC5A98E6}"/>
          </ac:spMkLst>
        </pc:spChg>
        <pc:spChg chg="add mod">
          <ac:chgData name="Zheng Fei" userId="d19317889db4c986" providerId="LiveId" clId="{5208695E-9764-E141-8C27-561FA6A33FAB}" dt="2022-02-10T15:36:22.078" v="2465" actId="20577"/>
          <ac:spMkLst>
            <pc:docMk/>
            <pc:sldMk cId="2050651053" sldId="328"/>
            <ac:spMk id="9" creationId="{FC1F2C7E-793E-F441-952A-A404E4CDB1F2}"/>
          </ac:spMkLst>
        </pc:spChg>
        <pc:grpChg chg="add mod">
          <ac:chgData name="Zheng Fei" userId="d19317889db4c986" providerId="LiveId" clId="{5208695E-9764-E141-8C27-561FA6A33FAB}" dt="2022-02-10T15:14:25.678" v="565"/>
          <ac:grpSpMkLst>
            <pc:docMk/>
            <pc:sldMk cId="2050651053" sldId="328"/>
            <ac:grpSpMk id="6" creationId="{236A6C2E-947B-E14A-A448-3CA3C70DFB03}"/>
          </ac:grpSpMkLst>
        </pc:grpChg>
      </pc:sldChg>
      <pc:sldChg chg="add del">
        <pc:chgData name="Zheng Fei" userId="d19317889db4c986" providerId="LiveId" clId="{5208695E-9764-E141-8C27-561FA6A33FAB}" dt="2022-02-10T15:04:13.504" v="294" actId="2696"/>
        <pc:sldMkLst>
          <pc:docMk/>
          <pc:sldMk cId="3560717361" sldId="328"/>
        </pc:sldMkLst>
      </pc:sldChg>
      <pc:sldChg chg="addSp delSp modSp add mod ord">
        <pc:chgData name="Zheng Fei" userId="d19317889db4c986" providerId="LiveId" clId="{5208695E-9764-E141-8C27-561FA6A33FAB}" dt="2022-02-10T15:18:49.183" v="1231" actId="948"/>
        <pc:sldMkLst>
          <pc:docMk/>
          <pc:sldMk cId="2113596754" sldId="329"/>
        </pc:sldMkLst>
        <pc:spChg chg="mod">
          <ac:chgData name="Zheng Fei" userId="d19317889db4c986" providerId="LiveId" clId="{5208695E-9764-E141-8C27-561FA6A33FAB}" dt="2022-02-10T15:15:15.102" v="593" actId="1076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Zheng Fei" userId="d19317889db4c986" providerId="LiveId" clId="{5208695E-9764-E141-8C27-561FA6A33FAB}" dt="2022-02-10T15:15:19.098" v="609" actId="20577"/>
          <ac:spMkLst>
            <pc:docMk/>
            <pc:sldMk cId="2113596754" sldId="329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15:28.346" v="611"/>
          <ac:spMkLst>
            <pc:docMk/>
            <pc:sldMk cId="2113596754" sldId="329"/>
            <ac:spMk id="9" creationId="{51DC1DDA-9FCA-0149-9AD0-1EB8F75E9C39}"/>
          </ac:spMkLst>
        </pc:spChg>
        <pc:spChg chg="add mod">
          <ac:chgData name="Zheng Fei" userId="d19317889db4c986" providerId="LiveId" clId="{5208695E-9764-E141-8C27-561FA6A33FAB}" dt="2022-02-10T15:18:49.183" v="1231" actId="948"/>
          <ac:spMkLst>
            <pc:docMk/>
            <pc:sldMk cId="2113596754" sldId="329"/>
            <ac:spMk id="10" creationId="{FD4E03B7-8C81-864D-B432-51CCD293F808}"/>
          </ac:spMkLst>
        </pc:spChg>
        <pc:picChg chg="add del">
          <ac:chgData name="Zheng Fei" userId="d19317889db4c986" providerId="LiveId" clId="{5208695E-9764-E141-8C27-561FA6A33FAB}" dt="2022-02-10T15:15:28.346" v="611"/>
          <ac:picMkLst>
            <pc:docMk/>
            <pc:sldMk cId="2113596754" sldId="329"/>
            <ac:picMk id="4097" creationId="{A384963B-3DEB-B149-81B3-D9E29D890C87}"/>
          </ac:picMkLst>
        </pc:picChg>
      </pc:sldChg>
      <pc:sldChg chg="delSp modSp add mod modNotesTx">
        <pc:chgData name="Zheng Fei" userId="d19317889db4c986" providerId="LiveId" clId="{5208695E-9764-E141-8C27-561FA6A33FAB}" dt="2022-02-10T15:28:01.123" v="1853" actId="20577"/>
        <pc:sldMkLst>
          <pc:docMk/>
          <pc:sldMk cId="1445921664" sldId="330"/>
        </pc:sldMkLst>
        <pc:spChg chg="mod">
          <ac:chgData name="Zheng Fei" userId="d19317889db4c986" providerId="LiveId" clId="{5208695E-9764-E141-8C27-561FA6A33FAB}" dt="2022-02-10T15:22:31.789" v="1261" actId="2057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25:05.356" v="1770" actId="20577"/>
          <ac:spMkLst>
            <pc:docMk/>
            <pc:sldMk cId="1445921664" sldId="330"/>
            <ac:spMk id="10" creationId="{FD4E03B7-8C81-864D-B432-51CCD293F808}"/>
          </ac:spMkLst>
        </pc:spChg>
        <pc:picChg chg="del">
          <ac:chgData name="Zheng Fei" userId="d19317889db4c986" providerId="LiveId" clId="{5208695E-9764-E141-8C27-561FA6A33FAB}" dt="2022-02-10T15:20:53.612" v="1233" actId="478"/>
          <ac:picMkLst>
            <pc:docMk/>
            <pc:sldMk cId="1445921664" sldId="330"/>
            <ac:picMk id="5121" creationId="{73B0875B-F5AE-BB4A-90F5-BF78A7E60A06}"/>
          </ac:picMkLst>
        </pc:picChg>
      </pc:sldChg>
      <pc:sldChg chg="addSp delSp modSp add mod">
        <pc:chgData name="Zheng Fei" userId="d19317889db4c986" providerId="LiveId" clId="{5208695E-9764-E141-8C27-561FA6A33FAB}" dt="2022-02-10T15:33:54.446" v="2096" actId="1076"/>
        <pc:sldMkLst>
          <pc:docMk/>
          <pc:sldMk cId="3688734997" sldId="331"/>
        </pc:sldMkLst>
        <pc:spChg chg="mod">
          <ac:chgData name="Zheng Fei" userId="d19317889db4c986" providerId="LiveId" clId="{5208695E-9764-E141-8C27-561FA6A33FAB}" dt="2022-02-10T15:26:14.160" v="1800" actId="20577"/>
          <ac:spMkLst>
            <pc:docMk/>
            <pc:sldMk cId="3688734997" sldId="331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32:05.044" v="2039"/>
          <ac:spMkLst>
            <pc:docMk/>
            <pc:sldMk cId="3688734997" sldId="331"/>
            <ac:spMk id="9" creationId="{0E496B3E-68B1-4440-9C48-5CDE10E9BF46}"/>
          </ac:spMkLst>
        </pc:spChg>
        <pc:spChg chg="mod">
          <ac:chgData name="Zheng Fei" userId="d19317889db4c986" providerId="LiveId" clId="{5208695E-9764-E141-8C27-561FA6A33FAB}" dt="2022-02-10T15:33:15.113" v="2046" actId="1076"/>
          <ac:spMkLst>
            <pc:docMk/>
            <pc:sldMk cId="3688734997" sldId="331"/>
            <ac:spMk id="10" creationId="{FD4E03B7-8C81-864D-B432-51CCD293F808}"/>
          </ac:spMkLst>
        </pc:spChg>
        <pc:spChg chg="add del">
          <ac:chgData name="Zheng Fei" userId="d19317889db4c986" providerId="LiveId" clId="{5208695E-9764-E141-8C27-561FA6A33FAB}" dt="2022-02-10T15:32:08.163" v="2041" actId="478"/>
          <ac:spMkLst>
            <pc:docMk/>
            <pc:sldMk cId="3688734997" sldId="331"/>
            <ac:spMk id="11" creationId="{DFCBD6B0-9507-0947-9CD0-217CAD01C0F2}"/>
          </ac:spMkLst>
        </pc:spChg>
        <pc:spChg chg="add mod">
          <ac:chgData name="Zheng Fei" userId="d19317889db4c986" providerId="LiveId" clId="{5208695E-9764-E141-8C27-561FA6A33FAB}" dt="2022-02-10T15:33:54.446" v="2096" actId="1076"/>
          <ac:spMkLst>
            <pc:docMk/>
            <pc:sldMk cId="3688734997" sldId="331"/>
            <ac:spMk id="12" creationId="{97346CCC-F160-C04A-BDBC-01190D71A735}"/>
          </ac:spMkLst>
        </pc:spChg>
        <pc:picChg chg="add mod">
          <ac:chgData name="Zheng Fei" userId="d19317889db4c986" providerId="LiveId" clId="{5208695E-9764-E141-8C27-561FA6A33FAB}" dt="2022-02-10T15:33:16.056" v="2047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new mod">
        <pc:chgData name="Zheng Fei" userId="d19317889db4c986" providerId="LiveId" clId="{5208695E-9764-E141-8C27-561FA6A33FAB}" dt="2022-02-10T15:38:27.766" v="2470" actId="21"/>
        <pc:sldMkLst>
          <pc:docMk/>
          <pc:sldMk cId="779396015" sldId="332"/>
        </pc:sldMkLst>
        <pc:spChg chg="add del mod">
          <ac:chgData name="Zheng Fei" userId="d19317889db4c986" providerId="LiveId" clId="{5208695E-9764-E141-8C27-561FA6A33FAB}" dt="2022-02-10T15:38:27.766" v="2470" actId="21"/>
          <ac:spMkLst>
            <pc:docMk/>
            <pc:sldMk cId="779396015" sldId="332"/>
            <ac:spMk id="2" creationId="{EE3A05C1-BA57-C440-B2A4-4CFE79AFD34E}"/>
          </ac:spMkLst>
        </pc:spChg>
      </pc:sldChg>
      <pc:sldChg chg="addSp delSp modSp add mod">
        <pc:chgData name="Zheng Fei" userId="d19317889db4c986" providerId="LiveId" clId="{5208695E-9764-E141-8C27-561FA6A33FAB}" dt="2022-02-10T15:39:54.146" v="2495" actId="20577"/>
        <pc:sldMkLst>
          <pc:docMk/>
          <pc:sldMk cId="3997665689" sldId="333"/>
        </pc:sldMkLst>
        <pc:spChg chg="del">
          <ac:chgData name="Zheng Fei" userId="d19317889db4c986" providerId="LiveId" clId="{5208695E-9764-E141-8C27-561FA6A33FAB}" dt="2022-02-10T15:38:24.205" v="2469" actId="478"/>
          <ac:spMkLst>
            <pc:docMk/>
            <pc:sldMk cId="3997665689" sldId="333"/>
            <ac:spMk id="9" creationId="{FC1F2C7E-793E-F441-952A-A404E4CDB1F2}"/>
          </ac:spMkLst>
        </pc:spChg>
        <pc:spChg chg="add mod">
          <ac:chgData name="Zheng Fei" userId="d19317889db4c986" providerId="LiveId" clId="{5208695E-9764-E141-8C27-561FA6A33FAB}" dt="2022-02-10T15:39:54.146" v="2495" actId="20577"/>
          <ac:spMkLst>
            <pc:docMk/>
            <pc:sldMk cId="3997665689" sldId="333"/>
            <ac:spMk id="10" creationId="{A428253B-1E8E-8845-B4FF-359F3D92CCCB}"/>
          </ac:spMkLst>
        </pc:spChg>
      </pc:sldChg>
      <pc:sldChg chg="del">
        <pc:chgData name="Zheng Fei" userId="d19317889db4c986" providerId="LiveId" clId="{5208695E-9764-E141-8C27-561FA6A33FAB}" dt="2022-02-24T02:52:22.310" v="2994" actId="2696"/>
        <pc:sldMkLst>
          <pc:docMk/>
          <pc:sldMk cId="3348470719" sldId="381"/>
        </pc:sldMkLst>
      </pc:sldChg>
      <pc:sldChg chg="modNotesTx">
        <pc:chgData name="Zheng Fei" userId="d19317889db4c986" providerId="LiveId" clId="{5208695E-9764-E141-8C27-561FA6A33FAB}" dt="2022-02-24T01:47:24.922" v="2599" actId="20577"/>
        <pc:sldMkLst>
          <pc:docMk/>
          <pc:sldMk cId="2902439285" sldId="38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1563969571" sldId="390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3991378626" sldId="390"/>
        </pc:sldMkLst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4249073213" sldId="390"/>
        </pc:sldMkLst>
      </pc:sldChg>
      <pc:sldChg chg="addSp delSp modSp mod ord setBg">
        <pc:chgData name="Zheng Fei" userId="d19317889db4c986" providerId="LiveId" clId="{5208695E-9764-E141-8C27-561FA6A33FAB}" dt="2022-02-24T02:44:15.242" v="2947" actId="5793"/>
        <pc:sldMkLst>
          <pc:docMk/>
          <pc:sldMk cId="1431905263" sldId="391"/>
        </pc:sldMkLst>
        <pc:spChg chg="add mod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" creationId="{2E5B3148-AA47-4B4B-B998-0342009183EE}"/>
          </ac:spMkLst>
        </pc:spChg>
        <pc:spChg chg="mod ord">
          <ac:chgData name="Zheng Fei" userId="d19317889db4c986" providerId="LiveId" clId="{5208695E-9764-E141-8C27-561FA6A33FAB}" dt="2022-02-24T02:44:15.242" v="2947" actId="5793"/>
          <ac:spMkLst>
            <pc:docMk/>
            <pc:sldMk cId="1431905263" sldId="391"/>
            <ac:spMk id="4" creationId="{66116466-D588-42A4-8223-1FDF1A19EC23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9" creationId="{827B839B-9ADE-406B-8590-F1CAEDED45A1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1" creationId="{CFE45BF0-46DB-408C-B5F7-7B11716805D4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3" creationId="{2AEBC8F2-97B1-41B4-93F1-2D289E197FBA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5" creationId="{472E3A19-F5D5-48FC-BB9C-48C2F68F598B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7" creationId="{7A62E32F-BB65-43A8-8EB5-92346890E549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9" creationId="{14E91B64-9FCC-451E-AFB4-A827D632936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1" creationId="{DAF1966E-FD40-4A4A-B61B-C4DF7FA05F06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2" creationId="{047BFA19-D45E-416B-A404-7AF2F3F2701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3" creationId="{8E0105E7-23DB-4CF2-8258-FF47C7620F6E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4" creationId="{074B4F7D-14B2-478B-8BF5-01E4E0C5D263}"/>
          </ac:spMkLst>
        </pc:spChg>
        <pc:picChg chg="del">
          <ac:chgData name="Zheng Fei" userId="d19317889db4c986" providerId="LiveId" clId="{5208695E-9764-E141-8C27-561FA6A33FAB}" dt="2022-02-24T01:53:20.453" v="2601" actId="21"/>
          <ac:picMkLst>
            <pc:docMk/>
            <pc:sldMk cId="1431905263" sldId="391"/>
            <ac:picMk id="3" creationId="{4031C3F8-C0D3-4913-B186-2618E7533AEB}"/>
          </ac:picMkLst>
        </pc:picChg>
      </pc:sldChg>
      <pc:sldChg chg="addSp delSp modSp mod ord">
        <pc:chgData name="Zheng Fei" userId="d19317889db4c986" providerId="LiveId" clId="{5208695E-9764-E141-8C27-561FA6A33FAB}" dt="2022-02-24T02:46:57.001" v="2966" actId="207"/>
        <pc:sldMkLst>
          <pc:docMk/>
          <pc:sldMk cId="3932442242" sldId="392"/>
        </pc:sldMkLst>
        <pc:spChg chg="mod">
          <ac:chgData name="Zheng Fei" userId="d19317889db4c986" providerId="LiveId" clId="{5208695E-9764-E141-8C27-561FA6A33FAB}" dt="2022-02-24T02:46:57.001" v="2966" actId="207"/>
          <ac:spMkLst>
            <pc:docMk/>
            <pc:sldMk cId="3932442242" sldId="392"/>
            <ac:spMk id="5" creationId="{4527AD1F-097F-4413-B410-C612E42FB89B}"/>
          </ac:spMkLst>
        </pc:spChg>
        <pc:picChg chg="add del mod">
          <ac:chgData name="Zheng Fei" userId="d19317889db4c986" providerId="LiveId" clId="{5208695E-9764-E141-8C27-561FA6A33FAB}" dt="2022-02-24T02:39:28.190" v="2903" actId="21"/>
          <ac:picMkLst>
            <pc:docMk/>
            <pc:sldMk cId="3932442242" sldId="392"/>
            <ac:picMk id="3" creationId="{312168F2-42EC-5449-AE3E-738473BAB7C8}"/>
          </ac:picMkLst>
        </pc:picChg>
        <pc:picChg chg="mod">
          <ac:chgData name="Zheng Fei" userId="d19317889db4c986" providerId="LiveId" clId="{5208695E-9764-E141-8C27-561FA6A33FAB}" dt="2022-02-24T02:46:12.801" v="2964" actId="1076"/>
          <ac:picMkLst>
            <pc:docMk/>
            <pc:sldMk cId="3932442242" sldId="392"/>
            <ac:picMk id="4" creationId="{B5A49BA5-E3E2-45F8-B7CB-2E34AF242C40}"/>
          </ac:picMkLst>
        </pc:picChg>
      </pc:sldChg>
      <pc:sldChg chg="addSp delSp modSp add mod">
        <pc:chgData name="Zheng Fei" userId="d19317889db4c986" providerId="LiveId" clId="{5208695E-9764-E141-8C27-561FA6A33FAB}" dt="2022-02-24T02:28:10.605" v="2731" actId="20577"/>
        <pc:sldMkLst>
          <pc:docMk/>
          <pc:sldMk cId="649363187" sldId="393"/>
        </pc:sldMkLst>
        <pc:spChg chg="mod">
          <ac:chgData name="Zheng Fei" userId="d19317889db4c986" providerId="LiveId" clId="{5208695E-9764-E141-8C27-561FA6A33FAB}" dt="2022-02-24T02:28:10.605" v="2731" actId="20577"/>
          <ac:spMkLst>
            <pc:docMk/>
            <pc:sldMk cId="649363187" sldId="393"/>
            <ac:spMk id="2" creationId="{E4C13EEE-99BF-E943-A53F-2A5707C4C9A7}"/>
          </ac:spMkLst>
        </pc:spChg>
        <pc:spChg chg="add del mod">
          <ac:chgData name="Zheng Fei" userId="d19317889db4c986" providerId="LiveId" clId="{5208695E-9764-E141-8C27-561FA6A33FAB}" dt="2022-02-24T02:23:16.744" v="2713"/>
          <ac:spMkLst>
            <pc:docMk/>
            <pc:sldMk cId="649363187" sldId="393"/>
            <ac:spMk id="3" creationId="{EAAFA907-EEF2-BF41-89D3-CD934ACBA143}"/>
          </ac:spMkLst>
        </pc:spChg>
      </pc:sldChg>
      <pc:sldChg chg="addSp delSp modSp del mod">
        <pc:chgData name="Zheng Fei" userId="d19317889db4c986" providerId="LiveId" clId="{5208695E-9764-E141-8C27-561FA6A33FAB}" dt="2022-02-24T02:12:43.881" v="2659" actId="2696"/>
        <pc:sldMkLst>
          <pc:docMk/>
          <pc:sldMk cId="1732217486" sldId="393"/>
        </pc:sldMkLst>
        <pc:spChg chg="add mod">
          <ac:chgData name="Zheng Fei" userId="d19317889db4c986" providerId="LiveId" clId="{5208695E-9764-E141-8C27-561FA6A33FAB}" dt="2022-02-24T02:12:00.260" v="2658" actId="20577"/>
          <ac:spMkLst>
            <pc:docMk/>
            <pc:sldMk cId="1732217486" sldId="393"/>
            <ac:spMk id="2" creationId="{E4C13EEE-99BF-E943-A53F-2A5707C4C9A7}"/>
          </ac:spMkLst>
        </pc:spChg>
        <pc:picChg chg="del">
          <ac:chgData name="Zheng Fei" userId="d19317889db4c986" providerId="LiveId" clId="{5208695E-9764-E141-8C27-561FA6A33FAB}" dt="2022-02-24T02:11:14.405" v="2647" actId="478"/>
          <ac:picMkLst>
            <pc:docMk/>
            <pc:sldMk cId="1732217486" sldId="393"/>
            <ac:picMk id="4" creationId="{00C5DAC1-4F48-495B-BAD0-2269B7AC736D}"/>
          </ac:picMkLst>
        </pc:picChg>
      </pc:sldChg>
      <pc:sldChg chg="del">
        <pc:chgData name="Zheng Fei" userId="d19317889db4c986" providerId="LiveId" clId="{5208695E-9764-E141-8C27-561FA6A33FAB}" dt="2022-02-24T02:47:23.359" v="2968" actId="2696"/>
        <pc:sldMkLst>
          <pc:docMk/>
          <pc:sldMk cId="1254709018" sldId="394"/>
        </pc:sldMkLst>
      </pc:sldChg>
      <pc:sldChg chg="add ord">
        <pc:chgData name="Zheng Fei" userId="d19317889db4c986" providerId="LiveId" clId="{5208695E-9764-E141-8C27-561FA6A33FAB}" dt="2022-02-24T02:47:46.780" v="2971" actId="20578"/>
        <pc:sldMkLst>
          <pc:docMk/>
          <pc:sldMk cId="458097628" sldId="395"/>
        </pc:sldMkLst>
      </pc:sldChg>
      <pc:sldChg chg="del">
        <pc:chgData name="Zheng Fei" userId="d19317889db4c986" providerId="LiveId" clId="{5208695E-9764-E141-8C27-561FA6A33FAB}" dt="2022-02-24T02:47:28.855" v="2969" actId="2696"/>
        <pc:sldMkLst>
          <pc:docMk/>
          <pc:sldMk cId="3424109515" sldId="395"/>
        </pc:sldMkLst>
      </pc:sldChg>
      <pc:sldChg chg="del">
        <pc:chgData name="Zheng Fei" userId="d19317889db4c986" providerId="LiveId" clId="{5208695E-9764-E141-8C27-561FA6A33FAB}" dt="2022-02-24T02:47:12.785" v="2967" actId="2696"/>
        <pc:sldMkLst>
          <pc:docMk/>
          <pc:sldMk cId="1926675108" sldId="396"/>
        </pc:sldMkLst>
      </pc:sldChg>
      <pc:sldChg chg="del">
        <pc:chgData name="Zheng Fei" userId="d19317889db4c986" providerId="LiveId" clId="{5208695E-9764-E141-8C27-561FA6A33FAB}" dt="2022-02-24T02:42:50.586" v="2922" actId="2696"/>
        <pc:sldMkLst>
          <pc:docMk/>
          <pc:sldMk cId="1849299568" sldId="397"/>
        </pc:sldMkLst>
      </pc:sldChg>
      <pc:sldChg chg="addSp delSp modSp mod">
        <pc:chgData name="Zheng Fei" userId="d19317889db4c986" providerId="LiveId" clId="{5208695E-9764-E141-8C27-561FA6A33FAB}" dt="2022-02-24T02:51:18.012" v="2986" actId="478"/>
        <pc:sldMkLst>
          <pc:docMk/>
          <pc:sldMk cId="2324191358" sldId="398"/>
        </pc:sldMkLst>
        <pc:picChg chg="mod">
          <ac:chgData name="Zheng Fei" userId="d19317889db4c986" providerId="LiveId" clId="{5208695E-9764-E141-8C27-561FA6A33FAB}" dt="2022-02-24T02:50:43.735" v="2983" actId="1076"/>
          <ac:picMkLst>
            <pc:docMk/>
            <pc:sldMk cId="2324191358" sldId="398"/>
            <ac:picMk id="3" creationId="{017B85F1-222E-4D87-A052-3B3E1D0924C2}"/>
          </ac:picMkLst>
        </pc:picChg>
        <pc:picChg chg="add mod">
          <ac:chgData name="Zheng Fei" userId="d19317889db4c986" providerId="LiveId" clId="{5208695E-9764-E141-8C27-561FA6A33FAB}" dt="2022-02-24T02:51:14.031" v="2984"/>
          <ac:picMkLst>
            <pc:docMk/>
            <pc:sldMk cId="2324191358" sldId="398"/>
            <ac:picMk id="4" creationId="{06B3544F-EF7A-F54A-8729-DAA83A9DD0DE}"/>
          </ac:picMkLst>
        </pc:picChg>
        <pc:picChg chg="add del mod">
          <ac:chgData name="Zheng Fei" userId="d19317889db4c986" providerId="LiveId" clId="{5208695E-9764-E141-8C27-561FA6A33FAB}" dt="2022-02-24T02:51:18.012" v="2986" actId="478"/>
          <ac:picMkLst>
            <pc:docMk/>
            <pc:sldMk cId="2324191358" sldId="398"/>
            <ac:picMk id="5" creationId="{8CDA0D91-914B-5F40-BD95-D69289BC7EE6}"/>
          </ac:picMkLst>
        </pc:picChg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1421180870" sldId="399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1888470829" sldId="39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3972932828" sldId="399"/>
        </pc:sldMkLst>
      </pc:sldChg>
      <pc:sldChg chg="addSp delSp modSp new mod setBg">
        <pc:chgData name="Zheng Fei" userId="d19317889db4c986" providerId="LiveId" clId="{5208695E-9764-E141-8C27-561FA6A33FAB}" dt="2022-02-24T02:39:44.040" v="2906" actId="26606"/>
        <pc:sldMkLst>
          <pc:docMk/>
          <pc:sldMk cId="968340686" sldId="400"/>
        </pc:sldMkLst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7" creationId="{F3060C83-F051-4F0E-ABAD-AA0DFC48B218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9" creationId="{83C98ABE-055B-441F-B07E-44F97F083C3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1" creationId="{29FDB030-9B49-4CED-8CCD-4D99382388AC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3" creationId="{3783CA14-24A1-485C-8B30-D6A5D87987AD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5" creationId="{9A97C86A-04D6-40F7-AE84-31AB43E6A846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7" creationId="{FF9F2414-84E8-453E-B1F3-389FDE8192D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9" creationId="{3ECA69A1-7536-43AC-85EF-C7106179F5ED}"/>
          </ac:spMkLst>
        </pc:spChg>
        <pc:picChg chg="add mod">
          <ac:chgData name="Zheng Fei" userId="d19317889db4c986" providerId="LiveId" clId="{5208695E-9764-E141-8C27-561FA6A33FAB}" dt="2022-02-24T02:39:44.040" v="2906" actId="26606"/>
          <ac:picMkLst>
            <pc:docMk/>
            <pc:sldMk cId="968340686" sldId="400"/>
            <ac:picMk id="2" creationId="{898C07E3-1529-E84B-9F70-8B5F218A11DA}"/>
          </ac:picMkLst>
        </pc:picChg>
      </pc:sldChg>
      <pc:sldChg chg="new del">
        <pc:chgData name="Zheng Fei" userId="d19317889db4c986" providerId="LiveId" clId="{5208695E-9764-E141-8C27-561FA6A33FAB}" dt="2022-02-24T02:37:56.093" v="2893" actId="2696"/>
        <pc:sldMkLst>
          <pc:docMk/>
          <pc:sldMk cId="946142263" sldId="401"/>
        </pc:sldMkLst>
      </pc:sldChg>
      <pc:sldChg chg="addSp delSp modSp new mod setBg">
        <pc:chgData name="Zheng Fei" userId="d19317889db4c986" providerId="LiveId" clId="{5208695E-9764-E141-8C27-561FA6A33FAB}" dt="2022-02-24T02:48:47.327" v="2980" actId="732"/>
        <pc:sldMkLst>
          <pc:docMk/>
          <pc:sldMk cId="3137213224" sldId="402"/>
        </pc:sldMkLst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1" creationId="{01D0AF59-99C3-4251-AB9A-C966C6AD4400}"/>
          </ac:spMkLst>
        </pc:spChg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3" creationId="{1855405F-37A2-4869-9154-F8BE3BECE6C3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5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7" creationId="{736F0DFD-0954-464F-BF12-DD2E6F6E0380}"/>
          </ac:spMkLst>
        </pc:spChg>
        <pc:picChg chg="add mod modCrop">
          <ac:chgData name="Zheng Fei" userId="d19317889db4c986" providerId="LiveId" clId="{5208695E-9764-E141-8C27-561FA6A33FAB}" dt="2022-02-24T02:48:25.213" v="2979" actId="1076"/>
          <ac:picMkLst>
            <pc:docMk/>
            <pc:sldMk cId="3137213224" sldId="402"/>
            <ac:picMk id="7" creationId="{F261B9FE-3C65-6C40-BD7E-E33FC77F3D4D}"/>
          </ac:picMkLst>
        </pc:picChg>
        <pc:picChg chg="add mod">
          <ac:chgData name="Zheng Fei" userId="d19317889db4c986" providerId="LiveId" clId="{5208695E-9764-E141-8C27-561FA6A33FAB}" dt="2022-02-24T02:48:47.327" v="2980" actId="732"/>
          <ac:picMkLst>
            <pc:docMk/>
            <pc:sldMk cId="3137213224" sldId="402"/>
            <ac:picMk id="1026" creationId="{10F92739-FD93-1F45-905F-3124C6D46B94}"/>
          </ac:picMkLst>
        </pc:picChg>
      </pc:sldChg>
      <pc:sldChg chg="addSp delSp modSp new mod setBg">
        <pc:chgData name="Zheng Fei" userId="d19317889db4c986" providerId="LiveId" clId="{5208695E-9764-E141-8C27-561FA6A33FAB}" dt="2022-02-24T02:49:03.156" v="2982"/>
        <pc:sldMkLst>
          <pc:docMk/>
          <pc:sldMk cId="2259089914" sldId="403"/>
        </pc:sldMkLst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1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3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9:03.156" v="2982"/>
          <ac:picMkLst>
            <pc:docMk/>
            <pc:sldMk cId="2259089914" sldId="403"/>
            <ac:picMk id="5" creationId="{8C9F9FC1-FB4F-A84A-9D04-133A1E0DC0F7}"/>
          </ac:picMkLst>
        </pc:picChg>
        <pc:picChg chg="add mod">
          <ac:chgData name="Zheng Fei" userId="d19317889db4c986" providerId="LiveId" clId="{5208695E-9764-E141-8C27-561FA6A33FAB}" dt="2022-02-24T02:48:54.936" v="2981" actId="732"/>
          <ac:picMkLst>
            <pc:docMk/>
            <pc:sldMk cId="2259089914" sldId="403"/>
            <ac:picMk id="2050" creationId="{4FAB9F1B-02AB-9149-BF33-0FB11D6035B6}"/>
          </ac:picMkLst>
        </pc:picChg>
      </pc:sldChg>
      <pc:sldChg chg="addSp modSp add mod ord">
        <pc:chgData name="Zheng Fei" userId="d19317889db4c986" providerId="LiveId" clId="{5208695E-9764-E141-8C27-561FA6A33FAB}" dt="2022-02-24T02:28:04.560" v="2722" actId="20577"/>
        <pc:sldMkLst>
          <pc:docMk/>
          <pc:sldMk cId="2063477856" sldId="404"/>
        </pc:sldMkLst>
        <pc:spChg chg="mod">
          <ac:chgData name="Zheng Fei" userId="d19317889db4c986" providerId="LiveId" clId="{5208695E-9764-E141-8C27-561FA6A33FAB}" dt="2022-02-24T02:28:04.560" v="2722" actId="20577"/>
          <ac:spMkLst>
            <pc:docMk/>
            <pc:sldMk cId="2063477856" sldId="404"/>
            <ac:spMk id="2" creationId="{E4C13EEE-99BF-E943-A53F-2A5707C4C9A7}"/>
          </ac:spMkLst>
        </pc:spChg>
        <pc:spChg chg="add mod">
          <ac:chgData name="Zheng Fei" userId="d19317889db4c986" providerId="LiveId" clId="{5208695E-9764-E141-8C27-561FA6A33FAB}" dt="2022-02-24T02:27:58.487" v="2721" actId="20577"/>
          <ac:spMkLst>
            <pc:docMk/>
            <pc:sldMk cId="2063477856" sldId="404"/>
            <ac:spMk id="3" creationId="{1746D604-ADD4-224A-823D-621F79B7436F}"/>
          </ac:spMkLst>
        </pc:spChg>
        <pc:picChg chg="add mod">
          <ac:chgData name="Zheng Fei" userId="d19317889db4c986" providerId="LiveId" clId="{5208695E-9764-E141-8C27-561FA6A33FAB}" dt="2022-02-24T02:20:32.596" v="2704" actId="732"/>
          <ac:picMkLst>
            <pc:docMk/>
            <pc:sldMk cId="2063477856" sldId="404"/>
            <ac:picMk id="3074" creationId="{30CC6F2B-D994-E145-B130-AF99762E85EB}"/>
          </ac:picMkLst>
        </pc:picChg>
      </pc:sldChg>
      <pc:sldChg chg="addSp modSp new mod setBg">
        <pc:chgData name="Zheng Fei" userId="d19317889db4c986" providerId="LiveId" clId="{5208695E-9764-E141-8C27-561FA6A33FAB}" dt="2022-02-24T02:37:11.849" v="2890"/>
        <pc:sldMkLst>
          <pc:docMk/>
          <pc:sldMk cId="2485594626" sldId="405"/>
        </pc:sldMkLst>
        <pc:spChg chg="add mod">
          <ac:chgData name="Zheng Fei" userId="d19317889db4c986" providerId="LiveId" clId="{5208695E-9764-E141-8C27-561FA6A33FAB}" dt="2022-02-24T02:36:31.021" v="2880" actId="1076"/>
          <ac:spMkLst>
            <pc:docMk/>
            <pc:sldMk cId="2485594626" sldId="405"/>
            <ac:spMk id="4" creationId="{1E713C10-19E1-DA44-AC78-BF56F50D7DC9}"/>
          </ac:spMkLst>
        </pc:spChg>
        <pc:spChg chg="add mod">
          <ac:chgData name="Zheng Fei" userId="d19317889db4c986" providerId="LiveId" clId="{5208695E-9764-E141-8C27-561FA6A33FAB}" dt="2022-02-24T02:32:43.181" v="2820" actId="1076"/>
          <ac:spMkLst>
            <pc:docMk/>
            <pc:sldMk cId="2485594626" sldId="405"/>
            <ac:spMk id="5" creationId="{495BCDAB-FA7E-C94F-8FED-E7B5CCF9A186}"/>
          </ac:spMkLst>
        </pc:spChg>
        <pc:spChg chg="add mod">
          <ac:chgData name="Zheng Fei" userId="d19317889db4c986" providerId="LiveId" clId="{5208695E-9764-E141-8C27-561FA6A33FAB}" dt="2022-02-24T02:32:36.428" v="2818" actId="1076"/>
          <ac:spMkLst>
            <pc:docMk/>
            <pc:sldMk cId="2485594626" sldId="405"/>
            <ac:spMk id="7" creationId="{0BFB104C-6003-8E4E-B422-CFD6094451DF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8" creationId="{5F879AC3-D4CE-493C-ADC7-06205677F4F8}"/>
          </ac:spMkLst>
        </pc:spChg>
        <pc:spChg chg="add mod">
          <ac:chgData name="Zheng Fei" userId="d19317889db4c986" providerId="LiveId" clId="{5208695E-9764-E141-8C27-561FA6A33FAB}" dt="2022-02-24T02:36:45.316" v="2883" actId="1076"/>
          <ac:spMkLst>
            <pc:docMk/>
            <pc:sldMk cId="2485594626" sldId="405"/>
            <ac:spMk id="9" creationId="{C074442B-E1FE-E64B-A163-CCEFBE5C4950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10" creationId="{736F0DFD-0954-464F-BF12-DD2E6F6E0380}"/>
          </ac:spMkLst>
        </pc:spChg>
        <pc:spChg chg="add mod">
          <ac:chgData name="Zheng Fei" userId="d19317889db4c986" providerId="LiveId" clId="{5208695E-9764-E141-8C27-561FA6A33FAB}" dt="2022-02-24T02:36:41.650" v="2882" actId="1076"/>
          <ac:spMkLst>
            <pc:docMk/>
            <pc:sldMk cId="2485594626" sldId="405"/>
            <ac:spMk id="11" creationId="{1F850635-A4E0-2D45-9568-82D0EE263215}"/>
          </ac:spMkLst>
        </pc:spChg>
        <pc:graphicFrameChg chg="add mod modGraphic">
          <ac:chgData name="Zheng Fei" userId="d19317889db4c986" providerId="LiveId" clId="{5208695E-9764-E141-8C27-561FA6A33FAB}" dt="2022-02-24T02:37:09.015" v="2888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add mod modGraphic">
          <ac:chgData name="Zheng Fei" userId="d19317889db4c986" providerId="LiveId" clId="{5208695E-9764-E141-8C27-561FA6A33FAB}" dt="2022-02-24T02:37:11.849" v="2890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addSp modSp new">
        <pc:chgData name="Zheng Fei" userId="d19317889db4c986" providerId="LiveId" clId="{5208695E-9764-E141-8C27-561FA6A33FAB}" dt="2022-02-24T02:37:41.950" v="2892"/>
        <pc:sldMkLst>
          <pc:docMk/>
          <pc:sldMk cId="2900219743" sldId="406"/>
        </pc:sldMkLst>
        <pc:spChg chg="add mod">
          <ac:chgData name="Zheng Fei" userId="d19317889db4c986" providerId="LiveId" clId="{5208695E-9764-E141-8C27-561FA6A33FAB}" dt="2022-02-24T02:37:41.950" v="2892"/>
          <ac:spMkLst>
            <pc:docMk/>
            <pc:sldMk cId="2900219743" sldId="406"/>
            <ac:spMk id="2" creationId="{84546DDB-1B2C-4946-872F-1056995C7057}"/>
          </ac:spMkLst>
        </pc:spChg>
      </pc:sldChg>
      <pc:sldChg chg="addSp delSp modSp new mod setBg">
        <pc:chgData name="Zheng Fei" userId="d19317889db4c986" providerId="LiveId" clId="{5208695E-9764-E141-8C27-561FA6A33FAB}" dt="2022-02-24T02:41:59.466" v="2915" actId="26606"/>
        <pc:sldMkLst>
          <pc:docMk/>
          <pc:sldMk cId="4284922600" sldId="407"/>
        </pc:sldMkLst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7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9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1:59.466" v="2915" actId="26606"/>
          <ac:picMkLst>
            <pc:docMk/>
            <pc:sldMk cId="4284922600" sldId="407"/>
            <ac:picMk id="2" creationId="{CA28E320-42B2-5941-8D82-78E19863407C}"/>
          </ac:picMkLst>
        </pc:picChg>
      </pc:sldChg>
      <pc:sldChg chg="addSp modSp new mod">
        <pc:chgData name="Zheng Fei" userId="d19317889db4c986" providerId="LiveId" clId="{5208695E-9764-E141-8C27-561FA6A33FAB}" dt="2022-02-24T02:51:44.131" v="2993" actId="1076"/>
        <pc:sldMkLst>
          <pc:docMk/>
          <pc:sldMk cId="1485639274" sldId="408"/>
        </pc:sldMkLst>
        <pc:picChg chg="add mod">
          <ac:chgData name="Zheng Fei" userId="d19317889db4c986" providerId="LiveId" clId="{5208695E-9764-E141-8C27-561FA6A33FAB}" dt="2022-02-24T02:51:29.515" v="2988"/>
          <ac:picMkLst>
            <pc:docMk/>
            <pc:sldMk cId="1485639274" sldId="408"/>
            <ac:picMk id="2" creationId="{C5541B0C-B2A5-A144-BF16-460CC995183F}"/>
          </ac:picMkLst>
        </pc:picChg>
        <pc:picChg chg="add mod">
          <ac:chgData name="Zheng Fei" userId="d19317889db4c986" providerId="LiveId" clId="{5208695E-9764-E141-8C27-561FA6A33FAB}" dt="2022-02-24T02:51:44.131" v="2993" actId="1076"/>
          <ac:picMkLst>
            <pc:docMk/>
            <pc:sldMk cId="1485639274" sldId="408"/>
            <ac:picMk id="4" creationId="{F6D37B0F-61AE-B140-85B9-EC8DA2A68039}"/>
          </ac:picMkLst>
        </pc:picChg>
      </pc:sldChg>
    </pc:docChg>
  </pc:docChgLst>
  <pc:docChgLst>
    <pc:chgData name="Zheng Fei" userId="d19317889db4c986" providerId="LiveId" clId="{3271D5D9-01F6-E94D-8F33-B415B5E3ECC8}"/>
    <pc:docChg chg="delSld">
      <pc:chgData name="Zheng Fei" userId="d19317889db4c986" providerId="LiveId" clId="{3271D5D9-01F6-E94D-8F33-B415B5E3ECC8}" dt="2022-02-24T02:54:43.713" v="0" actId="2696"/>
      <pc:docMkLst>
        <pc:docMk/>
      </pc:docMkLst>
      <pc:sldChg chg="del">
        <pc:chgData name="Zheng Fei" userId="d19317889db4c986" providerId="LiveId" clId="{3271D5D9-01F6-E94D-8F33-B415B5E3ECC8}" dt="2022-02-24T02:54:43.713" v="0" actId="2696"/>
        <pc:sldMkLst>
          <pc:docMk/>
          <pc:sldMk cId="3140837993" sldId="25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6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8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26888976" sldId="30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50651053" sldId="32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3596754" sldId="32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45921664" sldId="33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88734997" sldId="33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779396015" sldId="33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72499561" sldId="33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08672986" sldId="33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4231211157" sldId="33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378953" sldId="33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94529122" sldId="34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4298555" sldId="34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82227545" sldId="34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17927023" sldId="34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947026" sldId="34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241530" sldId="34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214083559" sldId="34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31330976" sldId="34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61903184" sldId="34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703298968" sldId="38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71714698" sldId="38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46259250" sldId="38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848197513" sldId="388"/>
        </pc:sldMkLst>
      </pc:sldChg>
    </pc:docChg>
  </pc:docChgLst>
  <pc:docChgLst>
    <pc:chgData name="Zheng Fei" userId="d19317889db4c986" providerId="LiveId" clId="{42DB48B0-E975-A148-8760-2942C8221395}"/>
    <pc:docChg chg="undo custSel addSld delSld modSld">
      <pc:chgData name="Zheng Fei" userId="d19317889db4c986" providerId="LiveId" clId="{42DB48B0-E975-A148-8760-2942C8221395}" dt="2023-02-22T08:34:13.906" v="99" actId="478"/>
      <pc:docMkLst>
        <pc:docMk/>
      </pc:docMkLst>
      <pc:sldChg chg="modSp add mod">
        <pc:chgData name="Zheng Fei" userId="d19317889db4c986" providerId="LiveId" clId="{42DB48B0-E975-A148-8760-2942C8221395}" dt="2023-02-09T04:09:40.962" v="30" actId="207"/>
        <pc:sldMkLst>
          <pc:docMk/>
          <pc:sldMk cId="3952504978" sldId="349"/>
        </pc:sldMkLst>
        <pc:spChg chg="mod">
          <ac:chgData name="Zheng Fei" userId="d19317889db4c986" providerId="LiveId" clId="{42DB48B0-E975-A148-8760-2942C8221395}" dt="2023-02-09T04:09:40.962" v="30" actId="207"/>
          <ac:spMkLst>
            <pc:docMk/>
            <pc:sldMk cId="3952504978" sldId="349"/>
            <ac:spMk id="13" creationId="{A13046D6-8C50-BE45-811A-6AA1FD4A6CCA}"/>
          </ac:spMkLst>
        </pc:spChg>
        <pc:spChg chg="mod">
          <ac:chgData name="Zheng Fei" userId="d19317889db4c986" providerId="LiveId" clId="{42DB48B0-E975-A148-8760-2942C8221395}" dt="2023-02-09T04:09:40.962" v="30" actId="207"/>
          <ac:spMkLst>
            <pc:docMk/>
            <pc:sldMk cId="3952504978" sldId="349"/>
            <ac:spMk id="14" creationId="{48395587-44AF-FC4B-B2A9-D2220C80DA2E}"/>
          </ac:spMkLst>
        </pc:spChg>
        <pc:spChg chg="mod">
          <ac:chgData name="Zheng Fei" userId="d19317889db4c986" providerId="LiveId" clId="{42DB48B0-E975-A148-8760-2942C8221395}" dt="2023-02-09T04:09:30.226" v="28" actId="207"/>
          <ac:spMkLst>
            <pc:docMk/>
            <pc:sldMk cId="3952504978" sldId="349"/>
            <ac:spMk id="21" creationId="{829D59AA-AD60-B144-AD86-9D20CDCA32AB}"/>
          </ac:spMkLst>
        </pc:spChg>
        <pc:spChg chg="mod">
          <ac:chgData name="Zheng Fei" userId="d19317889db4c986" providerId="LiveId" clId="{42DB48B0-E975-A148-8760-2942C8221395}" dt="2023-02-09T04:09:35.028" v="29" actId="207"/>
          <ac:spMkLst>
            <pc:docMk/>
            <pc:sldMk cId="3952504978" sldId="349"/>
            <ac:spMk id="22" creationId="{FD6F7C0F-EFAC-9942-812F-1FC751ED67FA}"/>
          </ac:spMkLst>
        </pc:spChg>
      </pc:sldChg>
      <pc:sldChg chg="modSp mod">
        <pc:chgData name="Zheng Fei" userId="d19317889db4c986" providerId="LiveId" clId="{42DB48B0-E975-A148-8760-2942C8221395}" dt="2023-02-09T04:24:18.805" v="85" actId="14100"/>
        <pc:sldMkLst>
          <pc:docMk/>
          <pc:sldMk cId="2008689145" sldId="354"/>
        </pc:sldMkLst>
        <pc:grpChg chg="mod">
          <ac:chgData name="Zheng Fei" userId="d19317889db4c986" providerId="LiveId" clId="{42DB48B0-E975-A148-8760-2942C8221395}" dt="2023-02-09T04:24:18.805" v="85" actId="14100"/>
          <ac:grpSpMkLst>
            <pc:docMk/>
            <pc:sldMk cId="2008689145" sldId="354"/>
            <ac:grpSpMk id="44" creationId="{E628FBA9-05E0-B244-0BE7-0DA4604EA763}"/>
          </ac:grpSpMkLst>
        </pc:grpChg>
      </pc:sldChg>
      <pc:sldChg chg="del">
        <pc:chgData name="Zheng Fei" userId="d19317889db4c986" providerId="LiveId" clId="{42DB48B0-E975-A148-8760-2942C8221395}" dt="2023-02-09T04:06:05.532" v="2" actId="2696"/>
        <pc:sldMkLst>
          <pc:docMk/>
          <pc:sldMk cId="853558914" sldId="367"/>
        </pc:sldMkLst>
      </pc:sldChg>
      <pc:sldChg chg="del">
        <pc:chgData name="Zheng Fei" userId="d19317889db4c986" providerId="LiveId" clId="{42DB48B0-E975-A148-8760-2942C8221395}" dt="2023-02-09T04:06:05.533" v="4" actId="2696"/>
        <pc:sldMkLst>
          <pc:docMk/>
          <pc:sldMk cId="1342387319" sldId="368"/>
        </pc:sldMkLst>
      </pc:sldChg>
      <pc:sldChg chg="del">
        <pc:chgData name="Zheng Fei" userId="d19317889db4c986" providerId="LiveId" clId="{42DB48B0-E975-A148-8760-2942C8221395}" dt="2023-02-09T04:06:05.530" v="1" actId="2696"/>
        <pc:sldMkLst>
          <pc:docMk/>
          <pc:sldMk cId="1309088853" sldId="369"/>
        </pc:sldMkLst>
      </pc:sldChg>
      <pc:sldChg chg="add">
        <pc:chgData name="Zheng Fei" userId="d19317889db4c986" providerId="LiveId" clId="{42DB48B0-E975-A148-8760-2942C8221395}" dt="2023-02-09T04:08:39.018" v="24"/>
        <pc:sldMkLst>
          <pc:docMk/>
          <pc:sldMk cId="1594873844" sldId="395"/>
        </pc:sldMkLst>
      </pc:sldChg>
      <pc:sldChg chg="addSp modSp mod modAnim">
        <pc:chgData name="Zheng Fei" userId="d19317889db4c986" providerId="LiveId" clId="{42DB48B0-E975-A148-8760-2942C8221395}" dt="2023-02-09T04:21:27.309" v="71"/>
        <pc:sldMkLst>
          <pc:docMk/>
          <pc:sldMk cId="1072083810" sldId="434"/>
        </pc:sldMkLst>
        <pc:spChg chg="mod">
          <ac:chgData name="Zheng Fei" userId="d19317889db4c986" providerId="LiveId" clId="{42DB48B0-E975-A148-8760-2942C8221395}" dt="2023-02-09T04:19:53.111" v="56" actId="21"/>
          <ac:spMkLst>
            <pc:docMk/>
            <pc:sldMk cId="1072083810" sldId="434"/>
            <ac:spMk id="3" creationId="{8574147B-3652-D54B-8192-3A112C0A1C4D}"/>
          </ac:spMkLst>
        </pc:spChg>
        <pc:spChg chg="mod">
          <ac:chgData name="Zheng Fei" userId="d19317889db4c986" providerId="LiveId" clId="{42DB48B0-E975-A148-8760-2942C8221395}" dt="2023-02-09T04:07:16.005" v="16" actId="20577"/>
          <ac:spMkLst>
            <pc:docMk/>
            <pc:sldMk cId="1072083810" sldId="434"/>
            <ac:spMk id="4" creationId="{97B83FFC-58F2-DB75-84F1-D4F83366FB29}"/>
          </ac:spMkLst>
        </pc:spChg>
        <pc:spChg chg="add mod">
          <ac:chgData name="Zheng Fei" userId="d19317889db4c986" providerId="LiveId" clId="{42DB48B0-E975-A148-8760-2942C8221395}" dt="2023-02-09T04:21:11.126" v="65" actId="21"/>
          <ac:spMkLst>
            <pc:docMk/>
            <pc:sldMk cId="1072083810" sldId="434"/>
            <ac:spMk id="6" creationId="{D3A8959C-2A36-45A2-135A-F26068EFEFFD}"/>
          </ac:spMkLst>
        </pc:spChg>
        <pc:spChg chg="add mod">
          <ac:chgData name="Zheng Fei" userId="d19317889db4c986" providerId="LiveId" clId="{42DB48B0-E975-A148-8760-2942C8221395}" dt="2023-02-09T04:21:24.274" v="70" actId="1076"/>
          <ac:spMkLst>
            <pc:docMk/>
            <pc:sldMk cId="1072083810" sldId="434"/>
            <ac:spMk id="8" creationId="{A56C9102-269F-F320-060B-65F4D5C636C7}"/>
          </ac:spMkLst>
        </pc:spChg>
      </pc:sldChg>
      <pc:sldChg chg="addSp delSp modSp mod modAnim">
        <pc:chgData name="Zheng Fei" userId="d19317889db4c986" providerId="LiveId" clId="{42DB48B0-E975-A148-8760-2942C8221395}" dt="2023-02-09T04:23:38.291" v="82"/>
        <pc:sldMkLst>
          <pc:docMk/>
          <pc:sldMk cId="2448747462" sldId="437"/>
        </pc:sldMkLst>
        <pc:spChg chg="del">
          <ac:chgData name="Zheng Fei" userId="d19317889db4c986" providerId="LiveId" clId="{42DB48B0-E975-A148-8760-2942C8221395}" dt="2023-02-09T04:07:29.203" v="20" actId="478"/>
          <ac:spMkLst>
            <pc:docMk/>
            <pc:sldMk cId="2448747462" sldId="437"/>
            <ac:spMk id="3" creationId="{B43AD6C6-1CF5-C085-FD6C-A03DF4E6A124}"/>
          </ac:spMkLst>
        </pc:spChg>
        <pc:spChg chg="add mod">
          <ac:chgData name="Zheng Fei" userId="d19317889db4c986" providerId="LiveId" clId="{42DB48B0-E975-A148-8760-2942C8221395}" dt="2023-02-09T04:07:33.419" v="22" actId="20577"/>
          <ac:spMkLst>
            <pc:docMk/>
            <pc:sldMk cId="2448747462" sldId="437"/>
            <ac:spMk id="5" creationId="{21D0A049-C3B9-E0B5-6DA2-CEF777D76217}"/>
          </ac:spMkLst>
        </pc:spChg>
      </pc:sldChg>
      <pc:sldChg chg="del">
        <pc:chgData name="Zheng Fei" userId="d19317889db4c986" providerId="LiveId" clId="{42DB48B0-E975-A148-8760-2942C8221395}" dt="2023-02-09T04:06:05.532" v="3" actId="2696"/>
        <pc:sldMkLst>
          <pc:docMk/>
          <pc:sldMk cId="1274441548" sldId="440"/>
        </pc:sldMkLst>
      </pc:sldChg>
      <pc:sldChg chg="del">
        <pc:chgData name="Zheng Fei" userId="d19317889db4c986" providerId="LiveId" clId="{42DB48B0-E975-A148-8760-2942C8221395}" dt="2023-02-09T04:08:20.365" v="23" actId="2696"/>
        <pc:sldMkLst>
          <pc:docMk/>
          <pc:sldMk cId="4017712638" sldId="441"/>
        </pc:sldMkLst>
      </pc:sldChg>
      <pc:sldChg chg="addSp delSp modSp mod modAnim">
        <pc:chgData name="Zheng Fei" userId="d19317889db4c986" providerId="LiveId" clId="{42DB48B0-E975-A148-8760-2942C8221395}" dt="2023-02-09T04:22:00.111" v="72"/>
        <pc:sldMkLst>
          <pc:docMk/>
          <pc:sldMk cId="1271146126" sldId="445"/>
        </pc:sldMkLst>
        <pc:spChg chg="del">
          <ac:chgData name="Zheng Fei" userId="d19317889db4c986" providerId="LiveId" clId="{42DB48B0-E975-A148-8760-2942C8221395}" dt="2023-02-09T04:07:21.911" v="17" actId="478"/>
          <ac:spMkLst>
            <pc:docMk/>
            <pc:sldMk cId="1271146126" sldId="445"/>
            <ac:spMk id="3" creationId="{B83E4A30-85AD-2289-7A97-61A6DFB4DD37}"/>
          </ac:spMkLst>
        </pc:spChg>
        <pc:spChg chg="add mod">
          <ac:chgData name="Zheng Fei" userId="d19317889db4c986" providerId="LiveId" clId="{42DB48B0-E975-A148-8760-2942C8221395}" dt="2023-02-09T04:07:25.085" v="19" actId="20577"/>
          <ac:spMkLst>
            <pc:docMk/>
            <pc:sldMk cId="1271146126" sldId="445"/>
            <ac:spMk id="4" creationId="{71EED261-5CE6-92DE-309A-0A86D06F596B}"/>
          </ac:spMkLst>
        </pc:spChg>
      </pc:sldChg>
      <pc:sldChg chg="addSp delSp modSp mod">
        <pc:chgData name="Zheng Fei" userId="d19317889db4c986" providerId="LiveId" clId="{42DB48B0-E975-A148-8760-2942C8221395}" dt="2023-02-09T04:24:47.144" v="88" actId="1076"/>
        <pc:sldMkLst>
          <pc:docMk/>
          <pc:sldMk cId="1701689034" sldId="451"/>
        </pc:sldMkLst>
        <pc:spChg chg="mod">
          <ac:chgData name="Zheng Fei" userId="d19317889db4c986" providerId="LiveId" clId="{42DB48B0-E975-A148-8760-2942C8221395}" dt="2023-02-09T04:24:42.535" v="87"/>
          <ac:spMkLst>
            <pc:docMk/>
            <pc:sldMk cId="1701689034" sldId="451"/>
            <ac:spMk id="15" creationId="{A421C659-DC23-4D2B-2C38-3340887E0426}"/>
          </ac:spMkLst>
        </pc:spChg>
        <pc:grpChg chg="del">
          <ac:chgData name="Zheng Fei" userId="d19317889db4c986" providerId="LiveId" clId="{42DB48B0-E975-A148-8760-2942C8221395}" dt="2023-02-09T04:24:41.965" v="86" actId="478"/>
          <ac:grpSpMkLst>
            <pc:docMk/>
            <pc:sldMk cId="1701689034" sldId="451"/>
            <ac:grpSpMk id="2" creationId="{08122E27-8307-88FE-1B99-CAE0406F4646}"/>
          </ac:grpSpMkLst>
        </pc:grpChg>
        <pc:grpChg chg="add mod">
          <ac:chgData name="Zheng Fei" userId="d19317889db4c986" providerId="LiveId" clId="{42DB48B0-E975-A148-8760-2942C8221395}" dt="2023-02-09T04:24:47.144" v="88" actId="1076"/>
          <ac:grpSpMkLst>
            <pc:docMk/>
            <pc:sldMk cId="1701689034" sldId="451"/>
            <ac:grpSpMk id="14" creationId="{58AEB663-E419-C720-0E5B-C087E5E1EB6B}"/>
          </ac:grpSpMkLst>
        </pc:grpChg>
        <pc:picChg chg="mod">
          <ac:chgData name="Zheng Fei" userId="d19317889db4c986" providerId="LiveId" clId="{42DB48B0-E975-A148-8760-2942C8221395}" dt="2023-02-09T04:24:42.535" v="87"/>
          <ac:picMkLst>
            <pc:docMk/>
            <pc:sldMk cId="1701689034" sldId="451"/>
            <ac:picMk id="16" creationId="{8615E7BA-B515-198F-A7BD-2B8011CF2AC2}"/>
          </ac:picMkLst>
        </pc:picChg>
        <pc:picChg chg="mod">
          <ac:chgData name="Zheng Fei" userId="d19317889db4c986" providerId="LiveId" clId="{42DB48B0-E975-A148-8760-2942C8221395}" dt="2023-02-09T04:24:42.535" v="87"/>
          <ac:picMkLst>
            <pc:docMk/>
            <pc:sldMk cId="1701689034" sldId="451"/>
            <ac:picMk id="17" creationId="{20C00C01-9FB9-5999-1DB8-328847179F72}"/>
          </ac:picMkLst>
        </pc:picChg>
        <pc:picChg chg="mod">
          <ac:chgData name="Zheng Fei" userId="d19317889db4c986" providerId="LiveId" clId="{42DB48B0-E975-A148-8760-2942C8221395}" dt="2023-02-09T04:24:42.535" v="87"/>
          <ac:picMkLst>
            <pc:docMk/>
            <pc:sldMk cId="1701689034" sldId="451"/>
            <ac:picMk id="18" creationId="{B34EC21E-397F-DABC-B1AD-B172B33425B1}"/>
          </ac:picMkLst>
        </pc:picChg>
        <pc:picChg chg="mod">
          <ac:chgData name="Zheng Fei" userId="d19317889db4c986" providerId="LiveId" clId="{42DB48B0-E975-A148-8760-2942C8221395}" dt="2023-02-09T04:24:42.535" v="87"/>
          <ac:picMkLst>
            <pc:docMk/>
            <pc:sldMk cId="1701689034" sldId="451"/>
            <ac:picMk id="19" creationId="{FB69959E-C114-1987-2002-BBD9ABF41DA6}"/>
          </ac:picMkLst>
        </pc:picChg>
        <pc:picChg chg="mod">
          <ac:chgData name="Zheng Fei" userId="d19317889db4c986" providerId="LiveId" clId="{42DB48B0-E975-A148-8760-2942C8221395}" dt="2023-02-09T04:24:42.535" v="87"/>
          <ac:picMkLst>
            <pc:docMk/>
            <pc:sldMk cId="1701689034" sldId="451"/>
            <ac:picMk id="20" creationId="{86EE2850-1CDE-1301-6DD1-077867236F50}"/>
          </ac:picMkLst>
        </pc:picChg>
        <pc:picChg chg="mod">
          <ac:chgData name="Zheng Fei" userId="d19317889db4c986" providerId="LiveId" clId="{42DB48B0-E975-A148-8760-2942C8221395}" dt="2023-02-09T04:24:42.535" v="87"/>
          <ac:picMkLst>
            <pc:docMk/>
            <pc:sldMk cId="1701689034" sldId="451"/>
            <ac:picMk id="21" creationId="{C73796A7-7327-41F2-7873-92944DBBFED7}"/>
          </ac:picMkLst>
        </pc:picChg>
      </pc:sldChg>
      <pc:sldChg chg="addSp delSp modSp mod">
        <pc:chgData name="Zheng Fei" userId="d19317889db4c986" providerId="LiveId" clId="{42DB48B0-E975-A148-8760-2942C8221395}" dt="2023-02-09T04:25:10.643" v="92" actId="1076"/>
        <pc:sldMkLst>
          <pc:docMk/>
          <pc:sldMk cId="1383374044" sldId="452"/>
        </pc:sldMkLst>
        <pc:spChg chg="mod">
          <ac:chgData name="Zheng Fei" userId="d19317889db4c986" providerId="LiveId" clId="{42DB48B0-E975-A148-8760-2942C8221395}" dt="2023-02-09T04:24:55.987" v="90"/>
          <ac:spMkLst>
            <pc:docMk/>
            <pc:sldMk cId="1383374044" sldId="452"/>
            <ac:spMk id="15" creationId="{F912091F-DB90-8C7B-877E-B16FA42C4951}"/>
          </ac:spMkLst>
        </pc:spChg>
        <pc:grpChg chg="del">
          <ac:chgData name="Zheng Fei" userId="d19317889db4c986" providerId="LiveId" clId="{42DB48B0-E975-A148-8760-2942C8221395}" dt="2023-02-09T04:24:54.813" v="89" actId="478"/>
          <ac:grpSpMkLst>
            <pc:docMk/>
            <pc:sldMk cId="1383374044" sldId="452"/>
            <ac:grpSpMk id="2" creationId="{08122E27-8307-88FE-1B99-CAE0406F4646}"/>
          </ac:grpSpMkLst>
        </pc:grpChg>
        <pc:grpChg chg="add mod">
          <ac:chgData name="Zheng Fei" userId="d19317889db4c986" providerId="LiveId" clId="{42DB48B0-E975-A148-8760-2942C8221395}" dt="2023-02-09T04:25:10.643" v="92" actId="1076"/>
          <ac:grpSpMkLst>
            <pc:docMk/>
            <pc:sldMk cId="1383374044" sldId="452"/>
            <ac:grpSpMk id="14" creationId="{9D895672-6494-1E89-A33A-AD4EE3D8C736}"/>
          </ac:grpSpMkLst>
        </pc:grpChg>
        <pc:picChg chg="mod">
          <ac:chgData name="Zheng Fei" userId="d19317889db4c986" providerId="LiveId" clId="{42DB48B0-E975-A148-8760-2942C8221395}" dt="2023-02-09T04:24:55.987" v="90"/>
          <ac:picMkLst>
            <pc:docMk/>
            <pc:sldMk cId="1383374044" sldId="452"/>
            <ac:picMk id="16" creationId="{E1E8A3CB-B431-AF5F-FA16-85ACD37F78E7}"/>
          </ac:picMkLst>
        </pc:picChg>
        <pc:picChg chg="mod">
          <ac:chgData name="Zheng Fei" userId="d19317889db4c986" providerId="LiveId" clId="{42DB48B0-E975-A148-8760-2942C8221395}" dt="2023-02-09T04:24:55.987" v="90"/>
          <ac:picMkLst>
            <pc:docMk/>
            <pc:sldMk cId="1383374044" sldId="452"/>
            <ac:picMk id="17" creationId="{A1B8E9D9-3C6E-E6BD-52B6-998973B316A5}"/>
          </ac:picMkLst>
        </pc:picChg>
        <pc:picChg chg="mod">
          <ac:chgData name="Zheng Fei" userId="d19317889db4c986" providerId="LiveId" clId="{42DB48B0-E975-A148-8760-2942C8221395}" dt="2023-02-09T04:24:55.987" v="90"/>
          <ac:picMkLst>
            <pc:docMk/>
            <pc:sldMk cId="1383374044" sldId="452"/>
            <ac:picMk id="18" creationId="{49C61025-DC55-FCE1-FB66-BC3FA3006865}"/>
          </ac:picMkLst>
        </pc:picChg>
        <pc:picChg chg="mod">
          <ac:chgData name="Zheng Fei" userId="d19317889db4c986" providerId="LiveId" clId="{42DB48B0-E975-A148-8760-2942C8221395}" dt="2023-02-09T04:24:55.987" v="90"/>
          <ac:picMkLst>
            <pc:docMk/>
            <pc:sldMk cId="1383374044" sldId="452"/>
            <ac:picMk id="19" creationId="{3831B8FA-A8A9-1E06-80D4-E52A9E7F7EB2}"/>
          </ac:picMkLst>
        </pc:picChg>
        <pc:picChg chg="mod">
          <ac:chgData name="Zheng Fei" userId="d19317889db4c986" providerId="LiveId" clId="{42DB48B0-E975-A148-8760-2942C8221395}" dt="2023-02-09T04:24:55.987" v="90"/>
          <ac:picMkLst>
            <pc:docMk/>
            <pc:sldMk cId="1383374044" sldId="452"/>
            <ac:picMk id="20" creationId="{43111CEE-C4F8-B012-9A58-837BD2FB9B7B}"/>
          </ac:picMkLst>
        </pc:picChg>
        <pc:picChg chg="mod">
          <ac:chgData name="Zheng Fei" userId="d19317889db4c986" providerId="LiveId" clId="{42DB48B0-E975-A148-8760-2942C8221395}" dt="2023-02-09T04:24:55.987" v="90"/>
          <ac:picMkLst>
            <pc:docMk/>
            <pc:sldMk cId="1383374044" sldId="452"/>
            <ac:picMk id="21" creationId="{565AF253-58E2-D15D-B17E-9EA11EC493BF}"/>
          </ac:picMkLst>
        </pc:picChg>
      </pc:sldChg>
      <pc:sldChg chg="addSp delSp modSp mod">
        <pc:chgData name="Zheng Fei" userId="d19317889db4c986" providerId="LiveId" clId="{42DB48B0-E975-A148-8760-2942C8221395}" dt="2023-02-09T04:25:19.511" v="95" actId="1076"/>
        <pc:sldMkLst>
          <pc:docMk/>
          <pc:sldMk cId="1189544412" sldId="453"/>
        </pc:sldMkLst>
        <pc:spChg chg="mod">
          <ac:chgData name="Zheng Fei" userId="d19317889db4c986" providerId="LiveId" clId="{42DB48B0-E975-A148-8760-2942C8221395}" dt="2023-02-09T04:25:15.892" v="94"/>
          <ac:spMkLst>
            <pc:docMk/>
            <pc:sldMk cId="1189544412" sldId="453"/>
            <ac:spMk id="15" creationId="{3F53473E-3CC6-B995-C357-F444D6911153}"/>
          </ac:spMkLst>
        </pc:spChg>
        <pc:grpChg chg="del">
          <ac:chgData name="Zheng Fei" userId="d19317889db4c986" providerId="LiveId" clId="{42DB48B0-E975-A148-8760-2942C8221395}" dt="2023-02-09T04:25:14.876" v="93" actId="478"/>
          <ac:grpSpMkLst>
            <pc:docMk/>
            <pc:sldMk cId="1189544412" sldId="453"/>
            <ac:grpSpMk id="2" creationId="{08122E27-8307-88FE-1B99-CAE0406F4646}"/>
          </ac:grpSpMkLst>
        </pc:grpChg>
        <pc:grpChg chg="add mod">
          <ac:chgData name="Zheng Fei" userId="d19317889db4c986" providerId="LiveId" clId="{42DB48B0-E975-A148-8760-2942C8221395}" dt="2023-02-09T04:25:19.511" v="95" actId="1076"/>
          <ac:grpSpMkLst>
            <pc:docMk/>
            <pc:sldMk cId="1189544412" sldId="453"/>
            <ac:grpSpMk id="14" creationId="{96B0EFB8-38F4-93B5-E56C-C113344A586B}"/>
          </ac:grpSpMkLst>
        </pc:grpChg>
        <pc:picChg chg="mod">
          <ac:chgData name="Zheng Fei" userId="d19317889db4c986" providerId="LiveId" clId="{42DB48B0-E975-A148-8760-2942C8221395}" dt="2023-02-09T04:25:15.892" v="94"/>
          <ac:picMkLst>
            <pc:docMk/>
            <pc:sldMk cId="1189544412" sldId="453"/>
            <ac:picMk id="16" creationId="{445621C0-A929-DDF1-74A7-C4F0AE95910C}"/>
          </ac:picMkLst>
        </pc:picChg>
        <pc:picChg chg="mod">
          <ac:chgData name="Zheng Fei" userId="d19317889db4c986" providerId="LiveId" clId="{42DB48B0-E975-A148-8760-2942C8221395}" dt="2023-02-09T04:25:15.892" v="94"/>
          <ac:picMkLst>
            <pc:docMk/>
            <pc:sldMk cId="1189544412" sldId="453"/>
            <ac:picMk id="17" creationId="{1242A0F2-334C-0BE8-DFA1-4A220B149BE0}"/>
          </ac:picMkLst>
        </pc:picChg>
        <pc:picChg chg="mod">
          <ac:chgData name="Zheng Fei" userId="d19317889db4c986" providerId="LiveId" clId="{42DB48B0-E975-A148-8760-2942C8221395}" dt="2023-02-09T04:25:15.892" v="94"/>
          <ac:picMkLst>
            <pc:docMk/>
            <pc:sldMk cId="1189544412" sldId="453"/>
            <ac:picMk id="18" creationId="{42F777AC-E194-7C94-C558-2290F94E3AAD}"/>
          </ac:picMkLst>
        </pc:picChg>
        <pc:picChg chg="mod">
          <ac:chgData name="Zheng Fei" userId="d19317889db4c986" providerId="LiveId" clId="{42DB48B0-E975-A148-8760-2942C8221395}" dt="2023-02-09T04:25:15.892" v="94"/>
          <ac:picMkLst>
            <pc:docMk/>
            <pc:sldMk cId="1189544412" sldId="453"/>
            <ac:picMk id="19" creationId="{DCAAFD7E-40A5-B45D-9419-8B0493EE575A}"/>
          </ac:picMkLst>
        </pc:picChg>
        <pc:picChg chg="mod">
          <ac:chgData name="Zheng Fei" userId="d19317889db4c986" providerId="LiveId" clId="{42DB48B0-E975-A148-8760-2942C8221395}" dt="2023-02-09T04:25:15.892" v="94"/>
          <ac:picMkLst>
            <pc:docMk/>
            <pc:sldMk cId="1189544412" sldId="453"/>
            <ac:picMk id="20" creationId="{E2797C70-3293-5FF8-9207-B79E4480601A}"/>
          </ac:picMkLst>
        </pc:picChg>
        <pc:picChg chg="mod">
          <ac:chgData name="Zheng Fei" userId="d19317889db4c986" providerId="LiveId" clId="{42DB48B0-E975-A148-8760-2942C8221395}" dt="2023-02-09T04:25:15.892" v="94"/>
          <ac:picMkLst>
            <pc:docMk/>
            <pc:sldMk cId="1189544412" sldId="453"/>
            <ac:picMk id="21" creationId="{3EA67234-52AC-1B20-200C-71857B6A89EA}"/>
          </ac:picMkLst>
        </pc:picChg>
      </pc:sldChg>
      <pc:sldChg chg="del">
        <pc:chgData name="Zheng Fei" userId="d19317889db4c986" providerId="LiveId" clId="{42DB48B0-E975-A148-8760-2942C8221395}" dt="2023-02-09T04:06:05.529" v="0" actId="2696"/>
        <pc:sldMkLst>
          <pc:docMk/>
          <pc:sldMk cId="3079202661" sldId="454"/>
        </pc:sldMkLst>
      </pc:sldChg>
      <pc:sldChg chg="new del">
        <pc:chgData name="Zheng Fei" userId="d19317889db4c986" providerId="LiveId" clId="{42DB48B0-E975-A148-8760-2942C8221395}" dt="2023-02-09T04:09:25.723" v="27" actId="2696"/>
        <pc:sldMkLst>
          <pc:docMk/>
          <pc:sldMk cId="3803024170" sldId="454"/>
        </pc:sldMkLst>
      </pc:sldChg>
      <pc:sldChg chg="modSp add">
        <pc:chgData name="Zheng Fei" userId="d19317889db4c986" providerId="LiveId" clId="{42DB48B0-E975-A148-8760-2942C8221395}" dt="2023-02-09T04:18:44.213" v="55" actId="20577"/>
        <pc:sldMkLst>
          <pc:docMk/>
          <pc:sldMk cId="3752521652" sldId="1792"/>
        </pc:sldMkLst>
        <pc:spChg chg="mod">
          <ac:chgData name="Zheng Fei" userId="d19317889db4c986" providerId="LiveId" clId="{42DB48B0-E975-A148-8760-2942C8221395}" dt="2023-02-09T04:18:44.213" v="55" actId="20577"/>
          <ac:spMkLst>
            <pc:docMk/>
            <pc:sldMk cId="3752521652" sldId="1792"/>
            <ac:spMk id="4" creationId="{3563B0F5-5090-2DCF-6AD2-EDAF01C58245}"/>
          </ac:spMkLst>
        </pc:spChg>
      </pc:sldChg>
      <pc:sldChg chg="delSp add mod">
        <pc:chgData name="Zheng Fei" userId="d19317889db4c986" providerId="LiveId" clId="{42DB48B0-E975-A148-8760-2942C8221395}" dt="2023-02-22T08:34:13.906" v="99" actId="478"/>
        <pc:sldMkLst>
          <pc:docMk/>
          <pc:sldMk cId="1864742038" sldId="1793"/>
        </pc:sldMkLst>
        <pc:picChg chg="del">
          <ac:chgData name="Zheng Fei" userId="d19317889db4c986" providerId="LiveId" clId="{42DB48B0-E975-A148-8760-2942C8221395}" dt="2023-02-22T08:34:11.615" v="97" actId="478"/>
          <ac:picMkLst>
            <pc:docMk/>
            <pc:sldMk cId="1864742038" sldId="1793"/>
            <ac:picMk id="7" creationId="{3CBF1312-0EE1-FAB7-E74D-1F3E34D13ABD}"/>
          </ac:picMkLst>
        </pc:picChg>
        <pc:picChg chg="del">
          <ac:chgData name="Zheng Fei" userId="d19317889db4c986" providerId="LiveId" clId="{42DB48B0-E975-A148-8760-2942C8221395}" dt="2023-02-22T08:34:12.462" v="98" actId="478"/>
          <ac:picMkLst>
            <pc:docMk/>
            <pc:sldMk cId="1864742038" sldId="1793"/>
            <ac:picMk id="10" creationId="{687175F1-695B-9AA9-FF89-B2AF31F9EC39}"/>
          </ac:picMkLst>
        </pc:picChg>
        <pc:picChg chg="del">
          <ac:chgData name="Zheng Fei" userId="d19317889db4c986" providerId="LiveId" clId="{42DB48B0-E975-A148-8760-2942C8221395}" dt="2023-02-22T08:34:13.906" v="99" actId="478"/>
          <ac:picMkLst>
            <pc:docMk/>
            <pc:sldMk cId="1864742038" sldId="1793"/>
            <ac:picMk id="1028" creationId="{E0B22180-D5F3-97D7-32D1-0E07142802D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KaiTi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>
                <a:latin typeface="KaiTi" panose="02010609060101010101" pitchFamily="49" charset="-122"/>
              </a:rPr>
              <a:t>2023/2/23</a:t>
            </a:fld>
            <a:endParaRPr lang="zh-CN" altLang="en-US" dirty="0">
              <a:latin typeface="KaiTi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KaiTi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>
                <a:latin typeface="KaiTi" panose="02010609060101010101" pitchFamily="49" charset="-122"/>
              </a:rPr>
              <a:t>‹#›</a:t>
            </a:fld>
            <a:endParaRPr lang="zh-CN" altLang="en-US" dirty="0">
              <a:latin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700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744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0914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059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87690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506314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70176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0056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7607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9474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sz="2800"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sz="2400"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sz="2000"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sz="2000"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64944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195061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02819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  <a:lvl2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2pPr>
            <a:lvl3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3pPr>
            <a:lvl4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4pPr>
            <a:lvl5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32153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5446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2023/2/23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KaiTi" panose="02010609060101010101" pitchFamily="49" charset="-122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ngimg.com/download/5486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hyperlink" Target="https://pxhere.com/zh/photo/637595" TargetMode="External"/><Relationship Id="rId4" Type="http://schemas.openxmlformats.org/officeDocument/2006/relationships/image" Target="../media/image2.jpg!s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svg"/><Relationship Id="rId7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746978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371265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§3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2329339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2303400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§1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3038159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3" y="30038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§2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4439469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1" y="440514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§4</a:t>
            </a:r>
            <a:endParaRPr lang="zh-CN" altLang="en-US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257" y="5115242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170" y="5081035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§5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655" y="5804538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0568" y="5770331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§6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049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B324D3B-B9E0-32A9-171E-18D50A7933B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5609BF72-9FD1-AE9D-105D-E9E2F8BB291E}"/>
              </a:ext>
            </a:extLst>
          </p:cNvPr>
          <p:cNvSpPr/>
          <p:nvPr/>
        </p:nvSpPr>
        <p:spPr bwMode="auto">
          <a:xfrm>
            <a:off x="3553174" y="218330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7" name="图片 6" descr="图标&#10;&#10;描述已自动生成">
            <a:extLst>
              <a:ext uri="{FF2B5EF4-FFF2-40B4-BE49-F238E27FC236}">
                <a16:creationId xmlns:a16="http://schemas.microsoft.com/office/drawing/2014/main" id="{3CBF1312-0EE1-FAB7-E74D-1F3E34D13A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4103" y="2383780"/>
            <a:ext cx="1747128" cy="1691761"/>
          </a:xfrm>
          <a:prstGeom prst="rect">
            <a:avLst/>
          </a:prstGeom>
        </p:spPr>
      </p:pic>
      <p:pic>
        <p:nvPicPr>
          <p:cNvPr id="10" name="图片 9" descr="硬币上有字&#10;&#10;描述已自动生成">
            <a:extLst>
              <a:ext uri="{FF2B5EF4-FFF2-40B4-BE49-F238E27FC236}">
                <a16:creationId xmlns:a16="http://schemas.microsoft.com/office/drawing/2014/main" id="{687175F1-695B-9AA9-FF89-B2AF31F9EC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766669" y="1768217"/>
            <a:ext cx="3289680" cy="292288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8000099-05E9-772C-88B4-25F6AAA45FB9}"/>
              </a:ext>
            </a:extLst>
          </p:cNvPr>
          <p:cNvSpPr/>
          <p:nvPr/>
        </p:nvSpPr>
        <p:spPr>
          <a:xfrm>
            <a:off x="558928" y="4691103"/>
            <a:ext cx="1767016" cy="1647913"/>
          </a:xfrm>
          <a:prstGeom prst="rect">
            <a:avLst/>
          </a:prstGeom>
          <a:noFill/>
          <a:ln w="19050"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719301-9001-B459-E833-99385BB5CF9B}"/>
              </a:ext>
            </a:extLst>
          </p:cNvPr>
          <p:cNvSpPr txBox="1"/>
          <p:nvPr/>
        </p:nvSpPr>
        <p:spPr>
          <a:xfrm>
            <a:off x="750238" y="4943638"/>
            <a:ext cx="144783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lai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kumimoji="1" lang="zh-CN" altLang="en-US" sz="10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000" b="1" dirty="0">
              <a:solidFill>
                <a:srgbClr val="0118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5028C0-E466-DC9D-D95A-1FE7D580BEF0}"/>
              </a:ext>
            </a:extLst>
          </p:cNvPr>
          <p:cNvSpPr/>
          <p:nvPr/>
        </p:nvSpPr>
        <p:spPr>
          <a:xfrm>
            <a:off x="3573977" y="4691103"/>
            <a:ext cx="1767016" cy="1647913"/>
          </a:xfrm>
          <a:prstGeom prst="rect">
            <a:avLst/>
          </a:prstGeom>
          <a:noFill/>
          <a:ln w="19050"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A69CE75-C36A-9321-AAF4-003F7AD20F65}"/>
              </a:ext>
            </a:extLst>
          </p:cNvPr>
          <p:cNvSpPr txBox="1"/>
          <p:nvPr/>
        </p:nvSpPr>
        <p:spPr>
          <a:xfrm>
            <a:off x="3975351" y="5010534"/>
            <a:ext cx="102303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正面</a:t>
            </a: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反面 </a:t>
            </a: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275900-56CA-A95A-0192-DB8013E7E00A}"/>
              </a:ext>
            </a:extLst>
          </p:cNvPr>
          <p:cNvSpPr/>
          <p:nvPr/>
        </p:nvSpPr>
        <p:spPr>
          <a:xfrm>
            <a:off x="6546500" y="4691103"/>
            <a:ext cx="1767016" cy="1647913"/>
          </a:xfrm>
          <a:prstGeom prst="rect">
            <a:avLst/>
          </a:prstGeom>
          <a:noFill/>
          <a:ln w="19050">
            <a:solidFill>
              <a:srgbClr val="0118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63A802-957D-1FA7-0B4F-D417344E7FD5}"/>
              </a:ext>
            </a:extLst>
          </p:cNvPr>
          <p:cNvSpPr txBox="1"/>
          <p:nvPr/>
        </p:nvSpPr>
        <p:spPr>
          <a:xfrm>
            <a:off x="6706092" y="4849993"/>
            <a:ext cx="14478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lai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r>
              <a:rPr kumimoji="1" lang="zh-CN" altLang="en-US" sz="10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1000" b="1" dirty="0">
              <a:solidFill>
                <a:srgbClr val="0118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arabicPlain" startAt="4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 15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0B22180-D5F3-97D7-32D1-0E0714280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532" y="2118148"/>
            <a:ext cx="3024145" cy="226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5252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 animBg="1"/>
      <p:bldP spid="18" grpId="0"/>
      <p:bldP spid="19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E8E961BD-5A37-2223-A0D8-6A18E115662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109111F2-3858-607E-F4B4-A023A0D2D24E}"/>
              </a:ext>
            </a:extLst>
          </p:cNvPr>
          <p:cNvSpPr/>
          <p:nvPr/>
        </p:nvSpPr>
        <p:spPr bwMode="auto">
          <a:xfrm>
            <a:off x="3553173" y="218330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36EF99-A11D-0E14-0877-F1C96E9C1BBD}"/>
              </a:ext>
            </a:extLst>
          </p:cNvPr>
          <p:cNvSpPr txBox="1"/>
          <p:nvPr/>
        </p:nvSpPr>
        <p:spPr>
          <a:xfrm>
            <a:off x="895865" y="2248068"/>
            <a:ext cx="7352270" cy="239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古典概型是指满足以下两性质的概率模型：</a:t>
            </a:r>
            <a:endParaRPr lang="en-US" altLang="zh-CN" sz="2600" b="1" dirty="0">
              <a:solidFill>
                <a:srgbClr val="0118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600" b="1" dirty="0">
              <a:solidFill>
                <a:srgbClr val="0118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600" b="1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有限性</a:t>
            </a:r>
            <a:r>
              <a:rPr lang="zh-CN" altLang="en-US" sz="2600" b="1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：试验只有有限个可能结果；</a:t>
            </a:r>
            <a:endParaRPr lang="en-US" altLang="zh-CN" sz="2600" b="1" dirty="0">
              <a:solidFill>
                <a:srgbClr val="0118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600" b="1" dirty="0">
                <a:solidFill>
                  <a:srgbClr val="C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等可能性</a:t>
            </a:r>
            <a:r>
              <a:rPr lang="zh-CN" altLang="en-US" sz="2600" b="1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：每一个可能结果发生的可能性相同。</a:t>
            </a:r>
            <a:endParaRPr lang="en-US" altLang="zh-CN" sz="2600" b="1" dirty="0">
              <a:solidFill>
                <a:srgbClr val="0118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895143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E8E961BD-5A37-2223-A0D8-6A18E115662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109111F2-3858-607E-F4B4-A023A0D2D24E}"/>
              </a:ext>
            </a:extLst>
          </p:cNvPr>
          <p:cNvSpPr/>
          <p:nvPr/>
        </p:nvSpPr>
        <p:spPr bwMode="auto">
          <a:xfrm>
            <a:off x="1236841" y="218330"/>
            <a:ext cx="66704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古典概型中基本事件的概率计算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37462A2-EE21-7D71-AAA2-A4358FAEB277}"/>
                  </a:ext>
                </a:extLst>
              </p:cNvPr>
              <p:cNvSpPr txBox="1"/>
              <p:nvPr/>
            </p:nvSpPr>
            <p:spPr>
              <a:xfrm>
                <a:off x="549875" y="1245507"/>
                <a:ext cx="8044250" cy="5421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设试验的样本空间为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kumimoji="1" lang="en-US" altLang="zh-CN" sz="2600" b="1" i="1" smtClean="0">
                                <a:solidFill>
                                  <a:srgbClr val="011893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。由于在试验中每个基本事件发生的可能性相同，即有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sz="2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sz="2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kumimoji="1" lang="en-US" altLang="zh-CN" sz="2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=…=</m:t>
                      </m:r>
                      <m:r>
                        <a:rPr kumimoji="1" lang="en-US" altLang="zh-CN" sz="26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sz="2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kumimoji="1" lang="en-US" altLang="zh-CN" sz="2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由由于基本事件是两两互不相容的，于是</a:t>
                </a: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𝑺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kumimoji="1" lang="en-US" altLang="zh-CN" sz="26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∪…∪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kumimoji="1" lang="en-US" altLang="zh-CN" sz="2600" b="1" i="1" smtClean="0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  =</m:t>
                      </m:r>
                      <m:r>
                        <a:rPr kumimoji="1" lang="en-US" altLang="zh-CN" sz="2600" b="1" i="1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600" b="1" i="1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600" b="1" i="1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zh-CN" sz="2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b>
                                  <m:r>
                                    <a:rPr kumimoji="1" lang="en-US" altLang="zh-CN" sz="26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kumimoji="1" lang="zh-CN" altLang="en-US" sz="2600" b="1" i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37462A2-EE21-7D71-AAA2-A4358FAEB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75" y="1245507"/>
                <a:ext cx="8044250" cy="5421099"/>
              </a:xfrm>
              <a:prstGeom prst="rect">
                <a:avLst/>
              </a:prstGeom>
              <a:blipFill>
                <a:blip r:embed="rId2"/>
                <a:stretch>
                  <a:fillRect l="-1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99662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E8E961BD-5A37-2223-A0D8-6A18E115662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109111F2-3858-607E-F4B4-A023A0D2D24E}"/>
                  </a:ext>
                </a:extLst>
              </p:cNvPr>
              <p:cNvSpPr/>
              <p:nvPr/>
            </p:nvSpPr>
            <p:spPr bwMode="auto">
              <a:xfrm>
                <a:off x="1547015" y="218330"/>
                <a:ext cx="605005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古典概型中事件</a:t>
                </a:r>
                <a14:m>
                  <m:oMath xmlns:m="http://schemas.openxmlformats.org/officeDocument/2006/math">
                    <m:r>
                      <a:rPr lang="en-US" altLang="zh-CN" sz="3600" b="1" i="1" kern="1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的概率计算</a:t>
                </a:r>
                <a:endParaRPr lang="en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109111F2-3858-607E-F4B4-A023A0D2D2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015" y="218330"/>
                <a:ext cx="6050054" cy="646331"/>
              </a:xfrm>
              <a:prstGeom prst="rect">
                <a:avLst/>
              </a:prstGeom>
              <a:blipFill>
                <a:blip r:embed="rId3"/>
                <a:stretch>
                  <a:fillRect l="-2510" t="-19231" r="-2510" b="-28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37462A2-EE21-7D71-AAA2-A4358FAEB277}"/>
                  </a:ext>
                </a:extLst>
              </p:cNvPr>
              <p:cNvSpPr txBox="1"/>
              <p:nvPr/>
            </p:nvSpPr>
            <p:spPr>
              <a:xfrm>
                <a:off x="549875" y="1436901"/>
                <a:ext cx="8044250" cy="3805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若事件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包含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𝒌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个基本事件，即</a:t>
                </a: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1" lang="en-US" altLang="zh-CN" sz="2600" b="1" i="1" smtClean="0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  <m:sub>
                                  <m:r>
                                    <a:rPr kumimoji="1" lang="en-US" altLang="zh-CN" sz="2600" b="1" i="1" smtClean="0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  <m:sub>
                                  <m:r>
                                    <a:rPr kumimoji="1" lang="en-US" altLang="zh-CN" sz="2600" b="1" i="1" smtClean="0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∪…∪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600" b="1" i="1">
                                  <a:solidFill>
                                    <a:srgbClr val="011893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600" b="1" i="1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  <m:sub>
                                  <m:r>
                                    <a:rPr kumimoji="1" lang="en-US" altLang="zh-CN" sz="2600" b="1" i="1" smtClean="0">
                                      <a:solidFill>
                                        <a:srgbClr val="011893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其中，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𝒊</m:t>
                    </m:r>
                    <m:r>
                      <a:rPr kumimoji="1" lang="en-US" altLang="zh-CN" sz="2600" b="1" i="1" baseline="-250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𝒊</m:t>
                    </m:r>
                    <m:r>
                      <a:rPr kumimoji="1" lang="en-US" altLang="zh-CN" sz="2600" b="1" i="1" baseline="-250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,…,</m:t>
                    </m:r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𝒊𝒌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r>
                      <a:rPr kumimoji="1" lang="en-US" altLang="zh-CN" sz="2600" b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600" b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600" b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en-US" altLang="zh-CN" sz="2600" b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中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𝒌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个不同的数</a:t>
                </a:r>
                <a:endParaRPr kumimoji="1" lang="en-US" altLang="zh-CN" sz="2600" b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𝒋</m:t>
                          </m:r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𝒌</m:t>
                          </m:r>
                        </m:sup>
                        <m:e>
                          <m:r>
                            <a:rPr kumimoji="1" lang="en-US" altLang="zh-CN" sz="2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US" altLang="zh-CN" sz="26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kumimoji="1" lang="en-US" altLang="zh-CN" sz="26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6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6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kumimoji="1" lang="en-US" altLang="zh-CN" sz="26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6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600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𝒋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  <m:r>
                        <a:rPr kumimoji="1" lang="en-US" altLang="zh-CN" sz="2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</m:num>
                        <m:den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kumimoji="1" lang="en-US" altLang="zh-CN" sz="26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m:rPr>
                              <m:nor/>
                            </m:rPr>
                            <a:rPr kumimoji="1" lang="zh-CN" altLang="en-US" sz="2600" b="1" i="0">
                              <a:solidFill>
                                <a:srgbClr val="C00000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中</m:t>
                          </m:r>
                          <m:r>
                            <m:rPr>
                              <m:nor/>
                            </m:rPr>
                            <a:rPr kumimoji="1" lang="zh-CN" altLang="en-US" sz="2600" b="1" i="0" smtClean="0">
                              <a:solidFill>
                                <a:srgbClr val="C00000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包含</m:t>
                          </m:r>
                          <m:r>
                            <m:rPr>
                              <m:nor/>
                            </m:rPr>
                            <a:rPr kumimoji="1" lang="zh-CN" altLang="en-US" sz="2600" b="1" i="0">
                              <a:solidFill>
                                <a:srgbClr val="C00000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的</m:t>
                          </m:r>
                          <m:r>
                            <m:rPr>
                              <m:nor/>
                            </m:rPr>
                            <a:rPr kumimoji="1" lang="zh-CN" altLang="en-US" sz="2600" b="1" i="0" smtClean="0">
                              <a:solidFill>
                                <a:srgbClr val="C00000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基本事件</m:t>
                          </m:r>
                          <m:r>
                            <m:rPr>
                              <m:nor/>
                            </m:rPr>
                            <a:rPr kumimoji="1" lang="zh-CN" altLang="en-US" sz="2600" b="1" i="0">
                              <a:solidFill>
                                <a:srgbClr val="C00000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数</m:t>
                          </m:r>
                        </m:num>
                        <m:den>
                          <m:r>
                            <a:rPr kumimoji="1" lang="en-US" altLang="zh-CN" sz="26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m:rPr>
                              <m:nor/>
                            </m:rPr>
                            <a:rPr kumimoji="1" lang="zh-CN" altLang="en-US" sz="2600" b="1">
                              <a:solidFill>
                                <a:srgbClr val="C00000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中包含的基本事件数</m:t>
                          </m:r>
                        </m:den>
                      </m:f>
                    </m:oMath>
                  </m:oMathPara>
                </a14:m>
                <a:endParaRPr kumimoji="1" lang="zh-CN" altLang="en-US" sz="2600" b="1" i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37462A2-EE21-7D71-AAA2-A4358FAEB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75" y="1436901"/>
                <a:ext cx="8044250" cy="3805337"/>
              </a:xfrm>
              <a:prstGeom prst="rect">
                <a:avLst/>
              </a:prstGeom>
              <a:blipFill>
                <a:blip r:embed="rId4"/>
                <a:stretch>
                  <a:fillRect l="-1420" b="-4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08451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ABE46A41-89D2-EB4A-B6EF-72A3E2FEC1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79"/>
          <a:stretch/>
        </p:blipFill>
        <p:spPr>
          <a:xfrm>
            <a:off x="2115510" y="1694112"/>
            <a:ext cx="6031041" cy="2633336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3A5BC21-B6E5-A6AB-860A-3C287908548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学论网--www.xuelun.me">
                <a:extLst>
                  <a:ext uri="{FF2B5EF4-FFF2-40B4-BE49-F238E27FC236}">
                    <a16:creationId xmlns:a16="http://schemas.microsoft.com/office/drawing/2014/main" id="{E702CF41-DB43-DE0F-1DC0-AD936D3ADA1A}"/>
                  </a:ext>
                </a:extLst>
              </p:cNvPr>
              <p:cNvSpPr/>
              <p:nvPr/>
            </p:nvSpPr>
            <p:spPr bwMode="auto">
              <a:xfrm>
                <a:off x="1533396" y="218330"/>
                <a:ext cx="60773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古典概型中事件</a:t>
                </a:r>
                <a14:m>
                  <m:oMath xmlns:m="http://schemas.openxmlformats.org/officeDocument/2006/math">
                    <m:r>
                      <a:rPr lang="en-US" altLang="zh-CN" sz="3600" b="1" i="1" kern="1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的概率计算</a:t>
                </a:r>
                <a:endParaRPr lang="en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学论网--www.xuelun.me">
                <a:extLst>
                  <a:ext uri="{FF2B5EF4-FFF2-40B4-BE49-F238E27FC236}">
                    <a16:creationId xmlns:a16="http://schemas.microsoft.com/office/drawing/2014/main" id="{E702CF41-DB43-DE0F-1DC0-AD936D3ADA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3396" y="218330"/>
                <a:ext cx="6077305" cy="646331"/>
              </a:xfrm>
              <a:prstGeom prst="rect">
                <a:avLst/>
              </a:prstGeom>
              <a:blipFill>
                <a:blip r:embed="rId3"/>
                <a:stretch>
                  <a:fillRect l="-2292" t="-19231" r="-2292" b="-28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D3FA38-7671-2E25-C0EF-E61BDC73763B}"/>
                  </a:ext>
                </a:extLst>
              </p:cNvPr>
              <p:cNvSpPr txBox="1"/>
              <p:nvPr/>
            </p:nvSpPr>
            <p:spPr>
              <a:xfrm>
                <a:off x="945928" y="4787867"/>
                <a:ext cx="6964695" cy="1287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>
                              <a:solidFill>
                                <a:srgbClr val="011893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中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smtClean="0">
                              <a:solidFill>
                                <a:srgbClr val="011893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包含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>
                              <a:solidFill>
                                <a:srgbClr val="011893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的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 smtClean="0">
                              <a:solidFill>
                                <a:srgbClr val="011893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基本事件</m:t>
                          </m:r>
                          <m:r>
                            <m:rPr>
                              <m:nor/>
                            </m:rPr>
                            <a:rPr kumimoji="1" lang="zh-CN" altLang="en-US" sz="2400" b="1" i="0">
                              <a:solidFill>
                                <a:srgbClr val="011893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数</m:t>
                          </m:r>
                        </m:num>
                        <m:den>
                          <m:r>
                            <a:rPr kumimoji="1" lang="en-US" altLang="zh-CN" sz="24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m:rPr>
                              <m:nor/>
                            </m:rPr>
                            <a:rPr kumimoji="1" lang="zh-CN" altLang="en-US" sz="2400" b="1">
                              <a:solidFill>
                                <a:srgbClr val="011893"/>
                              </a:solidFill>
                              <a:latin typeface="KaiTi" panose="02010609060101010101" pitchFamily="49" charset="-122"/>
                              <a:ea typeface="KaiTi" panose="02010609060101010101" pitchFamily="49" charset="-122"/>
                            </a:rPr>
                            <m:t>中包含的基本事件数</m:t>
                          </m:r>
                        </m:den>
                      </m:f>
                    </m:oMath>
                  </m:oMathPara>
                </a14:m>
                <a:endParaRPr kumimoji="1" lang="zh-CN" altLang="en-US" sz="2400" b="1" i="1" dirty="0">
                  <a:solidFill>
                    <a:srgbClr val="0118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DD3FA38-7671-2E25-C0EF-E61BDC737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928" y="4787867"/>
                <a:ext cx="6964695" cy="12878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0834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电子邮件&#10;&#10;描述已自动生成">
            <a:extLst>
              <a:ext uri="{FF2B5EF4-FFF2-40B4-BE49-F238E27FC236}">
                <a16:creationId xmlns:a16="http://schemas.microsoft.com/office/drawing/2014/main" id="{D21DC08E-79E8-4D7F-9AEC-4B34F2C24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68" y="3429000"/>
            <a:ext cx="7472417" cy="2971822"/>
          </a:xfrm>
          <a:prstGeom prst="rect">
            <a:avLst/>
          </a:prstGeom>
        </p:spPr>
      </p:pic>
      <p:pic>
        <p:nvPicPr>
          <p:cNvPr id="5" name="图片 4" descr="文本&#10;&#10;中度可信度描述已自动生成">
            <a:extLst>
              <a:ext uri="{FF2B5EF4-FFF2-40B4-BE49-F238E27FC236}">
                <a16:creationId xmlns:a16="http://schemas.microsoft.com/office/drawing/2014/main" id="{22A1D3BA-CCBD-4909-8C1B-5E3E5B1D6D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68" y="154037"/>
            <a:ext cx="8067734" cy="29861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B410914-34CF-4009-A61C-75CF6506789F}"/>
              </a:ext>
            </a:extLst>
          </p:cNvPr>
          <p:cNvSpPr/>
          <p:nvPr/>
        </p:nvSpPr>
        <p:spPr>
          <a:xfrm>
            <a:off x="7563971" y="63305"/>
            <a:ext cx="1425284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104202-8399-4B5E-B1F4-04A0C38F7BA1}"/>
              </a:ext>
            </a:extLst>
          </p:cNvPr>
          <p:cNvSpPr/>
          <p:nvPr/>
        </p:nvSpPr>
        <p:spPr>
          <a:xfrm>
            <a:off x="7533043" y="3230878"/>
            <a:ext cx="1425284" cy="640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CEBF2B-2CE6-4B5D-A296-35A30C1C0A8B}"/>
              </a:ext>
            </a:extLst>
          </p:cNvPr>
          <p:cNvSpPr txBox="1"/>
          <p:nvPr/>
        </p:nvSpPr>
        <p:spPr>
          <a:xfrm>
            <a:off x="6205818" y="8001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KaiTi" panose="02010609060101010101" pitchFamily="49" charset="-122"/>
              </a:rPr>
              <a:t>组合数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4A2C8A-E5A1-49C8-981B-4021755D7A38}"/>
              </a:ext>
            </a:extLst>
          </p:cNvPr>
          <p:cNvSpPr txBox="1"/>
          <p:nvPr/>
        </p:nvSpPr>
        <p:spPr>
          <a:xfrm>
            <a:off x="6205818" y="37893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ea typeface="KaiTi" panose="02010609060101010101" pitchFamily="49" charset="-122"/>
              </a:rPr>
              <a:t>排列数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E89D95-758C-D388-5CC2-225F56093482}"/>
                  </a:ext>
                </a:extLst>
              </p:cNvPr>
              <p:cNvSpPr txBox="1"/>
              <p:nvPr/>
            </p:nvSpPr>
            <p:spPr>
              <a:xfrm>
                <a:off x="4386628" y="4444252"/>
                <a:ext cx="4937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8E89D95-758C-D388-5CC2-225F56093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628" y="4444252"/>
                <a:ext cx="493790" cy="369332"/>
              </a:xfrm>
              <a:prstGeom prst="rect">
                <a:avLst/>
              </a:prstGeom>
              <a:blipFill>
                <a:blip r:embed="rId5"/>
                <a:stretch>
                  <a:fillRect l="-14815" r="-1235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8738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574147B-3652-D54B-8192-3A112C0A1C4D}"/>
              </a:ext>
            </a:extLst>
          </p:cNvPr>
          <p:cNvSpPr txBox="1"/>
          <p:nvPr/>
        </p:nvSpPr>
        <p:spPr>
          <a:xfrm>
            <a:off x="135925" y="997612"/>
            <a:ext cx="9008075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1~2000</a:t>
            </a:r>
            <a:r>
              <a:rPr kumimoji="1" lang="zh-CN" altLang="en-US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的整数中随机的取一个数，问取到的整数既不能被</a:t>
            </a:r>
            <a:r>
              <a:rPr kumimoji="1" lang="en-US" altLang="zh-CN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整除，又不能被</a:t>
            </a:r>
            <a:r>
              <a:rPr kumimoji="1" lang="en-US" altLang="zh-CN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24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整除的概率是多少。</a:t>
            </a:r>
            <a:endParaRPr kumimoji="1" lang="en-US" altLang="zh-CN" sz="24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4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CE229C08-E14D-1138-B229-81379410AB1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97B83FFC-58F2-DB75-84F1-D4F83366FB29}"/>
              </a:ext>
            </a:extLst>
          </p:cNvPr>
          <p:cNvSpPr/>
          <p:nvPr/>
        </p:nvSpPr>
        <p:spPr bwMode="auto">
          <a:xfrm>
            <a:off x="3261432" y="218330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#1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A8959C-2A36-45A2-135A-F26068EFEFFD}"/>
                  </a:ext>
                </a:extLst>
              </p:cNvPr>
              <p:cNvSpPr txBox="1"/>
              <p:nvPr/>
            </p:nvSpPr>
            <p:spPr>
              <a:xfrm>
                <a:off x="135925" y="2418450"/>
                <a:ext cx="9427335" cy="21745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kumimoji="1" lang="zh-CN" altLang="en-US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设事件</a:t>
                </a:r>
                <a14:m>
                  <m:oMath xmlns:m="http://schemas.openxmlformats.org/officeDocument/2006/math">
                    <m:r>
                      <a:rPr kumimoji="1" lang="en-US" altLang="zh-CN" sz="23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1" lang="zh-CN" altLang="en-US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为“取到的数能被</a:t>
                </a:r>
                <a:r>
                  <a:rPr kumimoji="1" lang="en-US" altLang="zh-CN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kumimoji="1" lang="zh-CN" altLang="en-US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整除”，</a:t>
                </a:r>
                <a14:m>
                  <m:oMath xmlns:m="http://schemas.openxmlformats.org/officeDocument/2006/math">
                    <m:r>
                      <a:rPr kumimoji="1" lang="en-US" altLang="zh-CN" sz="23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kumimoji="1" lang="zh-CN" altLang="en-US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为事件“取到的数能被</a:t>
                </a:r>
                <a:r>
                  <a:rPr kumimoji="1" lang="en-US" altLang="zh-CN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8</a:t>
                </a:r>
                <a:r>
                  <a:rPr kumimoji="1" lang="zh-CN" altLang="en-US" sz="23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整除”，则所求概率为</a:t>
                </a:r>
                <a:endParaRPr kumimoji="1" lang="en-US" altLang="zh-CN" sz="23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zh-CN" altLang="en-US" sz="23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 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zh-CN" altLang="en-US" sz="23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⋃</m:t>
                          </m:r>
                          <m:r>
                            <a:rPr kumimoji="1" lang="en-US" altLang="zh-CN" sz="23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1" lang="zh-CN" altLang="en-US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1" lang="zh-CN" altLang="en-US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⋃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1" lang="zh-CN" altLang="en-US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− 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 + 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 − 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kumimoji="1" lang="en-US" altLang="zh-CN" sz="23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))</m:t>
                      </m:r>
                    </m:oMath>
                  </m:oMathPara>
                </a14:m>
                <a:endParaRPr kumimoji="1" lang="en-US" altLang="zh-CN" sz="23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endParaRPr lang="zh-CN" altLang="en-US" sz="23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3A8959C-2A36-45A2-135A-F26068EFE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25" y="2418450"/>
                <a:ext cx="9427335" cy="2174506"/>
              </a:xfrm>
              <a:prstGeom prst="rect">
                <a:avLst/>
              </a:prstGeom>
              <a:blipFill>
                <a:blip r:embed="rId3"/>
                <a:stretch>
                  <a:fillRect l="-941" r="-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56C9102-269F-F320-060B-65F4D5C636C7}"/>
                  </a:ext>
                </a:extLst>
              </p:cNvPr>
              <p:cNvSpPr txBox="1"/>
              <p:nvPr/>
            </p:nvSpPr>
            <p:spPr>
              <a:xfrm>
                <a:off x="141668" y="4173995"/>
                <a:ext cx="8860664" cy="2465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由于</a:t>
                </a: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333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＜</a:t>
                </a: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2000/6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＜</a:t>
                </a: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334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   </a:t>
                </a:r>
                <a14:m>
                  <m:oMath xmlns:m="http://schemas.openxmlformats.org/officeDocument/2006/math"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kumimoji="1" lang="en-US" altLang="zh-CN" sz="2300" b="1" dirty="0">
                        <a:solidFill>
                          <a:srgbClr val="011893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333/2000</m:t>
                    </m:r>
                  </m:oMath>
                </a14:m>
                <a:endParaRPr kumimoji="1" lang="en-US" altLang="zh-CN" sz="23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由于</a:t>
                </a: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2000/8=250,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kumimoji="1" lang="en-US" altLang="zh-CN" sz="2300" b="1" dirty="0">
                        <a:solidFill>
                          <a:srgbClr val="011893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250/2000</m:t>
                    </m:r>
                  </m:oMath>
                </a14:m>
                <a:endParaRPr kumimoji="1" lang="en-US" altLang="zh-CN" sz="23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83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＜</a:t>
                </a: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2000/24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＜</a:t>
                </a:r>
                <a:r>
                  <a:rPr kumimoji="1" lang="en-US" altLang="zh-CN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84</a:t>
                </a: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，             </a:t>
                </a:r>
                <a14:m>
                  <m:oMath xmlns:m="http://schemas.openxmlformats.org/officeDocument/2006/math"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𝑨𝑩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nor/>
                      </m:rPr>
                      <a:rPr kumimoji="1" lang="en-US" altLang="zh-CN" sz="2300" b="1" dirty="0">
                        <a:solidFill>
                          <a:srgbClr val="011893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83/2000</m:t>
                    </m:r>
                  </m:oMath>
                </a14:m>
                <a:endParaRPr kumimoji="1" lang="en-US" altLang="zh-CN" sz="23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kumimoji="1" lang="zh-CN" altLang="en-US" sz="23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于是以上所求概率为：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300" b="1" dirty="0">
                        <a:solidFill>
                          <a:srgbClr val="011893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kumimoji="1" lang="en-US" altLang="zh-CN" sz="2300" b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TsangerJinKai05-6763 W03" panose="02020400000000000000" pitchFamily="18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kumimoji="1" lang="zh-CN" altLang="en-US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TsangerJinKai05-6763 W03" panose="02020400000000000000" pitchFamily="18" charset="-122"/>
                        <a:cs typeface="Times New Roman" panose="02020603050405020304" pitchFamily="18" charset="0"/>
                      </a:rPr>
                      <m:t>（</m:t>
                    </m:r>
                    <m:f>
                      <m:fPr>
                        <m:ctrlPr>
                          <a:rPr kumimoji="1" lang="en-US" altLang="zh-CN" sz="23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3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333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23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2000</m:t>
                        </m:r>
                      </m:den>
                    </m:f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kumimoji="1" lang="en-US" altLang="zh-CN" sz="23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3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250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23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2000</m:t>
                        </m:r>
                      </m:den>
                    </m:f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kumimoji="1" lang="en-US" altLang="zh-CN" sz="23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3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83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23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2000</m:t>
                        </m:r>
                      </m:den>
                    </m:f>
                    <m:r>
                      <a:rPr kumimoji="1" lang="zh-CN" altLang="en-US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）</m:t>
                    </m:r>
                    <m:r>
                      <a:rPr kumimoji="1" lang="en-US" altLang="zh-CN" sz="23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kumimoji="1" lang="en-US" altLang="zh-CN" sz="2300" b="1" dirty="0">
                        <a:solidFill>
                          <a:srgbClr val="011893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3/4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56C9102-269F-F320-060B-65F4D5C63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8" y="4173995"/>
                <a:ext cx="8860664" cy="2465675"/>
              </a:xfrm>
              <a:prstGeom prst="rect">
                <a:avLst/>
              </a:prstGeom>
              <a:blipFill>
                <a:blip r:embed="rId4"/>
                <a:stretch>
                  <a:fillRect l="-1003" b="-2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0838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5A57C54-0010-499A-AFCB-324B8DE9D925}"/>
              </a:ext>
            </a:extLst>
          </p:cNvPr>
          <p:cNvSpPr/>
          <p:nvPr/>
        </p:nvSpPr>
        <p:spPr>
          <a:xfrm>
            <a:off x="5909982" y="1990166"/>
            <a:ext cx="3164569" cy="7328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48FD56-AA8D-413E-A2D3-E59712FE3BE7}"/>
              </a:ext>
            </a:extLst>
          </p:cNvPr>
          <p:cNvSpPr/>
          <p:nvPr/>
        </p:nvSpPr>
        <p:spPr>
          <a:xfrm>
            <a:off x="5531223" y="2723030"/>
            <a:ext cx="3164569" cy="9054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E2CC5A6-722D-0619-1787-50E4E38CD4A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BFD686F-6B5A-623D-BB3D-D0E788973D74}"/>
              </a:ext>
            </a:extLst>
          </p:cNvPr>
          <p:cNvSpPr txBox="1"/>
          <p:nvPr/>
        </p:nvSpPr>
        <p:spPr>
          <a:xfrm>
            <a:off x="595851" y="1084730"/>
            <a:ext cx="8214517" cy="1198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足球场内</a:t>
            </a:r>
            <a:r>
              <a:rPr lang="en-US" altLang="zh-CN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23</a:t>
            </a:r>
            <a:r>
              <a:rPr lang="zh-CN" altLang="en-US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个人</a:t>
            </a:r>
            <a:r>
              <a:rPr lang="en-US" altLang="zh-CN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(</a:t>
            </a:r>
            <a:r>
              <a:rPr lang="zh-CN" altLang="en-US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双方队员</a:t>
            </a:r>
            <a:r>
              <a:rPr lang="en-US" altLang="zh-CN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11</a:t>
            </a:r>
            <a:r>
              <a:rPr lang="zh-CN" altLang="en-US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人加 </a:t>
            </a:r>
            <a:r>
              <a:rPr lang="en-US" altLang="zh-CN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1</a:t>
            </a:r>
            <a:r>
              <a:rPr lang="zh-CN" altLang="en-US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名主裁</a:t>
            </a:r>
            <a:r>
              <a:rPr lang="en-US" altLang="zh-CN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)</a:t>
            </a:r>
            <a:r>
              <a:rPr lang="zh-CN" altLang="en-US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，至少有两人生日相同的概率为多大</a:t>
            </a:r>
            <a:r>
              <a:rPr lang="en-US" altLang="zh-CN" sz="2600" b="1" u="sng" kern="12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? </a:t>
            </a:r>
          </a:p>
        </p:txBody>
      </p:sp>
      <p:pic>
        <p:nvPicPr>
          <p:cNvPr id="10" name="图片 9" descr="文本, 信件&#10;&#10;描述已自动生成">
            <a:extLst>
              <a:ext uri="{FF2B5EF4-FFF2-40B4-BE49-F238E27FC236}">
                <a16:creationId xmlns:a16="http://schemas.microsoft.com/office/drawing/2014/main" id="{67D5B35D-A4DC-8820-5B73-2927F3D3B2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185" y="2654114"/>
            <a:ext cx="6867629" cy="3840605"/>
          </a:xfrm>
          <a:prstGeom prst="rect">
            <a:avLst/>
          </a:prstGeom>
        </p:spPr>
      </p:pic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71EED261-5CE6-92DE-309A-0A86D06F596B}"/>
              </a:ext>
            </a:extLst>
          </p:cNvPr>
          <p:cNvSpPr/>
          <p:nvPr/>
        </p:nvSpPr>
        <p:spPr bwMode="auto">
          <a:xfrm>
            <a:off x="3261432" y="218330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#2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1461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7ABB80-B00F-1240-BB40-D7F081DE206D}"/>
              </a:ext>
            </a:extLst>
          </p:cNvPr>
          <p:cNvSpPr txBox="1"/>
          <p:nvPr/>
        </p:nvSpPr>
        <p:spPr>
          <a:xfrm>
            <a:off x="602558" y="1181599"/>
            <a:ext cx="8059661" cy="2546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某接待站在某一周曾接待过</a:t>
            </a:r>
            <a:r>
              <a:rPr kumimoji="1" lang="en-US" altLang="zh-CN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次来访，已知所有</a:t>
            </a:r>
            <a:r>
              <a:rPr kumimoji="1" lang="en-US" altLang="zh-CN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次接待都是在周二和周四进行的，问可否可以推断接待时间是有规定的？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kumimoji="1" lang="en-US" altLang="zh-CN" sz="26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endParaRPr kumimoji="1" lang="en-US" altLang="zh-CN" sz="26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0C1619CE-7E2F-A7A7-1D99-A3BC9FBE37C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7E2389D-1487-1FD1-53DA-F9C9F73D824C}"/>
                  </a:ext>
                </a:extLst>
              </p:cNvPr>
              <p:cNvSpPr txBox="1"/>
              <p:nvPr/>
            </p:nvSpPr>
            <p:spPr>
              <a:xfrm>
                <a:off x="602558" y="3258872"/>
                <a:ext cx="8059661" cy="28550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假设接待站接待时间没有规定，而各来访者在一会走的人一天去接待站是等可能的，那么，</a:t>
                </a:r>
                <a:r>
                  <a:rPr kumimoji="1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12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次接待者都在周二、周四来的概率是</a:t>
                </a:r>
                <a:endPara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just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1" lang="en-US" altLang="zh-CN" sz="2600" b="1" i="0" u="none" strike="noStrike" kern="1200" cap="none" spc="0" normalizeH="0" baseline="30000" noProof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12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m:rPr>
                            <m:nor/>
                          </m:rPr>
                          <a:rPr kumimoji="1" lang="en-US" altLang="zh-CN" sz="2600" b="1" i="0" u="none" strike="noStrike" kern="1200" cap="none" spc="0" normalizeH="0" baseline="30000" noProof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12</m:t>
                        </m:r>
                        <m:r>
                          <m:rPr>
                            <m:nor/>
                          </m:rPr>
                          <a:rPr kumimoji="1" lang="zh-CN" altLang="en-US" sz="2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Times New Roman" panose="020206030504050203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=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0.0000003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7E2389D-1487-1FD1-53DA-F9C9F73D8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58" y="3258872"/>
                <a:ext cx="8059661" cy="2855012"/>
              </a:xfrm>
              <a:prstGeom prst="rect">
                <a:avLst/>
              </a:prstGeom>
              <a:blipFill>
                <a:blip r:embed="rId2"/>
                <a:stretch>
                  <a:fillRect l="-1415" t="-885" r="-1258" b="-5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21D0A049-C3B9-E0B5-6DA2-CEF777D76217}"/>
              </a:ext>
            </a:extLst>
          </p:cNvPr>
          <p:cNvSpPr/>
          <p:nvPr/>
        </p:nvSpPr>
        <p:spPr bwMode="auto">
          <a:xfrm>
            <a:off x="3261432" y="218330"/>
            <a:ext cx="2621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Practice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#3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7474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87ABB80-B00F-1240-BB40-D7F081DE206D}"/>
              </a:ext>
            </a:extLst>
          </p:cNvPr>
          <p:cNvSpPr txBox="1"/>
          <p:nvPr/>
        </p:nvSpPr>
        <p:spPr>
          <a:xfrm>
            <a:off x="676699" y="1655790"/>
            <a:ext cx="8059661" cy="354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endParaRPr kumimoji="1" lang="en-US" altLang="zh-CN" sz="26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人们在长期的实践中总结得到“</a:t>
            </a:r>
            <a:r>
              <a:rPr kumimoji="1"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概率很小的事件在一次试验中实际上几乎是不发生的</a:t>
            </a: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”（称之为实际推断原理），现在概率很小的事件在一次试验中竟然发生了，因此有理由怀疑假设的正确性，从而推断接待站不是每天都接待来访者</a:t>
            </a: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kumimoji="1" lang="zh-CN" altLang="en-US" sz="26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0C1619CE-7E2F-A7A7-1D99-A3BC9FBE37C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8A51E29F-7B70-BCB3-3A91-69A3D3C48CA5}"/>
              </a:ext>
            </a:extLst>
          </p:cNvPr>
          <p:cNvSpPr/>
          <p:nvPr/>
        </p:nvSpPr>
        <p:spPr bwMode="auto">
          <a:xfrm>
            <a:off x="2163372" y="218330"/>
            <a:ext cx="48173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古典概型概率计算举例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527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F0405D-7512-45B9-B120-6F2B3551D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0812"/>
            <a:ext cx="9144000" cy="2976376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477821" y="218330"/>
            <a:ext cx="81884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古典概型：抽球：放回取样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不放回取样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0974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A87E71F-A77D-C082-0DBF-E16942769229}"/>
              </a:ext>
            </a:extLst>
          </p:cNvPr>
          <p:cNvSpPr txBox="1"/>
          <p:nvPr/>
        </p:nvSpPr>
        <p:spPr>
          <a:xfrm>
            <a:off x="190765" y="1087366"/>
            <a:ext cx="8762469" cy="5046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一个袋子中有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只球，其中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只白球，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只红球。</a:t>
            </a: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从袋中取两次，每次随机取一只。考虑放回抽样。</a:t>
            </a: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第一次取一球，观察其颜色后放回，搅匀后再取一球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25000"/>
              </a:lnSpc>
            </a:pP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kumimoji="1" lang="en-US" altLang="zh-CN" sz="2600" b="1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取到的两只球，都是白球的概率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取到的两只球，都是红球的概率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    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取到的两只球中，至少有一只是白球的概率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1700112" y="218330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E628FBA9-05E0-B244-0BE7-0DA4604EA763}"/>
              </a:ext>
            </a:extLst>
          </p:cNvPr>
          <p:cNvGrpSpPr>
            <a:grpSpLocks noChangeAspect="1"/>
          </p:cNvGrpSpPr>
          <p:nvPr/>
        </p:nvGrpSpPr>
        <p:grpSpPr>
          <a:xfrm>
            <a:off x="976184" y="2916195"/>
            <a:ext cx="4850855" cy="982363"/>
            <a:chOff x="976184" y="2916194"/>
            <a:chExt cx="6467808" cy="1309817"/>
          </a:xfrm>
        </p:grpSpPr>
        <p:sp>
          <p:nvSpPr>
            <p:cNvPr id="39" name="圆角矩形 38">
              <a:extLst>
                <a:ext uri="{FF2B5EF4-FFF2-40B4-BE49-F238E27FC236}">
                  <a16:creationId xmlns:a16="http://schemas.microsoft.com/office/drawing/2014/main" id="{E27C4D82-7521-E431-183F-589CB9F95821}"/>
                </a:ext>
              </a:extLst>
            </p:cNvPr>
            <p:cNvSpPr/>
            <p:nvPr/>
          </p:nvSpPr>
          <p:spPr>
            <a:xfrm>
              <a:off x="976184" y="2916194"/>
              <a:ext cx="6467808" cy="1309817"/>
            </a:xfrm>
            <a:prstGeom prst="roundRect">
              <a:avLst/>
            </a:prstGeom>
            <a:solidFill>
              <a:srgbClr val="D8D8FF"/>
            </a:solidFill>
            <a:ln>
              <a:solidFill>
                <a:srgbClr val="D8D8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7" name="图形 36" descr="哈维球 100% 纯色填充">
              <a:extLst>
                <a:ext uri="{FF2B5EF4-FFF2-40B4-BE49-F238E27FC236}">
                  <a16:creationId xmlns:a16="http://schemas.microsoft.com/office/drawing/2014/main" id="{AF949184-F146-B8A1-86E4-66A416D0F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498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图形 37" descr="哈维球 100% 纯色填充">
              <a:extLst>
                <a:ext uri="{FF2B5EF4-FFF2-40B4-BE49-F238E27FC236}">
                  <a16:creationId xmlns:a16="http://schemas.microsoft.com/office/drawing/2014/main" id="{B0B9644B-89FF-E900-3D39-F44D92389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5484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0" name="图形 39" descr="哈维球 100% 纯色填充">
              <a:extLst>
                <a:ext uri="{FF2B5EF4-FFF2-40B4-BE49-F238E27FC236}">
                  <a16:creationId xmlns:a16="http://schemas.microsoft.com/office/drawing/2014/main" id="{B0CACC59-DFC9-9E89-39C9-CF044F86E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203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1" name="图形 40" descr="哈维球 100% 纯色填充">
              <a:extLst>
                <a:ext uri="{FF2B5EF4-FFF2-40B4-BE49-F238E27FC236}">
                  <a16:creationId xmlns:a16="http://schemas.microsoft.com/office/drawing/2014/main" id="{67D47251-CC2E-EBD8-5BE4-96FE39840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9441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2" name="图形 41" descr="哈维球 100% 纯色填充">
              <a:extLst>
                <a:ext uri="{FF2B5EF4-FFF2-40B4-BE49-F238E27FC236}">
                  <a16:creationId xmlns:a16="http://schemas.microsoft.com/office/drawing/2014/main" id="{F7F401C1-09AB-6D90-ED3A-218E423A6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398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3" name="图形 42" descr="哈维球 100% 纯色填充">
              <a:extLst>
                <a:ext uri="{FF2B5EF4-FFF2-40B4-BE49-F238E27FC236}">
                  <a16:creationId xmlns:a16="http://schemas.microsoft.com/office/drawing/2014/main" id="{9C083526-FA60-46F8-1906-8FA7BCFE8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8821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D1E39D0-ED7C-2C57-3217-135BA2C877CE}"/>
                  </a:ext>
                </a:extLst>
              </p:cNvPr>
              <p:cNvSpPr txBox="1"/>
              <p:nvPr/>
            </p:nvSpPr>
            <p:spPr>
              <a:xfrm>
                <a:off x="6354844" y="4626106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BD1E39D0-ED7C-2C57-3217-135BA2C87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44" y="4626106"/>
                <a:ext cx="1089148" cy="492443"/>
              </a:xfrm>
              <a:prstGeom prst="rect">
                <a:avLst/>
              </a:prstGeom>
              <a:blipFill>
                <a:blip r:embed="rId6"/>
                <a:stretch>
                  <a:fillRect l="-9195" t="-15000" b="-2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3E543D2-6DA1-1F17-3F5C-FDD069CAAD46}"/>
                  </a:ext>
                </a:extLst>
              </p:cNvPr>
              <p:cNvSpPr txBox="1"/>
              <p:nvPr/>
            </p:nvSpPr>
            <p:spPr>
              <a:xfrm>
                <a:off x="6354844" y="5118549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33E543D2-6DA1-1F17-3F5C-FDD069CAA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844" y="5118549"/>
                <a:ext cx="1089148" cy="492443"/>
              </a:xfrm>
              <a:prstGeom prst="rect">
                <a:avLst/>
              </a:prstGeom>
              <a:blipFill>
                <a:blip r:embed="rId7"/>
                <a:stretch>
                  <a:fillRect l="-9195" t="-17949" r="-1149" b="-25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6CCA4A1-9BBA-D18A-7BC2-C7984C50E341}"/>
                  </a:ext>
                </a:extLst>
              </p:cNvPr>
              <p:cNvSpPr txBox="1"/>
              <p:nvPr/>
            </p:nvSpPr>
            <p:spPr>
              <a:xfrm>
                <a:off x="7830507" y="5598427"/>
                <a:ext cx="108914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6CCA4A1-9BBA-D18A-7BC2-C7984C50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507" y="5598427"/>
                <a:ext cx="1089148" cy="492443"/>
              </a:xfrm>
              <a:prstGeom prst="rect">
                <a:avLst/>
              </a:prstGeom>
              <a:blipFill>
                <a:blip r:embed="rId8"/>
                <a:stretch>
                  <a:fillRect l="-9195" t="-150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6891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1700112" y="218330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7E71F-A77D-C082-0DBF-E16942769229}"/>
              </a:ext>
            </a:extLst>
          </p:cNvPr>
          <p:cNvSpPr txBox="1"/>
          <p:nvPr/>
        </p:nvSpPr>
        <p:spPr>
          <a:xfrm>
            <a:off x="190765" y="1087366"/>
            <a:ext cx="8762469" cy="541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1) 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取到的两只球，都是白球的概率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1A0AEA-614A-DD7A-9FCB-D7C52E20950C}"/>
                  </a:ext>
                </a:extLst>
              </p:cNvPr>
              <p:cNvSpPr txBox="1"/>
              <p:nvPr/>
            </p:nvSpPr>
            <p:spPr>
              <a:xfrm>
                <a:off x="190765" y="3116127"/>
                <a:ext cx="8762469" cy="335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第一次取球有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只球可以抽取，第二次也有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只可以抽取。因此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样本空间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中元素的总个数为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</a:p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第一次取到白球，有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只球可抽取，第二次也有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只可抽取</a:t>
                </a:r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因此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中包含元素的总个数为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4</a:t>
                </a:r>
              </a:p>
              <a:p>
                <a:pPr lvl="0" algn="ctr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</m:d>
                    <m:r>
                      <a:rPr kumimoji="1" lang="en-US" altLang="zh-CN" sz="2600" b="1" i="1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600" b="1" i="1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6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1" lang="en-US" altLang="zh-CN" sz="26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26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kumimoji="1" lang="en-US" altLang="zh-CN" sz="26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1" i="1" dirty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600" b="1" i="1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600" b="1" i="0" dirty="0" smtClean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2600" b="1" dirty="0">
                            <a:solidFill>
                              <a:srgbClr val="011893"/>
                            </a:solidFill>
                            <a:latin typeface="Times New Roman" panose="020206030504050203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1A0AEA-614A-DD7A-9FCB-D7C52E209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65" y="3116127"/>
                <a:ext cx="8762469" cy="3355149"/>
              </a:xfrm>
              <a:prstGeom prst="rect">
                <a:avLst/>
              </a:prstGeom>
              <a:blipFill>
                <a:blip r:embed="rId2"/>
                <a:stretch>
                  <a:fillRect l="-1156" t="-1132" b="-1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58AEB663-E419-C720-0E5B-C087E5E1EB6B}"/>
              </a:ext>
            </a:extLst>
          </p:cNvPr>
          <p:cNvGrpSpPr>
            <a:grpSpLocks noChangeAspect="1"/>
          </p:cNvGrpSpPr>
          <p:nvPr/>
        </p:nvGrpSpPr>
        <p:grpSpPr>
          <a:xfrm>
            <a:off x="1195125" y="2027553"/>
            <a:ext cx="4850855" cy="982363"/>
            <a:chOff x="976184" y="2916194"/>
            <a:chExt cx="6467808" cy="1309817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A421C659-DC23-4D2B-2C38-3340887E0426}"/>
                </a:ext>
              </a:extLst>
            </p:cNvPr>
            <p:cNvSpPr/>
            <p:nvPr/>
          </p:nvSpPr>
          <p:spPr>
            <a:xfrm>
              <a:off x="976184" y="2916194"/>
              <a:ext cx="6467808" cy="1309817"/>
            </a:xfrm>
            <a:prstGeom prst="roundRect">
              <a:avLst/>
            </a:prstGeom>
            <a:solidFill>
              <a:srgbClr val="D8D8FF"/>
            </a:solidFill>
            <a:ln>
              <a:solidFill>
                <a:srgbClr val="D8D8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6" name="图形 15" descr="哈维球 100% 纯色填充">
              <a:extLst>
                <a:ext uri="{FF2B5EF4-FFF2-40B4-BE49-F238E27FC236}">
                  <a16:creationId xmlns:a16="http://schemas.microsoft.com/office/drawing/2014/main" id="{8615E7BA-B515-198F-A7BD-2B8011CF2A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498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图形 16" descr="哈维球 100% 纯色填充">
              <a:extLst>
                <a:ext uri="{FF2B5EF4-FFF2-40B4-BE49-F238E27FC236}">
                  <a16:creationId xmlns:a16="http://schemas.microsoft.com/office/drawing/2014/main" id="{20C00C01-9FB9-5999-1DB8-328847179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484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8" name="图形 17" descr="哈维球 100% 纯色填充">
              <a:extLst>
                <a:ext uri="{FF2B5EF4-FFF2-40B4-BE49-F238E27FC236}">
                  <a16:creationId xmlns:a16="http://schemas.microsoft.com/office/drawing/2014/main" id="{B34EC21E-397F-DABC-B1AD-B172B3342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203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图形 18" descr="哈维球 100% 纯色填充">
              <a:extLst>
                <a:ext uri="{FF2B5EF4-FFF2-40B4-BE49-F238E27FC236}">
                  <a16:creationId xmlns:a16="http://schemas.microsoft.com/office/drawing/2014/main" id="{FB69959E-C114-1987-2002-BBD9ABF41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441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图形 19" descr="哈维球 100% 纯色填充">
              <a:extLst>
                <a:ext uri="{FF2B5EF4-FFF2-40B4-BE49-F238E27FC236}">
                  <a16:creationId xmlns:a16="http://schemas.microsoft.com/office/drawing/2014/main" id="{86EE2850-1CDE-1301-6DD1-077867236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89398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图形 20" descr="哈维球 100% 纯色填充">
              <a:extLst>
                <a:ext uri="{FF2B5EF4-FFF2-40B4-BE49-F238E27FC236}">
                  <a16:creationId xmlns:a16="http://schemas.microsoft.com/office/drawing/2014/main" id="{C73796A7-7327-41F2-7873-92944DBBF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78821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70168903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1700112" y="218330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7E71F-A77D-C082-0DBF-E16942769229}"/>
              </a:ext>
            </a:extLst>
          </p:cNvPr>
          <p:cNvSpPr txBox="1"/>
          <p:nvPr/>
        </p:nvSpPr>
        <p:spPr>
          <a:xfrm>
            <a:off x="190765" y="1087366"/>
            <a:ext cx="8762469" cy="541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取到的两只球，都是红球的概率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1A0AEA-614A-DD7A-9FCB-D7C52E20950C}"/>
                  </a:ext>
                </a:extLst>
              </p:cNvPr>
              <p:cNvSpPr txBox="1"/>
              <p:nvPr/>
            </p:nvSpPr>
            <p:spPr>
              <a:xfrm>
                <a:off x="190765" y="3116127"/>
                <a:ext cx="8762469" cy="3572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第一次取球有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只球可以抽取，第二次也有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只可以抽取。因此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样本空间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中元素的总个数为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6</a:t>
                </a:r>
              </a:p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第一次取到白球，有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只球可抽取，第二次也有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只可抽取</a:t>
                </a:r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因此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中包含元素的总个数为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kumimoji="1" lang="en-US" altLang="zh-CN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2</a:t>
                </a:r>
              </a:p>
              <a:p>
                <a:pPr lvl="0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sz="2600" b="1" i="0" dirty="0" smtClean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kumimoji="1" lang="en-US" altLang="zh-CN" sz="2600" b="1" i="0" dirty="0" smtClean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CN" sz="2600" b="1" dirty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6</m:t>
                          </m:r>
                          <m: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kumimoji="1" lang="en-US" altLang="zh-CN" sz="2600" b="1" dirty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  <m:r>
                        <a:rPr kumimoji="1" lang="en-US" altLang="zh-CN" sz="26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1" i="1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sz="2600" b="1" i="0" dirty="0" smtClean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CN" sz="2600" b="1" i="0" dirty="0" smtClean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1A0AEA-614A-DD7A-9FCB-D7C52E209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65" y="3116127"/>
                <a:ext cx="8762469" cy="3572645"/>
              </a:xfrm>
              <a:prstGeom prst="rect">
                <a:avLst/>
              </a:prstGeom>
              <a:blipFill>
                <a:blip r:embed="rId2"/>
                <a:stretch>
                  <a:fillRect l="-1156" t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9D895672-6494-1E89-A33A-AD4EE3D8C736}"/>
              </a:ext>
            </a:extLst>
          </p:cNvPr>
          <p:cNvGrpSpPr>
            <a:grpSpLocks noChangeAspect="1"/>
          </p:cNvGrpSpPr>
          <p:nvPr/>
        </p:nvGrpSpPr>
        <p:grpSpPr>
          <a:xfrm>
            <a:off x="1246641" y="2030188"/>
            <a:ext cx="4850855" cy="982363"/>
            <a:chOff x="976184" y="2916194"/>
            <a:chExt cx="6467808" cy="1309817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F912091F-DB90-8C7B-877E-B16FA42C4951}"/>
                </a:ext>
              </a:extLst>
            </p:cNvPr>
            <p:cNvSpPr/>
            <p:nvPr/>
          </p:nvSpPr>
          <p:spPr>
            <a:xfrm>
              <a:off x="976184" y="2916194"/>
              <a:ext cx="6467808" cy="1309817"/>
            </a:xfrm>
            <a:prstGeom prst="roundRect">
              <a:avLst/>
            </a:prstGeom>
            <a:solidFill>
              <a:srgbClr val="D8D8FF"/>
            </a:solidFill>
            <a:ln>
              <a:solidFill>
                <a:srgbClr val="D8D8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6" name="图形 15" descr="哈维球 100% 纯色填充">
              <a:extLst>
                <a:ext uri="{FF2B5EF4-FFF2-40B4-BE49-F238E27FC236}">
                  <a16:creationId xmlns:a16="http://schemas.microsoft.com/office/drawing/2014/main" id="{E1E8A3CB-B431-AF5F-FA16-85ACD37F7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498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图形 16" descr="哈维球 100% 纯色填充">
              <a:extLst>
                <a:ext uri="{FF2B5EF4-FFF2-40B4-BE49-F238E27FC236}">
                  <a16:creationId xmlns:a16="http://schemas.microsoft.com/office/drawing/2014/main" id="{A1B8E9D9-3C6E-E6BD-52B6-998973B31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484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8" name="图形 17" descr="哈维球 100% 纯色填充">
              <a:extLst>
                <a:ext uri="{FF2B5EF4-FFF2-40B4-BE49-F238E27FC236}">
                  <a16:creationId xmlns:a16="http://schemas.microsoft.com/office/drawing/2014/main" id="{49C61025-DC55-FCE1-FB66-BC3FA3006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203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图形 18" descr="哈维球 100% 纯色填充">
              <a:extLst>
                <a:ext uri="{FF2B5EF4-FFF2-40B4-BE49-F238E27FC236}">
                  <a16:creationId xmlns:a16="http://schemas.microsoft.com/office/drawing/2014/main" id="{3831B8FA-A8A9-1E06-80D4-E52A9E7F7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441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图形 19" descr="哈维球 100% 纯色填充">
              <a:extLst>
                <a:ext uri="{FF2B5EF4-FFF2-40B4-BE49-F238E27FC236}">
                  <a16:creationId xmlns:a16="http://schemas.microsoft.com/office/drawing/2014/main" id="{43111CEE-C4F8-B012-9A58-837BD2FB9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89398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图形 20" descr="哈维球 100% 纯色填充">
              <a:extLst>
                <a:ext uri="{FF2B5EF4-FFF2-40B4-BE49-F238E27FC236}">
                  <a16:creationId xmlns:a16="http://schemas.microsoft.com/office/drawing/2014/main" id="{565AF253-58E2-D15D-B17E-9EA11EC49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78821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8337404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EDBA4492-FEF3-399B-61CC-AA5E20D5C00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A6F4515A-6BDA-F51F-39A1-6442F050E79B}"/>
              </a:ext>
            </a:extLst>
          </p:cNvPr>
          <p:cNvSpPr/>
          <p:nvPr/>
        </p:nvSpPr>
        <p:spPr bwMode="auto">
          <a:xfrm>
            <a:off x="1700112" y="218330"/>
            <a:ext cx="57438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7E71F-A77D-C082-0DBF-E16942769229}"/>
              </a:ext>
            </a:extLst>
          </p:cNvPr>
          <p:cNvSpPr txBox="1"/>
          <p:nvPr/>
        </p:nvSpPr>
        <p:spPr>
          <a:xfrm>
            <a:off x="190765" y="1087366"/>
            <a:ext cx="8762469" cy="541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求：</a:t>
            </a:r>
            <a:r>
              <a:rPr kumimoji="1" lang="en-US" altLang="zh-CN" sz="2600" b="1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600" b="1" u="sng" dirty="0">
                <a:solidFill>
                  <a:srgbClr val="011893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取到的两只球中，至少有一只是白球的概率</a:t>
            </a:r>
            <a:endParaRPr kumimoji="1" lang="en-US" altLang="zh-CN" sz="2600" b="1" u="sng" dirty="0">
              <a:solidFill>
                <a:srgbClr val="011893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1A0AEA-614A-DD7A-9FCB-D7C52E20950C}"/>
                  </a:ext>
                </a:extLst>
              </p:cNvPr>
              <p:cNvSpPr txBox="1"/>
              <p:nvPr/>
            </p:nvSpPr>
            <p:spPr>
              <a:xfrm>
                <a:off x="190765" y="3547443"/>
                <a:ext cx="8762469" cy="2079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解：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𝑪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kumimoji="1" lang="en-US" altLang="zh-CN" sz="2600" b="1" i="1" dirty="0">
                  <a:solidFill>
                    <a:srgbClr val="011893"/>
                  </a:solidFill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lvl="0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kumimoji="1" lang="en-US" altLang="zh-CN" sz="2600" b="1" i="0" dirty="0" smtClean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8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kumimoji="1" lang="en-US" altLang="zh-CN" sz="2600" b="1" i="0" dirty="0" smtClean="0">
                              <a:solidFill>
                                <a:srgbClr val="011893"/>
                              </a:solidFill>
                              <a:latin typeface="Times New Roman" panose="020206030504050203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51A0AEA-614A-DD7A-9FCB-D7C52E209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65" y="3547443"/>
                <a:ext cx="8762469" cy="2079608"/>
              </a:xfrm>
              <a:prstGeom prst="rect">
                <a:avLst/>
              </a:prstGeom>
              <a:blipFill>
                <a:blip r:embed="rId2"/>
                <a:stretch>
                  <a:fillRect l="-1156" t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>
            <a:extLst>
              <a:ext uri="{FF2B5EF4-FFF2-40B4-BE49-F238E27FC236}">
                <a16:creationId xmlns:a16="http://schemas.microsoft.com/office/drawing/2014/main" id="{96B0EFB8-38F4-93B5-E56C-C113344A586B}"/>
              </a:ext>
            </a:extLst>
          </p:cNvPr>
          <p:cNvGrpSpPr>
            <a:grpSpLocks noChangeAspect="1"/>
          </p:cNvGrpSpPr>
          <p:nvPr/>
        </p:nvGrpSpPr>
        <p:grpSpPr>
          <a:xfrm>
            <a:off x="1220883" y="2097002"/>
            <a:ext cx="4850855" cy="982363"/>
            <a:chOff x="976184" y="2916194"/>
            <a:chExt cx="6467808" cy="1309817"/>
          </a:xfrm>
        </p:grpSpPr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3F53473E-3CC6-B995-C357-F444D6911153}"/>
                </a:ext>
              </a:extLst>
            </p:cNvPr>
            <p:cNvSpPr/>
            <p:nvPr/>
          </p:nvSpPr>
          <p:spPr>
            <a:xfrm>
              <a:off x="976184" y="2916194"/>
              <a:ext cx="6467808" cy="1309817"/>
            </a:xfrm>
            <a:prstGeom prst="roundRect">
              <a:avLst/>
            </a:prstGeom>
            <a:solidFill>
              <a:srgbClr val="D8D8FF"/>
            </a:solidFill>
            <a:ln>
              <a:solidFill>
                <a:srgbClr val="D8D8FF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6" name="图形 15" descr="哈维球 100% 纯色填充">
              <a:extLst>
                <a:ext uri="{FF2B5EF4-FFF2-40B4-BE49-F238E27FC236}">
                  <a16:creationId xmlns:a16="http://schemas.microsoft.com/office/drawing/2014/main" id="{445621C0-A929-DDF1-74A7-C4F0AE959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498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7" name="图形 16" descr="哈维球 100% 纯色填充">
              <a:extLst>
                <a:ext uri="{FF2B5EF4-FFF2-40B4-BE49-F238E27FC236}">
                  <a16:creationId xmlns:a16="http://schemas.microsoft.com/office/drawing/2014/main" id="{1242A0F2-334C-0BE8-DFA1-4A220B14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5484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8" name="图形 17" descr="哈维球 100% 纯色填充">
              <a:extLst>
                <a:ext uri="{FF2B5EF4-FFF2-40B4-BE49-F238E27FC236}">
                  <a16:creationId xmlns:a16="http://schemas.microsoft.com/office/drawing/2014/main" id="{42F777AC-E194-7C94-C558-2290F94E3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20328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图形 18" descr="哈维球 100% 纯色填充">
              <a:extLst>
                <a:ext uri="{FF2B5EF4-FFF2-40B4-BE49-F238E27FC236}">
                  <a16:creationId xmlns:a16="http://schemas.microsoft.com/office/drawing/2014/main" id="{DCAAFD7E-40A5-B45D-9419-8B0493EE5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4414" y="3108624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图形 19" descr="哈维球 100% 纯色填充">
              <a:extLst>
                <a:ext uri="{FF2B5EF4-FFF2-40B4-BE49-F238E27FC236}">
                  <a16:creationId xmlns:a16="http://schemas.microsoft.com/office/drawing/2014/main" id="{E2797C70-3293-5FF8-9207-B79E44806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89398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1" name="图形 20" descr="哈维球 100% 纯色填充">
              <a:extLst>
                <a:ext uri="{FF2B5EF4-FFF2-40B4-BE49-F238E27FC236}">
                  <a16:creationId xmlns:a16="http://schemas.microsoft.com/office/drawing/2014/main" id="{3EA67234-52AC-1B20-200C-71857B6A8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78821" y="3105086"/>
              <a:ext cx="914400" cy="9144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18954441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D0F6D8-82AD-4C3C-8487-867EAA377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984"/>
            <a:ext cx="9144000" cy="5058032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3CB945AD-596C-9128-6856-61205273E44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68ED1A40-94E8-756D-E359-67E1F8E79A1E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37975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4ABA26-42A1-4ED6-A022-EE8D052BDD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2"/>
          <a:stretch/>
        </p:blipFill>
        <p:spPr>
          <a:xfrm>
            <a:off x="0" y="1903614"/>
            <a:ext cx="8971006" cy="3050771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3DF7350-EDF5-4211-29AE-06785EEC3862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0A33E426-C9F1-1218-0F12-72CA719E1D57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0085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7F1E26-5446-4951-BF6E-F983C9A36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2546"/>
            <a:ext cx="9144000" cy="4032907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3ABB8FC3-CB92-1495-24F0-B1426F34334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53C26579-7571-B92D-2903-F3B9B8D912F4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52494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481C5D9-D899-47E0-B67B-70D0707C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779"/>
            <a:ext cx="9144000" cy="5300025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2BA9BC58-FB7D-C279-DBF5-E7A2FC1F304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202E20F6-98A6-C5C2-B0F4-6259C0A5DFE2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89020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D5F24E-3606-48F9-8464-8321A2D793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930"/>
          <a:stretch/>
        </p:blipFill>
        <p:spPr>
          <a:xfrm>
            <a:off x="0" y="1285351"/>
            <a:ext cx="9144000" cy="369006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5A57C54-0010-499A-AFCB-324B8DE9D925}"/>
              </a:ext>
            </a:extLst>
          </p:cNvPr>
          <p:cNvSpPr/>
          <p:nvPr/>
        </p:nvSpPr>
        <p:spPr>
          <a:xfrm>
            <a:off x="5909982" y="1990166"/>
            <a:ext cx="3164569" cy="7328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48FD56-AA8D-413E-A2D3-E59712FE3BE7}"/>
              </a:ext>
            </a:extLst>
          </p:cNvPr>
          <p:cNvSpPr/>
          <p:nvPr/>
        </p:nvSpPr>
        <p:spPr>
          <a:xfrm>
            <a:off x="5531223" y="2723030"/>
            <a:ext cx="3164569" cy="9054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FAA976-C0C6-4EA2-BAD0-C48D02CB862D}"/>
              </a:ext>
            </a:extLst>
          </p:cNvPr>
          <p:cNvSpPr/>
          <p:nvPr/>
        </p:nvSpPr>
        <p:spPr>
          <a:xfrm>
            <a:off x="5909981" y="3628466"/>
            <a:ext cx="3164569" cy="7328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E2CC5A6-722D-0619-1787-50E4E38CD4A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7F4B52A6-0E14-E13C-7CC2-4614AE37D99C}"/>
              </a:ext>
            </a:extLst>
          </p:cNvPr>
          <p:cNvSpPr/>
          <p:nvPr/>
        </p:nvSpPr>
        <p:spPr bwMode="auto">
          <a:xfrm>
            <a:off x="1417974" y="218330"/>
            <a:ext cx="63081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古典概型：抽球：不放回抽样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9725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26119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88399E9-B039-1521-3566-EED9C8A90839}"/>
              </a:ext>
            </a:extLst>
          </p:cNvPr>
          <p:cNvSpPr/>
          <p:nvPr/>
        </p:nvSpPr>
        <p:spPr bwMode="auto">
          <a:xfrm>
            <a:off x="4016399" y="143154"/>
            <a:ext cx="1239442" cy="646331"/>
          </a:xfrm>
          <a:prstGeom prst="rect">
            <a:avLst/>
          </a:prstGeom>
          <a:solidFill>
            <a:srgbClr val="FFFB66"/>
          </a:solidFill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作 业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734135B-E922-900F-3F17-9B68334E682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3563B0F5-5090-2DCF-6AD2-EDAF01C58245}"/>
              </a:ext>
            </a:extLst>
          </p:cNvPr>
          <p:cNvSpPr txBox="1"/>
          <p:nvPr/>
        </p:nvSpPr>
        <p:spPr>
          <a:xfrm flipH="1">
            <a:off x="883931" y="2282932"/>
            <a:ext cx="7994936" cy="52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习题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6,7,8,9,11,12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252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1607</TotalTime>
  <Words>981</Words>
  <Application>Microsoft Office PowerPoint</Application>
  <PresentationFormat>全屏显示(4:3)</PresentationFormat>
  <Paragraphs>109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楷体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Zheng Fei</cp:lastModifiedBy>
  <cp:revision>194</cp:revision>
  <dcterms:created xsi:type="dcterms:W3CDTF">2017-03-23T12:42:00Z</dcterms:created>
  <dcterms:modified xsi:type="dcterms:W3CDTF">2023-02-23T05:41:33Z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