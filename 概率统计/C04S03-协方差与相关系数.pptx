
<file path=[Content_Types].xml><?xml version="1.0" encoding="utf-8"?>
<Types xmlns="http://schemas.openxmlformats.org/package/2006/content-types">
  <Default Extension="bin" ContentType="application/vnd.openxmlformats-officedocument.oleObject"/>
  <Default Extension="png" ContentType="image/png"/>
  <Default Extension="emf" ContentType="image/x-emf"/>
  <Default Extension="jpeg" ContentType="image/jpeg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revisionInfo.xml" ContentType="application/vnd.ms-powerpoint.revisioninfo+xml"/>
  <Override PartName="/ppt/changesInfos/changesInfo1.xml" ContentType="application/vnd.ms-powerpoint.changesinfo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61"/>
  </p:notesMasterIdLst>
  <p:sldIdLst>
    <p:sldId id="355" r:id="rId2"/>
    <p:sldId id="357" r:id="rId3"/>
    <p:sldId id="359" r:id="rId4"/>
    <p:sldId id="289" r:id="rId5"/>
    <p:sldId id="410" r:id="rId6"/>
    <p:sldId id="272" r:id="rId7"/>
    <p:sldId id="378" r:id="rId8"/>
    <p:sldId id="379" r:id="rId9"/>
    <p:sldId id="380" r:id="rId10"/>
    <p:sldId id="381" r:id="rId11"/>
    <p:sldId id="399" r:id="rId12"/>
    <p:sldId id="400" r:id="rId13"/>
    <p:sldId id="404" r:id="rId14"/>
    <p:sldId id="423" r:id="rId15"/>
    <p:sldId id="405" r:id="rId16"/>
    <p:sldId id="273" r:id="rId17"/>
    <p:sldId id="375" r:id="rId18"/>
    <p:sldId id="368" r:id="rId19"/>
    <p:sldId id="425" r:id="rId20"/>
    <p:sldId id="373" r:id="rId21"/>
    <p:sldId id="424" r:id="rId22"/>
    <p:sldId id="401" r:id="rId23"/>
    <p:sldId id="426" r:id="rId24"/>
    <p:sldId id="429" r:id="rId25"/>
    <p:sldId id="386" r:id="rId26"/>
    <p:sldId id="411" r:id="rId27"/>
    <p:sldId id="387" r:id="rId28"/>
    <p:sldId id="412" r:id="rId29"/>
    <p:sldId id="388" r:id="rId30"/>
    <p:sldId id="372" r:id="rId31"/>
    <p:sldId id="377" r:id="rId32"/>
    <p:sldId id="274" r:id="rId33"/>
    <p:sldId id="407" r:id="rId34"/>
    <p:sldId id="275" r:id="rId35"/>
    <p:sldId id="430" r:id="rId36"/>
    <p:sldId id="415" r:id="rId37"/>
    <p:sldId id="393" r:id="rId38"/>
    <p:sldId id="406" r:id="rId39"/>
    <p:sldId id="276" r:id="rId40"/>
    <p:sldId id="277" r:id="rId41"/>
    <p:sldId id="408" r:id="rId42"/>
    <p:sldId id="413" r:id="rId43"/>
    <p:sldId id="293" r:id="rId44"/>
    <p:sldId id="409" r:id="rId45"/>
    <p:sldId id="278" r:id="rId46"/>
    <p:sldId id="414" r:id="rId47"/>
    <p:sldId id="279" r:id="rId48"/>
    <p:sldId id="320" r:id="rId49"/>
    <p:sldId id="343" r:id="rId50"/>
    <p:sldId id="417" r:id="rId51"/>
    <p:sldId id="418" r:id="rId52"/>
    <p:sldId id="419" r:id="rId53"/>
    <p:sldId id="300" r:id="rId54"/>
    <p:sldId id="427" r:id="rId55"/>
    <p:sldId id="420" r:id="rId56"/>
    <p:sldId id="302" r:id="rId57"/>
    <p:sldId id="421" r:id="rId58"/>
    <p:sldId id="422" r:id="rId59"/>
    <p:sldId id="428" r:id="rId6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qingyang li" initials="ql" lastIdx="1" clrIdx="0">
    <p:extLst>
      <p:ext uri="{19B8F6BF-5375-455C-9EA6-DF929625EA0E}">
        <p15:presenceInfo xmlns:p15="http://schemas.microsoft.com/office/powerpoint/2012/main" userId="b2bf802f256f8085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5C81219-3E80-8A4F-BD76-FAC3FF9A67B0}" v="1459" dt="2023-04-17T14:17:45.058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4042" autoAdjust="0"/>
    <p:restoredTop sz="95807"/>
  </p:normalViewPr>
  <p:slideViewPr>
    <p:cSldViewPr snapToGrid="0">
      <p:cViewPr varScale="1">
        <p:scale>
          <a:sx n="83" d="100"/>
          <a:sy n="83" d="100"/>
        </p:scale>
        <p:origin x="1066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" d="1"/>
        <a:sy n="1" d="1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presProps" Target="presProps.xml"/><Relationship Id="rId68" Type="http://schemas.microsoft.com/office/2015/10/relationships/revisionInfo" Target="revisionInfo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tableStyles" Target="tableStyles.xml"/><Relationship Id="rId5" Type="http://schemas.openxmlformats.org/officeDocument/2006/relationships/slide" Target="slides/slide4.xml"/><Relationship Id="rId61" Type="http://schemas.openxmlformats.org/officeDocument/2006/relationships/notesMaster" Target="notesMasters/notesMaster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viewProps" Target="view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microsoft.com/office/2016/11/relationships/changesInfo" Target="changesInfos/changesInfo1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commentAuthors" Target="commentAuthor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Fei Zheng" userId="d19317889db4c986" providerId="LiveId" clId="{55C81219-3E80-8A4F-BD76-FAC3FF9A67B0}"/>
    <pc:docChg chg="undo custSel addSld delSld modSld sldOrd">
      <pc:chgData name="Fei Zheng" userId="d19317889db4c986" providerId="LiveId" clId="{55C81219-3E80-8A4F-BD76-FAC3FF9A67B0}" dt="2023-04-17T14:17:45.058" v="2435"/>
      <pc:docMkLst>
        <pc:docMk/>
      </pc:docMkLst>
      <pc:sldChg chg="del">
        <pc:chgData name="Fei Zheng" userId="d19317889db4c986" providerId="LiveId" clId="{55C81219-3E80-8A4F-BD76-FAC3FF9A67B0}" dt="2023-04-08T12:59:58.164" v="1" actId="2696"/>
        <pc:sldMkLst>
          <pc:docMk/>
          <pc:sldMk cId="4145988057" sldId="258"/>
        </pc:sldMkLst>
      </pc:sldChg>
      <pc:sldChg chg="del">
        <pc:chgData name="Fei Zheng" userId="d19317889db4c986" providerId="LiveId" clId="{55C81219-3E80-8A4F-BD76-FAC3FF9A67B0}" dt="2023-04-08T12:59:59.888" v="4" actId="2696"/>
        <pc:sldMkLst>
          <pc:docMk/>
          <pc:sldMk cId="2650816285" sldId="259"/>
        </pc:sldMkLst>
      </pc:sldChg>
      <pc:sldChg chg="del">
        <pc:chgData name="Fei Zheng" userId="d19317889db4c986" providerId="LiveId" clId="{55C81219-3E80-8A4F-BD76-FAC3FF9A67B0}" dt="2023-04-08T13:00:09.640" v="17" actId="2696"/>
        <pc:sldMkLst>
          <pc:docMk/>
          <pc:sldMk cId="2802735681" sldId="260"/>
        </pc:sldMkLst>
      </pc:sldChg>
      <pc:sldChg chg="del">
        <pc:chgData name="Fei Zheng" userId="d19317889db4c986" providerId="LiveId" clId="{55C81219-3E80-8A4F-BD76-FAC3FF9A67B0}" dt="2023-04-08T13:00:01.215" v="6" actId="2696"/>
        <pc:sldMkLst>
          <pc:docMk/>
          <pc:sldMk cId="707216198" sldId="261"/>
        </pc:sldMkLst>
      </pc:sldChg>
      <pc:sldChg chg="del">
        <pc:chgData name="Fei Zheng" userId="d19317889db4c986" providerId="LiveId" clId="{55C81219-3E80-8A4F-BD76-FAC3FF9A67B0}" dt="2023-04-08T13:00:01.754" v="7" actId="2696"/>
        <pc:sldMkLst>
          <pc:docMk/>
          <pc:sldMk cId="2823787726" sldId="262"/>
        </pc:sldMkLst>
      </pc:sldChg>
      <pc:sldChg chg="del">
        <pc:chgData name="Fei Zheng" userId="d19317889db4c986" providerId="LiveId" clId="{55C81219-3E80-8A4F-BD76-FAC3FF9A67B0}" dt="2023-04-08T13:00:02.584" v="8" actId="2696"/>
        <pc:sldMkLst>
          <pc:docMk/>
          <pc:sldMk cId="3398865251" sldId="263"/>
        </pc:sldMkLst>
      </pc:sldChg>
      <pc:sldChg chg="del">
        <pc:chgData name="Fei Zheng" userId="d19317889db4c986" providerId="LiveId" clId="{55C81219-3E80-8A4F-BD76-FAC3FF9A67B0}" dt="2023-04-08T13:00:03.958" v="10" actId="2696"/>
        <pc:sldMkLst>
          <pc:docMk/>
          <pc:sldMk cId="1366214973" sldId="264"/>
        </pc:sldMkLst>
      </pc:sldChg>
      <pc:sldChg chg="del">
        <pc:chgData name="Fei Zheng" userId="d19317889db4c986" providerId="LiveId" clId="{55C81219-3E80-8A4F-BD76-FAC3FF9A67B0}" dt="2023-04-08T13:00:05.383" v="13" actId="2696"/>
        <pc:sldMkLst>
          <pc:docMk/>
          <pc:sldMk cId="1264844309" sldId="266"/>
        </pc:sldMkLst>
      </pc:sldChg>
      <pc:sldChg chg="del">
        <pc:chgData name="Fei Zheng" userId="d19317889db4c986" providerId="LiveId" clId="{55C81219-3E80-8A4F-BD76-FAC3FF9A67B0}" dt="2023-04-08T13:00:07.781" v="14" actId="2696"/>
        <pc:sldMkLst>
          <pc:docMk/>
          <pc:sldMk cId="1114027741" sldId="267"/>
        </pc:sldMkLst>
      </pc:sldChg>
      <pc:sldChg chg="del">
        <pc:chgData name="Fei Zheng" userId="d19317889db4c986" providerId="LiveId" clId="{55C81219-3E80-8A4F-BD76-FAC3FF9A67B0}" dt="2023-04-08T13:00:09.031" v="16" actId="2696"/>
        <pc:sldMkLst>
          <pc:docMk/>
          <pc:sldMk cId="205551090" sldId="268"/>
        </pc:sldMkLst>
      </pc:sldChg>
      <pc:sldChg chg="del">
        <pc:chgData name="Fei Zheng" userId="d19317889db4c986" providerId="LiveId" clId="{55C81219-3E80-8A4F-BD76-FAC3FF9A67B0}" dt="2023-04-08T13:00:11.790" v="19" actId="2696"/>
        <pc:sldMkLst>
          <pc:docMk/>
          <pc:sldMk cId="1551269373" sldId="270"/>
        </pc:sldMkLst>
      </pc:sldChg>
      <pc:sldChg chg="addSp modSp mod modAnim">
        <pc:chgData name="Fei Zheng" userId="d19317889db4c986" providerId="LiveId" clId="{55C81219-3E80-8A4F-BD76-FAC3FF9A67B0}" dt="2023-04-09T08:04:58.243" v="91"/>
        <pc:sldMkLst>
          <pc:docMk/>
          <pc:sldMk cId="2050171829" sldId="272"/>
        </pc:sldMkLst>
        <pc:spChg chg="mod">
          <ac:chgData name="Fei Zheng" userId="d19317889db4c986" providerId="LiveId" clId="{55C81219-3E80-8A4F-BD76-FAC3FF9A67B0}" dt="2023-04-09T08:00:32.375" v="22" actId="207"/>
          <ac:spMkLst>
            <pc:docMk/>
            <pc:sldMk cId="2050171829" sldId="272"/>
            <ac:spMk id="2" creationId="{4F6BE74F-1888-E8A5-FCA2-5DD748327899}"/>
          </ac:spMkLst>
        </pc:spChg>
        <pc:spChg chg="mod">
          <ac:chgData name="Fei Zheng" userId="d19317889db4c986" providerId="LiveId" clId="{55C81219-3E80-8A4F-BD76-FAC3FF9A67B0}" dt="2023-04-09T08:04:50.045" v="87" actId="20577"/>
          <ac:spMkLst>
            <pc:docMk/>
            <pc:sldMk cId="2050171829" sldId="272"/>
            <ac:spMk id="3" creationId="{A0F1B26D-C89A-B84D-9C6A-9D8BD9859A00}"/>
          </ac:spMkLst>
        </pc:spChg>
        <pc:spChg chg="mod">
          <ac:chgData name="Fei Zheng" userId="d19317889db4c986" providerId="LiveId" clId="{55C81219-3E80-8A4F-BD76-FAC3FF9A67B0}" dt="2023-04-09T08:04:55.843" v="90" actId="1076"/>
          <ac:spMkLst>
            <pc:docMk/>
            <pc:sldMk cId="2050171829" sldId="272"/>
            <ac:spMk id="4" creationId="{4EFEB556-FB59-A89D-0621-813FDE96AF98}"/>
          </ac:spMkLst>
        </pc:spChg>
        <pc:cxnChg chg="add mod">
          <ac:chgData name="Fei Zheng" userId="d19317889db4c986" providerId="LiveId" clId="{55C81219-3E80-8A4F-BD76-FAC3FF9A67B0}" dt="2023-04-09T08:03:44.528" v="58" actId="1582"/>
          <ac:cxnSpMkLst>
            <pc:docMk/>
            <pc:sldMk cId="2050171829" sldId="272"/>
            <ac:cxnSpMk id="6" creationId="{4B5CD344-24F3-1E67-8DD8-8DF155A3AC81}"/>
          </ac:cxnSpMkLst>
        </pc:cxnChg>
      </pc:sldChg>
      <pc:sldChg chg="addSp delSp modSp add mod modAnim">
        <pc:chgData name="Fei Zheng" userId="d19317889db4c986" providerId="LiveId" clId="{55C81219-3E80-8A4F-BD76-FAC3FF9A67B0}" dt="2023-04-17T12:41:02.180" v="2170" actId="113"/>
        <pc:sldMkLst>
          <pc:docMk/>
          <pc:sldMk cId="844442386" sldId="273"/>
        </pc:sldMkLst>
        <pc:spChg chg="mod">
          <ac:chgData name="Fei Zheng" userId="d19317889db4c986" providerId="LiveId" clId="{55C81219-3E80-8A4F-BD76-FAC3FF9A67B0}" dt="2023-04-17T12:41:02.180" v="2170" actId="113"/>
          <ac:spMkLst>
            <pc:docMk/>
            <pc:sldMk cId="844442386" sldId="273"/>
            <ac:spMk id="3" creationId="{A72D8AD7-8336-85D3-E5BC-8CC0BB0C864C}"/>
          </ac:spMkLst>
        </pc:spChg>
        <pc:spChg chg="del">
          <ac:chgData name="Fei Zheng" userId="d19317889db4c986" providerId="LiveId" clId="{55C81219-3E80-8A4F-BD76-FAC3FF9A67B0}" dt="2023-04-13T05:48:25.546" v="1772" actId="478"/>
          <ac:spMkLst>
            <pc:docMk/>
            <pc:sldMk cId="844442386" sldId="273"/>
            <ac:spMk id="4" creationId="{850810D9-F61E-EE5C-4BD5-F99346C4C064}"/>
          </ac:spMkLst>
        </pc:spChg>
        <pc:spChg chg="del">
          <ac:chgData name="Fei Zheng" userId="d19317889db4c986" providerId="LiveId" clId="{55C81219-3E80-8A4F-BD76-FAC3FF9A67B0}" dt="2023-04-13T05:48:22.940" v="1771" actId="478"/>
          <ac:spMkLst>
            <pc:docMk/>
            <pc:sldMk cId="844442386" sldId="273"/>
            <ac:spMk id="5" creationId="{1A25107F-1485-D751-243A-044BBA3F260C}"/>
          </ac:spMkLst>
        </pc:spChg>
        <pc:spChg chg="add mod">
          <ac:chgData name="Fei Zheng" userId="d19317889db4c986" providerId="LiveId" clId="{55C81219-3E80-8A4F-BD76-FAC3FF9A67B0}" dt="2023-04-17T12:40:44.069" v="2166" actId="20577"/>
          <ac:spMkLst>
            <pc:docMk/>
            <pc:sldMk cId="844442386" sldId="273"/>
            <ac:spMk id="5" creationId="{CCB4698E-37FA-D937-7169-091E175DFE1A}"/>
          </ac:spMkLst>
        </pc:spChg>
        <pc:spChg chg="del">
          <ac:chgData name="Fei Zheng" userId="d19317889db4c986" providerId="LiveId" clId="{55C81219-3E80-8A4F-BD76-FAC3FF9A67B0}" dt="2023-04-13T05:47:48.245" v="1770" actId="478"/>
          <ac:spMkLst>
            <pc:docMk/>
            <pc:sldMk cId="844442386" sldId="273"/>
            <ac:spMk id="6" creationId="{CE5F44EB-48D3-1F85-5CA2-BF39F756E9D5}"/>
          </ac:spMkLst>
        </pc:spChg>
        <pc:spChg chg="del">
          <ac:chgData name="Fei Zheng" userId="d19317889db4c986" providerId="LiveId" clId="{55C81219-3E80-8A4F-BD76-FAC3FF9A67B0}" dt="2023-04-13T05:47:42.394" v="1768" actId="478"/>
          <ac:spMkLst>
            <pc:docMk/>
            <pc:sldMk cId="844442386" sldId="273"/>
            <ac:spMk id="7" creationId="{797F5C3F-4C53-09D0-CB78-45FC757B834F}"/>
          </ac:spMkLst>
        </pc:spChg>
        <pc:spChg chg="del">
          <ac:chgData name="Fei Zheng" userId="d19317889db4c986" providerId="LiveId" clId="{55C81219-3E80-8A4F-BD76-FAC3FF9A67B0}" dt="2023-04-13T05:48:30.959" v="1775" actId="478"/>
          <ac:spMkLst>
            <pc:docMk/>
            <pc:sldMk cId="844442386" sldId="273"/>
            <ac:spMk id="8" creationId="{52CA6C05-D73B-0B1E-F6C5-D87ACDA99806}"/>
          </ac:spMkLst>
        </pc:spChg>
        <pc:grpChg chg="del">
          <ac:chgData name="Fei Zheng" userId="d19317889db4c986" providerId="LiveId" clId="{55C81219-3E80-8A4F-BD76-FAC3FF9A67B0}" dt="2023-04-13T05:47:44.010" v="1769" actId="478"/>
          <ac:grpSpMkLst>
            <pc:docMk/>
            <pc:sldMk cId="844442386" sldId="273"/>
            <ac:grpSpMk id="9" creationId="{206834E5-CBA1-7C23-B3B5-AE840B46030B}"/>
          </ac:grpSpMkLst>
        </pc:grpChg>
      </pc:sldChg>
      <pc:sldChg chg="addSp modSp del mod">
        <pc:chgData name="Fei Zheng" userId="d19317889db4c986" providerId="LiveId" clId="{55C81219-3E80-8A4F-BD76-FAC3FF9A67B0}" dt="2023-04-09T08:35:06.226" v="471" actId="2696"/>
        <pc:sldMkLst>
          <pc:docMk/>
          <pc:sldMk cId="1546805878" sldId="273"/>
        </pc:sldMkLst>
        <pc:spChg chg="mod">
          <ac:chgData name="Fei Zheng" userId="d19317889db4c986" providerId="LiveId" clId="{55C81219-3E80-8A4F-BD76-FAC3FF9A67B0}" dt="2023-04-09T08:11:48.007" v="207"/>
          <ac:spMkLst>
            <pc:docMk/>
            <pc:sldMk cId="1546805878" sldId="273"/>
            <ac:spMk id="3" creationId="{A72D8AD7-8336-85D3-E5BC-8CC0BB0C864C}"/>
          </ac:spMkLst>
        </pc:spChg>
        <pc:spChg chg="mod">
          <ac:chgData name="Fei Zheng" userId="d19317889db4c986" providerId="LiveId" clId="{55C81219-3E80-8A4F-BD76-FAC3FF9A67B0}" dt="2023-04-09T08:11:06.988" v="205" actId="20577"/>
          <ac:spMkLst>
            <pc:docMk/>
            <pc:sldMk cId="1546805878" sldId="273"/>
            <ac:spMk id="5" creationId="{1A25107F-1485-D751-243A-044BBA3F260C}"/>
          </ac:spMkLst>
        </pc:spChg>
        <pc:spChg chg="mod">
          <ac:chgData name="Fei Zheng" userId="d19317889db4c986" providerId="LiveId" clId="{55C81219-3E80-8A4F-BD76-FAC3FF9A67B0}" dt="2023-04-09T08:13:35.269" v="208" actId="13926"/>
          <ac:spMkLst>
            <pc:docMk/>
            <pc:sldMk cId="1546805878" sldId="273"/>
            <ac:spMk id="11" creationId="{27FD344E-68F1-C4B4-E91B-61D93C07412C}"/>
          </ac:spMkLst>
        </pc:spChg>
        <pc:spChg chg="mod">
          <ac:chgData name="Fei Zheng" userId="d19317889db4c986" providerId="LiveId" clId="{55C81219-3E80-8A4F-BD76-FAC3FF9A67B0}" dt="2023-04-09T08:00:52.949" v="27" actId="207"/>
          <ac:spMkLst>
            <pc:docMk/>
            <pc:sldMk cId="1546805878" sldId="273"/>
            <ac:spMk id="13" creationId="{C2BCE07B-4EEF-A4FC-F6E5-3ACC118AACEC}"/>
          </ac:spMkLst>
        </pc:spChg>
        <pc:cxnChg chg="add mod">
          <ac:chgData name="Fei Zheng" userId="d19317889db4c986" providerId="LiveId" clId="{55C81219-3E80-8A4F-BD76-FAC3FF9A67B0}" dt="2023-04-09T08:10:35.872" v="197"/>
          <ac:cxnSpMkLst>
            <pc:docMk/>
            <pc:sldMk cId="1546805878" sldId="273"/>
            <ac:cxnSpMk id="2" creationId="{B3A99215-D6A8-BD15-5898-E266FEC3B801}"/>
          </ac:cxnSpMkLst>
        </pc:cxnChg>
      </pc:sldChg>
      <pc:sldChg chg="addSp modSp mod modAnim">
        <pc:chgData name="Fei Zheng" userId="d19317889db4c986" providerId="LiveId" clId="{55C81219-3E80-8A4F-BD76-FAC3FF9A67B0}" dt="2023-04-17T13:00:17.109" v="2242" actId="114"/>
        <pc:sldMkLst>
          <pc:docMk/>
          <pc:sldMk cId="3996206917" sldId="274"/>
        </pc:sldMkLst>
        <pc:spChg chg="add mod">
          <ac:chgData name="Fei Zheng" userId="d19317889db4c986" providerId="LiveId" clId="{55C81219-3E80-8A4F-BD76-FAC3FF9A67B0}" dt="2023-04-17T12:59:16.643" v="2229" actId="1076"/>
          <ac:spMkLst>
            <pc:docMk/>
            <pc:sldMk cId="3996206917" sldId="274"/>
            <ac:spMk id="3" creationId="{ECB535B3-911E-A975-9027-189304B85A47}"/>
          </ac:spMkLst>
        </pc:spChg>
        <pc:spChg chg="mod">
          <ac:chgData name="Fei Zheng" userId="d19317889db4c986" providerId="LiveId" clId="{55C81219-3E80-8A4F-BD76-FAC3FF9A67B0}" dt="2023-04-17T13:00:17.109" v="2242" actId="114"/>
          <ac:spMkLst>
            <pc:docMk/>
            <pc:sldMk cId="3996206917" sldId="274"/>
            <ac:spMk id="4" creationId="{43B505FB-2DFB-3D2A-4624-D30E086849EE}"/>
          </ac:spMkLst>
        </pc:spChg>
        <pc:spChg chg="mod">
          <ac:chgData name="Fei Zheng" userId="d19317889db4c986" providerId="LiveId" clId="{55C81219-3E80-8A4F-BD76-FAC3FF9A67B0}" dt="2023-04-09T08:02:11.346" v="42" actId="207"/>
          <ac:spMkLst>
            <pc:docMk/>
            <pc:sldMk cId="3996206917" sldId="274"/>
            <ac:spMk id="5" creationId="{72227C6C-F6CD-B471-08F3-09AD04FA730B}"/>
          </ac:spMkLst>
        </pc:spChg>
        <pc:cxnChg chg="add mod">
          <ac:chgData name="Fei Zheng" userId="d19317889db4c986" providerId="LiveId" clId="{55C81219-3E80-8A4F-BD76-FAC3FF9A67B0}" dt="2023-04-09T08:38:22.081" v="500"/>
          <ac:cxnSpMkLst>
            <pc:docMk/>
            <pc:sldMk cId="3996206917" sldId="274"/>
            <ac:cxnSpMk id="2" creationId="{11876001-34B7-F562-057F-480B4188AED9}"/>
          </ac:cxnSpMkLst>
        </pc:cxnChg>
      </pc:sldChg>
      <pc:sldChg chg="addSp modSp add mod modAnim">
        <pc:chgData name="Fei Zheng" userId="d19317889db4c986" providerId="LiveId" clId="{55C81219-3E80-8A4F-BD76-FAC3FF9A67B0}" dt="2023-04-17T13:15:46.465" v="2347" actId="20577"/>
        <pc:sldMkLst>
          <pc:docMk/>
          <pc:sldMk cId="594080199" sldId="275"/>
        </pc:sldMkLst>
        <pc:spChg chg="add mod">
          <ac:chgData name="Fei Zheng" userId="d19317889db4c986" providerId="LiveId" clId="{55C81219-3E80-8A4F-BD76-FAC3FF9A67B0}" dt="2023-04-10T03:35:34.418" v="1486"/>
          <ac:spMkLst>
            <pc:docMk/>
            <pc:sldMk cId="594080199" sldId="275"/>
            <ac:spMk id="3" creationId="{0237675E-C0DB-46A9-A73E-6CF7027EEA7A}"/>
          </ac:spMkLst>
        </pc:spChg>
        <pc:spChg chg="mod">
          <ac:chgData name="Fei Zheng" userId="d19317889db4c986" providerId="LiveId" clId="{55C81219-3E80-8A4F-BD76-FAC3FF9A67B0}" dt="2023-04-17T13:15:46.465" v="2347" actId="20577"/>
          <ac:spMkLst>
            <pc:docMk/>
            <pc:sldMk cId="594080199" sldId="275"/>
            <ac:spMk id="4" creationId="{61F71134-B3F1-03AD-2904-4D2C8C5ECD33}"/>
          </ac:spMkLst>
        </pc:spChg>
        <pc:spChg chg="add mod">
          <ac:chgData name="Fei Zheng" userId="d19317889db4c986" providerId="LiveId" clId="{55C81219-3E80-8A4F-BD76-FAC3FF9A67B0}" dt="2023-04-10T03:37:10.404" v="1517" actId="255"/>
          <ac:spMkLst>
            <pc:docMk/>
            <pc:sldMk cId="594080199" sldId="275"/>
            <ac:spMk id="6" creationId="{81062880-2E43-1315-535F-526678F2C670}"/>
          </ac:spMkLst>
        </pc:spChg>
        <pc:spChg chg="add mod">
          <ac:chgData name="Fei Zheng" userId="d19317889db4c986" providerId="LiveId" clId="{55C81219-3E80-8A4F-BD76-FAC3FF9A67B0}" dt="2023-04-17T13:13:58.775" v="2260" actId="1076"/>
          <ac:spMkLst>
            <pc:docMk/>
            <pc:sldMk cId="594080199" sldId="275"/>
            <ac:spMk id="7" creationId="{733CCFC0-AE7D-A26D-5246-511F27C5183D}"/>
          </ac:spMkLst>
        </pc:spChg>
      </pc:sldChg>
      <pc:sldChg chg="addSp modSp del mod">
        <pc:chgData name="Fei Zheng" userId="d19317889db4c986" providerId="LiveId" clId="{55C81219-3E80-8A4F-BD76-FAC3FF9A67B0}" dt="2023-04-10T03:35:21.332" v="1484" actId="2696"/>
        <pc:sldMkLst>
          <pc:docMk/>
          <pc:sldMk cId="3851058314" sldId="275"/>
        </pc:sldMkLst>
        <pc:spChg chg="mod">
          <ac:chgData name="Fei Zheng" userId="d19317889db4c986" providerId="LiveId" clId="{55C81219-3E80-8A4F-BD76-FAC3FF9A67B0}" dt="2023-04-10T03:27:26.813" v="1299" actId="1036"/>
          <ac:spMkLst>
            <pc:docMk/>
            <pc:sldMk cId="3851058314" sldId="275"/>
            <ac:spMk id="4" creationId="{61F71134-B3F1-03AD-2904-4D2C8C5ECD33}"/>
          </ac:spMkLst>
        </pc:spChg>
        <pc:cxnChg chg="add mod">
          <ac:chgData name="Fei Zheng" userId="d19317889db4c986" providerId="LiveId" clId="{55C81219-3E80-8A4F-BD76-FAC3FF9A67B0}" dt="2023-04-09T08:38:48.177" v="514"/>
          <ac:cxnSpMkLst>
            <pc:docMk/>
            <pc:sldMk cId="3851058314" sldId="275"/>
            <ac:cxnSpMk id="2" creationId="{873E8DF9-E9CA-DE9D-9C1B-7CFBE5EAED5E}"/>
          </ac:cxnSpMkLst>
        </pc:cxnChg>
      </pc:sldChg>
      <pc:sldChg chg="addSp modSp">
        <pc:chgData name="Fei Zheng" userId="d19317889db4c986" providerId="LiveId" clId="{55C81219-3E80-8A4F-BD76-FAC3FF9A67B0}" dt="2023-04-10T03:18:02.650" v="929" actId="20577"/>
        <pc:sldMkLst>
          <pc:docMk/>
          <pc:sldMk cId="1666380183" sldId="276"/>
        </pc:sldMkLst>
        <pc:spChg chg="mod">
          <ac:chgData name="Fei Zheng" userId="d19317889db4c986" providerId="LiveId" clId="{55C81219-3E80-8A4F-BD76-FAC3FF9A67B0}" dt="2023-04-09T08:02:25.997" v="46" actId="207"/>
          <ac:spMkLst>
            <pc:docMk/>
            <pc:sldMk cId="1666380183" sldId="276"/>
            <ac:spMk id="3" creationId="{5BF58225-4B6B-83C4-99E7-A162638451D1}"/>
          </ac:spMkLst>
        </pc:spChg>
        <pc:spChg chg="mod">
          <ac:chgData name="Fei Zheng" userId="d19317889db4c986" providerId="LiveId" clId="{55C81219-3E80-8A4F-BD76-FAC3FF9A67B0}" dt="2023-04-10T03:18:02.650" v="929" actId="20577"/>
          <ac:spMkLst>
            <pc:docMk/>
            <pc:sldMk cId="1666380183" sldId="276"/>
            <ac:spMk id="4" creationId="{55CDE8FD-2E32-E8D0-A305-3E495F401DFD}"/>
          </ac:spMkLst>
        </pc:spChg>
        <pc:cxnChg chg="add mod">
          <ac:chgData name="Fei Zheng" userId="d19317889db4c986" providerId="LiveId" clId="{55C81219-3E80-8A4F-BD76-FAC3FF9A67B0}" dt="2023-04-09T08:38:27.220" v="504"/>
          <ac:cxnSpMkLst>
            <pc:docMk/>
            <pc:sldMk cId="1666380183" sldId="276"/>
            <ac:cxnSpMk id="2" creationId="{89067296-56AF-ADF2-B701-9F2B9E5F9CF2}"/>
          </ac:cxnSpMkLst>
        </pc:cxnChg>
      </pc:sldChg>
      <pc:sldChg chg="addSp delSp modSp mod ord modAnim">
        <pc:chgData name="Fei Zheng" userId="d19317889db4c986" providerId="LiveId" clId="{55C81219-3E80-8A4F-BD76-FAC3FF9A67B0}" dt="2023-04-17T13:36:04.707" v="2376" actId="20577"/>
        <pc:sldMkLst>
          <pc:docMk/>
          <pc:sldMk cId="2840720224" sldId="277"/>
        </pc:sldMkLst>
        <pc:spChg chg="mod">
          <ac:chgData name="Fei Zheng" userId="d19317889db4c986" providerId="LiveId" clId="{55C81219-3E80-8A4F-BD76-FAC3FF9A67B0}" dt="2023-04-17T13:34:16.403" v="2374"/>
          <ac:spMkLst>
            <pc:docMk/>
            <pc:sldMk cId="2840720224" sldId="277"/>
            <ac:spMk id="3" creationId="{61596DA9-FE1C-6CCA-CE0C-BFB6880C3CE2}"/>
          </ac:spMkLst>
        </pc:spChg>
        <pc:spChg chg="mod">
          <ac:chgData name="Fei Zheng" userId="d19317889db4c986" providerId="LiveId" clId="{55C81219-3E80-8A4F-BD76-FAC3FF9A67B0}" dt="2023-04-17T13:36:04.707" v="2376" actId="20577"/>
          <ac:spMkLst>
            <pc:docMk/>
            <pc:sldMk cId="2840720224" sldId="277"/>
            <ac:spMk id="4" creationId="{97C2BDF8-51E9-5D1B-9082-E86FA307EDC7}"/>
          </ac:spMkLst>
        </pc:spChg>
        <pc:spChg chg="del mod">
          <ac:chgData name="Fei Zheng" userId="d19317889db4c986" providerId="LiveId" clId="{55C81219-3E80-8A4F-BD76-FAC3FF9A67B0}" dt="2023-04-10T03:20:16.246" v="951" actId="478"/>
          <ac:spMkLst>
            <pc:docMk/>
            <pc:sldMk cId="2840720224" sldId="277"/>
            <ac:spMk id="5" creationId="{CB3A308E-4167-D49F-4C6A-58ED241681A0}"/>
          </ac:spMkLst>
        </pc:spChg>
        <pc:spChg chg="mod">
          <ac:chgData name="Fei Zheng" userId="d19317889db4c986" providerId="LiveId" clId="{55C81219-3E80-8A4F-BD76-FAC3FF9A67B0}" dt="2023-04-17T13:34:21.052" v="2375"/>
          <ac:spMkLst>
            <pc:docMk/>
            <pc:sldMk cId="2840720224" sldId="277"/>
            <ac:spMk id="7" creationId="{C85407E1-142D-BA43-B6F5-88C073D30DC2}"/>
          </ac:spMkLst>
        </pc:spChg>
        <pc:spChg chg="add mod">
          <ac:chgData name="Fei Zheng" userId="d19317889db4c986" providerId="LiveId" clId="{55C81219-3E80-8A4F-BD76-FAC3FF9A67B0}" dt="2023-04-10T03:20:16.734" v="952"/>
          <ac:spMkLst>
            <pc:docMk/>
            <pc:sldMk cId="2840720224" sldId="277"/>
            <ac:spMk id="10" creationId="{BC7BCF26-19BB-F21F-3148-5E8D8C60E7C0}"/>
          </ac:spMkLst>
        </pc:spChg>
        <pc:spChg chg="add mod">
          <ac:chgData name="Fei Zheng" userId="d19317889db4c986" providerId="LiveId" clId="{55C81219-3E80-8A4F-BD76-FAC3FF9A67B0}" dt="2023-04-10T03:22:38.510" v="1114" actId="20577"/>
          <ac:spMkLst>
            <pc:docMk/>
            <pc:sldMk cId="2840720224" sldId="277"/>
            <ac:spMk id="11" creationId="{32D28AAA-6DC0-3E8B-9074-FA1C0B458642}"/>
          </ac:spMkLst>
        </pc:spChg>
        <pc:graphicFrameChg chg="mod modGraphic">
          <ac:chgData name="Fei Zheng" userId="d19317889db4c986" providerId="LiveId" clId="{55C81219-3E80-8A4F-BD76-FAC3FF9A67B0}" dt="2023-04-17T13:34:08.571" v="2373"/>
          <ac:graphicFrameMkLst>
            <pc:docMk/>
            <pc:sldMk cId="2840720224" sldId="277"/>
            <ac:graphicFrameMk id="2" creationId="{1D333AD5-1725-77E4-536A-2C9C2B00D4A1}"/>
          </ac:graphicFrameMkLst>
        </pc:graphicFrameChg>
        <pc:cxnChg chg="add mod">
          <ac:chgData name="Fei Zheng" userId="d19317889db4c986" providerId="LiveId" clId="{55C81219-3E80-8A4F-BD76-FAC3FF9A67B0}" dt="2023-04-09T08:38:31.728" v="507"/>
          <ac:cxnSpMkLst>
            <pc:docMk/>
            <pc:sldMk cId="2840720224" sldId="277"/>
            <ac:cxnSpMk id="6" creationId="{ACB8491B-3D0B-52D1-BEB2-C7191FD7124D}"/>
          </ac:cxnSpMkLst>
        </pc:cxnChg>
        <pc:cxnChg chg="add mod">
          <ac:chgData name="Fei Zheng" userId="d19317889db4c986" providerId="LiveId" clId="{55C81219-3E80-8A4F-BD76-FAC3FF9A67B0}" dt="2023-04-10T03:20:16.734" v="952"/>
          <ac:cxnSpMkLst>
            <pc:docMk/>
            <pc:sldMk cId="2840720224" sldId="277"/>
            <ac:cxnSpMk id="8" creationId="{663CD7F6-09F1-2180-E757-B2E63C2CC124}"/>
          </ac:cxnSpMkLst>
        </pc:cxnChg>
      </pc:sldChg>
      <pc:sldChg chg="addSp modSp mod">
        <pc:chgData name="Fei Zheng" userId="d19317889db4c986" providerId="LiveId" clId="{55C81219-3E80-8A4F-BD76-FAC3FF9A67B0}" dt="2023-04-17T13:45:55.137" v="2430" actId="114"/>
        <pc:sldMkLst>
          <pc:docMk/>
          <pc:sldMk cId="1639350420" sldId="278"/>
        </pc:sldMkLst>
        <pc:spChg chg="add mod">
          <ac:chgData name="Fei Zheng" userId="d19317889db4c986" providerId="LiveId" clId="{55C81219-3E80-8A4F-BD76-FAC3FF9A67B0}" dt="2023-04-10T03:27:46.844" v="1303"/>
          <ac:spMkLst>
            <pc:docMk/>
            <pc:sldMk cId="1639350420" sldId="278"/>
            <ac:spMk id="3" creationId="{0864B778-3031-1761-392E-03756B37B7E6}"/>
          </ac:spMkLst>
        </pc:spChg>
        <pc:spChg chg="mod">
          <ac:chgData name="Fei Zheng" userId="d19317889db4c986" providerId="LiveId" clId="{55C81219-3E80-8A4F-BD76-FAC3FF9A67B0}" dt="2023-04-17T13:45:55.137" v="2430" actId="114"/>
          <ac:spMkLst>
            <pc:docMk/>
            <pc:sldMk cId="1639350420" sldId="278"/>
            <ac:spMk id="4" creationId="{7EC69F48-5E1F-D8B9-B8FB-132856BEB5A6}"/>
          </ac:spMkLst>
        </pc:spChg>
        <pc:cxnChg chg="add mod">
          <ac:chgData name="Fei Zheng" userId="d19317889db4c986" providerId="LiveId" clId="{55C81219-3E80-8A4F-BD76-FAC3FF9A67B0}" dt="2023-04-09T08:38:35.884" v="510"/>
          <ac:cxnSpMkLst>
            <pc:docMk/>
            <pc:sldMk cId="1639350420" sldId="278"/>
            <ac:cxnSpMk id="2" creationId="{1CAA6405-5346-65BC-FE66-58108076F142}"/>
          </ac:cxnSpMkLst>
        </pc:cxnChg>
      </pc:sldChg>
      <pc:sldChg chg="addSp modSp mod modAnim">
        <pc:chgData name="Fei Zheng" userId="d19317889db4c986" providerId="LiveId" clId="{55C81219-3E80-8A4F-BD76-FAC3FF9A67B0}" dt="2023-04-10T03:34:22.117" v="1479"/>
        <pc:sldMkLst>
          <pc:docMk/>
          <pc:sldMk cId="1377848568" sldId="279"/>
        </pc:sldMkLst>
        <pc:spChg chg="add mod">
          <ac:chgData name="Fei Zheng" userId="d19317889db4c986" providerId="LiveId" clId="{55C81219-3E80-8A4F-BD76-FAC3FF9A67B0}" dt="2023-04-10T03:27:48.933" v="1304"/>
          <ac:spMkLst>
            <pc:docMk/>
            <pc:sldMk cId="1377848568" sldId="279"/>
            <ac:spMk id="3" creationId="{F1980B65-EF5B-9438-2431-20A208E553E2}"/>
          </ac:spMkLst>
        </pc:spChg>
        <pc:spChg chg="mod">
          <ac:chgData name="Fei Zheng" userId="d19317889db4c986" providerId="LiveId" clId="{55C81219-3E80-8A4F-BD76-FAC3FF9A67B0}" dt="2023-04-10T03:34:10.054" v="1477" actId="20577"/>
          <ac:spMkLst>
            <pc:docMk/>
            <pc:sldMk cId="1377848568" sldId="279"/>
            <ac:spMk id="4" creationId="{27947B47-0199-C8B4-C0B0-9033619D98C0}"/>
          </ac:spMkLst>
        </pc:spChg>
        <pc:cxnChg chg="add mod">
          <ac:chgData name="Fei Zheng" userId="d19317889db4c986" providerId="LiveId" clId="{55C81219-3E80-8A4F-BD76-FAC3FF9A67B0}" dt="2023-04-09T08:38:37.111" v="511"/>
          <ac:cxnSpMkLst>
            <pc:docMk/>
            <pc:sldMk cId="1377848568" sldId="279"/>
            <ac:cxnSpMk id="2" creationId="{48932A7F-D24E-6625-56CB-341BC75AF95A}"/>
          </ac:cxnSpMkLst>
        </pc:cxnChg>
      </pc:sldChg>
      <pc:sldChg chg="modSp add">
        <pc:chgData name="Fei Zheng" userId="d19317889db4c986" providerId="LiveId" clId="{55C81219-3E80-8A4F-BD76-FAC3FF9A67B0}" dt="2023-04-10T03:43:20.344" v="1621" actId="207"/>
        <pc:sldMkLst>
          <pc:docMk/>
          <pc:sldMk cId="0" sldId="289"/>
        </pc:sldMkLst>
        <pc:spChg chg="mod">
          <ac:chgData name="Fei Zheng" userId="d19317889db4c986" providerId="LiveId" clId="{55C81219-3E80-8A4F-BD76-FAC3FF9A67B0}" dt="2023-04-10T03:43:16.382" v="1620" actId="207"/>
          <ac:spMkLst>
            <pc:docMk/>
            <pc:sldMk cId="0" sldId="289"/>
            <ac:spMk id="61445" creationId="{D75E15BB-A7A5-2C46-90D2-B9B92ACCDED9}"/>
          </ac:spMkLst>
        </pc:spChg>
        <pc:spChg chg="mod">
          <ac:chgData name="Fei Zheng" userId="d19317889db4c986" providerId="LiveId" clId="{55C81219-3E80-8A4F-BD76-FAC3FF9A67B0}" dt="2023-04-10T03:43:20.344" v="1621" actId="207"/>
          <ac:spMkLst>
            <pc:docMk/>
            <pc:sldMk cId="0" sldId="289"/>
            <ac:spMk id="61446" creationId="{3CA5D0EF-1412-D449-86E5-3BEFAEB9289A}"/>
          </ac:spMkLst>
        </pc:spChg>
      </pc:sldChg>
      <pc:sldChg chg="addSp delSp modSp mod delAnim">
        <pc:chgData name="Fei Zheng" userId="d19317889db4c986" providerId="LiveId" clId="{55C81219-3E80-8A4F-BD76-FAC3FF9A67B0}" dt="2023-04-17T13:45:18.761" v="2428" actId="164"/>
        <pc:sldMkLst>
          <pc:docMk/>
          <pc:sldMk cId="0" sldId="293"/>
        </pc:sldMkLst>
        <pc:spChg chg="add mod">
          <ac:chgData name="Fei Zheng" userId="d19317889db4c986" providerId="LiveId" clId="{55C81219-3E80-8A4F-BD76-FAC3FF9A67B0}" dt="2023-04-10T03:25:42.093" v="1263"/>
          <ac:spMkLst>
            <pc:docMk/>
            <pc:sldMk cId="0" sldId="293"/>
            <ac:spMk id="4" creationId="{2F7C7A05-F40A-3F07-43B7-694F58B8CE43}"/>
          </ac:spMkLst>
        </pc:spChg>
        <pc:spChg chg="add mod">
          <ac:chgData name="Fei Zheng" userId="d19317889db4c986" providerId="LiveId" clId="{55C81219-3E80-8A4F-BD76-FAC3FF9A67B0}" dt="2023-04-17T13:44:46.034" v="2412" actId="1076"/>
          <ac:spMkLst>
            <pc:docMk/>
            <pc:sldMk cId="0" sldId="293"/>
            <ac:spMk id="5" creationId="{B77FF151-DBE6-C00D-5E23-0731F55024F2}"/>
          </ac:spMkLst>
        </pc:spChg>
        <pc:spChg chg="add mod">
          <ac:chgData name="Fei Zheng" userId="d19317889db4c986" providerId="LiveId" clId="{55C81219-3E80-8A4F-BD76-FAC3FF9A67B0}" dt="2023-04-17T13:44:41.882" v="2411" actId="1076"/>
          <ac:spMkLst>
            <pc:docMk/>
            <pc:sldMk cId="0" sldId="293"/>
            <ac:spMk id="6" creationId="{4980AF9E-1ECC-50CE-BFCE-D20370AB4D36}"/>
          </ac:spMkLst>
        </pc:spChg>
        <pc:spChg chg="add mod">
          <ac:chgData name="Fei Zheng" userId="d19317889db4c986" providerId="LiveId" clId="{55C81219-3E80-8A4F-BD76-FAC3FF9A67B0}" dt="2023-04-17T13:45:13.848" v="2427" actId="20577"/>
          <ac:spMkLst>
            <pc:docMk/>
            <pc:sldMk cId="0" sldId="293"/>
            <ac:spMk id="9" creationId="{43E1D2AE-4F0F-DCF9-D4EA-BE5B7C515148}"/>
          </ac:spMkLst>
        </pc:spChg>
        <pc:spChg chg="del mod">
          <ac:chgData name="Fei Zheng" userId="d19317889db4c986" providerId="LiveId" clId="{55C81219-3E80-8A4F-BD76-FAC3FF9A67B0}" dt="2023-04-10T03:25:41.717" v="1262" actId="478"/>
          <ac:spMkLst>
            <pc:docMk/>
            <pc:sldMk cId="0" sldId="293"/>
            <ac:spMk id="16" creationId="{4C3F5430-FCAE-493C-DC30-9F50E9117ECC}"/>
          </ac:spMkLst>
        </pc:spChg>
        <pc:grpChg chg="add">
          <ac:chgData name="Fei Zheng" userId="d19317889db4c986" providerId="LiveId" clId="{55C81219-3E80-8A4F-BD76-FAC3FF9A67B0}" dt="2023-04-17T13:44:49.664" v="2413" actId="164"/>
          <ac:grpSpMkLst>
            <pc:docMk/>
            <pc:sldMk cId="0" sldId="293"/>
            <ac:grpSpMk id="7" creationId="{AF013536-BE63-84CA-CDCC-9FD5089CA499}"/>
          </ac:grpSpMkLst>
        </pc:grpChg>
        <pc:grpChg chg="add">
          <ac:chgData name="Fei Zheng" userId="d19317889db4c986" providerId="LiveId" clId="{55C81219-3E80-8A4F-BD76-FAC3FF9A67B0}" dt="2023-04-17T13:44:54.907" v="2414" actId="164"/>
          <ac:grpSpMkLst>
            <pc:docMk/>
            <pc:sldMk cId="0" sldId="293"/>
            <ac:grpSpMk id="8" creationId="{9A89F5AE-606E-B4EF-3037-5979A830440F}"/>
          </ac:grpSpMkLst>
        </pc:grpChg>
        <pc:grpChg chg="add">
          <ac:chgData name="Fei Zheng" userId="d19317889db4c986" providerId="LiveId" clId="{55C81219-3E80-8A4F-BD76-FAC3FF9A67B0}" dt="2023-04-17T13:45:18.761" v="2428" actId="164"/>
          <ac:grpSpMkLst>
            <pc:docMk/>
            <pc:sldMk cId="0" sldId="293"/>
            <ac:grpSpMk id="10" creationId="{18A96EBE-A25B-2A04-8CDE-F8F651D83C33}"/>
          </ac:grpSpMkLst>
        </pc:grpChg>
        <pc:cxnChg chg="add mod">
          <ac:chgData name="Fei Zheng" userId="d19317889db4c986" providerId="LiveId" clId="{55C81219-3E80-8A4F-BD76-FAC3FF9A67B0}" dt="2023-04-09T08:38:32.897" v="508"/>
          <ac:cxnSpMkLst>
            <pc:docMk/>
            <pc:sldMk cId="0" sldId="293"/>
            <ac:cxnSpMk id="2" creationId="{23186E90-8185-02A5-8BDA-CCDEC3EB1EBA}"/>
          </ac:cxnSpMkLst>
        </pc:cxnChg>
      </pc:sldChg>
      <pc:sldChg chg="addSp delSp modSp add mod delAnim">
        <pc:chgData name="Fei Zheng" userId="d19317889db4c986" providerId="LiveId" clId="{55C81219-3E80-8A4F-BD76-FAC3FF9A67B0}" dt="2023-04-13T05:50:59.729" v="1795" actId="478"/>
        <pc:sldMkLst>
          <pc:docMk/>
          <pc:sldMk cId="1384931503" sldId="300"/>
        </pc:sldMkLst>
        <pc:spChg chg="add mod">
          <ac:chgData name="Fei Zheng" userId="d19317889db4c986" providerId="LiveId" clId="{55C81219-3E80-8A4F-BD76-FAC3FF9A67B0}" dt="2023-04-10T03:47:04.109" v="1696"/>
          <ac:spMkLst>
            <pc:docMk/>
            <pc:sldMk cId="1384931503" sldId="300"/>
            <ac:spMk id="3" creationId="{99785BD4-70DA-EC37-BA67-70E6B6446F61}"/>
          </ac:spMkLst>
        </pc:spChg>
        <pc:spChg chg="add mod">
          <ac:chgData name="Fei Zheng" userId="d19317889db4c986" providerId="LiveId" clId="{55C81219-3E80-8A4F-BD76-FAC3FF9A67B0}" dt="2023-04-10T03:47:08.880" v="1699" actId="20577"/>
          <ac:spMkLst>
            <pc:docMk/>
            <pc:sldMk cId="1384931503" sldId="300"/>
            <ac:spMk id="4" creationId="{555B7BD0-5039-0A32-9D6C-8355B418670E}"/>
          </ac:spMkLst>
        </pc:spChg>
        <pc:spChg chg="del">
          <ac:chgData name="Fei Zheng" userId="d19317889db4c986" providerId="LiveId" clId="{55C81219-3E80-8A4F-BD76-FAC3FF9A67B0}" dt="2023-04-13T05:50:55.564" v="1794" actId="478"/>
          <ac:spMkLst>
            <pc:docMk/>
            <pc:sldMk cId="1384931503" sldId="300"/>
            <ac:spMk id="9" creationId="{F3CA8304-6211-34DD-D758-95BA99D3558B}"/>
          </ac:spMkLst>
        </pc:spChg>
        <pc:spChg chg="del">
          <ac:chgData name="Fei Zheng" userId="d19317889db4c986" providerId="LiveId" clId="{55C81219-3E80-8A4F-BD76-FAC3FF9A67B0}" dt="2023-04-10T03:46:04.062" v="1660" actId="478"/>
          <ac:spMkLst>
            <pc:docMk/>
            <pc:sldMk cId="1384931503" sldId="300"/>
            <ac:spMk id="12" creationId="{60032ABA-D448-2CFB-AD09-4953CFBD5B59}"/>
          </ac:spMkLst>
        </pc:spChg>
        <pc:spChg chg="del">
          <ac:chgData name="Fei Zheng" userId="d19317889db4c986" providerId="LiveId" clId="{55C81219-3E80-8A4F-BD76-FAC3FF9A67B0}" dt="2023-04-13T05:50:59.729" v="1795" actId="478"/>
          <ac:spMkLst>
            <pc:docMk/>
            <pc:sldMk cId="1384931503" sldId="300"/>
            <ac:spMk id="13" creationId="{F0C64138-6964-2206-0ACE-DBDD3C3F8811}"/>
          </ac:spMkLst>
        </pc:spChg>
        <pc:picChg chg="del">
          <ac:chgData name="Fei Zheng" userId="d19317889db4c986" providerId="LiveId" clId="{55C81219-3E80-8A4F-BD76-FAC3FF9A67B0}" dt="2023-04-13T05:50:59.729" v="1795" actId="478"/>
          <ac:picMkLst>
            <pc:docMk/>
            <pc:sldMk cId="1384931503" sldId="300"/>
            <ac:picMk id="11" creationId="{053CB62B-5741-E8BC-1B63-3AB3B5F9DC5E}"/>
          </ac:picMkLst>
        </pc:picChg>
        <pc:picChg chg="del">
          <ac:chgData name="Fei Zheng" userId="d19317889db4c986" providerId="LiveId" clId="{55C81219-3E80-8A4F-BD76-FAC3FF9A67B0}" dt="2023-04-13T05:50:59.729" v="1795" actId="478"/>
          <ac:picMkLst>
            <pc:docMk/>
            <pc:sldMk cId="1384931503" sldId="300"/>
            <ac:picMk id="15" creationId="{3EB7A67B-8C21-1147-1DD6-BC390DD073F6}"/>
          </ac:picMkLst>
        </pc:picChg>
        <pc:cxnChg chg="add mod">
          <ac:chgData name="Fei Zheng" userId="d19317889db4c986" providerId="LiveId" clId="{55C81219-3E80-8A4F-BD76-FAC3FF9A67B0}" dt="2023-04-10T03:47:04.109" v="1696"/>
          <ac:cxnSpMkLst>
            <pc:docMk/>
            <pc:sldMk cId="1384931503" sldId="300"/>
            <ac:cxnSpMk id="2" creationId="{910373A4-5514-C5FA-135C-FC52F8632E01}"/>
          </ac:cxnSpMkLst>
        </pc:cxnChg>
      </pc:sldChg>
      <pc:sldChg chg="addSp delSp modSp add mod">
        <pc:chgData name="Fei Zheng" userId="d19317889db4c986" providerId="LiveId" clId="{55C81219-3E80-8A4F-BD76-FAC3FF9A67B0}" dt="2023-04-10T03:46:18.946" v="1666" actId="20577"/>
        <pc:sldMkLst>
          <pc:docMk/>
          <pc:sldMk cId="1761234992" sldId="302"/>
        </pc:sldMkLst>
        <pc:spChg chg="del">
          <ac:chgData name="Fei Zheng" userId="d19317889db4c986" providerId="LiveId" clId="{55C81219-3E80-8A4F-BD76-FAC3FF9A67B0}" dt="2023-04-10T03:46:15.587" v="1662" actId="478"/>
          <ac:spMkLst>
            <pc:docMk/>
            <pc:sldMk cId="1761234992" sldId="302"/>
            <ac:spMk id="11" creationId="{E3F54FE2-3B0F-C39E-7E76-536058D9ACD8}"/>
          </ac:spMkLst>
        </pc:spChg>
        <pc:spChg chg="add mod">
          <ac:chgData name="Fei Zheng" userId="d19317889db4c986" providerId="LiveId" clId="{55C81219-3E80-8A4F-BD76-FAC3FF9A67B0}" dt="2023-04-10T03:46:16.642" v="1663"/>
          <ac:spMkLst>
            <pc:docMk/>
            <pc:sldMk cId="1761234992" sldId="302"/>
            <ac:spMk id="12" creationId="{B57A2995-8B0A-C09B-AE10-715B312D6E38}"/>
          </ac:spMkLst>
        </pc:spChg>
        <pc:spChg chg="add mod">
          <ac:chgData name="Fei Zheng" userId="d19317889db4c986" providerId="LiveId" clId="{55C81219-3E80-8A4F-BD76-FAC3FF9A67B0}" dt="2023-04-10T03:46:18.946" v="1666" actId="20577"/>
          <ac:spMkLst>
            <pc:docMk/>
            <pc:sldMk cId="1761234992" sldId="302"/>
            <ac:spMk id="13" creationId="{C418C979-6AD7-0DB1-19D4-1DCCA66609F1}"/>
          </ac:spMkLst>
        </pc:spChg>
        <pc:cxnChg chg="add mod">
          <ac:chgData name="Fei Zheng" userId="d19317889db4c986" providerId="LiveId" clId="{55C81219-3E80-8A4F-BD76-FAC3FF9A67B0}" dt="2023-04-10T03:46:16.642" v="1663"/>
          <ac:cxnSpMkLst>
            <pc:docMk/>
            <pc:sldMk cId="1761234992" sldId="302"/>
            <ac:cxnSpMk id="4" creationId="{FFEF5552-25E4-448C-D0A0-2D665FA767E3}"/>
          </ac:cxnSpMkLst>
        </pc:cxnChg>
      </pc:sldChg>
      <pc:sldChg chg="addSp delSp modSp mod">
        <pc:chgData name="Fei Zheng" userId="d19317889db4c986" providerId="LiveId" clId="{55C81219-3E80-8A4F-BD76-FAC3FF9A67B0}" dt="2023-04-10T03:34:39.769" v="1483" actId="1076"/>
        <pc:sldMkLst>
          <pc:docMk/>
          <pc:sldMk cId="0" sldId="320"/>
        </pc:sldMkLst>
        <pc:spChg chg="add mod">
          <ac:chgData name="Fei Zheng" userId="d19317889db4c986" providerId="LiveId" clId="{55C81219-3E80-8A4F-BD76-FAC3FF9A67B0}" dt="2023-04-10T03:27:52.511" v="1306"/>
          <ac:spMkLst>
            <pc:docMk/>
            <pc:sldMk cId="0" sldId="320"/>
            <ac:spMk id="3" creationId="{3E403B93-C53E-FDF2-680C-A59A0DCAE0EF}"/>
          </ac:spMkLst>
        </pc:spChg>
        <pc:spChg chg="del mod">
          <ac:chgData name="Fei Zheng" userId="d19317889db4c986" providerId="LiveId" clId="{55C81219-3E80-8A4F-BD76-FAC3FF9A67B0}" dt="2023-04-10T03:27:52.025" v="1305" actId="478"/>
          <ac:spMkLst>
            <pc:docMk/>
            <pc:sldMk cId="0" sldId="320"/>
            <ac:spMk id="47110" creationId="{57D3B42A-189F-F852-CD21-581903FC53FF}"/>
          </ac:spMkLst>
        </pc:spChg>
        <pc:graphicFrameChg chg="mod">
          <ac:chgData name="Fei Zheng" userId="d19317889db4c986" providerId="LiveId" clId="{55C81219-3E80-8A4F-BD76-FAC3FF9A67B0}" dt="2023-04-10T03:34:39.769" v="1483" actId="1076"/>
          <ac:graphicFrameMkLst>
            <pc:docMk/>
            <pc:sldMk cId="0" sldId="320"/>
            <ac:graphicFrameMk id="47113" creationId="{7FC5D313-2001-9A5E-81F4-2E5DD3B6BF57}"/>
          </ac:graphicFrameMkLst>
        </pc:graphicFrameChg>
        <pc:cxnChg chg="add mod">
          <ac:chgData name="Fei Zheng" userId="d19317889db4c986" providerId="LiveId" clId="{55C81219-3E80-8A4F-BD76-FAC3FF9A67B0}" dt="2023-04-09T08:38:38.759" v="512"/>
          <ac:cxnSpMkLst>
            <pc:docMk/>
            <pc:sldMk cId="0" sldId="320"/>
            <ac:cxnSpMk id="2" creationId="{509AD86E-F45E-07A8-0A5F-5BEBFC433331}"/>
          </ac:cxnSpMkLst>
        </pc:cxnChg>
      </pc:sldChg>
      <pc:sldChg chg="addSp delSp modSp mod">
        <pc:chgData name="Fei Zheng" userId="d19317889db4c986" providerId="LiveId" clId="{55C81219-3E80-8A4F-BD76-FAC3FF9A67B0}" dt="2023-04-10T03:27:56.415" v="1308"/>
        <pc:sldMkLst>
          <pc:docMk/>
          <pc:sldMk cId="3903080358" sldId="343"/>
        </pc:sldMkLst>
        <pc:spChg chg="del mod">
          <ac:chgData name="Fei Zheng" userId="d19317889db4c986" providerId="LiveId" clId="{55C81219-3E80-8A4F-BD76-FAC3FF9A67B0}" dt="2023-04-10T03:27:55.979" v="1307" actId="478"/>
          <ac:spMkLst>
            <pc:docMk/>
            <pc:sldMk cId="3903080358" sldId="343"/>
            <ac:spMk id="3" creationId="{349A8F66-0270-90AE-597B-DF3998FA4624}"/>
          </ac:spMkLst>
        </pc:spChg>
        <pc:spChg chg="add mod">
          <ac:chgData name="Fei Zheng" userId="d19317889db4c986" providerId="LiveId" clId="{55C81219-3E80-8A4F-BD76-FAC3FF9A67B0}" dt="2023-04-10T03:27:56.415" v="1308"/>
          <ac:spMkLst>
            <pc:docMk/>
            <pc:sldMk cId="3903080358" sldId="343"/>
            <ac:spMk id="4" creationId="{146796C8-8307-456E-347F-1A3F115DBD94}"/>
          </ac:spMkLst>
        </pc:spChg>
        <pc:cxnChg chg="add mod">
          <ac:chgData name="Fei Zheng" userId="d19317889db4c986" providerId="LiveId" clId="{55C81219-3E80-8A4F-BD76-FAC3FF9A67B0}" dt="2023-04-09T08:38:46.342" v="513"/>
          <ac:cxnSpMkLst>
            <pc:docMk/>
            <pc:sldMk cId="3903080358" sldId="343"/>
            <ac:cxnSpMk id="2" creationId="{E5D01691-2E83-5DB0-924C-F5D9C2643493}"/>
          </ac:cxnSpMkLst>
        </pc:cxnChg>
      </pc:sldChg>
      <pc:sldChg chg="delSp modSp mod modAnim">
        <pc:chgData name="Fei Zheng" userId="d19317889db4c986" providerId="LiveId" clId="{55C81219-3E80-8A4F-BD76-FAC3FF9A67B0}" dt="2023-04-13T05:46:03.716" v="1752" actId="1038"/>
        <pc:sldMkLst>
          <pc:docMk/>
          <pc:sldMk cId="4168695088" sldId="355"/>
        </pc:sldMkLst>
        <pc:spChg chg="mod">
          <ac:chgData name="Fei Zheng" userId="d19317889db4c986" providerId="LiveId" clId="{55C81219-3E80-8A4F-BD76-FAC3FF9A67B0}" dt="2023-04-13T05:46:03.716" v="1752" actId="1038"/>
          <ac:spMkLst>
            <pc:docMk/>
            <pc:sldMk cId="4168695088" sldId="355"/>
            <ac:spMk id="2" creationId="{313EA24E-E079-FDFF-1E27-0CDFE19A50AC}"/>
          </ac:spMkLst>
        </pc:spChg>
        <pc:grpChg chg="del">
          <ac:chgData name="Fei Zheng" userId="d19317889db4c986" providerId="LiveId" clId="{55C81219-3E80-8A4F-BD76-FAC3FF9A67B0}" dt="2023-04-10T02:00:18.775" v="515" actId="478"/>
          <ac:grpSpMkLst>
            <pc:docMk/>
            <pc:sldMk cId="4168695088" sldId="355"/>
            <ac:grpSpMk id="20" creationId="{FB3DA81C-7BDF-76BA-76ED-BABE4831F9EC}"/>
          </ac:grpSpMkLst>
        </pc:grpChg>
        <pc:grpChg chg="del">
          <ac:chgData name="Fei Zheng" userId="d19317889db4c986" providerId="LiveId" clId="{55C81219-3E80-8A4F-BD76-FAC3FF9A67B0}" dt="2023-04-10T02:00:20.130" v="516" actId="478"/>
          <ac:grpSpMkLst>
            <pc:docMk/>
            <pc:sldMk cId="4168695088" sldId="355"/>
            <ac:grpSpMk id="40" creationId="{1616CB17-F82E-31A1-3796-917E349C48E6}"/>
          </ac:grpSpMkLst>
        </pc:grpChg>
      </pc:sldChg>
      <pc:sldChg chg="addSp delSp modSp mod delAnim modAnim">
        <pc:chgData name="Fei Zheng" userId="d19317889db4c986" providerId="LiveId" clId="{55C81219-3E80-8A4F-BD76-FAC3FF9A67B0}" dt="2023-04-13T05:46:08.423" v="1762" actId="1038"/>
        <pc:sldMkLst>
          <pc:docMk/>
          <pc:sldMk cId="2306081661" sldId="357"/>
        </pc:sldMkLst>
        <pc:spChg chg="del">
          <ac:chgData name="Fei Zheng" userId="d19317889db4c986" providerId="LiveId" clId="{55C81219-3E80-8A4F-BD76-FAC3FF9A67B0}" dt="2023-04-13T05:45:52.540" v="1737" actId="478"/>
          <ac:spMkLst>
            <pc:docMk/>
            <pc:sldMk cId="2306081661" sldId="357"/>
            <ac:spMk id="2" creationId="{313EA24E-E079-FDFF-1E27-0CDFE19A50AC}"/>
          </ac:spMkLst>
        </pc:spChg>
        <pc:spChg chg="add mod">
          <ac:chgData name="Fei Zheng" userId="d19317889db4c986" providerId="LiveId" clId="{55C81219-3E80-8A4F-BD76-FAC3FF9A67B0}" dt="2023-04-10T02:01:00.106" v="523" actId="1076"/>
          <ac:spMkLst>
            <pc:docMk/>
            <pc:sldMk cId="2306081661" sldId="357"/>
            <ac:spMk id="3" creationId="{0D5E4BDC-2937-D7D0-C4B1-869B4D862E80}"/>
          </ac:spMkLst>
        </pc:spChg>
        <pc:spChg chg="add del mod">
          <ac:chgData name="Fei Zheng" userId="d19317889db4c986" providerId="LiveId" clId="{55C81219-3E80-8A4F-BD76-FAC3FF9A67B0}" dt="2023-04-13T05:45:54.626" v="1738" actId="478"/>
          <ac:spMkLst>
            <pc:docMk/>
            <pc:sldMk cId="2306081661" sldId="357"/>
            <ac:spMk id="5" creationId="{CF2E2159-FCF5-8CC7-6B41-8D7E9236977F}"/>
          </ac:spMkLst>
        </pc:spChg>
        <pc:spChg chg="add mod">
          <ac:chgData name="Fei Zheng" userId="d19317889db4c986" providerId="LiveId" clId="{55C81219-3E80-8A4F-BD76-FAC3FF9A67B0}" dt="2023-04-13T05:46:08.423" v="1762" actId="1038"/>
          <ac:spMkLst>
            <pc:docMk/>
            <pc:sldMk cId="2306081661" sldId="357"/>
            <ac:spMk id="6" creationId="{5BE416C7-F504-A524-57C8-627ED620E449}"/>
          </ac:spMkLst>
        </pc:spChg>
        <pc:spChg chg="mod">
          <ac:chgData name="Fei Zheng" userId="d19317889db4c986" providerId="LiveId" clId="{55C81219-3E80-8A4F-BD76-FAC3FF9A67B0}" dt="2023-04-10T02:00:47.688" v="520" actId="1076"/>
          <ac:spMkLst>
            <pc:docMk/>
            <pc:sldMk cId="2306081661" sldId="357"/>
            <ac:spMk id="33" creationId="{1BD86930-6204-C498-386B-7E8695C4C843}"/>
          </ac:spMkLst>
        </pc:spChg>
        <pc:spChg chg="del">
          <ac:chgData name="Fei Zheng" userId="d19317889db4c986" providerId="LiveId" clId="{55C81219-3E80-8A4F-BD76-FAC3FF9A67B0}" dt="2023-04-10T02:00:55.470" v="521" actId="478"/>
          <ac:spMkLst>
            <pc:docMk/>
            <pc:sldMk cId="2306081661" sldId="357"/>
            <ac:spMk id="34" creationId="{06A7205C-A26E-8EC8-3E2F-8FA51A2CBE98}"/>
          </ac:spMkLst>
        </pc:spChg>
        <pc:spChg chg="mod">
          <ac:chgData name="Fei Zheng" userId="d19317889db4c986" providerId="LiveId" clId="{55C81219-3E80-8A4F-BD76-FAC3FF9A67B0}" dt="2023-04-10T02:02:57.056" v="554" actId="1076"/>
          <ac:spMkLst>
            <pc:docMk/>
            <pc:sldMk cId="2306081661" sldId="357"/>
            <ac:spMk id="40" creationId="{2213EBC4-5A76-F233-35CB-251832A5767D}"/>
          </ac:spMkLst>
        </pc:spChg>
        <pc:spChg chg="mod">
          <ac:chgData name="Fei Zheng" userId="d19317889db4c986" providerId="LiveId" clId="{55C81219-3E80-8A4F-BD76-FAC3FF9A67B0}" dt="2023-04-10T02:03:08.178" v="557"/>
          <ac:spMkLst>
            <pc:docMk/>
            <pc:sldMk cId="2306081661" sldId="357"/>
            <ac:spMk id="41" creationId="{B701CE63-05F4-DBB4-ED04-46C8F499E599}"/>
          </ac:spMkLst>
        </pc:spChg>
        <pc:spChg chg="mod">
          <ac:chgData name="Fei Zheng" userId="d19317889db4c986" providerId="LiveId" clId="{55C81219-3E80-8A4F-BD76-FAC3FF9A67B0}" dt="2023-04-10T02:02:54.455" v="553" actId="1076"/>
          <ac:spMkLst>
            <pc:docMk/>
            <pc:sldMk cId="2306081661" sldId="357"/>
            <ac:spMk id="42" creationId="{8550435A-1607-1C09-43FC-82AC85EF9247}"/>
          </ac:spMkLst>
        </pc:spChg>
        <pc:picChg chg="mod">
          <ac:chgData name="Fei Zheng" userId="d19317889db4c986" providerId="LiveId" clId="{55C81219-3E80-8A4F-BD76-FAC3FF9A67B0}" dt="2023-04-10T02:02:50.173" v="552" actId="1076"/>
          <ac:picMkLst>
            <pc:docMk/>
            <pc:sldMk cId="2306081661" sldId="357"/>
            <ac:picMk id="38" creationId="{C644024A-13BB-7925-B064-86557D4129B2}"/>
          </ac:picMkLst>
        </pc:picChg>
        <pc:picChg chg="mod">
          <ac:chgData name="Fei Zheng" userId="d19317889db4c986" providerId="LiveId" clId="{55C81219-3E80-8A4F-BD76-FAC3FF9A67B0}" dt="2023-04-10T02:02:50.173" v="552" actId="1076"/>
          <ac:picMkLst>
            <pc:docMk/>
            <pc:sldMk cId="2306081661" sldId="357"/>
            <ac:picMk id="39" creationId="{A01566A8-BD3C-3B2C-65A2-2F273A40DC16}"/>
          </ac:picMkLst>
        </pc:picChg>
      </pc:sldChg>
      <pc:sldChg chg="addSp modSp modAnim">
        <pc:chgData name="Fei Zheng" userId="d19317889db4c986" providerId="LiveId" clId="{55C81219-3E80-8A4F-BD76-FAC3FF9A67B0}" dt="2023-04-10T02:04:48.190" v="563"/>
        <pc:sldMkLst>
          <pc:docMk/>
          <pc:sldMk cId="3150036059" sldId="359"/>
        </pc:sldMkLst>
        <pc:spChg chg="add mod">
          <ac:chgData name="Fei Zheng" userId="d19317889db4c986" providerId="LiveId" clId="{55C81219-3E80-8A4F-BD76-FAC3FF9A67B0}" dt="2023-04-10T02:04:45.534" v="562"/>
          <ac:spMkLst>
            <pc:docMk/>
            <pc:sldMk cId="3150036059" sldId="359"/>
            <ac:spMk id="2" creationId="{2C29EB9B-4A87-C8A0-7658-DD6B9670788C}"/>
          </ac:spMkLst>
        </pc:spChg>
      </pc:sldChg>
      <pc:sldChg chg="addSp modSp del mod">
        <pc:chgData name="Fei Zheng" userId="d19317889db4c986" providerId="LiveId" clId="{55C81219-3E80-8A4F-BD76-FAC3FF9A67B0}" dt="2023-04-09T08:20:24.543" v="264" actId="2696"/>
        <pc:sldMkLst>
          <pc:docMk/>
          <pc:sldMk cId="2167210558" sldId="363"/>
        </pc:sldMkLst>
        <pc:spChg chg="mod">
          <ac:chgData name="Fei Zheng" userId="d19317889db4c986" providerId="LiveId" clId="{55C81219-3E80-8A4F-BD76-FAC3FF9A67B0}" dt="2023-04-09T08:18:30.579" v="238" actId="20577"/>
          <ac:spMkLst>
            <pc:docMk/>
            <pc:sldMk cId="2167210558" sldId="363"/>
            <ac:spMk id="4" creationId="{55421F1E-8489-CD1C-B524-11AA3297AF63}"/>
          </ac:spMkLst>
        </pc:spChg>
        <pc:cxnChg chg="add mod">
          <ac:chgData name="Fei Zheng" userId="d19317889db4c986" providerId="LiveId" clId="{55C81219-3E80-8A4F-BD76-FAC3FF9A67B0}" dt="2023-04-09T08:17:59.461" v="224"/>
          <ac:cxnSpMkLst>
            <pc:docMk/>
            <pc:sldMk cId="2167210558" sldId="363"/>
            <ac:cxnSpMk id="5" creationId="{0B5B09ED-3F10-71B5-A348-F97396EA8BA3}"/>
          </ac:cxnSpMkLst>
        </pc:cxnChg>
      </pc:sldChg>
      <pc:sldChg chg="addSp delSp modSp mod ord delAnim">
        <pc:chgData name="Fei Zheng" userId="d19317889db4c986" providerId="LiveId" clId="{55C81219-3E80-8A4F-BD76-FAC3FF9A67B0}" dt="2023-04-17T12:43:15.414" v="2176" actId="20577"/>
        <pc:sldMkLst>
          <pc:docMk/>
          <pc:sldMk cId="1449870173" sldId="368"/>
        </pc:sldMkLst>
        <pc:spChg chg="del">
          <ac:chgData name="Fei Zheng" userId="d19317889db4c986" providerId="LiveId" clId="{55C81219-3E80-8A4F-BD76-FAC3FF9A67B0}" dt="2023-04-13T05:49:30.959" v="1788" actId="478"/>
          <ac:spMkLst>
            <pc:docMk/>
            <pc:sldMk cId="1449870173" sldId="368"/>
            <ac:spMk id="4" creationId="{BA1632F2-87CF-3D9D-7F32-A69A50AB65C3}"/>
          </ac:spMkLst>
        </pc:spChg>
        <pc:spChg chg="del mod">
          <ac:chgData name="Fei Zheng" userId="d19317889db4c986" providerId="LiveId" clId="{55C81219-3E80-8A4F-BD76-FAC3FF9A67B0}" dt="2023-04-09T08:37:31.653" v="486" actId="478"/>
          <ac:spMkLst>
            <pc:docMk/>
            <pc:sldMk cId="1449870173" sldId="368"/>
            <ac:spMk id="5" creationId="{53A36639-FAED-443D-6EC2-35256430E6B3}"/>
          </ac:spMkLst>
        </pc:spChg>
        <pc:spChg chg="add mod">
          <ac:chgData name="Fei Zheng" userId="d19317889db4c986" providerId="LiveId" clId="{55C81219-3E80-8A4F-BD76-FAC3FF9A67B0}" dt="2023-04-09T08:37:08.953" v="480"/>
          <ac:spMkLst>
            <pc:docMk/>
            <pc:sldMk cId="1449870173" sldId="368"/>
            <ac:spMk id="6" creationId="{515AFF17-2BA1-5140-06A8-7D02CFD15172}"/>
          </ac:spMkLst>
        </pc:spChg>
        <pc:spChg chg="add mod">
          <ac:chgData name="Fei Zheng" userId="d19317889db4c986" providerId="LiveId" clId="{55C81219-3E80-8A4F-BD76-FAC3FF9A67B0}" dt="2023-04-17T12:43:15.414" v="2176" actId="20577"/>
          <ac:spMkLst>
            <pc:docMk/>
            <pc:sldMk cId="1449870173" sldId="368"/>
            <ac:spMk id="7" creationId="{40401F0D-A0DA-009B-F779-00C746C10108}"/>
          </ac:spMkLst>
        </pc:spChg>
        <pc:cxnChg chg="add mod">
          <ac:chgData name="Fei Zheng" userId="d19317889db4c986" providerId="LiveId" clId="{55C81219-3E80-8A4F-BD76-FAC3FF9A67B0}" dt="2023-04-09T08:35:29.040" v="474"/>
          <ac:cxnSpMkLst>
            <pc:docMk/>
            <pc:sldMk cId="1449870173" sldId="368"/>
            <ac:cxnSpMk id="3" creationId="{D2422F66-62BE-0651-5AA4-868A6EA90D64}"/>
          </ac:cxnSpMkLst>
        </pc:cxnChg>
      </pc:sldChg>
      <pc:sldChg chg="addSp modSp del">
        <pc:chgData name="Fei Zheng" userId="d19317889db4c986" providerId="LiveId" clId="{55C81219-3E80-8A4F-BD76-FAC3FF9A67B0}" dt="2023-04-10T03:18:15.699" v="930" actId="2696"/>
        <pc:sldMkLst>
          <pc:docMk/>
          <pc:sldMk cId="749297111" sldId="371"/>
        </pc:sldMkLst>
        <pc:spChg chg="mod">
          <ac:chgData name="Fei Zheng" userId="d19317889db4c986" providerId="LiveId" clId="{55C81219-3E80-8A4F-BD76-FAC3FF9A67B0}" dt="2023-04-09T08:02:29.880" v="47" actId="207"/>
          <ac:spMkLst>
            <pc:docMk/>
            <pc:sldMk cId="749297111" sldId="371"/>
            <ac:spMk id="4" creationId="{A51FEA34-3375-174D-0FA1-E206E17B1F60}"/>
          </ac:spMkLst>
        </pc:spChg>
        <pc:cxnChg chg="add mod">
          <ac:chgData name="Fei Zheng" userId="d19317889db4c986" providerId="LiveId" clId="{55C81219-3E80-8A4F-BD76-FAC3FF9A67B0}" dt="2023-04-09T08:38:28.617" v="505"/>
          <ac:cxnSpMkLst>
            <pc:docMk/>
            <pc:sldMk cId="749297111" sldId="371"/>
            <ac:cxnSpMk id="2" creationId="{1D62FA0A-B034-3C94-B26A-280FB5EBE977}"/>
          </ac:cxnSpMkLst>
        </pc:cxnChg>
      </pc:sldChg>
      <pc:sldChg chg="addSp delSp modSp mod">
        <pc:chgData name="Fei Zheng" userId="d19317889db4c986" providerId="LiveId" clId="{55C81219-3E80-8A4F-BD76-FAC3FF9A67B0}" dt="2023-04-10T03:11:43.864" v="869" actId="1036"/>
        <pc:sldMkLst>
          <pc:docMk/>
          <pc:sldMk cId="1852909352" sldId="372"/>
        </pc:sldMkLst>
        <pc:spChg chg="del mod">
          <ac:chgData name="Fei Zheng" userId="d19317889db4c986" providerId="LiveId" clId="{55C81219-3E80-8A4F-BD76-FAC3FF9A67B0}" dt="2023-04-10T02:28:40.681" v="859" actId="478"/>
          <ac:spMkLst>
            <pc:docMk/>
            <pc:sldMk cId="1852909352" sldId="372"/>
            <ac:spMk id="6" creationId="{38466E22-E63A-91F0-9688-C5E627E250D3}"/>
          </ac:spMkLst>
        </pc:spChg>
        <pc:spChg chg="add mod">
          <ac:chgData name="Fei Zheng" userId="d19317889db4c986" providerId="LiveId" clId="{55C81219-3E80-8A4F-BD76-FAC3FF9A67B0}" dt="2023-04-10T02:28:42.638" v="861"/>
          <ac:spMkLst>
            <pc:docMk/>
            <pc:sldMk cId="1852909352" sldId="372"/>
            <ac:spMk id="9" creationId="{7893AFEB-F6DC-797B-97BF-EEE62FB834D5}"/>
          </ac:spMkLst>
        </pc:spChg>
        <pc:spChg chg="add mod">
          <ac:chgData name="Fei Zheng" userId="d19317889db4c986" providerId="LiveId" clId="{55C81219-3E80-8A4F-BD76-FAC3FF9A67B0}" dt="2023-04-10T02:28:46.343" v="863" actId="20577"/>
          <ac:spMkLst>
            <pc:docMk/>
            <pc:sldMk cId="1852909352" sldId="372"/>
            <ac:spMk id="10" creationId="{8C2DDC7D-C925-14F7-9737-DFFE795FCEFA}"/>
          </ac:spMkLst>
        </pc:spChg>
        <pc:grpChg chg="mod">
          <ac:chgData name="Fei Zheng" userId="d19317889db4c986" providerId="LiveId" clId="{55C81219-3E80-8A4F-BD76-FAC3FF9A67B0}" dt="2023-04-10T03:11:43.864" v="869" actId="1036"/>
          <ac:grpSpMkLst>
            <pc:docMk/>
            <pc:sldMk cId="1852909352" sldId="372"/>
            <ac:grpSpMk id="4" creationId="{F056F3B8-98D1-8E31-2EF0-A96B667263B7}"/>
          </ac:grpSpMkLst>
        </pc:grpChg>
        <pc:cxnChg chg="add del mod">
          <ac:chgData name="Fei Zheng" userId="d19317889db4c986" providerId="LiveId" clId="{55C81219-3E80-8A4F-BD76-FAC3FF9A67B0}" dt="2023-04-10T02:28:42.211" v="860" actId="478"/>
          <ac:cxnSpMkLst>
            <pc:docMk/>
            <pc:sldMk cId="1852909352" sldId="372"/>
            <ac:cxnSpMk id="7" creationId="{55E1676F-6152-6D12-AE10-DEAF133EECF5}"/>
          </ac:cxnSpMkLst>
        </pc:cxnChg>
        <pc:cxnChg chg="add mod">
          <ac:chgData name="Fei Zheng" userId="d19317889db4c986" providerId="LiveId" clId="{55C81219-3E80-8A4F-BD76-FAC3FF9A67B0}" dt="2023-04-10T02:28:42.638" v="861"/>
          <ac:cxnSpMkLst>
            <pc:docMk/>
            <pc:sldMk cId="1852909352" sldId="372"/>
            <ac:cxnSpMk id="8" creationId="{CC399C9A-1262-FBCC-0B36-E5C5E5722616}"/>
          </ac:cxnSpMkLst>
        </pc:cxnChg>
      </pc:sldChg>
      <pc:sldChg chg="addSp modSp del">
        <pc:chgData name="Fei Zheng" userId="d19317889db4c986" providerId="LiveId" clId="{55C81219-3E80-8A4F-BD76-FAC3FF9A67B0}" dt="2023-04-09T08:33:55.456" v="468" actId="2696"/>
        <pc:sldMkLst>
          <pc:docMk/>
          <pc:sldMk cId="1503751378" sldId="373"/>
        </pc:sldMkLst>
        <pc:spChg chg="mod">
          <ac:chgData name="Fei Zheng" userId="d19317889db4c986" providerId="LiveId" clId="{55C81219-3E80-8A4F-BD76-FAC3FF9A67B0}" dt="2023-04-09T08:00:58.646" v="28" actId="207"/>
          <ac:spMkLst>
            <pc:docMk/>
            <pc:sldMk cId="1503751378" sldId="373"/>
            <ac:spMk id="7" creationId="{E7AAB4C0-4236-5D7B-9FDE-5E7D44C54066}"/>
          </ac:spMkLst>
        </pc:spChg>
        <pc:cxnChg chg="add mod">
          <ac:chgData name="Fei Zheng" userId="d19317889db4c986" providerId="LiveId" clId="{55C81219-3E80-8A4F-BD76-FAC3FF9A67B0}" dt="2023-04-09T08:17:57.833" v="223"/>
          <ac:cxnSpMkLst>
            <pc:docMk/>
            <pc:sldMk cId="1503751378" sldId="373"/>
            <ac:cxnSpMk id="3" creationId="{3C4EB87D-DF54-E306-D815-E31877EE849C}"/>
          </ac:cxnSpMkLst>
        </pc:cxnChg>
      </pc:sldChg>
      <pc:sldChg chg="addSp delSp modSp add mod delAnim">
        <pc:chgData name="Fei Zheng" userId="d19317889db4c986" providerId="LiveId" clId="{55C81219-3E80-8A4F-BD76-FAC3FF9A67B0}" dt="2023-04-17T12:43:19.593" v="2178" actId="20577"/>
        <pc:sldMkLst>
          <pc:docMk/>
          <pc:sldMk cId="1517659163" sldId="373"/>
        </pc:sldMkLst>
        <pc:spChg chg="mod">
          <ac:chgData name="Fei Zheng" userId="d19317889db4c986" providerId="LiveId" clId="{55C81219-3E80-8A4F-BD76-FAC3FF9A67B0}" dt="2023-04-09T08:36:57.695" v="479" actId="255"/>
          <ac:spMkLst>
            <pc:docMk/>
            <pc:sldMk cId="1517659163" sldId="373"/>
            <ac:spMk id="2" creationId="{0588D6FB-E21C-7D02-C57D-8FFE92DEBAAA}"/>
          </ac:spMkLst>
        </pc:spChg>
        <pc:spChg chg="del mod">
          <ac:chgData name="Fei Zheng" userId="d19317889db4c986" providerId="LiveId" clId="{55C81219-3E80-8A4F-BD76-FAC3FF9A67B0}" dt="2023-04-13T05:49:17.887" v="1784" actId="478"/>
          <ac:spMkLst>
            <pc:docMk/>
            <pc:sldMk cId="1517659163" sldId="373"/>
            <ac:spMk id="4" creationId="{819296B3-321F-FF7B-B14E-8EA999CD6BFB}"/>
          </ac:spMkLst>
        </pc:spChg>
        <pc:spChg chg="add mod">
          <ac:chgData name="Fei Zheng" userId="d19317889db4c986" providerId="LiveId" clId="{55C81219-3E80-8A4F-BD76-FAC3FF9A67B0}" dt="2023-04-09T08:36:44.324" v="477"/>
          <ac:spMkLst>
            <pc:docMk/>
            <pc:sldMk cId="1517659163" sldId="373"/>
            <ac:spMk id="5" creationId="{D8526292-9113-77A2-929E-3F0972965861}"/>
          </ac:spMkLst>
        </pc:spChg>
        <pc:spChg chg="del mod">
          <ac:chgData name="Fei Zheng" userId="d19317889db4c986" providerId="LiveId" clId="{55C81219-3E80-8A4F-BD76-FAC3FF9A67B0}" dt="2023-04-13T05:49:19.907" v="1785" actId="478"/>
          <ac:spMkLst>
            <pc:docMk/>
            <pc:sldMk cId="1517659163" sldId="373"/>
            <ac:spMk id="6" creationId="{486584CA-9FDC-7615-9783-BDE3B1F25744}"/>
          </ac:spMkLst>
        </pc:spChg>
        <pc:spChg chg="del">
          <ac:chgData name="Fei Zheng" userId="d19317889db4c986" providerId="LiveId" clId="{55C81219-3E80-8A4F-BD76-FAC3FF9A67B0}" dt="2023-04-09T08:37:22.556" v="482" actId="478"/>
          <ac:spMkLst>
            <pc:docMk/>
            <pc:sldMk cId="1517659163" sldId="373"/>
            <ac:spMk id="7" creationId="{E7AAB4C0-4236-5D7B-9FDE-5E7D44C54066}"/>
          </ac:spMkLst>
        </pc:spChg>
        <pc:spChg chg="add mod">
          <ac:chgData name="Fei Zheng" userId="d19317889db4c986" providerId="LiveId" clId="{55C81219-3E80-8A4F-BD76-FAC3FF9A67B0}" dt="2023-04-17T12:43:19.593" v="2178" actId="20577"/>
          <ac:spMkLst>
            <pc:docMk/>
            <pc:sldMk cId="1517659163" sldId="373"/>
            <ac:spMk id="8" creationId="{3D877D6D-4266-C55C-5F21-FC78B1DDA057}"/>
          </ac:spMkLst>
        </pc:spChg>
      </pc:sldChg>
      <pc:sldChg chg="delSp del mod delAnim modAnim">
        <pc:chgData name="Fei Zheng" userId="d19317889db4c986" providerId="LiveId" clId="{55C81219-3E80-8A4F-BD76-FAC3FF9A67B0}" dt="2023-04-10T02:04:49.562" v="564" actId="2696"/>
        <pc:sldMkLst>
          <pc:docMk/>
          <pc:sldMk cId="2938714996" sldId="374"/>
        </pc:sldMkLst>
        <pc:spChg chg="del">
          <ac:chgData name="Fei Zheng" userId="d19317889db4c986" providerId="LiveId" clId="{55C81219-3E80-8A4F-BD76-FAC3FF9A67B0}" dt="2023-04-10T02:04:43.648" v="561" actId="21"/>
          <ac:spMkLst>
            <pc:docMk/>
            <pc:sldMk cId="2938714996" sldId="374"/>
            <ac:spMk id="9" creationId="{ED1C9770-075C-2E1A-6F1B-261B3A212451}"/>
          </ac:spMkLst>
        </pc:spChg>
      </pc:sldChg>
      <pc:sldChg chg="addSp modSp mod">
        <pc:chgData name="Fei Zheng" userId="d19317889db4c986" providerId="LiveId" clId="{55C81219-3E80-8A4F-BD76-FAC3FF9A67B0}" dt="2023-04-17T12:41:16.388" v="2172" actId="207"/>
        <pc:sldMkLst>
          <pc:docMk/>
          <pc:sldMk cId="2034983812" sldId="375"/>
        </pc:sldMkLst>
        <pc:spChg chg="mod">
          <ac:chgData name="Fei Zheng" userId="d19317889db4c986" providerId="LiveId" clId="{55C81219-3E80-8A4F-BD76-FAC3FF9A67B0}" dt="2023-04-17T12:41:16.388" v="2172" actId="207"/>
          <ac:spMkLst>
            <pc:docMk/>
            <pc:sldMk cId="2034983812" sldId="375"/>
            <ac:spMk id="3" creationId="{A72D8AD7-8336-85D3-E5BC-8CC0BB0C864C}"/>
          </ac:spMkLst>
        </pc:spChg>
        <pc:spChg chg="mod">
          <ac:chgData name="Fei Zheng" userId="d19317889db4c986" providerId="LiveId" clId="{55C81219-3E80-8A4F-BD76-FAC3FF9A67B0}" dt="2023-04-09T08:01:28.596" v="34" actId="207"/>
          <ac:spMkLst>
            <pc:docMk/>
            <pc:sldMk cId="2034983812" sldId="375"/>
            <ac:spMk id="4" creationId="{FB78C2C7-3A14-3696-3D4C-288453D1A1F6}"/>
          </ac:spMkLst>
        </pc:spChg>
        <pc:cxnChg chg="add mod">
          <ac:chgData name="Fei Zheng" userId="d19317889db4c986" providerId="LiveId" clId="{55C81219-3E80-8A4F-BD76-FAC3FF9A67B0}" dt="2023-04-09T08:33:24.505" v="467"/>
          <ac:cxnSpMkLst>
            <pc:docMk/>
            <pc:sldMk cId="2034983812" sldId="375"/>
            <ac:cxnSpMk id="2" creationId="{D66A03B5-C5A9-E63A-9592-B05E1EDD6FA4}"/>
          </ac:cxnSpMkLst>
        </pc:cxnChg>
      </pc:sldChg>
      <pc:sldChg chg="addSp delSp modSp mod modAnim">
        <pc:chgData name="Fei Zheng" userId="d19317889db4c986" providerId="LiveId" clId="{55C81219-3E80-8A4F-BD76-FAC3FF9A67B0}" dt="2023-04-17T12:58:30.408" v="2225"/>
        <pc:sldMkLst>
          <pc:docMk/>
          <pc:sldMk cId="884182446" sldId="377"/>
        </pc:sldMkLst>
        <pc:spChg chg="mod">
          <ac:chgData name="Fei Zheng" userId="d19317889db4c986" providerId="LiveId" clId="{55C81219-3E80-8A4F-BD76-FAC3FF9A67B0}" dt="2023-04-17T12:58:22.379" v="2223" actId="207"/>
          <ac:spMkLst>
            <pc:docMk/>
            <pc:sldMk cId="884182446" sldId="377"/>
            <ac:spMk id="3" creationId="{A72D8AD7-8336-85D3-E5BC-8CC0BB0C864C}"/>
          </ac:spMkLst>
        </pc:spChg>
        <pc:spChg chg="mod">
          <ac:chgData name="Fei Zheng" userId="d19317889db4c986" providerId="LiveId" clId="{55C81219-3E80-8A4F-BD76-FAC3FF9A67B0}" dt="2023-04-09T08:02:06.080" v="41" actId="207"/>
          <ac:spMkLst>
            <pc:docMk/>
            <pc:sldMk cId="884182446" sldId="377"/>
            <ac:spMk id="4" creationId="{A815A731-AC96-4269-C5EF-0DCAA22FD978}"/>
          </ac:spMkLst>
        </pc:spChg>
        <pc:spChg chg="add mod">
          <ac:chgData name="Fei Zheng" userId="d19317889db4c986" providerId="LiveId" clId="{55C81219-3E80-8A4F-BD76-FAC3FF9A67B0}" dt="2023-04-17T12:58:25.718" v="2224" actId="207"/>
          <ac:spMkLst>
            <pc:docMk/>
            <pc:sldMk cId="884182446" sldId="377"/>
            <ac:spMk id="5" creationId="{001BA9B1-8411-9B01-659A-C35566D1456E}"/>
          </ac:spMkLst>
        </pc:spChg>
        <pc:grpChg chg="del">
          <ac:chgData name="Fei Zheng" userId="d19317889db4c986" providerId="LiveId" clId="{55C81219-3E80-8A4F-BD76-FAC3FF9A67B0}" dt="2023-04-10T03:13:17.176" v="879" actId="478"/>
          <ac:grpSpMkLst>
            <pc:docMk/>
            <pc:sldMk cId="884182446" sldId="377"/>
            <ac:grpSpMk id="2" creationId="{08DB75ED-BEC6-B211-FBCC-D8141548E928}"/>
          </ac:grpSpMkLst>
        </pc:grpChg>
        <pc:cxnChg chg="add mod">
          <ac:chgData name="Fei Zheng" userId="d19317889db4c986" providerId="LiveId" clId="{55C81219-3E80-8A4F-BD76-FAC3FF9A67B0}" dt="2023-04-09T08:38:20.921" v="499"/>
          <ac:cxnSpMkLst>
            <pc:docMk/>
            <pc:sldMk cId="884182446" sldId="377"/>
            <ac:cxnSpMk id="7" creationId="{C2B35054-428C-83F6-8878-2F664809319E}"/>
          </ac:cxnSpMkLst>
        </pc:cxnChg>
      </pc:sldChg>
      <pc:sldChg chg="addSp modSp">
        <pc:chgData name="Fei Zheng" userId="d19317889db4c986" providerId="LiveId" clId="{55C81219-3E80-8A4F-BD76-FAC3FF9A67B0}" dt="2023-04-09T08:06:14.919" v="106" actId="20577"/>
        <pc:sldMkLst>
          <pc:docMk/>
          <pc:sldMk cId="1994619314" sldId="378"/>
        </pc:sldMkLst>
        <pc:spChg chg="mod">
          <ac:chgData name="Fei Zheng" userId="d19317889db4c986" providerId="LiveId" clId="{55C81219-3E80-8A4F-BD76-FAC3FF9A67B0}" dt="2023-04-09T08:00:36.048" v="23" actId="207"/>
          <ac:spMkLst>
            <pc:docMk/>
            <pc:sldMk cId="1994619314" sldId="378"/>
            <ac:spMk id="15" creationId="{A7736A4C-BAA3-C530-F516-B3D6055A0D7E}"/>
          </ac:spMkLst>
        </pc:spChg>
        <pc:spChg chg="mod">
          <ac:chgData name="Fei Zheng" userId="d19317889db4c986" providerId="LiveId" clId="{55C81219-3E80-8A4F-BD76-FAC3FF9A67B0}" dt="2023-04-09T08:06:08.238" v="102" actId="20577"/>
          <ac:spMkLst>
            <pc:docMk/>
            <pc:sldMk cId="1994619314" sldId="378"/>
            <ac:spMk id="17" creationId="{81752D7D-BB39-CCB8-2375-B8EB6E6BDDBE}"/>
          </ac:spMkLst>
        </pc:spChg>
        <pc:spChg chg="mod">
          <ac:chgData name="Fei Zheng" userId="d19317889db4c986" providerId="LiveId" clId="{55C81219-3E80-8A4F-BD76-FAC3FF9A67B0}" dt="2023-04-09T08:06:14.919" v="106" actId="20577"/>
          <ac:spMkLst>
            <pc:docMk/>
            <pc:sldMk cId="1994619314" sldId="378"/>
            <ac:spMk id="20" creationId="{D72099D8-7E93-31B6-E50A-F25B7F9BFB48}"/>
          </ac:spMkLst>
        </pc:spChg>
        <pc:cxnChg chg="add mod">
          <ac:chgData name="Fei Zheng" userId="d19317889db4c986" providerId="LiveId" clId="{55C81219-3E80-8A4F-BD76-FAC3FF9A67B0}" dt="2023-04-09T08:05:09.752" v="92"/>
          <ac:cxnSpMkLst>
            <pc:docMk/>
            <pc:sldMk cId="1994619314" sldId="378"/>
            <ac:cxnSpMk id="2" creationId="{119A9D1B-0F98-E267-6CD7-1D93EB28D51E}"/>
          </ac:cxnSpMkLst>
        </pc:cxnChg>
      </pc:sldChg>
      <pc:sldChg chg="addSp modSp mod modAnim">
        <pc:chgData name="Fei Zheng" userId="d19317889db4c986" providerId="LiveId" clId="{55C81219-3E80-8A4F-BD76-FAC3FF9A67B0}" dt="2023-04-09T08:07:12.830" v="140" actId="1037"/>
        <pc:sldMkLst>
          <pc:docMk/>
          <pc:sldMk cId="3633847032" sldId="379"/>
        </pc:sldMkLst>
        <pc:spChg chg="mod">
          <ac:chgData name="Fei Zheng" userId="d19317889db4c986" providerId="LiveId" clId="{55C81219-3E80-8A4F-BD76-FAC3FF9A67B0}" dt="2023-04-09T08:07:07.496" v="127" actId="1037"/>
          <ac:spMkLst>
            <pc:docMk/>
            <pc:sldMk cId="3633847032" sldId="379"/>
            <ac:spMk id="12" creationId="{7755AF64-9732-B46A-9D80-4792D77F0710}"/>
          </ac:spMkLst>
        </pc:spChg>
        <pc:spChg chg="mod">
          <ac:chgData name="Fei Zheng" userId="d19317889db4c986" providerId="LiveId" clId="{55C81219-3E80-8A4F-BD76-FAC3FF9A67B0}" dt="2023-04-09T08:00:40.381" v="24" actId="207"/>
          <ac:spMkLst>
            <pc:docMk/>
            <pc:sldMk cId="3633847032" sldId="379"/>
            <ac:spMk id="15" creationId="{8C80D8F4-C13C-FA28-B78D-A52EDFA8EB29}"/>
          </ac:spMkLst>
        </pc:spChg>
        <pc:spChg chg="mod">
          <ac:chgData name="Fei Zheng" userId="d19317889db4c986" providerId="LiveId" clId="{55C81219-3E80-8A4F-BD76-FAC3FF9A67B0}" dt="2023-04-09T08:07:12.830" v="140" actId="1037"/>
          <ac:spMkLst>
            <pc:docMk/>
            <pc:sldMk cId="3633847032" sldId="379"/>
            <ac:spMk id="16" creationId="{6FAA25F4-CADB-114C-A34A-3AAA00DC1209}"/>
          </ac:spMkLst>
        </pc:spChg>
        <pc:spChg chg="mod">
          <ac:chgData name="Fei Zheng" userId="d19317889db4c986" providerId="LiveId" clId="{55C81219-3E80-8A4F-BD76-FAC3FF9A67B0}" dt="2023-04-09T08:06:58.857" v="119" actId="1076"/>
          <ac:spMkLst>
            <pc:docMk/>
            <pc:sldMk cId="3633847032" sldId="379"/>
            <ac:spMk id="17" creationId="{81752D7D-BB39-CCB8-2375-B8EB6E6BDDBE}"/>
          </ac:spMkLst>
        </pc:spChg>
        <pc:spChg chg="mod">
          <ac:chgData name="Fei Zheng" userId="d19317889db4c986" providerId="LiveId" clId="{55C81219-3E80-8A4F-BD76-FAC3FF9A67B0}" dt="2023-04-09T08:06:55.191" v="118" actId="1076"/>
          <ac:spMkLst>
            <pc:docMk/>
            <pc:sldMk cId="3633847032" sldId="379"/>
            <ac:spMk id="20" creationId="{D72099D8-7E93-31B6-E50A-F25B7F9BFB48}"/>
          </ac:spMkLst>
        </pc:spChg>
        <pc:spChg chg="mod">
          <ac:chgData name="Fei Zheng" userId="d19317889db4c986" providerId="LiveId" clId="{55C81219-3E80-8A4F-BD76-FAC3FF9A67B0}" dt="2023-04-09T08:05:39.190" v="98" actId="20577"/>
          <ac:spMkLst>
            <pc:docMk/>
            <pc:sldMk cId="3633847032" sldId="379"/>
            <ac:spMk id="21" creationId="{5FAF19E4-6E37-738D-464D-D7D2A34F5181}"/>
          </ac:spMkLst>
        </pc:spChg>
        <pc:cxnChg chg="add mod">
          <ac:chgData name="Fei Zheng" userId="d19317889db4c986" providerId="LiveId" clId="{55C81219-3E80-8A4F-BD76-FAC3FF9A67B0}" dt="2023-04-09T08:05:16.149" v="93"/>
          <ac:cxnSpMkLst>
            <pc:docMk/>
            <pc:sldMk cId="3633847032" sldId="379"/>
            <ac:cxnSpMk id="2" creationId="{5D96D494-037E-26FC-1DA3-7FCEC12C16F3}"/>
          </ac:cxnSpMkLst>
        </pc:cxnChg>
      </pc:sldChg>
      <pc:sldChg chg="addSp modSp">
        <pc:chgData name="Fei Zheng" userId="d19317889db4c986" providerId="LiveId" clId="{55C81219-3E80-8A4F-BD76-FAC3FF9A67B0}" dt="2023-04-09T08:08:00.225" v="148"/>
        <pc:sldMkLst>
          <pc:docMk/>
          <pc:sldMk cId="3572720350" sldId="380"/>
        </pc:sldMkLst>
        <pc:spChg chg="mod">
          <ac:chgData name="Fei Zheng" userId="d19317889db4c986" providerId="LiveId" clId="{55C81219-3E80-8A4F-BD76-FAC3FF9A67B0}" dt="2023-04-09T08:00:44.397" v="25" actId="207"/>
          <ac:spMkLst>
            <pc:docMk/>
            <pc:sldMk cId="3572720350" sldId="380"/>
            <ac:spMk id="15" creationId="{8C80D8F4-C13C-FA28-B78D-A52EDFA8EB29}"/>
          </ac:spMkLst>
        </pc:spChg>
        <pc:spChg chg="mod">
          <ac:chgData name="Fei Zheng" userId="d19317889db4c986" providerId="LiveId" clId="{55C81219-3E80-8A4F-BD76-FAC3FF9A67B0}" dt="2023-04-09T08:08:00.225" v="148"/>
          <ac:spMkLst>
            <pc:docMk/>
            <pc:sldMk cId="3572720350" sldId="380"/>
            <ac:spMk id="21" creationId="{5FAF19E4-6E37-738D-464D-D7D2A34F5181}"/>
          </ac:spMkLst>
        </pc:spChg>
        <pc:cxnChg chg="add mod">
          <ac:chgData name="Fei Zheng" userId="d19317889db4c986" providerId="LiveId" clId="{55C81219-3E80-8A4F-BD76-FAC3FF9A67B0}" dt="2023-04-09T08:07:39.955" v="145"/>
          <ac:cxnSpMkLst>
            <pc:docMk/>
            <pc:sldMk cId="3572720350" sldId="380"/>
            <ac:cxnSpMk id="2" creationId="{776606D2-49C4-09D6-9E50-29D333B0B98F}"/>
          </ac:cxnSpMkLst>
        </pc:cxnChg>
      </pc:sldChg>
      <pc:sldChg chg="addSp modSp mod">
        <pc:chgData name="Fei Zheng" userId="d19317889db4c986" providerId="LiveId" clId="{55C81219-3E80-8A4F-BD76-FAC3FF9A67B0}" dt="2023-04-09T08:10:25.873" v="196" actId="20577"/>
        <pc:sldMkLst>
          <pc:docMk/>
          <pc:sldMk cId="2440764911" sldId="381"/>
        </pc:sldMkLst>
        <pc:spChg chg="mod">
          <ac:chgData name="Fei Zheng" userId="d19317889db4c986" providerId="LiveId" clId="{55C81219-3E80-8A4F-BD76-FAC3FF9A67B0}" dt="2023-04-09T08:00:48.847" v="26" actId="207"/>
          <ac:spMkLst>
            <pc:docMk/>
            <pc:sldMk cId="2440764911" sldId="381"/>
            <ac:spMk id="15" creationId="{8C80D8F4-C13C-FA28-B78D-A52EDFA8EB29}"/>
          </ac:spMkLst>
        </pc:spChg>
        <pc:spChg chg="mod">
          <ac:chgData name="Fei Zheng" userId="d19317889db4c986" providerId="LiveId" clId="{55C81219-3E80-8A4F-BD76-FAC3FF9A67B0}" dt="2023-04-09T08:10:25.873" v="196" actId="20577"/>
          <ac:spMkLst>
            <pc:docMk/>
            <pc:sldMk cId="2440764911" sldId="381"/>
            <ac:spMk id="19" creationId="{CBFE78C9-E47C-DB21-78DF-46A7779FEBC5}"/>
          </ac:spMkLst>
        </pc:spChg>
        <pc:spChg chg="mod">
          <ac:chgData name="Fei Zheng" userId="d19317889db4c986" providerId="LiveId" clId="{55C81219-3E80-8A4F-BD76-FAC3FF9A67B0}" dt="2023-04-09T08:08:16.357" v="150"/>
          <ac:spMkLst>
            <pc:docMk/>
            <pc:sldMk cId="2440764911" sldId="381"/>
            <ac:spMk id="21" creationId="{5FAF19E4-6E37-738D-464D-D7D2A34F5181}"/>
          </ac:spMkLst>
        </pc:spChg>
        <pc:cxnChg chg="add mod">
          <ac:chgData name="Fei Zheng" userId="d19317889db4c986" providerId="LiveId" clId="{55C81219-3E80-8A4F-BD76-FAC3FF9A67B0}" dt="2023-04-09T08:07:44.761" v="146"/>
          <ac:cxnSpMkLst>
            <pc:docMk/>
            <pc:sldMk cId="2440764911" sldId="381"/>
            <ac:cxnSpMk id="2" creationId="{760A29B4-D21D-7367-8B4F-9436332EB42D}"/>
          </ac:cxnSpMkLst>
        </pc:cxnChg>
      </pc:sldChg>
      <pc:sldChg chg="addSp delSp modSp mod modAnim">
        <pc:chgData name="Fei Zheng" userId="d19317889db4c986" providerId="LiveId" clId="{55C81219-3E80-8A4F-BD76-FAC3FF9A67B0}" dt="2023-04-17T12:49:31.026" v="2198"/>
        <pc:sldMkLst>
          <pc:docMk/>
          <pc:sldMk cId="202519924" sldId="386"/>
        </pc:sldMkLst>
        <pc:spChg chg="del mod">
          <ac:chgData name="Fei Zheng" userId="d19317889db4c986" providerId="LiveId" clId="{55C81219-3E80-8A4F-BD76-FAC3FF9A67B0}" dt="2023-04-17T12:49:17.007" v="2197" actId="478"/>
          <ac:spMkLst>
            <pc:docMk/>
            <pc:sldMk cId="202519924" sldId="386"/>
            <ac:spMk id="2" creationId="{1818B05B-47DA-322E-CC7F-07DE982CCFBB}"/>
          </ac:spMkLst>
        </pc:spChg>
        <pc:spChg chg="mod">
          <ac:chgData name="Fei Zheng" userId="d19317889db4c986" providerId="LiveId" clId="{55C81219-3E80-8A4F-BD76-FAC3FF9A67B0}" dt="2023-04-10T02:20:57.747" v="757" actId="1035"/>
          <ac:spMkLst>
            <pc:docMk/>
            <pc:sldMk cId="202519924" sldId="386"/>
            <ac:spMk id="3" creationId="{0E08B833-3493-CC67-0D6C-084848F0D920}"/>
          </ac:spMkLst>
        </pc:spChg>
        <pc:spChg chg="mod">
          <ac:chgData name="Fei Zheng" userId="d19317889db4c986" providerId="LiveId" clId="{55C81219-3E80-8A4F-BD76-FAC3FF9A67B0}" dt="2023-04-10T02:23:03.703" v="780" actId="20577"/>
          <ac:spMkLst>
            <pc:docMk/>
            <pc:sldMk cId="202519924" sldId="386"/>
            <ac:spMk id="4" creationId="{4B05CCBD-B72C-E3E7-F985-86AF35FD990D}"/>
          </ac:spMkLst>
        </pc:spChg>
        <pc:spChg chg="mod">
          <ac:chgData name="Fei Zheng" userId="d19317889db4c986" providerId="LiveId" clId="{55C81219-3E80-8A4F-BD76-FAC3FF9A67B0}" dt="2023-04-10T02:20:11.585" v="730"/>
          <ac:spMkLst>
            <pc:docMk/>
            <pc:sldMk cId="202519924" sldId="386"/>
            <ac:spMk id="5" creationId="{1C759DA3-1634-773C-A9F4-84432BC71B28}"/>
          </ac:spMkLst>
        </pc:spChg>
        <pc:spChg chg="add mod">
          <ac:chgData name="Fei Zheng" userId="d19317889db4c986" providerId="LiveId" clId="{55C81219-3E80-8A4F-BD76-FAC3FF9A67B0}" dt="2023-04-10T02:16:25.308" v="665" actId="1076"/>
          <ac:spMkLst>
            <pc:docMk/>
            <pc:sldMk cId="202519924" sldId="386"/>
            <ac:spMk id="7" creationId="{12DC792A-A59F-8005-58CA-F49BE044D5B4}"/>
          </ac:spMkLst>
        </pc:spChg>
        <pc:spChg chg="add mod">
          <ac:chgData name="Fei Zheng" userId="d19317889db4c986" providerId="LiveId" clId="{55C81219-3E80-8A4F-BD76-FAC3FF9A67B0}" dt="2023-04-10T02:16:18.880" v="664" actId="16959"/>
          <ac:spMkLst>
            <pc:docMk/>
            <pc:sldMk cId="202519924" sldId="386"/>
            <ac:spMk id="8" creationId="{E3A6671D-A032-C240-C9CB-00EE103017DC}"/>
          </ac:spMkLst>
        </pc:spChg>
        <pc:spChg chg="add mod">
          <ac:chgData name="Fei Zheng" userId="d19317889db4c986" providerId="LiveId" clId="{55C81219-3E80-8A4F-BD76-FAC3FF9A67B0}" dt="2023-04-10T02:26:16.035" v="840" actId="20577"/>
          <ac:spMkLst>
            <pc:docMk/>
            <pc:sldMk cId="202519924" sldId="386"/>
            <ac:spMk id="9" creationId="{CF4B7133-D0DD-2991-F454-1DD7FA5BAFC0}"/>
          </ac:spMkLst>
        </pc:spChg>
        <pc:spChg chg="del mod">
          <ac:chgData name="Fei Zheng" userId="d19317889db4c986" providerId="LiveId" clId="{55C81219-3E80-8A4F-BD76-FAC3FF9A67B0}" dt="2023-04-10T02:26:10.520" v="837"/>
          <ac:spMkLst>
            <pc:docMk/>
            <pc:sldMk cId="202519924" sldId="386"/>
            <ac:spMk id="13" creationId="{C1FB2AD7-C681-F36E-81C2-25381CF37396}"/>
          </ac:spMkLst>
        </pc:spChg>
        <pc:spChg chg="mod">
          <ac:chgData name="Fei Zheng" userId="d19317889db4c986" providerId="LiveId" clId="{55C81219-3E80-8A4F-BD76-FAC3FF9A67B0}" dt="2023-04-10T02:23:07.046" v="782" actId="20577"/>
          <ac:spMkLst>
            <pc:docMk/>
            <pc:sldMk cId="202519924" sldId="386"/>
            <ac:spMk id="16" creationId="{C26B5577-CAC4-44EB-1013-256852042BFF}"/>
          </ac:spMkLst>
        </pc:spChg>
        <pc:spChg chg="mod">
          <ac:chgData name="Fei Zheng" userId="d19317889db4c986" providerId="LiveId" clId="{55C81219-3E80-8A4F-BD76-FAC3FF9A67B0}" dt="2023-04-10T02:20:21.504" v="734" actId="20577"/>
          <ac:spMkLst>
            <pc:docMk/>
            <pc:sldMk cId="202519924" sldId="386"/>
            <ac:spMk id="18" creationId="{933FD709-1188-FB34-E731-CB51DFAAC93E}"/>
          </ac:spMkLst>
        </pc:spChg>
        <pc:cxnChg chg="add mod">
          <ac:chgData name="Fei Zheng" userId="d19317889db4c986" providerId="LiveId" clId="{55C81219-3E80-8A4F-BD76-FAC3FF9A67B0}" dt="2023-04-09T08:35:47.083" v="476"/>
          <ac:cxnSpMkLst>
            <pc:docMk/>
            <pc:sldMk cId="202519924" sldId="386"/>
            <ac:cxnSpMk id="6" creationId="{1D84D6DA-A495-388C-8239-613624DCE2EA}"/>
          </ac:cxnSpMkLst>
        </pc:cxnChg>
      </pc:sldChg>
      <pc:sldChg chg="addSp delSp modSp mod">
        <pc:chgData name="Fei Zheng" userId="d19317889db4c986" providerId="LiveId" clId="{55C81219-3E80-8A4F-BD76-FAC3FF9A67B0}" dt="2023-04-10T02:26:26.098" v="844"/>
        <pc:sldMkLst>
          <pc:docMk/>
          <pc:sldMk cId="149198506" sldId="387"/>
        </pc:sldMkLst>
        <pc:spChg chg="add mod">
          <ac:chgData name="Fei Zheng" userId="d19317889db4c986" providerId="LiveId" clId="{55C81219-3E80-8A4F-BD76-FAC3FF9A67B0}" dt="2023-04-10T02:26:26.098" v="844"/>
          <ac:spMkLst>
            <pc:docMk/>
            <pc:sldMk cId="149198506" sldId="387"/>
            <ac:spMk id="3" creationId="{41ED20B8-5B83-E49A-6779-5F82DA59AD25}"/>
          </ac:spMkLst>
        </pc:spChg>
        <pc:spChg chg="mod">
          <ac:chgData name="Fei Zheng" userId="d19317889db4c986" providerId="LiveId" clId="{55C81219-3E80-8A4F-BD76-FAC3FF9A67B0}" dt="2023-04-10T02:23:25.190" v="788" actId="20577"/>
          <ac:spMkLst>
            <pc:docMk/>
            <pc:sldMk cId="149198506" sldId="387"/>
            <ac:spMk id="4" creationId="{4B05CCBD-B72C-E3E7-F985-86AF35FD990D}"/>
          </ac:spMkLst>
        </pc:spChg>
        <pc:spChg chg="mod">
          <ac:chgData name="Fei Zheng" userId="d19317889db4c986" providerId="LiveId" clId="{55C81219-3E80-8A4F-BD76-FAC3FF9A67B0}" dt="2023-04-10T02:23:54.793" v="805" actId="14100"/>
          <ac:spMkLst>
            <pc:docMk/>
            <pc:sldMk cId="149198506" sldId="387"/>
            <ac:spMk id="6" creationId="{496F3593-4E9D-625E-9D13-41E8A40E9EF6}"/>
          </ac:spMkLst>
        </pc:spChg>
        <pc:spChg chg="del mod">
          <ac:chgData name="Fei Zheng" userId="d19317889db4c986" providerId="LiveId" clId="{55C81219-3E80-8A4F-BD76-FAC3FF9A67B0}" dt="2023-04-10T02:26:25.618" v="843" actId="478"/>
          <ac:spMkLst>
            <pc:docMk/>
            <pc:sldMk cId="149198506" sldId="387"/>
            <ac:spMk id="13" creationId="{C1FB2AD7-C681-F36E-81C2-25381CF37396}"/>
          </ac:spMkLst>
        </pc:spChg>
        <pc:spChg chg="mod">
          <ac:chgData name="Fei Zheng" userId="d19317889db4c986" providerId="LiveId" clId="{55C81219-3E80-8A4F-BD76-FAC3FF9A67B0}" dt="2023-04-10T02:23:28.666" v="790" actId="20577"/>
          <ac:spMkLst>
            <pc:docMk/>
            <pc:sldMk cId="149198506" sldId="387"/>
            <ac:spMk id="16" creationId="{C26B5577-CAC4-44EB-1013-256852042BFF}"/>
          </ac:spMkLst>
        </pc:spChg>
        <pc:cxnChg chg="add mod">
          <ac:chgData name="Fei Zheng" userId="d19317889db4c986" providerId="LiveId" clId="{55C81219-3E80-8A4F-BD76-FAC3FF9A67B0}" dt="2023-04-09T08:38:14.808" v="496"/>
          <ac:cxnSpMkLst>
            <pc:docMk/>
            <pc:sldMk cId="149198506" sldId="387"/>
            <ac:cxnSpMk id="2" creationId="{EC90E246-EB63-4799-AD33-BFE3869A9167}"/>
          </ac:cxnSpMkLst>
        </pc:cxnChg>
      </pc:sldChg>
      <pc:sldChg chg="addSp delSp modSp mod modAnim">
        <pc:chgData name="Fei Zheng" userId="d19317889db4c986" providerId="LiveId" clId="{55C81219-3E80-8A4F-BD76-FAC3FF9A67B0}" dt="2023-04-17T12:53:33.040" v="2199" actId="478"/>
        <pc:sldMkLst>
          <pc:docMk/>
          <pc:sldMk cId="2547021445" sldId="388"/>
        </pc:sldMkLst>
        <pc:spChg chg="mod">
          <ac:chgData name="Fei Zheng" userId="d19317889db4c986" providerId="LiveId" clId="{55C81219-3E80-8A4F-BD76-FAC3FF9A67B0}" dt="2023-04-10T02:28:04.502" v="858" actId="20577"/>
          <ac:spMkLst>
            <pc:docMk/>
            <pc:sldMk cId="2547021445" sldId="388"/>
            <ac:spMk id="6" creationId="{496F3593-4E9D-625E-9D13-41E8A40E9EF6}"/>
          </ac:spMkLst>
        </pc:spChg>
        <pc:spChg chg="del">
          <ac:chgData name="Fei Zheng" userId="d19317889db4c986" providerId="LiveId" clId="{55C81219-3E80-8A4F-BD76-FAC3FF9A67B0}" dt="2023-04-17T12:53:33.040" v="2199" actId="478"/>
          <ac:spMkLst>
            <pc:docMk/>
            <pc:sldMk cId="2547021445" sldId="388"/>
            <ac:spMk id="9" creationId="{5A58C47C-96FA-E1BD-C574-DED6B0136280}"/>
          </ac:spMkLst>
        </pc:spChg>
        <pc:spChg chg="mod">
          <ac:chgData name="Fei Zheng" userId="d19317889db4c986" providerId="LiveId" clId="{55C81219-3E80-8A4F-BD76-FAC3FF9A67B0}" dt="2023-04-09T08:01:58.429" v="39" actId="207"/>
          <ac:spMkLst>
            <pc:docMk/>
            <pc:sldMk cId="2547021445" sldId="388"/>
            <ac:spMk id="13" creationId="{C1FB2AD7-C681-F36E-81C2-25381CF37396}"/>
          </ac:spMkLst>
        </pc:spChg>
        <pc:cxnChg chg="add mod">
          <ac:chgData name="Fei Zheng" userId="d19317889db4c986" providerId="LiveId" clId="{55C81219-3E80-8A4F-BD76-FAC3FF9A67B0}" dt="2023-04-09T08:38:16.582" v="497"/>
          <ac:cxnSpMkLst>
            <pc:docMk/>
            <pc:sldMk cId="2547021445" sldId="388"/>
            <ac:cxnSpMk id="3" creationId="{BF898660-59C9-33B1-12E9-1BF78D363BEA}"/>
          </ac:cxnSpMkLst>
        </pc:cxnChg>
      </pc:sldChg>
      <pc:sldChg chg="addSp modSp mod">
        <pc:chgData name="Fei Zheng" userId="d19317889db4c986" providerId="LiveId" clId="{55C81219-3E80-8A4F-BD76-FAC3FF9A67B0}" dt="2023-04-10T03:35:56.724" v="1494" actId="20577"/>
        <pc:sldMkLst>
          <pc:docMk/>
          <pc:sldMk cId="2795812651" sldId="393"/>
        </pc:sldMkLst>
        <pc:spChg chg="add mod">
          <ac:chgData name="Fei Zheng" userId="d19317889db4c986" providerId="LiveId" clId="{55C81219-3E80-8A4F-BD76-FAC3FF9A67B0}" dt="2023-04-10T03:35:56.724" v="1494" actId="20577"/>
          <ac:spMkLst>
            <pc:docMk/>
            <pc:sldMk cId="2795812651" sldId="393"/>
            <ac:spMk id="3" creationId="{2C1D0591-D4E4-54D2-16C6-FCEB18B3B569}"/>
          </ac:spMkLst>
        </pc:spChg>
        <pc:spChg chg="mod">
          <ac:chgData name="Fei Zheng" userId="d19317889db4c986" providerId="LiveId" clId="{55C81219-3E80-8A4F-BD76-FAC3FF9A67B0}" dt="2023-04-09T08:02:18.547" v="44" actId="207"/>
          <ac:spMkLst>
            <pc:docMk/>
            <pc:sldMk cId="2795812651" sldId="393"/>
            <ac:spMk id="6" creationId="{94C8F9F9-8E84-0A88-67B1-D30FDFB6351A}"/>
          </ac:spMkLst>
        </pc:spChg>
        <pc:picChg chg="mod">
          <ac:chgData name="Fei Zheng" userId="d19317889db4c986" providerId="LiveId" clId="{55C81219-3E80-8A4F-BD76-FAC3FF9A67B0}" dt="2023-04-10T03:35:48.298" v="1490" actId="1076"/>
          <ac:picMkLst>
            <pc:docMk/>
            <pc:sldMk cId="2795812651" sldId="393"/>
            <ac:picMk id="5" creationId="{FA5F7F39-D02A-6B50-20DE-3C0B2EF6EB38}"/>
          </ac:picMkLst>
        </pc:picChg>
        <pc:picChg chg="mod">
          <ac:chgData name="Fei Zheng" userId="d19317889db4c986" providerId="LiveId" clId="{55C81219-3E80-8A4F-BD76-FAC3FF9A67B0}" dt="2023-04-10T03:35:48.298" v="1490" actId="1076"/>
          <ac:picMkLst>
            <pc:docMk/>
            <pc:sldMk cId="2795812651" sldId="393"/>
            <ac:picMk id="8" creationId="{C5CAEA9B-27D8-02C5-51EA-657F7326D0B6}"/>
          </ac:picMkLst>
        </pc:picChg>
        <pc:cxnChg chg="add mod">
          <ac:chgData name="Fei Zheng" userId="d19317889db4c986" providerId="LiveId" clId="{55C81219-3E80-8A4F-BD76-FAC3FF9A67B0}" dt="2023-04-09T08:38:24.761" v="502"/>
          <ac:cxnSpMkLst>
            <pc:docMk/>
            <pc:sldMk cId="2795812651" sldId="393"/>
            <ac:cxnSpMk id="2" creationId="{8CD6577F-310F-0CA5-D275-B900F98F069C}"/>
          </ac:cxnSpMkLst>
        </pc:cxnChg>
      </pc:sldChg>
      <pc:sldChg chg="addSp delSp modSp mod modAnim">
        <pc:chgData name="Fei Zheng" userId="d19317889db4c986" providerId="LiveId" clId="{55C81219-3E80-8A4F-BD76-FAC3FF9A67B0}" dt="2023-04-09T08:27:10.988" v="321"/>
        <pc:sldMkLst>
          <pc:docMk/>
          <pc:sldMk cId="834751018" sldId="399"/>
        </pc:sldMkLst>
        <pc:spChg chg="add mod">
          <ac:chgData name="Fei Zheng" userId="d19317889db4c986" providerId="LiveId" clId="{55C81219-3E80-8A4F-BD76-FAC3FF9A67B0}" dt="2023-04-09T08:19:05.402" v="240"/>
          <ac:spMkLst>
            <pc:docMk/>
            <pc:sldMk cId="834751018" sldId="399"/>
            <ac:spMk id="2" creationId="{8663CDD7-B96D-A1E0-60CB-6452C0870AA7}"/>
          </ac:spMkLst>
        </pc:spChg>
        <pc:spChg chg="mod">
          <ac:chgData name="Fei Zheng" userId="d19317889db4c986" providerId="LiveId" clId="{55C81219-3E80-8A4F-BD76-FAC3FF9A67B0}" dt="2023-04-09T08:26:32.057" v="318" actId="1038"/>
          <ac:spMkLst>
            <pc:docMk/>
            <pc:sldMk cId="834751018" sldId="399"/>
            <ac:spMk id="4" creationId="{30C4CF51-2851-3FDD-F426-25B651916BAA}"/>
          </ac:spMkLst>
        </pc:spChg>
        <pc:spChg chg="del mod">
          <ac:chgData name="Fei Zheng" userId="d19317889db4c986" providerId="LiveId" clId="{55C81219-3E80-8A4F-BD76-FAC3FF9A67B0}" dt="2023-04-09T08:19:04.772" v="239" actId="478"/>
          <ac:spMkLst>
            <pc:docMk/>
            <pc:sldMk cId="834751018" sldId="399"/>
            <ac:spMk id="6" creationId="{E3292854-27EB-7F78-D1C4-EED3F4B37FA9}"/>
          </ac:spMkLst>
        </pc:spChg>
        <pc:spChg chg="add mod">
          <ac:chgData name="Fei Zheng" userId="d19317889db4c986" providerId="LiveId" clId="{55C81219-3E80-8A4F-BD76-FAC3FF9A67B0}" dt="2023-04-09T08:26:45.279" v="319"/>
          <ac:spMkLst>
            <pc:docMk/>
            <pc:sldMk cId="834751018" sldId="399"/>
            <ac:spMk id="7" creationId="{96198706-AC13-3CE5-1227-2B211DDFAD21}"/>
          </ac:spMkLst>
        </pc:spChg>
        <pc:cxnChg chg="add mod">
          <ac:chgData name="Fei Zheng" userId="d19317889db4c986" providerId="LiveId" clId="{55C81219-3E80-8A4F-BD76-FAC3FF9A67B0}" dt="2023-04-09T08:19:05.402" v="240"/>
          <ac:cxnSpMkLst>
            <pc:docMk/>
            <pc:sldMk cId="834751018" sldId="399"/>
            <ac:cxnSpMk id="3" creationId="{6F33D0F3-0BB1-84DA-6592-FE4A3FBAB40B}"/>
          </ac:cxnSpMkLst>
        </pc:cxnChg>
      </pc:sldChg>
      <pc:sldChg chg="addSp delSp modSp mod modAnim">
        <pc:chgData name="Fei Zheng" userId="d19317889db4c986" providerId="LiveId" clId="{55C81219-3E80-8A4F-BD76-FAC3FF9A67B0}" dt="2023-04-09T08:27:30.538" v="324"/>
        <pc:sldMkLst>
          <pc:docMk/>
          <pc:sldMk cId="168023247" sldId="400"/>
        </pc:sldMkLst>
        <pc:spChg chg="add del mod">
          <ac:chgData name="Fei Zheng" userId="d19317889db4c986" providerId="LiveId" clId="{55C81219-3E80-8A4F-BD76-FAC3FF9A67B0}" dt="2023-04-09T08:19:53.634" v="259" actId="478"/>
          <ac:spMkLst>
            <pc:docMk/>
            <pc:sldMk cId="168023247" sldId="400"/>
            <ac:spMk id="2" creationId="{0923C889-8E0E-B51B-EC2A-B89E58B53C52}"/>
          </ac:spMkLst>
        </pc:spChg>
        <pc:spChg chg="add mod">
          <ac:chgData name="Fei Zheng" userId="d19317889db4c986" providerId="LiveId" clId="{55C81219-3E80-8A4F-BD76-FAC3FF9A67B0}" dt="2023-04-09T08:19:59.043" v="262"/>
          <ac:spMkLst>
            <pc:docMk/>
            <pc:sldMk cId="168023247" sldId="400"/>
            <ac:spMk id="4" creationId="{AC8DA015-E157-CD49-0124-ABAE41083D4F}"/>
          </ac:spMkLst>
        </pc:spChg>
        <pc:spChg chg="add mod">
          <ac:chgData name="Fei Zheng" userId="d19317889db4c986" providerId="LiveId" clId="{55C81219-3E80-8A4F-BD76-FAC3FF9A67B0}" dt="2023-04-09T08:26:50.291" v="320"/>
          <ac:spMkLst>
            <pc:docMk/>
            <pc:sldMk cId="168023247" sldId="400"/>
            <ac:spMk id="6" creationId="{43BEE142-8098-D329-F488-04C444088C0E}"/>
          </ac:spMkLst>
        </pc:spChg>
        <pc:spChg chg="del">
          <ac:chgData name="Fei Zheng" userId="d19317889db4c986" providerId="LiveId" clId="{55C81219-3E80-8A4F-BD76-FAC3FF9A67B0}" dt="2023-04-09T08:20:20.367" v="263" actId="478"/>
          <ac:spMkLst>
            <pc:docMk/>
            <pc:sldMk cId="168023247" sldId="400"/>
            <ac:spMk id="7" creationId="{9C53C49E-8284-4DA1-BDD6-C475A1808E44}"/>
          </ac:spMkLst>
        </pc:spChg>
        <pc:spChg chg="del mod">
          <ac:chgData name="Fei Zheng" userId="d19317889db4c986" providerId="LiveId" clId="{55C81219-3E80-8A4F-BD76-FAC3FF9A67B0}" dt="2023-04-09T08:19:56.110" v="260" actId="478"/>
          <ac:spMkLst>
            <pc:docMk/>
            <pc:sldMk cId="168023247" sldId="400"/>
            <ac:spMk id="16" creationId="{212F567D-5159-35C2-ED96-D47BC304CB60}"/>
          </ac:spMkLst>
        </pc:spChg>
        <pc:spChg chg="mod">
          <ac:chgData name="Fei Zheng" userId="d19317889db4c986" providerId="LiveId" clId="{55C81219-3E80-8A4F-BD76-FAC3FF9A67B0}" dt="2023-04-09T08:21:33.784" v="291" actId="20577"/>
          <ac:spMkLst>
            <pc:docMk/>
            <pc:sldMk cId="168023247" sldId="400"/>
            <ac:spMk id="18" creationId="{D7DFA2D8-E39A-4D9F-8702-99A25E30D9A3}"/>
          </ac:spMkLst>
        </pc:spChg>
        <pc:spChg chg="mod">
          <ac:chgData name="Fei Zheng" userId="d19317889db4c986" providerId="LiveId" clId="{55C81219-3E80-8A4F-BD76-FAC3FF9A67B0}" dt="2023-04-09T08:21:33.784" v="291" actId="20577"/>
          <ac:spMkLst>
            <pc:docMk/>
            <pc:sldMk cId="168023247" sldId="400"/>
            <ac:spMk id="19" creationId="{B132BE22-790A-B26E-FB0A-A4512D118C0E}"/>
          </ac:spMkLst>
        </pc:spChg>
        <pc:spChg chg="mod">
          <ac:chgData name="Fei Zheng" userId="d19317889db4c986" providerId="LiveId" clId="{55C81219-3E80-8A4F-BD76-FAC3FF9A67B0}" dt="2023-04-09T08:22:02.003" v="295" actId="20577"/>
          <ac:spMkLst>
            <pc:docMk/>
            <pc:sldMk cId="168023247" sldId="400"/>
            <ac:spMk id="20" creationId="{3CDA3D83-0EB8-8D96-A489-B733379CCE4C}"/>
          </ac:spMkLst>
        </pc:spChg>
        <pc:spChg chg="mod">
          <ac:chgData name="Fei Zheng" userId="d19317889db4c986" providerId="LiveId" clId="{55C81219-3E80-8A4F-BD76-FAC3FF9A67B0}" dt="2023-04-09T08:22:05.268" v="297" actId="20577"/>
          <ac:spMkLst>
            <pc:docMk/>
            <pc:sldMk cId="168023247" sldId="400"/>
            <ac:spMk id="22" creationId="{F69A1F4B-A6BC-9BBA-7B5F-10A2FED3BFBC}"/>
          </ac:spMkLst>
        </pc:spChg>
        <pc:spChg chg="mod">
          <ac:chgData name="Fei Zheng" userId="d19317889db4c986" providerId="LiveId" clId="{55C81219-3E80-8A4F-BD76-FAC3FF9A67B0}" dt="2023-04-09T08:21:33.784" v="291" actId="20577"/>
          <ac:spMkLst>
            <pc:docMk/>
            <pc:sldMk cId="168023247" sldId="400"/>
            <ac:spMk id="24" creationId="{A284D2BD-618C-344A-200A-6D801D5AFD1D}"/>
          </ac:spMkLst>
        </pc:spChg>
        <pc:spChg chg="mod">
          <ac:chgData name="Fei Zheng" userId="d19317889db4c986" providerId="LiveId" clId="{55C81219-3E80-8A4F-BD76-FAC3FF9A67B0}" dt="2023-04-09T08:21:33.784" v="291" actId="20577"/>
          <ac:spMkLst>
            <pc:docMk/>
            <pc:sldMk cId="168023247" sldId="400"/>
            <ac:spMk id="26" creationId="{83F92550-5B04-6CC6-93CE-F795F57046E3}"/>
          </ac:spMkLst>
        </pc:spChg>
        <pc:spChg chg="mod">
          <ac:chgData name="Fei Zheng" userId="d19317889db4c986" providerId="LiveId" clId="{55C81219-3E80-8A4F-BD76-FAC3FF9A67B0}" dt="2023-04-09T08:21:54.188" v="293" actId="114"/>
          <ac:spMkLst>
            <pc:docMk/>
            <pc:sldMk cId="168023247" sldId="400"/>
            <ac:spMk id="32" creationId="{DECDA39D-A505-BA41-317C-5B7234E50439}"/>
          </ac:spMkLst>
        </pc:spChg>
        <pc:grpChg chg="mod">
          <ac:chgData name="Fei Zheng" userId="d19317889db4c986" providerId="LiveId" clId="{55C81219-3E80-8A4F-BD76-FAC3FF9A67B0}" dt="2023-04-09T08:21:33.784" v="291" actId="20577"/>
          <ac:grpSpMkLst>
            <pc:docMk/>
            <pc:sldMk cId="168023247" sldId="400"/>
            <ac:grpSpMk id="11" creationId="{6396CB34-DD15-6F6E-57BE-E9F3B1F71004}"/>
          </ac:grpSpMkLst>
        </pc:grpChg>
        <pc:cxnChg chg="add del mod">
          <ac:chgData name="Fei Zheng" userId="d19317889db4c986" providerId="LiveId" clId="{55C81219-3E80-8A4F-BD76-FAC3FF9A67B0}" dt="2023-04-09T08:19:57.965" v="261" actId="478"/>
          <ac:cxnSpMkLst>
            <pc:docMk/>
            <pc:sldMk cId="168023247" sldId="400"/>
            <ac:cxnSpMk id="3" creationId="{CFA90534-E16A-17DD-69A4-6BD82003A87E}"/>
          </ac:cxnSpMkLst>
        </pc:cxnChg>
        <pc:cxnChg chg="add mod">
          <ac:chgData name="Fei Zheng" userId="d19317889db4c986" providerId="LiveId" clId="{55C81219-3E80-8A4F-BD76-FAC3FF9A67B0}" dt="2023-04-09T08:19:59.043" v="262"/>
          <ac:cxnSpMkLst>
            <pc:docMk/>
            <pc:sldMk cId="168023247" sldId="400"/>
            <ac:cxnSpMk id="5" creationId="{A42A773B-9567-87A3-4E38-BF29CB534E3D}"/>
          </ac:cxnSpMkLst>
        </pc:cxnChg>
      </pc:sldChg>
      <pc:sldChg chg="addSp delSp modSp mod delAnim">
        <pc:chgData name="Fei Zheng" userId="d19317889db4c986" providerId="LiveId" clId="{55C81219-3E80-8A4F-BD76-FAC3FF9A67B0}" dt="2023-04-17T12:47:26.662" v="2192" actId="2085"/>
        <pc:sldMkLst>
          <pc:docMk/>
          <pc:sldMk cId="3004679941" sldId="401"/>
        </pc:sldMkLst>
        <pc:spChg chg="del mod">
          <ac:chgData name="Fei Zheng" userId="d19317889db4c986" providerId="LiveId" clId="{55C81219-3E80-8A4F-BD76-FAC3FF9A67B0}" dt="2023-04-09T08:37:37.512" v="490" actId="478"/>
          <ac:spMkLst>
            <pc:docMk/>
            <pc:sldMk cId="3004679941" sldId="401"/>
            <ac:spMk id="3" creationId="{0CBAB456-C309-E67B-053E-2E839D87B942}"/>
          </ac:spMkLst>
        </pc:spChg>
        <pc:spChg chg="del mod">
          <ac:chgData name="Fei Zheng" userId="d19317889db4c986" providerId="LiveId" clId="{55C81219-3E80-8A4F-BD76-FAC3FF9A67B0}" dt="2023-04-13T05:49:47.265" v="1791" actId="478"/>
          <ac:spMkLst>
            <pc:docMk/>
            <pc:sldMk cId="3004679941" sldId="401"/>
            <ac:spMk id="5" creationId="{0C7178F3-50B6-FCA8-A5B3-A408C60537D4}"/>
          </ac:spMkLst>
        </pc:spChg>
        <pc:spChg chg="add mod">
          <ac:chgData name="Fei Zheng" userId="d19317889db4c986" providerId="LiveId" clId="{55C81219-3E80-8A4F-BD76-FAC3FF9A67B0}" dt="2023-04-17T12:47:26.662" v="2192" actId="2085"/>
          <ac:spMkLst>
            <pc:docMk/>
            <pc:sldMk cId="3004679941" sldId="401"/>
            <ac:spMk id="6" creationId="{242FC51E-99C2-B3DA-99C2-DE2ABBB627B0}"/>
          </ac:spMkLst>
        </pc:spChg>
        <pc:spChg chg="add mod">
          <ac:chgData name="Fei Zheng" userId="d19317889db4c986" providerId="LiveId" clId="{55C81219-3E80-8A4F-BD76-FAC3FF9A67B0}" dt="2023-04-09T08:37:41.232" v="493" actId="20577"/>
          <ac:spMkLst>
            <pc:docMk/>
            <pc:sldMk cId="3004679941" sldId="401"/>
            <ac:spMk id="7" creationId="{65EEA7EC-E987-FC33-F384-F9169D82E903}"/>
          </ac:spMkLst>
        </pc:spChg>
        <pc:cxnChg chg="add mod">
          <ac:chgData name="Fei Zheng" userId="d19317889db4c986" providerId="LiveId" clId="{55C81219-3E80-8A4F-BD76-FAC3FF9A67B0}" dt="2023-04-09T08:35:32.053" v="475"/>
          <ac:cxnSpMkLst>
            <pc:docMk/>
            <pc:sldMk cId="3004679941" sldId="401"/>
            <ac:cxnSpMk id="4" creationId="{4258737A-ED7E-1C45-4396-F20992069E34}"/>
          </ac:cxnSpMkLst>
        </pc:cxnChg>
      </pc:sldChg>
      <pc:sldChg chg="addSp delSp modSp mod delAnim modAnim">
        <pc:chgData name="Fei Zheng" userId="d19317889db4c986" providerId="LiveId" clId="{55C81219-3E80-8A4F-BD76-FAC3FF9A67B0}" dt="2023-04-13T05:47:09.184" v="1766" actId="478"/>
        <pc:sldMkLst>
          <pc:docMk/>
          <pc:sldMk cId="3800600618" sldId="404"/>
        </pc:sldMkLst>
        <pc:spChg chg="add mod">
          <ac:chgData name="Fei Zheng" userId="d19317889db4c986" providerId="LiveId" clId="{55C81219-3E80-8A4F-BD76-FAC3FF9A67B0}" dt="2023-04-09T08:27:42.369" v="328" actId="20577"/>
          <ac:spMkLst>
            <pc:docMk/>
            <pc:sldMk cId="3800600618" sldId="404"/>
            <ac:spMk id="2" creationId="{C4089BFE-8C22-403B-C691-864C2E3E2B62}"/>
          </ac:spMkLst>
        </pc:spChg>
        <pc:spChg chg="mod">
          <ac:chgData name="Fei Zheng" userId="d19317889db4c986" providerId="LiveId" clId="{55C81219-3E80-8A4F-BD76-FAC3FF9A67B0}" dt="2023-04-09T08:28:12.052" v="348" actId="114"/>
          <ac:spMkLst>
            <pc:docMk/>
            <pc:sldMk cId="3800600618" sldId="404"/>
            <ac:spMk id="4" creationId="{53ED282F-8338-413B-ADB5-E7C0D048A32E}"/>
          </ac:spMkLst>
        </pc:spChg>
        <pc:spChg chg="add mod">
          <ac:chgData name="Fei Zheng" userId="d19317889db4c986" providerId="LiveId" clId="{55C81219-3E80-8A4F-BD76-FAC3FF9A67B0}" dt="2023-04-09T08:27:54.566" v="329"/>
          <ac:spMkLst>
            <pc:docMk/>
            <pc:sldMk cId="3800600618" sldId="404"/>
            <ac:spMk id="5" creationId="{4404F3E8-C640-858A-CF46-603CA791116C}"/>
          </ac:spMkLst>
        </pc:spChg>
        <pc:spChg chg="add mod">
          <ac:chgData name="Fei Zheng" userId="d19317889db4c986" providerId="LiveId" clId="{55C81219-3E80-8A4F-BD76-FAC3FF9A67B0}" dt="2023-04-10T02:10:30.961" v="574" actId="207"/>
          <ac:spMkLst>
            <pc:docMk/>
            <pc:sldMk cId="3800600618" sldId="404"/>
            <ac:spMk id="6" creationId="{1EC2298A-E3D8-6D6E-2156-117CC4A78A6F}"/>
          </ac:spMkLst>
        </pc:spChg>
        <pc:spChg chg="del mod">
          <ac:chgData name="Fei Zheng" userId="d19317889db4c986" providerId="LiveId" clId="{55C81219-3E80-8A4F-BD76-FAC3FF9A67B0}" dt="2023-04-09T08:27:33.852" v="325" actId="478"/>
          <ac:spMkLst>
            <pc:docMk/>
            <pc:sldMk cId="3800600618" sldId="404"/>
            <ac:spMk id="11" creationId="{E5932CD0-A689-3F0F-8D14-0AD8CDE80A7E}"/>
          </ac:spMkLst>
        </pc:spChg>
        <pc:spChg chg="del mod">
          <ac:chgData name="Fei Zheng" userId="d19317889db4c986" providerId="LiveId" clId="{55C81219-3E80-8A4F-BD76-FAC3FF9A67B0}" dt="2023-04-13T05:47:05.672" v="1764" actId="478"/>
          <ac:spMkLst>
            <pc:docMk/>
            <pc:sldMk cId="3800600618" sldId="404"/>
            <ac:spMk id="12" creationId="{EEE81206-CCE8-B6F9-0770-2B985CB43FEA}"/>
          </ac:spMkLst>
        </pc:spChg>
        <pc:spChg chg="del mod">
          <ac:chgData name="Fei Zheng" userId="d19317889db4c986" providerId="LiveId" clId="{55C81219-3E80-8A4F-BD76-FAC3FF9A67B0}" dt="2023-04-09T08:28:52.379" v="358" actId="478"/>
          <ac:spMkLst>
            <pc:docMk/>
            <pc:sldMk cId="3800600618" sldId="404"/>
            <ac:spMk id="14" creationId="{52D214F2-B1D7-7E73-0CD4-4E3D0F09B1F0}"/>
          </ac:spMkLst>
        </pc:spChg>
        <pc:spChg chg="del mod">
          <ac:chgData name="Fei Zheng" userId="d19317889db4c986" providerId="LiveId" clId="{55C81219-3E80-8A4F-BD76-FAC3FF9A67B0}" dt="2023-04-13T05:47:07.454" v="1765" actId="478"/>
          <ac:spMkLst>
            <pc:docMk/>
            <pc:sldMk cId="3800600618" sldId="404"/>
            <ac:spMk id="15" creationId="{BE32C3E2-7D47-7C6E-0C45-CCBF75585028}"/>
          </ac:spMkLst>
        </pc:spChg>
        <pc:spChg chg="mod">
          <ac:chgData name="Fei Zheng" userId="d19317889db4c986" providerId="LiveId" clId="{55C81219-3E80-8A4F-BD76-FAC3FF9A67B0}" dt="2023-04-09T08:28:45.121" v="355" actId="1076"/>
          <ac:spMkLst>
            <pc:docMk/>
            <pc:sldMk cId="3800600618" sldId="404"/>
            <ac:spMk id="16" creationId="{6C13A943-7F25-EB7A-4D25-A79697058719}"/>
          </ac:spMkLst>
        </pc:spChg>
        <pc:spChg chg="del mod">
          <ac:chgData name="Fei Zheng" userId="d19317889db4c986" providerId="LiveId" clId="{55C81219-3E80-8A4F-BD76-FAC3FF9A67B0}" dt="2023-04-13T05:47:09.184" v="1766" actId="478"/>
          <ac:spMkLst>
            <pc:docMk/>
            <pc:sldMk cId="3800600618" sldId="404"/>
            <ac:spMk id="18" creationId="{C9BA888C-F064-D1A4-FE1F-D24234133C39}"/>
          </ac:spMkLst>
        </pc:spChg>
        <pc:spChg chg="mod">
          <ac:chgData name="Fei Zheng" userId="d19317889db4c986" providerId="LiveId" clId="{55C81219-3E80-8A4F-BD76-FAC3FF9A67B0}" dt="2023-04-09T08:29:43.695" v="383" actId="1035"/>
          <ac:spMkLst>
            <pc:docMk/>
            <pc:sldMk cId="3800600618" sldId="404"/>
            <ac:spMk id="21" creationId="{5097929B-2CBF-1AED-8A65-34E9B7FA6F2A}"/>
          </ac:spMkLst>
        </pc:spChg>
        <pc:spChg chg="mod">
          <ac:chgData name="Fei Zheng" userId="d19317889db4c986" providerId="LiveId" clId="{55C81219-3E80-8A4F-BD76-FAC3FF9A67B0}" dt="2023-04-09T08:29:46.698" v="386" actId="1035"/>
          <ac:spMkLst>
            <pc:docMk/>
            <pc:sldMk cId="3800600618" sldId="404"/>
            <ac:spMk id="23" creationId="{84CD322F-FB0A-2B9E-F95C-DA39D8F18A7A}"/>
          </ac:spMkLst>
        </pc:spChg>
        <pc:spChg chg="mod">
          <ac:chgData name="Fei Zheng" userId="d19317889db4c986" providerId="LiveId" clId="{55C81219-3E80-8A4F-BD76-FAC3FF9A67B0}" dt="2023-04-09T08:29:39.726" v="378" actId="1035"/>
          <ac:spMkLst>
            <pc:docMk/>
            <pc:sldMk cId="3800600618" sldId="404"/>
            <ac:spMk id="26" creationId="{83F92550-5B04-6CC6-93CE-F795F57046E3}"/>
          </ac:spMkLst>
        </pc:spChg>
        <pc:cxnChg chg="add mod">
          <ac:chgData name="Fei Zheng" userId="d19317889db4c986" providerId="LiveId" clId="{55C81219-3E80-8A4F-BD76-FAC3FF9A67B0}" dt="2023-04-09T08:27:40.594" v="326"/>
          <ac:cxnSpMkLst>
            <pc:docMk/>
            <pc:sldMk cId="3800600618" sldId="404"/>
            <ac:cxnSpMk id="3" creationId="{A03EC7E1-46E1-EEDC-8155-EFBC49828559}"/>
          </ac:cxnSpMkLst>
        </pc:cxnChg>
      </pc:sldChg>
      <pc:sldChg chg="addSp delSp modSp mod">
        <pc:chgData name="Fei Zheng" userId="d19317889db4c986" providerId="LiveId" clId="{55C81219-3E80-8A4F-BD76-FAC3FF9A67B0}" dt="2023-04-10T02:10:02.574" v="569" actId="20577"/>
        <pc:sldMkLst>
          <pc:docMk/>
          <pc:sldMk cId="3245835744" sldId="405"/>
        </pc:sldMkLst>
        <pc:spChg chg="add mod">
          <ac:chgData name="Fei Zheng" userId="d19317889db4c986" providerId="LiveId" clId="{55C81219-3E80-8A4F-BD76-FAC3FF9A67B0}" dt="2023-04-09T08:30:47.104" v="396"/>
          <ac:spMkLst>
            <pc:docMk/>
            <pc:sldMk cId="3245835744" sldId="405"/>
            <ac:spMk id="2" creationId="{FB19CC4C-1CF3-EDA9-B453-99CD4C44C9B0}"/>
          </ac:spMkLst>
        </pc:spChg>
        <pc:spChg chg="add mod">
          <ac:chgData name="Fei Zheng" userId="d19317889db4c986" providerId="LiveId" clId="{55C81219-3E80-8A4F-BD76-FAC3FF9A67B0}" dt="2023-04-09T08:30:47.104" v="396"/>
          <ac:spMkLst>
            <pc:docMk/>
            <pc:sldMk cId="3245835744" sldId="405"/>
            <ac:spMk id="4" creationId="{680FED62-65D0-73F8-C41A-CEDCF310010A}"/>
          </ac:spMkLst>
        </pc:spChg>
        <pc:spChg chg="del mod">
          <ac:chgData name="Fei Zheng" userId="d19317889db4c986" providerId="LiveId" clId="{55C81219-3E80-8A4F-BD76-FAC3FF9A67B0}" dt="2023-04-09T08:30:40.945" v="395" actId="478"/>
          <ac:spMkLst>
            <pc:docMk/>
            <pc:sldMk cId="3245835744" sldId="405"/>
            <ac:spMk id="14" creationId="{213EF00A-9F43-1D76-BB28-20FB3D902A95}"/>
          </ac:spMkLst>
        </pc:spChg>
        <pc:spChg chg="mod">
          <ac:chgData name="Fei Zheng" userId="d19317889db4c986" providerId="LiveId" clId="{55C81219-3E80-8A4F-BD76-FAC3FF9A67B0}" dt="2023-04-09T08:32:03.228" v="449" actId="1036"/>
          <ac:spMkLst>
            <pc:docMk/>
            <pc:sldMk cId="3245835744" sldId="405"/>
            <ac:spMk id="15" creationId="{BE32C3E2-7D47-7C6E-0C45-CCBF75585028}"/>
          </ac:spMkLst>
        </pc:spChg>
        <pc:spChg chg="mod">
          <ac:chgData name="Fei Zheng" userId="d19317889db4c986" providerId="LiveId" clId="{55C81219-3E80-8A4F-BD76-FAC3FF9A67B0}" dt="2023-04-09T08:32:03.228" v="449" actId="1036"/>
          <ac:spMkLst>
            <pc:docMk/>
            <pc:sldMk cId="3245835744" sldId="405"/>
            <ac:spMk id="17" creationId="{D3707F35-38D4-0E70-9ADA-6A6797BDBCD8}"/>
          </ac:spMkLst>
        </pc:spChg>
        <pc:spChg chg="mod">
          <ac:chgData name="Fei Zheng" userId="d19317889db4c986" providerId="LiveId" clId="{55C81219-3E80-8A4F-BD76-FAC3FF9A67B0}" dt="2023-04-09T08:32:07.303" v="465" actId="1036"/>
          <ac:spMkLst>
            <pc:docMk/>
            <pc:sldMk cId="3245835744" sldId="405"/>
            <ac:spMk id="25" creationId="{689042D9-F0CA-B0D4-FC3E-4ABBE4602CEE}"/>
          </ac:spMkLst>
        </pc:spChg>
        <pc:spChg chg="mod">
          <ac:chgData name="Fei Zheng" userId="d19317889db4c986" providerId="LiveId" clId="{55C81219-3E80-8A4F-BD76-FAC3FF9A67B0}" dt="2023-04-09T08:32:16.226" v="466" actId="114"/>
          <ac:spMkLst>
            <pc:docMk/>
            <pc:sldMk cId="3245835744" sldId="405"/>
            <ac:spMk id="29" creationId="{EB282838-62DF-9770-6A40-E825461A4F34}"/>
          </ac:spMkLst>
        </pc:spChg>
        <pc:spChg chg="mod">
          <ac:chgData name="Fei Zheng" userId="d19317889db4c986" providerId="LiveId" clId="{55C81219-3E80-8A4F-BD76-FAC3FF9A67B0}" dt="2023-04-09T08:32:03.228" v="449" actId="1036"/>
          <ac:spMkLst>
            <pc:docMk/>
            <pc:sldMk cId="3245835744" sldId="405"/>
            <ac:spMk id="30" creationId="{F879B21D-E2BB-6FDF-5926-7876712724AE}"/>
          </ac:spMkLst>
        </pc:spChg>
        <pc:spChg chg="mod">
          <ac:chgData name="Fei Zheng" userId="d19317889db4c986" providerId="LiveId" clId="{55C81219-3E80-8A4F-BD76-FAC3FF9A67B0}" dt="2023-04-09T08:32:03.228" v="449" actId="1036"/>
          <ac:spMkLst>
            <pc:docMk/>
            <pc:sldMk cId="3245835744" sldId="405"/>
            <ac:spMk id="33" creationId="{05C23E85-1EDF-4887-BF8C-0EF1F8D17BF9}"/>
          </ac:spMkLst>
        </pc:spChg>
        <pc:spChg chg="mod">
          <ac:chgData name="Fei Zheng" userId="d19317889db4c986" providerId="LiveId" clId="{55C81219-3E80-8A4F-BD76-FAC3FF9A67B0}" dt="2023-04-09T08:31:54.378" v="426" actId="1036"/>
          <ac:spMkLst>
            <pc:docMk/>
            <pc:sldMk cId="3245835744" sldId="405"/>
            <ac:spMk id="35" creationId="{487638DB-8C9A-DFAF-B7C3-960E7C89A9FF}"/>
          </ac:spMkLst>
        </pc:spChg>
        <pc:spChg chg="mod">
          <ac:chgData name="Fei Zheng" userId="d19317889db4c986" providerId="LiveId" clId="{55C81219-3E80-8A4F-BD76-FAC3FF9A67B0}" dt="2023-04-10T02:09:59.442" v="567" actId="20577"/>
          <ac:spMkLst>
            <pc:docMk/>
            <pc:sldMk cId="3245835744" sldId="405"/>
            <ac:spMk id="39" creationId="{058BF265-4706-04C3-004E-0B6AC575ACB8}"/>
          </ac:spMkLst>
        </pc:spChg>
        <pc:spChg chg="mod">
          <ac:chgData name="Fei Zheng" userId="d19317889db4c986" providerId="LiveId" clId="{55C81219-3E80-8A4F-BD76-FAC3FF9A67B0}" dt="2023-04-10T02:10:02.574" v="569" actId="20577"/>
          <ac:spMkLst>
            <pc:docMk/>
            <pc:sldMk cId="3245835744" sldId="405"/>
            <ac:spMk id="41" creationId="{A87EDB5F-A798-A4E3-F16C-DB4B0B9B1D4A}"/>
          </ac:spMkLst>
        </pc:spChg>
        <pc:spChg chg="mod">
          <ac:chgData name="Fei Zheng" userId="d19317889db4c986" providerId="LiveId" clId="{55C81219-3E80-8A4F-BD76-FAC3FF9A67B0}" dt="2023-04-09T08:31:46.718" v="418" actId="1076"/>
          <ac:spMkLst>
            <pc:docMk/>
            <pc:sldMk cId="3245835744" sldId="405"/>
            <ac:spMk id="42" creationId="{EB4C16DD-73A0-2E13-DC8F-B213A1EFF4BA}"/>
          </ac:spMkLst>
        </pc:spChg>
        <pc:spChg chg="mod">
          <ac:chgData name="Fei Zheng" userId="d19317889db4c986" providerId="LiveId" clId="{55C81219-3E80-8A4F-BD76-FAC3FF9A67B0}" dt="2023-04-09T08:31:42.915" v="417" actId="1076"/>
          <ac:spMkLst>
            <pc:docMk/>
            <pc:sldMk cId="3245835744" sldId="405"/>
            <ac:spMk id="43" creationId="{1DFE3A94-ACDD-0D2C-B6BD-D3FC4307B856}"/>
          </ac:spMkLst>
        </pc:spChg>
        <pc:cxnChg chg="add mod">
          <ac:chgData name="Fei Zheng" userId="d19317889db4c986" providerId="LiveId" clId="{55C81219-3E80-8A4F-BD76-FAC3FF9A67B0}" dt="2023-04-09T08:30:47.104" v="396"/>
          <ac:cxnSpMkLst>
            <pc:docMk/>
            <pc:sldMk cId="3245835744" sldId="405"/>
            <ac:cxnSpMk id="3" creationId="{6CF1E944-7670-7DDD-3E9E-7076E26CA09B}"/>
          </ac:cxnSpMkLst>
        </pc:cxnChg>
      </pc:sldChg>
      <pc:sldChg chg="addSp modSp">
        <pc:chgData name="Fei Zheng" userId="d19317889db4c986" providerId="LiveId" clId="{55C81219-3E80-8A4F-BD76-FAC3FF9A67B0}" dt="2023-04-09T08:38:26.081" v="503"/>
        <pc:sldMkLst>
          <pc:docMk/>
          <pc:sldMk cId="1840699804" sldId="406"/>
        </pc:sldMkLst>
        <pc:spChg chg="mod">
          <ac:chgData name="Fei Zheng" userId="d19317889db4c986" providerId="LiveId" clId="{55C81219-3E80-8A4F-BD76-FAC3FF9A67B0}" dt="2023-04-09T08:02:22.196" v="45" actId="207"/>
          <ac:spMkLst>
            <pc:docMk/>
            <pc:sldMk cId="1840699804" sldId="406"/>
            <ac:spMk id="6" creationId="{94C8F9F9-8E84-0A88-67B1-D30FDFB6351A}"/>
          </ac:spMkLst>
        </pc:spChg>
        <pc:cxnChg chg="add mod">
          <ac:chgData name="Fei Zheng" userId="d19317889db4c986" providerId="LiveId" clId="{55C81219-3E80-8A4F-BD76-FAC3FF9A67B0}" dt="2023-04-09T08:38:26.081" v="503"/>
          <ac:cxnSpMkLst>
            <pc:docMk/>
            <pc:sldMk cId="1840699804" sldId="406"/>
            <ac:cxnSpMk id="2" creationId="{4D41C827-C765-F15D-F9AE-1AE414CA4261}"/>
          </ac:cxnSpMkLst>
        </pc:cxnChg>
      </pc:sldChg>
      <pc:sldChg chg="addSp delSp modSp mod">
        <pc:chgData name="Fei Zheng" userId="d19317889db4c986" providerId="LiveId" clId="{55C81219-3E80-8A4F-BD76-FAC3FF9A67B0}" dt="2023-04-17T13:13:36.277" v="2252" actId="207"/>
        <pc:sldMkLst>
          <pc:docMk/>
          <pc:sldMk cId="2796587831" sldId="407"/>
        </pc:sldMkLst>
        <pc:spChg chg="mod">
          <ac:chgData name="Fei Zheng" userId="d19317889db4c986" providerId="LiveId" clId="{55C81219-3E80-8A4F-BD76-FAC3FF9A67B0}" dt="2023-04-17T13:13:36.277" v="2252" actId="207"/>
          <ac:spMkLst>
            <pc:docMk/>
            <pc:sldMk cId="2796587831" sldId="407"/>
            <ac:spMk id="4" creationId="{43B505FB-2DFB-3D2A-4624-D30E086849EE}"/>
          </ac:spMkLst>
        </pc:spChg>
        <pc:spChg chg="del mod">
          <ac:chgData name="Fei Zheng" userId="d19317889db4c986" providerId="LiveId" clId="{55C81219-3E80-8A4F-BD76-FAC3FF9A67B0}" dt="2023-04-10T03:35:40.381" v="1487" actId="21"/>
          <ac:spMkLst>
            <pc:docMk/>
            <pc:sldMk cId="2796587831" sldId="407"/>
            <ac:spMk id="5" creationId="{15A4BC5B-723B-96C0-A0E5-09FB2560F8F3}"/>
          </ac:spMkLst>
        </pc:spChg>
        <pc:spChg chg="mod">
          <ac:chgData name="Fei Zheng" userId="d19317889db4c986" providerId="LiveId" clId="{55C81219-3E80-8A4F-BD76-FAC3FF9A67B0}" dt="2023-04-09T08:02:14.736" v="43" actId="207"/>
          <ac:spMkLst>
            <pc:docMk/>
            <pc:sldMk cId="2796587831" sldId="407"/>
            <ac:spMk id="6" creationId="{5A3EF9B5-BDFF-3856-DEDF-520B05EC2CCD}"/>
          </ac:spMkLst>
        </pc:spChg>
        <pc:cxnChg chg="add mod">
          <ac:chgData name="Fei Zheng" userId="d19317889db4c986" providerId="LiveId" clId="{55C81219-3E80-8A4F-BD76-FAC3FF9A67B0}" dt="2023-04-09T08:38:23.493" v="501"/>
          <ac:cxnSpMkLst>
            <pc:docMk/>
            <pc:sldMk cId="2796587831" sldId="407"/>
            <ac:cxnSpMk id="2" creationId="{2E061752-41B8-1847-A927-CB28E9B5306D}"/>
          </ac:cxnSpMkLst>
        </pc:cxnChg>
      </pc:sldChg>
      <pc:sldChg chg="addSp delSp modSp mod">
        <pc:chgData name="Fei Zheng" userId="d19317889db4c986" providerId="LiveId" clId="{55C81219-3E80-8A4F-BD76-FAC3FF9A67B0}" dt="2023-04-10T03:24:25.651" v="1254" actId="255"/>
        <pc:sldMkLst>
          <pc:docMk/>
          <pc:sldMk cId="577393801" sldId="408"/>
        </pc:sldMkLst>
        <pc:spChg chg="mod">
          <ac:chgData name="Fei Zheng" userId="d19317889db4c986" providerId="LiveId" clId="{55C81219-3E80-8A4F-BD76-FAC3FF9A67B0}" dt="2023-04-09T08:02:32.997" v="48" actId="207"/>
          <ac:spMkLst>
            <pc:docMk/>
            <pc:sldMk cId="577393801" sldId="408"/>
            <ac:spMk id="3" creationId="{03FC47B1-B4D6-BA84-57BC-DF0790187F7C}"/>
          </ac:spMkLst>
        </pc:spChg>
        <pc:spChg chg="mod">
          <ac:chgData name="Fei Zheng" userId="d19317889db4c986" providerId="LiveId" clId="{55C81219-3E80-8A4F-BD76-FAC3FF9A67B0}" dt="2023-04-10T03:24:25.651" v="1254" actId="255"/>
          <ac:spMkLst>
            <pc:docMk/>
            <pc:sldMk cId="577393801" sldId="408"/>
            <ac:spMk id="4" creationId="{55CDE8FD-2E32-E8D0-A305-3E495F401DFD}"/>
          </ac:spMkLst>
        </pc:spChg>
        <pc:picChg chg="del">
          <ac:chgData name="Fei Zheng" userId="d19317889db4c986" providerId="LiveId" clId="{55C81219-3E80-8A4F-BD76-FAC3FF9A67B0}" dt="2023-04-10T03:24:20.146" v="1253" actId="478"/>
          <ac:picMkLst>
            <pc:docMk/>
            <pc:sldMk cId="577393801" sldId="408"/>
            <ac:picMk id="5" creationId="{F11D986D-E896-D629-C220-FB6359F9A993}"/>
          </ac:picMkLst>
        </pc:picChg>
        <pc:picChg chg="add del mod">
          <ac:chgData name="Fei Zheng" userId="d19317889db4c986" providerId="LiveId" clId="{55C81219-3E80-8A4F-BD76-FAC3FF9A67B0}" dt="2023-04-10T03:24:18.855" v="1252" actId="478"/>
          <ac:picMkLst>
            <pc:docMk/>
            <pc:sldMk cId="577393801" sldId="408"/>
            <ac:picMk id="6" creationId="{8C16B8CC-871A-A44C-BD25-2248D954728E}"/>
          </ac:picMkLst>
        </pc:picChg>
        <pc:cxnChg chg="add mod">
          <ac:chgData name="Fei Zheng" userId="d19317889db4c986" providerId="LiveId" clId="{55C81219-3E80-8A4F-BD76-FAC3FF9A67B0}" dt="2023-04-09T08:38:30.075" v="506"/>
          <ac:cxnSpMkLst>
            <pc:docMk/>
            <pc:sldMk cId="577393801" sldId="408"/>
            <ac:cxnSpMk id="2" creationId="{F97C6FD8-E92D-DF6F-4EB6-1668DAC5C073}"/>
          </ac:cxnSpMkLst>
        </pc:cxnChg>
      </pc:sldChg>
      <pc:sldChg chg="addSp modSp mod">
        <pc:chgData name="Fei Zheng" userId="d19317889db4c986" providerId="LiveId" clId="{55C81219-3E80-8A4F-BD76-FAC3FF9A67B0}" dt="2023-04-10T03:27:42.868" v="1302" actId="404"/>
        <pc:sldMkLst>
          <pc:docMk/>
          <pc:sldMk cId="719106459" sldId="409"/>
        </pc:sldMkLst>
        <pc:spChg chg="mod">
          <ac:chgData name="Fei Zheng" userId="d19317889db4c986" providerId="LiveId" clId="{55C81219-3E80-8A4F-BD76-FAC3FF9A67B0}" dt="2023-04-10T03:26:37.077" v="1275" actId="20577"/>
          <ac:spMkLst>
            <pc:docMk/>
            <pc:sldMk cId="719106459" sldId="409"/>
            <ac:spMk id="3" creationId="{2FBC1791-7922-17CB-2EDF-7C94796B3F85}"/>
          </ac:spMkLst>
        </pc:spChg>
        <pc:spChg chg="mod">
          <ac:chgData name="Fei Zheng" userId="d19317889db4c986" providerId="LiveId" clId="{55C81219-3E80-8A4F-BD76-FAC3FF9A67B0}" dt="2023-04-10T03:27:42.868" v="1302" actId="404"/>
          <ac:spMkLst>
            <pc:docMk/>
            <pc:sldMk cId="719106459" sldId="409"/>
            <ac:spMk id="4" creationId="{1D4684A5-15BC-4733-F5BB-3EECD20C4020}"/>
          </ac:spMkLst>
        </pc:spChg>
        <pc:cxnChg chg="add mod">
          <ac:chgData name="Fei Zheng" userId="d19317889db4c986" providerId="LiveId" clId="{55C81219-3E80-8A4F-BD76-FAC3FF9A67B0}" dt="2023-04-09T08:38:34.332" v="509"/>
          <ac:cxnSpMkLst>
            <pc:docMk/>
            <pc:sldMk cId="719106459" sldId="409"/>
            <ac:cxnSpMk id="2" creationId="{FEE3A795-B861-B50A-91BF-BF79D6406C63}"/>
          </ac:cxnSpMkLst>
        </pc:cxnChg>
      </pc:sldChg>
      <pc:sldChg chg="delSp modSp add mod ord">
        <pc:chgData name="Fei Zheng" userId="d19317889db4c986" providerId="LiveId" clId="{55C81219-3E80-8A4F-BD76-FAC3FF9A67B0}" dt="2023-04-09T08:04:32.344" v="70" actId="20578"/>
        <pc:sldMkLst>
          <pc:docMk/>
          <pc:sldMk cId="946321586" sldId="410"/>
        </pc:sldMkLst>
        <pc:spChg chg="mod">
          <ac:chgData name="Fei Zheng" userId="d19317889db4c986" providerId="LiveId" clId="{55C81219-3E80-8A4F-BD76-FAC3FF9A67B0}" dt="2023-04-09T08:04:24.596" v="69" actId="20577"/>
          <ac:spMkLst>
            <pc:docMk/>
            <pc:sldMk cId="946321586" sldId="410"/>
            <ac:spMk id="3" creationId="{A0F1B26D-C89A-B84D-9C6A-9D8BD9859A00}"/>
          </ac:spMkLst>
        </pc:spChg>
        <pc:spChg chg="del">
          <ac:chgData name="Fei Zheng" userId="d19317889db4c986" providerId="LiveId" clId="{55C81219-3E80-8A4F-BD76-FAC3FF9A67B0}" dt="2023-04-09T08:04:15.614" v="66" actId="478"/>
          <ac:spMkLst>
            <pc:docMk/>
            <pc:sldMk cId="946321586" sldId="410"/>
            <ac:spMk id="4" creationId="{4EFEB556-FB59-A89D-0621-813FDE96AF98}"/>
          </ac:spMkLst>
        </pc:spChg>
      </pc:sldChg>
      <pc:sldChg chg="addSp delSp modSp add del mod">
        <pc:chgData name="Fei Zheng" userId="d19317889db4c986" providerId="LiveId" clId="{55C81219-3E80-8A4F-BD76-FAC3FF9A67B0}" dt="2023-04-09T08:34:39.518" v="470" actId="2696"/>
        <pc:sldMkLst>
          <pc:docMk/>
          <pc:sldMk cId="623443319" sldId="411"/>
        </pc:sldMkLst>
        <pc:spChg chg="del">
          <ac:chgData name="Fei Zheng" userId="d19317889db4c986" providerId="LiveId" clId="{55C81219-3E80-8A4F-BD76-FAC3FF9A67B0}" dt="2023-04-09T08:16:08.917" v="210" actId="478"/>
          <ac:spMkLst>
            <pc:docMk/>
            <pc:sldMk cId="623443319" sldId="411"/>
            <ac:spMk id="3" creationId="{A72D8AD7-8336-85D3-E5BC-8CC0BB0C864C}"/>
          </ac:spMkLst>
        </pc:spChg>
        <pc:spChg chg="del mod">
          <ac:chgData name="Fei Zheng" userId="d19317889db4c986" providerId="LiveId" clId="{55C81219-3E80-8A4F-BD76-FAC3FF9A67B0}" dt="2023-04-09T08:16:15.013" v="214" actId="478"/>
          <ac:spMkLst>
            <pc:docMk/>
            <pc:sldMk cId="623443319" sldId="411"/>
            <ac:spMk id="4" creationId="{850810D9-F61E-EE5C-4BD5-F99346C4C064}"/>
          </ac:spMkLst>
        </pc:spChg>
        <pc:spChg chg="del">
          <ac:chgData name="Fei Zheng" userId="d19317889db4c986" providerId="LiveId" clId="{55C81219-3E80-8A4F-BD76-FAC3FF9A67B0}" dt="2023-04-09T08:16:38.257" v="222" actId="478"/>
          <ac:spMkLst>
            <pc:docMk/>
            <pc:sldMk cId="623443319" sldId="411"/>
            <ac:spMk id="5" creationId="{1A25107F-1485-D751-243A-044BBA3F260C}"/>
          </ac:spMkLst>
        </pc:spChg>
        <pc:spChg chg="del">
          <ac:chgData name="Fei Zheng" userId="d19317889db4c986" providerId="LiveId" clId="{55C81219-3E80-8A4F-BD76-FAC3FF9A67B0}" dt="2023-04-09T08:16:24.302" v="216" actId="478"/>
          <ac:spMkLst>
            <pc:docMk/>
            <pc:sldMk cId="623443319" sldId="411"/>
            <ac:spMk id="6" creationId="{CE5F44EB-48D3-1F85-5CA2-BF39F756E9D5}"/>
          </ac:spMkLst>
        </pc:spChg>
        <pc:spChg chg="del">
          <ac:chgData name="Fei Zheng" userId="d19317889db4c986" providerId="LiveId" clId="{55C81219-3E80-8A4F-BD76-FAC3FF9A67B0}" dt="2023-04-09T08:16:18.309" v="215" actId="478"/>
          <ac:spMkLst>
            <pc:docMk/>
            <pc:sldMk cId="623443319" sldId="411"/>
            <ac:spMk id="7" creationId="{797F5C3F-4C53-09D0-CB78-45FC757B834F}"/>
          </ac:spMkLst>
        </pc:spChg>
        <pc:spChg chg="del mod">
          <ac:chgData name="Fei Zheng" userId="d19317889db4c986" providerId="LiveId" clId="{55C81219-3E80-8A4F-BD76-FAC3FF9A67B0}" dt="2023-04-09T08:16:28.576" v="220" actId="478"/>
          <ac:spMkLst>
            <pc:docMk/>
            <pc:sldMk cId="623443319" sldId="411"/>
            <ac:spMk id="8" creationId="{52CA6C05-D73B-0B1E-F6C5-D87ACDA99806}"/>
          </ac:spMkLst>
        </pc:spChg>
        <pc:spChg chg="add mod">
          <ac:chgData name="Fei Zheng" userId="d19317889db4c986" providerId="LiveId" clId="{55C81219-3E80-8A4F-BD76-FAC3FF9A67B0}" dt="2023-04-09T08:16:34.039" v="221" actId="167"/>
          <ac:spMkLst>
            <pc:docMk/>
            <pc:sldMk cId="623443319" sldId="411"/>
            <ac:spMk id="15" creationId="{3A49DB91-C046-CBC9-8AB5-80A3DEE89C8A}"/>
          </ac:spMkLst>
        </pc:spChg>
        <pc:grpChg chg="del">
          <ac:chgData name="Fei Zheng" userId="d19317889db4c986" providerId="LiveId" clId="{55C81219-3E80-8A4F-BD76-FAC3FF9A67B0}" dt="2023-04-09T08:16:38.257" v="222" actId="478"/>
          <ac:grpSpMkLst>
            <pc:docMk/>
            <pc:sldMk cId="623443319" sldId="411"/>
            <ac:grpSpMk id="9" creationId="{206834E5-CBA1-7C23-B3B5-AE840B46030B}"/>
          </ac:grpSpMkLst>
        </pc:grpChg>
      </pc:sldChg>
      <pc:sldChg chg="addSp delSp modSp add mod modAnim">
        <pc:chgData name="Fei Zheng" userId="d19317889db4c986" providerId="LiveId" clId="{55C81219-3E80-8A4F-BD76-FAC3FF9A67B0}" dt="2023-04-10T02:26:21.316" v="842"/>
        <pc:sldMkLst>
          <pc:docMk/>
          <pc:sldMk cId="2155058960" sldId="411"/>
        </pc:sldMkLst>
        <pc:spChg chg="del">
          <ac:chgData name="Fei Zheng" userId="d19317889db4c986" providerId="LiveId" clId="{55C81219-3E80-8A4F-BD76-FAC3FF9A67B0}" dt="2023-04-10T02:21:11.229" v="758" actId="478"/>
          <ac:spMkLst>
            <pc:docMk/>
            <pc:sldMk cId="2155058960" sldId="411"/>
            <ac:spMk id="2" creationId="{1818B05B-47DA-322E-CC7F-07DE982CCFBB}"/>
          </ac:spMkLst>
        </pc:spChg>
        <pc:spChg chg="mod">
          <ac:chgData name="Fei Zheng" userId="d19317889db4c986" providerId="LiveId" clId="{55C81219-3E80-8A4F-BD76-FAC3FF9A67B0}" dt="2023-04-10T02:21:22.868" v="767" actId="1035"/>
          <ac:spMkLst>
            <pc:docMk/>
            <pc:sldMk cId="2155058960" sldId="411"/>
            <ac:spMk id="3" creationId="{0E08B833-3493-CC67-0D6C-084848F0D920}"/>
          </ac:spMkLst>
        </pc:spChg>
        <pc:spChg chg="mod">
          <ac:chgData name="Fei Zheng" userId="d19317889db4c986" providerId="LiveId" clId="{55C81219-3E80-8A4F-BD76-FAC3FF9A67B0}" dt="2023-04-10T02:23:14.656" v="784" actId="20577"/>
          <ac:spMkLst>
            <pc:docMk/>
            <pc:sldMk cId="2155058960" sldId="411"/>
            <ac:spMk id="4" creationId="{4B05CCBD-B72C-E3E7-F985-86AF35FD990D}"/>
          </ac:spMkLst>
        </pc:spChg>
        <pc:spChg chg="mod">
          <ac:chgData name="Fei Zheng" userId="d19317889db4c986" providerId="LiveId" clId="{55C81219-3E80-8A4F-BD76-FAC3FF9A67B0}" dt="2023-04-10T02:20:46.771" v="748" actId="1037"/>
          <ac:spMkLst>
            <pc:docMk/>
            <pc:sldMk cId="2155058960" sldId="411"/>
            <ac:spMk id="5" creationId="{1C759DA3-1634-773C-A9F4-84432BC71B28}"/>
          </ac:spMkLst>
        </pc:spChg>
        <pc:spChg chg="add mod">
          <ac:chgData name="Fei Zheng" userId="d19317889db4c986" providerId="LiveId" clId="{55C81219-3E80-8A4F-BD76-FAC3FF9A67B0}" dt="2023-04-10T02:26:21.316" v="842"/>
          <ac:spMkLst>
            <pc:docMk/>
            <pc:sldMk cId="2155058960" sldId="411"/>
            <ac:spMk id="9" creationId="{01C7E8A2-EAD3-1D11-1D16-345AB7B10377}"/>
          </ac:spMkLst>
        </pc:spChg>
        <pc:spChg chg="del">
          <ac:chgData name="Fei Zheng" userId="d19317889db4c986" providerId="LiveId" clId="{55C81219-3E80-8A4F-BD76-FAC3FF9A67B0}" dt="2023-04-10T02:26:20.848" v="841" actId="478"/>
          <ac:spMkLst>
            <pc:docMk/>
            <pc:sldMk cId="2155058960" sldId="411"/>
            <ac:spMk id="13" creationId="{C1FB2AD7-C681-F36E-81C2-25381CF37396}"/>
          </ac:spMkLst>
        </pc:spChg>
        <pc:spChg chg="mod">
          <ac:chgData name="Fei Zheng" userId="d19317889db4c986" providerId="LiveId" clId="{55C81219-3E80-8A4F-BD76-FAC3FF9A67B0}" dt="2023-04-10T02:23:17.582" v="786" actId="20577"/>
          <ac:spMkLst>
            <pc:docMk/>
            <pc:sldMk cId="2155058960" sldId="411"/>
            <ac:spMk id="16" creationId="{C26B5577-CAC4-44EB-1013-256852042BFF}"/>
          </ac:spMkLst>
        </pc:spChg>
        <pc:spChg chg="mod">
          <ac:chgData name="Fei Zheng" userId="d19317889db4c986" providerId="LiveId" clId="{55C81219-3E80-8A4F-BD76-FAC3FF9A67B0}" dt="2023-04-10T02:20:34.932" v="738" actId="20577"/>
          <ac:spMkLst>
            <pc:docMk/>
            <pc:sldMk cId="2155058960" sldId="411"/>
            <ac:spMk id="18" creationId="{933FD709-1188-FB34-E731-CB51DFAAC93E}"/>
          </ac:spMkLst>
        </pc:spChg>
      </pc:sldChg>
      <pc:sldChg chg="addSp delSp modSp add mod modAnim">
        <pc:chgData name="Fei Zheng" userId="d19317889db4c986" providerId="LiveId" clId="{55C81219-3E80-8A4F-BD76-FAC3FF9A67B0}" dt="2023-04-13T08:23:33.747" v="2048"/>
        <pc:sldMkLst>
          <pc:docMk/>
          <pc:sldMk cId="1851401911" sldId="412"/>
        </pc:sldMkLst>
        <pc:spChg chg="add mod">
          <ac:chgData name="Fei Zheng" userId="d19317889db4c986" providerId="LiveId" clId="{55C81219-3E80-8A4F-BD76-FAC3FF9A67B0}" dt="2023-04-13T08:23:27.991" v="2047" actId="1037"/>
          <ac:spMkLst>
            <pc:docMk/>
            <pc:sldMk cId="1851401911" sldId="412"/>
            <ac:spMk id="2" creationId="{E8AC10C4-9D44-4BA2-B8FE-3BDA2594FCE9}"/>
          </ac:spMkLst>
        </pc:spChg>
        <pc:spChg chg="del">
          <ac:chgData name="Fei Zheng" userId="d19317889db4c986" providerId="LiveId" clId="{55C81219-3E80-8A4F-BD76-FAC3FF9A67B0}" dt="2023-04-10T02:24:28.076" v="807" actId="478"/>
          <ac:spMkLst>
            <pc:docMk/>
            <pc:sldMk cId="1851401911" sldId="412"/>
            <ac:spMk id="3" creationId="{0E08B833-3493-CC67-0D6C-084848F0D920}"/>
          </ac:spMkLst>
        </pc:spChg>
        <pc:spChg chg="add mod">
          <ac:chgData name="Fei Zheng" userId="d19317889db4c986" providerId="LiveId" clId="{55C81219-3E80-8A4F-BD76-FAC3FF9A67B0}" dt="2023-04-13T08:23:27.991" v="2047" actId="1037"/>
          <ac:spMkLst>
            <pc:docMk/>
            <pc:sldMk cId="1851401911" sldId="412"/>
            <ac:spMk id="3" creationId="{B81547DE-EE2B-5538-A483-F526A4AD6408}"/>
          </ac:spMkLst>
        </pc:spChg>
        <pc:spChg chg="del">
          <ac:chgData name="Fei Zheng" userId="d19317889db4c986" providerId="LiveId" clId="{55C81219-3E80-8A4F-BD76-FAC3FF9A67B0}" dt="2023-04-10T02:24:36.551" v="809" actId="478"/>
          <ac:spMkLst>
            <pc:docMk/>
            <pc:sldMk cId="1851401911" sldId="412"/>
            <ac:spMk id="4" creationId="{4B05CCBD-B72C-E3E7-F985-86AF35FD990D}"/>
          </ac:spMkLst>
        </pc:spChg>
        <pc:spChg chg="add mod">
          <ac:chgData name="Fei Zheng" userId="d19317889db4c986" providerId="LiveId" clId="{55C81219-3E80-8A4F-BD76-FAC3FF9A67B0}" dt="2023-04-13T08:23:27.991" v="2047" actId="1037"/>
          <ac:spMkLst>
            <pc:docMk/>
            <pc:sldMk cId="1851401911" sldId="412"/>
            <ac:spMk id="4" creationId="{AC475863-37AE-800A-9167-34D47E06267C}"/>
          </ac:spMkLst>
        </pc:spChg>
        <pc:spChg chg="del">
          <ac:chgData name="Fei Zheng" userId="d19317889db4c986" providerId="LiveId" clId="{55C81219-3E80-8A4F-BD76-FAC3FF9A67B0}" dt="2023-04-10T02:24:32.955" v="808" actId="478"/>
          <ac:spMkLst>
            <pc:docMk/>
            <pc:sldMk cId="1851401911" sldId="412"/>
            <ac:spMk id="5" creationId="{1C759DA3-1634-773C-A9F4-84432BC71B28}"/>
          </ac:spMkLst>
        </pc:spChg>
        <pc:spChg chg="add mod">
          <ac:chgData name="Fei Zheng" userId="d19317889db4c986" providerId="LiveId" clId="{55C81219-3E80-8A4F-BD76-FAC3FF9A67B0}" dt="2023-04-13T08:23:27.991" v="2047" actId="1037"/>
          <ac:spMkLst>
            <pc:docMk/>
            <pc:sldMk cId="1851401911" sldId="412"/>
            <ac:spMk id="5" creationId="{6AF42E5B-51D8-CC43-B284-F22E397318AB}"/>
          </ac:spMkLst>
        </pc:spChg>
        <pc:spChg chg="add mod">
          <ac:chgData name="Fei Zheng" userId="d19317889db4c986" providerId="LiveId" clId="{55C81219-3E80-8A4F-BD76-FAC3FF9A67B0}" dt="2023-04-13T08:23:09.814" v="1999" actId="1076"/>
          <ac:spMkLst>
            <pc:docMk/>
            <pc:sldMk cId="1851401911" sldId="412"/>
            <ac:spMk id="9" creationId="{FC0BD1E4-6E99-197B-CF54-EB9EA3AA608A}"/>
          </ac:spMkLst>
        </pc:spChg>
        <pc:spChg chg="add mod">
          <ac:chgData name="Fei Zheng" userId="d19317889db4c986" providerId="LiveId" clId="{55C81219-3E80-8A4F-BD76-FAC3FF9A67B0}" dt="2023-04-10T02:26:42.713" v="846"/>
          <ac:spMkLst>
            <pc:docMk/>
            <pc:sldMk cId="1851401911" sldId="412"/>
            <ac:spMk id="10" creationId="{3BAC99BB-9F42-7A96-67EA-A5094B51709B}"/>
          </ac:spMkLst>
        </pc:spChg>
        <pc:spChg chg="add mod">
          <ac:chgData name="Fei Zheng" userId="d19317889db4c986" providerId="LiveId" clId="{55C81219-3E80-8A4F-BD76-FAC3FF9A67B0}" dt="2023-04-13T08:23:27.991" v="2047" actId="1037"/>
          <ac:spMkLst>
            <pc:docMk/>
            <pc:sldMk cId="1851401911" sldId="412"/>
            <ac:spMk id="11" creationId="{A686CB8C-C847-B4B9-B60D-4C0B03E19546}"/>
          </ac:spMkLst>
        </pc:spChg>
        <pc:spChg chg="add mod">
          <ac:chgData name="Fei Zheng" userId="d19317889db4c986" providerId="LiveId" clId="{55C81219-3E80-8A4F-BD76-FAC3FF9A67B0}" dt="2023-04-13T08:23:27.991" v="2047" actId="1037"/>
          <ac:spMkLst>
            <pc:docMk/>
            <pc:sldMk cId="1851401911" sldId="412"/>
            <ac:spMk id="12" creationId="{EF9A2466-A43E-5EA5-B937-FC06F2E362BA}"/>
          </ac:spMkLst>
        </pc:spChg>
        <pc:spChg chg="del">
          <ac:chgData name="Fei Zheng" userId="d19317889db4c986" providerId="LiveId" clId="{55C81219-3E80-8A4F-BD76-FAC3FF9A67B0}" dt="2023-04-10T02:26:42.224" v="845" actId="478"/>
          <ac:spMkLst>
            <pc:docMk/>
            <pc:sldMk cId="1851401911" sldId="412"/>
            <ac:spMk id="13" creationId="{C1FB2AD7-C681-F36E-81C2-25381CF37396}"/>
          </ac:spMkLst>
        </pc:spChg>
        <pc:spChg chg="add mod">
          <ac:chgData name="Fei Zheng" userId="d19317889db4c986" providerId="LiveId" clId="{55C81219-3E80-8A4F-BD76-FAC3FF9A67B0}" dt="2023-04-13T08:23:27.991" v="2047" actId="1037"/>
          <ac:spMkLst>
            <pc:docMk/>
            <pc:sldMk cId="1851401911" sldId="412"/>
            <ac:spMk id="13" creationId="{FB1D01BA-75AB-4BEC-E77C-92011FB469AD}"/>
          </ac:spMkLst>
        </pc:spChg>
        <pc:spChg chg="add mod">
          <ac:chgData name="Fei Zheng" userId="d19317889db4c986" providerId="LiveId" clId="{55C81219-3E80-8A4F-BD76-FAC3FF9A67B0}" dt="2023-04-13T08:23:27.991" v="2047" actId="1037"/>
          <ac:spMkLst>
            <pc:docMk/>
            <pc:sldMk cId="1851401911" sldId="412"/>
            <ac:spMk id="14" creationId="{B4DD9600-3FAC-8C2F-0815-ACDEC53AEA9D}"/>
          </ac:spMkLst>
        </pc:spChg>
        <pc:spChg chg="add mod">
          <ac:chgData name="Fei Zheng" userId="d19317889db4c986" providerId="LiveId" clId="{55C81219-3E80-8A4F-BD76-FAC3FF9A67B0}" dt="2023-04-13T08:23:27.991" v="2047" actId="1037"/>
          <ac:spMkLst>
            <pc:docMk/>
            <pc:sldMk cId="1851401911" sldId="412"/>
            <ac:spMk id="15" creationId="{0D08E963-3B64-291A-4AE2-A7690C3C0D74}"/>
          </ac:spMkLst>
        </pc:spChg>
        <pc:spChg chg="del">
          <ac:chgData name="Fei Zheng" userId="d19317889db4c986" providerId="LiveId" clId="{55C81219-3E80-8A4F-BD76-FAC3FF9A67B0}" dt="2023-04-10T02:24:36.551" v="809" actId="478"/>
          <ac:spMkLst>
            <pc:docMk/>
            <pc:sldMk cId="1851401911" sldId="412"/>
            <ac:spMk id="16" creationId="{C26B5577-CAC4-44EB-1013-256852042BFF}"/>
          </ac:spMkLst>
        </pc:spChg>
        <pc:spChg chg="add mod">
          <ac:chgData name="Fei Zheng" userId="d19317889db4c986" providerId="LiveId" clId="{55C81219-3E80-8A4F-BD76-FAC3FF9A67B0}" dt="2023-04-13T08:23:27.991" v="2047" actId="1037"/>
          <ac:spMkLst>
            <pc:docMk/>
            <pc:sldMk cId="1851401911" sldId="412"/>
            <ac:spMk id="16" creationId="{EDA57CA6-0DC5-4ED5-2414-CA6653E0869E}"/>
          </ac:spMkLst>
        </pc:spChg>
        <pc:spChg chg="add mod">
          <ac:chgData name="Fei Zheng" userId="d19317889db4c986" providerId="LiveId" clId="{55C81219-3E80-8A4F-BD76-FAC3FF9A67B0}" dt="2023-04-13T08:23:27.991" v="2047" actId="1037"/>
          <ac:spMkLst>
            <pc:docMk/>
            <pc:sldMk cId="1851401911" sldId="412"/>
            <ac:spMk id="17" creationId="{A9092954-B2F7-A59F-B1DE-0B05277270B0}"/>
          </ac:spMkLst>
        </pc:spChg>
        <pc:spChg chg="del">
          <ac:chgData name="Fei Zheng" userId="d19317889db4c986" providerId="LiveId" clId="{55C81219-3E80-8A4F-BD76-FAC3FF9A67B0}" dt="2023-04-10T02:24:32.955" v="808" actId="478"/>
          <ac:spMkLst>
            <pc:docMk/>
            <pc:sldMk cId="1851401911" sldId="412"/>
            <ac:spMk id="18" creationId="{933FD709-1188-FB34-E731-CB51DFAAC93E}"/>
          </ac:spMkLst>
        </pc:spChg>
        <pc:spChg chg="add mod">
          <ac:chgData name="Fei Zheng" userId="d19317889db4c986" providerId="LiveId" clId="{55C81219-3E80-8A4F-BD76-FAC3FF9A67B0}" dt="2023-04-13T08:23:27.991" v="2047" actId="1037"/>
          <ac:spMkLst>
            <pc:docMk/>
            <pc:sldMk cId="1851401911" sldId="412"/>
            <ac:spMk id="18" creationId="{BB49C7DB-D757-10A4-47B7-FA2DF0092454}"/>
          </ac:spMkLst>
        </pc:spChg>
        <pc:spChg chg="add mod">
          <ac:chgData name="Fei Zheng" userId="d19317889db4c986" providerId="LiveId" clId="{55C81219-3E80-8A4F-BD76-FAC3FF9A67B0}" dt="2023-04-13T08:23:27.991" v="2047" actId="1037"/>
          <ac:spMkLst>
            <pc:docMk/>
            <pc:sldMk cId="1851401911" sldId="412"/>
            <ac:spMk id="19" creationId="{E5389945-7A7B-375D-6EBE-6C49B7224793}"/>
          </ac:spMkLst>
        </pc:spChg>
        <pc:spChg chg="add mod">
          <ac:chgData name="Fei Zheng" userId="d19317889db4c986" providerId="LiveId" clId="{55C81219-3E80-8A4F-BD76-FAC3FF9A67B0}" dt="2023-04-13T08:23:27.991" v="2047" actId="1037"/>
          <ac:spMkLst>
            <pc:docMk/>
            <pc:sldMk cId="1851401911" sldId="412"/>
            <ac:spMk id="20" creationId="{ECC3F402-E8FF-ACC6-7AF1-4A8100C6D340}"/>
          </ac:spMkLst>
        </pc:spChg>
        <pc:spChg chg="add mod">
          <ac:chgData name="Fei Zheng" userId="d19317889db4c986" providerId="LiveId" clId="{55C81219-3E80-8A4F-BD76-FAC3FF9A67B0}" dt="2023-04-13T08:23:27.991" v="2047" actId="1037"/>
          <ac:spMkLst>
            <pc:docMk/>
            <pc:sldMk cId="1851401911" sldId="412"/>
            <ac:spMk id="21" creationId="{0CD5BD3E-DEED-BE54-D9B0-1F36B7E47401}"/>
          </ac:spMkLst>
        </pc:spChg>
        <pc:spChg chg="add mod">
          <ac:chgData name="Fei Zheng" userId="d19317889db4c986" providerId="LiveId" clId="{55C81219-3E80-8A4F-BD76-FAC3FF9A67B0}" dt="2023-04-13T08:23:27.991" v="2047" actId="1037"/>
          <ac:spMkLst>
            <pc:docMk/>
            <pc:sldMk cId="1851401911" sldId="412"/>
            <ac:spMk id="22" creationId="{2E3665E7-5AAB-05CE-BDE2-9688B5FF5A25}"/>
          </ac:spMkLst>
        </pc:spChg>
        <pc:spChg chg="add mod">
          <ac:chgData name="Fei Zheng" userId="d19317889db4c986" providerId="LiveId" clId="{55C81219-3E80-8A4F-BD76-FAC3FF9A67B0}" dt="2023-04-13T08:23:27.991" v="2047" actId="1037"/>
          <ac:spMkLst>
            <pc:docMk/>
            <pc:sldMk cId="1851401911" sldId="412"/>
            <ac:spMk id="23" creationId="{D5100C31-F13C-B6A1-14D7-27880891E6C1}"/>
          </ac:spMkLst>
        </pc:spChg>
        <pc:spChg chg="add mod">
          <ac:chgData name="Fei Zheng" userId="d19317889db4c986" providerId="LiveId" clId="{55C81219-3E80-8A4F-BD76-FAC3FF9A67B0}" dt="2023-04-13T08:23:27.991" v="2047" actId="1037"/>
          <ac:spMkLst>
            <pc:docMk/>
            <pc:sldMk cId="1851401911" sldId="412"/>
            <ac:spMk id="24" creationId="{64B55A20-96B0-C86D-269B-FE7D3B5FA60F}"/>
          </ac:spMkLst>
        </pc:spChg>
        <pc:spChg chg="add mod">
          <ac:chgData name="Fei Zheng" userId="d19317889db4c986" providerId="LiveId" clId="{55C81219-3E80-8A4F-BD76-FAC3FF9A67B0}" dt="2023-04-13T08:23:27.991" v="2047" actId="1037"/>
          <ac:spMkLst>
            <pc:docMk/>
            <pc:sldMk cId="1851401911" sldId="412"/>
            <ac:spMk id="25" creationId="{42D65E83-E606-7EFD-CAF4-98F0BD9D19CE}"/>
          </ac:spMkLst>
        </pc:spChg>
        <pc:spChg chg="add mod">
          <ac:chgData name="Fei Zheng" userId="d19317889db4c986" providerId="LiveId" clId="{55C81219-3E80-8A4F-BD76-FAC3FF9A67B0}" dt="2023-04-13T08:23:27.991" v="2047" actId="1037"/>
          <ac:spMkLst>
            <pc:docMk/>
            <pc:sldMk cId="1851401911" sldId="412"/>
            <ac:spMk id="26" creationId="{C469FB9C-3516-FDB7-7DCA-30C5159BA2D1}"/>
          </ac:spMkLst>
        </pc:spChg>
        <pc:spChg chg="add mod">
          <ac:chgData name="Fei Zheng" userId="d19317889db4c986" providerId="LiveId" clId="{55C81219-3E80-8A4F-BD76-FAC3FF9A67B0}" dt="2023-04-13T08:23:27.991" v="2047" actId="1037"/>
          <ac:spMkLst>
            <pc:docMk/>
            <pc:sldMk cId="1851401911" sldId="412"/>
            <ac:spMk id="27" creationId="{16A46763-6A11-410E-53EC-607C85A33AF1}"/>
          </ac:spMkLst>
        </pc:spChg>
        <pc:spChg chg="add mod">
          <ac:chgData name="Fei Zheng" userId="d19317889db4c986" providerId="LiveId" clId="{55C81219-3E80-8A4F-BD76-FAC3FF9A67B0}" dt="2023-04-13T08:23:27.991" v="2047" actId="1037"/>
          <ac:spMkLst>
            <pc:docMk/>
            <pc:sldMk cId="1851401911" sldId="412"/>
            <ac:spMk id="28" creationId="{E90B6038-BECC-5BBA-523E-38091E3F1B82}"/>
          </ac:spMkLst>
        </pc:spChg>
        <pc:spChg chg="add mod">
          <ac:chgData name="Fei Zheng" userId="d19317889db4c986" providerId="LiveId" clId="{55C81219-3E80-8A4F-BD76-FAC3FF9A67B0}" dt="2023-04-13T08:23:27.991" v="2047" actId="1037"/>
          <ac:spMkLst>
            <pc:docMk/>
            <pc:sldMk cId="1851401911" sldId="412"/>
            <ac:spMk id="29" creationId="{BF269694-3C76-4A22-89DD-ED72FB4D5EBA}"/>
          </ac:spMkLst>
        </pc:spChg>
        <pc:spChg chg="add mod">
          <ac:chgData name="Fei Zheng" userId="d19317889db4c986" providerId="LiveId" clId="{55C81219-3E80-8A4F-BD76-FAC3FF9A67B0}" dt="2023-04-13T08:23:27.991" v="2047" actId="1037"/>
          <ac:spMkLst>
            <pc:docMk/>
            <pc:sldMk cId="1851401911" sldId="412"/>
            <ac:spMk id="30" creationId="{876CABF3-4493-19C9-AE75-4364BB6F0CE8}"/>
          </ac:spMkLst>
        </pc:spChg>
        <pc:spChg chg="add mod">
          <ac:chgData name="Fei Zheng" userId="d19317889db4c986" providerId="LiveId" clId="{55C81219-3E80-8A4F-BD76-FAC3FF9A67B0}" dt="2023-04-13T08:23:27.991" v="2047" actId="1037"/>
          <ac:spMkLst>
            <pc:docMk/>
            <pc:sldMk cId="1851401911" sldId="412"/>
            <ac:spMk id="31" creationId="{2F110B11-44F5-2CBB-59FB-EBB690703909}"/>
          </ac:spMkLst>
        </pc:spChg>
        <pc:spChg chg="add mod">
          <ac:chgData name="Fei Zheng" userId="d19317889db4c986" providerId="LiveId" clId="{55C81219-3E80-8A4F-BD76-FAC3FF9A67B0}" dt="2023-04-13T08:23:27.991" v="2047" actId="1037"/>
          <ac:spMkLst>
            <pc:docMk/>
            <pc:sldMk cId="1851401911" sldId="412"/>
            <ac:spMk id="32" creationId="{0B847887-7572-2E8A-2B46-522FF1B3DFF0}"/>
          </ac:spMkLst>
        </pc:spChg>
        <pc:spChg chg="add mod">
          <ac:chgData name="Fei Zheng" userId="d19317889db4c986" providerId="LiveId" clId="{55C81219-3E80-8A4F-BD76-FAC3FF9A67B0}" dt="2023-04-13T08:23:27.991" v="2047" actId="1037"/>
          <ac:spMkLst>
            <pc:docMk/>
            <pc:sldMk cId="1851401911" sldId="412"/>
            <ac:spMk id="33" creationId="{4082D7BE-AB62-6ED2-675D-820B1F927A56}"/>
          </ac:spMkLst>
        </pc:spChg>
        <pc:spChg chg="add mod">
          <ac:chgData name="Fei Zheng" userId="d19317889db4c986" providerId="LiveId" clId="{55C81219-3E80-8A4F-BD76-FAC3FF9A67B0}" dt="2023-04-13T08:23:27.991" v="2047" actId="1037"/>
          <ac:spMkLst>
            <pc:docMk/>
            <pc:sldMk cId="1851401911" sldId="412"/>
            <ac:spMk id="34" creationId="{EE6857F5-71CA-1B88-A94B-5B85BB9C5459}"/>
          </ac:spMkLst>
        </pc:spChg>
        <pc:spChg chg="add mod">
          <ac:chgData name="Fei Zheng" userId="d19317889db4c986" providerId="LiveId" clId="{55C81219-3E80-8A4F-BD76-FAC3FF9A67B0}" dt="2023-04-13T08:23:27.991" v="2047" actId="1037"/>
          <ac:spMkLst>
            <pc:docMk/>
            <pc:sldMk cId="1851401911" sldId="412"/>
            <ac:spMk id="35" creationId="{C472D7B0-06CB-53F8-AE58-D4C086461953}"/>
          </ac:spMkLst>
        </pc:spChg>
        <pc:spChg chg="add mod">
          <ac:chgData name="Fei Zheng" userId="d19317889db4c986" providerId="LiveId" clId="{55C81219-3E80-8A4F-BD76-FAC3FF9A67B0}" dt="2023-04-13T08:23:27.991" v="2047" actId="1037"/>
          <ac:spMkLst>
            <pc:docMk/>
            <pc:sldMk cId="1851401911" sldId="412"/>
            <ac:spMk id="36" creationId="{38163921-ACAB-AD77-81B1-B1186AD1FFF9}"/>
          </ac:spMkLst>
        </pc:spChg>
        <pc:spChg chg="add mod">
          <ac:chgData name="Fei Zheng" userId="d19317889db4c986" providerId="LiveId" clId="{55C81219-3E80-8A4F-BD76-FAC3FF9A67B0}" dt="2023-04-13T08:23:27.991" v="2047" actId="1037"/>
          <ac:spMkLst>
            <pc:docMk/>
            <pc:sldMk cId="1851401911" sldId="412"/>
            <ac:spMk id="37" creationId="{C6B14A34-A291-BAF5-4968-FD546F58AC05}"/>
          </ac:spMkLst>
        </pc:spChg>
        <pc:spChg chg="add mod">
          <ac:chgData name="Fei Zheng" userId="d19317889db4c986" providerId="LiveId" clId="{55C81219-3E80-8A4F-BD76-FAC3FF9A67B0}" dt="2023-04-13T08:23:27.991" v="2047" actId="1037"/>
          <ac:spMkLst>
            <pc:docMk/>
            <pc:sldMk cId="1851401911" sldId="412"/>
            <ac:spMk id="38" creationId="{4B75E416-FB34-FAE5-FD50-F904AA774420}"/>
          </ac:spMkLst>
        </pc:spChg>
        <pc:spChg chg="add mod">
          <ac:chgData name="Fei Zheng" userId="d19317889db4c986" providerId="LiveId" clId="{55C81219-3E80-8A4F-BD76-FAC3FF9A67B0}" dt="2023-04-13T08:23:27.991" v="2047" actId="1037"/>
          <ac:spMkLst>
            <pc:docMk/>
            <pc:sldMk cId="1851401911" sldId="412"/>
            <ac:spMk id="39" creationId="{3BBA6D52-64BF-5511-BCCB-844CBE15FCA4}"/>
          </ac:spMkLst>
        </pc:spChg>
        <pc:spChg chg="add mod">
          <ac:chgData name="Fei Zheng" userId="d19317889db4c986" providerId="LiveId" clId="{55C81219-3E80-8A4F-BD76-FAC3FF9A67B0}" dt="2023-04-13T08:23:27.991" v="2047" actId="1037"/>
          <ac:spMkLst>
            <pc:docMk/>
            <pc:sldMk cId="1851401911" sldId="412"/>
            <ac:spMk id="40" creationId="{B2571B00-DD33-9012-B1F4-FC1A7BCD9331}"/>
          </ac:spMkLst>
        </pc:spChg>
      </pc:sldChg>
      <pc:sldChg chg="addSp delSp modSp add mod">
        <pc:chgData name="Fei Zheng" userId="d19317889db4c986" providerId="LiveId" clId="{55C81219-3E80-8A4F-BD76-FAC3FF9A67B0}" dt="2023-04-10T03:25:05.535" v="1261" actId="1076"/>
        <pc:sldMkLst>
          <pc:docMk/>
          <pc:sldMk cId="2905802696" sldId="413"/>
        </pc:sldMkLst>
        <pc:spChg chg="del">
          <ac:chgData name="Fei Zheng" userId="d19317889db4c986" providerId="LiveId" clId="{55C81219-3E80-8A4F-BD76-FAC3FF9A67B0}" dt="2023-04-10T03:24:51.560" v="1255" actId="478"/>
          <ac:spMkLst>
            <pc:docMk/>
            <pc:sldMk cId="2905802696" sldId="413"/>
            <ac:spMk id="4" creationId="{55CDE8FD-2E32-E8D0-A305-3E495F401DFD}"/>
          </ac:spMkLst>
        </pc:spChg>
        <pc:spChg chg="add del mod">
          <ac:chgData name="Fei Zheng" userId="d19317889db4c986" providerId="LiveId" clId="{55C81219-3E80-8A4F-BD76-FAC3FF9A67B0}" dt="2023-04-10T03:24:53.376" v="1256" actId="478"/>
          <ac:spMkLst>
            <pc:docMk/>
            <pc:sldMk cId="2905802696" sldId="413"/>
            <ac:spMk id="8" creationId="{44B32441-111B-9BD8-1C8B-BAFCB3AA47ED}"/>
          </ac:spMkLst>
        </pc:spChg>
        <pc:picChg chg="mod">
          <ac:chgData name="Fei Zheng" userId="d19317889db4c986" providerId="LiveId" clId="{55C81219-3E80-8A4F-BD76-FAC3FF9A67B0}" dt="2023-04-10T03:25:05.535" v="1261" actId="1076"/>
          <ac:picMkLst>
            <pc:docMk/>
            <pc:sldMk cId="2905802696" sldId="413"/>
            <ac:picMk id="5" creationId="{F11D986D-E896-D629-C220-FB6359F9A993}"/>
          </ac:picMkLst>
        </pc:picChg>
        <pc:picChg chg="del mod">
          <ac:chgData name="Fei Zheng" userId="d19317889db4c986" providerId="LiveId" clId="{55C81219-3E80-8A4F-BD76-FAC3FF9A67B0}" dt="2023-04-10T03:24:58.303" v="1258" actId="478"/>
          <ac:picMkLst>
            <pc:docMk/>
            <pc:sldMk cId="2905802696" sldId="413"/>
            <ac:picMk id="6" creationId="{8C16B8CC-871A-A44C-BD25-2248D954728E}"/>
          </ac:picMkLst>
        </pc:picChg>
      </pc:sldChg>
      <pc:sldChg chg="modSp add mod">
        <pc:chgData name="Fei Zheng" userId="d19317889db4c986" providerId="LiveId" clId="{55C81219-3E80-8A4F-BD76-FAC3FF9A67B0}" dt="2023-04-17T13:46:13.202" v="2432" actId="114"/>
        <pc:sldMkLst>
          <pc:docMk/>
          <pc:sldMk cId="2413335181" sldId="414"/>
        </pc:sldMkLst>
        <pc:spChg chg="mod">
          <ac:chgData name="Fei Zheng" userId="d19317889db4c986" providerId="LiveId" clId="{55C81219-3E80-8A4F-BD76-FAC3FF9A67B0}" dt="2023-04-17T13:46:13.202" v="2432" actId="114"/>
          <ac:spMkLst>
            <pc:docMk/>
            <pc:sldMk cId="2413335181" sldId="414"/>
            <ac:spMk id="4" creationId="{7EC69F48-5E1F-D8B9-B8FB-132856BEB5A6}"/>
          </ac:spMkLst>
        </pc:spChg>
      </pc:sldChg>
      <pc:sldChg chg="addSp modSp add mod">
        <pc:chgData name="Fei Zheng" userId="d19317889db4c986" providerId="LiveId" clId="{55C81219-3E80-8A4F-BD76-FAC3FF9A67B0}" dt="2023-04-17T13:17:58.882" v="2368" actId="2711"/>
        <pc:sldMkLst>
          <pc:docMk/>
          <pc:sldMk cId="1294582329" sldId="415"/>
        </pc:sldMkLst>
        <pc:spChg chg="mod">
          <ac:chgData name="Fei Zheng" userId="d19317889db4c986" providerId="LiveId" clId="{55C81219-3E80-8A4F-BD76-FAC3FF9A67B0}" dt="2023-04-17T13:17:58.882" v="2368" actId="2711"/>
          <ac:spMkLst>
            <pc:docMk/>
            <pc:sldMk cId="1294582329" sldId="415"/>
            <ac:spMk id="4" creationId="{61F71134-B3F1-03AD-2904-4D2C8C5ECD33}"/>
          </ac:spMkLst>
        </pc:spChg>
        <pc:spChg chg="add mod">
          <ac:chgData name="Fei Zheng" userId="d19317889db4c986" providerId="LiveId" clId="{55C81219-3E80-8A4F-BD76-FAC3FF9A67B0}" dt="2023-04-17T13:17:18.679" v="2362"/>
          <ac:spMkLst>
            <pc:docMk/>
            <pc:sldMk cId="1294582329" sldId="415"/>
            <ac:spMk id="5" creationId="{D898FCA6-45FD-AFB7-74C5-063BC3FC1170}"/>
          </ac:spMkLst>
        </pc:spChg>
      </pc:sldChg>
      <pc:sldChg chg="new del">
        <pc:chgData name="Fei Zheng" userId="d19317889db4c986" providerId="LiveId" clId="{55C81219-3E80-8A4F-BD76-FAC3FF9A67B0}" dt="2023-04-10T03:46:35.969" v="1695" actId="2696"/>
        <pc:sldMkLst>
          <pc:docMk/>
          <pc:sldMk cId="3046334859" sldId="416"/>
        </pc:sldMkLst>
      </pc:sldChg>
      <pc:sldChg chg="addSp delSp modSp add mod">
        <pc:chgData name="Fei Zheng" userId="d19317889db4c986" providerId="LiveId" clId="{55C81219-3E80-8A4F-BD76-FAC3FF9A67B0}" dt="2023-04-10T03:44:32.689" v="1653" actId="1038"/>
        <pc:sldMkLst>
          <pc:docMk/>
          <pc:sldMk cId="1398103300" sldId="417"/>
        </pc:sldMkLst>
        <pc:spChg chg="add mod">
          <ac:chgData name="Fei Zheng" userId="d19317889db4c986" providerId="LiveId" clId="{55C81219-3E80-8A4F-BD76-FAC3FF9A67B0}" dt="2023-04-10T03:44:13.242" v="1645" actId="1035"/>
          <ac:spMkLst>
            <pc:docMk/>
            <pc:sldMk cId="1398103300" sldId="417"/>
            <ac:spMk id="3" creationId="{6C1B0054-ABCF-CD8D-B2B2-63D2D1D32A5D}"/>
          </ac:spMkLst>
        </pc:spChg>
        <pc:spChg chg="add mod">
          <ac:chgData name="Fei Zheng" userId="d19317889db4c986" providerId="LiveId" clId="{55C81219-3E80-8A4F-BD76-FAC3FF9A67B0}" dt="2023-04-10T03:44:18.364" v="1647" actId="20577"/>
          <ac:spMkLst>
            <pc:docMk/>
            <pc:sldMk cId="1398103300" sldId="417"/>
            <ac:spMk id="4" creationId="{91D648E6-17B0-125D-9B4E-92FD8EFFDAD7}"/>
          </ac:spMkLst>
        </pc:spChg>
        <pc:spChg chg="del">
          <ac:chgData name="Fei Zheng" userId="d19317889db4c986" providerId="LiveId" clId="{55C81219-3E80-8A4F-BD76-FAC3FF9A67B0}" dt="2023-04-10T03:44:01.949" v="1623" actId="478"/>
          <ac:spMkLst>
            <pc:docMk/>
            <pc:sldMk cId="1398103300" sldId="417"/>
            <ac:spMk id="20" creationId="{86B6CB24-4AF9-AD63-780C-B97758CA3CFA}"/>
          </ac:spMkLst>
        </pc:spChg>
        <pc:picChg chg="mod">
          <ac:chgData name="Fei Zheng" userId="d19317889db4c986" providerId="LiveId" clId="{55C81219-3E80-8A4F-BD76-FAC3FF9A67B0}" dt="2023-04-10T03:44:32.689" v="1653" actId="1038"/>
          <ac:picMkLst>
            <pc:docMk/>
            <pc:sldMk cId="1398103300" sldId="417"/>
            <ac:picMk id="9" creationId="{E7383530-B6DD-21FF-2284-E5D497707C8B}"/>
          </ac:picMkLst>
        </pc:picChg>
        <pc:picChg chg="mod">
          <ac:chgData name="Fei Zheng" userId="d19317889db4c986" providerId="LiveId" clId="{55C81219-3E80-8A4F-BD76-FAC3FF9A67B0}" dt="2023-04-10T03:44:32.689" v="1653" actId="1038"/>
          <ac:picMkLst>
            <pc:docMk/>
            <pc:sldMk cId="1398103300" sldId="417"/>
            <ac:picMk id="19" creationId="{1938E966-2E27-2C80-0E45-A89D6C8822E0}"/>
          </ac:picMkLst>
        </pc:picChg>
        <pc:cxnChg chg="add mod">
          <ac:chgData name="Fei Zheng" userId="d19317889db4c986" providerId="LiveId" clId="{55C81219-3E80-8A4F-BD76-FAC3FF9A67B0}" dt="2023-04-10T03:44:13.242" v="1645" actId="1035"/>
          <ac:cxnSpMkLst>
            <pc:docMk/>
            <pc:sldMk cId="1398103300" sldId="417"/>
            <ac:cxnSpMk id="2" creationId="{E46A9183-0C37-2A1B-EA5A-2571A00D991E}"/>
          </ac:cxnSpMkLst>
        </pc:cxnChg>
      </pc:sldChg>
      <pc:sldChg chg="addSp delSp modSp add mod">
        <pc:chgData name="Fei Zheng" userId="d19317889db4c986" providerId="LiveId" clId="{55C81219-3E80-8A4F-BD76-FAC3FF9A67B0}" dt="2023-04-10T03:45:45.037" v="1657"/>
        <pc:sldMkLst>
          <pc:docMk/>
          <pc:sldMk cId="1801029432" sldId="418"/>
        </pc:sldMkLst>
        <pc:spChg chg="add mod">
          <ac:chgData name="Fei Zheng" userId="d19317889db4c986" providerId="LiveId" clId="{55C81219-3E80-8A4F-BD76-FAC3FF9A67B0}" dt="2023-04-10T03:45:45.037" v="1657"/>
          <ac:spMkLst>
            <pc:docMk/>
            <pc:sldMk cId="1801029432" sldId="418"/>
            <ac:spMk id="4" creationId="{D9255D1C-5849-F23E-FFE5-6656E9E9E06B}"/>
          </ac:spMkLst>
        </pc:spChg>
        <pc:spChg chg="add mod">
          <ac:chgData name="Fei Zheng" userId="d19317889db4c986" providerId="LiveId" clId="{55C81219-3E80-8A4F-BD76-FAC3FF9A67B0}" dt="2023-04-10T03:45:45.037" v="1657"/>
          <ac:spMkLst>
            <pc:docMk/>
            <pc:sldMk cId="1801029432" sldId="418"/>
            <ac:spMk id="5" creationId="{D3B135F6-DECC-6AC7-9FBB-A4E9499636C0}"/>
          </ac:spMkLst>
        </pc:spChg>
        <pc:spChg chg="del">
          <ac:chgData name="Fei Zheng" userId="d19317889db4c986" providerId="LiveId" clId="{55C81219-3E80-8A4F-BD76-FAC3FF9A67B0}" dt="2023-04-10T03:45:36.560" v="1656" actId="478"/>
          <ac:spMkLst>
            <pc:docMk/>
            <pc:sldMk cId="1801029432" sldId="418"/>
            <ac:spMk id="7" creationId="{4E665B54-C7D7-40C5-B03D-4763781A5CC7}"/>
          </ac:spMkLst>
        </pc:spChg>
        <pc:cxnChg chg="add mod">
          <ac:chgData name="Fei Zheng" userId="d19317889db4c986" providerId="LiveId" clId="{55C81219-3E80-8A4F-BD76-FAC3FF9A67B0}" dt="2023-04-10T03:45:45.037" v="1657"/>
          <ac:cxnSpMkLst>
            <pc:docMk/>
            <pc:sldMk cId="1801029432" sldId="418"/>
            <ac:cxnSpMk id="2" creationId="{44F8D99A-8EBE-59BB-D84A-2CAF4D21F358}"/>
          </ac:cxnSpMkLst>
        </pc:cxnChg>
      </pc:sldChg>
      <pc:sldChg chg="addSp delSp modSp add mod">
        <pc:chgData name="Fei Zheng" userId="d19317889db4c986" providerId="LiveId" clId="{55C81219-3E80-8A4F-BD76-FAC3FF9A67B0}" dt="2023-04-10T03:45:52.082" v="1659" actId="1076"/>
        <pc:sldMkLst>
          <pc:docMk/>
          <pc:sldMk cId="3091142409" sldId="419"/>
        </pc:sldMkLst>
        <pc:spChg chg="add mod">
          <ac:chgData name="Fei Zheng" userId="d19317889db4c986" providerId="LiveId" clId="{55C81219-3E80-8A4F-BD76-FAC3FF9A67B0}" dt="2023-04-10T03:45:48.107" v="1658"/>
          <ac:spMkLst>
            <pc:docMk/>
            <pc:sldMk cId="3091142409" sldId="419"/>
            <ac:spMk id="3" creationId="{B71D0574-024F-D642-D3F7-DABB99BD3960}"/>
          </ac:spMkLst>
        </pc:spChg>
        <pc:spChg chg="add mod">
          <ac:chgData name="Fei Zheng" userId="d19317889db4c986" providerId="LiveId" clId="{55C81219-3E80-8A4F-BD76-FAC3FF9A67B0}" dt="2023-04-10T03:45:48.107" v="1658"/>
          <ac:spMkLst>
            <pc:docMk/>
            <pc:sldMk cId="3091142409" sldId="419"/>
            <ac:spMk id="4" creationId="{05439C5F-0AAF-9943-1F85-EB6C95445E2E}"/>
          </ac:spMkLst>
        </pc:spChg>
        <pc:spChg chg="del">
          <ac:chgData name="Fei Zheng" userId="d19317889db4c986" providerId="LiveId" clId="{55C81219-3E80-8A4F-BD76-FAC3FF9A67B0}" dt="2023-04-10T03:45:18.361" v="1654" actId="478"/>
          <ac:spMkLst>
            <pc:docMk/>
            <pc:sldMk cId="3091142409" sldId="419"/>
            <ac:spMk id="9" creationId="{CB6614E3-399E-D00C-57FE-1BF93FAA2BE3}"/>
          </ac:spMkLst>
        </pc:spChg>
        <pc:picChg chg="mod">
          <ac:chgData name="Fei Zheng" userId="d19317889db4c986" providerId="LiveId" clId="{55C81219-3E80-8A4F-BD76-FAC3FF9A67B0}" dt="2023-04-10T03:45:52.082" v="1659" actId="1076"/>
          <ac:picMkLst>
            <pc:docMk/>
            <pc:sldMk cId="3091142409" sldId="419"/>
            <ac:picMk id="5" creationId="{FC91127A-F18D-C95D-937F-D0483F830D25}"/>
          </ac:picMkLst>
        </pc:picChg>
        <pc:picChg chg="del">
          <ac:chgData name="Fei Zheng" userId="d19317889db4c986" providerId="LiveId" clId="{55C81219-3E80-8A4F-BD76-FAC3FF9A67B0}" dt="2023-04-10T03:45:25.704" v="1655" actId="478"/>
          <ac:picMkLst>
            <pc:docMk/>
            <pc:sldMk cId="3091142409" sldId="419"/>
            <ac:picMk id="6" creationId="{9B8B04B2-9612-F938-BC43-4410E034570C}"/>
          </ac:picMkLst>
        </pc:picChg>
        <pc:picChg chg="mod">
          <ac:chgData name="Fei Zheng" userId="d19317889db4c986" providerId="LiveId" clId="{55C81219-3E80-8A4F-BD76-FAC3FF9A67B0}" dt="2023-04-10T03:45:52.082" v="1659" actId="1076"/>
          <ac:picMkLst>
            <pc:docMk/>
            <pc:sldMk cId="3091142409" sldId="419"/>
            <ac:picMk id="8" creationId="{576ACFE6-E3DA-D6EE-F474-79483740A1CB}"/>
          </ac:picMkLst>
        </pc:picChg>
        <pc:cxnChg chg="add mod">
          <ac:chgData name="Fei Zheng" userId="d19317889db4c986" providerId="LiveId" clId="{55C81219-3E80-8A4F-BD76-FAC3FF9A67B0}" dt="2023-04-10T03:45:48.107" v="1658"/>
          <ac:cxnSpMkLst>
            <pc:docMk/>
            <pc:sldMk cId="3091142409" sldId="419"/>
            <ac:cxnSpMk id="2" creationId="{659B3C01-48A2-ADCE-57EB-B4428B6021DA}"/>
          </ac:cxnSpMkLst>
        </pc:cxnChg>
      </pc:sldChg>
      <pc:sldChg chg="addSp delSp modSp add mod">
        <pc:chgData name="Fei Zheng" userId="d19317889db4c986" providerId="LiveId" clId="{55C81219-3E80-8A4F-BD76-FAC3FF9A67B0}" dt="2023-04-17T14:17:45.058" v="2435"/>
        <pc:sldMkLst>
          <pc:docMk/>
          <pc:sldMk cId="1718109064" sldId="420"/>
        </pc:sldMkLst>
        <pc:spChg chg="add mod">
          <ac:chgData name="Fei Zheng" userId="d19317889db4c986" providerId="LiveId" clId="{55C81219-3E80-8A4F-BD76-FAC3FF9A67B0}" dt="2023-04-10T03:47:05.776" v="1697"/>
          <ac:spMkLst>
            <pc:docMk/>
            <pc:sldMk cId="1718109064" sldId="420"/>
            <ac:spMk id="3" creationId="{E36F1759-B9FE-4B17-B9EE-3FEC119184B9}"/>
          </ac:spMkLst>
        </pc:spChg>
        <pc:spChg chg="add mod">
          <ac:chgData name="Fei Zheng" userId="d19317889db4c986" providerId="LiveId" clId="{55C81219-3E80-8A4F-BD76-FAC3FF9A67B0}" dt="2023-04-10T03:47:12.110" v="1701" actId="20577"/>
          <ac:spMkLst>
            <pc:docMk/>
            <pc:sldMk cId="1718109064" sldId="420"/>
            <ac:spMk id="4" creationId="{7D8AB7CE-9537-5F32-9ED9-CA4878124274}"/>
          </ac:spMkLst>
        </pc:spChg>
        <pc:spChg chg="del">
          <ac:chgData name="Fei Zheng" userId="d19317889db4c986" providerId="LiveId" clId="{55C81219-3E80-8A4F-BD76-FAC3FF9A67B0}" dt="2023-04-10T03:46:07.378" v="1661" actId="478"/>
          <ac:spMkLst>
            <pc:docMk/>
            <pc:sldMk cId="1718109064" sldId="420"/>
            <ac:spMk id="5" creationId="{F309C36E-63D8-726E-CB7D-53D2E9E1948F}"/>
          </ac:spMkLst>
        </pc:spChg>
        <pc:spChg chg="mod">
          <ac:chgData name="Fei Zheng" userId="d19317889db4c986" providerId="LiveId" clId="{55C81219-3E80-8A4F-BD76-FAC3FF9A67B0}" dt="2023-04-17T14:17:45.058" v="2435"/>
          <ac:spMkLst>
            <pc:docMk/>
            <pc:sldMk cId="1718109064" sldId="420"/>
            <ac:spMk id="6" creationId="{55A1CC55-D2B3-7896-4D4F-73EC0DCD0F9B}"/>
          </ac:spMkLst>
        </pc:spChg>
        <pc:cxnChg chg="add mod">
          <ac:chgData name="Fei Zheng" userId="d19317889db4c986" providerId="LiveId" clId="{55C81219-3E80-8A4F-BD76-FAC3FF9A67B0}" dt="2023-04-10T03:47:05.776" v="1697"/>
          <ac:cxnSpMkLst>
            <pc:docMk/>
            <pc:sldMk cId="1718109064" sldId="420"/>
            <ac:cxnSpMk id="2" creationId="{9980A4D3-F9AE-0B72-DECF-CDBFC226108D}"/>
          </ac:cxnSpMkLst>
        </pc:cxnChg>
      </pc:sldChg>
      <pc:sldChg chg="addSp modSp add mod">
        <pc:chgData name="Fei Zheng" userId="d19317889db4c986" providerId="LiveId" clId="{55C81219-3E80-8A4F-BD76-FAC3FF9A67B0}" dt="2023-04-10T03:47:51.416" v="1710"/>
        <pc:sldMkLst>
          <pc:docMk/>
          <pc:sldMk cId="35701581" sldId="421"/>
        </pc:sldMkLst>
        <pc:spChg chg="add mod">
          <ac:chgData name="Fei Zheng" userId="d19317889db4c986" providerId="LiveId" clId="{55C81219-3E80-8A4F-BD76-FAC3FF9A67B0}" dt="2023-04-10T03:46:22.202" v="1667"/>
          <ac:spMkLst>
            <pc:docMk/>
            <pc:sldMk cId="35701581" sldId="421"/>
            <ac:spMk id="3" creationId="{157B7710-51F1-A051-3C78-D948EF5F56B6}"/>
          </ac:spMkLst>
        </pc:spChg>
        <pc:spChg chg="mod">
          <ac:chgData name="Fei Zheng" userId="d19317889db4c986" providerId="LiveId" clId="{55C81219-3E80-8A4F-BD76-FAC3FF9A67B0}" dt="2023-04-10T03:47:51.416" v="1710"/>
          <ac:spMkLst>
            <pc:docMk/>
            <pc:sldMk cId="35701581" sldId="421"/>
            <ac:spMk id="10" creationId="{2C8AA971-AA2F-36D5-ACEC-FC954288224C}"/>
          </ac:spMkLst>
        </pc:spChg>
        <pc:spChg chg="add mod">
          <ac:chgData name="Fei Zheng" userId="d19317889db4c986" providerId="LiveId" clId="{55C81219-3E80-8A4F-BD76-FAC3FF9A67B0}" dt="2023-04-10T03:46:24.914" v="1670" actId="20577"/>
          <ac:spMkLst>
            <pc:docMk/>
            <pc:sldMk cId="35701581" sldId="421"/>
            <ac:spMk id="11" creationId="{1936AD71-504B-0E63-8902-D4D810A77039}"/>
          </ac:spMkLst>
        </pc:spChg>
        <pc:grpChg chg="mod">
          <ac:chgData name="Fei Zheng" userId="d19317889db4c986" providerId="LiveId" clId="{55C81219-3E80-8A4F-BD76-FAC3FF9A67B0}" dt="2023-04-10T03:46:30.646" v="1694" actId="1038"/>
          <ac:grpSpMkLst>
            <pc:docMk/>
            <pc:sldMk cId="35701581" sldId="421"/>
            <ac:grpSpMk id="4" creationId="{D1045787-0FB9-2720-6A6D-6B6AF1161F4C}"/>
          </ac:grpSpMkLst>
        </pc:grpChg>
        <pc:cxnChg chg="add mod">
          <ac:chgData name="Fei Zheng" userId="d19317889db4c986" providerId="LiveId" clId="{55C81219-3E80-8A4F-BD76-FAC3FF9A67B0}" dt="2023-04-10T03:46:22.202" v="1667"/>
          <ac:cxnSpMkLst>
            <pc:docMk/>
            <pc:sldMk cId="35701581" sldId="421"/>
            <ac:cxnSpMk id="2" creationId="{3D3584CE-0E3B-A51D-CE99-82D8D69164D6}"/>
          </ac:cxnSpMkLst>
        </pc:cxnChg>
      </pc:sldChg>
      <pc:sldChg chg="addSp delSp modSp add mod delAnim modAnim">
        <pc:chgData name="Fei Zheng" userId="d19317889db4c986" providerId="LiveId" clId="{55C81219-3E80-8A4F-BD76-FAC3FF9A67B0}" dt="2023-04-13T05:51:25.273" v="1798" actId="478"/>
        <pc:sldMkLst>
          <pc:docMk/>
          <pc:sldMk cId="1585094761" sldId="422"/>
        </pc:sldMkLst>
        <pc:spChg chg="del">
          <ac:chgData name="Fei Zheng" userId="d19317889db4c986" providerId="LiveId" clId="{55C81219-3E80-8A4F-BD76-FAC3FF9A67B0}" dt="2023-04-10T03:48:10.342" v="1714" actId="478"/>
          <ac:spMkLst>
            <pc:docMk/>
            <pc:sldMk cId="1585094761" sldId="422"/>
            <ac:spMk id="3" creationId="{157B7710-51F1-A051-3C78-D948EF5F56B6}"/>
          </ac:spMkLst>
        </pc:spChg>
        <pc:spChg chg="mod">
          <ac:chgData name="Fei Zheng" userId="d19317889db4c986" providerId="LiveId" clId="{55C81219-3E80-8A4F-BD76-FAC3FF9A67B0}" dt="2023-04-10T03:48:24.751" v="1716" actId="11530"/>
          <ac:spMkLst>
            <pc:docMk/>
            <pc:sldMk cId="1585094761" sldId="422"/>
            <ac:spMk id="7" creationId="{1123D7E0-91BF-4770-1684-2D3FA95F6A29}"/>
          </ac:spMkLst>
        </pc:spChg>
        <pc:spChg chg="del mod">
          <ac:chgData name="Fei Zheng" userId="d19317889db4c986" providerId="LiveId" clId="{55C81219-3E80-8A4F-BD76-FAC3FF9A67B0}" dt="2023-04-13T05:51:25.273" v="1798" actId="478"/>
          <ac:spMkLst>
            <pc:docMk/>
            <pc:sldMk cId="1585094761" sldId="422"/>
            <ac:spMk id="10" creationId="{2C8AA971-AA2F-36D5-ACEC-FC954288224C}"/>
          </ac:spMkLst>
        </pc:spChg>
        <pc:spChg chg="mod">
          <ac:chgData name="Fei Zheng" userId="d19317889db4c986" providerId="LiveId" clId="{55C81219-3E80-8A4F-BD76-FAC3FF9A67B0}" dt="2023-04-10T03:48:07.952" v="1713" actId="20577"/>
          <ac:spMkLst>
            <pc:docMk/>
            <pc:sldMk cId="1585094761" sldId="422"/>
            <ac:spMk id="11" creationId="{1936AD71-504B-0E63-8902-D4D810A77039}"/>
          </ac:spMkLst>
        </pc:spChg>
        <pc:spChg chg="add mod">
          <ac:chgData name="Fei Zheng" userId="d19317889db4c986" providerId="LiveId" clId="{55C81219-3E80-8A4F-BD76-FAC3FF9A67B0}" dt="2023-04-10T03:48:16.455" v="1715"/>
          <ac:spMkLst>
            <pc:docMk/>
            <pc:sldMk cId="1585094761" sldId="422"/>
            <ac:spMk id="12" creationId="{DC0BE218-3C5F-2467-2408-31E08B71A29C}"/>
          </ac:spMkLst>
        </pc:spChg>
      </pc:sldChg>
      <pc:sldChg chg="add modAnim">
        <pc:chgData name="Fei Zheng" userId="d19317889db4c986" providerId="LiveId" clId="{55C81219-3E80-8A4F-BD76-FAC3FF9A67B0}" dt="2023-04-13T05:47:24.824" v="1767"/>
        <pc:sldMkLst>
          <pc:docMk/>
          <pc:sldMk cId="212867949" sldId="423"/>
        </pc:sldMkLst>
      </pc:sldChg>
      <pc:sldChg chg="del">
        <pc:chgData name="Fei Zheng" userId="d19317889db4c986" providerId="LiveId" clId="{55C81219-3E80-8A4F-BD76-FAC3FF9A67B0}" dt="2023-04-08T12:59:58.690" v="2" actId="2696"/>
        <pc:sldMkLst>
          <pc:docMk/>
          <pc:sldMk cId="4170541912" sldId="423"/>
        </pc:sldMkLst>
      </pc:sldChg>
      <pc:sldChg chg="del">
        <pc:chgData name="Fei Zheng" userId="d19317889db4c986" providerId="LiveId" clId="{55C81219-3E80-8A4F-BD76-FAC3FF9A67B0}" dt="2023-04-08T12:59:59.275" v="3" actId="2696"/>
        <pc:sldMkLst>
          <pc:docMk/>
          <pc:sldMk cId="234948118" sldId="424"/>
        </pc:sldMkLst>
      </pc:sldChg>
      <pc:sldChg chg="modSp add mod modAnim">
        <pc:chgData name="Fei Zheng" userId="d19317889db4c986" providerId="LiveId" clId="{55C81219-3E80-8A4F-BD76-FAC3FF9A67B0}" dt="2023-04-17T12:43:22.711" v="2180" actId="20577"/>
        <pc:sldMkLst>
          <pc:docMk/>
          <pc:sldMk cId="983199062" sldId="424"/>
        </pc:sldMkLst>
        <pc:spChg chg="mod">
          <ac:chgData name="Fei Zheng" userId="d19317889db4c986" providerId="LiveId" clId="{55C81219-3E80-8A4F-BD76-FAC3FF9A67B0}" dt="2023-04-17T12:43:22.711" v="2180" actId="20577"/>
          <ac:spMkLst>
            <pc:docMk/>
            <pc:sldMk cId="983199062" sldId="424"/>
            <ac:spMk id="8" creationId="{3D877D6D-4266-C55C-5F21-FC78B1DDA057}"/>
          </ac:spMkLst>
        </pc:spChg>
      </pc:sldChg>
      <pc:sldChg chg="del">
        <pc:chgData name="Fei Zheng" userId="d19317889db4c986" providerId="LiveId" clId="{55C81219-3E80-8A4F-BD76-FAC3FF9A67B0}" dt="2023-04-08T13:00:00.409" v="5" actId="2696"/>
        <pc:sldMkLst>
          <pc:docMk/>
          <pc:sldMk cId="2169084619" sldId="425"/>
        </pc:sldMkLst>
      </pc:sldChg>
      <pc:sldChg chg="modSp add mod">
        <pc:chgData name="Fei Zheng" userId="d19317889db4c986" providerId="LiveId" clId="{55C81219-3E80-8A4F-BD76-FAC3FF9A67B0}" dt="2023-04-17T12:43:48.725" v="2184" actId="20577"/>
        <pc:sldMkLst>
          <pc:docMk/>
          <pc:sldMk cId="2212390114" sldId="425"/>
        </pc:sldMkLst>
        <pc:spChg chg="mod">
          <ac:chgData name="Fei Zheng" userId="d19317889db4c986" providerId="LiveId" clId="{55C81219-3E80-8A4F-BD76-FAC3FF9A67B0}" dt="2023-04-17T12:43:48.725" v="2184" actId="20577"/>
          <ac:spMkLst>
            <pc:docMk/>
            <pc:sldMk cId="2212390114" sldId="425"/>
            <ac:spMk id="7" creationId="{40401F0D-A0DA-009B-F779-00C746C10108}"/>
          </ac:spMkLst>
        </pc:spChg>
      </pc:sldChg>
      <pc:sldChg chg="add del modAnim">
        <pc:chgData name="Fei Zheng" userId="d19317889db4c986" providerId="LiveId" clId="{55C81219-3E80-8A4F-BD76-FAC3FF9A67B0}" dt="2023-04-17T12:43:40.135" v="2181" actId="2696"/>
        <pc:sldMkLst>
          <pc:docMk/>
          <pc:sldMk cId="3055819640" sldId="425"/>
        </pc:sldMkLst>
      </pc:sldChg>
      <pc:sldChg chg="del">
        <pc:chgData name="Fei Zheng" userId="d19317889db4c986" providerId="LiveId" clId="{55C81219-3E80-8A4F-BD76-FAC3FF9A67B0}" dt="2023-04-08T13:00:08.920" v="15" actId="2696"/>
        <pc:sldMkLst>
          <pc:docMk/>
          <pc:sldMk cId="1784683979" sldId="426"/>
        </pc:sldMkLst>
      </pc:sldChg>
      <pc:sldChg chg="addSp delSp modSp add mod modAnim">
        <pc:chgData name="Fei Zheng" userId="d19317889db4c986" providerId="LiveId" clId="{55C81219-3E80-8A4F-BD76-FAC3FF9A67B0}" dt="2023-04-17T12:47:30.593" v="2194"/>
        <pc:sldMkLst>
          <pc:docMk/>
          <pc:sldMk cId="2215468443" sldId="426"/>
        </pc:sldMkLst>
        <pc:spChg chg="add mod">
          <ac:chgData name="Fei Zheng" userId="d19317889db4c986" providerId="LiveId" clId="{55C81219-3E80-8A4F-BD76-FAC3FF9A67B0}" dt="2023-04-17T12:47:30.593" v="2194"/>
          <ac:spMkLst>
            <pc:docMk/>
            <pc:sldMk cId="2215468443" sldId="426"/>
            <ac:spMk id="3" creationId="{1274FFD0-0563-15BA-0858-0E0775A493AF}"/>
          </ac:spMkLst>
        </pc:spChg>
        <pc:spChg chg="mod">
          <ac:chgData name="Fei Zheng" userId="d19317889db4c986" providerId="LiveId" clId="{55C81219-3E80-8A4F-BD76-FAC3FF9A67B0}" dt="2023-04-17T12:45:00.605" v="2190"/>
          <ac:spMkLst>
            <pc:docMk/>
            <pc:sldMk cId="2215468443" sldId="426"/>
            <ac:spMk id="5" creationId="{0C7178F3-50B6-FCA8-A5B3-A408C60537D4}"/>
          </ac:spMkLst>
        </pc:spChg>
        <pc:spChg chg="del">
          <ac:chgData name="Fei Zheng" userId="d19317889db4c986" providerId="LiveId" clId="{55C81219-3E80-8A4F-BD76-FAC3FF9A67B0}" dt="2023-04-17T12:47:30.160" v="2193" actId="478"/>
          <ac:spMkLst>
            <pc:docMk/>
            <pc:sldMk cId="2215468443" sldId="426"/>
            <ac:spMk id="6" creationId="{242FC51E-99C2-B3DA-99C2-DE2ABBB627B0}"/>
          </ac:spMkLst>
        </pc:spChg>
      </pc:sldChg>
      <pc:sldChg chg="add modAnim">
        <pc:chgData name="Fei Zheng" userId="d19317889db4c986" providerId="LiveId" clId="{55C81219-3E80-8A4F-BD76-FAC3FF9A67B0}" dt="2023-04-13T05:51:03.481" v="1796"/>
        <pc:sldMkLst>
          <pc:docMk/>
          <pc:sldMk cId="2732639183" sldId="427"/>
        </pc:sldMkLst>
      </pc:sldChg>
      <pc:sldChg chg="del">
        <pc:chgData name="Fei Zheng" userId="d19317889db4c986" providerId="LiveId" clId="{55C81219-3E80-8A4F-BD76-FAC3FF9A67B0}" dt="2023-04-08T13:00:10.341" v="18" actId="2696"/>
        <pc:sldMkLst>
          <pc:docMk/>
          <pc:sldMk cId="1350384850" sldId="428"/>
        </pc:sldMkLst>
      </pc:sldChg>
      <pc:sldChg chg="add modAnim">
        <pc:chgData name="Fei Zheng" userId="d19317889db4c986" providerId="LiveId" clId="{55C81219-3E80-8A4F-BD76-FAC3FF9A67B0}" dt="2023-04-13T05:51:30.097" v="1799"/>
        <pc:sldMkLst>
          <pc:docMk/>
          <pc:sldMk cId="3582357950" sldId="428"/>
        </pc:sldMkLst>
      </pc:sldChg>
      <pc:sldChg chg="addSp delSp modSp add mod ord delAnim modAnim">
        <pc:chgData name="Fei Zheng" userId="d19317889db4c986" providerId="LiveId" clId="{55C81219-3E80-8A4F-BD76-FAC3FF9A67B0}" dt="2023-04-17T12:48:17.976" v="2195" actId="20578"/>
        <pc:sldMkLst>
          <pc:docMk/>
          <pc:sldMk cId="2354529659" sldId="429"/>
        </pc:sldMkLst>
        <pc:spChg chg="del">
          <ac:chgData name="Fei Zheng" userId="d19317889db4c986" providerId="LiveId" clId="{55C81219-3E80-8A4F-BD76-FAC3FF9A67B0}" dt="2023-04-13T08:14:10.462" v="1801" actId="478"/>
          <ac:spMkLst>
            <pc:docMk/>
            <pc:sldMk cId="2354529659" sldId="429"/>
            <ac:spMk id="3" creationId="{0E08B833-3493-CC67-0D6C-084848F0D920}"/>
          </ac:spMkLst>
        </pc:spChg>
        <pc:spChg chg="del">
          <ac:chgData name="Fei Zheng" userId="d19317889db4c986" providerId="LiveId" clId="{55C81219-3E80-8A4F-BD76-FAC3FF9A67B0}" dt="2023-04-13T08:14:13.436" v="1802" actId="478"/>
          <ac:spMkLst>
            <pc:docMk/>
            <pc:sldMk cId="2354529659" sldId="429"/>
            <ac:spMk id="4" creationId="{4B05CCBD-B72C-E3E7-F985-86AF35FD990D}"/>
          </ac:spMkLst>
        </pc:spChg>
        <pc:spChg chg="del">
          <ac:chgData name="Fei Zheng" userId="d19317889db4c986" providerId="LiveId" clId="{55C81219-3E80-8A4F-BD76-FAC3FF9A67B0}" dt="2023-04-13T08:14:13.436" v="1802" actId="478"/>
          <ac:spMkLst>
            <pc:docMk/>
            <pc:sldMk cId="2354529659" sldId="429"/>
            <ac:spMk id="5" creationId="{1C759DA3-1634-773C-A9F4-84432BC71B28}"/>
          </ac:spMkLst>
        </pc:spChg>
        <pc:spChg chg="add del mod">
          <ac:chgData name="Fei Zheng" userId="d19317889db4c986" providerId="LiveId" clId="{55C81219-3E80-8A4F-BD76-FAC3FF9A67B0}" dt="2023-04-13T08:14:46.299" v="1804"/>
          <ac:spMkLst>
            <pc:docMk/>
            <pc:sldMk cId="2354529659" sldId="429"/>
            <ac:spMk id="10" creationId="{A94798A8-0764-2BFA-4D5D-40ADC4019998}"/>
          </ac:spMkLst>
        </pc:spChg>
        <pc:spChg chg="add del mod">
          <ac:chgData name="Fei Zheng" userId="d19317889db4c986" providerId="LiveId" clId="{55C81219-3E80-8A4F-BD76-FAC3FF9A67B0}" dt="2023-04-13T08:14:46.299" v="1804"/>
          <ac:spMkLst>
            <pc:docMk/>
            <pc:sldMk cId="2354529659" sldId="429"/>
            <ac:spMk id="11" creationId="{AD2C5220-82EC-5A51-51F9-F8E1D99CAA4D}"/>
          </ac:spMkLst>
        </pc:spChg>
        <pc:spChg chg="add del mod">
          <ac:chgData name="Fei Zheng" userId="d19317889db4c986" providerId="LiveId" clId="{55C81219-3E80-8A4F-BD76-FAC3FF9A67B0}" dt="2023-04-13T08:14:46.299" v="1804"/>
          <ac:spMkLst>
            <pc:docMk/>
            <pc:sldMk cId="2354529659" sldId="429"/>
            <ac:spMk id="12" creationId="{F32C8BCF-6EFA-A1CD-8197-224AFF749546}"/>
          </ac:spMkLst>
        </pc:spChg>
        <pc:spChg chg="add del mod">
          <ac:chgData name="Fei Zheng" userId="d19317889db4c986" providerId="LiveId" clId="{55C81219-3E80-8A4F-BD76-FAC3FF9A67B0}" dt="2023-04-13T08:14:46.299" v="1804"/>
          <ac:spMkLst>
            <pc:docMk/>
            <pc:sldMk cId="2354529659" sldId="429"/>
            <ac:spMk id="13" creationId="{F415042F-F6DB-C55C-4045-A5E960C09712}"/>
          </ac:spMkLst>
        </pc:spChg>
        <pc:spChg chg="add del mod">
          <ac:chgData name="Fei Zheng" userId="d19317889db4c986" providerId="LiveId" clId="{55C81219-3E80-8A4F-BD76-FAC3FF9A67B0}" dt="2023-04-13T08:14:46.299" v="1804"/>
          <ac:spMkLst>
            <pc:docMk/>
            <pc:sldMk cId="2354529659" sldId="429"/>
            <ac:spMk id="14" creationId="{A907332A-EE2F-2DFC-1D79-239DFFCBC737}"/>
          </ac:spMkLst>
        </pc:spChg>
        <pc:spChg chg="add del mod">
          <ac:chgData name="Fei Zheng" userId="d19317889db4c986" providerId="LiveId" clId="{55C81219-3E80-8A4F-BD76-FAC3FF9A67B0}" dt="2023-04-13T08:14:46.299" v="1804"/>
          <ac:spMkLst>
            <pc:docMk/>
            <pc:sldMk cId="2354529659" sldId="429"/>
            <ac:spMk id="15" creationId="{003FC860-4470-C49F-606D-8D968899B484}"/>
          </ac:spMkLst>
        </pc:spChg>
        <pc:spChg chg="del">
          <ac:chgData name="Fei Zheng" userId="d19317889db4c986" providerId="LiveId" clId="{55C81219-3E80-8A4F-BD76-FAC3FF9A67B0}" dt="2023-04-13T08:14:13.436" v="1802" actId="478"/>
          <ac:spMkLst>
            <pc:docMk/>
            <pc:sldMk cId="2354529659" sldId="429"/>
            <ac:spMk id="16" creationId="{C26B5577-CAC4-44EB-1013-256852042BFF}"/>
          </ac:spMkLst>
        </pc:spChg>
        <pc:spChg chg="add del mod">
          <ac:chgData name="Fei Zheng" userId="d19317889db4c986" providerId="LiveId" clId="{55C81219-3E80-8A4F-BD76-FAC3FF9A67B0}" dt="2023-04-13T08:14:46.299" v="1804"/>
          <ac:spMkLst>
            <pc:docMk/>
            <pc:sldMk cId="2354529659" sldId="429"/>
            <ac:spMk id="17" creationId="{A4398AFA-C247-D50F-A62A-3F8310BEE5C8}"/>
          </ac:spMkLst>
        </pc:spChg>
        <pc:spChg chg="del">
          <ac:chgData name="Fei Zheng" userId="d19317889db4c986" providerId="LiveId" clId="{55C81219-3E80-8A4F-BD76-FAC3FF9A67B0}" dt="2023-04-13T08:14:13.436" v="1802" actId="478"/>
          <ac:spMkLst>
            <pc:docMk/>
            <pc:sldMk cId="2354529659" sldId="429"/>
            <ac:spMk id="18" creationId="{933FD709-1188-FB34-E731-CB51DFAAC93E}"/>
          </ac:spMkLst>
        </pc:spChg>
        <pc:spChg chg="add del mod">
          <ac:chgData name="Fei Zheng" userId="d19317889db4c986" providerId="LiveId" clId="{55C81219-3E80-8A4F-BD76-FAC3FF9A67B0}" dt="2023-04-13T08:14:46.299" v="1804"/>
          <ac:spMkLst>
            <pc:docMk/>
            <pc:sldMk cId="2354529659" sldId="429"/>
            <ac:spMk id="19" creationId="{EAC4F192-5CC3-E0FB-1AC0-BA1CE2D2E731}"/>
          </ac:spMkLst>
        </pc:spChg>
        <pc:spChg chg="add del mod">
          <ac:chgData name="Fei Zheng" userId="d19317889db4c986" providerId="LiveId" clId="{55C81219-3E80-8A4F-BD76-FAC3FF9A67B0}" dt="2023-04-13T08:14:46.299" v="1804"/>
          <ac:spMkLst>
            <pc:docMk/>
            <pc:sldMk cId="2354529659" sldId="429"/>
            <ac:spMk id="20" creationId="{F9AC5FCB-D90F-3DDC-0EFE-12A18ED4798B}"/>
          </ac:spMkLst>
        </pc:spChg>
        <pc:spChg chg="add del mod">
          <ac:chgData name="Fei Zheng" userId="d19317889db4c986" providerId="LiveId" clId="{55C81219-3E80-8A4F-BD76-FAC3FF9A67B0}" dt="2023-04-13T08:14:46.299" v="1804"/>
          <ac:spMkLst>
            <pc:docMk/>
            <pc:sldMk cId="2354529659" sldId="429"/>
            <ac:spMk id="21" creationId="{E6785E0D-9D02-A929-54A3-3896B767FD3E}"/>
          </ac:spMkLst>
        </pc:spChg>
        <pc:spChg chg="add del mod">
          <ac:chgData name="Fei Zheng" userId="d19317889db4c986" providerId="LiveId" clId="{55C81219-3E80-8A4F-BD76-FAC3FF9A67B0}" dt="2023-04-13T08:14:46.299" v="1804"/>
          <ac:spMkLst>
            <pc:docMk/>
            <pc:sldMk cId="2354529659" sldId="429"/>
            <ac:spMk id="22" creationId="{581DD5AB-BF33-C1DA-51E1-57687C75DB7A}"/>
          </ac:spMkLst>
        </pc:spChg>
        <pc:spChg chg="add mod">
          <ac:chgData name="Fei Zheng" userId="d19317889db4c986" providerId="LiveId" clId="{55C81219-3E80-8A4F-BD76-FAC3FF9A67B0}" dt="2023-04-13T08:20:01.687" v="1993" actId="1038"/>
          <ac:spMkLst>
            <pc:docMk/>
            <pc:sldMk cId="2354529659" sldId="429"/>
            <ac:spMk id="23" creationId="{23753750-AA95-1B8A-99C6-EC87E8CF31B2}"/>
          </ac:spMkLst>
        </pc:spChg>
        <pc:spChg chg="add mod">
          <ac:chgData name="Fei Zheng" userId="d19317889db4c986" providerId="LiveId" clId="{55C81219-3E80-8A4F-BD76-FAC3FF9A67B0}" dt="2023-04-13T08:20:01.687" v="1993" actId="1038"/>
          <ac:spMkLst>
            <pc:docMk/>
            <pc:sldMk cId="2354529659" sldId="429"/>
            <ac:spMk id="24" creationId="{05953AE2-2816-E444-94DD-18A548343DCB}"/>
          </ac:spMkLst>
        </pc:spChg>
        <pc:spChg chg="add mod">
          <ac:chgData name="Fei Zheng" userId="d19317889db4c986" providerId="LiveId" clId="{55C81219-3E80-8A4F-BD76-FAC3FF9A67B0}" dt="2023-04-13T08:20:01.687" v="1993" actId="1038"/>
          <ac:spMkLst>
            <pc:docMk/>
            <pc:sldMk cId="2354529659" sldId="429"/>
            <ac:spMk id="25" creationId="{8FFEAECD-6E5F-4B19-8412-29EAB1E92A38}"/>
          </ac:spMkLst>
        </pc:spChg>
        <pc:spChg chg="add mod">
          <ac:chgData name="Fei Zheng" userId="d19317889db4c986" providerId="LiveId" clId="{55C81219-3E80-8A4F-BD76-FAC3FF9A67B0}" dt="2023-04-13T08:20:01.687" v="1993" actId="1038"/>
          <ac:spMkLst>
            <pc:docMk/>
            <pc:sldMk cId="2354529659" sldId="429"/>
            <ac:spMk id="26" creationId="{BEDE65EC-3A76-F026-76A3-0896F73562AF}"/>
          </ac:spMkLst>
        </pc:spChg>
        <pc:spChg chg="add mod">
          <ac:chgData name="Fei Zheng" userId="d19317889db4c986" providerId="LiveId" clId="{55C81219-3E80-8A4F-BD76-FAC3FF9A67B0}" dt="2023-04-13T08:20:01.687" v="1993" actId="1038"/>
          <ac:spMkLst>
            <pc:docMk/>
            <pc:sldMk cId="2354529659" sldId="429"/>
            <ac:spMk id="27" creationId="{3F5A2A6F-1EEF-9D4E-59D0-F4EE25DF206D}"/>
          </ac:spMkLst>
        </pc:spChg>
        <pc:spChg chg="add mod">
          <ac:chgData name="Fei Zheng" userId="d19317889db4c986" providerId="LiveId" clId="{55C81219-3E80-8A4F-BD76-FAC3FF9A67B0}" dt="2023-04-13T08:20:01.687" v="1993" actId="1038"/>
          <ac:spMkLst>
            <pc:docMk/>
            <pc:sldMk cId="2354529659" sldId="429"/>
            <ac:spMk id="28" creationId="{55F5E4EF-97D9-6672-88D3-761D403D7730}"/>
          </ac:spMkLst>
        </pc:spChg>
        <pc:spChg chg="add mod">
          <ac:chgData name="Fei Zheng" userId="d19317889db4c986" providerId="LiveId" clId="{55C81219-3E80-8A4F-BD76-FAC3FF9A67B0}" dt="2023-04-13T08:20:01.687" v="1993" actId="1038"/>
          <ac:spMkLst>
            <pc:docMk/>
            <pc:sldMk cId="2354529659" sldId="429"/>
            <ac:spMk id="29" creationId="{DF44EAEB-D969-E29D-FE33-0964409F60A9}"/>
          </ac:spMkLst>
        </pc:spChg>
        <pc:spChg chg="add mod">
          <ac:chgData name="Fei Zheng" userId="d19317889db4c986" providerId="LiveId" clId="{55C81219-3E80-8A4F-BD76-FAC3FF9A67B0}" dt="2023-04-13T08:20:01.687" v="1993" actId="1038"/>
          <ac:spMkLst>
            <pc:docMk/>
            <pc:sldMk cId="2354529659" sldId="429"/>
            <ac:spMk id="30" creationId="{8C687BD7-973B-000F-4F2B-EF79124638C8}"/>
          </ac:spMkLst>
        </pc:spChg>
        <pc:spChg chg="add mod">
          <ac:chgData name="Fei Zheng" userId="d19317889db4c986" providerId="LiveId" clId="{55C81219-3E80-8A4F-BD76-FAC3FF9A67B0}" dt="2023-04-13T08:20:01.687" v="1993" actId="1038"/>
          <ac:spMkLst>
            <pc:docMk/>
            <pc:sldMk cId="2354529659" sldId="429"/>
            <ac:spMk id="31" creationId="{E3C46B0D-763A-482F-090B-29EFE0AFFB18}"/>
          </ac:spMkLst>
        </pc:spChg>
        <pc:spChg chg="add del mod">
          <ac:chgData name="Fei Zheng" userId="d19317889db4c986" providerId="LiveId" clId="{55C81219-3E80-8A4F-BD76-FAC3FF9A67B0}" dt="2023-04-13T08:15:03.990" v="1816" actId="478"/>
          <ac:spMkLst>
            <pc:docMk/>
            <pc:sldMk cId="2354529659" sldId="429"/>
            <ac:spMk id="32" creationId="{08A956C2-A9BC-DEDF-26A1-E13C7AB50182}"/>
          </ac:spMkLst>
        </pc:spChg>
        <pc:spChg chg="add del mod">
          <ac:chgData name="Fei Zheng" userId="d19317889db4c986" providerId="LiveId" clId="{55C81219-3E80-8A4F-BD76-FAC3FF9A67B0}" dt="2023-04-13T08:15:50.087" v="1866" actId="478"/>
          <ac:spMkLst>
            <pc:docMk/>
            <pc:sldMk cId="2354529659" sldId="429"/>
            <ac:spMk id="33" creationId="{86F0B8E0-3234-59D3-47A9-0A595605947D}"/>
          </ac:spMkLst>
        </pc:spChg>
        <pc:spChg chg="add del mod">
          <ac:chgData name="Fei Zheng" userId="d19317889db4c986" providerId="LiveId" clId="{55C81219-3E80-8A4F-BD76-FAC3FF9A67B0}" dt="2023-04-13T08:14:54.276" v="1809"/>
          <ac:spMkLst>
            <pc:docMk/>
            <pc:sldMk cId="2354529659" sldId="429"/>
            <ac:spMk id="34" creationId="{E6F0F638-BB5C-66F5-7AB0-7A48FB697FBE}"/>
          </ac:spMkLst>
        </pc:spChg>
        <pc:spChg chg="add del mod">
          <ac:chgData name="Fei Zheng" userId="d19317889db4c986" providerId="LiveId" clId="{55C81219-3E80-8A4F-BD76-FAC3FF9A67B0}" dt="2023-04-13T08:14:54.276" v="1809"/>
          <ac:spMkLst>
            <pc:docMk/>
            <pc:sldMk cId="2354529659" sldId="429"/>
            <ac:spMk id="35" creationId="{01E84A0A-F422-BEA3-59AF-6DB55663579D}"/>
          </ac:spMkLst>
        </pc:spChg>
        <pc:spChg chg="add del mod">
          <ac:chgData name="Fei Zheng" userId="d19317889db4c986" providerId="LiveId" clId="{55C81219-3E80-8A4F-BD76-FAC3FF9A67B0}" dt="2023-04-13T08:14:54.276" v="1809"/>
          <ac:spMkLst>
            <pc:docMk/>
            <pc:sldMk cId="2354529659" sldId="429"/>
            <ac:spMk id="36" creationId="{63153EFC-6536-AF2B-8A88-CD3A766C6E6C}"/>
          </ac:spMkLst>
        </pc:spChg>
        <pc:spChg chg="add del mod">
          <ac:chgData name="Fei Zheng" userId="d19317889db4c986" providerId="LiveId" clId="{55C81219-3E80-8A4F-BD76-FAC3FF9A67B0}" dt="2023-04-13T08:14:54.276" v="1809"/>
          <ac:spMkLst>
            <pc:docMk/>
            <pc:sldMk cId="2354529659" sldId="429"/>
            <ac:spMk id="37" creationId="{45572FB2-C893-FBA1-EF19-9C12D8F06FF3}"/>
          </ac:spMkLst>
        </pc:spChg>
        <pc:spChg chg="add del mod">
          <ac:chgData name="Fei Zheng" userId="d19317889db4c986" providerId="LiveId" clId="{55C81219-3E80-8A4F-BD76-FAC3FF9A67B0}" dt="2023-04-13T08:14:54.276" v="1809"/>
          <ac:spMkLst>
            <pc:docMk/>
            <pc:sldMk cId="2354529659" sldId="429"/>
            <ac:spMk id="38" creationId="{33013EE1-3BE4-49FE-6F07-1D8AF1D07C4B}"/>
          </ac:spMkLst>
        </pc:spChg>
        <pc:spChg chg="add del mod">
          <ac:chgData name="Fei Zheng" userId="d19317889db4c986" providerId="LiveId" clId="{55C81219-3E80-8A4F-BD76-FAC3FF9A67B0}" dt="2023-04-13T08:14:54.276" v="1809"/>
          <ac:spMkLst>
            <pc:docMk/>
            <pc:sldMk cId="2354529659" sldId="429"/>
            <ac:spMk id="39" creationId="{57D6188D-DD75-00F3-C534-3DDB7BB08491}"/>
          </ac:spMkLst>
        </pc:spChg>
        <pc:spChg chg="add del mod">
          <ac:chgData name="Fei Zheng" userId="d19317889db4c986" providerId="LiveId" clId="{55C81219-3E80-8A4F-BD76-FAC3FF9A67B0}" dt="2023-04-13T08:14:54.276" v="1809"/>
          <ac:spMkLst>
            <pc:docMk/>
            <pc:sldMk cId="2354529659" sldId="429"/>
            <ac:spMk id="40" creationId="{9CB91B29-2955-A220-F99E-045151BEF450}"/>
          </ac:spMkLst>
        </pc:spChg>
        <pc:spChg chg="add del mod">
          <ac:chgData name="Fei Zheng" userId="d19317889db4c986" providerId="LiveId" clId="{55C81219-3E80-8A4F-BD76-FAC3FF9A67B0}" dt="2023-04-13T08:14:54.276" v="1809"/>
          <ac:spMkLst>
            <pc:docMk/>
            <pc:sldMk cId="2354529659" sldId="429"/>
            <ac:spMk id="41" creationId="{FCCF66B4-8946-FD36-EA0A-BFC7CBE954C1}"/>
          </ac:spMkLst>
        </pc:spChg>
        <pc:spChg chg="add del mod">
          <ac:chgData name="Fei Zheng" userId="d19317889db4c986" providerId="LiveId" clId="{55C81219-3E80-8A4F-BD76-FAC3FF9A67B0}" dt="2023-04-13T08:14:54.276" v="1809"/>
          <ac:spMkLst>
            <pc:docMk/>
            <pc:sldMk cId="2354529659" sldId="429"/>
            <ac:spMk id="42" creationId="{70E014D2-3EEB-160F-26A0-65442CEF851E}"/>
          </ac:spMkLst>
        </pc:spChg>
        <pc:spChg chg="add del mod">
          <ac:chgData name="Fei Zheng" userId="d19317889db4c986" providerId="LiveId" clId="{55C81219-3E80-8A4F-BD76-FAC3FF9A67B0}" dt="2023-04-13T08:14:54.276" v="1809"/>
          <ac:spMkLst>
            <pc:docMk/>
            <pc:sldMk cId="2354529659" sldId="429"/>
            <ac:spMk id="43" creationId="{A47ED07B-CB91-41BE-980D-594D189EBCAB}"/>
          </ac:spMkLst>
        </pc:spChg>
        <pc:spChg chg="add del mod">
          <ac:chgData name="Fei Zheng" userId="d19317889db4c986" providerId="LiveId" clId="{55C81219-3E80-8A4F-BD76-FAC3FF9A67B0}" dt="2023-04-13T08:14:54.276" v="1809"/>
          <ac:spMkLst>
            <pc:docMk/>
            <pc:sldMk cId="2354529659" sldId="429"/>
            <ac:spMk id="44" creationId="{8FB44F98-43AA-9E77-0458-EF633CA01A4D}"/>
          </ac:spMkLst>
        </pc:spChg>
        <pc:spChg chg="add del mod">
          <ac:chgData name="Fei Zheng" userId="d19317889db4c986" providerId="LiveId" clId="{55C81219-3E80-8A4F-BD76-FAC3FF9A67B0}" dt="2023-04-13T08:15:36.948" v="1848" actId="478"/>
          <ac:spMkLst>
            <pc:docMk/>
            <pc:sldMk cId="2354529659" sldId="429"/>
            <ac:spMk id="45" creationId="{6D7052B5-1DB7-417D-AD16-1FF303AE5C86}"/>
          </ac:spMkLst>
        </pc:spChg>
        <pc:spChg chg="add del mod">
          <ac:chgData name="Fei Zheng" userId="d19317889db4c986" providerId="LiveId" clId="{55C81219-3E80-8A4F-BD76-FAC3FF9A67B0}" dt="2023-04-13T08:15:36.948" v="1848" actId="478"/>
          <ac:spMkLst>
            <pc:docMk/>
            <pc:sldMk cId="2354529659" sldId="429"/>
            <ac:spMk id="46" creationId="{E4177975-2E43-E9B6-7B6E-950210BFE3B8}"/>
          </ac:spMkLst>
        </pc:spChg>
        <pc:spChg chg="add del mod">
          <ac:chgData name="Fei Zheng" userId="d19317889db4c986" providerId="LiveId" clId="{55C81219-3E80-8A4F-BD76-FAC3FF9A67B0}" dt="2023-04-13T08:15:36.948" v="1848" actId="478"/>
          <ac:spMkLst>
            <pc:docMk/>
            <pc:sldMk cId="2354529659" sldId="429"/>
            <ac:spMk id="47" creationId="{BB570066-26C7-EEA9-05AA-08CEFCA91091}"/>
          </ac:spMkLst>
        </pc:spChg>
        <pc:spChg chg="add del mod">
          <ac:chgData name="Fei Zheng" userId="d19317889db4c986" providerId="LiveId" clId="{55C81219-3E80-8A4F-BD76-FAC3FF9A67B0}" dt="2023-04-13T08:15:36.948" v="1848" actId="478"/>
          <ac:spMkLst>
            <pc:docMk/>
            <pc:sldMk cId="2354529659" sldId="429"/>
            <ac:spMk id="48" creationId="{BF419A7E-B2EC-D1C3-2975-6897198F5206}"/>
          </ac:spMkLst>
        </pc:spChg>
        <pc:spChg chg="add del mod">
          <ac:chgData name="Fei Zheng" userId="d19317889db4c986" providerId="LiveId" clId="{55C81219-3E80-8A4F-BD76-FAC3FF9A67B0}" dt="2023-04-13T08:15:36.948" v="1848" actId="478"/>
          <ac:spMkLst>
            <pc:docMk/>
            <pc:sldMk cId="2354529659" sldId="429"/>
            <ac:spMk id="49" creationId="{5719AFE6-2DC4-F26C-941D-214070E9206B}"/>
          </ac:spMkLst>
        </pc:spChg>
        <pc:spChg chg="add del mod">
          <ac:chgData name="Fei Zheng" userId="d19317889db4c986" providerId="LiveId" clId="{55C81219-3E80-8A4F-BD76-FAC3FF9A67B0}" dt="2023-04-13T08:15:36.948" v="1848" actId="478"/>
          <ac:spMkLst>
            <pc:docMk/>
            <pc:sldMk cId="2354529659" sldId="429"/>
            <ac:spMk id="50" creationId="{81D5369A-36A0-3064-F35F-36C959D0902E}"/>
          </ac:spMkLst>
        </pc:spChg>
        <pc:spChg chg="add del mod">
          <ac:chgData name="Fei Zheng" userId="d19317889db4c986" providerId="LiveId" clId="{55C81219-3E80-8A4F-BD76-FAC3FF9A67B0}" dt="2023-04-13T08:15:36.948" v="1848" actId="478"/>
          <ac:spMkLst>
            <pc:docMk/>
            <pc:sldMk cId="2354529659" sldId="429"/>
            <ac:spMk id="51" creationId="{AEBFE460-5518-48F9-FC2E-A9E258A6F3D3}"/>
          </ac:spMkLst>
        </pc:spChg>
        <pc:spChg chg="add del mod">
          <ac:chgData name="Fei Zheng" userId="d19317889db4c986" providerId="LiveId" clId="{55C81219-3E80-8A4F-BD76-FAC3FF9A67B0}" dt="2023-04-13T08:15:36.948" v="1848" actId="478"/>
          <ac:spMkLst>
            <pc:docMk/>
            <pc:sldMk cId="2354529659" sldId="429"/>
            <ac:spMk id="52" creationId="{4D2E6C43-BD81-8FBC-E34C-5AC4A42D1FC5}"/>
          </ac:spMkLst>
        </pc:spChg>
        <pc:spChg chg="add del mod">
          <ac:chgData name="Fei Zheng" userId="d19317889db4c986" providerId="LiveId" clId="{55C81219-3E80-8A4F-BD76-FAC3FF9A67B0}" dt="2023-04-13T08:15:36.948" v="1848" actId="478"/>
          <ac:spMkLst>
            <pc:docMk/>
            <pc:sldMk cId="2354529659" sldId="429"/>
            <ac:spMk id="53" creationId="{89629EDD-F75A-C64E-A348-F4F422E68B7F}"/>
          </ac:spMkLst>
        </pc:spChg>
        <pc:spChg chg="add del mod">
          <ac:chgData name="Fei Zheng" userId="d19317889db4c986" providerId="LiveId" clId="{55C81219-3E80-8A4F-BD76-FAC3FF9A67B0}" dt="2023-04-13T08:15:06.230" v="1817" actId="478"/>
          <ac:spMkLst>
            <pc:docMk/>
            <pc:sldMk cId="2354529659" sldId="429"/>
            <ac:spMk id="54" creationId="{356E02CB-5C24-511E-8B24-7444180ACFD6}"/>
          </ac:spMkLst>
        </pc:spChg>
        <pc:spChg chg="add del mod">
          <ac:chgData name="Fei Zheng" userId="d19317889db4c986" providerId="LiveId" clId="{55C81219-3E80-8A4F-BD76-FAC3FF9A67B0}" dt="2023-04-13T08:15:36.948" v="1848" actId="478"/>
          <ac:spMkLst>
            <pc:docMk/>
            <pc:sldMk cId="2354529659" sldId="429"/>
            <ac:spMk id="55" creationId="{6FBF3FA0-60D5-6BA7-05BE-57A86457DE59}"/>
          </ac:spMkLst>
        </pc:spChg>
        <pc:spChg chg="add mod">
          <ac:chgData name="Fei Zheng" userId="d19317889db4c986" providerId="LiveId" clId="{55C81219-3E80-8A4F-BD76-FAC3FF9A67B0}" dt="2023-04-13T08:20:01.687" v="1993" actId="1038"/>
          <ac:spMkLst>
            <pc:docMk/>
            <pc:sldMk cId="2354529659" sldId="429"/>
            <ac:spMk id="56" creationId="{9DD45C67-B84E-D751-3698-A2D7C3A65D4F}"/>
          </ac:spMkLst>
        </pc:spChg>
        <pc:spChg chg="add mod">
          <ac:chgData name="Fei Zheng" userId="d19317889db4c986" providerId="LiveId" clId="{55C81219-3E80-8A4F-BD76-FAC3FF9A67B0}" dt="2023-04-13T08:20:01.687" v="1993" actId="1038"/>
          <ac:spMkLst>
            <pc:docMk/>
            <pc:sldMk cId="2354529659" sldId="429"/>
            <ac:spMk id="57" creationId="{083DAE78-D18C-36FB-6001-B0A31521C950}"/>
          </ac:spMkLst>
        </pc:spChg>
        <pc:spChg chg="add mod">
          <ac:chgData name="Fei Zheng" userId="d19317889db4c986" providerId="LiveId" clId="{55C81219-3E80-8A4F-BD76-FAC3FF9A67B0}" dt="2023-04-13T08:20:01.687" v="1993" actId="1038"/>
          <ac:spMkLst>
            <pc:docMk/>
            <pc:sldMk cId="2354529659" sldId="429"/>
            <ac:spMk id="58" creationId="{36939738-3454-7F04-DE48-FCABC05145D0}"/>
          </ac:spMkLst>
        </pc:spChg>
        <pc:spChg chg="add mod">
          <ac:chgData name="Fei Zheng" userId="d19317889db4c986" providerId="LiveId" clId="{55C81219-3E80-8A4F-BD76-FAC3FF9A67B0}" dt="2023-04-13T08:20:01.687" v="1993" actId="1038"/>
          <ac:spMkLst>
            <pc:docMk/>
            <pc:sldMk cId="2354529659" sldId="429"/>
            <ac:spMk id="59" creationId="{1D983A52-5E5A-F96F-A161-8F5BD06880CA}"/>
          </ac:spMkLst>
        </pc:spChg>
        <pc:spChg chg="add mod">
          <ac:chgData name="Fei Zheng" userId="d19317889db4c986" providerId="LiveId" clId="{55C81219-3E80-8A4F-BD76-FAC3FF9A67B0}" dt="2023-04-13T08:20:01.687" v="1993" actId="1038"/>
          <ac:spMkLst>
            <pc:docMk/>
            <pc:sldMk cId="2354529659" sldId="429"/>
            <ac:spMk id="60" creationId="{8DF10FE1-EA64-650E-56BB-77695121F841}"/>
          </ac:spMkLst>
        </pc:spChg>
        <pc:spChg chg="add mod">
          <ac:chgData name="Fei Zheng" userId="d19317889db4c986" providerId="LiveId" clId="{55C81219-3E80-8A4F-BD76-FAC3FF9A67B0}" dt="2023-04-13T08:20:01.687" v="1993" actId="1038"/>
          <ac:spMkLst>
            <pc:docMk/>
            <pc:sldMk cId="2354529659" sldId="429"/>
            <ac:spMk id="61" creationId="{60E4A662-D211-D529-41EF-202245EA96E0}"/>
          </ac:spMkLst>
        </pc:spChg>
        <pc:spChg chg="add mod">
          <ac:chgData name="Fei Zheng" userId="d19317889db4c986" providerId="LiveId" clId="{55C81219-3E80-8A4F-BD76-FAC3FF9A67B0}" dt="2023-04-13T08:20:01.687" v="1993" actId="1038"/>
          <ac:spMkLst>
            <pc:docMk/>
            <pc:sldMk cId="2354529659" sldId="429"/>
            <ac:spMk id="62" creationId="{558D9995-8BFD-6221-9F85-F4660E0907FD}"/>
          </ac:spMkLst>
        </pc:spChg>
        <pc:spChg chg="add mod">
          <ac:chgData name="Fei Zheng" userId="d19317889db4c986" providerId="LiveId" clId="{55C81219-3E80-8A4F-BD76-FAC3FF9A67B0}" dt="2023-04-13T08:20:01.687" v="1993" actId="1038"/>
          <ac:spMkLst>
            <pc:docMk/>
            <pc:sldMk cId="2354529659" sldId="429"/>
            <ac:spMk id="63" creationId="{0133A883-7D0C-503A-8783-07DE1D19E306}"/>
          </ac:spMkLst>
        </pc:spChg>
        <pc:spChg chg="add mod">
          <ac:chgData name="Fei Zheng" userId="d19317889db4c986" providerId="LiveId" clId="{55C81219-3E80-8A4F-BD76-FAC3FF9A67B0}" dt="2023-04-13T08:20:01.687" v="1993" actId="1038"/>
          <ac:spMkLst>
            <pc:docMk/>
            <pc:sldMk cId="2354529659" sldId="429"/>
            <ac:spMk id="64" creationId="{DECA14EC-41A5-FAB8-0E62-B41D05337740}"/>
          </ac:spMkLst>
        </pc:spChg>
        <pc:spChg chg="add mod">
          <ac:chgData name="Fei Zheng" userId="d19317889db4c986" providerId="LiveId" clId="{55C81219-3E80-8A4F-BD76-FAC3FF9A67B0}" dt="2023-04-13T08:20:01.687" v="1993" actId="1038"/>
          <ac:spMkLst>
            <pc:docMk/>
            <pc:sldMk cId="2354529659" sldId="429"/>
            <ac:spMk id="65" creationId="{9F877E34-6D5E-5F5C-FAE1-3C4DDB39DEC8}"/>
          </ac:spMkLst>
        </pc:spChg>
        <pc:spChg chg="add mod">
          <ac:chgData name="Fei Zheng" userId="d19317889db4c986" providerId="LiveId" clId="{55C81219-3E80-8A4F-BD76-FAC3FF9A67B0}" dt="2023-04-13T08:20:01.687" v="1993" actId="1038"/>
          <ac:spMkLst>
            <pc:docMk/>
            <pc:sldMk cId="2354529659" sldId="429"/>
            <ac:spMk id="66" creationId="{F5C19E74-6AF2-95D8-D924-D5E69E3A5299}"/>
          </ac:spMkLst>
        </pc:spChg>
        <pc:spChg chg="add mod">
          <ac:chgData name="Fei Zheng" userId="d19317889db4c986" providerId="LiveId" clId="{55C81219-3E80-8A4F-BD76-FAC3FF9A67B0}" dt="2023-04-13T08:20:01.687" v="1993" actId="1038"/>
          <ac:spMkLst>
            <pc:docMk/>
            <pc:sldMk cId="2354529659" sldId="429"/>
            <ac:spMk id="67" creationId="{D6975BE7-9759-BBEC-35AC-1B726FD83889}"/>
          </ac:spMkLst>
        </pc:spChg>
        <pc:spChg chg="add mod">
          <ac:chgData name="Fei Zheng" userId="d19317889db4c986" providerId="LiveId" clId="{55C81219-3E80-8A4F-BD76-FAC3FF9A67B0}" dt="2023-04-13T08:20:01.687" v="1993" actId="1038"/>
          <ac:spMkLst>
            <pc:docMk/>
            <pc:sldMk cId="2354529659" sldId="429"/>
            <ac:spMk id="68" creationId="{ADD1026D-D36F-4B90-BFC6-DDB72D024CE2}"/>
          </ac:spMkLst>
        </pc:spChg>
        <pc:spChg chg="add mod">
          <ac:chgData name="Fei Zheng" userId="d19317889db4c986" providerId="LiveId" clId="{55C81219-3E80-8A4F-BD76-FAC3FF9A67B0}" dt="2023-04-13T08:20:01.687" v="1993" actId="1038"/>
          <ac:spMkLst>
            <pc:docMk/>
            <pc:sldMk cId="2354529659" sldId="429"/>
            <ac:spMk id="69" creationId="{47B661A1-6C9D-46D8-877D-E7C8E6F09765}"/>
          </ac:spMkLst>
        </pc:spChg>
        <pc:spChg chg="add mod">
          <ac:chgData name="Fei Zheng" userId="d19317889db4c986" providerId="LiveId" clId="{55C81219-3E80-8A4F-BD76-FAC3FF9A67B0}" dt="2023-04-13T08:20:01.687" v="1993" actId="1038"/>
          <ac:spMkLst>
            <pc:docMk/>
            <pc:sldMk cId="2354529659" sldId="429"/>
            <ac:spMk id="70" creationId="{90A62931-BE66-375A-5B34-7F0733E9791A}"/>
          </ac:spMkLst>
        </pc:spChg>
        <pc:spChg chg="add mod">
          <ac:chgData name="Fei Zheng" userId="d19317889db4c986" providerId="LiveId" clId="{55C81219-3E80-8A4F-BD76-FAC3FF9A67B0}" dt="2023-04-13T08:20:01.687" v="1993" actId="1038"/>
          <ac:spMkLst>
            <pc:docMk/>
            <pc:sldMk cId="2354529659" sldId="429"/>
            <ac:spMk id="71" creationId="{90AE5468-6CEA-7F4C-BC8C-9B91E30528A5}"/>
          </ac:spMkLst>
        </pc:spChg>
        <pc:spChg chg="add mod">
          <ac:chgData name="Fei Zheng" userId="d19317889db4c986" providerId="LiveId" clId="{55C81219-3E80-8A4F-BD76-FAC3FF9A67B0}" dt="2023-04-13T08:20:01.687" v="1993" actId="1038"/>
          <ac:spMkLst>
            <pc:docMk/>
            <pc:sldMk cId="2354529659" sldId="429"/>
            <ac:spMk id="72" creationId="{DB710953-6892-15EA-C89F-D963514C1017}"/>
          </ac:spMkLst>
        </pc:spChg>
        <pc:spChg chg="add mod">
          <ac:chgData name="Fei Zheng" userId="d19317889db4c986" providerId="LiveId" clId="{55C81219-3E80-8A4F-BD76-FAC3FF9A67B0}" dt="2023-04-13T08:20:01.687" v="1993" actId="1038"/>
          <ac:spMkLst>
            <pc:docMk/>
            <pc:sldMk cId="2354529659" sldId="429"/>
            <ac:spMk id="73" creationId="{80D76E3F-CBBD-22E2-A2D6-70D73DC7B24B}"/>
          </ac:spMkLst>
        </pc:spChg>
        <pc:spChg chg="add mod">
          <ac:chgData name="Fei Zheng" userId="d19317889db4c986" providerId="LiveId" clId="{55C81219-3E80-8A4F-BD76-FAC3FF9A67B0}" dt="2023-04-13T08:20:01.687" v="1993" actId="1038"/>
          <ac:spMkLst>
            <pc:docMk/>
            <pc:sldMk cId="2354529659" sldId="429"/>
            <ac:spMk id="74" creationId="{3A1A85E7-F121-50E9-EE3C-CE5B49C4381A}"/>
          </ac:spMkLst>
        </pc:spChg>
        <pc:spChg chg="add mod">
          <ac:chgData name="Fei Zheng" userId="d19317889db4c986" providerId="LiveId" clId="{55C81219-3E80-8A4F-BD76-FAC3FF9A67B0}" dt="2023-04-13T08:20:01.687" v="1993" actId="1038"/>
          <ac:spMkLst>
            <pc:docMk/>
            <pc:sldMk cId="2354529659" sldId="429"/>
            <ac:spMk id="75" creationId="{924D6901-9E88-D19B-CAC8-2BBC2EC82C35}"/>
          </ac:spMkLst>
        </pc:spChg>
        <pc:spChg chg="add mod">
          <ac:chgData name="Fei Zheng" userId="d19317889db4c986" providerId="LiveId" clId="{55C81219-3E80-8A4F-BD76-FAC3FF9A67B0}" dt="2023-04-13T08:20:01.687" v="1993" actId="1038"/>
          <ac:spMkLst>
            <pc:docMk/>
            <pc:sldMk cId="2354529659" sldId="429"/>
            <ac:spMk id="76" creationId="{CBDC6B57-0D7A-EF73-AF19-82B087472762}"/>
          </ac:spMkLst>
        </pc:spChg>
        <pc:spChg chg="add mod">
          <ac:chgData name="Fei Zheng" userId="d19317889db4c986" providerId="LiveId" clId="{55C81219-3E80-8A4F-BD76-FAC3FF9A67B0}" dt="2023-04-13T08:20:01.687" v="1993" actId="1038"/>
          <ac:spMkLst>
            <pc:docMk/>
            <pc:sldMk cId="2354529659" sldId="429"/>
            <ac:spMk id="77" creationId="{CAC74A24-5F3F-0C9A-E582-F532E4E46875}"/>
          </ac:spMkLst>
        </pc:spChg>
        <pc:spChg chg="add mod">
          <ac:chgData name="Fei Zheng" userId="d19317889db4c986" providerId="LiveId" clId="{55C81219-3E80-8A4F-BD76-FAC3FF9A67B0}" dt="2023-04-13T08:20:01.687" v="1993" actId="1038"/>
          <ac:spMkLst>
            <pc:docMk/>
            <pc:sldMk cId="2354529659" sldId="429"/>
            <ac:spMk id="78" creationId="{BA4632AC-B0B9-7329-F744-6F7A3AC0FDFC}"/>
          </ac:spMkLst>
        </pc:spChg>
        <pc:spChg chg="add mod">
          <ac:chgData name="Fei Zheng" userId="d19317889db4c986" providerId="LiveId" clId="{55C81219-3E80-8A4F-BD76-FAC3FF9A67B0}" dt="2023-04-13T08:20:01.687" v="1993" actId="1038"/>
          <ac:spMkLst>
            <pc:docMk/>
            <pc:sldMk cId="2354529659" sldId="429"/>
            <ac:spMk id="79" creationId="{0E5DDD46-1954-C49A-B7DE-1A44D16742C4}"/>
          </ac:spMkLst>
        </pc:spChg>
        <pc:spChg chg="add mod">
          <ac:chgData name="Fei Zheng" userId="d19317889db4c986" providerId="LiveId" clId="{55C81219-3E80-8A4F-BD76-FAC3FF9A67B0}" dt="2023-04-13T08:20:01.687" v="1993" actId="1038"/>
          <ac:spMkLst>
            <pc:docMk/>
            <pc:sldMk cId="2354529659" sldId="429"/>
            <ac:spMk id="80" creationId="{C51B41A3-95EC-0771-234B-EC958CBFB658}"/>
          </ac:spMkLst>
        </pc:spChg>
      </pc:sldChg>
      <pc:sldChg chg="addSp modSp add mod ord">
        <pc:chgData name="Fei Zheng" userId="d19317889db4c986" providerId="LiveId" clId="{55C81219-3E80-8A4F-BD76-FAC3FF9A67B0}" dt="2023-04-17T13:23:24.169" v="2370" actId="2711"/>
        <pc:sldMkLst>
          <pc:docMk/>
          <pc:sldMk cId="1905650952" sldId="430"/>
        </pc:sldMkLst>
        <pc:spChg chg="mod">
          <ac:chgData name="Fei Zheng" userId="d19317889db4c986" providerId="LiveId" clId="{55C81219-3E80-8A4F-BD76-FAC3FF9A67B0}" dt="2023-04-17T13:23:24.169" v="2370" actId="2711"/>
          <ac:spMkLst>
            <pc:docMk/>
            <pc:sldMk cId="1905650952" sldId="430"/>
            <ac:spMk id="4" creationId="{61F71134-B3F1-03AD-2904-4D2C8C5ECD33}"/>
          </ac:spMkLst>
        </pc:spChg>
        <pc:spChg chg="add mod">
          <ac:chgData name="Fei Zheng" userId="d19317889db4c986" providerId="LiveId" clId="{55C81219-3E80-8A4F-BD76-FAC3FF9A67B0}" dt="2023-04-17T13:14:17.034" v="2269" actId="1036"/>
          <ac:spMkLst>
            <pc:docMk/>
            <pc:sldMk cId="1905650952" sldId="430"/>
            <ac:spMk id="6" creationId="{CFE74F6D-E302-A257-2F8E-29518D6F3EDB}"/>
          </ac:spMkLst>
        </pc:spChg>
      </pc:sldChg>
      <pc:sldChg chg="del">
        <pc:chgData name="Fei Zheng" userId="d19317889db4c986" providerId="LiveId" clId="{55C81219-3E80-8A4F-BD76-FAC3FF9A67B0}" dt="2023-04-08T13:00:12.365" v="20" actId="2696"/>
        <pc:sldMkLst>
          <pc:docMk/>
          <pc:sldMk cId="3064721684" sldId="431"/>
        </pc:sldMkLst>
      </pc:sldChg>
      <pc:sldChg chg="del">
        <pc:chgData name="Fei Zheng" userId="d19317889db4c986" providerId="LiveId" clId="{55C81219-3E80-8A4F-BD76-FAC3FF9A67B0}" dt="2023-04-08T13:00:03.296" v="9" actId="2696"/>
        <pc:sldMkLst>
          <pc:docMk/>
          <pc:sldMk cId="2827639505" sldId="442"/>
        </pc:sldMkLst>
      </pc:sldChg>
      <pc:sldChg chg="del">
        <pc:chgData name="Fei Zheng" userId="d19317889db4c986" providerId="LiveId" clId="{55C81219-3E80-8A4F-BD76-FAC3FF9A67B0}" dt="2023-04-08T13:00:04.904" v="12" actId="2696"/>
        <pc:sldMkLst>
          <pc:docMk/>
          <pc:sldMk cId="4118247310" sldId="443"/>
        </pc:sldMkLst>
      </pc:sldChg>
      <pc:sldChg chg="del">
        <pc:chgData name="Fei Zheng" userId="d19317889db4c986" providerId="LiveId" clId="{55C81219-3E80-8A4F-BD76-FAC3FF9A67B0}" dt="2023-04-08T13:00:04.512" v="11" actId="2696"/>
        <pc:sldMkLst>
          <pc:docMk/>
          <pc:sldMk cId="2645170493" sldId="444"/>
        </pc:sldMkLst>
      </pc:sldChg>
      <pc:sldChg chg="del">
        <pc:chgData name="Fei Zheng" userId="d19317889db4c986" providerId="LiveId" clId="{55C81219-3E80-8A4F-BD76-FAC3FF9A67B0}" dt="2023-04-08T12:57:52.252" v="0" actId="2696"/>
        <pc:sldMkLst>
          <pc:docMk/>
          <pc:sldMk cId="436179780" sldId="455"/>
        </pc:sldMkLst>
      </pc:sldChg>
    </pc:docChg>
  </pc:docChgLst>
  <pc:docChgLst>
    <pc:chgData name="Zheng Fei" userId="d19317889db4c986" providerId="LiveId" clId="{8E458C55-F1D8-F44E-9F99-3247BDE4E1D0}"/>
    <pc:docChg chg="custSel modSld modMainMaster">
      <pc:chgData name="Zheng Fei" userId="d19317889db4c986" providerId="LiveId" clId="{8E458C55-F1D8-F44E-9F99-3247BDE4E1D0}" dt="2022-05-14T08:46:36.100" v="14" actId="27636"/>
      <pc:docMkLst>
        <pc:docMk/>
      </pc:docMkLst>
      <pc:sldChg chg="modSp mod">
        <pc:chgData name="Zheng Fei" userId="d19317889db4c986" providerId="LiveId" clId="{8E458C55-F1D8-F44E-9F99-3247BDE4E1D0}" dt="2022-05-14T08:46:34.003" v="13"/>
        <pc:sldMkLst>
          <pc:docMk/>
          <pc:sldMk cId="513746498" sldId="257"/>
        </pc:sldMkLst>
        <pc:spChg chg="mod">
          <ac:chgData name="Zheng Fei" userId="d19317889db4c986" providerId="LiveId" clId="{8E458C55-F1D8-F44E-9F99-3247BDE4E1D0}" dt="2022-05-14T08:44:54.304" v="0"/>
          <ac:spMkLst>
            <pc:docMk/>
            <pc:sldMk cId="513746498" sldId="257"/>
            <ac:spMk id="2" creationId="{5341933C-325B-946B-6533-DD3D3C10D1FD}"/>
          </ac:spMkLst>
        </pc:spChg>
        <pc:spChg chg="mod">
          <ac:chgData name="Zheng Fei" userId="d19317889db4c986" providerId="LiveId" clId="{8E458C55-F1D8-F44E-9F99-3247BDE4E1D0}" dt="2022-05-14T08:46:34.003" v="13"/>
          <ac:spMkLst>
            <pc:docMk/>
            <pc:sldMk cId="513746498" sldId="257"/>
            <ac:spMk id="3" creationId="{C139C1D9-B944-95B2-D337-6672873EE39E}"/>
          </ac:spMkLst>
        </pc:spChg>
      </pc:sldChg>
      <pc:sldChg chg="modSp mod">
        <pc:chgData name="Zheng Fei" userId="d19317889db4c986" providerId="LiveId" clId="{8E458C55-F1D8-F44E-9F99-3247BDE4E1D0}" dt="2022-05-14T08:46:34.003" v="13"/>
        <pc:sldMkLst>
          <pc:docMk/>
          <pc:sldMk cId="4145988057" sldId="258"/>
        </pc:sldMkLst>
        <pc:spChg chg="mod">
          <ac:chgData name="Zheng Fei" userId="d19317889db4c986" providerId="LiveId" clId="{8E458C55-F1D8-F44E-9F99-3247BDE4E1D0}" dt="2022-05-14T08:46:34.003" v="13"/>
          <ac:spMkLst>
            <pc:docMk/>
            <pc:sldMk cId="4145988057" sldId="258"/>
            <ac:spMk id="3" creationId="{7D2B4430-D268-5F24-B677-28A080E32402}"/>
          </ac:spMkLst>
        </pc:spChg>
      </pc:sldChg>
      <pc:sldChg chg="modSp mod">
        <pc:chgData name="Zheng Fei" userId="d19317889db4c986" providerId="LiveId" clId="{8E458C55-F1D8-F44E-9F99-3247BDE4E1D0}" dt="2022-05-14T08:46:34.003" v="13"/>
        <pc:sldMkLst>
          <pc:docMk/>
          <pc:sldMk cId="2650816285" sldId="259"/>
        </pc:sldMkLst>
        <pc:spChg chg="mod">
          <ac:chgData name="Zheng Fei" userId="d19317889db4c986" providerId="LiveId" clId="{8E458C55-F1D8-F44E-9F99-3247BDE4E1D0}" dt="2022-05-14T08:46:34.003" v="13"/>
          <ac:spMkLst>
            <pc:docMk/>
            <pc:sldMk cId="2650816285" sldId="259"/>
            <ac:spMk id="5" creationId="{7A356429-752A-68FA-A6AB-CE569984A703}"/>
          </ac:spMkLst>
        </pc:spChg>
      </pc:sldChg>
      <pc:sldChg chg="modSp">
        <pc:chgData name="Zheng Fei" userId="d19317889db4c986" providerId="LiveId" clId="{8E458C55-F1D8-F44E-9F99-3247BDE4E1D0}" dt="2022-05-14T08:46:34.003" v="13"/>
        <pc:sldMkLst>
          <pc:docMk/>
          <pc:sldMk cId="1459657117" sldId="260"/>
        </pc:sldMkLst>
        <pc:spChg chg="mod">
          <ac:chgData name="Zheng Fei" userId="d19317889db4c986" providerId="LiveId" clId="{8E458C55-F1D8-F44E-9F99-3247BDE4E1D0}" dt="2022-05-14T08:46:34.003" v="13"/>
          <ac:spMkLst>
            <pc:docMk/>
            <pc:sldMk cId="1459657117" sldId="260"/>
            <ac:spMk id="4" creationId="{AA48F196-386B-26C1-5838-B4DDFC686E65}"/>
          </ac:spMkLst>
        </pc:spChg>
      </pc:sldChg>
      <pc:sldChg chg="modSp">
        <pc:chgData name="Zheng Fei" userId="d19317889db4c986" providerId="LiveId" clId="{8E458C55-F1D8-F44E-9F99-3247BDE4E1D0}" dt="2022-05-14T08:46:34.003" v="13"/>
        <pc:sldMkLst>
          <pc:docMk/>
          <pc:sldMk cId="707216198" sldId="261"/>
        </pc:sldMkLst>
        <pc:spChg chg="mod">
          <ac:chgData name="Zheng Fei" userId="d19317889db4c986" providerId="LiveId" clId="{8E458C55-F1D8-F44E-9F99-3247BDE4E1D0}" dt="2022-05-14T08:46:34.003" v="13"/>
          <ac:spMkLst>
            <pc:docMk/>
            <pc:sldMk cId="707216198" sldId="261"/>
            <ac:spMk id="4" creationId="{B1AE7AE5-17DD-BA19-D90E-C0A694ADC988}"/>
          </ac:spMkLst>
        </pc:spChg>
      </pc:sldChg>
      <pc:sldChg chg="modSp">
        <pc:chgData name="Zheng Fei" userId="d19317889db4c986" providerId="LiveId" clId="{8E458C55-F1D8-F44E-9F99-3247BDE4E1D0}" dt="2022-05-14T08:46:34.003" v="13"/>
        <pc:sldMkLst>
          <pc:docMk/>
          <pc:sldMk cId="2823787726" sldId="262"/>
        </pc:sldMkLst>
        <pc:spChg chg="mod">
          <ac:chgData name="Zheng Fei" userId="d19317889db4c986" providerId="LiveId" clId="{8E458C55-F1D8-F44E-9F99-3247BDE4E1D0}" dt="2022-05-14T08:46:34.003" v="13"/>
          <ac:spMkLst>
            <pc:docMk/>
            <pc:sldMk cId="2823787726" sldId="262"/>
            <ac:spMk id="5" creationId="{C3020028-4CE8-2F47-BABA-591A96E8BEDE}"/>
          </ac:spMkLst>
        </pc:spChg>
      </pc:sldChg>
      <pc:sldChg chg="modSp">
        <pc:chgData name="Zheng Fei" userId="d19317889db4c986" providerId="LiveId" clId="{8E458C55-F1D8-F44E-9F99-3247BDE4E1D0}" dt="2022-05-14T08:46:34.003" v="13"/>
        <pc:sldMkLst>
          <pc:docMk/>
          <pc:sldMk cId="3398865251" sldId="263"/>
        </pc:sldMkLst>
        <pc:spChg chg="mod">
          <ac:chgData name="Zheng Fei" userId="d19317889db4c986" providerId="LiveId" clId="{8E458C55-F1D8-F44E-9F99-3247BDE4E1D0}" dt="2022-05-14T08:46:34.003" v="13"/>
          <ac:spMkLst>
            <pc:docMk/>
            <pc:sldMk cId="3398865251" sldId="263"/>
            <ac:spMk id="4" creationId="{02599AEC-4740-9CDB-B89D-DB871E90736F}"/>
          </ac:spMkLst>
        </pc:spChg>
      </pc:sldChg>
      <pc:sldChg chg="modSp mod">
        <pc:chgData name="Zheng Fei" userId="d19317889db4c986" providerId="LiveId" clId="{8E458C55-F1D8-F44E-9F99-3247BDE4E1D0}" dt="2022-05-14T08:46:34.003" v="13"/>
        <pc:sldMkLst>
          <pc:docMk/>
          <pc:sldMk cId="1366214973" sldId="264"/>
        </pc:sldMkLst>
        <pc:spChg chg="mod">
          <ac:chgData name="Zheng Fei" userId="d19317889db4c986" providerId="LiveId" clId="{8E458C55-F1D8-F44E-9F99-3247BDE4E1D0}" dt="2022-05-14T08:46:34.003" v="13"/>
          <ac:spMkLst>
            <pc:docMk/>
            <pc:sldMk cId="1366214973" sldId="264"/>
            <ac:spMk id="4" creationId="{A3AF2A84-CE80-A21B-5116-1819569DF796}"/>
          </ac:spMkLst>
        </pc:spChg>
      </pc:sldChg>
      <pc:sldChg chg="modSp">
        <pc:chgData name="Zheng Fei" userId="d19317889db4c986" providerId="LiveId" clId="{8E458C55-F1D8-F44E-9F99-3247BDE4E1D0}" dt="2022-05-14T08:46:34.003" v="13"/>
        <pc:sldMkLst>
          <pc:docMk/>
          <pc:sldMk cId="2510914154" sldId="265"/>
        </pc:sldMkLst>
        <pc:spChg chg="mod">
          <ac:chgData name="Zheng Fei" userId="d19317889db4c986" providerId="LiveId" clId="{8E458C55-F1D8-F44E-9F99-3247BDE4E1D0}" dt="2022-05-14T08:46:34.003" v="13"/>
          <ac:spMkLst>
            <pc:docMk/>
            <pc:sldMk cId="2510914154" sldId="265"/>
            <ac:spMk id="4" creationId="{57D9CEE6-7B28-D60D-10C9-58B7DBEFDD7A}"/>
          </ac:spMkLst>
        </pc:spChg>
      </pc:sldChg>
      <pc:sldChg chg="modSp mod">
        <pc:chgData name="Zheng Fei" userId="d19317889db4c986" providerId="LiveId" clId="{8E458C55-F1D8-F44E-9F99-3247BDE4E1D0}" dt="2022-05-14T08:46:34.003" v="13"/>
        <pc:sldMkLst>
          <pc:docMk/>
          <pc:sldMk cId="1264844309" sldId="266"/>
        </pc:sldMkLst>
        <pc:spChg chg="mod">
          <ac:chgData name="Zheng Fei" userId="d19317889db4c986" providerId="LiveId" clId="{8E458C55-F1D8-F44E-9F99-3247BDE4E1D0}" dt="2022-05-14T08:46:34.003" v="13"/>
          <ac:spMkLst>
            <pc:docMk/>
            <pc:sldMk cId="1264844309" sldId="266"/>
            <ac:spMk id="4" creationId="{E505747B-3B21-3041-15EC-4B780C945CB9}"/>
          </ac:spMkLst>
        </pc:spChg>
        <pc:picChg chg="mod">
          <ac:chgData name="Zheng Fei" userId="d19317889db4c986" providerId="LiveId" clId="{8E458C55-F1D8-F44E-9F99-3247BDE4E1D0}" dt="2022-05-14T08:44:54.304" v="0"/>
          <ac:picMkLst>
            <pc:docMk/>
            <pc:sldMk cId="1264844309" sldId="266"/>
            <ac:picMk id="6" creationId="{D19C1EB1-5826-3DAA-736C-8BAA01F87D7E}"/>
          </ac:picMkLst>
        </pc:picChg>
      </pc:sldChg>
      <pc:sldChg chg="modSp">
        <pc:chgData name="Zheng Fei" userId="d19317889db4c986" providerId="LiveId" clId="{8E458C55-F1D8-F44E-9F99-3247BDE4E1D0}" dt="2022-05-14T08:46:34.003" v="13"/>
        <pc:sldMkLst>
          <pc:docMk/>
          <pc:sldMk cId="1114027741" sldId="267"/>
        </pc:sldMkLst>
        <pc:spChg chg="mod">
          <ac:chgData name="Zheng Fei" userId="d19317889db4c986" providerId="LiveId" clId="{8E458C55-F1D8-F44E-9F99-3247BDE4E1D0}" dt="2022-05-14T08:46:34.003" v="13"/>
          <ac:spMkLst>
            <pc:docMk/>
            <pc:sldMk cId="1114027741" sldId="267"/>
            <ac:spMk id="4" creationId="{6E02C1F1-03DF-C9EC-326D-1C1D0E6B238A}"/>
          </ac:spMkLst>
        </pc:spChg>
      </pc:sldChg>
      <pc:sldChg chg="modSp mod">
        <pc:chgData name="Zheng Fei" userId="d19317889db4c986" providerId="LiveId" clId="{8E458C55-F1D8-F44E-9F99-3247BDE4E1D0}" dt="2022-05-14T08:46:34.003" v="13"/>
        <pc:sldMkLst>
          <pc:docMk/>
          <pc:sldMk cId="205551090" sldId="268"/>
        </pc:sldMkLst>
        <pc:spChg chg="mod">
          <ac:chgData name="Zheng Fei" userId="d19317889db4c986" providerId="LiveId" clId="{8E458C55-F1D8-F44E-9F99-3247BDE4E1D0}" dt="2022-05-14T08:46:34.003" v="13"/>
          <ac:spMkLst>
            <pc:docMk/>
            <pc:sldMk cId="205551090" sldId="268"/>
            <ac:spMk id="4" creationId="{2CAB757C-A467-9233-8004-ED3F81182CFD}"/>
          </ac:spMkLst>
        </pc:spChg>
      </pc:sldChg>
      <pc:sldChg chg="modSp mod">
        <pc:chgData name="Zheng Fei" userId="d19317889db4c986" providerId="LiveId" clId="{8E458C55-F1D8-F44E-9F99-3247BDE4E1D0}" dt="2022-05-14T08:46:36.100" v="14" actId="27636"/>
        <pc:sldMkLst>
          <pc:docMk/>
          <pc:sldMk cId="1010781268" sldId="269"/>
        </pc:sldMkLst>
        <pc:spChg chg="mod">
          <ac:chgData name="Zheng Fei" userId="d19317889db4c986" providerId="LiveId" clId="{8E458C55-F1D8-F44E-9F99-3247BDE4E1D0}" dt="2022-05-14T08:46:36.100" v="14" actId="27636"/>
          <ac:spMkLst>
            <pc:docMk/>
            <pc:sldMk cId="1010781268" sldId="269"/>
            <ac:spMk id="4" creationId="{ED1CE5B3-EDAD-4AD2-EDD7-5AD3DA1589BE}"/>
          </ac:spMkLst>
        </pc:spChg>
      </pc:sldChg>
      <pc:sldChg chg="modSp">
        <pc:chgData name="Zheng Fei" userId="d19317889db4c986" providerId="LiveId" clId="{8E458C55-F1D8-F44E-9F99-3247BDE4E1D0}" dt="2022-05-14T08:46:34.003" v="13"/>
        <pc:sldMkLst>
          <pc:docMk/>
          <pc:sldMk cId="1551269373" sldId="270"/>
        </pc:sldMkLst>
        <pc:spChg chg="mod">
          <ac:chgData name="Zheng Fei" userId="d19317889db4c986" providerId="LiveId" clId="{8E458C55-F1D8-F44E-9F99-3247BDE4E1D0}" dt="2022-05-14T08:46:34.003" v="13"/>
          <ac:spMkLst>
            <pc:docMk/>
            <pc:sldMk cId="1551269373" sldId="270"/>
            <ac:spMk id="4" creationId="{DC9FDF2C-3144-C001-ED12-FD5B1BF3D272}"/>
          </ac:spMkLst>
        </pc:spChg>
      </pc:sldChg>
      <pc:sldChg chg="modSp mod">
        <pc:chgData name="Zheng Fei" userId="d19317889db4c986" providerId="LiveId" clId="{8E458C55-F1D8-F44E-9F99-3247BDE4E1D0}" dt="2022-05-14T08:46:34.003" v="13"/>
        <pc:sldMkLst>
          <pc:docMk/>
          <pc:sldMk cId="1002160116" sldId="271"/>
        </pc:sldMkLst>
        <pc:spChg chg="mod">
          <ac:chgData name="Zheng Fei" userId="d19317889db4c986" providerId="LiveId" clId="{8E458C55-F1D8-F44E-9F99-3247BDE4E1D0}" dt="2022-05-14T08:46:34.003" v="13"/>
          <ac:spMkLst>
            <pc:docMk/>
            <pc:sldMk cId="1002160116" sldId="271"/>
            <ac:spMk id="5" creationId="{1794C937-A99A-277D-4DC8-A4C4CFB330B9}"/>
          </ac:spMkLst>
        </pc:spChg>
      </pc:sldChg>
      <pc:sldChg chg="modSp mod">
        <pc:chgData name="Zheng Fei" userId="d19317889db4c986" providerId="LiveId" clId="{8E458C55-F1D8-F44E-9F99-3247BDE4E1D0}" dt="2022-05-14T08:46:34.003" v="13"/>
        <pc:sldMkLst>
          <pc:docMk/>
          <pc:sldMk cId="2050171829" sldId="272"/>
        </pc:sldMkLst>
        <pc:spChg chg="mod">
          <ac:chgData name="Zheng Fei" userId="d19317889db4c986" providerId="LiveId" clId="{8E458C55-F1D8-F44E-9F99-3247BDE4E1D0}" dt="2022-05-14T08:44:54.304" v="0"/>
          <ac:spMkLst>
            <pc:docMk/>
            <pc:sldMk cId="2050171829" sldId="272"/>
            <ac:spMk id="2" creationId="{4F6BE74F-1888-E8A5-FCA2-5DD748327899}"/>
          </ac:spMkLst>
        </pc:spChg>
        <pc:spChg chg="mod">
          <ac:chgData name="Zheng Fei" userId="d19317889db4c986" providerId="LiveId" clId="{8E458C55-F1D8-F44E-9F99-3247BDE4E1D0}" dt="2022-05-14T08:46:34.003" v="13"/>
          <ac:spMkLst>
            <pc:docMk/>
            <pc:sldMk cId="2050171829" sldId="272"/>
            <ac:spMk id="3" creationId="{A0F1B26D-C89A-B84D-9C6A-9D8BD9859A00}"/>
          </ac:spMkLst>
        </pc:spChg>
      </pc:sldChg>
      <pc:sldChg chg="modSp mod">
        <pc:chgData name="Zheng Fei" userId="d19317889db4c986" providerId="LiveId" clId="{8E458C55-F1D8-F44E-9F99-3247BDE4E1D0}" dt="2022-05-14T08:46:34.003" v="13"/>
        <pc:sldMkLst>
          <pc:docMk/>
          <pc:sldMk cId="1546805878" sldId="273"/>
        </pc:sldMkLst>
        <pc:spChg chg="mod">
          <ac:chgData name="Zheng Fei" userId="d19317889db4c986" providerId="LiveId" clId="{8E458C55-F1D8-F44E-9F99-3247BDE4E1D0}" dt="2022-05-14T08:46:34.003" v="13"/>
          <ac:spMkLst>
            <pc:docMk/>
            <pc:sldMk cId="1546805878" sldId="273"/>
            <ac:spMk id="3" creationId="{A72D8AD7-8336-85D3-E5BC-8CC0BB0C864C}"/>
          </ac:spMkLst>
        </pc:spChg>
      </pc:sldChg>
      <pc:sldChg chg="modSp">
        <pc:chgData name="Zheng Fei" userId="d19317889db4c986" providerId="LiveId" clId="{8E458C55-F1D8-F44E-9F99-3247BDE4E1D0}" dt="2022-05-14T08:46:34.003" v="13"/>
        <pc:sldMkLst>
          <pc:docMk/>
          <pc:sldMk cId="3996206917" sldId="274"/>
        </pc:sldMkLst>
        <pc:spChg chg="mod">
          <ac:chgData name="Zheng Fei" userId="d19317889db4c986" providerId="LiveId" clId="{8E458C55-F1D8-F44E-9F99-3247BDE4E1D0}" dt="2022-05-14T08:46:34.003" v="13"/>
          <ac:spMkLst>
            <pc:docMk/>
            <pc:sldMk cId="3996206917" sldId="274"/>
            <ac:spMk id="4" creationId="{43B505FB-2DFB-3D2A-4624-D30E086849EE}"/>
          </ac:spMkLst>
        </pc:spChg>
        <pc:picChg chg="mod">
          <ac:chgData name="Zheng Fei" userId="d19317889db4c986" providerId="LiveId" clId="{8E458C55-F1D8-F44E-9F99-3247BDE4E1D0}" dt="2022-05-14T08:44:54.304" v="0"/>
          <ac:picMkLst>
            <pc:docMk/>
            <pc:sldMk cId="3996206917" sldId="274"/>
            <ac:picMk id="3" creationId="{FA43E105-44E9-267B-A93B-A4AFBD560F77}"/>
          </ac:picMkLst>
        </pc:picChg>
      </pc:sldChg>
      <pc:sldChg chg="modSp mod">
        <pc:chgData name="Zheng Fei" userId="d19317889db4c986" providerId="LiveId" clId="{8E458C55-F1D8-F44E-9F99-3247BDE4E1D0}" dt="2022-05-14T08:46:34.003" v="13"/>
        <pc:sldMkLst>
          <pc:docMk/>
          <pc:sldMk cId="2608541811" sldId="275"/>
        </pc:sldMkLst>
        <pc:spChg chg="mod">
          <ac:chgData name="Zheng Fei" userId="d19317889db4c986" providerId="LiveId" clId="{8E458C55-F1D8-F44E-9F99-3247BDE4E1D0}" dt="2022-05-14T08:46:34.003" v="13"/>
          <ac:spMkLst>
            <pc:docMk/>
            <pc:sldMk cId="2608541811" sldId="275"/>
            <ac:spMk id="4" creationId="{61F71134-B3F1-03AD-2904-4D2C8C5ECD33}"/>
          </ac:spMkLst>
        </pc:spChg>
      </pc:sldChg>
      <pc:sldChg chg="modSp">
        <pc:chgData name="Zheng Fei" userId="d19317889db4c986" providerId="LiveId" clId="{8E458C55-F1D8-F44E-9F99-3247BDE4E1D0}" dt="2022-05-14T08:46:34.003" v="13"/>
        <pc:sldMkLst>
          <pc:docMk/>
          <pc:sldMk cId="1666380183" sldId="276"/>
        </pc:sldMkLst>
        <pc:spChg chg="mod">
          <ac:chgData name="Zheng Fei" userId="d19317889db4c986" providerId="LiveId" clId="{8E458C55-F1D8-F44E-9F99-3247BDE4E1D0}" dt="2022-05-14T08:46:34.003" v="13"/>
          <ac:spMkLst>
            <pc:docMk/>
            <pc:sldMk cId="1666380183" sldId="276"/>
            <ac:spMk id="4" creationId="{55CDE8FD-2E32-E8D0-A305-3E495F401DFD}"/>
          </ac:spMkLst>
        </pc:spChg>
      </pc:sldChg>
      <pc:sldChg chg="modSp">
        <pc:chgData name="Zheng Fei" userId="d19317889db4c986" providerId="LiveId" clId="{8E458C55-F1D8-F44E-9F99-3247BDE4E1D0}" dt="2022-05-14T08:46:34.003" v="13"/>
        <pc:sldMkLst>
          <pc:docMk/>
          <pc:sldMk cId="2840720224" sldId="277"/>
        </pc:sldMkLst>
        <pc:spChg chg="mod">
          <ac:chgData name="Zheng Fei" userId="d19317889db4c986" providerId="LiveId" clId="{8E458C55-F1D8-F44E-9F99-3247BDE4E1D0}" dt="2022-05-14T08:46:34.003" v="13"/>
          <ac:spMkLst>
            <pc:docMk/>
            <pc:sldMk cId="2840720224" sldId="277"/>
            <ac:spMk id="4" creationId="{97C2BDF8-51E9-5D1B-9082-E86FA307EDC7}"/>
          </ac:spMkLst>
        </pc:spChg>
        <pc:picChg chg="mod">
          <ac:chgData name="Zheng Fei" userId="d19317889db4c986" providerId="LiveId" clId="{8E458C55-F1D8-F44E-9F99-3247BDE4E1D0}" dt="2022-05-14T08:44:54.304" v="0"/>
          <ac:picMkLst>
            <pc:docMk/>
            <pc:sldMk cId="2840720224" sldId="277"/>
            <ac:picMk id="6" creationId="{3ECF9CDA-E1E5-A2D6-2A0C-B61583268BA5}"/>
          </ac:picMkLst>
        </pc:picChg>
      </pc:sldChg>
      <pc:sldChg chg="modSp">
        <pc:chgData name="Zheng Fei" userId="d19317889db4c986" providerId="LiveId" clId="{8E458C55-F1D8-F44E-9F99-3247BDE4E1D0}" dt="2022-05-14T08:46:34.003" v="13"/>
        <pc:sldMkLst>
          <pc:docMk/>
          <pc:sldMk cId="1639350420" sldId="278"/>
        </pc:sldMkLst>
        <pc:spChg chg="mod">
          <ac:chgData name="Zheng Fei" userId="d19317889db4c986" providerId="LiveId" clId="{8E458C55-F1D8-F44E-9F99-3247BDE4E1D0}" dt="2022-05-14T08:46:34.003" v="13"/>
          <ac:spMkLst>
            <pc:docMk/>
            <pc:sldMk cId="1639350420" sldId="278"/>
            <ac:spMk id="4" creationId="{7EC69F48-5E1F-D8B9-B8FB-132856BEB5A6}"/>
          </ac:spMkLst>
        </pc:spChg>
      </pc:sldChg>
      <pc:sldChg chg="modSp">
        <pc:chgData name="Zheng Fei" userId="d19317889db4c986" providerId="LiveId" clId="{8E458C55-F1D8-F44E-9F99-3247BDE4E1D0}" dt="2022-05-14T08:46:34.003" v="13"/>
        <pc:sldMkLst>
          <pc:docMk/>
          <pc:sldMk cId="1377848568" sldId="279"/>
        </pc:sldMkLst>
        <pc:spChg chg="mod">
          <ac:chgData name="Zheng Fei" userId="d19317889db4c986" providerId="LiveId" clId="{8E458C55-F1D8-F44E-9F99-3247BDE4E1D0}" dt="2022-05-14T08:46:34.003" v="13"/>
          <ac:spMkLst>
            <pc:docMk/>
            <pc:sldMk cId="1377848568" sldId="279"/>
            <ac:spMk id="4" creationId="{27947B47-0199-C8B4-C0B0-9033619D98C0}"/>
          </ac:spMkLst>
        </pc:spChg>
      </pc:sldChg>
      <pc:sldChg chg="modSp">
        <pc:chgData name="Zheng Fei" userId="d19317889db4c986" providerId="LiveId" clId="{8E458C55-F1D8-F44E-9F99-3247BDE4E1D0}" dt="2022-05-14T08:46:34.003" v="13"/>
        <pc:sldMkLst>
          <pc:docMk/>
          <pc:sldMk cId="1442266744" sldId="280"/>
        </pc:sldMkLst>
        <pc:spChg chg="mod">
          <ac:chgData name="Zheng Fei" userId="d19317889db4c986" providerId="LiveId" clId="{8E458C55-F1D8-F44E-9F99-3247BDE4E1D0}" dt="2022-05-14T08:46:34.003" v="13"/>
          <ac:spMkLst>
            <pc:docMk/>
            <pc:sldMk cId="1442266744" sldId="280"/>
            <ac:spMk id="5" creationId="{F186B2DA-9554-90A7-A94A-F0DFAA0BA916}"/>
          </ac:spMkLst>
        </pc:spChg>
        <pc:picChg chg="mod">
          <ac:chgData name="Zheng Fei" userId="d19317889db4c986" providerId="LiveId" clId="{8E458C55-F1D8-F44E-9F99-3247BDE4E1D0}" dt="2022-05-14T08:44:54.304" v="0"/>
          <ac:picMkLst>
            <pc:docMk/>
            <pc:sldMk cId="1442266744" sldId="280"/>
            <ac:picMk id="4" creationId="{7BA00396-296B-1F35-4FA3-779B4D3F7A3E}"/>
          </ac:picMkLst>
        </pc:picChg>
      </pc:sldChg>
      <pc:sldMasterChg chg="modSp modSldLayout">
        <pc:chgData name="Zheng Fei" userId="d19317889db4c986" providerId="LiveId" clId="{8E458C55-F1D8-F44E-9F99-3247BDE4E1D0}" dt="2022-05-14T08:44:54.304" v="0"/>
        <pc:sldMasterMkLst>
          <pc:docMk/>
          <pc:sldMasterMk cId="2003094035" sldId="2147483648"/>
        </pc:sldMasterMkLst>
        <pc:spChg chg="mod">
          <ac:chgData name="Zheng Fei" userId="d19317889db4c986" providerId="LiveId" clId="{8E458C55-F1D8-F44E-9F99-3247BDE4E1D0}" dt="2022-05-14T08:44:54.304" v="0"/>
          <ac:spMkLst>
            <pc:docMk/>
            <pc:sldMasterMk cId="2003094035" sldId="2147483648"/>
            <ac:spMk id="2" creationId="{00000000-0000-0000-0000-000000000000}"/>
          </ac:spMkLst>
        </pc:spChg>
        <pc:spChg chg="mod">
          <ac:chgData name="Zheng Fei" userId="d19317889db4c986" providerId="LiveId" clId="{8E458C55-F1D8-F44E-9F99-3247BDE4E1D0}" dt="2022-05-14T08:44:54.304" v="0"/>
          <ac:spMkLst>
            <pc:docMk/>
            <pc:sldMasterMk cId="2003094035" sldId="2147483648"/>
            <ac:spMk id="3" creationId="{00000000-0000-0000-0000-000000000000}"/>
          </ac:spMkLst>
        </pc:spChg>
        <pc:spChg chg="mod">
          <ac:chgData name="Zheng Fei" userId="d19317889db4c986" providerId="LiveId" clId="{8E458C55-F1D8-F44E-9F99-3247BDE4E1D0}" dt="2022-05-14T08:44:54.304" v="0"/>
          <ac:spMkLst>
            <pc:docMk/>
            <pc:sldMasterMk cId="2003094035" sldId="2147483648"/>
            <ac:spMk id="4" creationId="{00000000-0000-0000-0000-000000000000}"/>
          </ac:spMkLst>
        </pc:spChg>
        <pc:spChg chg="mod">
          <ac:chgData name="Zheng Fei" userId="d19317889db4c986" providerId="LiveId" clId="{8E458C55-F1D8-F44E-9F99-3247BDE4E1D0}" dt="2022-05-14T08:44:54.304" v="0"/>
          <ac:spMkLst>
            <pc:docMk/>
            <pc:sldMasterMk cId="2003094035" sldId="2147483648"/>
            <ac:spMk id="5" creationId="{00000000-0000-0000-0000-000000000000}"/>
          </ac:spMkLst>
        </pc:spChg>
        <pc:spChg chg="mod">
          <ac:chgData name="Zheng Fei" userId="d19317889db4c986" providerId="LiveId" clId="{8E458C55-F1D8-F44E-9F99-3247BDE4E1D0}" dt="2022-05-14T08:44:54.304" v="0"/>
          <ac:spMkLst>
            <pc:docMk/>
            <pc:sldMasterMk cId="2003094035" sldId="2147483648"/>
            <ac:spMk id="6" creationId="{00000000-0000-0000-0000-000000000000}"/>
          </ac:spMkLst>
        </pc:spChg>
        <pc:sldLayoutChg chg="modSp">
          <pc:chgData name="Zheng Fei" userId="d19317889db4c986" providerId="LiveId" clId="{8E458C55-F1D8-F44E-9F99-3247BDE4E1D0}" dt="2022-05-14T08:44:54.304" v="0"/>
          <pc:sldLayoutMkLst>
            <pc:docMk/>
            <pc:sldMasterMk cId="2003094035" sldId="2147483648"/>
            <pc:sldLayoutMk cId="3051827620" sldId="2147483649"/>
          </pc:sldLayoutMkLst>
          <pc:spChg chg="mod">
            <ac:chgData name="Zheng Fei" userId="d19317889db4c986" providerId="LiveId" clId="{8E458C55-F1D8-F44E-9F99-3247BDE4E1D0}" dt="2022-05-14T08:44:54.304" v="0"/>
            <ac:spMkLst>
              <pc:docMk/>
              <pc:sldMasterMk cId="2003094035" sldId="2147483648"/>
              <pc:sldLayoutMk cId="3051827620" sldId="2147483649"/>
              <ac:spMk id="2" creationId="{00000000-0000-0000-0000-000000000000}"/>
            </ac:spMkLst>
          </pc:spChg>
          <pc:spChg chg="mod">
            <ac:chgData name="Zheng Fei" userId="d19317889db4c986" providerId="LiveId" clId="{8E458C55-F1D8-F44E-9F99-3247BDE4E1D0}" dt="2022-05-14T08:44:54.304" v="0"/>
            <ac:spMkLst>
              <pc:docMk/>
              <pc:sldMasterMk cId="2003094035" sldId="2147483648"/>
              <pc:sldLayoutMk cId="3051827620" sldId="2147483649"/>
              <ac:spMk id="3" creationId="{00000000-0000-0000-0000-000000000000}"/>
            </ac:spMkLst>
          </pc:spChg>
        </pc:sldLayoutChg>
        <pc:sldLayoutChg chg="modSp">
          <pc:chgData name="Zheng Fei" userId="d19317889db4c986" providerId="LiveId" clId="{8E458C55-F1D8-F44E-9F99-3247BDE4E1D0}" dt="2022-05-14T08:44:54.304" v="0"/>
          <pc:sldLayoutMkLst>
            <pc:docMk/>
            <pc:sldMasterMk cId="2003094035" sldId="2147483648"/>
            <pc:sldLayoutMk cId="1612184157" sldId="2147483651"/>
          </pc:sldLayoutMkLst>
          <pc:spChg chg="mod">
            <ac:chgData name="Zheng Fei" userId="d19317889db4c986" providerId="LiveId" clId="{8E458C55-F1D8-F44E-9F99-3247BDE4E1D0}" dt="2022-05-14T08:44:54.304" v="0"/>
            <ac:spMkLst>
              <pc:docMk/>
              <pc:sldMasterMk cId="2003094035" sldId="2147483648"/>
              <pc:sldLayoutMk cId="1612184157" sldId="2147483651"/>
              <ac:spMk id="2" creationId="{00000000-0000-0000-0000-000000000000}"/>
            </ac:spMkLst>
          </pc:spChg>
          <pc:spChg chg="mod">
            <ac:chgData name="Zheng Fei" userId="d19317889db4c986" providerId="LiveId" clId="{8E458C55-F1D8-F44E-9F99-3247BDE4E1D0}" dt="2022-05-14T08:44:54.304" v="0"/>
            <ac:spMkLst>
              <pc:docMk/>
              <pc:sldMasterMk cId="2003094035" sldId="2147483648"/>
              <pc:sldLayoutMk cId="1612184157" sldId="2147483651"/>
              <ac:spMk id="3" creationId="{00000000-0000-0000-0000-000000000000}"/>
            </ac:spMkLst>
          </pc:spChg>
        </pc:sldLayoutChg>
        <pc:sldLayoutChg chg="modSp">
          <pc:chgData name="Zheng Fei" userId="d19317889db4c986" providerId="LiveId" clId="{8E458C55-F1D8-F44E-9F99-3247BDE4E1D0}" dt="2022-05-14T08:44:54.304" v="0"/>
          <pc:sldLayoutMkLst>
            <pc:docMk/>
            <pc:sldMasterMk cId="2003094035" sldId="2147483648"/>
            <pc:sldLayoutMk cId="2905825717" sldId="2147483652"/>
          </pc:sldLayoutMkLst>
          <pc:spChg chg="mod">
            <ac:chgData name="Zheng Fei" userId="d19317889db4c986" providerId="LiveId" clId="{8E458C55-F1D8-F44E-9F99-3247BDE4E1D0}" dt="2022-05-14T08:44:54.304" v="0"/>
            <ac:spMkLst>
              <pc:docMk/>
              <pc:sldMasterMk cId="2003094035" sldId="2147483648"/>
              <pc:sldLayoutMk cId="2905825717" sldId="2147483652"/>
              <ac:spMk id="3" creationId="{00000000-0000-0000-0000-000000000000}"/>
            </ac:spMkLst>
          </pc:spChg>
          <pc:spChg chg="mod">
            <ac:chgData name="Zheng Fei" userId="d19317889db4c986" providerId="LiveId" clId="{8E458C55-F1D8-F44E-9F99-3247BDE4E1D0}" dt="2022-05-14T08:44:54.304" v="0"/>
            <ac:spMkLst>
              <pc:docMk/>
              <pc:sldMasterMk cId="2003094035" sldId="2147483648"/>
              <pc:sldLayoutMk cId="2905825717" sldId="2147483652"/>
              <ac:spMk id="4" creationId="{00000000-0000-0000-0000-000000000000}"/>
            </ac:spMkLst>
          </pc:spChg>
        </pc:sldLayoutChg>
        <pc:sldLayoutChg chg="modSp">
          <pc:chgData name="Zheng Fei" userId="d19317889db4c986" providerId="LiveId" clId="{8E458C55-F1D8-F44E-9F99-3247BDE4E1D0}" dt="2022-05-14T08:44:54.304" v="0"/>
          <pc:sldLayoutMkLst>
            <pc:docMk/>
            <pc:sldMasterMk cId="2003094035" sldId="2147483648"/>
            <pc:sldLayoutMk cId="168117047" sldId="2147483653"/>
          </pc:sldLayoutMkLst>
          <pc:spChg chg="mod">
            <ac:chgData name="Zheng Fei" userId="d19317889db4c986" providerId="LiveId" clId="{8E458C55-F1D8-F44E-9F99-3247BDE4E1D0}" dt="2022-05-14T08:44:54.304" v="0"/>
            <ac:spMkLst>
              <pc:docMk/>
              <pc:sldMasterMk cId="2003094035" sldId="2147483648"/>
              <pc:sldLayoutMk cId="168117047" sldId="2147483653"/>
              <ac:spMk id="2" creationId="{00000000-0000-0000-0000-000000000000}"/>
            </ac:spMkLst>
          </pc:spChg>
          <pc:spChg chg="mod">
            <ac:chgData name="Zheng Fei" userId="d19317889db4c986" providerId="LiveId" clId="{8E458C55-F1D8-F44E-9F99-3247BDE4E1D0}" dt="2022-05-14T08:44:54.304" v="0"/>
            <ac:spMkLst>
              <pc:docMk/>
              <pc:sldMasterMk cId="2003094035" sldId="2147483648"/>
              <pc:sldLayoutMk cId="168117047" sldId="2147483653"/>
              <ac:spMk id="3" creationId="{00000000-0000-0000-0000-000000000000}"/>
            </ac:spMkLst>
          </pc:spChg>
          <pc:spChg chg="mod">
            <ac:chgData name="Zheng Fei" userId="d19317889db4c986" providerId="LiveId" clId="{8E458C55-F1D8-F44E-9F99-3247BDE4E1D0}" dt="2022-05-14T08:44:54.304" v="0"/>
            <ac:spMkLst>
              <pc:docMk/>
              <pc:sldMasterMk cId="2003094035" sldId="2147483648"/>
              <pc:sldLayoutMk cId="168117047" sldId="2147483653"/>
              <ac:spMk id="4" creationId="{00000000-0000-0000-0000-000000000000}"/>
            </ac:spMkLst>
          </pc:spChg>
          <pc:spChg chg="mod">
            <ac:chgData name="Zheng Fei" userId="d19317889db4c986" providerId="LiveId" clId="{8E458C55-F1D8-F44E-9F99-3247BDE4E1D0}" dt="2022-05-14T08:44:54.304" v="0"/>
            <ac:spMkLst>
              <pc:docMk/>
              <pc:sldMasterMk cId="2003094035" sldId="2147483648"/>
              <pc:sldLayoutMk cId="168117047" sldId="2147483653"/>
              <ac:spMk id="5" creationId="{00000000-0000-0000-0000-000000000000}"/>
            </ac:spMkLst>
          </pc:spChg>
          <pc:spChg chg="mod">
            <ac:chgData name="Zheng Fei" userId="d19317889db4c986" providerId="LiveId" clId="{8E458C55-F1D8-F44E-9F99-3247BDE4E1D0}" dt="2022-05-14T08:44:54.304" v="0"/>
            <ac:spMkLst>
              <pc:docMk/>
              <pc:sldMasterMk cId="2003094035" sldId="2147483648"/>
              <pc:sldLayoutMk cId="168117047" sldId="2147483653"/>
              <ac:spMk id="6" creationId="{00000000-0000-0000-0000-000000000000}"/>
            </ac:spMkLst>
          </pc:spChg>
        </pc:sldLayoutChg>
        <pc:sldLayoutChg chg="modSp">
          <pc:chgData name="Zheng Fei" userId="d19317889db4c986" providerId="LiveId" clId="{8E458C55-F1D8-F44E-9F99-3247BDE4E1D0}" dt="2022-05-14T08:44:54.304" v="0"/>
          <pc:sldLayoutMkLst>
            <pc:docMk/>
            <pc:sldMasterMk cId="2003094035" sldId="2147483648"/>
            <pc:sldLayoutMk cId="694758376" sldId="2147483656"/>
          </pc:sldLayoutMkLst>
          <pc:spChg chg="mod">
            <ac:chgData name="Zheng Fei" userId="d19317889db4c986" providerId="LiveId" clId="{8E458C55-F1D8-F44E-9F99-3247BDE4E1D0}" dt="2022-05-14T08:44:54.304" v="0"/>
            <ac:spMkLst>
              <pc:docMk/>
              <pc:sldMasterMk cId="2003094035" sldId="2147483648"/>
              <pc:sldLayoutMk cId="694758376" sldId="2147483656"/>
              <ac:spMk id="2" creationId="{00000000-0000-0000-0000-000000000000}"/>
            </ac:spMkLst>
          </pc:spChg>
          <pc:spChg chg="mod">
            <ac:chgData name="Zheng Fei" userId="d19317889db4c986" providerId="LiveId" clId="{8E458C55-F1D8-F44E-9F99-3247BDE4E1D0}" dt="2022-05-14T08:44:54.304" v="0"/>
            <ac:spMkLst>
              <pc:docMk/>
              <pc:sldMasterMk cId="2003094035" sldId="2147483648"/>
              <pc:sldLayoutMk cId="694758376" sldId="2147483656"/>
              <ac:spMk id="3" creationId="{00000000-0000-0000-0000-000000000000}"/>
            </ac:spMkLst>
          </pc:spChg>
          <pc:spChg chg="mod">
            <ac:chgData name="Zheng Fei" userId="d19317889db4c986" providerId="LiveId" clId="{8E458C55-F1D8-F44E-9F99-3247BDE4E1D0}" dt="2022-05-14T08:44:54.304" v="0"/>
            <ac:spMkLst>
              <pc:docMk/>
              <pc:sldMasterMk cId="2003094035" sldId="2147483648"/>
              <pc:sldLayoutMk cId="694758376" sldId="2147483656"/>
              <ac:spMk id="4" creationId="{00000000-0000-0000-0000-000000000000}"/>
            </ac:spMkLst>
          </pc:spChg>
        </pc:sldLayoutChg>
        <pc:sldLayoutChg chg="modSp">
          <pc:chgData name="Zheng Fei" userId="d19317889db4c986" providerId="LiveId" clId="{8E458C55-F1D8-F44E-9F99-3247BDE4E1D0}" dt="2022-05-14T08:44:54.304" v="0"/>
          <pc:sldLayoutMkLst>
            <pc:docMk/>
            <pc:sldMasterMk cId="2003094035" sldId="2147483648"/>
            <pc:sldLayoutMk cId="477805659" sldId="2147483657"/>
          </pc:sldLayoutMkLst>
          <pc:spChg chg="mod">
            <ac:chgData name="Zheng Fei" userId="d19317889db4c986" providerId="LiveId" clId="{8E458C55-F1D8-F44E-9F99-3247BDE4E1D0}" dt="2022-05-14T08:44:54.304" v="0"/>
            <ac:spMkLst>
              <pc:docMk/>
              <pc:sldMasterMk cId="2003094035" sldId="2147483648"/>
              <pc:sldLayoutMk cId="477805659" sldId="2147483657"/>
              <ac:spMk id="2" creationId="{00000000-0000-0000-0000-000000000000}"/>
            </ac:spMkLst>
          </pc:spChg>
          <pc:spChg chg="mod">
            <ac:chgData name="Zheng Fei" userId="d19317889db4c986" providerId="LiveId" clId="{8E458C55-F1D8-F44E-9F99-3247BDE4E1D0}" dt="2022-05-14T08:44:54.304" v="0"/>
            <ac:spMkLst>
              <pc:docMk/>
              <pc:sldMasterMk cId="2003094035" sldId="2147483648"/>
              <pc:sldLayoutMk cId="477805659" sldId="2147483657"/>
              <ac:spMk id="3" creationId="{00000000-0000-0000-0000-000000000000}"/>
            </ac:spMkLst>
          </pc:spChg>
          <pc:spChg chg="mod">
            <ac:chgData name="Zheng Fei" userId="d19317889db4c986" providerId="LiveId" clId="{8E458C55-F1D8-F44E-9F99-3247BDE4E1D0}" dt="2022-05-14T08:44:54.304" v="0"/>
            <ac:spMkLst>
              <pc:docMk/>
              <pc:sldMasterMk cId="2003094035" sldId="2147483648"/>
              <pc:sldLayoutMk cId="477805659" sldId="2147483657"/>
              <ac:spMk id="4" creationId="{00000000-0000-0000-0000-000000000000}"/>
            </ac:spMkLst>
          </pc:spChg>
        </pc:sldLayoutChg>
        <pc:sldLayoutChg chg="modSp">
          <pc:chgData name="Zheng Fei" userId="d19317889db4c986" providerId="LiveId" clId="{8E458C55-F1D8-F44E-9F99-3247BDE4E1D0}" dt="2022-05-14T08:44:54.304" v="0"/>
          <pc:sldLayoutMkLst>
            <pc:docMk/>
            <pc:sldMasterMk cId="2003094035" sldId="2147483648"/>
            <pc:sldLayoutMk cId="4025501431" sldId="2147483659"/>
          </pc:sldLayoutMkLst>
          <pc:spChg chg="mod">
            <ac:chgData name="Zheng Fei" userId="d19317889db4c986" providerId="LiveId" clId="{8E458C55-F1D8-F44E-9F99-3247BDE4E1D0}" dt="2022-05-14T08:44:54.304" v="0"/>
            <ac:spMkLst>
              <pc:docMk/>
              <pc:sldMasterMk cId="2003094035" sldId="2147483648"/>
              <pc:sldLayoutMk cId="4025501431" sldId="2147483659"/>
              <ac:spMk id="2" creationId="{00000000-0000-0000-0000-000000000000}"/>
            </ac:spMkLst>
          </pc:spChg>
          <pc:spChg chg="mod">
            <ac:chgData name="Zheng Fei" userId="d19317889db4c986" providerId="LiveId" clId="{8E458C55-F1D8-F44E-9F99-3247BDE4E1D0}" dt="2022-05-14T08:44:54.304" v="0"/>
            <ac:spMkLst>
              <pc:docMk/>
              <pc:sldMasterMk cId="2003094035" sldId="2147483648"/>
              <pc:sldLayoutMk cId="4025501431" sldId="2147483659"/>
              <ac:spMk id="3" creationId="{00000000-0000-0000-0000-000000000000}"/>
            </ac:spMkLst>
          </pc:spChg>
        </pc:sldLayoutChg>
      </pc:sldMasterChg>
      <pc:sldMasterChg chg="modSp modSldLayout">
        <pc:chgData name="Zheng Fei" userId="d19317889db4c986" providerId="LiveId" clId="{8E458C55-F1D8-F44E-9F99-3247BDE4E1D0}" dt="2022-05-14T08:46:34.003" v="13"/>
        <pc:sldMasterMkLst>
          <pc:docMk/>
          <pc:sldMasterMk cId="243227446" sldId="2147483660"/>
        </pc:sldMasterMkLst>
        <pc:spChg chg="mod">
          <ac:chgData name="Zheng Fei" userId="d19317889db4c986" providerId="LiveId" clId="{8E458C55-F1D8-F44E-9F99-3247BDE4E1D0}" dt="2022-05-14T08:46:34.003" v="13"/>
          <ac:spMkLst>
            <pc:docMk/>
            <pc:sldMasterMk cId="243227446" sldId="2147483660"/>
            <ac:spMk id="3" creationId="{00000000-0000-0000-0000-000000000000}"/>
          </ac:spMkLst>
        </pc:spChg>
        <pc:spChg chg="mod">
          <ac:chgData name="Zheng Fei" userId="d19317889db4c986" providerId="LiveId" clId="{8E458C55-F1D8-F44E-9F99-3247BDE4E1D0}" dt="2022-05-14T08:46:34.003" v="13"/>
          <ac:spMkLst>
            <pc:docMk/>
            <pc:sldMasterMk cId="243227446" sldId="2147483660"/>
            <ac:spMk id="4" creationId="{00000000-0000-0000-0000-000000000000}"/>
          </ac:spMkLst>
        </pc:spChg>
        <pc:spChg chg="mod">
          <ac:chgData name="Zheng Fei" userId="d19317889db4c986" providerId="LiveId" clId="{8E458C55-F1D8-F44E-9F99-3247BDE4E1D0}" dt="2022-05-14T08:46:34.003" v="13"/>
          <ac:spMkLst>
            <pc:docMk/>
            <pc:sldMasterMk cId="243227446" sldId="2147483660"/>
            <ac:spMk id="5" creationId="{00000000-0000-0000-0000-000000000000}"/>
          </ac:spMkLst>
        </pc:spChg>
        <pc:spChg chg="mod">
          <ac:chgData name="Zheng Fei" userId="d19317889db4c986" providerId="LiveId" clId="{8E458C55-F1D8-F44E-9F99-3247BDE4E1D0}" dt="2022-05-14T08:46:34.003" v="13"/>
          <ac:spMkLst>
            <pc:docMk/>
            <pc:sldMasterMk cId="243227446" sldId="2147483660"/>
            <ac:spMk id="6" creationId="{00000000-0000-0000-0000-000000000000}"/>
          </ac:spMkLst>
        </pc:spChg>
        <pc:sldLayoutChg chg="modSp">
          <pc:chgData name="Zheng Fei" userId="d19317889db4c986" providerId="LiveId" clId="{8E458C55-F1D8-F44E-9F99-3247BDE4E1D0}" dt="2022-05-14T08:46:34.003" v="13"/>
          <pc:sldLayoutMkLst>
            <pc:docMk/>
            <pc:sldMasterMk cId="243227446" sldId="2147483660"/>
            <pc:sldLayoutMk cId="288428076" sldId="2147483661"/>
          </pc:sldLayoutMkLst>
          <pc:spChg chg="mod">
            <ac:chgData name="Zheng Fei" userId="d19317889db4c986" providerId="LiveId" clId="{8E458C55-F1D8-F44E-9F99-3247BDE4E1D0}" dt="2022-05-14T08:46:34.003" v="13"/>
            <ac:spMkLst>
              <pc:docMk/>
              <pc:sldMasterMk cId="243227446" sldId="2147483660"/>
              <pc:sldLayoutMk cId="288428076" sldId="2147483661"/>
              <ac:spMk id="3" creationId="{00000000-0000-0000-0000-000000000000}"/>
            </ac:spMkLst>
          </pc:spChg>
          <pc:spChg chg="mod">
            <ac:chgData name="Zheng Fei" userId="d19317889db4c986" providerId="LiveId" clId="{8E458C55-F1D8-F44E-9F99-3247BDE4E1D0}" dt="2022-05-14T08:46:34.003" v="13"/>
            <ac:spMkLst>
              <pc:docMk/>
              <pc:sldMasterMk cId="243227446" sldId="2147483660"/>
              <pc:sldLayoutMk cId="288428076" sldId="2147483661"/>
              <ac:spMk id="4" creationId="{00000000-0000-0000-0000-000000000000}"/>
            </ac:spMkLst>
          </pc:spChg>
          <pc:spChg chg="mod">
            <ac:chgData name="Zheng Fei" userId="d19317889db4c986" providerId="LiveId" clId="{8E458C55-F1D8-F44E-9F99-3247BDE4E1D0}" dt="2022-05-14T08:46:34.003" v="13"/>
            <ac:spMkLst>
              <pc:docMk/>
              <pc:sldMasterMk cId="243227446" sldId="2147483660"/>
              <pc:sldLayoutMk cId="288428076" sldId="2147483661"/>
              <ac:spMk id="5" creationId="{00000000-0000-0000-0000-000000000000}"/>
            </ac:spMkLst>
          </pc:spChg>
          <pc:spChg chg="mod">
            <ac:chgData name="Zheng Fei" userId="d19317889db4c986" providerId="LiveId" clId="{8E458C55-F1D8-F44E-9F99-3247BDE4E1D0}" dt="2022-05-14T08:46:34.003" v="13"/>
            <ac:spMkLst>
              <pc:docMk/>
              <pc:sldMasterMk cId="243227446" sldId="2147483660"/>
              <pc:sldLayoutMk cId="288428076" sldId="2147483661"/>
              <ac:spMk id="6" creationId="{00000000-0000-0000-0000-000000000000}"/>
            </ac:spMkLst>
          </pc:spChg>
        </pc:sldLayoutChg>
        <pc:sldLayoutChg chg="modSp">
          <pc:chgData name="Zheng Fei" userId="d19317889db4c986" providerId="LiveId" clId="{8E458C55-F1D8-F44E-9F99-3247BDE4E1D0}" dt="2022-05-14T08:46:34.003" v="13"/>
          <pc:sldLayoutMkLst>
            <pc:docMk/>
            <pc:sldMasterMk cId="243227446" sldId="2147483660"/>
            <pc:sldLayoutMk cId="973576748" sldId="2147483662"/>
          </pc:sldLayoutMkLst>
          <pc:spChg chg="mod">
            <ac:chgData name="Zheng Fei" userId="d19317889db4c986" providerId="LiveId" clId="{8E458C55-F1D8-F44E-9F99-3247BDE4E1D0}" dt="2022-05-14T08:46:34.003" v="13"/>
            <ac:spMkLst>
              <pc:docMk/>
              <pc:sldMasterMk cId="243227446" sldId="2147483660"/>
              <pc:sldLayoutMk cId="973576748" sldId="2147483662"/>
              <ac:spMk id="3" creationId="{00000000-0000-0000-0000-000000000000}"/>
            </ac:spMkLst>
          </pc:spChg>
          <pc:spChg chg="mod">
            <ac:chgData name="Zheng Fei" userId="d19317889db4c986" providerId="LiveId" clId="{8E458C55-F1D8-F44E-9F99-3247BDE4E1D0}" dt="2022-05-14T08:46:34.003" v="13"/>
            <ac:spMkLst>
              <pc:docMk/>
              <pc:sldMasterMk cId="243227446" sldId="2147483660"/>
              <pc:sldLayoutMk cId="973576748" sldId="2147483662"/>
              <ac:spMk id="4" creationId="{00000000-0000-0000-0000-000000000000}"/>
            </ac:spMkLst>
          </pc:spChg>
          <pc:spChg chg="mod">
            <ac:chgData name="Zheng Fei" userId="d19317889db4c986" providerId="LiveId" clId="{8E458C55-F1D8-F44E-9F99-3247BDE4E1D0}" dt="2022-05-14T08:46:34.003" v="13"/>
            <ac:spMkLst>
              <pc:docMk/>
              <pc:sldMasterMk cId="243227446" sldId="2147483660"/>
              <pc:sldLayoutMk cId="973576748" sldId="2147483662"/>
              <ac:spMk id="5" creationId="{00000000-0000-0000-0000-000000000000}"/>
            </ac:spMkLst>
          </pc:spChg>
          <pc:spChg chg="mod">
            <ac:chgData name="Zheng Fei" userId="d19317889db4c986" providerId="LiveId" clId="{8E458C55-F1D8-F44E-9F99-3247BDE4E1D0}" dt="2022-05-14T08:46:34.003" v="13"/>
            <ac:spMkLst>
              <pc:docMk/>
              <pc:sldMasterMk cId="243227446" sldId="2147483660"/>
              <pc:sldLayoutMk cId="973576748" sldId="2147483662"/>
              <ac:spMk id="6" creationId="{00000000-0000-0000-0000-000000000000}"/>
            </ac:spMkLst>
          </pc:spChg>
        </pc:sldLayoutChg>
        <pc:sldLayoutChg chg="modSp">
          <pc:chgData name="Zheng Fei" userId="d19317889db4c986" providerId="LiveId" clId="{8E458C55-F1D8-F44E-9F99-3247BDE4E1D0}" dt="2022-05-14T08:46:34.003" v="13"/>
          <pc:sldLayoutMkLst>
            <pc:docMk/>
            <pc:sldMasterMk cId="243227446" sldId="2147483660"/>
            <pc:sldLayoutMk cId="1814763412" sldId="2147483663"/>
          </pc:sldLayoutMkLst>
          <pc:spChg chg="mod">
            <ac:chgData name="Zheng Fei" userId="d19317889db4c986" providerId="LiveId" clId="{8E458C55-F1D8-F44E-9F99-3247BDE4E1D0}" dt="2022-05-14T08:46:34.003" v="13"/>
            <ac:spMkLst>
              <pc:docMk/>
              <pc:sldMasterMk cId="243227446" sldId="2147483660"/>
              <pc:sldLayoutMk cId="1814763412" sldId="2147483663"/>
              <ac:spMk id="3" creationId="{00000000-0000-0000-0000-000000000000}"/>
            </ac:spMkLst>
          </pc:spChg>
          <pc:spChg chg="mod">
            <ac:chgData name="Zheng Fei" userId="d19317889db4c986" providerId="LiveId" clId="{8E458C55-F1D8-F44E-9F99-3247BDE4E1D0}" dt="2022-05-14T08:46:34.003" v="13"/>
            <ac:spMkLst>
              <pc:docMk/>
              <pc:sldMasterMk cId="243227446" sldId="2147483660"/>
              <pc:sldLayoutMk cId="1814763412" sldId="2147483663"/>
              <ac:spMk id="4" creationId="{00000000-0000-0000-0000-000000000000}"/>
            </ac:spMkLst>
          </pc:spChg>
          <pc:spChg chg="mod">
            <ac:chgData name="Zheng Fei" userId="d19317889db4c986" providerId="LiveId" clId="{8E458C55-F1D8-F44E-9F99-3247BDE4E1D0}" dt="2022-05-14T08:46:34.003" v="13"/>
            <ac:spMkLst>
              <pc:docMk/>
              <pc:sldMasterMk cId="243227446" sldId="2147483660"/>
              <pc:sldLayoutMk cId="1814763412" sldId="2147483663"/>
              <ac:spMk id="5" creationId="{00000000-0000-0000-0000-000000000000}"/>
            </ac:spMkLst>
          </pc:spChg>
          <pc:spChg chg="mod">
            <ac:chgData name="Zheng Fei" userId="d19317889db4c986" providerId="LiveId" clId="{8E458C55-F1D8-F44E-9F99-3247BDE4E1D0}" dt="2022-05-14T08:46:34.003" v="13"/>
            <ac:spMkLst>
              <pc:docMk/>
              <pc:sldMasterMk cId="243227446" sldId="2147483660"/>
              <pc:sldLayoutMk cId="1814763412" sldId="2147483663"/>
              <ac:spMk id="6" creationId="{00000000-0000-0000-0000-000000000000}"/>
            </ac:spMkLst>
          </pc:spChg>
        </pc:sldLayoutChg>
        <pc:sldLayoutChg chg="modSp">
          <pc:chgData name="Zheng Fei" userId="d19317889db4c986" providerId="LiveId" clId="{8E458C55-F1D8-F44E-9F99-3247BDE4E1D0}" dt="2022-05-14T08:46:34.003" v="13"/>
          <pc:sldLayoutMkLst>
            <pc:docMk/>
            <pc:sldMasterMk cId="243227446" sldId="2147483660"/>
            <pc:sldLayoutMk cId="759556022" sldId="2147483664"/>
          </pc:sldLayoutMkLst>
          <pc:spChg chg="mod">
            <ac:chgData name="Zheng Fei" userId="d19317889db4c986" providerId="LiveId" clId="{8E458C55-F1D8-F44E-9F99-3247BDE4E1D0}" dt="2022-05-14T08:46:34.003" v="13"/>
            <ac:spMkLst>
              <pc:docMk/>
              <pc:sldMasterMk cId="243227446" sldId="2147483660"/>
              <pc:sldLayoutMk cId="759556022" sldId="2147483664"/>
              <ac:spMk id="3" creationId="{00000000-0000-0000-0000-000000000000}"/>
            </ac:spMkLst>
          </pc:spChg>
          <pc:spChg chg="mod">
            <ac:chgData name="Zheng Fei" userId="d19317889db4c986" providerId="LiveId" clId="{8E458C55-F1D8-F44E-9F99-3247BDE4E1D0}" dt="2022-05-14T08:46:34.003" v="13"/>
            <ac:spMkLst>
              <pc:docMk/>
              <pc:sldMasterMk cId="243227446" sldId="2147483660"/>
              <pc:sldLayoutMk cId="759556022" sldId="2147483664"/>
              <ac:spMk id="4" creationId="{00000000-0000-0000-0000-000000000000}"/>
            </ac:spMkLst>
          </pc:spChg>
          <pc:spChg chg="mod">
            <ac:chgData name="Zheng Fei" userId="d19317889db4c986" providerId="LiveId" clId="{8E458C55-F1D8-F44E-9F99-3247BDE4E1D0}" dt="2022-05-14T08:46:34.003" v="13"/>
            <ac:spMkLst>
              <pc:docMk/>
              <pc:sldMasterMk cId="243227446" sldId="2147483660"/>
              <pc:sldLayoutMk cId="759556022" sldId="2147483664"/>
              <ac:spMk id="5" creationId="{00000000-0000-0000-0000-000000000000}"/>
            </ac:spMkLst>
          </pc:spChg>
          <pc:spChg chg="mod">
            <ac:chgData name="Zheng Fei" userId="d19317889db4c986" providerId="LiveId" clId="{8E458C55-F1D8-F44E-9F99-3247BDE4E1D0}" dt="2022-05-14T08:46:34.003" v="13"/>
            <ac:spMkLst>
              <pc:docMk/>
              <pc:sldMasterMk cId="243227446" sldId="2147483660"/>
              <pc:sldLayoutMk cId="759556022" sldId="2147483664"/>
              <ac:spMk id="6" creationId="{00000000-0000-0000-0000-000000000000}"/>
            </ac:spMkLst>
          </pc:spChg>
          <pc:spChg chg="mod">
            <ac:chgData name="Zheng Fei" userId="d19317889db4c986" providerId="LiveId" clId="{8E458C55-F1D8-F44E-9F99-3247BDE4E1D0}" dt="2022-05-14T08:46:34.003" v="13"/>
            <ac:spMkLst>
              <pc:docMk/>
              <pc:sldMasterMk cId="243227446" sldId="2147483660"/>
              <pc:sldLayoutMk cId="759556022" sldId="2147483664"/>
              <ac:spMk id="7" creationId="{00000000-0000-0000-0000-000000000000}"/>
            </ac:spMkLst>
          </pc:spChg>
        </pc:sldLayoutChg>
        <pc:sldLayoutChg chg="modSp">
          <pc:chgData name="Zheng Fei" userId="d19317889db4c986" providerId="LiveId" clId="{8E458C55-F1D8-F44E-9F99-3247BDE4E1D0}" dt="2022-05-14T08:46:34.003" v="13"/>
          <pc:sldLayoutMkLst>
            <pc:docMk/>
            <pc:sldMasterMk cId="243227446" sldId="2147483660"/>
            <pc:sldLayoutMk cId="2398541893" sldId="2147483665"/>
          </pc:sldLayoutMkLst>
          <pc:spChg chg="mod">
            <ac:chgData name="Zheng Fei" userId="d19317889db4c986" providerId="LiveId" clId="{8E458C55-F1D8-F44E-9F99-3247BDE4E1D0}" dt="2022-05-14T08:46:34.003" v="13"/>
            <ac:spMkLst>
              <pc:docMk/>
              <pc:sldMasterMk cId="243227446" sldId="2147483660"/>
              <pc:sldLayoutMk cId="2398541893" sldId="2147483665"/>
              <ac:spMk id="3" creationId="{00000000-0000-0000-0000-000000000000}"/>
            </ac:spMkLst>
          </pc:spChg>
          <pc:spChg chg="mod">
            <ac:chgData name="Zheng Fei" userId="d19317889db4c986" providerId="LiveId" clId="{8E458C55-F1D8-F44E-9F99-3247BDE4E1D0}" dt="2022-05-14T08:46:34.003" v="13"/>
            <ac:spMkLst>
              <pc:docMk/>
              <pc:sldMasterMk cId="243227446" sldId="2147483660"/>
              <pc:sldLayoutMk cId="2398541893" sldId="2147483665"/>
              <ac:spMk id="4" creationId="{00000000-0000-0000-0000-000000000000}"/>
            </ac:spMkLst>
          </pc:spChg>
          <pc:spChg chg="mod">
            <ac:chgData name="Zheng Fei" userId="d19317889db4c986" providerId="LiveId" clId="{8E458C55-F1D8-F44E-9F99-3247BDE4E1D0}" dt="2022-05-14T08:46:34.003" v="13"/>
            <ac:spMkLst>
              <pc:docMk/>
              <pc:sldMasterMk cId="243227446" sldId="2147483660"/>
              <pc:sldLayoutMk cId="2398541893" sldId="2147483665"/>
              <ac:spMk id="5" creationId="{00000000-0000-0000-0000-000000000000}"/>
            </ac:spMkLst>
          </pc:spChg>
          <pc:spChg chg="mod">
            <ac:chgData name="Zheng Fei" userId="d19317889db4c986" providerId="LiveId" clId="{8E458C55-F1D8-F44E-9F99-3247BDE4E1D0}" dt="2022-05-14T08:46:34.003" v="13"/>
            <ac:spMkLst>
              <pc:docMk/>
              <pc:sldMasterMk cId="243227446" sldId="2147483660"/>
              <pc:sldLayoutMk cId="2398541893" sldId="2147483665"/>
              <ac:spMk id="6" creationId="{00000000-0000-0000-0000-000000000000}"/>
            </ac:spMkLst>
          </pc:spChg>
          <pc:spChg chg="mod">
            <ac:chgData name="Zheng Fei" userId="d19317889db4c986" providerId="LiveId" clId="{8E458C55-F1D8-F44E-9F99-3247BDE4E1D0}" dt="2022-05-14T08:46:34.003" v="13"/>
            <ac:spMkLst>
              <pc:docMk/>
              <pc:sldMasterMk cId="243227446" sldId="2147483660"/>
              <pc:sldLayoutMk cId="2398541893" sldId="2147483665"/>
              <ac:spMk id="7" creationId="{00000000-0000-0000-0000-000000000000}"/>
            </ac:spMkLst>
          </pc:spChg>
          <pc:spChg chg="mod">
            <ac:chgData name="Zheng Fei" userId="d19317889db4c986" providerId="LiveId" clId="{8E458C55-F1D8-F44E-9F99-3247BDE4E1D0}" dt="2022-05-14T08:46:34.003" v="13"/>
            <ac:spMkLst>
              <pc:docMk/>
              <pc:sldMasterMk cId="243227446" sldId="2147483660"/>
              <pc:sldLayoutMk cId="2398541893" sldId="2147483665"/>
              <ac:spMk id="8" creationId="{00000000-0000-0000-0000-000000000000}"/>
            </ac:spMkLst>
          </pc:spChg>
          <pc:spChg chg="mod">
            <ac:chgData name="Zheng Fei" userId="d19317889db4c986" providerId="LiveId" clId="{8E458C55-F1D8-F44E-9F99-3247BDE4E1D0}" dt="2022-05-14T08:46:34.003" v="13"/>
            <ac:spMkLst>
              <pc:docMk/>
              <pc:sldMasterMk cId="243227446" sldId="2147483660"/>
              <pc:sldLayoutMk cId="2398541893" sldId="2147483665"/>
              <ac:spMk id="9" creationId="{00000000-0000-0000-0000-000000000000}"/>
            </ac:spMkLst>
          </pc:spChg>
        </pc:sldLayoutChg>
        <pc:sldLayoutChg chg="modSp">
          <pc:chgData name="Zheng Fei" userId="d19317889db4c986" providerId="LiveId" clId="{8E458C55-F1D8-F44E-9F99-3247BDE4E1D0}" dt="2022-05-14T08:46:34.003" v="13"/>
          <pc:sldLayoutMkLst>
            <pc:docMk/>
            <pc:sldMasterMk cId="243227446" sldId="2147483660"/>
            <pc:sldLayoutMk cId="665589584" sldId="2147483666"/>
          </pc:sldLayoutMkLst>
          <pc:spChg chg="mod">
            <ac:chgData name="Zheng Fei" userId="d19317889db4c986" providerId="LiveId" clId="{8E458C55-F1D8-F44E-9F99-3247BDE4E1D0}" dt="2022-05-14T08:46:34.003" v="13"/>
            <ac:spMkLst>
              <pc:docMk/>
              <pc:sldMasterMk cId="243227446" sldId="2147483660"/>
              <pc:sldLayoutMk cId="665589584" sldId="2147483666"/>
              <ac:spMk id="3" creationId="{00000000-0000-0000-0000-000000000000}"/>
            </ac:spMkLst>
          </pc:spChg>
          <pc:spChg chg="mod">
            <ac:chgData name="Zheng Fei" userId="d19317889db4c986" providerId="LiveId" clId="{8E458C55-F1D8-F44E-9F99-3247BDE4E1D0}" dt="2022-05-14T08:46:34.003" v="13"/>
            <ac:spMkLst>
              <pc:docMk/>
              <pc:sldMasterMk cId="243227446" sldId="2147483660"/>
              <pc:sldLayoutMk cId="665589584" sldId="2147483666"/>
              <ac:spMk id="4" creationId="{00000000-0000-0000-0000-000000000000}"/>
            </ac:spMkLst>
          </pc:spChg>
          <pc:spChg chg="mod">
            <ac:chgData name="Zheng Fei" userId="d19317889db4c986" providerId="LiveId" clId="{8E458C55-F1D8-F44E-9F99-3247BDE4E1D0}" dt="2022-05-14T08:46:34.003" v="13"/>
            <ac:spMkLst>
              <pc:docMk/>
              <pc:sldMasterMk cId="243227446" sldId="2147483660"/>
              <pc:sldLayoutMk cId="665589584" sldId="2147483666"/>
              <ac:spMk id="5" creationId="{00000000-0000-0000-0000-000000000000}"/>
            </ac:spMkLst>
          </pc:spChg>
        </pc:sldLayoutChg>
        <pc:sldLayoutChg chg="modSp">
          <pc:chgData name="Zheng Fei" userId="d19317889db4c986" providerId="LiveId" clId="{8E458C55-F1D8-F44E-9F99-3247BDE4E1D0}" dt="2022-05-14T08:46:34.003" v="13"/>
          <pc:sldLayoutMkLst>
            <pc:docMk/>
            <pc:sldMasterMk cId="243227446" sldId="2147483660"/>
            <pc:sldLayoutMk cId="2911220057" sldId="2147483667"/>
          </pc:sldLayoutMkLst>
          <pc:spChg chg="mod">
            <ac:chgData name="Zheng Fei" userId="d19317889db4c986" providerId="LiveId" clId="{8E458C55-F1D8-F44E-9F99-3247BDE4E1D0}" dt="2022-05-14T08:46:34.003" v="13"/>
            <ac:spMkLst>
              <pc:docMk/>
              <pc:sldMasterMk cId="243227446" sldId="2147483660"/>
              <pc:sldLayoutMk cId="2911220057" sldId="2147483667"/>
              <ac:spMk id="2" creationId="{00000000-0000-0000-0000-000000000000}"/>
            </ac:spMkLst>
          </pc:spChg>
          <pc:spChg chg="mod">
            <ac:chgData name="Zheng Fei" userId="d19317889db4c986" providerId="LiveId" clId="{8E458C55-F1D8-F44E-9F99-3247BDE4E1D0}" dt="2022-05-14T08:46:34.003" v="13"/>
            <ac:spMkLst>
              <pc:docMk/>
              <pc:sldMasterMk cId="243227446" sldId="2147483660"/>
              <pc:sldLayoutMk cId="2911220057" sldId="2147483667"/>
              <ac:spMk id="3" creationId="{00000000-0000-0000-0000-000000000000}"/>
            </ac:spMkLst>
          </pc:spChg>
          <pc:spChg chg="mod">
            <ac:chgData name="Zheng Fei" userId="d19317889db4c986" providerId="LiveId" clId="{8E458C55-F1D8-F44E-9F99-3247BDE4E1D0}" dt="2022-05-14T08:46:34.003" v="13"/>
            <ac:spMkLst>
              <pc:docMk/>
              <pc:sldMasterMk cId="243227446" sldId="2147483660"/>
              <pc:sldLayoutMk cId="2911220057" sldId="2147483667"/>
              <ac:spMk id="4" creationId="{00000000-0000-0000-0000-000000000000}"/>
            </ac:spMkLst>
          </pc:spChg>
        </pc:sldLayoutChg>
        <pc:sldLayoutChg chg="modSp">
          <pc:chgData name="Zheng Fei" userId="d19317889db4c986" providerId="LiveId" clId="{8E458C55-F1D8-F44E-9F99-3247BDE4E1D0}" dt="2022-05-14T08:46:34.003" v="13"/>
          <pc:sldLayoutMkLst>
            <pc:docMk/>
            <pc:sldMasterMk cId="243227446" sldId="2147483660"/>
            <pc:sldLayoutMk cId="3228329241" sldId="2147483668"/>
          </pc:sldLayoutMkLst>
          <pc:spChg chg="mod">
            <ac:chgData name="Zheng Fei" userId="d19317889db4c986" providerId="LiveId" clId="{8E458C55-F1D8-F44E-9F99-3247BDE4E1D0}" dt="2022-05-14T08:46:34.003" v="13"/>
            <ac:spMkLst>
              <pc:docMk/>
              <pc:sldMasterMk cId="243227446" sldId="2147483660"/>
              <pc:sldLayoutMk cId="3228329241" sldId="2147483668"/>
              <ac:spMk id="3" creationId="{00000000-0000-0000-0000-000000000000}"/>
            </ac:spMkLst>
          </pc:spChg>
          <pc:spChg chg="mod">
            <ac:chgData name="Zheng Fei" userId="d19317889db4c986" providerId="LiveId" clId="{8E458C55-F1D8-F44E-9F99-3247BDE4E1D0}" dt="2022-05-14T08:46:34.003" v="13"/>
            <ac:spMkLst>
              <pc:docMk/>
              <pc:sldMasterMk cId="243227446" sldId="2147483660"/>
              <pc:sldLayoutMk cId="3228329241" sldId="2147483668"/>
              <ac:spMk id="4" creationId="{00000000-0000-0000-0000-000000000000}"/>
            </ac:spMkLst>
          </pc:spChg>
          <pc:spChg chg="mod">
            <ac:chgData name="Zheng Fei" userId="d19317889db4c986" providerId="LiveId" clId="{8E458C55-F1D8-F44E-9F99-3247BDE4E1D0}" dt="2022-05-14T08:46:34.003" v="13"/>
            <ac:spMkLst>
              <pc:docMk/>
              <pc:sldMasterMk cId="243227446" sldId="2147483660"/>
              <pc:sldLayoutMk cId="3228329241" sldId="2147483668"/>
              <ac:spMk id="5" creationId="{00000000-0000-0000-0000-000000000000}"/>
            </ac:spMkLst>
          </pc:spChg>
          <pc:spChg chg="mod">
            <ac:chgData name="Zheng Fei" userId="d19317889db4c986" providerId="LiveId" clId="{8E458C55-F1D8-F44E-9F99-3247BDE4E1D0}" dt="2022-05-14T08:46:34.003" v="13"/>
            <ac:spMkLst>
              <pc:docMk/>
              <pc:sldMasterMk cId="243227446" sldId="2147483660"/>
              <pc:sldLayoutMk cId="3228329241" sldId="2147483668"/>
              <ac:spMk id="6" creationId="{00000000-0000-0000-0000-000000000000}"/>
            </ac:spMkLst>
          </pc:spChg>
          <pc:spChg chg="mod">
            <ac:chgData name="Zheng Fei" userId="d19317889db4c986" providerId="LiveId" clId="{8E458C55-F1D8-F44E-9F99-3247BDE4E1D0}" dt="2022-05-14T08:46:34.003" v="13"/>
            <ac:spMkLst>
              <pc:docMk/>
              <pc:sldMasterMk cId="243227446" sldId="2147483660"/>
              <pc:sldLayoutMk cId="3228329241" sldId="2147483668"/>
              <ac:spMk id="7" creationId="{00000000-0000-0000-0000-000000000000}"/>
            </ac:spMkLst>
          </pc:spChg>
        </pc:sldLayoutChg>
        <pc:sldLayoutChg chg="modSp">
          <pc:chgData name="Zheng Fei" userId="d19317889db4c986" providerId="LiveId" clId="{8E458C55-F1D8-F44E-9F99-3247BDE4E1D0}" dt="2022-05-14T08:46:34.003" v="13"/>
          <pc:sldLayoutMkLst>
            <pc:docMk/>
            <pc:sldMasterMk cId="243227446" sldId="2147483660"/>
            <pc:sldLayoutMk cId="3884562926" sldId="2147483669"/>
          </pc:sldLayoutMkLst>
          <pc:spChg chg="mod">
            <ac:chgData name="Zheng Fei" userId="d19317889db4c986" providerId="LiveId" clId="{8E458C55-F1D8-F44E-9F99-3247BDE4E1D0}" dt="2022-05-14T08:46:34.003" v="13"/>
            <ac:spMkLst>
              <pc:docMk/>
              <pc:sldMasterMk cId="243227446" sldId="2147483660"/>
              <pc:sldLayoutMk cId="3884562926" sldId="2147483669"/>
              <ac:spMk id="3" creationId="{00000000-0000-0000-0000-000000000000}"/>
            </ac:spMkLst>
          </pc:spChg>
          <pc:spChg chg="mod">
            <ac:chgData name="Zheng Fei" userId="d19317889db4c986" providerId="LiveId" clId="{8E458C55-F1D8-F44E-9F99-3247BDE4E1D0}" dt="2022-05-14T08:46:34.003" v="13"/>
            <ac:spMkLst>
              <pc:docMk/>
              <pc:sldMasterMk cId="243227446" sldId="2147483660"/>
              <pc:sldLayoutMk cId="3884562926" sldId="2147483669"/>
              <ac:spMk id="4" creationId="{00000000-0000-0000-0000-000000000000}"/>
            </ac:spMkLst>
          </pc:spChg>
          <pc:spChg chg="mod">
            <ac:chgData name="Zheng Fei" userId="d19317889db4c986" providerId="LiveId" clId="{8E458C55-F1D8-F44E-9F99-3247BDE4E1D0}" dt="2022-05-14T08:46:34.003" v="13"/>
            <ac:spMkLst>
              <pc:docMk/>
              <pc:sldMasterMk cId="243227446" sldId="2147483660"/>
              <pc:sldLayoutMk cId="3884562926" sldId="2147483669"/>
              <ac:spMk id="5" creationId="{00000000-0000-0000-0000-000000000000}"/>
            </ac:spMkLst>
          </pc:spChg>
          <pc:spChg chg="mod">
            <ac:chgData name="Zheng Fei" userId="d19317889db4c986" providerId="LiveId" clId="{8E458C55-F1D8-F44E-9F99-3247BDE4E1D0}" dt="2022-05-14T08:46:34.003" v="13"/>
            <ac:spMkLst>
              <pc:docMk/>
              <pc:sldMasterMk cId="243227446" sldId="2147483660"/>
              <pc:sldLayoutMk cId="3884562926" sldId="2147483669"/>
              <ac:spMk id="6" creationId="{00000000-0000-0000-0000-000000000000}"/>
            </ac:spMkLst>
          </pc:spChg>
          <pc:spChg chg="mod">
            <ac:chgData name="Zheng Fei" userId="d19317889db4c986" providerId="LiveId" clId="{8E458C55-F1D8-F44E-9F99-3247BDE4E1D0}" dt="2022-05-14T08:46:34.003" v="13"/>
            <ac:spMkLst>
              <pc:docMk/>
              <pc:sldMasterMk cId="243227446" sldId="2147483660"/>
              <pc:sldLayoutMk cId="3884562926" sldId="2147483669"/>
              <ac:spMk id="7" creationId="{00000000-0000-0000-0000-000000000000}"/>
            </ac:spMkLst>
          </pc:spChg>
        </pc:sldLayoutChg>
        <pc:sldLayoutChg chg="modSp">
          <pc:chgData name="Zheng Fei" userId="d19317889db4c986" providerId="LiveId" clId="{8E458C55-F1D8-F44E-9F99-3247BDE4E1D0}" dt="2022-05-14T08:46:34.003" v="13"/>
          <pc:sldLayoutMkLst>
            <pc:docMk/>
            <pc:sldMasterMk cId="243227446" sldId="2147483660"/>
            <pc:sldLayoutMk cId="2675011325" sldId="2147483670"/>
          </pc:sldLayoutMkLst>
          <pc:spChg chg="mod">
            <ac:chgData name="Zheng Fei" userId="d19317889db4c986" providerId="LiveId" clId="{8E458C55-F1D8-F44E-9F99-3247BDE4E1D0}" dt="2022-05-14T08:46:34.003" v="13"/>
            <ac:spMkLst>
              <pc:docMk/>
              <pc:sldMasterMk cId="243227446" sldId="2147483660"/>
              <pc:sldLayoutMk cId="2675011325" sldId="2147483670"/>
              <ac:spMk id="3" creationId="{00000000-0000-0000-0000-000000000000}"/>
            </ac:spMkLst>
          </pc:spChg>
          <pc:spChg chg="mod">
            <ac:chgData name="Zheng Fei" userId="d19317889db4c986" providerId="LiveId" clId="{8E458C55-F1D8-F44E-9F99-3247BDE4E1D0}" dt="2022-05-14T08:46:34.003" v="13"/>
            <ac:spMkLst>
              <pc:docMk/>
              <pc:sldMasterMk cId="243227446" sldId="2147483660"/>
              <pc:sldLayoutMk cId="2675011325" sldId="2147483670"/>
              <ac:spMk id="4" creationId="{00000000-0000-0000-0000-000000000000}"/>
            </ac:spMkLst>
          </pc:spChg>
          <pc:spChg chg="mod">
            <ac:chgData name="Zheng Fei" userId="d19317889db4c986" providerId="LiveId" clId="{8E458C55-F1D8-F44E-9F99-3247BDE4E1D0}" dt="2022-05-14T08:46:34.003" v="13"/>
            <ac:spMkLst>
              <pc:docMk/>
              <pc:sldMasterMk cId="243227446" sldId="2147483660"/>
              <pc:sldLayoutMk cId="2675011325" sldId="2147483670"/>
              <ac:spMk id="5" creationId="{00000000-0000-0000-0000-000000000000}"/>
            </ac:spMkLst>
          </pc:spChg>
          <pc:spChg chg="mod">
            <ac:chgData name="Zheng Fei" userId="d19317889db4c986" providerId="LiveId" clId="{8E458C55-F1D8-F44E-9F99-3247BDE4E1D0}" dt="2022-05-14T08:46:34.003" v="13"/>
            <ac:spMkLst>
              <pc:docMk/>
              <pc:sldMasterMk cId="243227446" sldId="2147483660"/>
              <pc:sldLayoutMk cId="2675011325" sldId="2147483670"/>
              <ac:spMk id="6" creationId="{00000000-0000-0000-0000-000000000000}"/>
            </ac:spMkLst>
          </pc:spChg>
        </pc:sldLayoutChg>
        <pc:sldLayoutChg chg="modSp">
          <pc:chgData name="Zheng Fei" userId="d19317889db4c986" providerId="LiveId" clId="{8E458C55-F1D8-F44E-9F99-3247BDE4E1D0}" dt="2022-05-14T08:46:34.003" v="13"/>
          <pc:sldLayoutMkLst>
            <pc:docMk/>
            <pc:sldMasterMk cId="243227446" sldId="2147483660"/>
            <pc:sldLayoutMk cId="2623164518" sldId="2147483671"/>
          </pc:sldLayoutMkLst>
          <pc:spChg chg="mod">
            <ac:chgData name="Zheng Fei" userId="d19317889db4c986" providerId="LiveId" clId="{8E458C55-F1D8-F44E-9F99-3247BDE4E1D0}" dt="2022-05-14T08:46:34.003" v="13"/>
            <ac:spMkLst>
              <pc:docMk/>
              <pc:sldMasterMk cId="243227446" sldId="2147483660"/>
              <pc:sldLayoutMk cId="2623164518" sldId="2147483671"/>
              <ac:spMk id="3" creationId="{00000000-0000-0000-0000-000000000000}"/>
            </ac:spMkLst>
          </pc:spChg>
          <pc:spChg chg="mod">
            <ac:chgData name="Zheng Fei" userId="d19317889db4c986" providerId="LiveId" clId="{8E458C55-F1D8-F44E-9F99-3247BDE4E1D0}" dt="2022-05-14T08:46:34.003" v="13"/>
            <ac:spMkLst>
              <pc:docMk/>
              <pc:sldMasterMk cId="243227446" sldId="2147483660"/>
              <pc:sldLayoutMk cId="2623164518" sldId="2147483671"/>
              <ac:spMk id="4" creationId="{00000000-0000-0000-0000-000000000000}"/>
            </ac:spMkLst>
          </pc:spChg>
          <pc:spChg chg="mod">
            <ac:chgData name="Zheng Fei" userId="d19317889db4c986" providerId="LiveId" clId="{8E458C55-F1D8-F44E-9F99-3247BDE4E1D0}" dt="2022-05-14T08:46:34.003" v="13"/>
            <ac:spMkLst>
              <pc:docMk/>
              <pc:sldMasterMk cId="243227446" sldId="2147483660"/>
              <pc:sldLayoutMk cId="2623164518" sldId="2147483671"/>
              <ac:spMk id="5" creationId="{00000000-0000-0000-0000-000000000000}"/>
            </ac:spMkLst>
          </pc:spChg>
          <pc:spChg chg="mod">
            <ac:chgData name="Zheng Fei" userId="d19317889db4c986" providerId="LiveId" clId="{8E458C55-F1D8-F44E-9F99-3247BDE4E1D0}" dt="2022-05-14T08:46:34.003" v="13"/>
            <ac:spMkLst>
              <pc:docMk/>
              <pc:sldMasterMk cId="243227446" sldId="2147483660"/>
              <pc:sldLayoutMk cId="2623164518" sldId="2147483671"/>
              <ac:spMk id="6" creationId="{00000000-0000-0000-0000-000000000000}"/>
            </ac:spMkLst>
          </pc:spChg>
        </pc:sldLayoutChg>
      </pc:sldMasterChg>
    </pc:docChg>
  </pc:docChgLst>
  <pc:docChgLst>
    <pc:chgData name="Fei" userId="d19317889db4c986" providerId="LiveId" clId="{C89114C7-C08A-4A8D-9456-4B4429B7BC21}"/>
    <pc:docChg chg="undo custSel addSld delSld modSld sldOrd">
      <pc:chgData name="Fei" userId="d19317889db4c986" providerId="LiveId" clId="{C89114C7-C08A-4A8D-9456-4B4429B7BC21}" dt="2022-05-16T08:21:33.927" v="624" actId="20577"/>
      <pc:docMkLst>
        <pc:docMk/>
      </pc:docMkLst>
      <pc:sldChg chg="addSp delSp modSp mod">
        <pc:chgData name="Fei" userId="d19317889db4c986" providerId="LiveId" clId="{C89114C7-C08A-4A8D-9456-4B4429B7BC21}" dt="2022-05-16T08:04:58.103" v="358" actId="20577"/>
        <pc:sldMkLst>
          <pc:docMk/>
          <pc:sldMk cId="2050171829" sldId="272"/>
        </pc:sldMkLst>
        <pc:spChg chg="add del mod">
          <ac:chgData name="Fei" userId="d19317889db4c986" providerId="LiveId" clId="{C89114C7-C08A-4A8D-9456-4B4429B7BC21}" dt="2022-05-16T07:21:50.507" v="134" actId="1035"/>
          <ac:spMkLst>
            <pc:docMk/>
            <pc:sldMk cId="2050171829" sldId="272"/>
            <ac:spMk id="2" creationId="{4F6BE74F-1888-E8A5-FCA2-5DD748327899}"/>
          </ac:spMkLst>
        </pc:spChg>
        <pc:spChg chg="mod">
          <ac:chgData name="Fei" userId="d19317889db4c986" providerId="LiveId" clId="{C89114C7-C08A-4A8D-9456-4B4429B7BC21}" dt="2022-05-16T08:04:53.275" v="357"/>
          <ac:spMkLst>
            <pc:docMk/>
            <pc:sldMk cId="2050171829" sldId="272"/>
            <ac:spMk id="3" creationId="{A0F1B26D-C89A-B84D-9C6A-9D8BD9859A00}"/>
          </ac:spMkLst>
        </pc:spChg>
        <pc:spChg chg="add mod">
          <ac:chgData name="Fei" userId="d19317889db4c986" providerId="LiveId" clId="{C89114C7-C08A-4A8D-9456-4B4429B7BC21}" dt="2022-05-16T08:04:58.103" v="358" actId="20577"/>
          <ac:spMkLst>
            <pc:docMk/>
            <pc:sldMk cId="2050171829" sldId="272"/>
            <ac:spMk id="4" creationId="{4EFEB556-FB59-A89D-0621-813FDE96AF98}"/>
          </ac:spMkLst>
        </pc:spChg>
        <pc:spChg chg="add del mod">
          <ac:chgData name="Fei" userId="d19317889db4c986" providerId="LiveId" clId="{C89114C7-C08A-4A8D-9456-4B4429B7BC21}" dt="2022-05-16T07:21:47.853" v="116" actId="478"/>
          <ac:spMkLst>
            <pc:docMk/>
            <pc:sldMk cId="2050171829" sldId="272"/>
            <ac:spMk id="6" creationId="{74871A8F-4479-53DB-C51D-5066B9DD0311}"/>
          </ac:spMkLst>
        </pc:spChg>
      </pc:sldChg>
      <pc:sldChg chg="addSp modSp mod ord">
        <pc:chgData name="Fei" userId="d19317889db4c986" providerId="LiveId" clId="{C89114C7-C08A-4A8D-9456-4B4429B7BC21}" dt="2022-05-16T08:08:11.396" v="393"/>
        <pc:sldMkLst>
          <pc:docMk/>
          <pc:sldMk cId="1546805878" sldId="273"/>
        </pc:sldMkLst>
        <pc:spChg chg="mod">
          <ac:chgData name="Fei" userId="d19317889db4c986" providerId="LiveId" clId="{C89114C7-C08A-4A8D-9456-4B4429B7BC21}" dt="2022-05-16T08:08:09.081" v="392"/>
          <ac:spMkLst>
            <pc:docMk/>
            <pc:sldMk cId="1546805878" sldId="273"/>
            <ac:spMk id="3" creationId="{A72D8AD7-8336-85D3-E5BC-8CC0BB0C864C}"/>
          </ac:spMkLst>
        </pc:spChg>
        <pc:spChg chg="add mod">
          <ac:chgData name="Fei" userId="d19317889db4c986" providerId="LiveId" clId="{C89114C7-C08A-4A8D-9456-4B4429B7BC21}" dt="2022-05-16T08:08:04.171" v="391"/>
          <ac:spMkLst>
            <pc:docMk/>
            <pc:sldMk cId="1546805878" sldId="273"/>
            <ac:spMk id="4" creationId="{850810D9-F61E-EE5C-4BD5-F99346C4C064}"/>
          </ac:spMkLst>
        </pc:spChg>
        <pc:spChg chg="add mod">
          <ac:chgData name="Fei" userId="d19317889db4c986" providerId="LiveId" clId="{C89114C7-C08A-4A8D-9456-4B4429B7BC21}" dt="2022-05-16T07:23:17.265" v="202" actId="1035"/>
          <ac:spMkLst>
            <pc:docMk/>
            <pc:sldMk cId="1546805878" sldId="273"/>
            <ac:spMk id="5" creationId="{1A25107F-1485-D751-243A-044BBA3F260C}"/>
          </ac:spMkLst>
        </pc:spChg>
        <pc:spChg chg="add mod">
          <ac:chgData name="Fei" userId="d19317889db4c986" providerId="LiveId" clId="{C89114C7-C08A-4A8D-9456-4B4429B7BC21}" dt="2022-05-16T08:08:11.396" v="393"/>
          <ac:spMkLst>
            <pc:docMk/>
            <pc:sldMk cId="1546805878" sldId="273"/>
            <ac:spMk id="6" creationId="{CE5F44EB-48D3-1F85-5CA2-BF39F756E9D5}"/>
          </ac:spMkLst>
        </pc:spChg>
        <pc:spChg chg="add mod">
          <ac:chgData name="Fei" userId="d19317889db4c986" providerId="LiveId" clId="{C89114C7-C08A-4A8D-9456-4B4429B7BC21}" dt="2022-05-16T08:07:41.921" v="387" actId="20577"/>
          <ac:spMkLst>
            <pc:docMk/>
            <pc:sldMk cId="1546805878" sldId="273"/>
            <ac:spMk id="7" creationId="{797F5C3F-4C53-09D0-CB78-45FC757B834F}"/>
          </ac:spMkLst>
        </pc:spChg>
        <pc:spChg chg="add mod">
          <ac:chgData name="Fei" userId="d19317889db4c986" providerId="LiveId" clId="{C89114C7-C08A-4A8D-9456-4B4429B7BC21}" dt="2022-05-16T07:23:17.265" v="202" actId="1035"/>
          <ac:spMkLst>
            <pc:docMk/>
            <pc:sldMk cId="1546805878" sldId="273"/>
            <ac:spMk id="8" creationId="{52CA6C05-D73B-0B1E-F6C5-D87ACDA99806}"/>
          </ac:spMkLst>
        </pc:spChg>
        <pc:spChg chg="mod">
          <ac:chgData name="Fei" userId="d19317889db4c986" providerId="LiveId" clId="{C89114C7-C08A-4A8D-9456-4B4429B7BC21}" dt="2022-05-16T07:22:59.796" v="164"/>
          <ac:spMkLst>
            <pc:docMk/>
            <pc:sldMk cId="1546805878" sldId="273"/>
            <ac:spMk id="10" creationId="{1354F80C-D401-7953-13D9-605CB6669E5F}"/>
          </ac:spMkLst>
        </pc:spChg>
        <pc:spChg chg="mod">
          <ac:chgData name="Fei" userId="d19317889db4c986" providerId="LiveId" clId="{C89114C7-C08A-4A8D-9456-4B4429B7BC21}" dt="2022-05-16T07:22:59.796" v="164"/>
          <ac:spMkLst>
            <pc:docMk/>
            <pc:sldMk cId="1546805878" sldId="273"/>
            <ac:spMk id="11" creationId="{27FD344E-68F1-C4B4-E91B-61D93C07412C}"/>
          </ac:spMkLst>
        </pc:spChg>
        <pc:spChg chg="mod">
          <ac:chgData name="Fei" userId="d19317889db4c986" providerId="LiveId" clId="{C89114C7-C08A-4A8D-9456-4B4429B7BC21}" dt="2022-05-16T07:22:59.796" v="164"/>
          <ac:spMkLst>
            <pc:docMk/>
            <pc:sldMk cId="1546805878" sldId="273"/>
            <ac:spMk id="12" creationId="{F0CA0DBC-4B01-5B73-5A0E-3171E64122FC}"/>
          </ac:spMkLst>
        </pc:spChg>
        <pc:spChg chg="add mod">
          <ac:chgData name="Fei" userId="d19317889db4c986" providerId="LiveId" clId="{C89114C7-C08A-4A8D-9456-4B4429B7BC21}" dt="2022-05-16T07:23:25.850" v="203"/>
          <ac:spMkLst>
            <pc:docMk/>
            <pc:sldMk cId="1546805878" sldId="273"/>
            <ac:spMk id="13" creationId="{C2BCE07B-4EEF-A4FC-F6E5-3ACC118AACEC}"/>
          </ac:spMkLst>
        </pc:spChg>
        <pc:grpChg chg="add mod">
          <ac:chgData name="Fei" userId="d19317889db4c986" providerId="LiveId" clId="{C89114C7-C08A-4A8D-9456-4B4429B7BC21}" dt="2022-05-16T07:23:17.265" v="202" actId="1035"/>
          <ac:grpSpMkLst>
            <pc:docMk/>
            <pc:sldMk cId="1546805878" sldId="273"/>
            <ac:grpSpMk id="9" creationId="{206834E5-CBA1-7C23-B3B5-AE840B46030B}"/>
          </ac:grpSpMkLst>
        </pc:grpChg>
      </pc:sldChg>
      <pc:sldChg chg="addSp delSp modSp mod">
        <pc:chgData name="Fei" userId="d19317889db4c986" providerId="LiveId" clId="{C89114C7-C08A-4A8D-9456-4B4429B7BC21}" dt="2022-05-16T08:11:22.965" v="450" actId="20577"/>
        <pc:sldMkLst>
          <pc:docMk/>
          <pc:sldMk cId="3996206917" sldId="274"/>
        </pc:sldMkLst>
        <pc:spChg chg="mod">
          <ac:chgData name="Fei" userId="d19317889db4c986" providerId="LiveId" clId="{C89114C7-C08A-4A8D-9456-4B4429B7BC21}" dt="2022-05-16T08:11:22.965" v="450" actId="20577"/>
          <ac:spMkLst>
            <pc:docMk/>
            <pc:sldMk cId="3996206917" sldId="274"/>
            <ac:spMk id="4" creationId="{43B505FB-2DFB-3D2A-4624-D30E086849EE}"/>
          </ac:spMkLst>
        </pc:spChg>
        <pc:spChg chg="add mod">
          <ac:chgData name="Fei" userId="d19317889db4c986" providerId="LiveId" clId="{C89114C7-C08A-4A8D-9456-4B4429B7BC21}" dt="2022-05-16T08:10:45.865" v="427"/>
          <ac:spMkLst>
            <pc:docMk/>
            <pc:sldMk cId="3996206917" sldId="274"/>
            <ac:spMk id="5" creationId="{72227C6C-F6CD-B471-08F3-09AD04FA730B}"/>
          </ac:spMkLst>
        </pc:spChg>
        <pc:picChg chg="del">
          <ac:chgData name="Fei" userId="d19317889db4c986" providerId="LiveId" clId="{C89114C7-C08A-4A8D-9456-4B4429B7BC21}" dt="2022-05-16T07:38:02.462" v="255" actId="478"/>
          <ac:picMkLst>
            <pc:docMk/>
            <pc:sldMk cId="3996206917" sldId="274"/>
            <ac:picMk id="3" creationId="{FA43E105-44E9-267B-A93B-A4AFBD560F77}"/>
          </ac:picMkLst>
        </pc:picChg>
      </pc:sldChg>
      <pc:sldChg chg="del">
        <pc:chgData name="Fei" userId="d19317889db4c986" providerId="LiveId" clId="{C89114C7-C08A-4A8D-9456-4B4429B7BC21}" dt="2022-05-16T07:40:52.243" v="274" actId="2696"/>
        <pc:sldMkLst>
          <pc:docMk/>
          <pc:sldMk cId="2608541811" sldId="275"/>
        </pc:sldMkLst>
      </pc:sldChg>
      <pc:sldChg chg="add">
        <pc:chgData name="Fei" userId="d19317889db4c986" providerId="LiveId" clId="{C89114C7-C08A-4A8D-9456-4B4429B7BC21}" dt="2022-05-16T07:40:54.171" v="275"/>
        <pc:sldMkLst>
          <pc:docMk/>
          <pc:sldMk cId="3851058314" sldId="275"/>
        </pc:sldMkLst>
      </pc:sldChg>
      <pc:sldChg chg="addSp modSp mod ord">
        <pc:chgData name="Fei" userId="d19317889db4c986" providerId="LiveId" clId="{C89114C7-C08A-4A8D-9456-4B4429B7BC21}" dt="2022-05-16T08:13:12.866" v="482"/>
        <pc:sldMkLst>
          <pc:docMk/>
          <pc:sldMk cId="1666380183" sldId="276"/>
        </pc:sldMkLst>
        <pc:spChg chg="add mod">
          <ac:chgData name="Fei" userId="d19317889db4c986" providerId="LiveId" clId="{C89114C7-C08A-4A8D-9456-4B4429B7BC21}" dt="2022-05-16T08:13:12.866" v="482"/>
          <ac:spMkLst>
            <pc:docMk/>
            <pc:sldMk cId="1666380183" sldId="276"/>
            <ac:spMk id="3" creationId="{5BF58225-4B6B-83C4-99E7-A162638451D1}"/>
          </ac:spMkLst>
        </pc:spChg>
        <pc:spChg chg="mod">
          <ac:chgData name="Fei" userId="d19317889db4c986" providerId="LiveId" clId="{C89114C7-C08A-4A8D-9456-4B4429B7BC21}" dt="2022-05-16T08:13:09.983" v="481" actId="1076"/>
          <ac:spMkLst>
            <pc:docMk/>
            <pc:sldMk cId="1666380183" sldId="276"/>
            <ac:spMk id="4" creationId="{55CDE8FD-2E32-E8D0-A305-3E495F401DFD}"/>
          </ac:spMkLst>
        </pc:spChg>
      </pc:sldChg>
      <pc:sldChg chg="addSp delSp modSp mod ord">
        <pc:chgData name="Fei" userId="d19317889db4c986" providerId="LiveId" clId="{C89114C7-C08A-4A8D-9456-4B4429B7BC21}" dt="2022-05-16T08:20:23.817" v="604" actId="113"/>
        <pc:sldMkLst>
          <pc:docMk/>
          <pc:sldMk cId="2840720224" sldId="277"/>
        </pc:sldMkLst>
        <pc:spChg chg="add mod">
          <ac:chgData name="Fei" userId="d19317889db4c986" providerId="LiveId" clId="{C89114C7-C08A-4A8D-9456-4B4429B7BC21}" dt="2022-05-16T08:20:05.071" v="602" actId="2711"/>
          <ac:spMkLst>
            <pc:docMk/>
            <pc:sldMk cId="2840720224" sldId="277"/>
            <ac:spMk id="3" creationId="{61596DA9-FE1C-6CCA-CE0C-BFB6880C3CE2}"/>
          </ac:spMkLst>
        </pc:spChg>
        <pc:spChg chg="mod">
          <ac:chgData name="Fei" userId="d19317889db4c986" providerId="LiveId" clId="{C89114C7-C08A-4A8D-9456-4B4429B7BC21}" dt="2022-05-16T08:15:04.888" v="496" actId="20577"/>
          <ac:spMkLst>
            <pc:docMk/>
            <pc:sldMk cId="2840720224" sldId="277"/>
            <ac:spMk id="4" creationId="{97C2BDF8-51E9-5D1B-9082-E86FA307EDC7}"/>
          </ac:spMkLst>
        </pc:spChg>
        <pc:spChg chg="add mod">
          <ac:chgData name="Fei" userId="d19317889db4c986" providerId="LiveId" clId="{C89114C7-C08A-4A8D-9456-4B4429B7BC21}" dt="2022-05-16T08:14:58.121" v="494"/>
          <ac:spMkLst>
            <pc:docMk/>
            <pc:sldMk cId="2840720224" sldId="277"/>
            <ac:spMk id="5" creationId="{CB3A308E-4167-D49F-4C6A-58ED241681A0}"/>
          </ac:spMkLst>
        </pc:spChg>
        <pc:spChg chg="add mod">
          <ac:chgData name="Fei" userId="d19317889db4c986" providerId="LiveId" clId="{C89114C7-C08A-4A8D-9456-4B4429B7BC21}" dt="2022-05-16T08:20:05.071" v="602" actId="2711"/>
          <ac:spMkLst>
            <pc:docMk/>
            <pc:sldMk cId="2840720224" sldId="277"/>
            <ac:spMk id="7" creationId="{C85407E1-142D-BA43-B6F5-88C073D30DC2}"/>
          </ac:spMkLst>
        </pc:spChg>
        <pc:graphicFrameChg chg="add mod modGraphic">
          <ac:chgData name="Fei" userId="d19317889db4c986" providerId="LiveId" clId="{C89114C7-C08A-4A8D-9456-4B4429B7BC21}" dt="2022-05-16T08:20:23.817" v="604" actId="113"/>
          <ac:graphicFrameMkLst>
            <pc:docMk/>
            <pc:sldMk cId="2840720224" sldId="277"/>
            <ac:graphicFrameMk id="2" creationId="{1D333AD5-1725-77E4-536A-2C9C2B00D4A1}"/>
          </ac:graphicFrameMkLst>
        </pc:graphicFrameChg>
        <pc:picChg chg="del mod">
          <ac:chgData name="Fei" userId="d19317889db4c986" providerId="LiveId" clId="{C89114C7-C08A-4A8D-9456-4B4429B7BC21}" dt="2022-05-16T08:19:21.474" v="596" actId="478"/>
          <ac:picMkLst>
            <pc:docMk/>
            <pc:sldMk cId="2840720224" sldId="277"/>
            <ac:picMk id="6" creationId="{3ECF9CDA-E1E5-A2D6-2A0C-B61583268BA5}"/>
          </ac:picMkLst>
        </pc:picChg>
        <pc:cxnChg chg="add mod ord">
          <ac:chgData name="Fei" userId="d19317889db4c986" providerId="LiveId" clId="{C89114C7-C08A-4A8D-9456-4B4429B7BC21}" dt="2022-05-16T08:19:30.430" v="597" actId="1076"/>
          <ac:cxnSpMkLst>
            <pc:docMk/>
            <pc:sldMk cId="2840720224" sldId="277"/>
            <ac:cxnSpMk id="9" creationId="{C32E9540-D360-63AF-641A-02F7556A4FF9}"/>
          </ac:cxnSpMkLst>
        </pc:cxnChg>
      </pc:sldChg>
      <pc:sldChg chg="modSp mod">
        <pc:chgData name="Fei" userId="d19317889db4c986" providerId="LiveId" clId="{C89114C7-C08A-4A8D-9456-4B4429B7BC21}" dt="2022-05-16T08:21:13.626" v="619" actId="1076"/>
        <pc:sldMkLst>
          <pc:docMk/>
          <pc:sldMk cId="1639350420" sldId="278"/>
        </pc:sldMkLst>
        <pc:spChg chg="mod">
          <ac:chgData name="Fei" userId="d19317889db4c986" providerId="LiveId" clId="{C89114C7-C08A-4A8D-9456-4B4429B7BC21}" dt="2022-05-16T08:21:13.626" v="619" actId="1076"/>
          <ac:spMkLst>
            <pc:docMk/>
            <pc:sldMk cId="1639350420" sldId="278"/>
            <ac:spMk id="4" creationId="{7EC69F48-5E1F-D8B9-B8FB-132856BEB5A6}"/>
          </ac:spMkLst>
        </pc:spChg>
      </pc:sldChg>
      <pc:sldChg chg="modSp">
        <pc:chgData name="Fei" userId="d19317889db4c986" providerId="LiveId" clId="{C89114C7-C08A-4A8D-9456-4B4429B7BC21}" dt="2022-05-16T08:21:33.927" v="624" actId="20577"/>
        <pc:sldMkLst>
          <pc:docMk/>
          <pc:sldMk cId="1377848568" sldId="279"/>
        </pc:sldMkLst>
        <pc:spChg chg="mod">
          <ac:chgData name="Fei" userId="d19317889db4c986" providerId="LiveId" clId="{C89114C7-C08A-4A8D-9456-4B4429B7BC21}" dt="2022-05-16T08:21:33.927" v="624" actId="20577"/>
          <ac:spMkLst>
            <pc:docMk/>
            <pc:sldMk cId="1377848568" sldId="279"/>
            <ac:spMk id="4" creationId="{27947B47-0199-C8B4-C0B0-9033619D98C0}"/>
          </ac:spMkLst>
        </pc:spChg>
      </pc:sldChg>
      <pc:sldChg chg="del">
        <pc:chgData name="Fei" userId="d19317889db4c986" providerId="LiveId" clId="{C89114C7-C08A-4A8D-9456-4B4429B7BC21}" dt="2022-05-16T07:39:52.633" v="272" actId="47"/>
        <pc:sldMkLst>
          <pc:docMk/>
          <pc:sldMk cId="1442266744" sldId="280"/>
        </pc:sldMkLst>
      </pc:sldChg>
      <pc:sldChg chg="add">
        <pc:chgData name="Fei" userId="d19317889db4c986" providerId="LiveId" clId="{C89114C7-C08A-4A8D-9456-4B4429B7BC21}" dt="2022-05-16T07:15:42.682" v="105"/>
        <pc:sldMkLst>
          <pc:docMk/>
          <pc:sldMk cId="0" sldId="293"/>
        </pc:sldMkLst>
      </pc:sldChg>
      <pc:sldChg chg="add">
        <pc:chgData name="Fei" userId="d19317889db4c986" providerId="LiveId" clId="{C89114C7-C08A-4A8D-9456-4B4429B7BC21}" dt="2022-05-16T07:16:00.575" v="106"/>
        <pc:sldMkLst>
          <pc:docMk/>
          <pc:sldMk cId="0" sldId="320"/>
        </pc:sldMkLst>
      </pc:sldChg>
      <pc:sldChg chg="add del">
        <pc:chgData name="Fei" userId="d19317889db4c986" providerId="LiveId" clId="{C89114C7-C08A-4A8D-9456-4B4429B7BC21}" dt="2022-05-16T07:39:46.145" v="271" actId="2696"/>
        <pc:sldMkLst>
          <pc:docMk/>
          <pc:sldMk cId="413346469" sldId="343"/>
        </pc:sldMkLst>
      </pc:sldChg>
      <pc:sldChg chg="add del">
        <pc:chgData name="Fei" userId="d19317889db4c986" providerId="LiveId" clId="{C89114C7-C08A-4A8D-9456-4B4429B7BC21}" dt="2022-05-16T07:39:31.865" v="269" actId="2696"/>
        <pc:sldMkLst>
          <pc:docMk/>
          <pc:sldMk cId="3554634079" sldId="343"/>
        </pc:sldMkLst>
      </pc:sldChg>
      <pc:sldChg chg="add">
        <pc:chgData name="Fei" userId="d19317889db4c986" providerId="LiveId" clId="{C89114C7-C08A-4A8D-9456-4B4429B7BC21}" dt="2022-05-16T07:39:57.096" v="273"/>
        <pc:sldMkLst>
          <pc:docMk/>
          <pc:sldMk cId="3903080358" sldId="343"/>
        </pc:sldMkLst>
      </pc:sldChg>
      <pc:sldChg chg="add">
        <pc:chgData name="Fei" userId="d19317889db4c986" providerId="LiveId" clId="{C89114C7-C08A-4A8D-9456-4B4429B7BC21}" dt="2022-05-16T07:04:55.961" v="0"/>
        <pc:sldMkLst>
          <pc:docMk/>
          <pc:sldMk cId="4168695088" sldId="355"/>
        </pc:sldMkLst>
      </pc:sldChg>
      <pc:sldChg chg="add">
        <pc:chgData name="Fei" userId="d19317889db4c986" providerId="LiveId" clId="{C89114C7-C08A-4A8D-9456-4B4429B7BC21}" dt="2022-05-16T07:04:55.961" v="0"/>
        <pc:sldMkLst>
          <pc:docMk/>
          <pc:sldMk cId="2306081661" sldId="357"/>
        </pc:sldMkLst>
      </pc:sldChg>
      <pc:sldChg chg="add">
        <pc:chgData name="Fei" userId="d19317889db4c986" providerId="LiveId" clId="{C89114C7-C08A-4A8D-9456-4B4429B7BC21}" dt="2022-05-16T07:04:55.961" v="0"/>
        <pc:sldMkLst>
          <pc:docMk/>
          <pc:sldMk cId="3150036059" sldId="359"/>
        </pc:sldMkLst>
      </pc:sldChg>
      <pc:sldChg chg="add">
        <pc:chgData name="Fei" userId="d19317889db4c986" providerId="LiveId" clId="{C89114C7-C08A-4A8D-9456-4B4429B7BC21}" dt="2022-05-16T07:11:40.136" v="94"/>
        <pc:sldMkLst>
          <pc:docMk/>
          <pc:sldMk cId="2167210558" sldId="363"/>
        </pc:sldMkLst>
      </pc:sldChg>
      <pc:sldChg chg="add">
        <pc:chgData name="Fei" userId="d19317889db4c986" providerId="LiveId" clId="{C89114C7-C08A-4A8D-9456-4B4429B7BC21}" dt="2022-05-16T07:12:10.316" v="97"/>
        <pc:sldMkLst>
          <pc:docMk/>
          <pc:sldMk cId="1449870173" sldId="368"/>
        </pc:sldMkLst>
      </pc:sldChg>
      <pc:sldChg chg="add del">
        <pc:chgData name="Fei" userId="d19317889db4c986" providerId="LiveId" clId="{C89114C7-C08A-4A8D-9456-4B4429B7BC21}" dt="2022-05-16T07:39:31.865" v="269" actId="2696"/>
        <pc:sldMkLst>
          <pc:docMk/>
          <pc:sldMk cId="69966282" sldId="371"/>
        </pc:sldMkLst>
      </pc:sldChg>
      <pc:sldChg chg="add">
        <pc:chgData name="Fei" userId="d19317889db4c986" providerId="LiveId" clId="{C89114C7-C08A-4A8D-9456-4B4429B7BC21}" dt="2022-05-16T07:39:36.815" v="270"/>
        <pc:sldMkLst>
          <pc:docMk/>
          <pc:sldMk cId="749297111" sldId="371"/>
        </pc:sldMkLst>
      </pc:sldChg>
      <pc:sldChg chg="addSp modSp add mod">
        <pc:chgData name="Fei" userId="d19317889db4c986" providerId="LiveId" clId="{C89114C7-C08A-4A8D-9456-4B4429B7BC21}" dt="2022-05-16T08:09:44.273" v="411" actId="122"/>
        <pc:sldMkLst>
          <pc:docMk/>
          <pc:sldMk cId="1852909352" sldId="372"/>
        </pc:sldMkLst>
        <pc:spChg chg="add mod">
          <ac:chgData name="Fei" userId="d19317889db4c986" providerId="LiveId" clId="{C89114C7-C08A-4A8D-9456-4B4429B7BC21}" dt="2022-05-16T08:09:44.273" v="411" actId="122"/>
          <ac:spMkLst>
            <pc:docMk/>
            <pc:sldMk cId="1852909352" sldId="372"/>
            <ac:spMk id="6" creationId="{38466E22-E63A-91F0-9688-C5E627E250D3}"/>
          </ac:spMkLst>
        </pc:spChg>
        <pc:grpChg chg="mod">
          <ac:chgData name="Fei" userId="d19317889db4c986" providerId="LiveId" clId="{C89114C7-C08A-4A8D-9456-4B4429B7BC21}" dt="2022-05-16T08:09:27.447" v="401" actId="14100"/>
          <ac:grpSpMkLst>
            <pc:docMk/>
            <pc:sldMk cId="1852909352" sldId="372"/>
            <ac:grpSpMk id="4" creationId="{F056F3B8-98D1-8E31-2EF0-A96B667263B7}"/>
          </ac:grpSpMkLst>
        </pc:grpChg>
      </pc:sldChg>
      <pc:sldChg chg="add">
        <pc:chgData name="Fei" userId="d19317889db4c986" providerId="LiveId" clId="{C89114C7-C08A-4A8D-9456-4B4429B7BC21}" dt="2022-05-16T07:13:27.252" v="99"/>
        <pc:sldMkLst>
          <pc:docMk/>
          <pc:sldMk cId="1503751378" sldId="373"/>
        </pc:sldMkLst>
      </pc:sldChg>
      <pc:sldChg chg="add">
        <pc:chgData name="Fei" userId="d19317889db4c986" providerId="LiveId" clId="{C89114C7-C08A-4A8D-9456-4B4429B7BC21}" dt="2022-05-16T07:04:55.961" v="0"/>
        <pc:sldMkLst>
          <pc:docMk/>
          <pc:sldMk cId="2938714996" sldId="374"/>
        </pc:sldMkLst>
      </pc:sldChg>
      <pc:sldChg chg="modSp add del mod ord">
        <pc:chgData name="Fei" userId="d19317889db4c986" providerId="LiveId" clId="{C89114C7-C08A-4A8D-9456-4B4429B7BC21}" dt="2022-05-16T07:11:49.482" v="95" actId="2696"/>
        <pc:sldMkLst>
          <pc:docMk/>
          <pc:sldMk cId="1119721964" sldId="375"/>
        </pc:sldMkLst>
        <pc:spChg chg="mod">
          <ac:chgData name="Fei" userId="d19317889db4c986" providerId="LiveId" clId="{C89114C7-C08A-4A8D-9456-4B4429B7BC21}" dt="2022-05-16T07:09:24.809" v="87" actId="20577"/>
          <ac:spMkLst>
            <pc:docMk/>
            <pc:sldMk cId="1119721964" sldId="375"/>
            <ac:spMk id="3" creationId="{A72D8AD7-8336-85D3-E5BC-8CC0BB0C864C}"/>
          </ac:spMkLst>
        </pc:spChg>
      </pc:sldChg>
      <pc:sldChg chg="addSp modSp add mod">
        <pc:chgData name="Fei" userId="d19317889db4c986" providerId="LiveId" clId="{C89114C7-C08A-4A8D-9456-4B4429B7BC21}" dt="2022-05-16T07:26:19.262" v="244" actId="20577"/>
        <pc:sldMkLst>
          <pc:docMk/>
          <pc:sldMk cId="2034983812" sldId="375"/>
        </pc:sldMkLst>
        <pc:spChg chg="mod">
          <ac:chgData name="Fei" userId="d19317889db4c986" providerId="LiveId" clId="{C89114C7-C08A-4A8D-9456-4B4429B7BC21}" dt="2022-05-16T07:26:19.262" v="244" actId="20577"/>
          <ac:spMkLst>
            <pc:docMk/>
            <pc:sldMk cId="2034983812" sldId="375"/>
            <ac:spMk id="3" creationId="{A72D8AD7-8336-85D3-E5BC-8CC0BB0C864C}"/>
          </ac:spMkLst>
        </pc:spChg>
        <pc:spChg chg="add mod">
          <ac:chgData name="Fei" userId="d19317889db4c986" providerId="LiveId" clId="{C89114C7-C08A-4A8D-9456-4B4429B7BC21}" dt="2022-05-16T07:26:05.787" v="239"/>
          <ac:spMkLst>
            <pc:docMk/>
            <pc:sldMk cId="2034983812" sldId="375"/>
            <ac:spMk id="4" creationId="{FB78C2C7-3A14-3696-3D4C-288453D1A1F6}"/>
          </ac:spMkLst>
        </pc:spChg>
      </pc:sldChg>
      <pc:sldChg chg="modSp add del mod ord">
        <pc:chgData name="Fei" userId="d19317889db4c986" providerId="LiveId" clId="{C89114C7-C08A-4A8D-9456-4B4429B7BC21}" dt="2022-05-16T07:14:40.889" v="103" actId="47"/>
        <pc:sldMkLst>
          <pc:docMk/>
          <pc:sldMk cId="1172562658" sldId="376"/>
        </pc:sldMkLst>
        <pc:spChg chg="mod">
          <ac:chgData name="Fei" userId="d19317889db4c986" providerId="LiveId" clId="{C89114C7-C08A-4A8D-9456-4B4429B7BC21}" dt="2022-05-16T07:08:03.687" v="64" actId="20577"/>
          <ac:spMkLst>
            <pc:docMk/>
            <pc:sldMk cId="1172562658" sldId="376"/>
            <ac:spMk id="2" creationId="{4F6BE74F-1888-E8A5-FCA2-5DD748327899}"/>
          </ac:spMkLst>
        </pc:spChg>
        <pc:spChg chg="mod">
          <ac:chgData name="Fei" userId="d19317889db4c986" providerId="LiveId" clId="{C89114C7-C08A-4A8D-9456-4B4429B7BC21}" dt="2022-05-16T07:07:58.554" v="63" actId="20577"/>
          <ac:spMkLst>
            <pc:docMk/>
            <pc:sldMk cId="1172562658" sldId="376"/>
            <ac:spMk id="3" creationId="{A0F1B26D-C89A-B84D-9C6A-9D8BD9859A00}"/>
          </ac:spMkLst>
        </pc:spChg>
      </pc:sldChg>
      <pc:sldChg chg="addSp modSp add mod">
        <pc:chgData name="Fei" userId="d19317889db4c986" providerId="LiveId" clId="{C89114C7-C08A-4A8D-9456-4B4429B7BC21}" dt="2022-05-16T08:10:34.130" v="426" actId="20577"/>
        <pc:sldMkLst>
          <pc:docMk/>
          <pc:sldMk cId="884182446" sldId="377"/>
        </pc:sldMkLst>
        <pc:spChg chg="mod">
          <ac:chgData name="Fei" userId="d19317889db4c986" providerId="LiveId" clId="{C89114C7-C08A-4A8D-9456-4B4429B7BC21}" dt="2022-05-16T08:10:34.130" v="426" actId="20577"/>
          <ac:spMkLst>
            <pc:docMk/>
            <pc:sldMk cId="884182446" sldId="377"/>
            <ac:spMk id="3" creationId="{A72D8AD7-8336-85D3-E5BC-8CC0BB0C864C}"/>
          </ac:spMkLst>
        </pc:spChg>
        <pc:spChg chg="add mod">
          <ac:chgData name="Fei" userId="d19317889db4c986" providerId="LiveId" clId="{C89114C7-C08A-4A8D-9456-4B4429B7BC21}" dt="2022-05-16T07:26:47.621" v="245"/>
          <ac:spMkLst>
            <pc:docMk/>
            <pc:sldMk cId="884182446" sldId="377"/>
            <ac:spMk id="4" creationId="{A815A731-AC96-4269-C5EF-0DCAA22FD978}"/>
          </ac:spMkLst>
        </pc:spChg>
        <pc:grpChg chg="add mod">
          <ac:chgData name="Fei" userId="d19317889db4c986" providerId="LiveId" clId="{C89114C7-C08A-4A8D-9456-4B4429B7BC21}" dt="2022-05-16T07:29:06.906" v="252" actId="164"/>
          <ac:grpSpMkLst>
            <pc:docMk/>
            <pc:sldMk cId="884182446" sldId="377"/>
            <ac:grpSpMk id="2" creationId="{08DB75ED-BEC6-B211-FBCC-D8141548E928}"/>
          </ac:grpSpMkLst>
        </pc:grpChg>
        <pc:picChg chg="add mod modCrop">
          <ac:chgData name="Fei" userId="d19317889db4c986" providerId="LiveId" clId="{C89114C7-C08A-4A8D-9456-4B4429B7BC21}" dt="2022-05-16T08:10:30.724" v="422" actId="1076"/>
          <ac:picMkLst>
            <pc:docMk/>
            <pc:sldMk cId="884182446" sldId="377"/>
            <ac:picMk id="5" creationId="{B96E288E-519D-4D24-D267-51CCF9F5DFBE}"/>
          </ac:picMkLst>
        </pc:picChg>
        <pc:cxnChg chg="add mod">
          <ac:chgData name="Fei" userId="d19317889db4c986" providerId="LiveId" clId="{C89114C7-C08A-4A8D-9456-4B4429B7BC21}" dt="2022-05-16T08:10:30.724" v="422" actId="1076"/>
          <ac:cxnSpMkLst>
            <pc:docMk/>
            <pc:sldMk cId="884182446" sldId="377"/>
            <ac:cxnSpMk id="6" creationId="{5F0BD12B-E62B-718A-8101-6DDB369F3612}"/>
          </ac:cxnSpMkLst>
        </pc:cxnChg>
      </pc:sldChg>
      <pc:sldChg chg="modSp add mod">
        <pc:chgData name="Fei" userId="d19317889db4c986" providerId="LiveId" clId="{C89114C7-C08A-4A8D-9456-4B4429B7BC21}" dt="2022-05-16T08:05:59.568" v="364" actId="108"/>
        <pc:sldMkLst>
          <pc:docMk/>
          <pc:sldMk cId="1994619314" sldId="378"/>
        </pc:sldMkLst>
        <pc:spChg chg="mod">
          <ac:chgData name="Fei" userId="d19317889db4c986" providerId="LiveId" clId="{C89114C7-C08A-4A8D-9456-4B4429B7BC21}" dt="2022-05-16T08:05:59.568" v="364" actId="108"/>
          <ac:spMkLst>
            <pc:docMk/>
            <pc:sldMk cId="1994619314" sldId="378"/>
            <ac:spMk id="7" creationId="{9C53C49E-8284-4DA1-BDD6-C475A1808E44}"/>
          </ac:spMkLst>
        </pc:spChg>
        <pc:spChg chg="mod">
          <ac:chgData name="Fei" userId="d19317889db4c986" providerId="LiveId" clId="{C89114C7-C08A-4A8D-9456-4B4429B7BC21}" dt="2022-05-16T08:05:35.509" v="360" actId="108"/>
          <ac:spMkLst>
            <pc:docMk/>
            <pc:sldMk cId="1994619314" sldId="378"/>
            <ac:spMk id="14" creationId="{52D214F2-B1D7-7E73-0CD4-4E3D0F09B1F0}"/>
          </ac:spMkLst>
        </pc:spChg>
      </pc:sldChg>
      <pc:sldChg chg="modSp add mod">
        <pc:chgData name="Fei" userId="d19317889db4c986" providerId="LiveId" clId="{C89114C7-C08A-4A8D-9456-4B4429B7BC21}" dt="2022-05-16T08:06:42.953" v="374" actId="1038"/>
        <pc:sldMkLst>
          <pc:docMk/>
          <pc:sldMk cId="3633847032" sldId="379"/>
        </pc:sldMkLst>
        <pc:spChg chg="mod">
          <ac:chgData name="Fei" userId="d19317889db4c986" providerId="LiveId" clId="{C89114C7-C08A-4A8D-9456-4B4429B7BC21}" dt="2022-05-16T08:06:32.881" v="369"/>
          <ac:spMkLst>
            <pc:docMk/>
            <pc:sldMk cId="3633847032" sldId="379"/>
            <ac:spMk id="12" creationId="{7755AF64-9732-B46A-9D80-4792D77F0710}"/>
          </ac:spMkLst>
        </pc:spChg>
        <pc:spChg chg="mod">
          <ac:chgData name="Fei" userId="d19317889db4c986" providerId="LiveId" clId="{C89114C7-C08A-4A8D-9456-4B4429B7BC21}" dt="2022-05-16T08:06:42.953" v="374" actId="1038"/>
          <ac:spMkLst>
            <pc:docMk/>
            <pc:sldMk cId="3633847032" sldId="379"/>
            <ac:spMk id="16" creationId="{6FAA25F4-CADB-114C-A34A-3AAA00DC1209}"/>
          </ac:spMkLst>
        </pc:spChg>
        <pc:spChg chg="mod">
          <ac:chgData name="Fei" userId="d19317889db4c986" providerId="LiveId" clId="{C89114C7-C08A-4A8D-9456-4B4429B7BC21}" dt="2022-05-16T08:06:12.828" v="365" actId="207"/>
          <ac:spMkLst>
            <pc:docMk/>
            <pc:sldMk cId="3633847032" sldId="379"/>
            <ac:spMk id="17" creationId="{81752D7D-BB39-CCB8-2375-B8EB6E6BDDBE}"/>
          </ac:spMkLst>
        </pc:spChg>
        <pc:spChg chg="mod">
          <ac:chgData name="Fei" userId="d19317889db4c986" providerId="LiveId" clId="{C89114C7-C08A-4A8D-9456-4B4429B7BC21}" dt="2022-05-16T08:06:14.859" v="366" actId="207"/>
          <ac:spMkLst>
            <pc:docMk/>
            <pc:sldMk cId="3633847032" sldId="379"/>
            <ac:spMk id="20" creationId="{D72099D8-7E93-31B6-E50A-F25B7F9BFB48}"/>
          </ac:spMkLst>
        </pc:spChg>
      </pc:sldChg>
      <pc:sldChg chg="modSp add mod">
        <pc:chgData name="Fei" userId="d19317889db4c986" providerId="LiveId" clId="{C89114C7-C08A-4A8D-9456-4B4429B7BC21}" dt="2022-05-16T08:06:48.648" v="376" actId="1076"/>
        <pc:sldMkLst>
          <pc:docMk/>
          <pc:sldMk cId="3572720350" sldId="380"/>
        </pc:sldMkLst>
        <pc:grpChg chg="mod">
          <ac:chgData name="Fei" userId="d19317889db4c986" providerId="LiveId" clId="{C89114C7-C08A-4A8D-9456-4B4429B7BC21}" dt="2022-05-16T08:06:48.648" v="376" actId="1076"/>
          <ac:grpSpMkLst>
            <pc:docMk/>
            <pc:sldMk cId="3572720350" sldId="380"/>
            <ac:grpSpMk id="6" creationId="{BCCDFD90-040C-D85B-D200-28851D83EAEE}"/>
          </ac:grpSpMkLst>
        </pc:grpChg>
      </pc:sldChg>
      <pc:sldChg chg="add">
        <pc:chgData name="Fei" userId="d19317889db4c986" providerId="LiveId" clId="{C89114C7-C08A-4A8D-9456-4B4429B7BC21}" dt="2022-05-16T07:11:07.897" v="93"/>
        <pc:sldMkLst>
          <pc:docMk/>
          <pc:sldMk cId="2440764911" sldId="381"/>
        </pc:sldMkLst>
      </pc:sldChg>
      <pc:sldChg chg="add">
        <pc:chgData name="Fei" userId="d19317889db4c986" providerId="LiveId" clId="{C89114C7-C08A-4A8D-9456-4B4429B7BC21}" dt="2022-05-16T07:14:37.548" v="102"/>
        <pc:sldMkLst>
          <pc:docMk/>
          <pc:sldMk cId="202519924" sldId="386"/>
        </pc:sldMkLst>
      </pc:sldChg>
      <pc:sldChg chg="add">
        <pc:chgData name="Fei" userId="d19317889db4c986" providerId="LiveId" clId="{C89114C7-C08A-4A8D-9456-4B4429B7BC21}" dt="2022-05-16T07:14:37.548" v="102"/>
        <pc:sldMkLst>
          <pc:docMk/>
          <pc:sldMk cId="149198506" sldId="387"/>
        </pc:sldMkLst>
      </pc:sldChg>
      <pc:sldChg chg="modSp add mod">
        <pc:chgData name="Fei" userId="d19317889db4c986" providerId="LiveId" clId="{C89114C7-C08A-4A8D-9456-4B4429B7BC21}" dt="2022-05-16T08:09:21.682" v="400"/>
        <pc:sldMkLst>
          <pc:docMk/>
          <pc:sldMk cId="2547021445" sldId="388"/>
        </pc:sldMkLst>
        <pc:spChg chg="mod">
          <ac:chgData name="Fei" userId="d19317889db4c986" providerId="LiveId" clId="{C89114C7-C08A-4A8D-9456-4B4429B7BC21}" dt="2022-05-16T08:09:08.992" v="398"/>
          <ac:spMkLst>
            <pc:docMk/>
            <pc:sldMk cId="2547021445" sldId="388"/>
            <ac:spMk id="2" creationId="{E7E30F98-101B-F919-3FF3-59454E6CE225}"/>
          </ac:spMkLst>
        </pc:spChg>
        <pc:spChg chg="mod">
          <ac:chgData name="Fei" userId="d19317889db4c986" providerId="LiveId" clId="{C89114C7-C08A-4A8D-9456-4B4429B7BC21}" dt="2022-05-16T08:09:21.682" v="400"/>
          <ac:spMkLst>
            <pc:docMk/>
            <pc:sldMk cId="2547021445" sldId="388"/>
            <ac:spMk id="7" creationId="{2477B6D2-D0C2-4CCB-D37F-8A13505241DD}"/>
          </ac:spMkLst>
        </pc:spChg>
      </pc:sldChg>
      <pc:sldChg chg="modSp add del mod">
        <pc:chgData name="Fei" userId="d19317889db4c986" providerId="LiveId" clId="{C89114C7-C08A-4A8D-9456-4B4429B7BC21}" dt="2022-05-16T07:39:26.475" v="268" actId="47"/>
        <pc:sldMkLst>
          <pc:docMk/>
          <pc:sldMk cId="2042911729" sldId="390"/>
        </pc:sldMkLst>
        <pc:spChg chg="mod">
          <ac:chgData name="Fei" userId="d19317889db4c986" providerId="LiveId" clId="{C89114C7-C08A-4A8D-9456-4B4429B7BC21}" dt="2022-05-16T07:39:15.797" v="265" actId="21"/>
          <ac:spMkLst>
            <pc:docMk/>
            <pc:sldMk cId="2042911729" sldId="390"/>
            <ac:spMk id="3" creationId="{70817C7F-9681-4804-D80D-E02F944D5A85}"/>
          </ac:spMkLst>
        </pc:spChg>
      </pc:sldChg>
      <pc:sldChg chg="add">
        <pc:chgData name="Fei" userId="d19317889db4c986" providerId="LiveId" clId="{C89114C7-C08A-4A8D-9456-4B4429B7BC21}" dt="2022-05-16T07:15:42.682" v="105"/>
        <pc:sldMkLst>
          <pc:docMk/>
          <pc:sldMk cId="2795812651" sldId="393"/>
        </pc:sldMkLst>
      </pc:sldChg>
      <pc:sldChg chg="addSp modSp add mod">
        <pc:chgData name="Fei" userId="d19317889db4c986" providerId="LiveId" clId="{C89114C7-C08A-4A8D-9456-4B4429B7BC21}" dt="2022-05-16T08:08:38.481" v="394"/>
        <pc:sldMkLst>
          <pc:docMk/>
          <pc:sldMk cId="834751018" sldId="399"/>
        </pc:sldMkLst>
        <pc:spChg chg="mod">
          <ac:chgData name="Fei" userId="d19317889db4c986" providerId="LiveId" clId="{C89114C7-C08A-4A8D-9456-4B4429B7BC21}" dt="2022-05-16T07:23:49.128" v="205" actId="20577"/>
          <ac:spMkLst>
            <pc:docMk/>
            <pc:sldMk cId="834751018" sldId="399"/>
            <ac:spMk id="4" creationId="{30C4CF51-2851-3FDD-F426-25B651916BAA}"/>
          </ac:spMkLst>
        </pc:spChg>
        <pc:spChg chg="add mod">
          <ac:chgData name="Fei" userId="d19317889db4c986" providerId="LiveId" clId="{C89114C7-C08A-4A8D-9456-4B4429B7BC21}" dt="2022-05-16T08:08:38.481" v="394"/>
          <ac:spMkLst>
            <pc:docMk/>
            <pc:sldMk cId="834751018" sldId="399"/>
            <ac:spMk id="6" creationId="{E3292854-27EB-7F78-D1C4-EED3F4B37FA9}"/>
          </ac:spMkLst>
        </pc:spChg>
      </pc:sldChg>
      <pc:sldChg chg="add">
        <pc:chgData name="Fei" userId="d19317889db4c986" providerId="LiveId" clId="{C89114C7-C08A-4A8D-9456-4B4429B7BC21}" dt="2022-05-16T07:11:40.136" v="94"/>
        <pc:sldMkLst>
          <pc:docMk/>
          <pc:sldMk cId="168023247" sldId="400"/>
        </pc:sldMkLst>
      </pc:sldChg>
      <pc:sldChg chg="add">
        <pc:chgData name="Fei" userId="d19317889db4c986" providerId="LiveId" clId="{C89114C7-C08A-4A8D-9456-4B4429B7BC21}" dt="2022-05-16T07:12:10.316" v="97"/>
        <pc:sldMkLst>
          <pc:docMk/>
          <pc:sldMk cId="3004679941" sldId="401"/>
        </pc:sldMkLst>
      </pc:sldChg>
      <pc:sldChg chg="new del">
        <pc:chgData name="Fei" userId="d19317889db4c986" providerId="LiveId" clId="{C89114C7-C08A-4A8D-9456-4B4429B7BC21}" dt="2022-05-16T07:13:28.814" v="100" actId="47"/>
        <pc:sldMkLst>
          <pc:docMk/>
          <pc:sldMk cId="2988125788" sldId="402"/>
        </pc:sldMkLst>
      </pc:sldChg>
      <pc:sldChg chg="add del">
        <pc:chgData name="Fei" userId="d19317889db4c986" providerId="LiveId" clId="{C89114C7-C08A-4A8D-9456-4B4429B7BC21}" dt="2022-05-16T07:23:27.615" v="204" actId="47"/>
        <pc:sldMkLst>
          <pc:docMk/>
          <pc:sldMk cId="1337799012" sldId="403"/>
        </pc:sldMkLst>
      </pc:sldChg>
      <pc:sldChg chg="modSp add mod modAnim">
        <pc:chgData name="Fei" userId="d19317889db4c986" providerId="LiveId" clId="{C89114C7-C08A-4A8D-9456-4B4429B7BC21}" dt="2022-05-16T07:24:44.280" v="233"/>
        <pc:sldMkLst>
          <pc:docMk/>
          <pc:sldMk cId="3800600618" sldId="404"/>
        </pc:sldMkLst>
        <pc:spChg chg="mod">
          <ac:chgData name="Fei" userId="d19317889db4c986" providerId="LiveId" clId="{C89114C7-C08A-4A8D-9456-4B4429B7BC21}" dt="2022-05-16T07:24:20.520" v="230"/>
          <ac:spMkLst>
            <pc:docMk/>
            <pc:sldMk cId="3800600618" sldId="404"/>
            <ac:spMk id="4" creationId="{53ED282F-8338-413B-ADB5-E7C0D048A32E}"/>
          </ac:spMkLst>
        </pc:spChg>
        <pc:spChg chg="mod">
          <ac:chgData name="Fei" userId="d19317889db4c986" providerId="LiveId" clId="{C89114C7-C08A-4A8D-9456-4B4429B7BC21}" dt="2022-05-16T07:24:28.450" v="231" actId="20577"/>
          <ac:spMkLst>
            <pc:docMk/>
            <pc:sldMk cId="3800600618" sldId="404"/>
            <ac:spMk id="14" creationId="{52D214F2-B1D7-7E73-0CD4-4E3D0F09B1F0}"/>
          </ac:spMkLst>
        </pc:spChg>
      </pc:sldChg>
      <pc:sldChg chg="delSp add mod modAnim">
        <pc:chgData name="Fei" userId="d19317889db4c986" providerId="LiveId" clId="{C89114C7-C08A-4A8D-9456-4B4429B7BC21}" dt="2022-05-16T07:25:17.799" v="238"/>
        <pc:sldMkLst>
          <pc:docMk/>
          <pc:sldMk cId="3245835744" sldId="405"/>
        </pc:sldMkLst>
        <pc:spChg chg="del">
          <ac:chgData name="Fei" userId="d19317889db4c986" providerId="LiveId" clId="{C89114C7-C08A-4A8D-9456-4B4429B7BC21}" dt="2022-05-16T07:24:51.164" v="234" actId="478"/>
          <ac:spMkLst>
            <pc:docMk/>
            <pc:sldMk cId="3245835744" sldId="405"/>
            <ac:spMk id="7" creationId="{9C53C49E-8284-4DA1-BDD6-C475A1808E44}"/>
          </ac:spMkLst>
        </pc:spChg>
      </pc:sldChg>
      <pc:sldChg chg="add ord">
        <pc:chgData name="Fei" userId="d19317889db4c986" providerId="LiveId" clId="{C89114C7-C08A-4A8D-9456-4B4429B7BC21}" dt="2022-05-16T08:12:09.121" v="465"/>
        <pc:sldMkLst>
          <pc:docMk/>
          <pc:sldMk cId="1840699804" sldId="406"/>
        </pc:sldMkLst>
      </pc:sldChg>
      <pc:sldChg chg="add del">
        <pc:chgData name="Fei" userId="d19317889db4c986" providerId="LiveId" clId="{C89114C7-C08A-4A8D-9456-4B4429B7BC21}" dt="2022-05-16T07:39:31.865" v="269" actId="2696"/>
        <pc:sldMkLst>
          <pc:docMk/>
          <pc:sldMk cId="2939193405" sldId="406"/>
        </pc:sldMkLst>
      </pc:sldChg>
      <pc:sldChg chg="addSp modSp add mod">
        <pc:chgData name="Fei" userId="d19317889db4c986" providerId="LiveId" clId="{C89114C7-C08A-4A8D-9456-4B4429B7BC21}" dt="2022-05-16T08:11:57.228" v="463"/>
        <pc:sldMkLst>
          <pc:docMk/>
          <pc:sldMk cId="2796587831" sldId="407"/>
        </pc:sldMkLst>
        <pc:spChg chg="mod">
          <ac:chgData name="Fei" userId="d19317889db4c986" providerId="LiveId" clId="{C89114C7-C08A-4A8D-9456-4B4429B7BC21}" dt="2022-05-16T08:11:57.228" v="463"/>
          <ac:spMkLst>
            <pc:docMk/>
            <pc:sldMk cId="2796587831" sldId="407"/>
            <ac:spMk id="4" creationId="{43B505FB-2DFB-3D2A-4624-D30E086849EE}"/>
          </ac:spMkLst>
        </pc:spChg>
        <pc:spChg chg="add mod">
          <ac:chgData name="Fei" userId="d19317889db4c986" providerId="LiveId" clId="{C89114C7-C08A-4A8D-9456-4B4429B7BC21}" dt="2022-05-16T08:11:48.264" v="461" actId="14100"/>
          <ac:spMkLst>
            <pc:docMk/>
            <pc:sldMk cId="2796587831" sldId="407"/>
            <ac:spMk id="5" creationId="{15A4BC5B-723B-96C0-A0E5-09FB2560F8F3}"/>
          </ac:spMkLst>
        </pc:spChg>
        <pc:spChg chg="add mod">
          <ac:chgData name="Fei" userId="d19317889db4c986" providerId="LiveId" clId="{C89114C7-C08A-4A8D-9456-4B4429B7BC21}" dt="2022-05-16T08:11:28.853" v="451"/>
          <ac:spMkLst>
            <pc:docMk/>
            <pc:sldMk cId="2796587831" sldId="407"/>
            <ac:spMk id="6" creationId="{5A3EF9B5-BDFF-3856-DEDF-520B05EC2CCD}"/>
          </ac:spMkLst>
        </pc:spChg>
      </pc:sldChg>
      <pc:sldChg chg="addSp modSp add mod">
        <pc:chgData name="Fei" userId="d19317889db4c986" providerId="LiveId" clId="{C89114C7-C08A-4A8D-9456-4B4429B7BC21}" dt="2022-05-16T08:14:56.144" v="493" actId="1076"/>
        <pc:sldMkLst>
          <pc:docMk/>
          <pc:sldMk cId="577393801" sldId="408"/>
        </pc:sldMkLst>
        <pc:spChg chg="add mod">
          <ac:chgData name="Fei" userId="d19317889db4c986" providerId="LiveId" clId="{C89114C7-C08A-4A8D-9456-4B4429B7BC21}" dt="2022-05-16T08:14:56.144" v="493" actId="1076"/>
          <ac:spMkLst>
            <pc:docMk/>
            <pc:sldMk cId="577393801" sldId="408"/>
            <ac:spMk id="3" creationId="{03FC47B1-B4D6-BA84-57BC-DF0790187F7C}"/>
          </ac:spMkLst>
        </pc:spChg>
        <pc:spChg chg="mod">
          <ac:chgData name="Fei" userId="d19317889db4c986" providerId="LiveId" clId="{C89114C7-C08A-4A8D-9456-4B4429B7BC21}" dt="2022-05-16T08:14:13.149" v="487" actId="1076"/>
          <ac:spMkLst>
            <pc:docMk/>
            <pc:sldMk cId="577393801" sldId="408"/>
            <ac:spMk id="4" creationId="{55CDE8FD-2E32-E8D0-A305-3E495F401DFD}"/>
          </ac:spMkLst>
        </pc:spChg>
        <pc:picChg chg="add mod">
          <ac:chgData name="Fei" userId="d19317889db4c986" providerId="LiveId" clId="{C89114C7-C08A-4A8D-9456-4B4429B7BC21}" dt="2022-05-16T08:14:47.843" v="492"/>
          <ac:picMkLst>
            <pc:docMk/>
            <pc:sldMk cId="577393801" sldId="408"/>
            <ac:picMk id="5" creationId="{F11D986D-E896-D629-C220-FB6359F9A993}"/>
          </ac:picMkLst>
        </pc:picChg>
      </pc:sldChg>
      <pc:sldChg chg="add del">
        <pc:chgData name="Fei" userId="d19317889db4c986" providerId="LiveId" clId="{C89114C7-C08A-4A8D-9456-4B4429B7BC21}" dt="2022-05-16T07:42:39.750" v="286" actId="2696"/>
        <pc:sldMkLst>
          <pc:docMk/>
          <pc:sldMk cId="729655535" sldId="408"/>
        </pc:sldMkLst>
      </pc:sldChg>
      <pc:sldChg chg="addSp modSp new mod">
        <pc:chgData name="Fei" userId="d19317889db4c986" providerId="LiveId" clId="{C89114C7-C08A-4A8D-9456-4B4429B7BC21}" dt="2022-05-16T08:21:08.764" v="618" actId="1076"/>
        <pc:sldMkLst>
          <pc:docMk/>
          <pc:sldMk cId="719106459" sldId="409"/>
        </pc:sldMkLst>
        <pc:spChg chg="add mod">
          <ac:chgData name="Fei" userId="d19317889db4c986" providerId="LiveId" clId="{C89114C7-C08A-4A8D-9456-4B4429B7BC21}" dt="2022-05-16T08:21:08.764" v="618" actId="1076"/>
          <ac:spMkLst>
            <pc:docMk/>
            <pc:sldMk cId="719106459" sldId="409"/>
            <ac:spMk id="3" creationId="{2FBC1791-7922-17CB-2EDF-7C94796B3F85}"/>
          </ac:spMkLst>
        </pc:spChg>
        <pc:spChg chg="add mod">
          <ac:chgData name="Fei" userId="d19317889db4c986" providerId="LiveId" clId="{C89114C7-C08A-4A8D-9456-4B4429B7BC21}" dt="2022-05-16T07:44:38.438" v="336"/>
          <ac:spMkLst>
            <pc:docMk/>
            <pc:sldMk cId="719106459" sldId="409"/>
            <ac:spMk id="4" creationId="{1D4684A5-15BC-4733-F5BB-3EECD20C4020}"/>
          </ac:spMkLst>
        </pc:spChg>
      </pc:sldChg>
    </pc:docChg>
  </pc:docChgLst>
  <pc:docChgLst>
    <pc:chgData name="Zheng Fei" userId="d19317889db4c986" providerId="LiveId" clId="{29EEF261-C5A1-E645-9345-9AFAB43BA380}"/>
    <pc:docChg chg="delSld">
      <pc:chgData name="Zheng Fei" userId="d19317889db4c986" providerId="LiveId" clId="{29EEF261-C5A1-E645-9345-9AFAB43BA380}" dt="2022-05-14T08:50:38.006" v="0" actId="2696"/>
      <pc:docMkLst>
        <pc:docMk/>
      </pc:docMkLst>
      <pc:sldChg chg="del">
        <pc:chgData name="Zheng Fei" userId="d19317889db4c986" providerId="LiveId" clId="{29EEF261-C5A1-E645-9345-9AFAB43BA380}" dt="2022-05-14T08:50:38.006" v="0" actId="2696"/>
        <pc:sldMkLst>
          <pc:docMk/>
          <pc:sldMk cId="513746498" sldId="257"/>
        </pc:sldMkLst>
      </pc:sldChg>
      <pc:sldChg chg="del">
        <pc:chgData name="Zheng Fei" userId="d19317889db4c986" providerId="LiveId" clId="{29EEF261-C5A1-E645-9345-9AFAB43BA380}" dt="2022-05-14T08:50:38.006" v="0" actId="2696"/>
        <pc:sldMkLst>
          <pc:docMk/>
          <pc:sldMk cId="4145988057" sldId="258"/>
        </pc:sldMkLst>
      </pc:sldChg>
      <pc:sldChg chg="del">
        <pc:chgData name="Zheng Fei" userId="d19317889db4c986" providerId="LiveId" clId="{29EEF261-C5A1-E645-9345-9AFAB43BA380}" dt="2022-05-14T08:50:38.006" v="0" actId="2696"/>
        <pc:sldMkLst>
          <pc:docMk/>
          <pc:sldMk cId="2650816285" sldId="259"/>
        </pc:sldMkLst>
      </pc:sldChg>
      <pc:sldChg chg="del">
        <pc:chgData name="Zheng Fei" userId="d19317889db4c986" providerId="LiveId" clId="{29EEF261-C5A1-E645-9345-9AFAB43BA380}" dt="2022-05-14T08:50:38.006" v="0" actId="2696"/>
        <pc:sldMkLst>
          <pc:docMk/>
          <pc:sldMk cId="1459657117" sldId="260"/>
        </pc:sldMkLst>
      </pc:sldChg>
      <pc:sldChg chg="del">
        <pc:chgData name="Zheng Fei" userId="d19317889db4c986" providerId="LiveId" clId="{29EEF261-C5A1-E645-9345-9AFAB43BA380}" dt="2022-05-14T08:50:38.006" v="0" actId="2696"/>
        <pc:sldMkLst>
          <pc:docMk/>
          <pc:sldMk cId="707216198" sldId="261"/>
        </pc:sldMkLst>
      </pc:sldChg>
      <pc:sldChg chg="del">
        <pc:chgData name="Zheng Fei" userId="d19317889db4c986" providerId="LiveId" clId="{29EEF261-C5A1-E645-9345-9AFAB43BA380}" dt="2022-05-14T08:50:38.006" v="0" actId="2696"/>
        <pc:sldMkLst>
          <pc:docMk/>
          <pc:sldMk cId="2823787726" sldId="262"/>
        </pc:sldMkLst>
      </pc:sldChg>
      <pc:sldChg chg="del">
        <pc:chgData name="Zheng Fei" userId="d19317889db4c986" providerId="LiveId" clId="{29EEF261-C5A1-E645-9345-9AFAB43BA380}" dt="2022-05-14T08:50:38.006" v="0" actId="2696"/>
        <pc:sldMkLst>
          <pc:docMk/>
          <pc:sldMk cId="3398865251" sldId="263"/>
        </pc:sldMkLst>
      </pc:sldChg>
      <pc:sldChg chg="del">
        <pc:chgData name="Zheng Fei" userId="d19317889db4c986" providerId="LiveId" clId="{29EEF261-C5A1-E645-9345-9AFAB43BA380}" dt="2022-05-14T08:50:38.006" v="0" actId="2696"/>
        <pc:sldMkLst>
          <pc:docMk/>
          <pc:sldMk cId="1366214973" sldId="264"/>
        </pc:sldMkLst>
      </pc:sldChg>
      <pc:sldChg chg="del">
        <pc:chgData name="Zheng Fei" userId="d19317889db4c986" providerId="LiveId" clId="{29EEF261-C5A1-E645-9345-9AFAB43BA380}" dt="2022-05-14T08:50:38.006" v="0" actId="2696"/>
        <pc:sldMkLst>
          <pc:docMk/>
          <pc:sldMk cId="2510914154" sldId="265"/>
        </pc:sldMkLst>
      </pc:sldChg>
      <pc:sldChg chg="del">
        <pc:chgData name="Zheng Fei" userId="d19317889db4c986" providerId="LiveId" clId="{29EEF261-C5A1-E645-9345-9AFAB43BA380}" dt="2022-05-14T08:50:38.006" v="0" actId="2696"/>
        <pc:sldMkLst>
          <pc:docMk/>
          <pc:sldMk cId="1264844309" sldId="266"/>
        </pc:sldMkLst>
      </pc:sldChg>
      <pc:sldChg chg="del">
        <pc:chgData name="Zheng Fei" userId="d19317889db4c986" providerId="LiveId" clId="{29EEF261-C5A1-E645-9345-9AFAB43BA380}" dt="2022-05-14T08:50:38.006" v="0" actId="2696"/>
        <pc:sldMkLst>
          <pc:docMk/>
          <pc:sldMk cId="1114027741" sldId="267"/>
        </pc:sldMkLst>
      </pc:sldChg>
      <pc:sldChg chg="del">
        <pc:chgData name="Zheng Fei" userId="d19317889db4c986" providerId="LiveId" clId="{29EEF261-C5A1-E645-9345-9AFAB43BA380}" dt="2022-05-14T08:50:38.006" v="0" actId="2696"/>
        <pc:sldMkLst>
          <pc:docMk/>
          <pc:sldMk cId="205551090" sldId="268"/>
        </pc:sldMkLst>
      </pc:sldChg>
      <pc:sldChg chg="del">
        <pc:chgData name="Zheng Fei" userId="d19317889db4c986" providerId="LiveId" clId="{29EEF261-C5A1-E645-9345-9AFAB43BA380}" dt="2022-05-14T08:50:38.006" v="0" actId="2696"/>
        <pc:sldMkLst>
          <pc:docMk/>
          <pc:sldMk cId="1010781268" sldId="269"/>
        </pc:sldMkLst>
      </pc:sldChg>
      <pc:sldChg chg="del">
        <pc:chgData name="Zheng Fei" userId="d19317889db4c986" providerId="LiveId" clId="{29EEF261-C5A1-E645-9345-9AFAB43BA380}" dt="2022-05-14T08:50:38.006" v="0" actId="2696"/>
        <pc:sldMkLst>
          <pc:docMk/>
          <pc:sldMk cId="1551269373" sldId="270"/>
        </pc:sldMkLst>
      </pc:sldChg>
      <pc:sldChg chg="del">
        <pc:chgData name="Zheng Fei" userId="d19317889db4c986" providerId="LiveId" clId="{29EEF261-C5A1-E645-9345-9AFAB43BA380}" dt="2022-05-14T08:50:38.006" v="0" actId="2696"/>
        <pc:sldMkLst>
          <pc:docMk/>
          <pc:sldMk cId="1002160116" sldId="271"/>
        </pc:sldMkLst>
      </pc:sldChg>
    </pc:docChg>
  </pc:docChgLst>
  <pc:docChgLst>
    <pc:chgData name="Zheng Fei" userId="d19317889db4c986" providerId="LiveId" clId="{FCC86FA2-1577-284F-9D00-836841865214}"/>
    <pc:docChg chg="addSld delSld modSld sldOrd">
      <pc:chgData name="Zheng Fei" userId="d19317889db4c986" providerId="LiveId" clId="{FCC86FA2-1577-284F-9D00-836841865214}" dt="2022-05-20T02:06:44.342" v="6" actId="2696"/>
      <pc:docMkLst>
        <pc:docMk/>
      </pc:docMkLst>
      <pc:sldChg chg="add">
        <pc:chgData name="Zheng Fei" userId="d19317889db4c986" providerId="LiveId" clId="{FCC86FA2-1577-284F-9D00-836841865214}" dt="2022-05-19T17:16:52.355" v="0"/>
        <pc:sldMkLst>
          <pc:docMk/>
          <pc:sldMk cId="4145988057" sldId="258"/>
        </pc:sldMkLst>
      </pc:sldChg>
      <pc:sldChg chg="add">
        <pc:chgData name="Zheng Fei" userId="d19317889db4c986" providerId="LiveId" clId="{FCC86FA2-1577-284F-9D00-836841865214}" dt="2022-05-19T17:16:52.355" v="0"/>
        <pc:sldMkLst>
          <pc:docMk/>
          <pc:sldMk cId="2650816285" sldId="259"/>
        </pc:sldMkLst>
      </pc:sldChg>
      <pc:sldChg chg="add">
        <pc:chgData name="Zheng Fei" userId="d19317889db4c986" providerId="LiveId" clId="{FCC86FA2-1577-284F-9D00-836841865214}" dt="2022-05-19T17:17:52.217" v="2"/>
        <pc:sldMkLst>
          <pc:docMk/>
          <pc:sldMk cId="2802735681" sldId="260"/>
        </pc:sldMkLst>
      </pc:sldChg>
      <pc:sldChg chg="add">
        <pc:chgData name="Zheng Fei" userId="d19317889db4c986" providerId="LiveId" clId="{FCC86FA2-1577-284F-9D00-836841865214}" dt="2022-05-19T17:17:22.343" v="1"/>
        <pc:sldMkLst>
          <pc:docMk/>
          <pc:sldMk cId="707216198" sldId="261"/>
        </pc:sldMkLst>
      </pc:sldChg>
      <pc:sldChg chg="add">
        <pc:chgData name="Zheng Fei" userId="d19317889db4c986" providerId="LiveId" clId="{FCC86FA2-1577-284F-9D00-836841865214}" dt="2022-05-19T17:17:22.343" v="1"/>
        <pc:sldMkLst>
          <pc:docMk/>
          <pc:sldMk cId="2823787726" sldId="262"/>
        </pc:sldMkLst>
      </pc:sldChg>
      <pc:sldChg chg="add">
        <pc:chgData name="Zheng Fei" userId="d19317889db4c986" providerId="LiveId" clId="{FCC86FA2-1577-284F-9D00-836841865214}" dt="2022-05-19T17:17:22.343" v="1"/>
        <pc:sldMkLst>
          <pc:docMk/>
          <pc:sldMk cId="3398865251" sldId="263"/>
        </pc:sldMkLst>
      </pc:sldChg>
      <pc:sldChg chg="add">
        <pc:chgData name="Zheng Fei" userId="d19317889db4c986" providerId="LiveId" clId="{FCC86FA2-1577-284F-9D00-836841865214}" dt="2022-05-19T17:17:22.343" v="1"/>
        <pc:sldMkLst>
          <pc:docMk/>
          <pc:sldMk cId="1366214973" sldId="264"/>
        </pc:sldMkLst>
      </pc:sldChg>
      <pc:sldChg chg="add">
        <pc:chgData name="Zheng Fei" userId="d19317889db4c986" providerId="LiveId" clId="{FCC86FA2-1577-284F-9D00-836841865214}" dt="2022-05-19T17:17:22.343" v="1"/>
        <pc:sldMkLst>
          <pc:docMk/>
          <pc:sldMk cId="1264844309" sldId="266"/>
        </pc:sldMkLst>
      </pc:sldChg>
      <pc:sldChg chg="add">
        <pc:chgData name="Zheng Fei" userId="d19317889db4c986" providerId="LiveId" clId="{FCC86FA2-1577-284F-9D00-836841865214}" dt="2022-05-19T17:17:22.343" v="1"/>
        <pc:sldMkLst>
          <pc:docMk/>
          <pc:sldMk cId="1114027741" sldId="267"/>
        </pc:sldMkLst>
      </pc:sldChg>
      <pc:sldChg chg="add">
        <pc:chgData name="Zheng Fei" userId="d19317889db4c986" providerId="LiveId" clId="{FCC86FA2-1577-284F-9D00-836841865214}" dt="2022-05-19T17:17:22.343" v="1"/>
        <pc:sldMkLst>
          <pc:docMk/>
          <pc:sldMk cId="205551090" sldId="268"/>
        </pc:sldMkLst>
      </pc:sldChg>
      <pc:sldChg chg="add">
        <pc:chgData name="Zheng Fei" userId="d19317889db4c986" providerId="LiveId" clId="{FCC86FA2-1577-284F-9D00-836841865214}" dt="2022-05-19T17:17:52.217" v="2"/>
        <pc:sldMkLst>
          <pc:docMk/>
          <pc:sldMk cId="1551269373" sldId="270"/>
        </pc:sldMkLst>
      </pc:sldChg>
      <pc:sldChg chg="add del ord">
        <pc:chgData name="Zheng Fei" userId="d19317889db4c986" providerId="LiveId" clId="{FCC86FA2-1577-284F-9D00-836841865214}" dt="2022-05-20T02:06:44.342" v="6" actId="2696"/>
        <pc:sldMkLst>
          <pc:docMk/>
          <pc:sldMk cId="3580894313" sldId="369"/>
        </pc:sldMkLst>
      </pc:sldChg>
      <pc:sldChg chg="add">
        <pc:chgData name="Zheng Fei" userId="d19317889db4c986" providerId="LiveId" clId="{FCC86FA2-1577-284F-9D00-836841865214}" dt="2022-05-19T17:16:52.355" v="0"/>
        <pc:sldMkLst>
          <pc:docMk/>
          <pc:sldMk cId="4170541912" sldId="423"/>
        </pc:sldMkLst>
      </pc:sldChg>
      <pc:sldChg chg="add">
        <pc:chgData name="Zheng Fei" userId="d19317889db4c986" providerId="LiveId" clId="{FCC86FA2-1577-284F-9D00-836841865214}" dt="2022-05-19T17:16:52.355" v="0"/>
        <pc:sldMkLst>
          <pc:docMk/>
          <pc:sldMk cId="234948118" sldId="424"/>
        </pc:sldMkLst>
      </pc:sldChg>
      <pc:sldChg chg="add">
        <pc:chgData name="Zheng Fei" userId="d19317889db4c986" providerId="LiveId" clId="{FCC86FA2-1577-284F-9D00-836841865214}" dt="2022-05-19T17:17:22.343" v="1"/>
        <pc:sldMkLst>
          <pc:docMk/>
          <pc:sldMk cId="2169084619" sldId="425"/>
        </pc:sldMkLst>
      </pc:sldChg>
      <pc:sldChg chg="add">
        <pc:chgData name="Zheng Fei" userId="d19317889db4c986" providerId="LiveId" clId="{FCC86FA2-1577-284F-9D00-836841865214}" dt="2022-05-19T17:17:22.343" v="1"/>
        <pc:sldMkLst>
          <pc:docMk/>
          <pc:sldMk cId="1784683979" sldId="426"/>
        </pc:sldMkLst>
      </pc:sldChg>
      <pc:sldChg chg="add">
        <pc:chgData name="Zheng Fei" userId="d19317889db4c986" providerId="LiveId" clId="{FCC86FA2-1577-284F-9D00-836841865214}" dt="2022-05-19T17:17:52.217" v="2"/>
        <pc:sldMkLst>
          <pc:docMk/>
          <pc:sldMk cId="1350384850" sldId="428"/>
        </pc:sldMkLst>
      </pc:sldChg>
      <pc:sldChg chg="add">
        <pc:chgData name="Zheng Fei" userId="d19317889db4c986" providerId="LiveId" clId="{FCC86FA2-1577-284F-9D00-836841865214}" dt="2022-05-19T17:17:52.217" v="2"/>
        <pc:sldMkLst>
          <pc:docMk/>
          <pc:sldMk cId="3064721684" sldId="431"/>
        </pc:sldMkLst>
      </pc:sldChg>
      <pc:sldChg chg="add">
        <pc:chgData name="Zheng Fei" userId="d19317889db4c986" providerId="LiveId" clId="{FCC86FA2-1577-284F-9D00-836841865214}" dt="2022-05-19T17:17:22.343" v="1"/>
        <pc:sldMkLst>
          <pc:docMk/>
          <pc:sldMk cId="2827639505" sldId="442"/>
        </pc:sldMkLst>
      </pc:sldChg>
      <pc:sldChg chg="add">
        <pc:chgData name="Zheng Fei" userId="d19317889db4c986" providerId="LiveId" clId="{FCC86FA2-1577-284F-9D00-836841865214}" dt="2022-05-19T17:17:22.343" v="1"/>
        <pc:sldMkLst>
          <pc:docMk/>
          <pc:sldMk cId="4118247310" sldId="443"/>
        </pc:sldMkLst>
      </pc:sldChg>
      <pc:sldChg chg="add">
        <pc:chgData name="Zheng Fei" userId="d19317889db4c986" providerId="LiveId" clId="{FCC86FA2-1577-284F-9D00-836841865214}" dt="2022-05-19T17:17:22.343" v="1"/>
        <pc:sldMkLst>
          <pc:docMk/>
          <pc:sldMk cId="2645170493" sldId="444"/>
        </pc:sldMkLst>
      </pc:sldChg>
      <pc:sldChg chg="add">
        <pc:chgData name="Zheng Fei" userId="d19317889db4c986" providerId="LiveId" clId="{FCC86FA2-1577-284F-9D00-836841865214}" dt="2022-05-20T02:05:19.675" v="3"/>
        <pc:sldMkLst>
          <pc:docMk/>
          <pc:sldMk cId="436179780" sldId="455"/>
        </pc:sldMkLst>
      </pc:sldChg>
    </pc:docChg>
  </pc:docChgLst>
</pc:chgInfo>
</file>

<file path=ppt/drawings/_rels/vmlDrawing1.v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image" Target="../media/image1.emf"/></Relationships>
</file>

<file path=ppt/drawings/_rels/vmlDrawing2.vml.rels><?xml version="1.0" encoding="UTF-8" standalone="yes"?>
<Relationships xmlns="http://schemas.openxmlformats.org/package/2006/relationships"><Relationship Id="rId3" Type="http://schemas.openxmlformats.org/officeDocument/2006/relationships/image" Target="../media/image129.emf"/><Relationship Id="rId2" Type="http://schemas.openxmlformats.org/officeDocument/2006/relationships/image" Target="../media/image128.emf"/><Relationship Id="rId1" Type="http://schemas.openxmlformats.org/officeDocument/2006/relationships/image" Target="../media/image127.emf"/><Relationship Id="rId6" Type="http://schemas.openxmlformats.org/officeDocument/2006/relationships/image" Target="../media/image132.emf"/><Relationship Id="rId5" Type="http://schemas.openxmlformats.org/officeDocument/2006/relationships/image" Target="../media/image131.emf"/><Relationship Id="rId4" Type="http://schemas.openxmlformats.org/officeDocument/2006/relationships/image" Target="../media/image130.emf"/></Relationships>
</file>

<file path=ppt/drawings/_rels/vmlDrawing3.vml.rels><?xml version="1.0" encoding="UTF-8" standalone="yes"?>
<Relationships xmlns="http://schemas.openxmlformats.org/package/2006/relationships"><Relationship Id="rId3" Type="http://schemas.openxmlformats.org/officeDocument/2006/relationships/image" Target="../media/image138.emf"/><Relationship Id="rId2" Type="http://schemas.openxmlformats.org/officeDocument/2006/relationships/image" Target="../media/image137.emf"/><Relationship Id="rId1" Type="http://schemas.openxmlformats.org/officeDocument/2006/relationships/image" Target="../media/image136.emf"/><Relationship Id="rId5" Type="http://schemas.openxmlformats.org/officeDocument/2006/relationships/image" Target="../media/image140.emf"/><Relationship Id="rId4" Type="http://schemas.openxmlformats.org/officeDocument/2006/relationships/image" Target="../media/image139.e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DAD740F-A905-8D46-ABDC-24DA74F1B44E}" type="datetimeFigureOut">
              <a:rPr kumimoji="1" lang="zh-CN" altLang="en-US" smtClean="0"/>
              <a:t>2023/04/18</a:t>
            </a:fld>
            <a:endParaRPr kumimoji="1"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F7F60DA-13A8-5A4F-9AD2-AFEC3A1810C6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91648022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F7F60DA-13A8-5A4F-9AD2-AFEC3A1810C6}" type="slidenum">
              <a:rPr kumimoji="1" lang="zh-CN" altLang="en-US" smtClean="0"/>
              <a:t>24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71588202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 b="0" i="0">
                <a:ea typeface="KaiTi" panose="02010609060101010101" pitchFamily="49" charset="-122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b="0" i="0">
                <a:ea typeface="KaiTi" panose="02010609060101010101" pitchFamily="49" charset="-122"/>
              </a:defRPr>
            </a:lvl1pPr>
          </a:lstStyle>
          <a:p>
            <a:fld id="{D997B5FA-0921-464F-AAE1-844C04324D75}" type="datetimeFigureOut">
              <a:rPr lang="zh-CN" altLang="en-US" smtClean="0"/>
              <a:pPr/>
              <a:t>2023/04/18</a:t>
            </a:fld>
            <a:endParaRPr lang="zh-CN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="0" i="0">
                <a:ea typeface="KaiTi" panose="02010609060101010101" pitchFamily="49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="0" i="0">
                <a:ea typeface="KaiTi" panose="02010609060101010101" pitchFamily="49" charset="-122"/>
              </a:defRPr>
            </a:lvl1pPr>
          </a:lstStyle>
          <a:p>
            <a:fld id="{565CE74E-AB26-4998-AD42-012C4C1AD076}" type="slidenum">
              <a:rPr lang="zh-CN" altLang="en-US" smtClean="0"/>
              <a:pPr/>
              <a:t>‹#›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8842807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b="0" i="0">
                <a:ea typeface="KaiTi" panose="02010609060101010101" pitchFamily="49" charset="-122"/>
              </a:defRPr>
            </a:lvl1pPr>
            <a:lvl2pPr>
              <a:defRPr b="0" i="0">
                <a:ea typeface="KaiTi" panose="02010609060101010101" pitchFamily="49" charset="-122"/>
              </a:defRPr>
            </a:lvl2pPr>
            <a:lvl3pPr>
              <a:defRPr b="0" i="0">
                <a:ea typeface="KaiTi" panose="02010609060101010101" pitchFamily="49" charset="-122"/>
              </a:defRPr>
            </a:lvl3pPr>
            <a:lvl4pPr>
              <a:defRPr b="0" i="0">
                <a:ea typeface="KaiTi" panose="02010609060101010101" pitchFamily="49" charset="-122"/>
              </a:defRPr>
            </a:lvl4pPr>
            <a:lvl5pPr>
              <a:defRPr b="0" i="0">
                <a:ea typeface="KaiTi" panose="02010609060101010101" pitchFamily="49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二级</a:t>
            </a:r>
          </a:p>
          <a:p>
            <a:pPr lvl="2"/>
            <a:r>
              <a:rPr lang="zh-CN" altLang="en-US" dirty="0"/>
              <a:t>三级</a:t>
            </a:r>
          </a:p>
          <a:p>
            <a:pPr lvl="3"/>
            <a:r>
              <a:rPr lang="zh-CN" altLang="en-US" dirty="0"/>
              <a:t>四级</a:t>
            </a:r>
          </a:p>
          <a:p>
            <a:pPr lvl="4"/>
            <a:r>
              <a:rPr lang="zh-CN" altLang="en-US" dirty="0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b="0" i="0">
                <a:ea typeface="KaiTi" panose="02010609060101010101" pitchFamily="49" charset="-122"/>
              </a:defRPr>
            </a:lvl1pPr>
          </a:lstStyle>
          <a:p>
            <a:fld id="{D997B5FA-0921-464F-AAE1-844C04324D75}" type="datetimeFigureOut">
              <a:rPr lang="zh-CN" altLang="en-US" smtClean="0"/>
              <a:pPr/>
              <a:t>2023/04/18</a:t>
            </a:fld>
            <a:endParaRPr lang="zh-CN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="0" i="0">
                <a:ea typeface="KaiTi" panose="02010609060101010101" pitchFamily="49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="0" i="0">
                <a:ea typeface="KaiTi" panose="02010609060101010101" pitchFamily="49" charset="-122"/>
              </a:defRPr>
            </a:lvl1pPr>
          </a:lstStyle>
          <a:p>
            <a:fld id="{565CE74E-AB26-4998-AD42-012C4C1AD076}" type="slidenum">
              <a:rPr lang="zh-CN" altLang="en-US" smtClean="0"/>
              <a:pPr/>
              <a:t>‹#›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97357674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 b="0" i="0">
                <a:solidFill>
                  <a:schemeClr val="tx1"/>
                </a:solidFill>
                <a:ea typeface="KaiTi" panose="02010609060101010101" pitchFamily="49" charset="-122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b="0" i="0">
                <a:ea typeface="KaiTi" panose="02010609060101010101" pitchFamily="49" charset="-122"/>
              </a:defRPr>
            </a:lvl1pPr>
          </a:lstStyle>
          <a:p>
            <a:fld id="{D997B5FA-0921-464F-AAE1-844C04324D75}" type="datetimeFigureOut">
              <a:rPr lang="zh-CN" altLang="en-US" smtClean="0"/>
              <a:pPr/>
              <a:t>2023/04/18</a:t>
            </a:fld>
            <a:endParaRPr lang="zh-CN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="0" i="0">
                <a:ea typeface="KaiTi" panose="02010609060101010101" pitchFamily="49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="0" i="0">
                <a:ea typeface="KaiTi" panose="02010609060101010101" pitchFamily="49" charset="-122"/>
              </a:defRPr>
            </a:lvl1pPr>
          </a:lstStyle>
          <a:p>
            <a:fld id="{565CE74E-AB26-4998-AD42-012C4C1AD076}" type="slidenum">
              <a:rPr lang="zh-CN" altLang="en-US" smtClean="0"/>
              <a:pPr/>
              <a:t>‹#›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81476341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>
            <a:lvl1pPr>
              <a:defRPr b="0" i="0">
                <a:ea typeface="KaiTi" panose="02010609060101010101" pitchFamily="49" charset="-122"/>
              </a:defRPr>
            </a:lvl1pPr>
            <a:lvl2pPr>
              <a:defRPr b="0" i="0">
                <a:ea typeface="KaiTi" panose="02010609060101010101" pitchFamily="49" charset="-122"/>
              </a:defRPr>
            </a:lvl2pPr>
            <a:lvl3pPr>
              <a:defRPr b="0" i="0">
                <a:ea typeface="KaiTi" panose="02010609060101010101" pitchFamily="49" charset="-122"/>
              </a:defRPr>
            </a:lvl3pPr>
            <a:lvl4pPr>
              <a:defRPr b="0" i="0">
                <a:ea typeface="KaiTi" panose="02010609060101010101" pitchFamily="49" charset="-122"/>
              </a:defRPr>
            </a:lvl4pPr>
            <a:lvl5pPr>
              <a:defRPr b="0" i="0">
                <a:ea typeface="KaiTi" panose="02010609060101010101" pitchFamily="49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二级</a:t>
            </a:r>
          </a:p>
          <a:p>
            <a:pPr lvl="2"/>
            <a:r>
              <a:rPr lang="zh-CN" altLang="en-US" dirty="0"/>
              <a:t>三级</a:t>
            </a:r>
          </a:p>
          <a:p>
            <a:pPr lvl="3"/>
            <a:r>
              <a:rPr lang="zh-CN" altLang="en-US" dirty="0"/>
              <a:t>四级</a:t>
            </a:r>
          </a:p>
          <a:p>
            <a:pPr lvl="4"/>
            <a:r>
              <a:rPr lang="zh-CN" altLang="en-US" dirty="0"/>
              <a:t>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>
            <a:lvl1pPr>
              <a:defRPr b="0" i="0">
                <a:ea typeface="KaiTi" panose="02010609060101010101" pitchFamily="49" charset="-122"/>
              </a:defRPr>
            </a:lvl1pPr>
            <a:lvl2pPr>
              <a:defRPr b="0" i="0">
                <a:ea typeface="KaiTi" panose="02010609060101010101" pitchFamily="49" charset="-122"/>
              </a:defRPr>
            </a:lvl2pPr>
            <a:lvl3pPr>
              <a:defRPr b="0" i="0">
                <a:ea typeface="KaiTi" panose="02010609060101010101" pitchFamily="49" charset="-122"/>
              </a:defRPr>
            </a:lvl3pPr>
            <a:lvl4pPr>
              <a:defRPr b="0" i="0">
                <a:ea typeface="KaiTi" panose="02010609060101010101" pitchFamily="49" charset="-122"/>
              </a:defRPr>
            </a:lvl4pPr>
            <a:lvl5pPr>
              <a:defRPr b="0" i="0">
                <a:ea typeface="KaiTi" panose="02010609060101010101" pitchFamily="49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二级</a:t>
            </a:r>
          </a:p>
          <a:p>
            <a:pPr lvl="2"/>
            <a:r>
              <a:rPr lang="zh-CN" altLang="en-US" dirty="0"/>
              <a:t>三级</a:t>
            </a:r>
          </a:p>
          <a:p>
            <a:pPr lvl="3"/>
            <a:r>
              <a:rPr lang="zh-CN" altLang="en-US" dirty="0"/>
              <a:t>四级</a:t>
            </a:r>
          </a:p>
          <a:p>
            <a:pPr lvl="4"/>
            <a:r>
              <a:rPr lang="zh-CN" altLang="en-US" dirty="0"/>
              <a:t>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b="0" i="0">
                <a:ea typeface="KaiTi" panose="02010609060101010101" pitchFamily="49" charset="-122"/>
              </a:defRPr>
            </a:lvl1pPr>
          </a:lstStyle>
          <a:p>
            <a:fld id="{D997B5FA-0921-464F-AAE1-844C04324D75}" type="datetimeFigureOut">
              <a:rPr lang="zh-CN" altLang="en-US" smtClean="0"/>
              <a:pPr/>
              <a:t>2023/04/18</a:t>
            </a:fld>
            <a:endParaRPr lang="zh-CN" alt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="0" i="0">
                <a:ea typeface="KaiTi" panose="02010609060101010101" pitchFamily="49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="0" i="0">
                <a:ea typeface="KaiTi" panose="02010609060101010101" pitchFamily="49" charset="-122"/>
              </a:defRPr>
            </a:lvl1pPr>
          </a:lstStyle>
          <a:p>
            <a:fld id="{565CE74E-AB26-4998-AD42-012C4C1AD076}" type="slidenum">
              <a:rPr lang="zh-CN" altLang="en-US" smtClean="0"/>
              <a:pPr/>
              <a:t>‹#›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75955602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0" i="0">
                <a:ea typeface="KaiTi" panose="02010609060101010101" pitchFamily="49" charset="-122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>
            <a:lvl1pPr>
              <a:defRPr b="0" i="0">
                <a:ea typeface="KaiTi" panose="02010609060101010101" pitchFamily="49" charset="-122"/>
              </a:defRPr>
            </a:lvl1pPr>
            <a:lvl2pPr>
              <a:defRPr b="0" i="0">
                <a:ea typeface="KaiTi" panose="02010609060101010101" pitchFamily="49" charset="-122"/>
              </a:defRPr>
            </a:lvl2pPr>
            <a:lvl3pPr>
              <a:defRPr b="0" i="0">
                <a:ea typeface="KaiTi" panose="02010609060101010101" pitchFamily="49" charset="-122"/>
              </a:defRPr>
            </a:lvl3pPr>
            <a:lvl4pPr>
              <a:defRPr b="0" i="0">
                <a:ea typeface="KaiTi" panose="02010609060101010101" pitchFamily="49" charset="-122"/>
              </a:defRPr>
            </a:lvl4pPr>
            <a:lvl5pPr>
              <a:defRPr b="0" i="0">
                <a:ea typeface="KaiTi" panose="02010609060101010101" pitchFamily="49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二级</a:t>
            </a:r>
          </a:p>
          <a:p>
            <a:pPr lvl="2"/>
            <a:r>
              <a:rPr lang="zh-CN" altLang="en-US" dirty="0"/>
              <a:t>三级</a:t>
            </a:r>
          </a:p>
          <a:p>
            <a:pPr lvl="3"/>
            <a:r>
              <a:rPr lang="zh-CN" altLang="en-US" dirty="0"/>
              <a:t>四级</a:t>
            </a:r>
          </a:p>
          <a:p>
            <a:pPr lvl="4"/>
            <a:r>
              <a:rPr lang="zh-CN" altLang="en-US" dirty="0"/>
              <a:t>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0" i="0">
                <a:ea typeface="KaiTi" panose="02010609060101010101" pitchFamily="49" charset="-122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>
            <a:lvl1pPr>
              <a:defRPr b="0" i="0">
                <a:ea typeface="KaiTi" panose="02010609060101010101" pitchFamily="49" charset="-122"/>
              </a:defRPr>
            </a:lvl1pPr>
            <a:lvl2pPr>
              <a:defRPr b="0" i="0">
                <a:ea typeface="KaiTi" panose="02010609060101010101" pitchFamily="49" charset="-122"/>
              </a:defRPr>
            </a:lvl2pPr>
            <a:lvl3pPr>
              <a:defRPr b="0" i="0">
                <a:ea typeface="KaiTi" panose="02010609060101010101" pitchFamily="49" charset="-122"/>
              </a:defRPr>
            </a:lvl3pPr>
            <a:lvl4pPr>
              <a:defRPr b="0" i="0">
                <a:ea typeface="KaiTi" panose="02010609060101010101" pitchFamily="49" charset="-122"/>
              </a:defRPr>
            </a:lvl4pPr>
            <a:lvl5pPr>
              <a:defRPr b="0" i="0">
                <a:ea typeface="KaiTi" panose="02010609060101010101" pitchFamily="49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二级</a:t>
            </a:r>
          </a:p>
          <a:p>
            <a:pPr lvl="2"/>
            <a:r>
              <a:rPr lang="zh-CN" altLang="en-US" dirty="0"/>
              <a:t>三级</a:t>
            </a:r>
          </a:p>
          <a:p>
            <a:pPr lvl="3"/>
            <a:r>
              <a:rPr lang="zh-CN" altLang="en-US" dirty="0"/>
              <a:t>四级</a:t>
            </a:r>
          </a:p>
          <a:p>
            <a:pPr lvl="4"/>
            <a:r>
              <a:rPr lang="zh-CN" altLang="en-US" dirty="0"/>
              <a:t>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b="0" i="0">
                <a:ea typeface="KaiTi" panose="02010609060101010101" pitchFamily="49" charset="-122"/>
              </a:defRPr>
            </a:lvl1pPr>
          </a:lstStyle>
          <a:p>
            <a:fld id="{D997B5FA-0921-464F-AAE1-844C04324D75}" type="datetimeFigureOut">
              <a:rPr lang="zh-CN" altLang="en-US" smtClean="0"/>
              <a:pPr/>
              <a:t>2023/04/18</a:t>
            </a:fld>
            <a:endParaRPr lang="zh-CN" alt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="0" i="0">
                <a:ea typeface="KaiTi" panose="02010609060101010101" pitchFamily="49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="0" i="0">
                <a:ea typeface="KaiTi" panose="02010609060101010101" pitchFamily="49" charset="-122"/>
              </a:defRPr>
            </a:lvl1pPr>
          </a:lstStyle>
          <a:p>
            <a:fld id="{565CE74E-AB26-4998-AD42-012C4C1AD076}" type="slidenum">
              <a:rPr lang="zh-CN" altLang="en-US" smtClean="0"/>
              <a:pPr/>
              <a:t>‹#›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39854189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b="0" i="0">
                <a:ea typeface="KaiTi" panose="02010609060101010101" pitchFamily="49" charset="-122"/>
              </a:defRPr>
            </a:lvl1pPr>
          </a:lstStyle>
          <a:p>
            <a:fld id="{D997B5FA-0921-464F-AAE1-844C04324D75}" type="datetimeFigureOut">
              <a:rPr lang="zh-CN" altLang="en-US" smtClean="0"/>
              <a:pPr/>
              <a:t>2023/04/18</a:t>
            </a:fld>
            <a:endParaRPr lang="zh-CN" alt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="0" i="0">
                <a:ea typeface="KaiTi" panose="02010609060101010101" pitchFamily="49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="0" i="0">
                <a:ea typeface="KaiTi" panose="02010609060101010101" pitchFamily="49" charset="-122"/>
              </a:defRPr>
            </a:lvl1pPr>
          </a:lstStyle>
          <a:p>
            <a:fld id="{565CE74E-AB26-4998-AD42-012C4C1AD076}" type="slidenum">
              <a:rPr lang="zh-CN" altLang="en-US" smtClean="0"/>
              <a:pPr/>
              <a:t>‹#›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66558958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b="0" i="0">
                <a:ea typeface="KaiTi" panose="02010609060101010101" pitchFamily="49" charset="-122"/>
              </a:defRPr>
            </a:lvl1pPr>
          </a:lstStyle>
          <a:p>
            <a:fld id="{D997B5FA-0921-464F-AAE1-844C04324D75}" type="datetimeFigureOut">
              <a:rPr lang="zh-CN" altLang="en-US" smtClean="0"/>
              <a:pPr/>
              <a:t>2023/04/18</a:t>
            </a:fld>
            <a:endParaRPr lang="zh-CN" alt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="0" i="0">
                <a:ea typeface="KaiTi" panose="02010609060101010101" pitchFamily="49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="0" i="0">
                <a:ea typeface="KaiTi" panose="02010609060101010101" pitchFamily="49" charset="-122"/>
              </a:defRPr>
            </a:lvl1pPr>
          </a:lstStyle>
          <a:p>
            <a:fld id="{565CE74E-AB26-4998-AD42-012C4C1AD076}" type="slidenum">
              <a:rPr lang="zh-CN" altLang="en-US" smtClean="0"/>
              <a:pPr/>
              <a:t>‹#›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91122005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 b="0" i="0">
                <a:ea typeface="KaiTi" panose="02010609060101010101" pitchFamily="49" charset="-122"/>
              </a:defRPr>
            </a:lvl1pPr>
            <a:lvl2pPr>
              <a:defRPr sz="2800" b="0" i="0">
                <a:ea typeface="KaiTi" panose="02010609060101010101" pitchFamily="49" charset="-122"/>
              </a:defRPr>
            </a:lvl2pPr>
            <a:lvl3pPr>
              <a:defRPr sz="2400" b="0" i="0">
                <a:ea typeface="KaiTi" panose="02010609060101010101" pitchFamily="49" charset="-122"/>
              </a:defRPr>
            </a:lvl3pPr>
            <a:lvl4pPr>
              <a:defRPr sz="2000" b="0" i="0">
                <a:ea typeface="KaiTi" panose="02010609060101010101" pitchFamily="49" charset="-122"/>
              </a:defRPr>
            </a:lvl4pPr>
            <a:lvl5pPr>
              <a:defRPr sz="2000" b="0" i="0">
                <a:ea typeface="KaiTi" panose="02010609060101010101" pitchFamily="49" charset="-122"/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二级</a:t>
            </a:r>
          </a:p>
          <a:p>
            <a:pPr lvl="2"/>
            <a:r>
              <a:rPr lang="zh-CN" altLang="en-US" dirty="0"/>
              <a:t>三级</a:t>
            </a:r>
          </a:p>
          <a:p>
            <a:pPr lvl="3"/>
            <a:r>
              <a:rPr lang="zh-CN" altLang="en-US" dirty="0"/>
              <a:t>四级</a:t>
            </a:r>
          </a:p>
          <a:p>
            <a:pPr lvl="4"/>
            <a:r>
              <a:rPr lang="zh-CN" altLang="en-US" dirty="0"/>
              <a:t>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 b="0" i="0">
                <a:ea typeface="KaiTi" panose="02010609060101010101" pitchFamily="49" charset="-122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b="0" i="0">
                <a:ea typeface="KaiTi" panose="02010609060101010101" pitchFamily="49" charset="-122"/>
              </a:defRPr>
            </a:lvl1pPr>
          </a:lstStyle>
          <a:p>
            <a:fld id="{D997B5FA-0921-464F-AAE1-844C04324D75}" type="datetimeFigureOut">
              <a:rPr lang="zh-CN" altLang="en-US" smtClean="0"/>
              <a:pPr/>
              <a:t>2023/04/18</a:t>
            </a:fld>
            <a:endParaRPr lang="zh-CN" alt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="0" i="0">
                <a:ea typeface="KaiTi" panose="02010609060101010101" pitchFamily="49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="0" i="0">
                <a:ea typeface="KaiTi" panose="02010609060101010101" pitchFamily="49" charset="-122"/>
              </a:defRPr>
            </a:lvl1pPr>
          </a:lstStyle>
          <a:p>
            <a:fld id="{565CE74E-AB26-4998-AD42-012C4C1AD076}" type="slidenum">
              <a:rPr lang="zh-CN" altLang="en-US" smtClean="0"/>
              <a:pPr/>
              <a:t>‹#›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22832924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 b="0" i="0">
                <a:ea typeface="KaiTi" panose="02010609060101010101" pitchFamily="49" charset="-122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 dirty="0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 b="0" i="0">
                <a:ea typeface="KaiTi" panose="02010609060101010101" pitchFamily="49" charset="-122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b="0" i="0">
                <a:ea typeface="KaiTi" panose="02010609060101010101" pitchFamily="49" charset="-122"/>
              </a:defRPr>
            </a:lvl1pPr>
          </a:lstStyle>
          <a:p>
            <a:fld id="{D997B5FA-0921-464F-AAE1-844C04324D75}" type="datetimeFigureOut">
              <a:rPr lang="zh-CN" altLang="en-US" smtClean="0"/>
              <a:pPr/>
              <a:t>2023/04/18</a:t>
            </a:fld>
            <a:endParaRPr lang="zh-CN" alt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="0" i="0">
                <a:ea typeface="KaiTi" panose="02010609060101010101" pitchFamily="49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="0" i="0">
                <a:ea typeface="KaiTi" panose="02010609060101010101" pitchFamily="49" charset="-122"/>
              </a:defRPr>
            </a:lvl1pPr>
          </a:lstStyle>
          <a:p>
            <a:fld id="{565CE74E-AB26-4998-AD42-012C4C1AD076}" type="slidenum">
              <a:rPr lang="zh-CN" altLang="en-US" smtClean="0"/>
              <a:pPr/>
              <a:t>‹#›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88456292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>
            <a:lvl1pPr>
              <a:defRPr b="0" i="0">
                <a:ea typeface="KaiTi" panose="02010609060101010101" pitchFamily="49" charset="-122"/>
              </a:defRPr>
            </a:lvl1pPr>
            <a:lvl2pPr>
              <a:defRPr b="0" i="0">
                <a:ea typeface="KaiTi" panose="02010609060101010101" pitchFamily="49" charset="-122"/>
              </a:defRPr>
            </a:lvl2pPr>
            <a:lvl3pPr>
              <a:defRPr b="0" i="0">
                <a:ea typeface="KaiTi" panose="02010609060101010101" pitchFamily="49" charset="-122"/>
              </a:defRPr>
            </a:lvl3pPr>
            <a:lvl4pPr>
              <a:defRPr b="0" i="0">
                <a:ea typeface="KaiTi" panose="02010609060101010101" pitchFamily="49" charset="-122"/>
              </a:defRPr>
            </a:lvl4pPr>
            <a:lvl5pPr>
              <a:defRPr b="0" i="0">
                <a:ea typeface="KaiTi" panose="02010609060101010101" pitchFamily="49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二级</a:t>
            </a:r>
          </a:p>
          <a:p>
            <a:pPr lvl="2"/>
            <a:r>
              <a:rPr lang="zh-CN" altLang="en-US" dirty="0"/>
              <a:t>三级</a:t>
            </a:r>
          </a:p>
          <a:p>
            <a:pPr lvl="3"/>
            <a:r>
              <a:rPr lang="zh-CN" altLang="en-US" dirty="0"/>
              <a:t>四级</a:t>
            </a:r>
          </a:p>
          <a:p>
            <a:pPr lvl="4"/>
            <a:r>
              <a:rPr lang="zh-CN" altLang="en-US" dirty="0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b="0" i="0">
                <a:ea typeface="KaiTi" panose="02010609060101010101" pitchFamily="49" charset="-122"/>
              </a:defRPr>
            </a:lvl1pPr>
          </a:lstStyle>
          <a:p>
            <a:fld id="{D997B5FA-0921-464F-AAE1-844C04324D75}" type="datetimeFigureOut">
              <a:rPr lang="zh-CN" altLang="en-US" smtClean="0"/>
              <a:pPr/>
              <a:t>2023/04/18</a:t>
            </a:fld>
            <a:endParaRPr lang="zh-CN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="0" i="0">
                <a:ea typeface="KaiTi" panose="02010609060101010101" pitchFamily="49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="0" i="0">
                <a:ea typeface="KaiTi" panose="02010609060101010101" pitchFamily="49" charset="-122"/>
              </a:defRPr>
            </a:lvl1pPr>
          </a:lstStyle>
          <a:p>
            <a:fld id="{565CE74E-AB26-4998-AD42-012C4C1AD076}" type="slidenum">
              <a:rPr lang="zh-CN" altLang="en-US" smtClean="0"/>
              <a:pPr/>
              <a:t>‹#›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67501132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>
            <a:lvl1pPr>
              <a:defRPr b="0" i="0">
                <a:ea typeface="KaiTi" panose="02010609060101010101" pitchFamily="49" charset="-122"/>
              </a:defRPr>
            </a:lvl1pPr>
            <a:lvl2pPr>
              <a:defRPr b="0" i="0">
                <a:ea typeface="KaiTi" panose="02010609060101010101" pitchFamily="49" charset="-122"/>
              </a:defRPr>
            </a:lvl2pPr>
            <a:lvl3pPr>
              <a:defRPr b="0" i="0">
                <a:ea typeface="KaiTi" panose="02010609060101010101" pitchFamily="49" charset="-122"/>
              </a:defRPr>
            </a:lvl3pPr>
            <a:lvl4pPr>
              <a:defRPr b="0" i="0">
                <a:ea typeface="KaiTi" panose="02010609060101010101" pitchFamily="49" charset="-122"/>
              </a:defRPr>
            </a:lvl4pPr>
            <a:lvl5pPr>
              <a:defRPr b="0" i="0">
                <a:ea typeface="KaiTi" panose="02010609060101010101" pitchFamily="49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二级</a:t>
            </a:r>
          </a:p>
          <a:p>
            <a:pPr lvl="2"/>
            <a:r>
              <a:rPr lang="zh-CN" altLang="en-US" dirty="0"/>
              <a:t>三级</a:t>
            </a:r>
          </a:p>
          <a:p>
            <a:pPr lvl="3"/>
            <a:r>
              <a:rPr lang="zh-CN" altLang="en-US" dirty="0"/>
              <a:t>四级</a:t>
            </a:r>
          </a:p>
          <a:p>
            <a:pPr lvl="4"/>
            <a:r>
              <a:rPr lang="zh-CN" altLang="en-US" dirty="0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b="0" i="0">
                <a:ea typeface="KaiTi" panose="02010609060101010101" pitchFamily="49" charset="-122"/>
              </a:defRPr>
            </a:lvl1pPr>
          </a:lstStyle>
          <a:p>
            <a:fld id="{D997B5FA-0921-464F-AAE1-844C04324D75}" type="datetimeFigureOut">
              <a:rPr lang="zh-CN" altLang="en-US" smtClean="0"/>
              <a:pPr/>
              <a:t>2023/04/18</a:t>
            </a:fld>
            <a:endParaRPr lang="zh-CN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="0" i="0">
                <a:ea typeface="KaiTi" panose="02010609060101010101" pitchFamily="49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="0" i="0">
                <a:ea typeface="KaiTi" panose="02010609060101010101" pitchFamily="49" charset="-122"/>
              </a:defRPr>
            </a:lvl1pPr>
          </a:lstStyle>
          <a:p>
            <a:fld id="{565CE74E-AB26-4998-AD42-012C4C1AD076}" type="slidenum">
              <a:rPr lang="zh-CN" altLang="en-US" smtClean="0"/>
              <a:pPr/>
              <a:t>‹#›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62316451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二级</a:t>
            </a:r>
          </a:p>
          <a:p>
            <a:pPr lvl="2"/>
            <a:r>
              <a:rPr lang="zh-CN" altLang="en-US" dirty="0"/>
              <a:t>三级</a:t>
            </a:r>
          </a:p>
          <a:p>
            <a:pPr lvl="3"/>
            <a:r>
              <a:rPr lang="zh-CN" altLang="en-US" dirty="0"/>
              <a:t>四级</a:t>
            </a:r>
          </a:p>
          <a:p>
            <a:pPr lvl="4"/>
            <a:r>
              <a:rPr lang="zh-CN" altLang="en-US" dirty="0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="0" i="0">
                <a:solidFill>
                  <a:schemeClr val="tx1">
                    <a:tint val="75000"/>
                  </a:schemeClr>
                </a:solidFill>
                <a:ea typeface="KaiTi" panose="02010609060101010101" pitchFamily="49" charset="-122"/>
              </a:defRPr>
            </a:lvl1pPr>
          </a:lstStyle>
          <a:p>
            <a:fld id="{D997B5FA-0921-464F-AAE1-844C04324D75}" type="datetimeFigureOut">
              <a:rPr lang="zh-CN" altLang="en-US" smtClean="0"/>
              <a:pPr/>
              <a:t>2023/04/18</a:t>
            </a:fld>
            <a:endParaRPr lang="zh-CN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b="0" i="0">
                <a:solidFill>
                  <a:schemeClr val="tx1">
                    <a:tint val="75000"/>
                  </a:schemeClr>
                </a:solidFill>
                <a:ea typeface="KaiTi" panose="02010609060101010101" pitchFamily="49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="0" i="0">
                <a:solidFill>
                  <a:schemeClr val="tx1">
                    <a:tint val="75000"/>
                  </a:schemeClr>
                </a:solidFill>
                <a:ea typeface="KaiTi" panose="02010609060101010101" pitchFamily="49" charset="-122"/>
              </a:defRPr>
            </a:lvl1pPr>
          </a:lstStyle>
          <a:p>
            <a:fld id="{565CE74E-AB26-4998-AD42-012C4C1AD076}" type="slidenum">
              <a:rPr lang="zh-CN" altLang="en-US" smtClean="0"/>
              <a:pPr/>
              <a:t>‹#›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432274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b="0" i="0" kern="1200">
          <a:solidFill>
            <a:schemeClr val="tx1"/>
          </a:solidFill>
          <a:latin typeface="+mn-lt"/>
          <a:ea typeface="KaiTi" panose="02010609060101010101" pitchFamily="49" charset="-122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b="0" i="0" kern="1200">
          <a:solidFill>
            <a:schemeClr val="tx1"/>
          </a:solidFill>
          <a:latin typeface="+mn-lt"/>
          <a:ea typeface="KaiTi" panose="02010609060101010101" pitchFamily="49" charset="-122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b="0" i="0" kern="1200">
          <a:solidFill>
            <a:schemeClr val="tx1"/>
          </a:solidFill>
          <a:latin typeface="+mn-lt"/>
          <a:ea typeface="KaiTi" panose="02010609060101010101" pitchFamily="49" charset="-122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b="0" i="0" kern="1200">
          <a:solidFill>
            <a:schemeClr val="tx1"/>
          </a:solidFill>
          <a:latin typeface="+mn-lt"/>
          <a:ea typeface="KaiTi" panose="02010609060101010101" pitchFamily="49" charset="-122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b="0" i="0" kern="1200">
          <a:solidFill>
            <a:schemeClr val="tx1"/>
          </a:solidFill>
          <a:latin typeface="+mn-lt"/>
          <a:ea typeface="KaiTi" panose="02010609060101010101" pitchFamily="49" charset="-122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10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emf"/><Relationship Id="rId13" Type="http://schemas.openxmlformats.org/officeDocument/2006/relationships/image" Target="../media/image7.png"/><Relationship Id="rId7" Type="http://schemas.openxmlformats.org/officeDocument/2006/relationships/oleObject" Target="../embeddings/oleObject2.bin"/><Relationship Id="rId12" Type="http://schemas.openxmlformats.org/officeDocument/2006/relationships/image" Target="../media/image6.png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10.png"/><Relationship Id="rId1" Type="http://schemas.openxmlformats.org/officeDocument/2006/relationships/vmlDrawing" Target="../drawings/vmlDrawing1.vml"/><Relationship Id="rId6" Type="http://schemas.openxmlformats.org/officeDocument/2006/relationships/image" Target="../media/image1.emf"/><Relationship Id="rId11" Type="http://schemas.openxmlformats.org/officeDocument/2006/relationships/image" Target="../media/image5.png"/><Relationship Id="rId5" Type="http://schemas.openxmlformats.org/officeDocument/2006/relationships/oleObject" Target="../embeddings/oleObject1.bin"/><Relationship Id="rId15" Type="http://schemas.openxmlformats.org/officeDocument/2006/relationships/image" Target="../media/image9.png"/><Relationship Id="rId10" Type="http://schemas.openxmlformats.org/officeDocument/2006/relationships/image" Target="../media/image4.png"/><Relationship Id="rId4" Type="http://schemas.openxmlformats.org/officeDocument/2006/relationships/image" Target="../media/image610.png"/><Relationship Id="rId9" Type="http://schemas.openxmlformats.org/officeDocument/2006/relationships/image" Target="../media/image3.png"/><Relationship Id="rId14" Type="http://schemas.openxmlformats.org/officeDocument/2006/relationships/image" Target="../media/image8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10.png"/><Relationship Id="rId2" Type="http://schemas.openxmlformats.org/officeDocument/2006/relationships/image" Target="../media/image610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" Target="slide4.xml"/><Relationship Id="rId2" Type="http://schemas.openxmlformats.org/officeDocument/2006/relationships/slide" Target="slide32.xml"/><Relationship Id="rId1" Type="http://schemas.openxmlformats.org/officeDocument/2006/relationships/slideLayout" Target="../slideLayouts/slideLayout7.xml"/><Relationship Id="rId4" Type="http://schemas.openxmlformats.org/officeDocument/2006/relationships/slide" Target="slide4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image" Target="../media/image110.png"/><Relationship Id="rId7" Type="http://schemas.openxmlformats.org/officeDocument/2006/relationships/image" Target="../media/image14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3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7" Type="http://schemas.openxmlformats.org/officeDocument/2006/relationships/image" Target="../media/image20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.png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3.png"/><Relationship Id="rId4" Type="http://schemas.openxmlformats.org/officeDocument/2006/relationships/image" Target="../media/image24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.png"/><Relationship Id="rId3" Type="http://schemas.openxmlformats.org/officeDocument/2006/relationships/image" Target="../media/image55.png"/><Relationship Id="rId7" Type="http://schemas.openxmlformats.org/officeDocument/2006/relationships/image" Target="../media/image59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9.png"/><Relationship Id="rId5" Type="http://schemas.openxmlformats.org/officeDocument/2006/relationships/image" Target="../media/image28.png"/><Relationship Id="rId4" Type="http://schemas.openxmlformats.org/officeDocument/2006/relationships/image" Target="../media/image27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9.png"/><Relationship Id="rId3" Type="http://schemas.openxmlformats.org/officeDocument/2006/relationships/image" Target="../media/image34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6.png"/><Relationship Id="rId4" Type="http://schemas.openxmlformats.org/officeDocument/2006/relationships/image" Target="../media/image35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44.png"/><Relationship Id="rId3" Type="http://schemas.openxmlformats.org/officeDocument/2006/relationships/image" Target="../media/image38.png"/><Relationship Id="rId7" Type="http://schemas.openxmlformats.org/officeDocument/2006/relationships/image" Target="../media/image43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2.png"/><Relationship Id="rId5" Type="http://schemas.openxmlformats.org/officeDocument/2006/relationships/image" Target="../media/image41.png"/><Relationship Id="rId4" Type="http://schemas.openxmlformats.org/officeDocument/2006/relationships/image" Target="../media/image40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45.png"/><Relationship Id="rId3" Type="http://schemas.openxmlformats.org/officeDocument/2006/relationships/image" Target="../media/image400.png"/><Relationship Id="rId7" Type="http://schemas.openxmlformats.org/officeDocument/2006/relationships/image" Target="../media/image440.png"/><Relationship Id="rId2" Type="http://schemas.openxmlformats.org/officeDocument/2006/relationships/image" Target="../media/image39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30.png"/><Relationship Id="rId5" Type="http://schemas.openxmlformats.org/officeDocument/2006/relationships/image" Target="../media/image420.png"/><Relationship Id="rId4" Type="http://schemas.openxmlformats.org/officeDocument/2006/relationships/image" Target="../media/image410.png"/></Relationships>
</file>

<file path=ppt/slides/_rels/slide16.xml.rels><?xml version="1.0" encoding="UTF-8" standalone="yes"?>
<Relationships xmlns="http://schemas.openxmlformats.org/package/2006/relationships"><Relationship Id="rId12" Type="http://schemas.openxmlformats.org/officeDocument/2006/relationships/image" Target="../media/image47.png"/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2.xml"/><Relationship Id="rId11" Type="http://schemas.openxmlformats.org/officeDocument/2006/relationships/image" Target="../media/image49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4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png"/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0.png"/><Relationship Id="rId2" Type="http://schemas.openxmlformats.org/officeDocument/2006/relationships/image" Target="../media/image470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2.png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8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image" Target="../media/image72.png"/><Relationship Id="rId13" Type="http://schemas.openxmlformats.org/officeDocument/2006/relationships/image" Target="../media/image77.png"/><Relationship Id="rId18" Type="http://schemas.openxmlformats.org/officeDocument/2006/relationships/image" Target="../media/image82.png"/><Relationship Id="rId3" Type="http://schemas.openxmlformats.org/officeDocument/2006/relationships/image" Target="../media/image66.png"/><Relationship Id="rId21" Type="http://schemas.openxmlformats.org/officeDocument/2006/relationships/image" Target="../media/image85.png"/><Relationship Id="rId7" Type="http://schemas.openxmlformats.org/officeDocument/2006/relationships/image" Target="../media/image71.png"/><Relationship Id="rId12" Type="http://schemas.openxmlformats.org/officeDocument/2006/relationships/image" Target="../media/image76.png"/><Relationship Id="rId17" Type="http://schemas.openxmlformats.org/officeDocument/2006/relationships/image" Target="../media/image81.png"/><Relationship Id="rId2" Type="http://schemas.openxmlformats.org/officeDocument/2006/relationships/notesSlide" Target="../notesSlides/notesSlide1.xml"/><Relationship Id="rId16" Type="http://schemas.openxmlformats.org/officeDocument/2006/relationships/image" Target="../media/image80.png"/><Relationship Id="rId20" Type="http://schemas.openxmlformats.org/officeDocument/2006/relationships/image" Target="../media/image8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0.png"/><Relationship Id="rId11" Type="http://schemas.openxmlformats.org/officeDocument/2006/relationships/image" Target="../media/image75.png"/><Relationship Id="rId5" Type="http://schemas.openxmlformats.org/officeDocument/2006/relationships/image" Target="../media/image69.png"/><Relationship Id="rId15" Type="http://schemas.openxmlformats.org/officeDocument/2006/relationships/image" Target="../media/image79.png"/><Relationship Id="rId23" Type="http://schemas.openxmlformats.org/officeDocument/2006/relationships/image" Target="../media/image87.png"/><Relationship Id="rId10" Type="http://schemas.openxmlformats.org/officeDocument/2006/relationships/image" Target="../media/image74.png"/><Relationship Id="rId19" Type="http://schemas.openxmlformats.org/officeDocument/2006/relationships/image" Target="../media/image83.png"/><Relationship Id="rId4" Type="http://schemas.openxmlformats.org/officeDocument/2006/relationships/image" Target="../media/image67.png"/><Relationship Id="rId9" Type="http://schemas.openxmlformats.org/officeDocument/2006/relationships/image" Target="../media/image73.png"/><Relationship Id="rId14" Type="http://schemas.openxmlformats.org/officeDocument/2006/relationships/image" Target="../media/image78.png"/><Relationship Id="rId22" Type="http://schemas.openxmlformats.org/officeDocument/2006/relationships/image" Target="../media/image86.png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image" Target="../media/image63.png"/><Relationship Id="rId3" Type="http://schemas.openxmlformats.org/officeDocument/2006/relationships/image" Target="../media/image570.png"/><Relationship Id="rId7" Type="http://schemas.openxmlformats.org/officeDocument/2006/relationships/image" Target="../media/image6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1.png"/><Relationship Id="rId5" Type="http://schemas.openxmlformats.org/officeDocument/2006/relationships/image" Target="../media/image60.png"/><Relationship Id="rId4" Type="http://schemas.openxmlformats.org/officeDocument/2006/relationships/image" Target="../media/image58.png"/><Relationship Id="rId9" Type="http://schemas.openxmlformats.org/officeDocument/2006/relationships/image" Target="../media/image65.png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image" Target="../media/image65.png"/><Relationship Id="rId3" Type="http://schemas.openxmlformats.org/officeDocument/2006/relationships/image" Target="../media/image58.png"/><Relationship Id="rId7" Type="http://schemas.openxmlformats.org/officeDocument/2006/relationships/image" Target="../media/image63.png"/><Relationship Id="rId2" Type="http://schemas.openxmlformats.org/officeDocument/2006/relationships/image" Target="../media/image57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2.png"/><Relationship Id="rId5" Type="http://schemas.openxmlformats.org/officeDocument/2006/relationships/image" Target="../media/image690.png"/><Relationship Id="rId4" Type="http://schemas.openxmlformats.org/officeDocument/2006/relationships/image" Target="../media/image660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10.png"/><Relationship Id="rId2" Type="http://schemas.openxmlformats.org/officeDocument/2006/relationships/image" Target="../media/image700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65.png"/><Relationship Id="rId4" Type="http://schemas.openxmlformats.org/officeDocument/2006/relationships/image" Target="../media/image720.png"/></Relationships>
</file>

<file path=ppt/slides/_rels/slide28.xml.rels><?xml version="1.0" encoding="UTF-8" standalone="yes"?>
<Relationships xmlns="http://schemas.openxmlformats.org/package/2006/relationships"><Relationship Id="rId8" Type="http://schemas.openxmlformats.org/officeDocument/2006/relationships/image" Target="../media/image91.png"/><Relationship Id="rId13" Type="http://schemas.openxmlformats.org/officeDocument/2006/relationships/image" Target="../media/image97.png"/><Relationship Id="rId18" Type="http://schemas.openxmlformats.org/officeDocument/2006/relationships/image" Target="../media/image102.png"/><Relationship Id="rId3" Type="http://schemas.openxmlformats.org/officeDocument/2006/relationships/image" Target="../media/image63.png"/><Relationship Id="rId21" Type="http://schemas.openxmlformats.org/officeDocument/2006/relationships/image" Target="../media/image106.png"/><Relationship Id="rId7" Type="http://schemas.openxmlformats.org/officeDocument/2006/relationships/image" Target="../media/image90.png"/><Relationship Id="rId12" Type="http://schemas.openxmlformats.org/officeDocument/2006/relationships/image" Target="../media/image96.png"/><Relationship Id="rId17" Type="http://schemas.openxmlformats.org/officeDocument/2006/relationships/image" Target="../media/image101.png"/><Relationship Id="rId2" Type="http://schemas.openxmlformats.org/officeDocument/2006/relationships/image" Target="../media/image62.png"/><Relationship Id="rId16" Type="http://schemas.openxmlformats.org/officeDocument/2006/relationships/image" Target="../media/image100.png"/><Relationship Id="rId20" Type="http://schemas.openxmlformats.org/officeDocument/2006/relationships/image" Target="../media/image10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9.png"/><Relationship Id="rId11" Type="http://schemas.openxmlformats.org/officeDocument/2006/relationships/image" Target="../media/image95.png"/><Relationship Id="rId5" Type="http://schemas.openxmlformats.org/officeDocument/2006/relationships/image" Target="../media/image65.png"/><Relationship Id="rId15" Type="http://schemas.openxmlformats.org/officeDocument/2006/relationships/image" Target="../media/image99.png"/><Relationship Id="rId23" Type="http://schemas.openxmlformats.org/officeDocument/2006/relationships/image" Target="../media/image108.png"/><Relationship Id="rId10" Type="http://schemas.openxmlformats.org/officeDocument/2006/relationships/image" Target="../media/image94.png"/><Relationship Id="rId19" Type="http://schemas.openxmlformats.org/officeDocument/2006/relationships/image" Target="../media/image103.png"/><Relationship Id="rId4" Type="http://schemas.openxmlformats.org/officeDocument/2006/relationships/image" Target="../media/image88.png"/><Relationship Id="rId9" Type="http://schemas.openxmlformats.org/officeDocument/2006/relationships/image" Target="../media/image93.png"/><Relationship Id="rId14" Type="http://schemas.openxmlformats.org/officeDocument/2006/relationships/image" Target="../media/image98.png"/><Relationship Id="rId22" Type="http://schemas.openxmlformats.org/officeDocument/2006/relationships/image" Target="../media/image107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40.png"/><Relationship Id="rId2" Type="http://schemas.openxmlformats.org/officeDocument/2006/relationships/image" Target="../media/image560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10.png"/><Relationship Id="rId4" Type="http://schemas.openxmlformats.org/officeDocument/2006/relationships/image" Target="../media/image300.png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0.png"/><Relationship Id="rId2" Type="http://schemas.openxmlformats.org/officeDocument/2006/relationships/image" Target="../media/image10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1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0.png"/><Relationship Id="rId2" Type="http://schemas.openxmlformats.org/officeDocument/2006/relationships/image" Target="../media/image11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3.png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00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20.png"/><Relationship Id="rId2" Type="http://schemas.openxmlformats.org/officeDocument/2006/relationships/image" Target="../media/image11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16.png"/><Relationship Id="rId4" Type="http://schemas.openxmlformats.org/officeDocument/2006/relationships/image" Target="../media/image830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8.png"/><Relationship Id="rId2" Type="http://schemas.openxmlformats.org/officeDocument/2006/relationships/image" Target="../media/image11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9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20.png"/><Relationship Id="rId2" Type="http://schemas.openxmlformats.org/officeDocument/2006/relationships/image" Target="../media/image12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21.png"/><Relationship Id="rId4" Type="http://schemas.openxmlformats.org/officeDocument/2006/relationships/image" Target="../media/image119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0.png"/><Relationship Id="rId2" Type="http://schemas.openxmlformats.org/officeDocument/2006/relationships/image" Target="../media/image12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60.pn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0.png"/><Relationship Id="rId2" Type="http://schemas.openxmlformats.org/officeDocument/2006/relationships/image" Target="../media/image122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0.png"/><Relationship Id="rId2" Type="http://schemas.openxmlformats.org/officeDocument/2006/relationships/image" Target="../media/image870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3.png"/><Relationship Id="rId2" Type="http://schemas.openxmlformats.org/officeDocument/2006/relationships/image" Target="../media/image122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25.png"/><Relationship Id="rId4" Type="http://schemas.openxmlformats.org/officeDocument/2006/relationships/image" Target="../media/image124.png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30.png"/><Relationship Id="rId2" Type="http://schemas.openxmlformats.org/officeDocument/2006/relationships/image" Target="../media/image890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6.png"/><Relationship Id="rId2" Type="http://schemas.openxmlformats.org/officeDocument/2006/relationships/image" Target="../media/image900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9.emf"/><Relationship Id="rId18" Type="http://schemas.openxmlformats.org/officeDocument/2006/relationships/image" Target="../media/image130.emf"/><Relationship Id="rId26" Type="http://schemas.openxmlformats.org/officeDocument/2006/relationships/image" Target="../media/image135.png"/><Relationship Id="rId3" Type="http://schemas.openxmlformats.org/officeDocument/2006/relationships/oleObject" Target="../embeddings/oleObject3.bin"/><Relationship Id="rId21" Type="http://schemas.openxmlformats.org/officeDocument/2006/relationships/image" Target="../media/image1330.png"/><Relationship Id="rId7" Type="http://schemas.openxmlformats.org/officeDocument/2006/relationships/oleObject" Target="../embeddings/oleObject5.bin"/><Relationship Id="rId17" Type="http://schemas.openxmlformats.org/officeDocument/2006/relationships/oleObject" Target="../embeddings/oleObject6.bin"/><Relationship Id="rId25" Type="http://schemas.openxmlformats.org/officeDocument/2006/relationships/image" Target="../media/image131.emf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900.png"/><Relationship Id="rId20" Type="http://schemas.openxmlformats.org/officeDocument/2006/relationships/image" Target="../media/image130.emf"/><Relationship Id="rId29" Type="http://schemas.openxmlformats.org/officeDocument/2006/relationships/oleObject" Target="../embeddings/oleObject8.bin"/><Relationship Id="rId1" Type="http://schemas.openxmlformats.org/officeDocument/2006/relationships/vmlDrawing" Target="../drawings/vmlDrawing2.vml"/><Relationship Id="rId6" Type="http://schemas.openxmlformats.org/officeDocument/2006/relationships/image" Target="../media/image128.emf"/><Relationship Id="rId24" Type="http://schemas.openxmlformats.org/officeDocument/2006/relationships/oleObject" Target="../embeddings/oleObject7.bin"/><Relationship Id="rId5" Type="http://schemas.openxmlformats.org/officeDocument/2006/relationships/oleObject" Target="../embeddings/oleObject4.bin"/><Relationship Id="rId23" Type="http://schemas.openxmlformats.org/officeDocument/2006/relationships/image" Target="../media/image131.emf"/><Relationship Id="rId10" Type="http://schemas.openxmlformats.org/officeDocument/2006/relationships/image" Target="../media/image134.png"/><Relationship Id="rId19" Type="http://schemas.openxmlformats.org/officeDocument/2006/relationships/oleObject" Target="../embeddings/oleObject6.bin"/><Relationship Id="rId31" Type="http://schemas.openxmlformats.org/officeDocument/2006/relationships/image" Target="../media/image137.png"/><Relationship Id="rId4" Type="http://schemas.openxmlformats.org/officeDocument/2006/relationships/image" Target="../media/image127.emf"/><Relationship Id="rId9" Type="http://schemas.openxmlformats.org/officeDocument/2006/relationships/image" Target="../media/image133.png"/><Relationship Id="rId22" Type="http://schemas.openxmlformats.org/officeDocument/2006/relationships/oleObject" Target="../embeddings/oleObject7.bin"/><Relationship Id="rId27" Type="http://schemas.openxmlformats.org/officeDocument/2006/relationships/oleObject" Target="../embeddings/oleObject8.bin"/><Relationship Id="rId30" Type="http://schemas.openxmlformats.org/officeDocument/2006/relationships/image" Target="../media/image132.emf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00.png"/><Relationship Id="rId1" Type="http://schemas.openxmlformats.org/officeDocument/2006/relationships/slideLayout" Target="../slideLayouts/slideLayout7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8.pn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9.png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30.png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8.emf"/><Relationship Id="rId3" Type="http://schemas.openxmlformats.org/officeDocument/2006/relationships/oleObject" Target="../embeddings/oleObject9.bin"/><Relationship Id="rId7" Type="http://schemas.openxmlformats.org/officeDocument/2006/relationships/oleObject" Target="../embeddings/oleObject11.bin"/><Relationship Id="rId12" Type="http://schemas.openxmlformats.org/officeDocument/2006/relationships/image" Target="../media/image140.e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3.vml"/><Relationship Id="rId6" Type="http://schemas.openxmlformats.org/officeDocument/2006/relationships/image" Target="../media/image137.emf"/><Relationship Id="rId11" Type="http://schemas.openxmlformats.org/officeDocument/2006/relationships/oleObject" Target="../embeddings/oleObject13.bin"/><Relationship Id="rId5" Type="http://schemas.openxmlformats.org/officeDocument/2006/relationships/oleObject" Target="../embeddings/oleObject10.bin"/><Relationship Id="rId10" Type="http://schemas.openxmlformats.org/officeDocument/2006/relationships/image" Target="../media/image139.emf"/><Relationship Id="rId4" Type="http://schemas.openxmlformats.org/officeDocument/2006/relationships/image" Target="../media/image136.emf"/><Relationship Id="rId9" Type="http://schemas.openxmlformats.org/officeDocument/2006/relationships/oleObject" Target="../embeddings/oleObject12.bin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1.png"/><Relationship Id="rId1" Type="http://schemas.openxmlformats.org/officeDocument/2006/relationships/slideLayout" Target="../slideLayouts/slideLayout7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3.png"/><Relationship Id="rId2" Type="http://schemas.openxmlformats.org/officeDocument/2006/relationships/image" Target="../media/image14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6.png"/><Relationship Id="rId5" Type="http://schemas.openxmlformats.org/officeDocument/2006/relationships/image" Target="../media/image145.png"/><Relationship Id="rId4" Type="http://schemas.openxmlformats.org/officeDocument/2006/relationships/image" Target="../media/image144.png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8.png"/><Relationship Id="rId2" Type="http://schemas.openxmlformats.org/officeDocument/2006/relationships/image" Target="../media/image147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50.png"/><Relationship Id="rId4" Type="http://schemas.openxmlformats.org/officeDocument/2006/relationships/image" Target="../media/image149.png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2.png"/><Relationship Id="rId2" Type="http://schemas.openxmlformats.org/officeDocument/2006/relationships/image" Target="../media/image151.png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0.png"/><Relationship Id="rId2" Type="http://schemas.openxmlformats.org/officeDocument/2006/relationships/image" Target="../media/image153.png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60.png"/><Relationship Id="rId2" Type="http://schemas.openxmlformats.org/officeDocument/2006/relationships/image" Target="../media/image15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55.png"/><Relationship Id="rId4" Type="http://schemas.openxmlformats.org/officeDocument/2006/relationships/image" Target="../media/image154.png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1.png"/><Relationship Id="rId2" Type="http://schemas.openxmlformats.org/officeDocument/2006/relationships/image" Target="../media/image156.jpeg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7.png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40.png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20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标题 1">
                <a:extLst>
                  <a:ext uri="{FF2B5EF4-FFF2-40B4-BE49-F238E27FC236}">
                    <a16:creationId xmlns:a16="http://schemas.microsoft.com/office/drawing/2014/main" id="{313EA24E-E079-FDFF-1E27-0CDFE19A50AC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>
              <a:xfrm>
                <a:off x="-421136" y="2066028"/>
                <a:ext cx="8769993" cy="1325563"/>
              </a:xfrm>
            </p:spPr>
            <p:txBody>
              <a:bodyPr>
                <a:noAutofit/>
              </a:bodyPr>
              <a:lstStyle/>
              <a:p>
                <a:pPr algn="ctr">
                  <a:lnSpc>
                    <a:spcPct val="150000"/>
                  </a:lnSpc>
                </a:pPr>
                <a:r>
                  <a:rPr kumimoji="1" lang="en-US" altLang="zh-CN" sz="2600" b="0" dirty="0">
                    <a:latin typeface="Times New Roman" panose="02020603050405020304" pitchFamily="18" charset="0"/>
                    <a:ea typeface="KaiTi" panose="02010609060101010101" pitchFamily="49" charset="-122"/>
                    <a:cs typeface="Times New Roman" panose="02020603050405020304" pitchFamily="18" charset="0"/>
                  </a:rPr>
                  <a:t/>
                </a:r>
                <a:br>
                  <a:rPr kumimoji="1" lang="en-US" altLang="zh-CN" sz="2600" b="0" dirty="0">
                    <a:latin typeface="Times New Roman" panose="02020603050405020304" pitchFamily="18" charset="0"/>
                    <a:ea typeface="KaiTi" panose="02010609060101010101" pitchFamily="49" charset="-122"/>
                    <a:cs typeface="Times New Roman" panose="02020603050405020304" pitchFamily="18" charset="0"/>
                  </a:rPr>
                </a:br>
                <a:r>
                  <a:rPr kumimoji="1" lang="en-US" altLang="zh-CN" sz="2600" b="0" dirty="0">
                    <a:latin typeface="Times New Roman" panose="02020603050405020304" pitchFamily="18" charset="0"/>
                    <a:ea typeface="KaiTi" panose="02010609060101010101" pitchFamily="49" charset="-122"/>
                    <a:cs typeface="Times New Roman" panose="02020603050405020304" pitchFamily="18" charset="0"/>
                  </a:rPr>
                  <a:t/>
                </a:r>
                <a:br>
                  <a:rPr kumimoji="1" lang="en-US" altLang="zh-CN" sz="2600" b="0" dirty="0">
                    <a:latin typeface="Times New Roman" panose="02020603050405020304" pitchFamily="18" charset="0"/>
                    <a:ea typeface="KaiTi" panose="02010609060101010101" pitchFamily="49" charset="-122"/>
                    <a:cs typeface="Times New Roman" panose="02020603050405020304" pitchFamily="18" charset="0"/>
                  </a:rPr>
                </a:b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kumimoji="1" lang="en-US" altLang="zh-CN" sz="2600" i="1" dirty="0">
                          <a:latin typeface="Cambria Math" panose="02040503050406030204" pitchFamily="18" charset="0"/>
                          <a:ea typeface="KaiTi" panose="02010609060101010101" pitchFamily="49" charset="-122"/>
                          <a:cs typeface="Times New Roman" panose="02020603050405020304" pitchFamily="18" charset="0"/>
                        </a:rPr>
                        <m:t>𝐸</m:t>
                      </m:r>
                      <m:r>
                        <a:rPr kumimoji="1" lang="en-US" altLang="zh-CN" sz="2600" b="0" i="1" dirty="0" smtClean="0">
                          <a:latin typeface="Cambria Math" panose="02040503050406030204" pitchFamily="18" charset="0"/>
                          <a:ea typeface="KaiTi" panose="02010609060101010101" pitchFamily="49" charset="-122"/>
                          <a:cs typeface="Times New Roman" panose="02020603050405020304" pitchFamily="18" charset="0"/>
                        </a:rPr>
                        <m:t>(</m:t>
                      </m:r>
                      <m:r>
                        <a:rPr kumimoji="1" lang="en-US" altLang="zh-CN" sz="2600" i="1" dirty="0">
                          <a:latin typeface="Cambria Math" panose="02040503050406030204" pitchFamily="18" charset="0"/>
                          <a:ea typeface="KaiTi" panose="02010609060101010101" pitchFamily="49" charset="-122"/>
                          <a:cs typeface="Times New Roman" panose="02020603050405020304" pitchFamily="18" charset="0"/>
                        </a:rPr>
                        <m:t>𝑋</m:t>
                      </m:r>
                      <m:r>
                        <a:rPr kumimoji="1" lang="en-US" altLang="zh-CN" sz="2600" b="0" i="1" dirty="0" smtClean="0">
                          <a:latin typeface="Cambria Math" panose="02040503050406030204" pitchFamily="18" charset="0"/>
                          <a:ea typeface="KaiTi" panose="02010609060101010101" pitchFamily="49" charset="-122"/>
                          <a:cs typeface="Times New Roman" panose="02020603050405020304" pitchFamily="18" charset="0"/>
                        </a:rPr>
                        <m:t>)</m:t>
                      </m:r>
                      <m:r>
                        <a:rPr kumimoji="1" lang="zh-CN" altLang="en-US" sz="2600" i="1" dirty="0">
                          <a:latin typeface="Cambria Math" panose="02040503050406030204" pitchFamily="18" charset="0"/>
                          <a:ea typeface="KaiTi" panose="02010609060101010101" pitchFamily="49" charset="-122"/>
                          <a:cs typeface="Times New Roman" panose="02020603050405020304" pitchFamily="18" charset="0"/>
                        </a:rPr>
                        <m:t>，</m:t>
                      </m:r>
                      <m:r>
                        <a:rPr kumimoji="1" lang="en-US" altLang="zh-CN" sz="2600" i="1" dirty="0">
                          <a:latin typeface="Cambria Math" panose="02040503050406030204" pitchFamily="18" charset="0"/>
                          <a:ea typeface="KaiTi" panose="02010609060101010101" pitchFamily="49" charset="-122"/>
                          <a:cs typeface="Times New Roman" panose="02020603050405020304" pitchFamily="18" charset="0"/>
                        </a:rPr>
                        <m:t>𝐷</m:t>
                      </m:r>
                      <m:r>
                        <a:rPr kumimoji="1" lang="en-US" altLang="zh-CN" sz="2600" b="0" i="1" dirty="0" smtClean="0">
                          <a:latin typeface="Cambria Math" panose="02040503050406030204" pitchFamily="18" charset="0"/>
                          <a:ea typeface="KaiTi" panose="02010609060101010101" pitchFamily="49" charset="-122"/>
                          <a:cs typeface="Times New Roman" panose="02020603050405020304" pitchFamily="18" charset="0"/>
                        </a:rPr>
                        <m:t>(</m:t>
                      </m:r>
                      <m:r>
                        <a:rPr kumimoji="1" lang="en-US" altLang="zh-CN" sz="2600" i="1" dirty="0">
                          <a:latin typeface="Cambria Math" panose="02040503050406030204" pitchFamily="18" charset="0"/>
                          <a:ea typeface="KaiTi" panose="02010609060101010101" pitchFamily="49" charset="-122"/>
                          <a:cs typeface="Times New Roman" panose="02020603050405020304" pitchFamily="18" charset="0"/>
                        </a:rPr>
                        <m:t>𝑋</m:t>
                      </m:r>
                      <m:r>
                        <a:rPr kumimoji="1" lang="en-US" altLang="zh-CN" sz="2600" b="0" i="1" dirty="0" smtClean="0">
                          <a:latin typeface="Cambria Math" panose="02040503050406030204" pitchFamily="18" charset="0"/>
                          <a:ea typeface="KaiTi" panose="02010609060101010101" pitchFamily="49" charset="-122"/>
                          <a:cs typeface="Times New Roman" panose="02020603050405020304" pitchFamily="18" charset="0"/>
                        </a:rPr>
                        <m:t>)</m:t>
                      </m:r>
                      <m:r>
                        <a:rPr kumimoji="1" lang="zh-CN" altLang="en-US" sz="2600" b="0" i="1" dirty="0" smtClean="0">
                          <a:latin typeface="Cambria Math" panose="02040503050406030204" pitchFamily="18" charset="0"/>
                          <a:ea typeface="KaiTi" panose="02010609060101010101" pitchFamily="49" charset="-122"/>
                          <a:cs typeface="Times New Roman" panose="02020603050405020304" pitchFamily="18" charset="0"/>
                        </a:rPr>
                        <m:t>                     </m:t>
                      </m:r>
                      <m:r>
                        <a:rPr kumimoji="1" lang="zh-CN" altLang="en-US" sz="2600" b="0" i="1" dirty="0" smtClean="0">
                          <a:latin typeface="Cambria Math" panose="02040503050406030204" pitchFamily="18" charset="0"/>
                          <a:ea typeface="KaiTi" panose="02010609060101010101" pitchFamily="49" charset="-122"/>
                          <a:cs typeface="Times New Roman" panose="02020603050405020304" pitchFamily="18" charset="0"/>
                        </a:rPr>
                        <m:t>；</m:t>
                      </m:r>
                      <m:r>
                        <a:rPr kumimoji="1" lang="zh-CN" altLang="en-US" sz="2600" b="0" i="1" dirty="0" smtClean="0">
                          <a:latin typeface="Cambria Math" panose="02040503050406030204" pitchFamily="18" charset="0"/>
                          <a:ea typeface="KaiTi" panose="02010609060101010101" pitchFamily="49" charset="-122"/>
                          <a:cs typeface="Times New Roman" panose="02020603050405020304" pitchFamily="18" charset="0"/>
                        </a:rPr>
                        <m:t>                  </m:t>
                      </m:r>
                      <m:r>
                        <a:rPr kumimoji="1" lang="en-US" altLang="zh-CN" sz="2600" i="1" dirty="0">
                          <a:latin typeface="Cambria Math" panose="02040503050406030204" pitchFamily="18" charset="0"/>
                          <a:ea typeface="KaiTi" panose="02010609060101010101" pitchFamily="49" charset="-122"/>
                          <a:cs typeface="Times New Roman" panose="02020603050405020304" pitchFamily="18" charset="0"/>
                        </a:rPr>
                        <m:t>𝐸</m:t>
                      </m:r>
                      <m:r>
                        <a:rPr kumimoji="1" lang="en-US" altLang="zh-CN" sz="2600" b="0" i="1" dirty="0" smtClean="0">
                          <a:latin typeface="Cambria Math" panose="02040503050406030204" pitchFamily="18" charset="0"/>
                          <a:ea typeface="KaiTi" panose="02010609060101010101" pitchFamily="49" charset="-122"/>
                          <a:cs typeface="Times New Roman" panose="02020603050405020304" pitchFamily="18" charset="0"/>
                        </a:rPr>
                        <m:t>(</m:t>
                      </m:r>
                      <m:r>
                        <a:rPr kumimoji="1" lang="en-US" altLang="zh-CN" sz="2600" i="1" dirty="0">
                          <a:latin typeface="Cambria Math" panose="02040503050406030204" pitchFamily="18" charset="0"/>
                          <a:ea typeface="KaiTi" panose="02010609060101010101" pitchFamily="49" charset="-122"/>
                          <a:cs typeface="Times New Roman" panose="02020603050405020304" pitchFamily="18" charset="0"/>
                        </a:rPr>
                        <m:t>𝑌</m:t>
                      </m:r>
                      <m:r>
                        <a:rPr kumimoji="1" lang="en-US" altLang="zh-CN" sz="2600" b="0" i="1" dirty="0" smtClean="0">
                          <a:latin typeface="Cambria Math" panose="02040503050406030204" pitchFamily="18" charset="0"/>
                          <a:ea typeface="KaiTi" panose="02010609060101010101" pitchFamily="49" charset="-122"/>
                          <a:cs typeface="Times New Roman" panose="02020603050405020304" pitchFamily="18" charset="0"/>
                        </a:rPr>
                        <m:t>)</m:t>
                      </m:r>
                      <m:r>
                        <a:rPr kumimoji="1" lang="zh-CN" altLang="en-US" sz="2600" i="1" dirty="0">
                          <a:latin typeface="Cambria Math" panose="02040503050406030204" pitchFamily="18" charset="0"/>
                          <a:ea typeface="KaiTi" panose="02010609060101010101" pitchFamily="49" charset="-122"/>
                          <a:cs typeface="Times New Roman" panose="02020603050405020304" pitchFamily="18" charset="0"/>
                        </a:rPr>
                        <m:t>，</m:t>
                      </m:r>
                      <m:r>
                        <a:rPr kumimoji="1" lang="en-US" altLang="zh-CN" sz="2600" i="1" dirty="0">
                          <a:latin typeface="Cambria Math" panose="02040503050406030204" pitchFamily="18" charset="0"/>
                          <a:ea typeface="KaiTi" panose="02010609060101010101" pitchFamily="49" charset="-122"/>
                          <a:cs typeface="Times New Roman" panose="02020603050405020304" pitchFamily="18" charset="0"/>
                        </a:rPr>
                        <m:t>𝐷</m:t>
                      </m:r>
                      <m:r>
                        <a:rPr kumimoji="1" lang="en-US" altLang="zh-CN" sz="2600" b="0" i="1" dirty="0" smtClean="0">
                          <a:latin typeface="Cambria Math" panose="02040503050406030204" pitchFamily="18" charset="0"/>
                          <a:ea typeface="KaiTi" panose="02010609060101010101" pitchFamily="49" charset="-122"/>
                          <a:cs typeface="Times New Roman" panose="02020603050405020304" pitchFamily="18" charset="0"/>
                        </a:rPr>
                        <m:t>(</m:t>
                      </m:r>
                      <m:r>
                        <a:rPr kumimoji="1" lang="en-US" altLang="zh-CN" sz="2600" i="1" dirty="0">
                          <a:latin typeface="Cambria Math" panose="02040503050406030204" pitchFamily="18" charset="0"/>
                          <a:ea typeface="KaiTi" panose="02010609060101010101" pitchFamily="49" charset="-122"/>
                          <a:cs typeface="Times New Roman" panose="02020603050405020304" pitchFamily="18" charset="0"/>
                        </a:rPr>
                        <m:t>𝑌</m:t>
                      </m:r>
                      <m:r>
                        <a:rPr kumimoji="1" lang="en-US" altLang="zh-CN" sz="2600" b="0" i="1" dirty="0" smtClean="0">
                          <a:latin typeface="Cambria Math" panose="02040503050406030204" pitchFamily="18" charset="0"/>
                          <a:ea typeface="KaiTi" panose="02010609060101010101" pitchFamily="49" charset="-122"/>
                          <a:cs typeface="Times New Roman" panose="02020603050405020304" pitchFamily="18" charset="0"/>
                        </a:rPr>
                        <m:t>)</m:t>
                      </m:r>
                    </m:oMath>
                  </m:oMathPara>
                </a14:m>
                <a:r>
                  <a:rPr kumimoji="1" lang="en-US" altLang="zh-CN" sz="2600" dirty="0">
                    <a:latin typeface="Times New Roman" panose="02020603050405020304" pitchFamily="18" charset="0"/>
                    <a:ea typeface="KaiTi" panose="02010609060101010101" pitchFamily="49" charset="-122"/>
                    <a:cs typeface="Times New Roman" panose="02020603050405020304" pitchFamily="18" charset="0"/>
                  </a:rPr>
                  <a:t/>
                </a:r>
                <a:br>
                  <a:rPr kumimoji="1" lang="en-US" altLang="zh-CN" sz="2600" dirty="0">
                    <a:latin typeface="Times New Roman" panose="02020603050405020304" pitchFamily="18" charset="0"/>
                    <a:ea typeface="KaiTi" panose="02010609060101010101" pitchFamily="49" charset="-122"/>
                    <a:cs typeface="Times New Roman" panose="02020603050405020304" pitchFamily="18" charset="0"/>
                  </a:rPr>
                </a:br>
                <a:r>
                  <a:rPr kumimoji="1" lang="en-US" altLang="zh-CN" sz="2600" dirty="0">
                    <a:latin typeface="Times New Roman" panose="02020603050405020304" pitchFamily="18" charset="0"/>
                    <a:ea typeface="KaiTi" panose="02010609060101010101" pitchFamily="49" charset="-122"/>
                    <a:cs typeface="Times New Roman" panose="02020603050405020304" pitchFamily="18" charset="0"/>
                  </a:rPr>
                  <a:t/>
                </a:r>
                <a:br>
                  <a:rPr kumimoji="1" lang="en-US" altLang="zh-CN" sz="2600" dirty="0">
                    <a:latin typeface="Times New Roman" panose="02020603050405020304" pitchFamily="18" charset="0"/>
                    <a:ea typeface="KaiTi" panose="02010609060101010101" pitchFamily="49" charset="-122"/>
                    <a:cs typeface="Times New Roman" panose="02020603050405020304" pitchFamily="18" charset="0"/>
                  </a:rPr>
                </a:br>
                <a:endParaRPr kumimoji="1" lang="zh-CN" altLang="en-US" sz="2600" dirty="0">
                  <a:latin typeface="Times New Roman" panose="02020603050405020304" pitchFamily="18" charset="0"/>
                  <a:ea typeface="KaiTi" panose="02010609060101010101" pitchFamily="49" charset="-122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2" name="标题 1">
                <a:extLst>
                  <a:ext uri="{FF2B5EF4-FFF2-40B4-BE49-F238E27FC236}">
                    <a16:creationId xmlns:a16="http://schemas.microsoft.com/office/drawing/2014/main" id="{313EA24E-E079-FDFF-1E27-0CDFE19A50A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xfrm>
                <a:off x="-421136" y="2066028"/>
                <a:ext cx="8769993" cy="1325563"/>
              </a:xfr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文本框 14">
                <a:extLst>
                  <a:ext uri="{FF2B5EF4-FFF2-40B4-BE49-F238E27FC236}">
                    <a16:creationId xmlns:a16="http://schemas.microsoft.com/office/drawing/2014/main" id="{AFB4B345-1354-B3BB-CE8F-7CFCA544D097}"/>
                  </a:ext>
                </a:extLst>
              </p:cNvPr>
              <p:cNvSpPr txBox="1"/>
              <p:nvPr/>
            </p:nvSpPr>
            <p:spPr>
              <a:xfrm>
                <a:off x="2186221" y="710219"/>
                <a:ext cx="4572000" cy="70788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kumimoji="1" lang="en-US" altLang="zh-CN" sz="40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kumimoji="1" lang="en-US" altLang="zh-CN" sz="40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𝑿</m:t>
                          </m:r>
                          <m:r>
                            <a:rPr kumimoji="1" lang="en-US" altLang="zh-CN" sz="40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kumimoji="1" lang="en-US" altLang="zh-CN" sz="40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𝒀</m:t>
                          </m:r>
                        </m:e>
                      </m:d>
                    </m:oMath>
                  </m:oMathPara>
                </a14:m>
                <a:endParaRPr lang="zh-CN" altLang="en-US" sz="4000" dirty="0"/>
              </a:p>
            </p:txBody>
          </p:sp>
        </mc:Choice>
        <mc:Fallback xmlns="">
          <p:sp>
            <p:nvSpPr>
              <p:cNvPr id="15" name="文本框 14">
                <a:extLst>
                  <a:ext uri="{FF2B5EF4-FFF2-40B4-BE49-F238E27FC236}">
                    <a16:creationId xmlns:a16="http://schemas.microsoft.com/office/drawing/2014/main" id="{AFB4B345-1354-B3BB-CE8F-7CFCA544D09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86221" y="710219"/>
                <a:ext cx="4572000" cy="707886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" name="文本框 16">
            <a:extLst>
              <a:ext uri="{FF2B5EF4-FFF2-40B4-BE49-F238E27FC236}">
                <a16:creationId xmlns:a16="http://schemas.microsoft.com/office/drawing/2014/main" id="{2C917850-F830-D2FB-D226-0E108270AC19}"/>
              </a:ext>
            </a:extLst>
          </p:cNvPr>
          <p:cNvSpPr txBox="1"/>
          <p:nvPr/>
        </p:nvSpPr>
        <p:spPr>
          <a:xfrm>
            <a:off x="3616036" y="1774703"/>
            <a:ext cx="5216236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zh-CN" altLang="en-US" sz="2800" b="0" dirty="0"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数字特征</a:t>
            </a:r>
            <a:r>
              <a:rPr kumimoji="1" lang="en-US" altLang="zh-CN" sz="2800" b="0" dirty="0"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?</a:t>
            </a:r>
            <a:r>
              <a:rPr kumimoji="1" lang="en-US" altLang="zh-CN" sz="2800" i="1" dirty="0">
                <a:latin typeface="Cambria Math" panose="020405030504060302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/>
            </a:r>
            <a:br>
              <a:rPr kumimoji="1" lang="en-US" altLang="zh-CN" sz="2800" i="1" dirty="0">
                <a:latin typeface="Cambria Math" panose="020405030504060302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</a:br>
            <a:endParaRPr lang="zh-CN" altLang="en-US" sz="2800" dirty="0"/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F270F1DE-9C76-4058-4F41-9BC8E3B395DE}"/>
              </a:ext>
            </a:extLst>
          </p:cNvPr>
          <p:cNvSpPr txBox="1"/>
          <p:nvPr/>
        </p:nvSpPr>
        <p:spPr>
          <a:xfrm>
            <a:off x="213547" y="3356682"/>
            <a:ext cx="434606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2000" i="1" dirty="0"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X</a:t>
            </a:r>
            <a:r>
              <a:rPr kumimoji="1" lang="zh-CN" altLang="en-US" sz="2000" dirty="0"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取值的平均水平，</a:t>
            </a:r>
            <a:r>
              <a:rPr kumimoji="1" lang="en-US" altLang="zh-CN" sz="2000" i="1" dirty="0"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X</a:t>
            </a:r>
            <a:r>
              <a:rPr kumimoji="1" lang="zh-CN" altLang="en-US" sz="2000" dirty="0"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取值的离散程度</a:t>
            </a:r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B2F31A9B-8D23-4DA4-95A7-1D76889498C0}"/>
              </a:ext>
            </a:extLst>
          </p:cNvPr>
          <p:cNvSpPr txBox="1"/>
          <p:nvPr/>
        </p:nvSpPr>
        <p:spPr>
          <a:xfrm>
            <a:off x="4875604" y="3356682"/>
            <a:ext cx="431720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2000" i="1" dirty="0"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Y</a:t>
            </a:r>
            <a:r>
              <a:rPr kumimoji="1" lang="zh-CN" altLang="en-US" sz="2000" dirty="0"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取值的平均水平，</a:t>
            </a:r>
            <a:r>
              <a:rPr kumimoji="1" lang="en-US" altLang="zh-CN" sz="2000" i="1" dirty="0"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Y</a:t>
            </a:r>
            <a:r>
              <a:rPr kumimoji="1" lang="zh-CN" altLang="en-US" sz="2000" dirty="0"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取值的离散程度</a:t>
            </a:r>
          </a:p>
        </p:txBody>
      </p:sp>
    </p:spTree>
    <p:extLst>
      <p:ext uri="{BB962C8B-B14F-4D97-AF65-F5344CB8AC3E}">
        <p14:creationId xmlns:p14="http://schemas.microsoft.com/office/powerpoint/2010/main" val="41686950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18" grpId="0"/>
      <p:bldP spid="28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15" name="文本框 14">
                <a:extLst>
                  <a:ext uri="{FF2B5EF4-FFF2-40B4-BE49-F238E27FC236}">
                    <a16:creationId xmlns:a16="http://schemas.microsoft.com/office/drawing/2014/main" id="{AFB4B345-1354-B3BB-CE8F-7CFCA544D097}"/>
                  </a:ext>
                </a:extLst>
              </p:cNvPr>
              <p:cNvSpPr txBox="1"/>
              <p:nvPr/>
            </p:nvSpPr>
            <p:spPr>
              <a:xfrm>
                <a:off x="2186221" y="710219"/>
                <a:ext cx="4572000" cy="70788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kumimoji="1" lang="en-US" altLang="zh-CN" sz="40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kumimoji="1" lang="en-US" altLang="zh-CN" sz="40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𝑿</m:t>
                          </m:r>
                          <m:r>
                            <a:rPr kumimoji="1" lang="en-US" altLang="zh-CN" sz="40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kumimoji="1" lang="en-US" altLang="zh-CN" sz="40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𝒀</m:t>
                          </m:r>
                        </m:e>
                      </m:d>
                    </m:oMath>
                  </m:oMathPara>
                </a14:m>
                <a:endParaRPr lang="zh-CN" altLang="en-US" sz="4000" dirty="0"/>
              </a:p>
            </p:txBody>
          </p:sp>
        </mc:Choice>
        <mc:Fallback xmlns="">
          <p:sp>
            <p:nvSpPr>
              <p:cNvPr id="15" name="文本框 14">
                <a:extLst>
                  <a:ext uri="{FF2B5EF4-FFF2-40B4-BE49-F238E27FC236}">
                    <a16:creationId xmlns:a16="http://schemas.microsoft.com/office/drawing/2014/main" id="{AFB4B345-1354-B3BB-CE8F-7CFCA544D09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86221" y="710219"/>
                <a:ext cx="4572000" cy="707886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" name="文本框 16">
            <a:extLst>
              <a:ext uri="{FF2B5EF4-FFF2-40B4-BE49-F238E27FC236}">
                <a16:creationId xmlns:a16="http://schemas.microsoft.com/office/drawing/2014/main" id="{2C917850-F830-D2FB-D226-0E108270AC19}"/>
              </a:ext>
            </a:extLst>
          </p:cNvPr>
          <p:cNvSpPr txBox="1"/>
          <p:nvPr/>
        </p:nvSpPr>
        <p:spPr>
          <a:xfrm>
            <a:off x="3616036" y="1774703"/>
            <a:ext cx="5216236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zh-CN" altLang="en-US" sz="2800" b="0" dirty="0"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数字特征</a:t>
            </a:r>
            <a:r>
              <a:rPr kumimoji="1" lang="en-US" altLang="zh-CN" sz="2800" b="0" dirty="0"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?</a:t>
            </a:r>
            <a:r>
              <a:rPr kumimoji="1" lang="en-US" altLang="zh-CN" sz="2800" i="1" dirty="0">
                <a:latin typeface="Cambria Math" panose="020405030504060302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/>
            </a:r>
            <a:br>
              <a:rPr kumimoji="1" lang="en-US" altLang="zh-CN" sz="2800" i="1" dirty="0">
                <a:latin typeface="Cambria Math" panose="020405030504060302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</a:br>
            <a:endParaRPr lang="zh-CN" altLang="en-US" sz="2800" dirty="0"/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F270F1DE-9C76-4058-4F41-9BC8E3B395DE}"/>
              </a:ext>
            </a:extLst>
          </p:cNvPr>
          <p:cNvSpPr txBox="1"/>
          <p:nvPr/>
        </p:nvSpPr>
        <p:spPr>
          <a:xfrm>
            <a:off x="213547" y="3356682"/>
            <a:ext cx="434606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2000" i="1" dirty="0"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X</a:t>
            </a:r>
            <a:r>
              <a:rPr kumimoji="1" lang="zh-CN" altLang="en-US" sz="2000" dirty="0"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取值的平均水平，</a:t>
            </a:r>
            <a:r>
              <a:rPr kumimoji="1" lang="en-US" altLang="zh-CN" sz="2000" i="1" dirty="0"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X</a:t>
            </a:r>
            <a:r>
              <a:rPr kumimoji="1" lang="zh-CN" altLang="en-US" sz="2000" dirty="0"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取值的离散程度</a:t>
            </a:r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B2F31A9B-8D23-4DA4-95A7-1D76889498C0}"/>
              </a:ext>
            </a:extLst>
          </p:cNvPr>
          <p:cNvSpPr txBox="1"/>
          <p:nvPr/>
        </p:nvSpPr>
        <p:spPr>
          <a:xfrm>
            <a:off x="4875604" y="3356682"/>
            <a:ext cx="431720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2000" i="1" dirty="0"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Y</a:t>
            </a:r>
            <a:r>
              <a:rPr kumimoji="1" lang="zh-CN" altLang="en-US" sz="2000" dirty="0"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取值的平均水平，</a:t>
            </a:r>
            <a:r>
              <a:rPr kumimoji="1" lang="en-US" altLang="zh-CN" sz="2000" i="1" dirty="0"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Y</a:t>
            </a:r>
            <a:r>
              <a:rPr kumimoji="1" lang="zh-CN" altLang="en-US" sz="2000" dirty="0"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取值的离散程度</a:t>
            </a:r>
          </a:p>
        </p:txBody>
      </p:sp>
      <p:graphicFrame>
        <p:nvGraphicFramePr>
          <p:cNvPr id="20" name="Object 8">
            <a:extLst>
              <a:ext uri="{FF2B5EF4-FFF2-40B4-BE49-F238E27FC236}">
                <a16:creationId xmlns:a16="http://schemas.microsoft.com/office/drawing/2014/main" id="{6E38EFD2-0649-C654-161B-8297A532C36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187165" y="4255404"/>
          <a:ext cx="1023144" cy="885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8" name="公式" r:id="rId5" imgW="11112500" imgH="9944100" progId="Equation.3">
                  <p:embed/>
                </p:oleObj>
              </mc:Choice>
              <mc:Fallback>
                <p:oleObj name="公式" r:id="rId5" imgW="11112500" imgH="9944100" progId="Equation.3">
                  <p:embed/>
                  <p:pic>
                    <p:nvPicPr>
                      <p:cNvPr id="20" name="Object 8">
                        <a:extLst>
                          <a:ext uri="{FF2B5EF4-FFF2-40B4-BE49-F238E27FC236}">
                            <a16:creationId xmlns:a16="http://schemas.microsoft.com/office/drawing/2014/main" id="{6E38EFD2-0649-C654-161B-8297A532C36F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87165" y="4255404"/>
                        <a:ext cx="1023144" cy="8858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" name="Object 11">
            <a:extLst>
              <a:ext uri="{FF2B5EF4-FFF2-40B4-BE49-F238E27FC236}">
                <a16:creationId xmlns:a16="http://schemas.microsoft.com/office/drawing/2014/main" id="{7EDBBB39-1020-CB0F-120D-2EAC883F1F80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187165" y="5542084"/>
          <a:ext cx="1681604" cy="69938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9" name="公式" r:id="rId7" imgW="18427700" imgH="8191500" progId="Equation.3">
                  <p:embed/>
                </p:oleObj>
              </mc:Choice>
              <mc:Fallback>
                <p:oleObj name="公式" r:id="rId7" imgW="18427700" imgH="8191500" progId="Equation.3">
                  <p:embed/>
                  <p:pic>
                    <p:nvPicPr>
                      <p:cNvPr id="21" name="Object 11">
                        <a:extLst>
                          <a:ext uri="{FF2B5EF4-FFF2-40B4-BE49-F238E27FC236}">
                            <a16:creationId xmlns:a16="http://schemas.microsoft.com/office/drawing/2014/main" id="{7EDBBB39-1020-CB0F-120D-2EAC883F1F80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87165" y="5542084"/>
                        <a:ext cx="1681604" cy="699381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33" name="文本框 32">
                <a:extLst>
                  <a:ext uri="{FF2B5EF4-FFF2-40B4-BE49-F238E27FC236}">
                    <a16:creationId xmlns:a16="http://schemas.microsoft.com/office/drawing/2014/main" id="{1BD86930-6204-C498-386B-7E8695C4C843}"/>
                  </a:ext>
                </a:extLst>
              </p:cNvPr>
              <p:cNvSpPr txBox="1"/>
              <p:nvPr/>
            </p:nvSpPr>
            <p:spPr>
              <a:xfrm>
                <a:off x="38812" y="4471225"/>
                <a:ext cx="1243482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CN" sz="2400" i="1" dirty="0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𝐸</m:t>
                      </m:r>
                      <m:r>
                        <a:rPr kumimoji="1" lang="en-US" altLang="zh-CN" sz="2400" i="1" dirty="0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(</m:t>
                      </m:r>
                      <m:r>
                        <a:rPr kumimoji="1" lang="en-US" altLang="zh-CN" sz="2400" i="1" dirty="0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𝑋</m:t>
                      </m:r>
                      <m:r>
                        <a:rPr kumimoji="1" lang="en-US" altLang="zh-CN" sz="2400" i="1" dirty="0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)=</m:t>
                      </m:r>
                    </m:oMath>
                  </m:oMathPara>
                </a14:m>
                <a:endParaRPr kumimoji="1" lang="zh-CN" altLang="en-US" sz="2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3" name="文本框 32">
                <a:extLst>
                  <a:ext uri="{FF2B5EF4-FFF2-40B4-BE49-F238E27FC236}">
                    <a16:creationId xmlns:a16="http://schemas.microsoft.com/office/drawing/2014/main" id="{1BD86930-6204-C498-386B-7E8695C4C84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812" y="4471225"/>
                <a:ext cx="1243482" cy="461665"/>
              </a:xfrm>
              <a:prstGeom prst="rect">
                <a:avLst/>
              </a:prstGeom>
              <a:blipFill>
                <a:blip r:embed="rId9"/>
                <a:stretch>
                  <a:fillRect b="-1842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8" name="图片 37" descr="文本&#10;&#10;中度可信度描述已自动生成">
            <a:extLst>
              <a:ext uri="{FF2B5EF4-FFF2-40B4-BE49-F238E27FC236}">
                <a16:creationId xmlns:a16="http://schemas.microsoft.com/office/drawing/2014/main" id="{C644024A-13BB-7925-B064-86557D4129B2}"/>
              </a:ext>
            </a:extLst>
          </p:cNvPr>
          <p:cNvPicPr>
            <a:picLocks noChangeAspect="1"/>
          </p:cNvPicPr>
          <p:nvPr/>
        </p:nvPicPr>
        <p:blipFill rotWithShape="1">
          <a:blip r:embed="rId10"/>
          <a:srcRect l="5856" t="34646" r="17409" b="18103"/>
          <a:stretch/>
        </p:blipFill>
        <p:spPr>
          <a:xfrm>
            <a:off x="6224154" y="3926722"/>
            <a:ext cx="2297151" cy="544503"/>
          </a:xfrm>
          <a:prstGeom prst="rect">
            <a:avLst/>
          </a:prstGeom>
        </p:spPr>
      </p:pic>
      <p:pic>
        <p:nvPicPr>
          <p:cNvPr id="39" name="图片 38" descr="文本&#10;&#10;描述已自动生成">
            <a:extLst>
              <a:ext uri="{FF2B5EF4-FFF2-40B4-BE49-F238E27FC236}">
                <a16:creationId xmlns:a16="http://schemas.microsoft.com/office/drawing/2014/main" id="{A01566A8-BD3C-3B2C-65A2-2F273A40DC16}"/>
              </a:ext>
            </a:extLst>
          </p:cNvPr>
          <p:cNvPicPr>
            <a:picLocks noChangeAspect="1"/>
          </p:cNvPicPr>
          <p:nvPr/>
        </p:nvPicPr>
        <p:blipFill rotWithShape="1">
          <a:blip r:embed="rId11"/>
          <a:srcRect l="5502" t="21897" r="6043" b="24180"/>
          <a:stretch/>
        </p:blipFill>
        <p:spPr>
          <a:xfrm>
            <a:off x="6255328" y="4887828"/>
            <a:ext cx="2818318" cy="433072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40" name="文本框 39">
                <a:extLst>
                  <a:ext uri="{FF2B5EF4-FFF2-40B4-BE49-F238E27FC236}">
                    <a16:creationId xmlns:a16="http://schemas.microsoft.com/office/drawing/2014/main" id="{2213EBC4-5A76-F233-35CB-251832A5767D}"/>
                  </a:ext>
                </a:extLst>
              </p:cNvPr>
              <p:cNvSpPr txBox="1"/>
              <p:nvPr/>
            </p:nvSpPr>
            <p:spPr>
              <a:xfrm>
                <a:off x="2782431" y="4451957"/>
                <a:ext cx="3379579" cy="46057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CN" sz="2400" i="1" dirty="0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𝐷</m:t>
                      </m:r>
                      <m:r>
                        <a:rPr kumimoji="1" lang="en-US" altLang="zh-CN" sz="2400" i="1" dirty="0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(</m:t>
                      </m:r>
                      <m:r>
                        <a:rPr kumimoji="1" lang="en-US" altLang="zh-CN" sz="2400" i="1" dirty="0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𝑋</m:t>
                      </m:r>
                      <m:r>
                        <a:rPr kumimoji="1" lang="en-US" altLang="zh-CN" sz="2400" i="1" dirty="0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)=</m:t>
                      </m:r>
                      <m:r>
                        <a:rPr kumimoji="1" lang="en-US" altLang="zh-CN" sz="2400" i="1" dirty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𝐸</m:t>
                      </m:r>
                      <m:r>
                        <a:rPr kumimoji="1" lang="en-US" altLang="zh-CN" sz="2400" b="0" i="1" dirty="0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(</m:t>
                      </m:r>
                      <m:sSup>
                        <m:sSupPr>
                          <m:ctrlPr>
                            <a:rPr kumimoji="1" lang="en-US" altLang="zh-CN" sz="2400" b="0" i="1" dirty="0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d>
                            <m:dPr>
                              <m:begChr m:val="["/>
                              <m:endChr m:val="]"/>
                              <m:ctrlPr>
                                <a:rPr kumimoji="1" lang="en-US" altLang="zh-CN" sz="2400" i="1" dirty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r>
                                <a:rPr kumimoji="1" lang="en-US" altLang="zh-CN" sz="2400" i="1" dirty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𝑋</m:t>
                              </m:r>
                              <m:r>
                                <a:rPr kumimoji="1" lang="en-US" altLang="zh-CN" sz="2400" i="1" dirty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−</m:t>
                              </m:r>
                              <m:r>
                                <a:rPr kumimoji="1" lang="en-US" altLang="zh-CN" sz="2400" i="1" dirty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𝐸</m:t>
                              </m:r>
                              <m:r>
                                <a:rPr kumimoji="1" lang="en-US" altLang="zh-CN" sz="2400" i="1" dirty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(</m:t>
                              </m:r>
                              <m:r>
                                <a:rPr kumimoji="1" lang="en-US" altLang="zh-CN" sz="2400" i="1" dirty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𝑋</m:t>
                              </m:r>
                              <m:r>
                                <a:rPr kumimoji="1" lang="en-US" altLang="zh-CN" sz="2400" i="1" dirty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)</m:t>
                              </m:r>
                            </m:e>
                          </m:d>
                        </m:e>
                        <m:sup>
                          <m:r>
                            <a:rPr kumimoji="1" lang="en-US" altLang="zh-CN" sz="2400" b="0" i="1" dirty="0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2</m:t>
                          </m:r>
                        </m:sup>
                      </m:sSup>
                      <m:r>
                        <a:rPr kumimoji="1" lang="en-US" altLang="zh-CN" sz="2400" b="0" i="1" dirty="0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)</m:t>
                      </m:r>
                    </m:oMath>
                  </m:oMathPara>
                </a14:m>
                <a:endParaRPr kumimoji="1" lang="zh-CN" altLang="en-US" sz="2400" baseline="30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40" name="文本框 39">
                <a:extLst>
                  <a:ext uri="{FF2B5EF4-FFF2-40B4-BE49-F238E27FC236}">
                    <a16:creationId xmlns:a16="http://schemas.microsoft.com/office/drawing/2014/main" id="{2213EBC4-5A76-F233-35CB-251832A5767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82431" y="4451957"/>
                <a:ext cx="3379579" cy="460575"/>
              </a:xfrm>
              <a:prstGeom prst="rect">
                <a:avLst/>
              </a:prstGeom>
              <a:blipFill>
                <a:blip r:embed="rId12"/>
                <a:stretch>
                  <a:fillRect b="-1891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1" name="文本框 40">
                <a:extLst>
                  <a:ext uri="{FF2B5EF4-FFF2-40B4-BE49-F238E27FC236}">
                    <a16:creationId xmlns:a16="http://schemas.microsoft.com/office/drawing/2014/main" id="{B701CE63-05F4-DBB4-ED04-46C8F499E599}"/>
                  </a:ext>
                </a:extLst>
              </p:cNvPr>
              <p:cNvSpPr txBox="1"/>
              <p:nvPr/>
            </p:nvSpPr>
            <p:spPr>
              <a:xfrm>
                <a:off x="3188055" y="5695246"/>
                <a:ext cx="3498137" cy="45313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CN" sz="2400" i="1" dirty="0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𝐷</m:t>
                      </m:r>
                      <m:r>
                        <a:rPr kumimoji="1" lang="en-US" altLang="zh-CN" sz="2400" i="1" dirty="0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(</m:t>
                      </m:r>
                      <m:r>
                        <a:rPr kumimoji="1" lang="en-US" altLang="zh-CN" sz="2400" i="1" dirty="0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𝑋</m:t>
                      </m:r>
                      <m:r>
                        <a:rPr kumimoji="1" lang="en-US" altLang="zh-CN" sz="2400" i="1" dirty="0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)=</m:t>
                      </m:r>
                      <m:r>
                        <a:rPr kumimoji="1" lang="en-US" altLang="zh-CN" sz="2400" i="1" dirty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𝐸</m:t>
                      </m:r>
                      <m:r>
                        <a:rPr kumimoji="1" lang="en-US" altLang="zh-CN" sz="2400" i="1" dirty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(</m:t>
                      </m:r>
                      <m:r>
                        <a:rPr kumimoji="1" lang="en-US" altLang="zh-CN" sz="2400" i="1" dirty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𝑋</m:t>
                      </m:r>
                      <m:r>
                        <a:rPr kumimoji="1" lang="en-US" altLang="zh-CN" sz="2400" i="1" baseline="30000" dirty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2</m:t>
                      </m:r>
                      <m:r>
                        <a:rPr kumimoji="1" lang="en-US" altLang="zh-CN" sz="2400" i="1" dirty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)</m:t>
                      </m:r>
                      <m:r>
                        <a:rPr kumimoji="1" lang="en-US" altLang="zh-CN" sz="240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−</m:t>
                      </m:r>
                      <m:r>
                        <a:rPr kumimoji="1" lang="en-US" altLang="zh-CN" sz="2400" i="1" dirty="0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(</m:t>
                      </m:r>
                      <m:r>
                        <a:rPr kumimoji="1" lang="en-US" altLang="zh-CN" sz="2400" i="1" dirty="0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𝐸</m:t>
                      </m:r>
                      <m:r>
                        <a:rPr kumimoji="1" lang="en-US" altLang="zh-CN" sz="2400" i="1" dirty="0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(</m:t>
                      </m:r>
                      <m:r>
                        <a:rPr kumimoji="1" lang="en-US" altLang="zh-CN" sz="2400" i="1" dirty="0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𝑋</m:t>
                      </m:r>
                      <m:r>
                        <a:rPr kumimoji="1" lang="en-US" altLang="zh-CN" sz="2400" i="1" dirty="0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))2</m:t>
                      </m:r>
                    </m:oMath>
                  </m:oMathPara>
                </a14:m>
                <a:endParaRPr kumimoji="1" lang="zh-CN" altLang="en-US" sz="2400" baseline="30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41" name="文本框 40">
                <a:extLst>
                  <a:ext uri="{FF2B5EF4-FFF2-40B4-BE49-F238E27FC236}">
                    <a16:creationId xmlns:a16="http://schemas.microsoft.com/office/drawing/2014/main" id="{B701CE63-05F4-DBB4-ED04-46C8F499E59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88055" y="5695246"/>
                <a:ext cx="3498137" cy="453137"/>
              </a:xfrm>
              <a:prstGeom prst="rect">
                <a:avLst/>
              </a:prstGeom>
              <a:blipFill>
                <a:blip r:embed="rId13"/>
                <a:stretch>
                  <a:fillRect b="-2000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2" name="文本框 41">
                <a:extLst>
                  <a:ext uri="{FF2B5EF4-FFF2-40B4-BE49-F238E27FC236}">
                    <a16:creationId xmlns:a16="http://schemas.microsoft.com/office/drawing/2014/main" id="{8550435A-1607-1C09-43FC-82AC85EF9247}"/>
                  </a:ext>
                </a:extLst>
              </p:cNvPr>
              <p:cNvSpPr txBox="1"/>
              <p:nvPr/>
            </p:nvSpPr>
            <p:spPr>
              <a:xfrm>
                <a:off x="6012910" y="4050428"/>
                <a:ext cx="422488" cy="124854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{"/>
                          <m:endChr m:val=""/>
                          <m:ctrlPr>
                            <a:rPr kumimoji="1" lang="en-US" altLang="zh-CN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kumimoji="1" lang="en-US" altLang="zh-CN" i="1" smtClean="0"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/>
                            <m:e/>
                            <m:e/>
                            <m:e/>
                          </m:eqArr>
                        </m:e>
                      </m:d>
                    </m:oMath>
                  </m:oMathPara>
                </a14:m>
                <a:endParaRPr kumimoji="1" lang="zh-CN" altLang="en-US" dirty="0"/>
              </a:p>
            </p:txBody>
          </p:sp>
        </mc:Choice>
        <mc:Fallback xmlns="">
          <p:sp>
            <p:nvSpPr>
              <p:cNvPr id="42" name="文本框 41">
                <a:extLst>
                  <a:ext uri="{FF2B5EF4-FFF2-40B4-BE49-F238E27FC236}">
                    <a16:creationId xmlns:a16="http://schemas.microsoft.com/office/drawing/2014/main" id="{8550435A-1607-1C09-43FC-82AC85EF924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12910" y="4050428"/>
                <a:ext cx="422488" cy="1248547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文本框 2">
                <a:extLst>
                  <a:ext uri="{FF2B5EF4-FFF2-40B4-BE49-F238E27FC236}">
                    <a16:creationId xmlns:a16="http://schemas.microsoft.com/office/drawing/2014/main" id="{0D5E4BDC-2937-D7D0-C4B1-869B4D862E80}"/>
                  </a:ext>
                </a:extLst>
              </p:cNvPr>
              <p:cNvSpPr txBox="1"/>
              <p:nvPr/>
            </p:nvSpPr>
            <p:spPr>
              <a:xfrm>
                <a:off x="38812" y="5639841"/>
                <a:ext cx="1243482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CN" sz="2400" i="1" dirty="0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𝐸</m:t>
                      </m:r>
                      <m:r>
                        <a:rPr kumimoji="1" lang="en-US" altLang="zh-CN" sz="2400" i="1" dirty="0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(</m:t>
                      </m:r>
                      <m:r>
                        <a:rPr kumimoji="1" lang="en-US" altLang="zh-CN" sz="2400" i="1" dirty="0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𝑋</m:t>
                      </m:r>
                      <m:r>
                        <a:rPr kumimoji="1" lang="en-US" altLang="zh-CN" sz="2400" i="1" dirty="0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)=</m:t>
                      </m:r>
                    </m:oMath>
                  </m:oMathPara>
                </a14:m>
                <a:endParaRPr kumimoji="1" lang="zh-CN" altLang="en-US" sz="2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" name="文本框 2">
                <a:extLst>
                  <a:ext uri="{FF2B5EF4-FFF2-40B4-BE49-F238E27FC236}">
                    <a16:creationId xmlns:a16="http://schemas.microsoft.com/office/drawing/2014/main" id="{0D5E4BDC-2937-D7D0-C4B1-869B4D862E8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812" y="5639841"/>
                <a:ext cx="1243482" cy="461665"/>
              </a:xfrm>
              <a:prstGeom prst="rect">
                <a:avLst/>
              </a:prstGeom>
              <a:blipFill>
                <a:blip r:embed="rId15"/>
                <a:stretch>
                  <a:fillRect b="-1621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标题 1">
                <a:extLst>
                  <a:ext uri="{FF2B5EF4-FFF2-40B4-BE49-F238E27FC236}">
                    <a16:creationId xmlns:a16="http://schemas.microsoft.com/office/drawing/2014/main" id="{5BE416C7-F504-A524-57C8-627ED620E449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>
              <a:xfrm>
                <a:off x="-457232" y="2066028"/>
                <a:ext cx="8769993" cy="1325563"/>
              </a:xfrm>
            </p:spPr>
            <p:txBody>
              <a:bodyPr>
                <a:noAutofit/>
              </a:bodyPr>
              <a:lstStyle/>
              <a:p>
                <a:pPr algn="ctr">
                  <a:lnSpc>
                    <a:spcPct val="150000"/>
                  </a:lnSpc>
                </a:pPr>
                <a:r>
                  <a:rPr kumimoji="1" lang="en-US" altLang="zh-CN" sz="2600" b="0" dirty="0">
                    <a:latin typeface="Times New Roman" panose="02020603050405020304" pitchFamily="18" charset="0"/>
                    <a:ea typeface="KaiTi" panose="02010609060101010101" pitchFamily="49" charset="-122"/>
                    <a:cs typeface="Times New Roman" panose="02020603050405020304" pitchFamily="18" charset="0"/>
                  </a:rPr>
                  <a:t/>
                </a:r>
                <a:br>
                  <a:rPr kumimoji="1" lang="en-US" altLang="zh-CN" sz="2600" b="0" dirty="0">
                    <a:latin typeface="Times New Roman" panose="02020603050405020304" pitchFamily="18" charset="0"/>
                    <a:ea typeface="KaiTi" panose="02010609060101010101" pitchFamily="49" charset="-122"/>
                    <a:cs typeface="Times New Roman" panose="02020603050405020304" pitchFamily="18" charset="0"/>
                  </a:rPr>
                </a:br>
                <a:r>
                  <a:rPr kumimoji="1" lang="en-US" altLang="zh-CN" sz="2600" b="0" dirty="0">
                    <a:latin typeface="Times New Roman" panose="02020603050405020304" pitchFamily="18" charset="0"/>
                    <a:ea typeface="KaiTi" panose="02010609060101010101" pitchFamily="49" charset="-122"/>
                    <a:cs typeface="Times New Roman" panose="02020603050405020304" pitchFamily="18" charset="0"/>
                  </a:rPr>
                  <a:t/>
                </a:r>
                <a:br>
                  <a:rPr kumimoji="1" lang="en-US" altLang="zh-CN" sz="2600" b="0" dirty="0">
                    <a:latin typeface="Times New Roman" panose="02020603050405020304" pitchFamily="18" charset="0"/>
                    <a:ea typeface="KaiTi" panose="02010609060101010101" pitchFamily="49" charset="-122"/>
                    <a:cs typeface="Times New Roman" panose="02020603050405020304" pitchFamily="18" charset="0"/>
                  </a:rPr>
                </a:b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kumimoji="1" lang="en-US" altLang="zh-CN" sz="2600" i="1" dirty="0">
                          <a:latin typeface="Cambria Math" panose="02040503050406030204" pitchFamily="18" charset="0"/>
                          <a:ea typeface="KaiTi" panose="02010609060101010101" pitchFamily="49" charset="-122"/>
                          <a:cs typeface="Times New Roman" panose="02020603050405020304" pitchFamily="18" charset="0"/>
                        </a:rPr>
                        <m:t>𝐸</m:t>
                      </m:r>
                      <m:r>
                        <a:rPr kumimoji="1" lang="en-US" altLang="zh-CN" sz="2600" b="0" i="1" dirty="0" smtClean="0">
                          <a:latin typeface="Cambria Math" panose="02040503050406030204" pitchFamily="18" charset="0"/>
                          <a:ea typeface="KaiTi" panose="02010609060101010101" pitchFamily="49" charset="-122"/>
                          <a:cs typeface="Times New Roman" panose="02020603050405020304" pitchFamily="18" charset="0"/>
                        </a:rPr>
                        <m:t>(</m:t>
                      </m:r>
                      <m:r>
                        <a:rPr kumimoji="1" lang="en-US" altLang="zh-CN" sz="2600" i="1" dirty="0">
                          <a:latin typeface="Cambria Math" panose="02040503050406030204" pitchFamily="18" charset="0"/>
                          <a:ea typeface="KaiTi" panose="02010609060101010101" pitchFamily="49" charset="-122"/>
                          <a:cs typeface="Times New Roman" panose="02020603050405020304" pitchFamily="18" charset="0"/>
                        </a:rPr>
                        <m:t>𝑋</m:t>
                      </m:r>
                      <m:r>
                        <a:rPr kumimoji="1" lang="en-US" altLang="zh-CN" sz="2600" b="0" i="1" dirty="0" smtClean="0">
                          <a:latin typeface="Cambria Math" panose="02040503050406030204" pitchFamily="18" charset="0"/>
                          <a:ea typeface="KaiTi" panose="02010609060101010101" pitchFamily="49" charset="-122"/>
                          <a:cs typeface="Times New Roman" panose="02020603050405020304" pitchFamily="18" charset="0"/>
                        </a:rPr>
                        <m:t>)</m:t>
                      </m:r>
                      <m:r>
                        <a:rPr kumimoji="1" lang="zh-CN" altLang="en-US" sz="2600" i="1" dirty="0">
                          <a:latin typeface="Cambria Math" panose="02040503050406030204" pitchFamily="18" charset="0"/>
                          <a:ea typeface="KaiTi" panose="02010609060101010101" pitchFamily="49" charset="-122"/>
                          <a:cs typeface="Times New Roman" panose="02020603050405020304" pitchFamily="18" charset="0"/>
                        </a:rPr>
                        <m:t>，</m:t>
                      </m:r>
                      <m:r>
                        <a:rPr kumimoji="1" lang="en-US" altLang="zh-CN" sz="2600" i="1" dirty="0">
                          <a:latin typeface="Cambria Math" panose="02040503050406030204" pitchFamily="18" charset="0"/>
                          <a:ea typeface="KaiTi" panose="02010609060101010101" pitchFamily="49" charset="-122"/>
                          <a:cs typeface="Times New Roman" panose="02020603050405020304" pitchFamily="18" charset="0"/>
                        </a:rPr>
                        <m:t>𝐷</m:t>
                      </m:r>
                      <m:r>
                        <a:rPr kumimoji="1" lang="en-US" altLang="zh-CN" sz="2600" b="0" i="1" dirty="0" smtClean="0">
                          <a:latin typeface="Cambria Math" panose="02040503050406030204" pitchFamily="18" charset="0"/>
                          <a:ea typeface="KaiTi" panose="02010609060101010101" pitchFamily="49" charset="-122"/>
                          <a:cs typeface="Times New Roman" panose="02020603050405020304" pitchFamily="18" charset="0"/>
                        </a:rPr>
                        <m:t>(</m:t>
                      </m:r>
                      <m:r>
                        <a:rPr kumimoji="1" lang="en-US" altLang="zh-CN" sz="2600" i="1" dirty="0">
                          <a:latin typeface="Cambria Math" panose="02040503050406030204" pitchFamily="18" charset="0"/>
                          <a:ea typeface="KaiTi" panose="02010609060101010101" pitchFamily="49" charset="-122"/>
                          <a:cs typeface="Times New Roman" panose="02020603050405020304" pitchFamily="18" charset="0"/>
                        </a:rPr>
                        <m:t>𝑋</m:t>
                      </m:r>
                      <m:r>
                        <a:rPr kumimoji="1" lang="en-US" altLang="zh-CN" sz="2600" b="0" i="1" dirty="0" smtClean="0">
                          <a:latin typeface="Cambria Math" panose="02040503050406030204" pitchFamily="18" charset="0"/>
                          <a:ea typeface="KaiTi" panose="02010609060101010101" pitchFamily="49" charset="-122"/>
                          <a:cs typeface="Times New Roman" panose="02020603050405020304" pitchFamily="18" charset="0"/>
                        </a:rPr>
                        <m:t>)</m:t>
                      </m:r>
                      <m:r>
                        <a:rPr kumimoji="1" lang="zh-CN" altLang="en-US" sz="2600" b="0" i="1" dirty="0" smtClean="0">
                          <a:latin typeface="Cambria Math" panose="02040503050406030204" pitchFamily="18" charset="0"/>
                          <a:ea typeface="KaiTi" panose="02010609060101010101" pitchFamily="49" charset="-122"/>
                          <a:cs typeface="Times New Roman" panose="02020603050405020304" pitchFamily="18" charset="0"/>
                        </a:rPr>
                        <m:t>                     </m:t>
                      </m:r>
                      <m:r>
                        <a:rPr kumimoji="1" lang="zh-CN" altLang="en-US" sz="2600" b="0" i="1" dirty="0" smtClean="0">
                          <a:latin typeface="Cambria Math" panose="02040503050406030204" pitchFamily="18" charset="0"/>
                          <a:ea typeface="KaiTi" panose="02010609060101010101" pitchFamily="49" charset="-122"/>
                          <a:cs typeface="Times New Roman" panose="02020603050405020304" pitchFamily="18" charset="0"/>
                        </a:rPr>
                        <m:t>；</m:t>
                      </m:r>
                      <m:r>
                        <a:rPr kumimoji="1" lang="zh-CN" altLang="en-US" sz="2600" b="0" i="1" dirty="0" smtClean="0">
                          <a:latin typeface="Cambria Math" panose="02040503050406030204" pitchFamily="18" charset="0"/>
                          <a:ea typeface="KaiTi" panose="02010609060101010101" pitchFamily="49" charset="-122"/>
                          <a:cs typeface="Times New Roman" panose="02020603050405020304" pitchFamily="18" charset="0"/>
                        </a:rPr>
                        <m:t>                  </m:t>
                      </m:r>
                      <m:r>
                        <a:rPr kumimoji="1" lang="en-US" altLang="zh-CN" sz="2600" i="1" dirty="0">
                          <a:latin typeface="Cambria Math" panose="02040503050406030204" pitchFamily="18" charset="0"/>
                          <a:ea typeface="KaiTi" panose="02010609060101010101" pitchFamily="49" charset="-122"/>
                          <a:cs typeface="Times New Roman" panose="02020603050405020304" pitchFamily="18" charset="0"/>
                        </a:rPr>
                        <m:t>𝐸</m:t>
                      </m:r>
                      <m:r>
                        <a:rPr kumimoji="1" lang="en-US" altLang="zh-CN" sz="2600" b="0" i="1" dirty="0" smtClean="0">
                          <a:latin typeface="Cambria Math" panose="02040503050406030204" pitchFamily="18" charset="0"/>
                          <a:ea typeface="KaiTi" panose="02010609060101010101" pitchFamily="49" charset="-122"/>
                          <a:cs typeface="Times New Roman" panose="02020603050405020304" pitchFamily="18" charset="0"/>
                        </a:rPr>
                        <m:t>(</m:t>
                      </m:r>
                      <m:r>
                        <a:rPr kumimoji="1" lang="en-US" altLang="zh-CN" sz="2600" i="1" dirty="0">
                          <a:latin typeface="Cambria Math" panose="02040503050406030204" pitchFamily="18" charset="0"/>
                          <a:ea typeface="KaiTi" panose="02010609060101010101" pitchFamily="49" charset="-122"/>
                          <a:cs typeface="Times New Roman" panose="02020603050405020304" pitchFamily="18" charset="0"/>
                        </a:rPr>
                        <m:t>𝑌</m:t>
                      </m:r>
                      <m:r>
                        <a:rPr kumimoji="1" lang="en-US" altLang="zh-CN" sz="2600" b="0" i="1" dirty="0" smtClean="0">
                          <a:latin typeface="Cambria Math" panose="02040503050406030204" pitchFamily="18" charset="0"/>
                          <a:ea typeface="KaiTi" panose="02010609060101010101" pitchFamily="49" charset="-122"/>
                          <a:cs typeface="Times New Roman" panose="02020603050405020304" pitchFamily="18" charset="0"/>
                        </a:rPr>
                        <m:t>)</m:t>
                      </m:r>
                      <m:r>
                        <a:rPr kumimoji="1" lang="zh-CN" altLang="en-US" sz="2600" i="1" dirty="0">
                          <a:latin typeface="Cambria Math" panose="02040503050406030204" pitchFamily="18" charset="0"/>
                          <a:ea typeface="KaiTi" panose="02010609060101010101" pitchFamily="49" charset="-122"/>
                          <a:cs typeface="Times New Roman" panose="02020603050405020304" pitchFamily="18" charset="0"/>
                        </a:rPr>
                        <m:t>，</m:t>
                      </m:r>
                      <m:r>
                        <a:rPr kumimoji="1" lang="en-US" altLang="zh-CN" sz="2600" i="1" dirty="0">
                          <a:latin typeface="Cambria Math" panose="02040503050406030204" pitchFamily="18" charset="0"/>
                          <a:ea typeface="KaiTi" panose="02010609060101010101" pitchFamily="49" charset="-122"/>
                          <a:cs typeface="Times New Roman" panose="02020603050405020304" pitchFamily="18" charset="0"/>
                        </a:rPr>
                        <m:t>𝐷</m:t>
                      </m:r>
                      <m:r>
                        <a:rPr kumimoji="1" lang="en-US" altLang="zh-CN" sz="2600" b="0" i="1" dirty="0" smtClean="0">
                          <a:latin typeface="Cambria Math" panose="02040503050406030204" pitchFamily="18" charset="0"/>
                          <a:ea typeface="KaiTi" panose="02010609060101010101" pitchFamily="49" charset="-122"/>
                          <a:cs typeface="Times New Roman" panose="02020603050405020304" pitchFamily="18" charset="0"/>
                        </a:rPr>
                        <m:t>(</m:t>
                      </m:r>
                      <m:r>
                        <a:rPr kumimoji="1" lang="en-US" altLang="zh-CN" sz="2600" i="1" dirty="0">
                          <a:latin typeface="Cambria Math" panose="02040503050406030204" pitchFamily="18" charset="0"/>
                          <a:ea typeface="KaiTi" panose="02010609060101010101" pitchFamily="49" charset="-122"/>
                          <a:cs typeface="Times New Roman" panose="02020603050405020304" pitchFamily="18" charset="0"/>
                        </a:rPr>
                        <m:t>𝑌</m:t>
                      </m:r>
                      <m:r>
                        <a:rPr kumimoji="1" lang="en-US" altLang="zh-CN" sz="2600" b="0" i="1" dirty="0" smtClean="0">
                          <a:latin typeface="Cambria Math" panose="02040503050406030204" pitchFamily="18" charset="0"/>
                          <a:ea typeface="KaiTi" panose="02010609060101010101" pitchFamily="49" charset="-122"/>
                          <a:cs typeface="Times New Roman" panose="02020603050405020304" pitchFamily="18" charset="0"/>
                        </a:rPr>
                        <m:t>)</m:t>
                      </m:r>
                    </m:oMath>
                  </m:oMathPara>
                </a14:m>
                <a:r>
                  <a:rPr kumimoji="1" lang="en-US" altLang="zh-CN" sz="2600" dirty="0">
                    <a:latin typeface="Times New Roman" panose="02020603050405020304" pitchFamily="18" charset="0"/>
                    <a:ea typeface="KaiTi" panose="02010609060101010101" pitchFamily="49" charset="-122"/>
                    <a:cs typeface="Times New Roman" panose="02020603050405020304" pitchFamily="18" charset="0"/>
                  </a:rPr>
                  <a:t/>
                </a:r>
                <a:br>
                  <a:rPr kumimoji="1" lang="en-US" altLang="zh-CN" sz="2600" dirty="0">
                    <a:latin typeface="Times New Roman" panose="02020603050405020304" pitchFamily="18" charset="0"/>
                    <a:ea typeface="KaiTi" panose="02010609060101010101" pitchFamily="49" charset="-122"/>
                    <a:cs typeface="Times New Roman" panose="02020603050405020304" pitchFamily="18" charset="0"/>
                  </a:rPr>
                </a:br>
                <a:r>
                  <a:rPr kumimoji="1" lang="en-US" altLang="zh-CN" sz="2600" dirty="0">
                    <a:latin typeface="Times New Roman" panose="02020603050405020304" pitchFamily="18" charset="0"/>
                    <a:ea typeface="KaiTi" panose="02010609060101010101" pitchFamily="49" charset="-122"/>
                    <a:cs typeface="Times New Roman" panose="02020603050405020304" pitchFamily="18" charset="0"/>
                  </a:rPr>
                  <a:t/>
                </a:r>
                <a:br>
                  <a:rPr kumimoji="1" lang="en-US" altLang="zh-CN" sz="2600" dirty="0">
                    <a:latin typeface="Times New Roman" panose="02020603050405020304" pitchFamily="18" charset="0"/>
                    <a:ea typeface="KaiTi" panose="02010609060101010101" pitchFamily="49" charset="-122"/>
                    <a:cs typeface="Times New Roman" panose="02020603050405020304" pitchFamily="18" charset="0"/>
                  </a:rPr>
                </a:br>
                <a:endParaRPr kumimoji="1" lang="zh-CN" altLang="en-US" sz="2600" dirty="0">
                  <a:latin typeface="Times New Roman" panose="02020603050405020304" pitchFamily="18" charset="0"/>
                  <a:ea typeface="KaiTi" panose="02010609060101010101" pitchFamily="49" charset="-122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6" name="标题 1">
                <a:extLst>
                  <a:ext uri="{FF2B5EF4-FFF2-40B4-BE49-F238E27FC236}">
                    <a16:creationId xmlns:a16="http://schemas.microsoft.com/office/drawing/2014/main" id="{5BE416C7-F504-A524-57C8-627ED620E44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xfrm>
                <a:off x="-457232" y="2066028"/>
                <a:ext cx="8769993" cy="1325563"/>
              </a:xfrm>
              <a:blipFill>
                <a:blip r:embed="rId1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3060816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3" grpId="0"/>
      <p:bldP spid="40" grpId="0"/>
      <p:bldP spid="41" grpId="0"/>
      <p:bldP spid="42" grpId="0"/>
      <p:bldP spid="3" grpId="0"/>
      <p:bldP spid="6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15" name="文本框 14">
                <a:extLst>
                  <a:ext uri="{FF2B5EF4-FFF2-40B4-BE49-F238E27FC236}">
                    <a16:creationId xmlns:a16="http://schemas.microsoft.com/office/drawing/2014/main" id="{AFB4B345-1354-B3BB-CE8F-7CFCA544D097}"/>
                  </a:ext>
                </a:extLst>
              </p:cNvPr>
              <p:cNvSpPr txBox="1"/>
              <p:nvPr/>
            </p:nvSpPr>
            <p:spPr>
              <a:xfrm>
                <a:off x="2186221" y="710219"/>
                <a:ext cx="4572000" cy="70788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kumimoji="1" lang="en-US" altLang="zh-CN" sz="40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kumimoji="1" lang="en-US" altLang="zh-CN" sz="40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𝑿</m:t>
                          </m:r>
                          <m:r>
                            <a:rPr kumimoji="1" lang="en-US" altLang="zh-CN" sz="40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kumimoji="1" lang="en-US" altLang="zh-CN" sz="40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𝒀</m:t>
                          </m:r>
                        </m:e>
                      </m:d>
                    </m:oMath>
                  </m:oMathPara>
                </a14:m>
                <a:endParaRPr lang="zh-CN" altLang="en-US" sz="4000" dirty="0"/>
              </a:p>
            </p:txBody>
          </p:sp>
        </mc:Choice>
        <mc:Fallback xmlns="">
          <p:sp>
            <p:nvSpPr>
              <p:cNvPr id="15" name="文本框 14">
                <a:extLst>
                  <a:ext uri="{FF2B5EF4-FFF2-40B4-BE49-F238E27FC236}">
                    <a16:creationId xmlns:a16="http://schemas.microsoft.com/office/drawing/2014/main" id="{AFB4B345-1354-B3BB-CE8F-7CFCA544D09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86221" y="710219"/>
                <a:ext cx="4572000" cy="707886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文本框 5">
            <a:extLst>
              <a:ext uri="{FF2B5EF4-FFF2-40B4-BE49-F238E27FC236}">
                <a16:creationId xmlns:a16="http://schemas.microsoft.com/office/drawing/2014/main" id="{23BBBA37-9B5A-ECF3-0E37-96E500AB4F8F}"/>
              </a:ext>
            </a:extLst>
          </p:cNvPr>
          <p:cNvSpPr txBox="1"/>
          <p:nvPr/>
        </p:nvSpPr>
        <p:spPr>
          <a:xfrm>
            <a:off x="925975" y="1643019"/>
            <a:ext cx="7616141" cy="25521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200" dirty="0"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由于随机向量的分布中</a:t>
            </a:r>
            <a:r>
              <a:rPr lang="zh-CN" altLang="en-US" sz="2200" b="1" dirty="0"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不仅包含单个分量自身的统计规律性</a:t>
            </a:r>
            <a:r>
              <a:rPr lang="zh-CN" altLang="en-US" sz="2200" dirty="0"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，还包含了</a:t>
            </a:r>
            <a:r>
              <a:rPr lang="zh-CN" altLang="en-US" sz="2200" b="1" dirty="0"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分量之间相互联系的统计规律性</a:t>
            </a:r>
            <a:r>
              <a:rPr lang="zh-CN" altLang="en-US" sz="2200" dirty="0"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，</a:t>
            </a:r>
            <a:endParaRPr lang="en-US" altLang="zh-CN" sz="2200" dirty="0">
              <a:latin typeface="KaiTi" panose="02010609060101010101" pitchFamily="49" charset="-122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endParaRPr lang="en-US" altLang="zh-CN" sz="2200" dirty="0">
              <a:latin typeface="KaiTi" panose="02010609060101010101" pitchFamily="49" charset="-122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zh-CN" altLang="en-US" sz="2200" dirty="0"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因而除了各单个分量的数字特征仍是需要关注的以外，我们还需要</a:t>
            </a:r>
            <a:r>
              <a:rPr lang="zh-CN" altLang="en-US" sz="2200" b="1" dirty="0">
                <a:solidFill>
                  <a:srgbClr val="FF0000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反映分量之间相互联系的一些数字特征</a:t>
            </a:r>
            <a:r>
              <a:rPr lang="zh-CN" altLang="en-US" sz="2200" dirty="0"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。</a:t>
            </a:r>
            <a:endParaRPr lang="zh-CN" altLang="en-US" sz="2200" dirty="0">
              <a:latin typeface="KaiTi" panose="02010609060101010101" pitchFamily="49" charset="-122"/>
              <a:ea typeface="KaiTi" panose="02010609060101010101" pitchFamily="49" charset="-122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标题 1">
                <a:extLst>
                  <a:ext uri="{FF2B5EF4-FFF2-40B4-BE49-F238E27FC236}">
                    <a16:creationId xmlns:a16="http://schemas.microsoft.com/office/drawing/2014/main" id="{2C29EB9B-4A87-C8A0-7658-DD6B9670788C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87003" y="4420042"/>
                <a:ext cx="8769993" cy="1325563"/>
              </a:xfrm>
              <a:prstGeom prst="rect">
                <a:avLst/>
              </a:prstGeom>
            </p:spPr>
            <p:txBody>
              <a:bodyPr vert="horz" lIns="91440" tIns="45720" rIns="91440" bIns="45720" rtlCol="0" anchor="ctr">
                <a:no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algn="ctr">
                  <a:lnSpc>
                    <a:spcPct val="150000"/>
                  </a:lnSpc>
                </a:pPr>
                <a:r>
                  <a:rPr kumimoji="1" lang="zh-CN" altLang="en-US" sz="2600" b="1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KaiTi" panose="02010609060101010101" pitchFamily="49" charset="-122"/>
                    <a:cs typeface="Times New Roman" panose="02020603050405020304" pitchFamily="18" charset="0"/>
                  </a:rPr>
                  <a:t>协方差</a:t>
                </a:r>
                <a14:m>
                  <m:oMath xmlns:m="http://schemas.openxmlformats.org/officeDocument/2006/math">
                    <m:r>
                      <a:rPr kumimoji="1" lang="en-US" altLang="zh-CN" sz="2600" b="1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KaiTi" panose="02010609060101010101" pitchFamily="49" charset="-122"/>
                        <a:cs typeface="Times New Roman" panose="02020603050405020304" pitchFamily="18" charset="0"/>
                      </a:rPr>
                      <m:t>𝒄𝒐𝒗</m:t>
                    </m:r>
                    <m:r>
                      <a:rPr kumimoji="1" lang="en-US" altLang="zh-CN" sz="2600" b="1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KaiTi" panose="02010609060101010101" pitchFamily="49" charset="-122"/>
                        <a:cs typeface="Times New Roman" panose="02020603050405020304" pitchFamily="18" charset="0"/>
                      </a:rPr>
                      <m:t>(</m:t>
                    </m:r>
                    <m:r>
                      <a:rPr kumimoji="1" lang="en-US" altLang="zh-CN" sz="2600" b="1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KaiTi" panose="02010609060101010101" pitchFamily="49" charset="-122"/>
                        <a:cs typeface="Times New Roman" panose="02020603050405020304" pitchFamily="18" charset="0"/>
                      </a:rPr>
                      <m:t>𝑿</m:t>
                    </m:r>
                    <m:r>
                      <a:rPr kumimoji="1" lang="en-US" altLang="zh-CN" sz="2600" b="1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KaiTi" panose="02010609060101010101" pitchFamily="49" charset="-122"/>
                        <a:cs typeface="Times New Roman" panose="02020603050405020304" pitchFamily="18" charset="0"/>
                      </a:rPr>
                      <m:t>,</m:t>
                    </m:r>
                    <m:r>
                      <a:rPr kumimoji="1" lang="en-US" altLang="zh-CN" sz="2600" b="1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KaiTi" panose="02010609060101010101" pitchFamily="49" charset="-122"/>
                        <a:cs typeface="Times New Roman" panose="02020603050405020304" pitchFamily="18" charset="0"/>
                      </a:rPr>
                      <m:t>𝒀</m:t>
                    </m:r>
                    <m:r>
                      <a:rPr kumimoji="1" lang="en-US" altLang="zh-CN" sz="2600" b="1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KaiTi" panose="02010609060101010101" pitchFamily="49" charset="-122"/>
                        <a:cs typeface="Times New Roman" panose="02020603050405020304" pitchFamily="18" charset="0"/>
                      </a:rPr>
                      <m:t>)</m:t>
                    </m:r>
                  </m:oMath>
                </a14:m>
                <a:r>
                  <a:rPr kumimoji="1" lang="zh-CN" altLang="en-US" sz="2600" b="1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KaiTi" panose="02010609060101010101" pitchFamily="49" charset="-122"/>
                    <a:cs typeface="Times New Roman" panose="02020603050405020304" pitchFamily="18" charset="0"/>
                  </a:rPr>
                  <a:t>  相关系数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zh-CN" sz="26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KaiTi" panose="02010609060101010101" pitchFamily="49" charset="-122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kumimoji="1" lang="zh-CN" altLang="en-US" sz="26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KaiTi" panose="02010609060101010101" pitchFamily="49" charset="-122"/>
                            <a:cs typeface="Times New Roman" panose="02020603050405020304" pitchFamily="18" charset="0"/>
                          </a:rPr>
                          <m:t>𝝆</m:t>
                        </m:r>
                      </m:e>
                      <m:sub>
                        <m:r>
                          <a:rPr kumimoji="1" lang="en-US" altLang="zh-CN" sz="26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KaiTi" panose="02010609060101010101" pitchFamily="49" charset="-122"/>
                            <a:cs typeface="Times New Roman" panose="02020603050405020304" pitchFamily="18" charset="0"/>
                          </a:rPr>
                          <m:t>𝑿</m:t>
                        </m:r>
                        <m:r>
                          <a:rPr kumimoji="1" lang="en-US" altLang="zh-CN" sz="26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KaiTi" panose="02010609060101010101" pitchFamily="49" charset="-122"/>
                            <a:cs typeface="Times New Roman" panose="02020603050405020304" pitchFamily="18" charset="0"/>
                          </a:rPr>
                          <m:t>,</m:t>
                        </m:r>
                        <m:r>
                          <a:rPr kumimoji="1" lang="en-US" altLang="zh-CN" sz="26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KaiTi" panose="02010609060101010101" pitchFamily="49" charset="-122"/>
                            <a:cs typeface="Times New Roman" panose="02020603050405020304" pitchFamily="18" charset="0"/>
                          </a:rPr>
                          <m:t>𝒀</m:t>
                        </m:r>
                      </m:sub>
                    </m:sSub>
                  </m:oMath>
                </a14:m>
                <a:endParaRPr kumimoji="1" lang="zh-CN" altLang="en-US" sz="2600" b="1" baseline="-25000" dirty="0">
                  <a:solidFill>
                    <a:schemeClr val="tx1"/>
                  </a:solidFill>
                  <a:latin typeface="Times New Roman" panose="02020603050405020304" pitchFamily="18" charset="0"/>
                  <a:ea typeface="KaiTi" panose="02010609060101010101" pitchFamily="49" charset="-122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2" name="标题 1">
                <a:extLst>
                  <a:ext uri="{FF2B5EF4-FFF2-40B4-BE49-F238E27FC236}">
                    <a16:creationId xmlns:a16="http://schemas.microsoft.com/office/drawing/2014/main" id="{2C29EB9B-4A87-C8A0-7658-DD6B9670788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7003" y="4420042"/>
                <a:ext cx="8769993" cy="1325563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1500360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2" grpId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Text Box 2">
            <a:hlinkClick r:id="rId2" action="ppaction://hlinksldjump" tooltip="点击进入"/>
            <a:extLst>
              <a:ext uri="{FF2B5EF4-FFF2-40B4-BE49-F238E27FC236}">
                <a16:creationId xmlns:a16="http://schemas.microsoft.com/office/drawing/2014/main" id="{9979D594-9100-0446-A19F-7140E553358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40588" y="538262"/>
            <a:ext cx="7143656" cy="71006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90000" tIns="46800" rIns="90000" bIns="46800">
            <a:spAutoFit/>
          </a:bodyPr>
          <a:lstStyle/>
          <a:p>
            <a:pPr marR="0" lvl="0" indent="0" algn="ctr" fontAlgn="base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SzPct val="70000"/>
              <a:tabLst/>
              <a:defRPr/>
            </a:pPr>
            <a:r>
              <a:rPr kumimoji="1" lang="zh-CN" altLang="en-US" sz="4000" b="1">
                <a:solidFill>
                  <a:srgbClr val="0000FF"/>
                </a:solidFill>
                <a:latin typeface="Times New Roman" panose="02020603050405020304" pitchFamily="18" charset="0"/>
                <a:ea typeface="华文新魏" panose="02010800040101010101" pitchFamily="2" charset="-122"/>
              </a:rPr>
              <a:t>第四章   随机变量的数字特征</a:t>
            </a:r>
          </a:p>
        </p:txBody>
      </p:sp>
      <p:sp>
        <p:nvSpPr>
          <p:cNvPr id="61444" name="Text Box 4">
            <a:hlinkClick r:id="rId3" action="ppaction://hlinksldjump"/>
            <a:extLst>
              <a:ext uri="{FF2B5EF4-FFF2-40B4-BE49-F238E27FC236}">
                <a16:creationId xmlns:a16="http://schemas.microsoft.com/office/drawing/2014/main" id="{601F1377-4EC1-A648-9D08-93B0CEF4438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18571" y="2980985"/>
            <a:ext cx="5761037" cy="537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38100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>
            <a:lvl1pPr marL="908050" indent="-436563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471487" lvl="0" indent="0" defTabSz="914400" fontAlgn="base">
              <a:lnSpc>
                <a:spcPct val="90000"/>
              </a:lnSpc>
              <a:spcBef>
                <a:spcPct val="50000"/>
              </a:spcBef>
              <a:spcAft>
                <a:spcPct val="0"/>
              </a:spcAft>
              <a:buClr>
                <a:srgbClr val="CC0000"/>
              </a:buClr>
              <a:defRPr/>
            </a:pPr>
            <a:r>
              <a:rPr kumimoji="1" lang="en-US" altLang="zh-CN" sz="3200" b="1"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§4.2</a:t>
            </a:r>
            <a:r>
              <a:rPr kumimoji="1" lang="zh-CN" altLang="en-US" sz="3200" b="1"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kumimoji="1" lang="zh-CN" altLang="en-US" sz="3200" b="1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方差</a:t>
            </a:r>
          </a:p>
        </p:txBody>
      </p:sp>
      <p:sp>
        <p:nvSpPr>
          <p:cNvPr id="61445" name="Text Box 5">
            <a:hlinkClick r:id="" action="ppaction://noaction"/>
            <a:extLst>
              <a:ext uri="{FF2B5EF4-FFF2-40B4-BE49-F238E27FC236}">
                <a16:creationId xmlns:a16="http://schemas.microsoft.com/office/drawing/2014/main" id="{D75E15BB-A7A5-2C46-90D2-B9B92ACCDED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18571" y="4603695"/>
            <a:ext cx="6481762" cy="537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38100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>
            <a:lvl1pPr marL="908050" indent="-436563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471487" lvl="0" indent="0" defTabSz="914400" fontAlgn="base">
              <a:lnSpc>
                <a:spcPct val="90000"/>
              </a:lnSpc>
              <a:spcBef>
                <a:spcPct val="50000"/>
              </a:spcBef>
              <a:spcAft>
                <a:spcPct val="0"/>
              </a:spcAft>
              <a:buClr>
                <a:srgbClr val="CC0000"/>
              </a:buClr>
              <a:defRPr/>
            </a:pPr>
            <a:r>
              <a:rPr kumimoji="1" lang="en-US" altLang="zh-CN" sz="3200" b="1"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§4.4</a:t>
            </a:r>
            <a:r>
              <a:rPr kumimoji="1" lang="zh-CN" altLang="en-US" sz="3200" b="1"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kumimoji="1" lang="zh-CN" altLang="en-US" sz="3200" b="1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矩、协方差矩阵</a:t>
            </a:r>
          </a:p>
        </p:txBody>
      </p:sp>
      <p:sp>
        <p:nvSpPr>
          <p:cNvPr id="61446" name="Text Box 6">
            <a:hlinkClick r:id="rId4" action="ppaction://hlinksldjump"/>
            <a:extLst>
              <a:ext uri="{FF2B5EF4-FFF2-40B4-BE49-F238E27FC236}">
                <a16:creationId xmlns:a16="http://schemas.microsoft.com/office/drawing/2014/main" id="{3CA5D0EF-1412-D449-86E5-3BEFAEB9289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18571" y="3792340"/>
            <a:ext cx="5761037" cy="537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38100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>
            <a:lvl1pPr marL="908050" indent="-436563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471487" lvl="0" indent="0" defTabSz="914400" fontAlgn="base">
              <a:lnSpc>
                <a:spcPct val="90000"/>
              </a:lnSpc>
              <a:spcBef>
                <a:spcPct val="50000"/>
              </a:spcBef>
              <a:spcAft>
                <a:spcPct val="0"/>
              </a:spcAft>
              <a:buClr>
                <a:srgbClr val="CC0000"/>
              </a:buClr>
              <a:defRPr/>
            </a:pPr>
            <a:r>
              <a:rPr kumimoji="1"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§4.3</a:t>
            </a:r>
            <a:r>
              <a:rPr kumimoji="1" lang="zh-CN" altLang="en-US" sz="3200" b="1" dirty="0">
                <a:solidFill>
                  <a:srgbClr val="FF0000"/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kumimoji="1" lang="zh-CN" alt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协方差及相关系数</a:t>
            </a:r>
          </a:p>
        </p:txBody>
      </p:sp>
      <p:sp>
        <p:nvSpPr>
          <p:cNvPr id="9" name="Text Box 4">
            <a:hlinkClick r:id="rId3" action="ppaction://hlinksldjump"/>
            <a:extLst>
              <a:ext uri="{FF2B5EF4-FFF2-40B4-BE49-F238E27FC236}">
                <a16:creationId xmlns:a16="http://schemas.microsoft.com/office/drawing/2014/main" id="{A2A32693-FA85-46ED-9F52-424F364119E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18571" y="2158492"/>
            <a:ext cx="5761037" cy="537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38100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>
            <a:lvl1pPr marL="908050" indent="-436563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471487" indent="0" defTabSz="914400" fontAlgn="base">
              <a:lnSpc>
                <a:spcPct val="90000"/>
              </a:lnSpc>
              <a:spcBef>
                <a:spcPct val="50000"/>
              </a:spcBef>
              <a:spcAft>
                <a:spcPct val="0"/>
              </a:spcAft>
              <a:buClr>
                <a:srgbClr val="CC0000"/>
              </a:buClr>
            </a:pPr>
            <a:r>
              <a:rPr kumimoji="1" lang="en-US" altLang="zh-CN" sz="3200" b="1"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§4.1</a:t>
            </a:r>
            <a:r>
              <a:rPr kumimoji="1" lang="zh-CN" altLang="en-US" sz="3200" b="1"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kumimoji="1" lang="zh-CN" altLang="en-US" sz="3200" b="1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数学期望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F6BE74F-1888-E8A5-FCA2-5DD7483278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-53974"/>
            <a:ext cx="7886700" cy="1325563"/>
          </a:xfrm>
        </p:spPr>
        <p:txBody>
          <a:bodyPr>
            <a:normAutofit/>
          </a:bodyPr>
          <a:lstStyle/>
          <a:p>
            <a:pPr algn="ctr"/>
            <a:r>
              <a:rPr lang="zh-CN" altLang="en-US" sz="4000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协方差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A0F1B26D-C89A-B84D-9C6A-9D8BD9859A0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296032" y="1271589"/>
                <a:ext cx="8756196" cy="3216188"/>
              </a:xfrm>
            </p:spPr>
            <p:txBody>
              <a:bodyPr>
                <a:noAutofit/>
              </a:bodyPr>
              <a:lstStyle/>
              <a:p>
                <a:pPr marL="0" indent="0">
                  <a:lnSpc>
                    <a:spcPct val="160000"/>
                  </a:lnSpc>
                  <a:buNone/>
                </a:pPr>
                <a:r>
                  <a:rPr lang="zh-CN" altLang="en-US" dirty="0"/>
                  <a:t>在本章第二节方差性质</a:t>
                </a:r>
                <a:r>
                  <a:rPr lang="en-US" altLang="zh-CN" dirty="0"/>
                  <a:t>3°</a:t>
                </a:r>
                <a:r>
                  <a:rPr lang="zh-CN" altLang="en-US" dirty="0"/>
                  <a:t>的证明中，我们已经看到，如果两个随机变量</a:t>
                </a:r>
                <a14:m>
                  <m:oMath xmlns:m="http://schemas.openxmlformats.org/officeDocument/2006/math"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zh-CN" altLang="en-US" dirty="0"/>
                  <a:t>和</a:t>
                </a:r>
                <a14:m>
                  <m:oMath xmlns:m="http://schemas.openxmlformats.org/officeDocument/2006/math"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𝑌</m:t>
                    </m:r>
                  </m:oMath>
                </a14:m>
                <a:r>
                  <a:rPr lang="zh-CN" altLang="en-US" dirty="0"/>
                  <a:t>是相互独立的，则</a:t>
                </a:r>
                <a:r>
                  <a:rPr lang="en-US" altLang="zh-CN" dirty="0"/>
                  <a:t>:</a:t>
                </a:r>
              </a:p>
              <a:p>
                <a:pPr marL="0" indent="0">
                  <a:lnSpc>
                    <a:spcPct val="160000"/>
                  </a:lnSpc>
                  <a:buNone/>
                </a:pPr>
                <a:endParaRPr lang="en-US" altLang="zh-CN" dirty="0"/>
              </a:p>
              <a:p>
                <a:pPr marL="0" indent="0">
                  <a:lnSpc>
                    <a:spcPct val="16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b="1" i="1" kern="100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𝑬</m:t>
                      </m:r>
                      <m:r>
                        <a:rPr lang="en-US" altLang="zh-CN" b="1" i="1" kern="100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{[</m:t>
                      </m:r>
                      <m:r>
                        <a:rPr lang="en-US" altLang="zh-CN" b="1" i="1" kern="100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𝑿</m:t>
                      </m:r>
                      <m:r>
                        <a:rPr lang="en-US" altLang="zh-CN" b="1" i="1" kern="100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−</m:t>
                      </m:r>
                      <m:r>
                        <a:rPr lang="en-US" altLang="zh-CN" b="1" i="1" kern="100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𝑬</m:t>
                      </m:r>
                      <m:r>
                        <a:rPr lang="en-US" altLang="zh-CN" b="1" i="1" kern="100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(</m:t>
                      </m:r>
                      <m:r>
                        <a:rPr lang="en-US" altLang="zh-CN" b="1" i="1" kern="100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𝑿</m:t>
                      </m:r>
                      <m:r>
                        <a:rPr lang="en-US" altLang="zh-CN" b="1" i="1" kern="100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)][</m:t>
                      </m:r>
                      <m:r>
                        <a:rPr lang="en-US" altLang="zh-CN" b="1" i="1" kern="100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𝒀</m:t>
                      </m:r>
                      <m:r>
                        <a:rPr lang="en-US" altLang="zh-CN" b="1" i="1" kern="100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−</m:t>
                      </m:r>
                      <m:r>
                        <a:rPr lang="en-US" altLang="zh-CN" b="1" i="1" kern="100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𝑬</m:t>
                      </m:r>
                      <m:r>
                        <a:rPr lang="en-US" altLang="zh-CN" b="1" i="1" kern="100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(</m:t>
                      </m:r>
                      <m:r>
                        <a:rPr lang="en-US" altLang="zh-CN" b="1" i="1" kern="100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𝒀</m:t>
                      </m:r>
                      <m:r>
                        <a:rPr lang="en-US" altLang="zh-CN" b="1" i="1" kern="100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)]}=</m:t>
                      </m:r>
                      <m:r>
                        <a:rPr lang="en-US" altLang="zh-CN" b="1" i="1" kern="100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𝟎</m:t>
                      </m:r>
                    </m:oMath>
                  </m:oMathPara>
                </a14:m>
                <a:endParaRPr lang="en-US" altLang="zh-CN" b="1" kern="100" dirty="0">
                  <a:solidFill>
                    <a:srgbClr val="FF0000"/>
                  </a:solidFill>
                  <a:latin typeface="KaiTi" panose="02010609060101010101" pitchFamily="49" charset="-122"/>
                  <a:cs typeface="Times New Roman" panose="02020603050405020304" pitchFamily="18" charset="0"/>
                </a:endParaRPr>
              </a:p>
              <a:p>
                <a:pPr marL="0" indent="0">
                  <a:lnSpc>
                    <a:spcPct val="160000"/>
                  </a:lnSpc>
                  <a:buNone/>
                </a:pPr>
                <a:endParaRPr lang="zh-CN" altLang="zh-CN" b="1" kern="100" dirty="0">
                  <a:solidFill>
                    <a:srgbClr val="FF0000"/>
                  </a:solidFill>
                  <a:latin typeface="KaiTi" panose="02010609060101010101" pitchFamily="49" charset="-122"/>
                  <a:cs typeface="Times New Roman" panose="02020603050405020304" pitchFamily="18" charset="0"/>
                </a:endParaRPr>
              </a:p>
              <a:p>
                <a:pPr marL="0" indent="0">
                  <a:lnSpc>
                    <a:spcPct val="160000"/>
                  </a:lnSpc>
                  <a:buNone/>
                </a:pPr>
                <a:r>
                  <a:rPr lang="zh-CN" altLang="en-US" dirty="0"/>
                  <a:t>这意味着当</a:t>
                </a:r>
                <a14:m>
                  <m:oMath xmlns:m="http://schemas.openxmlformats.org/officeDocument/2006/math">
                    <m:r>
                      <a:rPr lang="en-US" altLang="zh-CN" kern="100"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𝐸</m:t>
                    </m:r>
                    <m:r>
                      <a:rPr lang="en-US" altLang="zh-CN" kern="100"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{[</m:t>
                    </m:r>
                    <m:r>
                      <a:rPr lang="en-US" altLang="zh-CN" kern="100"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𝑋</m:t>
                    </m:r>
                    <m:r>
                      <a:rPr lang="en-US" altLang="zh-CN" kern="100"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−</m:t>
                    </m:r>
                    <m:r>
                      <a:rPr lang="en-US" altLang="zh-CN" kern="100"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𝐸</m:t>
                    </m:r>
                    <m:r>
                      <a:rPr lang="en-US" altLang="zh-CN" kern="100"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(</m:t>
                    </m:r>
                    <m:r>
                      <a:rPr lang="en-US" altLang="zh-CN" kern="100"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𝑋</m:t>
                    </m:r>
                    <m:r>
                      <a:rPr lang="en-US" altLang="zh-CN" kern="100"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)][</m:t>
                    </m:r>
                    <m:r>
                      <a:rPr lang="en-US" altLang="zh-CN" kern="100"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𝑌</m:t>
                    </m:r>
                    <m:r>
                      <a:rPr lang="en-US" altLang="zh-CN" kern="100"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−</m:t>
                    </m:r>
                    <m:r>
                      <a:rPr lang="en-US" altLang="zh-CN" kern="100"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𝐸</m:t>
                    </m:r>
                    <m:r>
                      <a:rPr lang="en-US" altLang="zh-CN" kern="100"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(</m:t>
                    </m:r>
                    <m:r>
                      <a:rPr lang="en-US" altLang="zh-CN" kern="100"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𝑌</m:t>
                    </m:r>
                    <m:r>
                      <a:rPr lang="en-US" altLang="zh-CN" kern="100"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)]}≠0</m:t>
                    </m:r>
                    <m:r>
                      <a:rPr lang="zh-CN" altLang="en-US" kern="100"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时</m:t>
                    </m:r>
                  </m:oMath>
                </a14:m>
                <a:r>
                  <a:rPr lang="zh-CN" altLang="en-US" kern="100" dirty="0">
                    <a:latin typeface="KaiTi" panose="02010609060101010101" pitchFamily="49" charset="-122"/>
                    <a:cs typeface="Times New Roman" panose="02020603050405020304" pitchFamily="18" charset="0"/>
                  </a:rPr>
                  <a:t>，</a:t>
                </a:r>
                <a:r>
                  <a:rPr lang="en-US" altLang="zh-CN" dirty="0"/>
                  <a:t> </a:t>
                </a:r>
                <a14:m>
                  <m:oMath xmlns:m="http://schemas.openxmlformats.org/officeDocument/2006/math">
                    <m:r>
                      <a:rPr lang="en-US" altLang="zh-CN" i="1" dirty="0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zh-CN" altLang="en-US" dirty="0"/>
                  <a:t>和</a:t>
                </a:r>
                <a14:m>
                  <m:oMath xmlns:m="http://schemas.openxmlformats.org/officeDocument/2006/math">
                    <m:r>
                      <a:rPr lang="en-US" altLang="zh-CN" i="1" dirty="0">
                        <a:latin typeface="Cambria Math" panose="02040503050406030204" pitchFamily="18" charset="0"/>
                      </a:rPr>
                      <m:t>𝑌</m:t>
                    </m:r>
                  </m:oMath>
                </a14:m>
                <a:r>
                  <a:rPr lang="zh-CN" altLang="en-US" kern="100" dirty="0">
                    <a:latin typeface="KaiTi" panose="02010609060101010101" pitchFamily="49" charset="-122"/>
                    <a:cs typeface="Times New Roman" panose="02020603050405020304" pitchFamily="18" charset="0"/>
                  </a:rPr>
                  <a:t>不相互独立，而是存在着一定的关系的。</a:t>
                </a:r>
                <a:endParaRPr lang="en-US" altLang="zh-CN" kern="100" dirty="0">
                  <a:latin typeface="KaiTi" panose="02010609060101010101" pitchFamily="49" charset="-122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A0F1B26D-C89A-B84D-9C6A-9D8BD9859A0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96032" y="1271589"/>
                <a:ext cx="8756196" cy="3216188"/>
              </a:xfrm>
              <a:blipFill>
                <a:blip r:embed="rId2"/>
                <a:stretch>
                  <a:fillRect l="-1449" b="-6496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" name="直线连接符 5">
            <a:extLst>
              <a:ext uri="{FF2B5EF4-FFF2-40B4-BE49-F238E27FC236}">
                <a16:creationId xmlns:a16="http://schemas.microsoft.com/office/drawing/2014/main" id="{4B5CD344-24F3-1E67-8DD8-8DF155A3AC81}"/>
              </a:ext>
            </a:extLst>
          </p:cNvPr>
          <p:cNvCxnSpPr/>
          <p:nvPr/>
        </p:nvCxnSpPr>
        <p:spPr>
          <a:xfrm>
            <a:off x="0" y="1082842"/>
            <a:ext cx="9144000" cy="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463215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F6BE74F-1888-E8A5-FCA2-5DD7483278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-53974"/>
            <a:ext cx="7886700" cy="1325563"/>
          </a:xfrm>
        </p:spPr>
        <p:txBody>
          <a:bodyPr>
            <a:normAutofit/>
          </a:bodyPr>
          <a:lstStyle/>
          <a:p>
            <a:pPr algn="ctr"/>
            <a:r>
              <a:rPr lang="zh-CN" altLang="en-US" sz="4000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协方差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A0F1B26D-C89A-B84D-9C6A-9D8BD9859A0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296032" y="1271589"/>
                <a:ext cx="8756196" cy="3875484"/>
              </a:xfrm>
            </p:spPr>
            <p:txBody>
              <a:bodyPr>
                <a:noAutofit/>
              </a:bodyPr>
              <a:lstStyle/>
              <a:p>
                <a:pPr marL="0" indent="0">
                  <a:lnSpc>
                    <a:spcPct val="160000"/>
                  </a:lnSpc>
                  <a:buNone/>
                </a:pPr>
                <a:endParaRPr lang="zh-CN" altLang="zh-CN" sz="2000" kern="100" dirty="0">
                  <a:latin typeface="KaiTi" panose="02010609060101010101" pitchFamily="49" charset="-122"/>
                  <a:cs typeface="Times New Roman" panose="02020603050405020304" pitchFamily="18" charset="0"/>
                </a:endParaRPr>
              </a:p>
              <a:p>
                <a:pPr marL="0" indent="0">
                  <a:lnSpc>
                    <a:spcPct val="160000"/>
                  </a:lnSpc>
                  <a:buNone/>
                </a:pPr>
                <a:r>
                  <a:rPr lang="zh-CN" altLang="en-US" b="1" dirty="0">
                    <a:solidFill>
                      <a:srgbClr val="FF0000"/>
                    </a:solidFill>
                  </a:rPr>
                  <a:t>定义</a:t>
                </a:r>
                <a:r>
                  <a:rPr lang="zh-CN" altLang="en-US" dirty="0"/>
                  <a:t>    </a:t>
                </a:r>
                <a14:m>
                  <m:oMath xmlns:m="http://schemas.openxmlformats.org/officeDocument/2006/math">
                    <m:r>
                      <a:rPr lang="en-US" altLang="zh-CN" kern="100"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𝐸</m:t>
                    </m:r>
                    <m:r>
                      <a:rPr lang="en-US" altLang="zh-CN" kern="100"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{[</m:t>
                    </m:r>
                    <m:r>
                      <a:rPr lang="en-US" altLang="zh-CN" kern="100"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𝑋</m:t>
                    </m:r>
                    <m:r>
                      <a:rPr lang="en-US" altLang="zh-CN" kern="100"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−</m:t>
                    </m:r>
                    <m:r>
                      <a:rPr lang="en-US" altLang="zh-CN" kern="100"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𝐸</m:t>
                    </m:r>
                    <m:r>
                      <a:rPr lang="en-US" altLang="zh-CN" kern="100"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(</m:t>
                    </m:r>
                    <m:r>
                      <a:rPr lang="en-US" altLang="zh-CN" kern="100"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𝑋</m:t>
                    </m:r>
                    <m:r>
                      <a:rPr lang="en-US" altLang="zh-CN" kern="100"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)][</m:t>
                    </m:r>
                    <m:r>
                      <a:rPr lang="en-US" altLang="zh-CN" kern="100"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𝑌</m:t>
                    </m:r>
                    <m:r>
                      <a:rPr lang="en-US" altLang="zh-CN" kern="100"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−</m:t>
                    </m:r>
                    <m:r>
                      <a:rPr lang="en-US" altLang="zh-CN" kern="100"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𝐸</m:t>
                    </m:r>
                    <m:r>
                      <a:rPr lang="en-US" altLang="zh-CN" kern="100"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(</m:t>
                    </m:r>
                    <m:r>
                      <a:rPr lang="en-US" altLang="zh-CN" kern="100"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𝑌</m:t>
                    </m:r>
                    <m:r>
                      <a:rPr lang="en-US" altLang="zh-CN" kern="100"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)]}</m:t>
                    </m:r>
                  </m:oMath>
                </a14:m>
                <a:r>
                  <a:rPr lang="zh-CN" altLang="en-US" kern="100" dirty="0">
                    <a:latin typeface="KaiTi" panose="02010609060101010101" pitchFamily="49" charset="-122"/>
                    <a:cs typeface="Times New Roman" panose="02020603050405020304" pitchFamily="18" charset="0"/>
                  </a:rPr>
                  <a:t>称为随机变量</a:t>
                </a:r>
                <a14:m>
                  <m:oMath xmlns:m="http://schemas.openxmlformats.org/officeDocument/2006/math">
                    <m:r>
                      <a:rPr lang="en-US" altLang="zh-CN" i="1" dirty="0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zh-CN" altLang="en-US" dirty="0"/>
                  <a:t>和</a:t>
                </a:r>
                <a14:m>
                  <m:oMath xmlns:m="http://schemas.openxmlformats.org/officeDocument/2006/math">
                    <m:r>
                      <a:rPr lang="en-US" altLang="zh-CN" i="1" dirty="0">
                        <a:latin typeface="Cambria Math" panose="02040503050406030204" pitchFamily="18" charset="0"/>
                      </a:rPr>
                      <m:t>𝑌</m:t>
                    </m:r>
                  </m:oMath>
                </a14:m>
                <a:r>
                  <a:rPr lang="zh-CN" altLang="en-US" kern="100" dirty="0">
                    <a:latin typeface="KaiTi" panose="02010609060101010101" pitchFamily="49" charset="-122"/>
                    <a:cs typeface="Times New Roman" panose="02020603050405020304" pitchFamily="18" charset="0"/>
                  </a:rPr>
                  <a:t>的协方差。记为</a:t>
                </a:r>
                <a14:m>
                  <m:oMath xmlns:m="http://schemas.openxmlformats.org/officeDocument/2006/math">
                    <m:r>
                      <a:rPr lang="en-US" altLang="zh-CN" i="1" kern="100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𝑐𝑜𝑣</m:t>
                    </m:r>
                    <m:r>
                      <a:rPr lang="en-US" altLang="zh-CN" b="0" i="1" kern="100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(</m:t>
                    </m:r>
                    <m:r>
                      <a:rPr lang="en-US" altLang="zh-CN" i="1" kern="100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𝑋</m:t>
                    </m:r>
                    <m:r>
                      <a:rPr lang="en-US" altLang="zh-CN" i="1" kern="100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, </m:t>
                    </m:r>
                    <m:r>
                      <a:rPr lang="en-US" altLang="zh-CN" i="1" kern="100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𝑌</m:t>
                    </m:r>
                    <m:r>
                      <a:rPr lang="en-US" altLang="zh-CN" b="0" i="1" kern="100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)</m:t>
                    </m:r>
                  </m:oMath>
                </a14:m>
                <a:r>
                  <a:rPr lang="en-US" altLang="zh-CN" kern="100" dirty="0">
                    <a:latin typeface="KaiTi" panose="02010609060101010101" pitchFamily="49" charset="-122"/>
                    <a:cs typeface="Times New Roman" panose="02020603050405020304" pitchFamily="18" charset="0"/>
                  </a:rPr>
                  <a:t>,</a:t>
                </a:r>
                <a:r>
                  <a:rPr lang="zh-CN" altLang="en-US" kern="100" dirty="0">
                    <a:latin typeface="Cambria Math" panose="02040503050406030204" pitchFamily="18" charset="0"/>
                    <a:cs typeface="Times New Roman" panose="02020603050405020304" pitchFamily="18" charset="0"/>
                  </a:rPr>
                  <a:t>即</a:t>
                </a:r>
                <a:r>
                  <a:rPr lang="en-US" altLang="zh-CN" kern="100" dirty="0">
                    <a:latin typeface="Cambria Math" panose="02040503050406030204" pitchFamily="18" charset="0"/>
                    <a:cs typeface="Times New Roman" panose="02020603050405020304" pitchFamily="18" charset="0"/>
                  </a:rPr>
                  <a:t>:</a:t>
                </a:r>
              </a:p>
              <a:p>
                <a:pPr marL="0" indent="0">
                  <a:lnSpc>
                    <a:spcPct val="160000"/>
                  </a:lnSpc>
                  <a:buNone/>
                </a:pPr>
                <a:r>
                  <a:rPr lang="en-US" altLang="zh-CN" kern="100" dirty="0">
                    <a:latin typeface="Cambria Math" panose="02040503050406030204" pitchFamily="18" charset="0"/>
                    <a:cs typeface="Times New Roman" panose="02020603050405020304" pitchFamily="18" charset="0"/>
                  </a:rPr>
                  <a:t>           </a:t>
                </a:r>
                <a:r>
                  <a:rPr lang="zh-CN" altLang="en-US" kern="100" dirty="0">
                    <a:latin typeface="Cambria Math" panose="020405030504060302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kern="100"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       </m:t>
                    </m:r>
                    <m:r>
                      <a:rPr lang="en-US" altLang="zh-CN" b="1" i="1" kern="100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𝒄𝒐𝒗</m:t>
                    </m:r>
                    <m:r>
                      <a:rPr lang="en-US" altLang="zh-CN" b="1" i="1" kern="100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(</m:t>
                    </m:r>
                    <m:r>
                      <a:rPr lang="en-US" altLang="zh-CN" b="1" i="1" kern="100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𝑿</m:t>
                    </m:r>
                    <m:r>
                      <a:rPr lang="en-US" altLang="zh-CN" b="1" i="1" kern="100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,</m:t>
                    </m:r>
                    <m:r>
                      <a:rPr lang="en-US" altLang="zh-CN" b="1" i="1" kern="100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𝒀</m:t>
                    </m:r>
                    <m:r>
                      <a:rPr lang="en-US" altLang="zh-CN" b="1" i="1" kern="100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)=</m:t>
                    </m:r>
                    <m:r>
                      <a:rPr lang="en-US" altLang="zh-CN" b="1" i="1" kern="100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𝑬</m:t>
                    </m:r>
                    <m:r>
                      <a:rPr lang="en-US" altLang="zh-CN" b="1" i="1" kern="100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{[</m:t>
                    </m:r>
                    <m:r>
                      <a:rPr lang="en-US" altLang="zh-CN" b="1" i="1" kern="100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𝑿</m:t>
                    </m:r>
                    <m:r>
                      <a:rPr lang="en-US" altLang="zh-CN" b="1" i="1" kern="100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−</m:t>
                    </m:r>
                    <m:r>
                      <a:rPr lang="en-US" altLang="zh-CN" b="1" i="1" kern="100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𝑬</m:t>
                    </m:r>
                    <m:r>
                      <a:rPr lang="en-US" altLang="zh-CN" b="1" i="1" kern="100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(</m:t>
                    </m:r>
                    <m:r>
                      <a:rPr lang="en-US" altLang="zh-CN" b="1" i="1" kern="100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𝑿</m:t>
                    </m:r>
                    <m:r>
                      <a:rPr lang="en-US" altLang="zh-CN" b="1" i="1" kern="100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)][</m:t>
                    </m:r>
                    <m:r>
                      <a:rPr lang="en-US" altLang="zh-CN" b="1" i="1" kern="100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𝒀</m:t>
                    </m:r>
                    <m:r>
                      <a:rPr lang="en-US" altLang="zh-CN" b="1" i="1" kern="100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−</m:t>
                    </m:r>
                    <m:r>
                      <a:rPr lang="en-US" altLang="zh-CN" b="1" i="1" kern="100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𝑬</m:t>
                    </m:r>
                    <m:r>
                      <a:rPr lang="en-US" altLang="zh-CN" b="1" i="1" kern="100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(</m:t>
                    </m:r>
                    <m:r>
                      <a:rPr lang="en-US" altLang="zh-CN" b="1" i="1" kern="100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𝒀</m:t>
                    </m:r>
                    <m:r>
                      <a:rPr lang="en-US" altLang="zh-CN" b="1" i="1" kern="100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)]}</m:t>
                    </m:r>
                  </m:oMath>
                </a14:m>
                <a:endParaRPr lang="en-US" altLang="zh-CN" b="1" kern="100" dirty="0">
                  <a:latin typeface="Cambria Math" panose="020405030504060302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lnSpc>
                    <a:spcPct val="160000"/>
                  </a:lnSpc>
                  <a:buNone/>
                </a:pPr>
                <a:endParaRPr lang="zh-CN" altLang="zh-CN" kern="100" dirty="0">
                  <a:latin typeface="KaiTi" panose="02010609060101010101" pitchFamily="49" charset="-122"/>
                  <a:cs typeface="Times New Roman" panose="02020603050405020304" pitchFamily="18" charset="0"/>
                </a:endParaRPr>
              </a:p>
              <a:p>
                <a:pPr marL="0" indent="0">
                  <a:lnSpc>
                    <a:spcPct val="160000"/>
                  </a:lnSpc>
                  <a:buNone/>
                </a:pPr>
                <a:endParaRPr lang="zh-CN" altLang="en-US" dirty="0"/>
              </a:p>
            </p:txBody>
          </p:sp>
        </mc:Choice>
        <mc:Fallback xmlns="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A0F1B26D-C89A-B84D-9C6A-9D8BD9859A0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96032" y="1271589"/>
                <a:ext cx="8756196" cy="3875484"/>
              </a:xfrm>
              <a:blipFill>
                <a:blip r:embed="rId2"/>
                <a:stretch>
                  <a:fillRect l="-1449" r="-101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文本框 3">
                <a:extLst>
                  <a:ext uri="{FF2B5EF4-FFF2-40B4-BE49-F238E27FC236}">
                    <a16:creationId xmlns:a16="http://schemas.microsoft.com/office/drawing/2014/main" id="{4EFEB556-FB59-A89D-0621-813FDE96AF98}"/>
                  </a:ext>
                </a:extLst>
              </p:cNvPr>
              <p:cNvSpPr txBox="1"/>
              <p:nvPr/>
            </p:nvSpPr>
            <p:spPr>
              <a:xfrm>
                <a:off x="3358790" y="5586411"/>
                <a:ext cx="1838965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kumimoji="1" lang="en-US" altLang="zh-CN" sz="2800" i="1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c</m:t>
                      </m:r>
                      <m:r>
                        <m:rPr>
                          <m:nor/>
                        </m:rPr>
                        <a:rPr kumimoji="1" lang="en-US" altLang="zh-CN" sz="2800" dirty="0" smtClean="0">
                          <a:solidFill>
                            <a:srgbClr val="FF0000"/>
                          </a:solidFill>
                        </a:rPr>
                        <m:t>ov</m:t>
                      </m:r>
                      <m:r>
                        <m:rPr>
                          <m:nor/>
                        </m:rPr>
                        <a:rPr kumimoji="1" lang="en-US" altLang="zh-CN" sz="2800" dirty="0"/>
                        <m:t>ariance</m:t>
                      </m:r>
                    </m:oMath>
                  </m:oMathPara>
                </a14:m>
                <a:endParaRPr kumimoji="1" lang="zh-CN" altLang="en-US" sz="2800" dirty="0"/>
              </a:p>
            </p:txBody>
          </p:sp>
        </mc:Choice>
        <mc:Fallback xmlns="">
          <p:sp>
            <p:nvSpPr>
              <p:cNvPr id="4" name="文本框 3">
                <a:extLst>
                  <a:ext uri="{FF2B5EF4-FFF2-40B4-BE49-F238E27FC236}">
                    <a16:creationId xmlns:a16="http://schemas.microsoft.com/office/drawing/2014/main" id="{4EFEB556-FB59-A89D-0621-813FDE96AF9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58790" y="5586411"/>
                <a:ext cx="1838965" cy="52322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" name="直线连接符 5">
            <a:extLst>
              <a:ext uri="{FF2B5EF4-FFF2-40B4-BE49-F238E27FC236}">
                <a16:creationId xmlns:a16="http://schemas.microsoft.com/office/drawing/2014/main" id="{4B5CD344-24F3-1E67-8DD8-8DF155A3AC81}"/>
              </a:ext>
            </a:extLst>
          </p:cNvPr>
          <p:cNvCxnSpPr/>
          <p:nvPr/>
        </p:nvCxnSpPr>
        <p:spPr>
          <a:xfrm>
            <a:off x="0" y="1082842"/>
            <a:ext cx="9144000" cy="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501718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5" name="副标题 2">
                <a:extLst>
                  <a:ext uri="{FF2B5EF4-FFF2-40B4-BE49-F238E27FC236}">
                    <a16:creationId xmlns:a16="http://schemas.microsoft.com/office/drawing/2014/main" id="{D84EDB0C-EE6A-467C-A08E-A9A1E187096D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05626" y="1431785"/>
                <a:ext cx="8932748" cy="559709"/>
              </a:xfrm>
              <a:prstGeom prst="rect">
                <a:avLst/>
              </a:prstGeom>
            </p:spPr>
            <p:txBody>
              <a:bodyPr vert="horz" lIns="68580" tIns="34290" rIns="68580" bIns="34290" rtlCol="0">
                <a:noAutofit/>
              </a:bodyPr>
              <a:lstStyle>
                <a:lvl1pPr marL="0" indent="0" algn="ctr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None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indent="0" algn="ctr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indent="0" algn="ctr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indent="0" algn="ctr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indent="0" algn="ctr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indent="0" algn="ctr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indent="0" algn="ctr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indent="0" algn="ctr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indent="0" algn="ctr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lvl="0" algn="l">
                  <a:lnSpc>
                    <a:spcPct val="150000"/>
                  </a:lnSpc>
                </a:pPr>
                <a:r>
                  <a:rPr lang="zh-CN" altLang="en-US" sz="2600" dirty="0">
                    <a:solidFill>
                      <a:prstClr val="black"/>
                    </a:solidFill>
                    <a:latin typeface="Times New Roman" panose="02020603050405020304" pitchFamily="18" charset="0"/>
                    <a:ea typeface="KaiTi" panose="02010609060101010101" pitchFamily="49" charset="-122"/>
                    <a:cs typeface="Times New Roman" panose="02020603050405020304" pitchFamily="18" charset="0"/>
                  </a:rPr>
                  <a:t>如果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altLang="zh-CN" sz="2600" i="1" dirty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600" i="1" dirty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𝑋</m:t>
                        </m:r>
                        <m:r>
                          <a:rPr lang="en-US" altLang="zh-CN" sz="2600" i="1" dirty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zh-CN" sz="2600" i="1" dirty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𝑌</m:t>
                        </m:r>
                      </m:e>
                    </m:d>
                  </m:oMath>
                </a14:m>
                <a:r>
                  <a:rPr lang="zh-CN" altLang="en-US" sz="2600" dirty="0">
                    <a:solidFill>
                      <a:prstClr val="black"/>
                    </a:solidFill>
                    <a:latin typeface="Times New Roman" panose="02020603050405020304" pitchFamily="18" charset="0"/>
                    <a:ea typeface="KaiTi" panose="02010609060101010101" pitchFamily="49" charset="-122"/>
                    <a:cs typeface="Times New Roman" panose="02020603050405020304" pitchFamily="18" charset="0"/>
                  </a:rPr>
                  <a:t>为离散型随机向量，概率分布为</a:t>
                </a:r>
              </a:p>
            </p:txBody>
          </p:sp>
        </mc:Choice>
        <mc:Fallback xmlns="">
          <p:sp>
            <p:nvSpPr>
              <p:cNvPr id="5" name="副标题 2">
                <a:extLst>
                  <a:ext uri="{FF2B5EF4-FFF2-40B4-BE49-F238E27FC236}">
                    <a16:creationId xmlns:a16="http://schemas.microsoft.com/office/drawing/2014/main" id="{D84EDB0C-EE6A-467C-A08E-A9A1E187096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5626" y="1431785"/>
                <a:ext cx="8932748" cy="559709"/>
              </a:xfrm>
              <a:prstGeom prst="rect">
                <a:avLst/>
              </a:prstGeom>
              <a:blipFill>
                <a:blip r:embed="rId2"/>
                <a:stretch>
                  <a:fillRect l="-1420" b="-3111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副标题 2">
                <a:extLst>
                  <a:ext uri="{FF2B5EF4-FFF2-40B4-BE49-F238E27FC236}">
                    <a16:creationId xmlns:a16="http://schemas.microsoft.com/office/drawing/2014/main" id="{9C53C49E-8284-4DA1-BDD6-C475A1808E44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82765" y="4435217"/>
                <a:ext cx="8932748" cy="559709"/>
              </a:xfrm>
              <a:prstGeom prst="rect">
                <a:avLst/>
              </a:prstGeom>
            </p:spPr>
            <p:txBody>
              <a:bodyPr vert="horz" lIns="68580" tIns="34290" rIns="68580" bIns="34290" rtlCol="0">
                <a:noAutofit/>
              </a:bodyPr>
              <a:lstStyle>
                <a:lvl1pPr marL="0" indent="0" algn="ctr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None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indent="0" algn="ctr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indent="0" algn="ctr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indent="0" algn="ctr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indent="0" algn="ctr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indent="0" algn="ctr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indent="0" algn="ctr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indent="0" algn="ctr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indent="0" algn="ctr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lvl="0" algn="l">
                  <a:lnSpc>
                    <a:spcPct val="150000"/>
                  </a:lnSpc>
                </a:pPr>
                <a:r>
                  <a:rPr lang="zh-CN" altLang="en-US" sz="2600" dirty="0">
                    <a:solidFill>
                      <a:prstClr val="black"/>
                    </a:solidFill>
                    <a:latin typeface="Times New Roman" panose="02020603050405020304" pitchFamily="18" charset="0"/>
                    <a:ea typeface="KaiTi" panose="02010609060101010101" pitchFamily="49" charset="-122"/>
                    <a:cs typeface="Times New Roman" panose="02020603050405020304" pitchFamily="18" charset="0"/>
                  </a:rPr>
                  <a:t>如果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altLang="zh-CN" sz="2600" i="1" dirty="0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600" i="1" dirty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𝑋</m:t>
                        </m:r>
                        <m:r>
                          <a:rPr lang="en-US" altLang="zh-CN" sz="2600" i="1" dirty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zh-CN" sz="2600" i="1" dirty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𝑌</m:t>
                        </m:r>
                      </m:e>
                    </m:d>
                  </m:oMath>
                </a14:m>
                <a:r>
                  <a:rPr lang="zh-CN" altLang="en-US" sz="2600" dirty="0">
                    <a:solidFill>
                      <a:prstClr val="black"/>
                    </a:solidFill>
                    <a:latin typeface="Times New Roman" panose="02020603050405020304" pitchFamily="18" charset="0"/>
                    <a:ea typeface="KaiTi" panose="02010609060101010101" pitchFamily="49" charset="-122"/>
                    <a:cs typeface="Times New Roman" panose="02020603050405020304" pitchFamily="18" charset="0"/>
                  </a:rPr>
                  <a:t>是连续型随机向量，密度函数为</a:t>
                </a:r>
                <a14:m>
                  <m:oMath xmlns:m="http://schemas.openxmlformats.org/officeDocument/2006/math">
                    <m:r>
                      <a:rPr lang="en-US" altLang="zh-CN" sz="2600" i="1" dirty="0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KaiTi" panose="02010609060101010101" pitchFamily="49" charset="-122"/>
                        <a:cs typeface="Times New Roman" panose="02020603050405020304" pitchFamily="18" charset="0"/>
                      </a:rPr>
                      <m:t>𝑓</m:t>
                    </m:r>
                    <m:r>
                      <a:rPr lang="en-US" altLang="zh-CN" sz="2600" i="1" dirty="0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KaiTi" panose="02010609060101010101" pitchFamily="49" charset="-122"/>
                        <a:cs typeface="Times New Roman" panose="02020603050405020304" pitchFamily="18" charset="0"/>
                      </a:rPr>
                      <m:t>(</m:t>
                    </m:r>
                    <m:r>
                      <a:rPr lang="en-US" altLang="zh-CN" sz="2600" i="1" dirty="0" err="1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KaiTi" panose="02010609060101010101" pitchFamily="49" charset="-122"/>
                        <a:cs typeface="Times New Roman" panose="02020603050405020304" pitchFamily="18" charset="0"/>
                      </a:rPr>
                      <m:t>𝑥</m:t>
                    </m:r>
                    <m:r>
                      <a:rPr lang="en-US" altLang="zh-CN" sz="2600" i="1" dirty="0" err="1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KaiTi" panose="02010609060101010101" pitchFamily="49" charset="-122"/>
                        <a:cs typeface="Times New Roman" panose="02020603050405020304" pitchFamily="18" charset="0"/>
                      </a:rPr>
                      <m:t>,</m:t>
                    </m:r>
                    <m:r>
                      <a:rPr lang="en-US" altLang="zh-CN" sz="2600" i="1" dirty="0" err="1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KaiTi" panose="02010609060101010101" pitchFamily="49" charset="-122"/>
                        <a:cs typeface="Times New Roman" panose="02020603050405020304" pitchFamily="18" charset="0"/>
                      </a:rPr>
                      <m:t>𝑦</m:t>
                    </m:r>
                    <m:r>
                      <a:rPr lang="en-US" altLang="zh-CN" sz="2600" i="1" dirty="0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KaiTi" panose="02010609060101010101" pitchFamily="49" charset="-122"/>
                        <a:cs typeface="Times New Roman" panose="02020603050405020304" pitchFamily="18" charset="0"/>
                      </a:rPr>
                      <m:t>)</m:t>
                    </m:r>
                  </m:oMath>
                </a14:m>
                <a:r>
                  <a:rPr lang="en-US" altLang="zh-CN" sz="2600" dirty="0">
                    <a:solidFill>
                      <a:prstClr val="black"/>
                    </a:solidFill>
                    <a:latin typeface="Times New Roman" panose="02020603050405020304" pitchFamily="18" charset="0"/>
                    <a:ea typeface="KaiTi" panose="02010609060101010101" pitchFamily="49" charset="-122"/>
                    <a:cs typeface="Times New Roman" panose="02020603050405020304" pitchFamily="18" charset="0"/>
                  </a:rPr>
                  <a:t>,</a:t>
                </a:r>
                <a:r>
                  <a:rPr lang="zh-CN" altLang="en-US" sz="2600" dirty="0">
                    <a:solidFill>
                      <a:prstClr val="black"/>
                    </a:solidFill>
                    <a:latin typeface="Times New Roman" panose="02020603050405020304" pitchFamily="18" charset="0"/>
                    <a:ea typeface="KaiTi" panose="02010609060101010101" pitchFamily="49" charset="-122"/>
                    <a:cs typeface="Times New Roman" panose="02020603050405020304" pitchFamily="18" charset="0"/>
                  </a:rPr>
                  <a:t>则</a:t>
                </a:r>
                <a14:m>
                  <m:oMath xmlns:m="http://schemas.openxmlformats.org/officeDocument/2006/math">
                    <m:r>
                      <a:rPr lang="en-US" altLang="zh-CN" sz="2600" i="1" dirty="0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KaiTi" panose="02010609060101010101" pitchFamily="49" charset="-122"/>
                        <a:cs typeface="Times New Roman" panose="02020603050405020304" pitchFamily="18" charset="0"/>
                      </a:rPr>
                      <m:t>𝑋</m:t>
                    </m:r>
                  </m:oMath>
                </a14:m>
                <a:r>
                  <a:rPr lang="zh-CN" altLang="en-US" sz="2600" dirty="0">
                    <a:solidFill>
                      <a:prstClr val="black"/>
                    </a:solidFill>
                    <a:latin typeface="Times New Roman" panose="02020603050405020304" pitchFamily="18" charset="0"/>
                    <a:ea typeface="KaiTi" panose="02010609060101010101" pitchFamily="49" charset="-122"/>
                    <a:cs typeface="Times New Roman" panose="02020603050405020304" pitchFamily="18" charset="0"/>
                  </a:rPr>
                  <a:t>与</a:t>
                </a:r>
                <a:r>
                  <a:rPr lang="en-US" altLang="zh-CN" sz="2600" i="1" dirty="0">
                    <a:solidFill>
                      <a:prstClr val="black"/>
                    </a:solidFill>
                    <a:latin typeface="Cambria Math" panose="02040503050406030204" pitchFamily="18" charset="0"/>
                    <a:ea typeface="KaiTi" panose="02010609060101010101" pitchFamily="49" charset="-122"/>
                    <a:cs typeface="Times New Roman" panose="02020603050405020304" pitchFamily="18" charset="0"/>
                  </a:rPr>
                  <a:t>Y</a:t>
                </a:r>
                <a:r>
                  <a:rPr lang="zh-CN" altLang="en-US" sz="2600" dirty="0">
                    <a:solidFill>
                      <a:prstClr val="black"/>
                    </a:solidFill>
                    <a:latin typeface="Times New Roman" panose="02020603050405020304" pitchFamily="18" charset="0"/>
                    <a:ea typeface="KaiTi" panose="02010609060101010101" pitchFamily="49" charset="-122"/>
                    <a:cs typeface="Times New Roman" panose="02020603050405020304" pitchFamily="18" charset="0"/>
                  </a:rPr>
                  <a:t>的协方差可按下式计算：</a:t>
                </a:r>
              </a:p>
            </p:txBody>
          </p:sp>
        </mc:Choice>
        <mc:Fallback xmlns="">
          <p:sp>
            <p:nvSpPr>
              <p:cNvPr id="7" name="副标题 2">
                <a:extLst>
                  <a:ext uri="{FF2B5EF4-FFF2-40B4-BE49-F238E27FC236}">
                    <a16:creationId xmlns:a16="http://schemas.microsoft.com/office/drawing/2014/main" id="{9C53C49E-8284-4DA1-BDD6-C475A1808E4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765" y="4435217"/>
                <a:ext cx="8932748" cy="559709"/>
              </a:xfrm>
              <a:prstGeom prst="rect">
                <a:avLst/>
              </a:prstGeom>
              <a:blipFill>
                <a:blip r:embed="rId3"/>
                <a:stretch>
                  <a:fillRect l="-1502" b="-14065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文本框 12">
                <a:extLst>
                  <a:ext uri="{FF2B5EF4-FFF2-40B4-BE49-F238E27FC236}">
                    <a16:creationId xmlns:a16="http://schemas.microsoft.com/office/drawing/2014/main" id="{ECD7EFD3-2967-1888-DE1C-E2024BABA3E0}"/>
                  </a:ext>
                </a:extLst>
              </p:cNvPr>
              <p:cNvSpPr txBox="1"/>
              <p:nvPr/>
            </p:nvSpPr>
            <p:spPr>
              <a:xfrm>
                <a:off x="2012997" y="2135737"/>
                <a:ext cx="5405916" cy="55220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CN" altLang="en-US" sz="2600" i="1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begChr m:val="{"/>
                          <m:endChr m:val="}"/>
                          <m:ctrlPr>
                            <a:rPr lang="zh-CN" altLang="zh-CN" sz="26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600" i="1">
                              <a:latin typeface="Cambria Math" panose="02040503050406030204" pitchFamily="18" charset="0"/>
                            </a:rPr>
                            <m:t>𝑋</m:t>
                          </m:r>
                          <m:r>
                            <a:rPr lang="en-US" altLang="zh-CN" sz="2600" i="1">
                              <a:latin typeface="Cambria Math" panose="02040503050406030204" pitchFamily="18" charset="0"/>
                            </a:rPr>
                            <m:t>=</m:t>
                          </m:r>
                          <m:sSub>
                            <m:sSubPr>
                              <m:ctrlPr>
                                <a:rPr lang="zh-CN" altLang="zh-CN" sz="26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6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zh-CN" sz="26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altLang="zh-CN" sz="2600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CN" sz="2600" i="1">
                              <a:latin typeface="Cambria Math" panose="02040503050406030204" pitchFamily="18" charset="0"/>
                            </a:rPr>
                            <m:t>𝑌</m:t>
                          </m:r>
                          <m:r>
                            <a:rPr lang="en-US" altLang="zh-CN" sz="2600" i="1">
                              <a:latin typeface="Cambria Math" panose="02040503050406030204" pitchFamily="18" charset="0"/>
                            </a:rPr>
                            <m:t>=</m:t>
                          </m:r>
                          <m:sSub>
                            <m:sSubPr>
                              <m:ctrlPr>
                                <a:rPr lang="zh-CN" altLang="zh-CN" sz="26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600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US" altLang="zh-CN" sz="2600" i="1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</m:sSub>
                        </m:e>
                      </m:d>
                      <m:r>
                        <a:rPr lang="zh-CN" altLang="en-US" sz="260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zh-CN" altLang="en-US" sz="2600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2600" i="1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zh-CN" altLang="en-US" sz="2600" i="1">
                              <a:latin typeface="Cambria Math" panose="02040503050406030204" pitchFamily="18" charset="0"/>
                            </a:rPr>
                            <m:t>𝑖𝑗</m:t>
                          </m:r>
                        </m:sub>
                      </m:sSub>
                      <m:r>
                        <a:rPr lang="zh-CN" altLang="en-US" sz="260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zh-CN" altLang="en-US" sz="2600" i="1">
                          <a:latin typeface="Cambria Math" panose="02040503050406030204" pitchFamily="18" charset="0"/>
                        </a:rPr>
                        <m:t>𝑖</m:t>
                      </m:r>
                      <m:r>
                        <a:rPr lang="zh-CN" altLang="en-US" sz="260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zh-CN" altLang="en-US" sz="2600" i="1">
                          <a:latin typeface="Cambria Math" panose="02040503050406030204" pitchFamily="18" charset="0"/>
                        </a:rPr>
                        <m:t>𝑗</m:t>
                      </m:r>
                      <m:r>
                        <a:rPr lang="zh-CN" altLang="en-US" sz="2600">
                          <a:latin typeface="Cambria Math" panose="02040503050406030204" pitchFamily="18" charset="0"/>
                        </a:rPr>
                        <m:t>=1,2,⋯</m:t>
                      </m:r>
                    </m:oMath>
                  </m:oMathPara>
                </a14:m>
                <a:endParaRPr lang="zh-CN" altLang="en-US" sz="2600" dirty="0"/>
              </a:p>
            </p:txBody>
          </p:sp>
        </mc:Choice>
        <mc:Fallback xmlns="">
          <p:sp>
            <p:nvSpPr>
              <p:cNvPr id="13" name="文本框 12">
                <a:extLst>
                  <a:ext uri="{FF2B5EF4-FFF2-40B4-BE49-F238E27FC236}">
                    <a16:creationId xmlns:a16="http://schemas.microsoft.com/office/drawing/2014/main" id="{ECD7EFD3-2967-1888-DE1C-E2024BABA3E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12997" y="2135737"/>
                <a:ext cx="5405916" cy="552202"/>
              </a:xfrm>
              <a:prstGeom prst="rect">
                <a:avLst/>
              </a:prstGeom>
              <a:blipFill>
                <a:blip r:embed="rId4"/>
                <a:stretch>
                  <a:fillRect b="-1136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副标题 2">
                <a:extLst>
                  <a:ext uri="{FF2B5EF4-FFF2-40B4-BE49-F238E27FC236}">
                    <a16:creationId xmlns:a16="http://schemas.microsoft.com/office/drawing/2014/main" id="{52D214F2-B1D7-7E73-0CD4-4E3D0F09B1F0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05626" y="2693476"/>
                <a:ext cx="8932748" cy="559709"/>
              </a:xfrm>
              <a:prstGeom prst="rect">
                <a:avLst/>
              </a:prstGeom>
            </p:spPr>
            <p:txBody>
              <a:bodyPr vert="horz" lIns="68580" tIns="34290" rIns="68580" bIns="34290" rtlCol="0">
                <a:noAutofit/>
              </a:bodyPr>
              <a:lstStyle>
                <a:lvl1pPr marL="0" indent="0" algn="ctr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None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indent="0" algn="ctr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indent="0" algn="ctr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indent="0" algn="ctr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indent="0" algn="ctr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indent="0" algn="ctr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indent="0" algn="ctr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indent="0" algn="ctr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indent="0" algn="ctr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lvl="0" algn="l">
                  <a:lnSpc>
                    <a:spcPct val="150000"/>
                  </a:lnSpc>
                </a:pPr>
                <a:r>
                  <a:rPr lang="zh-CN" altLang="en-US" sz="2600" dirty="0">
                    <a:solidFill>
                      <a:prstClr val="black"/>
                    </a:solidFill>
                    <a:latin typeface="Times New Roman" panose="02020603050405020304" pitchFamily="18" charset="0"/>
                    <a:ea typeface="KaiTi" panose="02010609060101010101" pitchFamily="49" charset="-122"/>
                    <a:cs typeface="Times New Roman" panose="02020603050405020304" pitchFamily="18" charset="0"/>
                  </a:rPr>
                  <a:t>则</a:t>
                </a:r>
                <a14:m>
                  <m:oMath xmlns:m="http://schemas.openxmlformats.org/officeDocument/2006/math">
                    <m:r>
                      <a:rPr lang="en-US" altLang="zh-CN" sz="2600" i="1" dirty="0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KaiTi" panose="02010609060101010101" pitchFamily="49" charset="-122"/>
                        <a:cs typeface="Times New Roman" panose="02020603050405020304" pitchFamily="18" charset="0"/>
                      </a:rPr>
                      <m:t>𝑋</m:t>
                    </m:r>
                  </m:oMath>
                </a14:m>
                <a:r>
                  <a:rPr lang="zh-CN" altLang="en-US" sz="2600" dirty="0">
                    <a:solidFill>
                      <a:prstClr val="black"/>
                    </a:solidFill>
                    <a:latin typeface="Times New Roman" panose="02020603050405020304" pitchFamily="18" charset="0"/>
                    <a:ea typeface="KaiTi" panose="02010609060101010101" pitchFamily="49" charset="-122"/>
                    <a:cs typeface="Times New Roman" panose="02020603050405020304" pitchFamily="18" charset="0"/>
                  </a:rPr>
                  <a:t>与</a:t>
                </a:r>
                <a:r>
                  <a:rPr lang="en-US" altLang="zh-CN" sz="2600" i="1" dirty="0">
                    <a:solidFill>
                      <a:prstClr val="black"/>
                    </a:solidFill>
                    <a:latin typeface="Cambria Math" panose="02040503050406030204" pitchFamily="18" charset="0"/>
                    <a:ea typeface="KaiTi" panose="02010609060101010101" pitchFamily="49" charset="-122"/>
                    <a:cs typeface="Times New Roman" panose="02020603050405020304" pitchFamily="18" charset="0"/>
                  </a:rPr>
                  <a:t>Y</a:t>
                </a:r>
                <a:r>
                  <a:rPr lang="zh-CN" altLang="en-US" sz="2600" dirty="0">
                    <a:solidFill>
                      <a:prstClr val="black"/>
                    </a:solidFill>
                    <a:latin typeface="Times New Roman" panose="02020603050405020304" pitchFamily="18" charset="0"/>
                    <a:ea typeface="KaiTi" panose="02010609060101010101" pitchFamily="49" charset="-122"/>
                    <a:cs typeface="Times New Roman" panose="02020603050405020304" pitchFamily="18" charset="0"/>
                  </a:rPr>
                  <a:t>的协方差可由下式计算：</a:t>
                </a:r>
              </a:p>
            </p:txBody>
          </p:sp>
        </mc:Choice>
        <mc:Fallback xmlns="">
          <p:sp>
            <p:nvSpPr>
              <p:cNvPr id="14" name="副标题 2">
                <a:extLst>
                  <a:ext uri="{FF2B5EF4-FFF2-40B4-BE49-F238E27FC236}">
                    <a16:creationId xmlns:a16="http://schemas.microsoft.com/office/drawing/2014/main" id="{52D214F2-B1D7-7E73-0CD4-4E3D0F09B1F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5626" y="2693476"/>
                <a:ext cx="8932748" cy="559709"/>
              </a:xfrm>
              <a:prstGeom prst="rect">
                <a:avLst/>
              </a:prstGeom>
              <a:blipFill>
                <a:blip r:embed="rId5"/>
                <a:stretch>
                  <a:fillRect l="-1432" b="-3369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文本框 16">
                <a:extLst>
                  <a:ext uri="{FF2B5EF4-FFF2-40B4-BE49-F238E27FC236}">
                    <a16:creationId xmlns:a16="http://schemas.microsoft.com/office/drawing/2014/main" id="{81752D7D-BB39-CCB8-2375-B8EB6E6BDDBE}"/>
                  </a:ext>
                </a:extLst>
              </p:cNvPr>
              <p:cNvSpPr txBox="1"/>
              <p:nvPr/>
            </p:nvSpPr>
            <p:spPr>
              <a:xfrm>
                <a:off x="1413815" y="3207340"/>
                <a:ext cx="5762303" cy="103034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zh-CN" altLang="en-US" sz="240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a:rPr lang="zh-CN" altLang="en-US" sz="24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𝑐𝑜𝑣</m:t>
                          </m:r>
                        </m:fName>
                        <m:e>
                          <m:d>
                            <m:dPr>
                              <m:ctrlPr>
                                <a:rPr lang="zh-CN" altLang="en-US" sz="24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zh-CN" altLang="en-US" sz="24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  <m:r>
                                <a:rPr lang="zh-CN" altLang="en-US" sz="240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zh-CN" altLang="en-US" sz="24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𝑌</m:t>
                              </m:r>
                            </m:e>
                          </m:d>
                        </m:e>
                      </m:func>
                      <m:r>
                        <a:rPr lang="zh-CN" altLang="en-US" sz="240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limLoc m:val="undOvr"/>
                          <m:grow m:val="on"/>
                          <m:supHide m:val="on"/>
                          <m:ctrlPr>
                            <a:rPr lang="zh-CN" altLang="en-US" sz="24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zh-CN" altLang="en-US" sz="24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zh-CN" altLang="en-US" sz="240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zh-CN" altLang="en-US" sz="24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  <m:sup/>
                        <m:e>
                          <m:d>
                            <m:dPr>
                              <m:ctrlPr>
                                <a:rPr lang="zh-CN" altLang="en-US" sz="24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zh-CN" altLang="en-US" sz="2400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en-US" sz="2400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zh-CN" altLang="en-US" sz="2400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zh-CN" altLang="en-US" sz="240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zh-CN" altLang="en-US" sz="24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𝐸</m:t>
                              </m:r>
                              <m:r>
                                <a:rPr lang="en-US" altLang="zh-CN" sz="24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zh-CN" altLang="en-US" sz="24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  <m:r>
                                <a:rPr lang="en-US" altLang="zh-CN" sz="24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</m:d>
                          <m:d>
                            <m:dPr>
                              <m:ctrlPr>
                                <a:rPr lang="zh-CN" altLang="en-US" sz="24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zh-CN" altLang="en-US" sz="2400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en-US" sz="2400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zh-CN" altLang="en-US" sz="2400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</m:sub>
                              </m:sSub>
                              <m:r>
                                <a:rPr lang="zh-CN" altLang="en-US" sz="240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zh-CN" altLang="en-US" sz="24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𝐸</m:t>
                              </m:r>
                              <m:r>
                                <a:rPr lang="en-US" altLang="zh-CN" sz="24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zh-CN" altLang="en-US" sz="24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𝑌</m:t>
                              </m:r>
                              <m:r>
                                <a:rPr lang="en-US" altLang="zh-CN" sz="24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</m:d>
                          <m:sSub>
                            <m:sSubPr>
                              <m:ctrlPr>
                                <a:rPr lang="zh-CN" altLang="en-US" sz="24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sz="24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  <m:sub>
                              <m:r>
                                <a:rPr lang="zh-CN" altLang="en-US" sz="24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𝑖𝑗</m:t>
                              </m:r>
                            </m:sub>
                          </m:sSub>
                        </m:e>
                      </m:nary>
                    </m:oMath>
                  </m:oMathPara>
                </a14:m>
                <a:endParaRPr lang="zh-CN" altLang="en-US" sz="24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7" name="文本框 16">
                <a:extLst>
                  <a:ext uri="{FF2B5EF4-FFF2-40B4-BE49-F238E27FC236}">
                    <a16:creationId xmlns:a16="http://schemas.microsoft.com/office/drawing/2014/main" id="{81752D7D-BB39-CCB8-2375-B8EB6E6BDDB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13815" y="3207340"/>
                <a:ext cx="5762303" cy="1030347"/>
              </a:xfrm>
              <a:prstGeom prst="rect">
                <a:avLst/>
              </a:prstGeom>
              <a:blipFill>
                <a:blip r:embed="rId6"/>
                <a:stretch>
                  <a:fillRect t="-125610" b="-16951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文本框 19">
                <a:extLst>
                  <a:ext uri="{FF2B5EF4-FFF2-40B4-BE49-F238E27FC236}">
                    <a16:creationId xmlns:a16="http://schemas.microsoft.com/office/drawing/2014/main" id="{D72099D8-7E93-31B6-E50A-F25B7F9BFB48}"/>
                  </a:ext>
                </a:extLst>
              </p:cNvPr>
              <p:cNvSpPr txBox="1"/>
              <p:nvPr/>
            </p:nvSpPr>
            <p:spPr>
              <a:xfrm>
                <a:off x="399615" y="5573566"/>
                <a:ext cx="8299048" cy="9087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zh-CN" altLang="en-US" sz="240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a:rPr lang="zh-CN" altLang="en-US" sz="24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𝑐𝑜𝑣</m:t>
                          </m:r>
                        </m:fName>
                        <m:e>
                          <m:d>
                            <m:dPr>
                              <m:ctrlPr>
                                <a:rPr lang="zh-CN" altLang="en-US" sz="24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zh-CN" altLang="en-US" sz="24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  <m:r>
                                <a:rPr lang="zh-CN" altLang="en-US" sz="240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zh-CN" altLang="en-US" sz="24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𝑌</m:t>
                              </m:r>
                            </m:e>
                          </m:d>
                        </m:e>
                      </m:func>
                      <m:r>
                        <a:rPr lang="zh-CN" altLang="en-US" sz="240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limLoc m:val="subSup"/>
                          <m:grow m:val="on"/>
                          <m:ctrlPr>
                            <a:rPr lang="zh-CN" altLang="en-US" sz="24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zh-CN" altLang="en-US" sz="240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−∞</m:t>
                          </m:r>
                        </m:sub>
                        <m:sup>
                          <m:r>
                            <a:rPr lang="zh-CN" altLang="en-US" sz="240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+∞</m:t>
                          </m:r>
                        </m:sup>
                        <m:e>
                          <m:r>
                            <a:rPr lang="zh-CN" altLang="en-US" sz="240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</m:e>
                      </m:nary>
                      <m:nary>
                        <m:naryPr>
                          <m:limLoc m:val="subSup"/>
                          <m:grow m:val="on"/>
                          <m:ctrlPr>
                            <a:rPr lang="zh-CN" altLang="en-US" sz="24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zh-CN" altLang="en-US" sz="240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−∞</m:t>
                          </m:r>
                        </m:sub>
                        <m:sup>
                          <m:r>
                            <a:rPr lang="zh-CN" altLang="en-US" sz="240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+∞</m:t>
                          </m:r>
                        </m:sup>
                        <m:e>
                          <m:d>
                            <m:dPr>
                              <m:ctrlPr>
                                <a:rPr lang="zh-CN" altLang="en-US" sz="24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zh-CN" altLang="en-US" sz="24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zh-CN" altLang="en-US" sz="240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zh-CN" altLang="en-US" sz="24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𝐸</m:t>
                              </m:r>
                              <m:r>
                                <a:rPr lang="en-US" altLang="zh-CN" sz="24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zh-CN" altLang="en-US" sz="24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  <m:r>
                                <a:rPr lang="en-US" altLang="zh-CN" sz="24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</m:d>
                          <m:d>
                            <m:dPr>
                              <m:ctrlPr>
                                <a:rPr lang="zh-CN" altLang="en-US" sz="24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zh-CN" altLang="en-US" sz="24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  <m:r>
                                <a:rPr lang="zh-CN" altLang="en-US" sz="240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zh-CN" altLang="en-US" sz="24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𝐸</m:t>
                              </m:r>
                              <m:r>
                                <a:rPr lang="en-US" altLang="zh-CN" sz="24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altLang="zh-CN" sz="24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𝑌</m:t>
                              </m:r>
                              <m:r>
                                <a:rPr lang="en-US" altLang="zh-CN" sz="24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</m:d>
                          <m:r>
                            <a:rPr lang="zh-CN" altLang="en-US" sz="24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𝑓</m:t>
                          </m:r>
                          <m:d>
                            <m:dPr>
                              <m:ctrlPr>
                                <a:rPr lang="zh-CN" altLang="en-US" sz="24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zh-CN" altLang="en-US" sz="24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zh-CN" altLang="en-US" sz="240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zh-CN" altLang="en-US" sz="24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</m:d>
                          <m:r>
                            <a:rPr lang="zh-CN" altLang="en-US" sz="24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𝑑𝑥𝑑𝑦</m:t>
                          </m:r>
                        </m:e>
                      </m:nary>
                    </m:oMath>
                  </m:oMathPara>
                </a14:m>
                <a:endParaRPr lang="zh-CN" altLang="en-US" sz="24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20" name="文本框 19">
                <a:extLst>
                  <a:ext uri="{FF2B5EF4-FFF2-40B4-BE49-F238E27FC236}">
                    <a16:creationId xmlns:a16="http://schemas.microsoft.com/office/drawing/2014/main" id="{D72099D8-7E93-31B6-E50A-F25B7F9BFB4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9615" y="5573566"/>
                <a:ext cx="8299048" cy="908710"/>
              </a:xfrm>
              <a:prstGeom prst="rect">
                <a:avLst/>
              </a:prstGeom>
              <a:blipFill>
                <a:blip r:embed="rId7"/>
                <a:stretch>
                  <a:fillRect t="-161644" b="-23835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文本框 14">
                <a:extLst>
                  <a:ext uri="{FF2B5EF4-FFF2-40B4-BE49-F238E27FC236}">
                    <a16:creationId xmlns:a16="http://schemas.microsoft.com/office/drawing/2014/main" id="{A7736A4C-BAA3-C530-F516-B3D6055A0D7E}"/>
                  </a:ext>
                </a:extLst>
              </p:cNvPr>
              <p:cNvSpPr txBox="1"/>
              <p:nvPr/>
            </p:nvSpPr>
            <p:spPr>
              <a:xfrm>
                <a:off x="2186940" y="313460"/>
                <a:ext cx="4572000" cy="70788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kumimoji="1" lang="zh-CN" altLang="en-US" sz="4000" i="0" smtClean="0">
                          <a:solidFill>
                            <a:srgbClr val="FF0000"/>
                          </a:solidFill>
                          <a:latin typeface="STXinwei" panose="02010800040101010101" pitchFamily="2" charset="-122"/>
                          <a:ea typeface="STXinwei" panose="02010800040101010101" pitchFamily="2" charset="-122"/>
                        </a:rPr>
                        <m:t>协方差的</m:t>
                      </m:r>
                      <m:r>
                        <a:rPr kumimoji="1" lang="zh-CN" altLang="en-US" sz="4000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STXinwei" panose="02010800040101010101" pitchFamily="2" charset="-122"/>
                        </a:rPr>
                        <m:t>计算</m:t>
                      </m:r>
                    </m:oMath>
                  </m:oMathPara>
                </a14:m>
                <a:endParaRPr lang="zh-CN" altLang="en-US" sz="4000" dirty="0">
                  <a:solidFill>
                    <a:srgbClr val="FF0000"/>
                  </a:solidFill>
                  <a:latin typeface="STXinwei" panose="02010800040101010101" pitchFamily="2" charset="-122"/>
                  <a:ea typeface="STXinwei" panose="02010800040101010101" pitchFamily="2" charset="-122"/>
                </a:endParaRPr>
              </a:p>
            </p:txBody>
          </p:sp>
        </mc:Choice>
        <mc:Fallback xmlns="">
          <p:sp>
            <p:nvSpPr>
              <p:cNvPr id="15" name="文本框 14">
                <a:extLst>
                  <a:ext uri="{FF2B5EF4-FFF2-40B4-BE49-F238E27FC236}">
                    <a16:creationId xmlns:a16="http://schemas.microsoft.com/office/drawing/2014/main" id="{A7736A4C-BAA3-C530-F516-B3D6055A0D7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86940" y="313460"/>
                <a:ext cx="4572000" cy="707886"/>
              </a:xfrm>
              <a:prstGeom prst="rect">
                <a:avLst/>
              </a:prstGeom>
              <a:blipFill>
                <a:blip r:embed="rId8"/>
                <a:stretch>
                  <a:fillRect b="-1929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" name="直线连接符 1">
            <a:extLst>
              <a:ext uri="{FF2B5EF4-FFF2-40B4-BE49-F238E27FC236}">
                <a16:creationId xmlns:a16="http://schemas.microsoft.com/office/drawing/2014/main" id="{119A9D1B-0F98-E267-6CD7-1D93EB28D51E}"/>
              </a:ext>
            </a:extLst>
          </p:cNvPr>
          <p:cNvCxnSpPr/>
          <p:nvPr/>
        </p:nvCxnSpPr>
        <p:spPr>
          <a:xfrm>
            <a:off x="0" y="1082842"/>
            <a:ext cx="9144000" cy="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946193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12" name="文本框 11">
                <a:extLst>
                  <a:ext uri="{FF2B5EF4-FFF2-40B4-BE49-F238E27FC236}">
                    <a16:creationId xmlns:a16="http://schemas.microsoft.com/office/drawing/2014/main" id="{7755AF64-9732-B46A-9D80-4792D77F0710}"/>
                  </a:ext>
                </a:extLst>
              </p:cNvPr>
              <p:cNvSpPr txBox="1"/>
              <p:nvPr/>
            </p:nvSpPr>
            <p:spPr>
              <a:xfrm>
                <a:off x="-13491" y="2354933"/>
                <a:ext cx="3922076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altLang="zh-CN" sz="2000" i="1" dirty="0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KaiTi" panose="02010609060101010101" pitchFamily="49" charset="-122"/>
                        <a:cs typeface="Times New Roman" panose="02020603050405020304" pitchFamily="18" charset="0"/>
                      </a:rPr>
                      <m:t>𝑐𝑜𝑣</m:t>
                    </m:r>
                    <m:d>
                      <m:dPr>
                        <m:ctrlPr>
                          <a:rPr lang="zh-CN" altLang="en-US" sz="20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0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𝑋</m:t>
                        </m:r>
                        <m:r>
                          <a:rPr lang="en-US" altLang="zh-CN" sz="20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zh-CN" altLang="en-US" sz="20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𝑌</m:t>
                        </m:r>
                      </m:e>
                    </m:d>
                    <m:r>
                      <a:rPr lang="en-US" altLang="zh-CN" sz="2000" i="1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altLang="zh-CN" sz="2000" dirty="0">
                    <a:solidFill>
                      <a:prstClr val="black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sz="2000" i="1" dirty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𝐸</m:t>
                    </m:r>
                    <m:r>
                      <a:rPr lang="en-US" altLang="zh-CN" sz="2000" i="1" dirty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[(</m:t>
                    </m:r>
                    <m:r>
                      <a:rPr lang="en-US" altLang="zh-CN" sz="2000" i="1" dirty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US" altLang="zh-CN" sz="2000" i="1" dirty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altLang="zh-CN" sz="2000" i="1" dirty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𝐸𝑋</m:t>
                    </m:r>
                    <m:r>
                      <a:rPr lang="en-US" altLang="zh-CN" sz="2000" i="1" dirty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)(</m:t>
                    </m:r>
                    <m:r>
                      <a:rPr lang="en-US" altLang="zh-CN" sz="2000" i="1" dirty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𝑌</m:t>
                    </m:r>
                    <m:r>
                      <a:rPr lang="en-US" altLang="zh-CN" sz="2000" i="1" dirty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altLang="zh-CN" sz="2000" i="1" dirty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𝐸𝑌</m:t>
                    </m:r>
                    <m:r>
                      <a:rPr lang="en-US" altLang="zh-CN" sz="2000" i="1" dirty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)]</m:t>
                    </m:r>
                  </m:oMath>
                </a14:m>
                <a:endParaRPr lang="zh-CN" altLang="en-US" sz="2000" dirty="0"/>
              </a:p>
            </p:txBody>
          </p:sp>
        </mc:Choice>
        <mc:Fallback xmlns="">
          <p:sp>
            <p:nvSpPr>
              <p:cNvPr id="12" name="文本框 11">
                <a:extLst>
                  <a:ext uri="{FF2B5EF4-FFF2-40B4-BE49-F238E27FC236}">
                    <a16:creationId xmlns:a16="http://schemas.microsoft.com/office/drawing/2014/main" id="{7755AF64-9732-B46A-9D80-4792D77F071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13491" y="2354933"/>
                <a:ext cx="3922076" cy="400110"/>
              </a:xfrm>
              <a:prstGeom prst="rect">
                <a:avLst/>
              </a:prstGeom>
              <a:blipFill>
                <a:blip r:embed="rId2"/>
                <a:stretch>
                  <a:fillRect b="-1562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文本框 16">
                <a:extLst>
                  <a:ext uri="{FF2B5EF4-FFF2-40B4-BE49-F238E27FC236}">
                    <a16:creationId xmlns:a16="http://schemas.microsoft.com/office/drawing/2014/main" id="{81752D7D-BB39-CCB8-2375-B8EB6E6BDDBE}"/>
                  </a:ext>
                </a:extLst>
              </p:cNvPr>
              <p:cNvSpPr txBox="1"/>
              <p:nvPr/>
            </p:nvSpPr>
            <p:spPr>
              <a:xfrm>
                <a:off x="3482468" y="1732136"/>
                <a:ext cx="4572000" cy="87408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CN" altLang="en-US" sz="200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limLoc m:val="undOvr"/>
                          <m:grow m:val="on"/>
                          <m:supHide m:val="on"/>
                          <m:ctrlPr>
                            <a:rPr lang="zh-CN" altLang="en-US" sz="20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zh-CN" altLang="en-US" sz="20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zh-CN" altLang="en-US" sz="200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zh-CN" altLang="en-US" sz="20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  <m:sup/>
                        <m:e>
                          <m:d>
                            <m:dPr>
                              <m:ctrlPr>
                                <a:rPr lang="zh-CN" altLang="en-US" sz="20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zh-CN" altLang="en-US" sz="2000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en-US" sz="2000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zh-CN" altLang="en-US" sz="2000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zh-CN" altLang="en-US" sz="200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zh-CN" altLang="en-US" sz="20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𝐸</m:t>
                              </m:r>
                              <m:r>
                                <a:rPr lang="en-US" altLang="zh-CN" sz="20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zh-CN" altLang="en-US" sz="20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  <m:r>
                                <a:rPr lang="en-US" altLang="zh-CN" sz="20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</m:d>
                          <m:d>
                            <m:dPr>
                              <m:ctrlPr>
                                <a:rPr lang="zh-CN" altLang="en-US" sz="20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zh-CN" altLang="en-US" sz="2000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en-US" sz="2000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zh-CN" altLang="en-US" sz="2000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</m:sub>
                              </m:sSub>
                              <m:r>
                                <a:rPr lang="zh-CN" altLang="en-US" sz="200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zh-CN" altLang="en-US" sz="20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𝐸</m:t>
                              </m:r>
                              <m:r>
                                <a:rPr lang="en-US" altLang="zh-CN" sz="20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zh-CN" altLang="en-US" sz="20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𝑌</m:t>
                              </m:r>
                              <m:r>
                                <a:rPr lang="en-US" altLang="zh-CN" sz="20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</m:d>
                          <m:sSub>
                            <m:sSubPr>
                              <m:ctrlPr>
                                <a:rPr lang="zh-CN" altLang="en-US" sz="20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sz="20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  <m:sub>
                              <m:r>
                                <a:rPr lang="zh-CN" altLang="en-US" sz="20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𝑖𝑗</m:t>
                              </m:r>
                            </m:sub>
                          </m:sSub>
                        </m:e>
                      </m:nary>
                    </m:oMath>
                  </m:oMathPara>
                </a14:m>
                <a:endParaRPr lang="zh-CN" altLang="en-US" sz="20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7" name="文本框 16">
                <a:extLst>
                  <a:ext uri="{FF2B5EF4-FFF2-40B4-BE49-F238E27FC236}">
                    <a16:creationId xmlns:a16="http://schemas.microsoft.com/office/drawing/2014/main" id="{81752D7D-BB39-CCB8-2375-B8EB6E6BDDB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82468" y="1732136"/>
                <a:ext cx="4572000" cy="874085"/>
              </a:xfrm>
              <a:prstGeom prst="rect">
                <a:avLst/>
              </a:prstGeom>
              <a:blipFill>
                <a:blip r:embed="rId3"/>
                <a:stretch>
                  <a:fillRect l="-3324" t="-120000" b="-16285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文本框 19">
                <a:extLst>
                  <a:ext uri="{FF2B5EF4-FFF2-40B4-BE49-F238E27FC236}">
                    <a16:creationId xmlns:a16="http://schemas.microsoft.com/office/drawing/2014/main" id="{D72099D8-7E93-31B6-E50A-F25B7F9BFB48}"/>
                  </a:ext>
                </a:extLst>
              </p:cNvPr>
              <p:cNvSpPr txBox="1"/>
              <p:nvPr/>
            </p:nvSpPr>
            <p:spPr>
              <a:xfrm>
                <a:off x="3482468" y="2643861"/>
                <a:ext cx="6247891" cy="77271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CN" altLang="en-US" sz="200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limLoc m:val="subSup"/>
                          <m:grow m:val="on"/>
                          <m:ctrlPr>
                            <a:rPr lang="zh-CN" altLang="en-US" sz="20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zh-CN" altLang="en-US" sz="200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−∞</m:t>
                          </m:r>
                        </m:sub>
                        <m:sup>
                          <m:r>
                            <a:rPr lang="zh-CN" altLang="en-US" sz="200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+∞</m:t>
                          </m:r>
                        </m:sup>
                        <m:e>
                          <m:r>
                            <a:rPr lang="zh-CN" altLang="en-US" sz="200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</m:e>
                      </m:nary>
                      <m:nary>
                        <m:naryPr>
                          <m:limLoc m:val="subSup"/>
                          <m:grow m:val="on"/>
                          <m:ctrlPr>
                            <a:rPr lang="zh-CN" altLang="en-US" sz="20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zh-CN" altLang="en-US" sz="200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−∞</m:t>
                          </m:r>
                        </m:sub>
                        <m:sup>
                          <m:r>
                            <a:rPr lang="zh-CN" altLang="en-US" sz="200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+∞</m:t>
                          </m:r>
                        </m:sup>
                        <m:e>
                          <m:d>
                            <m:dPr>
                              <m:ctrlPr>
                                <a:rPr lang="zh-CN" altLang="en-US" sz="20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zh-CN" altLang="en-US" sz="20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zh-CN" altLang="en-US" sz="200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zh-CN" altLang="en-US" sz="20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𝐸</m:t>
                              </m:r>
                              <m:r>
                                <a:rPr lang="en-US" altLang="zh-CN" sz="20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zh-CN" altLang="en-US" sz="20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  <m:r>
                                <a:rPr lang="en-US" altLang="zh-CN" sz="20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</m:d>
                          <m:d>
                            <m:dPr>
                              <m:ctrlPr>
                                <a:rPr lang="zh-CN" altLang="en-US" sz="20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zh-CN" altLang="en-US" sz="20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  <m:r>
                                <a:rPr lang="zh-CN" altLang="en-US" sz="200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zh-CN" altLang="en-US" sz="20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𝐸</m:t>
                              </m:r>
                              <m:r>
                                <a:rPr lang="en-US" altLang="zh-CN" sz="20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altLang="zh-CN" sz="20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𝑌</m:t>
                              </m:r>
                              <m:r>
                                <a:rPr lang="en-US" altLang="zh-CN" sz="20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</m:d>
                          <m:r>
                            <a:rPr lang="zh-CN" altLang="en-US" sz="20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𝑓</m:t>
                          </m:r>
                          <m:d>
                            <m:dPr>
                              <m:ctrlPr>
                                <a:rPr lang="zh-CN" altLang="en-US" sz="20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zh-CN" altLang="en-US" sz="20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zh-CN" altLang="en-US" sz="200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zh-CN" altLang="en-US" sz="20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</m:d>
                          <m:r>
                            <a:rPr lang="zh-CN" altLang="en-US" sz="20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𝑑𝑥𝑑𝑦</m:t>
                          </m:r>
                        </m:e>
                      </m:nary>
                    </m:oMath>
                  </m:oMathPara>
                </a14:m>
                <a:endParaRPr lang="zh-CN" altLang="en-US" sz="20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20" name="文本框 19">
                <a:extLst>
                  <a:ext uri="{FF2B5EF4-FFF2-40B4-BE49-F238E27FC236}">
                    <a16:creationId xmlns:a16="http://schemas.microsoft.com/office/drawing/2014/main" id="{D72099D8-7E93-31B6-E50A-F25B7F9BFB4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82468" y="2643861"/>
                <a:ext cx="6247891" cy="772712"/>
              </a:xfrm>
              <a:prstGeom prst="rect">
                <a:avLst/>
              </a:prstGeom>
              <a:blipFill>
                <a:blip r:embed="rId4"/>
                <a:stretch>
                  <a:fillRect l="-4260" t="-159016" b="-23606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副标题 2">
                <a:extLst>
                  <a:ext uri="{FF2B5EF4-FFF2-40B4-BE49-F238E27FC236}">
                    <a16:creationId xmlns:a16="http://schemas.microsoft.com/office/drawing/2014/main" id="{5FAF19E4-6E37-738D-464D-D7D2A34F5181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-163874" y="4329636"/>
                <a:ext cx="8932748" cy="559709"/>
              </a:xfrm>
              <a:prstGeom prst="rect">
                <a:avLst/>
              </a:prstGeom>
            </p:spPr>
            <p:txBody>
              <a:bodyPr vert="horz" lIns="68580" tIns="34290" rIns="68580" bIns="34290" rtlCol="0">
                <a:noAutofit/>
              </a:bodyPr>
              <a:lstStyle>
                <a:lvl1pPr marL="0" indent="0" algn="ctr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None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indent="0" algn="ctr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indent="0" algn="ctr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indent="0" algn="ctr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indent="0" algn="ctr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indent="0" algn="ctr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indent="0" algn="ctr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indent="0" algn="ctr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indent="0" algn="ctr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>
                  <a:lnSpc>
                    <a:spcPct val="150000"/>
                  </a:lnSpc>
                </a:pPr>
                <a14:m>
                  <m:oMath xmlns:m="http://schemas.openxmlformats.org/officeDocument/2006/math">
                    <m:r>
                      <a:rPr lang="en-US" altLang="zh-CN" sz="22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KaiTi" panose="02010609060101010101" pitchFamily="49" charset="-122"/>
                        <a:cs typeface="Times New Roman" panose="02020603050405020304" pitchFamily="18" charset="0"/>
                      </a:rPr>
                      <m:t>𝒄𝒐𝒗</m:t>
                    </m:r>
                    <m:d>
                      <m:dPr>
                        <m:ctrlPr>
                          <a:rPr lang="zh-CN" altLang="en-US" sz="22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2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𝑿</m:t>
                        </m:r>
                        <m:r>
                          <a:rPr lang="en-US" altLang="zh-CN" sz="22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zh-CN" altLang="en-US" sz="22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𝒀</m:t>
                        </m:r>
                      </m:e>
                    </m:d>
                    <m:r>
                      <a:rPr lang="en-US" altLang="zh-CN" sz="2200" b="1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altLang="zh-CN" sz="2200" b="1" dirty="0">
                    <a:solidFill>
                      <a:srgbClr val="FF0000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sz="2200" b="1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𝑬</m:t>
                    </m:r>
                    <m:d>
                      <m:dPr>
                        <m:ctrlPr>
                          <a:rPr lang="en-US" altLang="zh-CN" sz="22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2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𝑿𝒀</m:t>
                        </m:r>
                      </m:e>
                    </m:d>
                    <m:r>
                      <a:rPr lang="en-US" altLang="zh-CN" sz="2200" b="1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altLang="zh-CN" sz="2200" b="1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𝑬</m:t>
                    </m:r>
                    <m:r>
                      <a:rPr lang="en-US" altLang="zh-CN" sz="22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sz="2200" b="1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𝑿</m:t>
                    </m:r>
                    <m:r>
                      <a:rPr lang="en-US" altLang="zh-CN" sz="22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US" altLang="zh-CN" sz="2200" b="1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𝑬</m:t>
                    </m:r>
                    <m:r>
                      <a:rPr lang="en-US" altLang="zh-CN" sz="22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sz="2200" b="1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𝒀</m:t>
                    </m:r>
                    <m:r>
                      <a:rPr lang="en-US" altLang="zh-CN" sz="22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zh-CN" altLang="en-US" sz="2200" b="1" dirty="0">
                  <a:solidFill>
                    <a:srgbClr val="FF0000"/>
                  </a:solidFill>
                  <a:latin typeface="Times New Roman" panose="02020603050405020304" pitchFamily="18" charset="0"/>
                  <a:ea typeface="KaiTi" panose="02010609060101010101" pitchFamily="49" charset="-122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21" name="副标题 2">
                <a:extLst>
                  <a:ext uri="{FF2B5EF4-FFF2-40B4-BE49-F238E27FC236}">
                    <a16:creationId xmlns:a16="http://schemas.microsoft.com/office/drawing/2014/main" id="{5FAF19E4-6E37-738D-464D-D7D2A34F518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163874" y="4329636"/>
                <a:ext cx="8932748" cy="559709"/>
              </a:xfrm>
              <a:prstGeom prst="rect">
                <a:avLst/>
              </a:prstGeom>
              <a:blipFill>
                <a:blip r:embed="rId5"/>
                <a:stretch>
                  <a:fillRect b="-1111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文本框 14">
                <a:extLst>
                  <a:ext uri="{FF2B5EF4-FFF2-40B4-BE49-F238E27FC236}">
                    <a16:creationId xmlns:a16="http://schemas.microsoft.com/office/drawing/2014/main" id="{8C80D8F4-C13C-FA28-B78D-A52EDFA8EB29}"/>
                  </a:ext>
                </a:extLst>
              </p:cNvPr>
              <p:cNvSpPr txBox="1"/>
              <p:nvPr/>
            </p:nvSpPr>
            <p:spPr>
              <a:xfrm>
                <a:off x="2186940" y="313460"/>
                <a:ext cx="4572000" cy="70788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kumimoji="1" lang="zh-CN" altLang="en-US" sz="4000" i="0" smtClean="0">
                          <a:solidFill>
                            <a:srgbClr val="FF0000"/>
                          </a:solidFill>
                          <a:latin typeface="STXinwei" panose="02010800040101010101" pitchFamily="2" charset="-122"/>
                          <a:ea typeface="STXinwei" panose="02010800040101010101" pitchFamily="2" charset="-122"/>
                        </a:rPr>
                        <m:t>协方差的</m:t>
                      </m:r>
                      <m:r>
                        <a:rPr kumimoji="1" lang="zh-CN" altLang="en-US" sz="4000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STXinwei" panose="02010800040101010101" pitchFamily="2" charset="-122"/>
                        </a:rPr>
                        <m:t>计算</m:t>
                      </m:r>
                    </m:oMath>
                  </m:oMathPara>
                </a14:m>
                <a:endParaRPr lang="zh-CN" altLang="en-US" sz="4000" dirty="0">
                  <a:solidFill>
                    <a:srgbClr val="FF0000"/>
                  </a:solidFill>
                  <a:latin typeface="STXinwei" panose="02010800040101010101" pitchFamily="2" charset="-122"/>
                  <a:ea typeface="STXinwei" panose="02010800040101010101" pitchFamily="2" charset="-122"/>
                </a:endParaRPr>
              </a:p>
            </p:txBody>
          </p:sp>
        </mc:Choice>
        <mc:Fallback xmlns="">
          <p:sp>
            <p:nvSpPr>
              <p:cNvPr id="15" name="文本框 14">
                <a:extLst>
                  <a:ext uri="{FF2B5EF4-FFF2-40B4-BE49-F238E27FC236}">
                    <a16:creationId xmlns:a16="http://schemas.microsoft.com/office/drawing/2014/main" id="{8C80D8F4-C13C-FA28-B78D-A52EDFA8EB2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86940" y="313460"/>
                <a:ext cx="4572000" cy="707886"/>
              </a:xfrm>
              <a:prstGeom prst="rect">
                <a:avLst/>
              </a:prstGeom>
              <a:blipFill>
                <a:blip r:embed="rId6"/>
                <a:stretch>
                  <a:fillRect b="-1929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文本框 15">
                <a:extLst>
                  <a:ext uri="{FF2B5EF4-FFF2-40B4-BE49-F238E27FC236}">
                    <a16:creationId xmlns:a16="http://schemas.microsoft.com/office/drawing/2014/main" id="{6FAA25F4-CADB-114C-A34A-3AAA00DC1209}"/>
                  </a:ext>
                </a:extLst>
              </p:cNvPr>
              <p:cNvSpPr txBox="1"/>
              <p:nvPr/>
            </p:nvSpPr>
            <p:spPr>
              <a:xfrm>
                <a:off x="3771221" y="1930714"/>
                <a:ext cx="422488" cy="124854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{"/>
                          <m:endChr m:val=""/>
                          <m:ctrlPr>
                            <a:rPr kumimoji="1" lang="en-US" altLang="zh-CN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kumimoji="1" lang="en-US" altLang="zh-CN" i="1" smtClean="0"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/>
                            <m:e/>
                            <m:e/>
                            <m:e/>
                          </m:eqArr>
                        </m:e>
                      </m:d>
                    </m:oMath>
                  </m:oMathPara>
                </a14:m>
                <a:endParaRPr kumimoji="1" lang="zh-CN" altLang="en-US" dirty="0"/>
              </a:p>
            </p:txBody>
          </p:sp>
        </mc:Choice>
        <mc:Fallback xmlns="">
          <p:sp>
            <p:nvSpPr>
              <p:cNvPr id="16" name="文本框 15">
                <a:extLst>
                  <a:ext uri="{FF2B5EF4-FFF2-40B4-BE49-F238E27FC236}">
                    <a16:creationId xmlns:a16="http://schemas.microsoft.com/office/drawing/2014/main" id="{6FAA25F4-CADB-114C-A34A-3AAA00DC120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71221" y="1930714"/>
                <a:ext cx="422488" cy="1248547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" name="直线连接符 1">
            <a:extLst>
              <a:ext uri="{FF2B5EF4-FFF2-40B4-BE49-F238E27FC236}">
                <a16:creationId xmlns:a16="http://schemas.microsoft.com/office/drawing/2014/main" id="{5D96D494-037E-26FC-1DA3-7FCEC12C16F3}"/>
              </a:ext>
            </a:extLst>
          </p:cNvPr>
          <p:cNvCxnSpPr/>
          <p:nvPr/>
        </p:nvCxnSpPr>
        <p:spPr>
          <a:xfrm>
            <a:off x="0" y="1082842"/>
            <a:ext cx="9144000" cy="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338470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1" name="副标题 2">
                <a:extLst>
                  <a:ext uri="{FF2B5EF4-FFF2-40B4-BE49-F238E27FC236}">
                    <a16:creationId xmlns:a16="http://schemas.microsoft.com/office/drawing/2014/main" id="{5FAF19E4-6E37-738D-464D-D7D2A34F5181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-117576" y="1619484"/>
                <a:ext cx="8932748" cy="559709"/>
              </a:xfrm>
              <a:prstGeom prst="rect">
                <a:avLst/>
              </a:prstGeom>
            </p:spPr>
            <p:txBody>
              <a:bodyPr vert="horz" lIns="68580" tIns="34290" rIns="68580" bIns="34290" rtlCol="0">
                <a:noAutofit/>
              </a:bodyPr>
              <a:lstStyle>
                <a:lvl1pPr marL="0" indent="0" algn="ctr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None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indent="0" algn="ctr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indent="0" algn="ctr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indent="0" algn="ctr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indent="0" algn="ctr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indent="0" algn="ctr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indent="0" algn="ctr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indent="0" algn="ctr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indent="0" algn="ctr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>
                  <a:lnSpc>
                    <a:spcPct val="150000"/>
                  </a:lnSpc>
                </a:pPr>
                <a14:m>
                  <m:oMath xmlns:m="http://schemas.openxmlformats.org/officeDocument/2006/math">
                    <m:r>
                      <a:rPr lang="en-US" altLang="zh-CN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KaiTi" panose="02010609060101010101" pitchFamily="49" charset="-122"/>
                        <a:cs typeface="Times New Roman" panose="02020603050405020304" pitchFamily="18" charset="0"/>
                      </a:rPr>
                      <m:t>𝒄𝒐𝒗</m:t>
                    </m:r>
                    <m:d>
                      <m:dPr>
                        <m:ctrlPr>
                          <a:rPr lang="zh-CN" altLang="en-US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𝑿</m:t>
                        </m:r>
                        <m:r>
                          <a:rPr lang="en-US" altLang="zh-CN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zh-CN" altLang="en-US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𝒀</m:t>
                        </m:r>
                      </m:e>
                    </m:d>
                    <m:r>
                      <a:rPr lang="en-US" altLang="zh-CN" b="1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altLang="zh-CN" b="1" dirty="0">
                    <a:solidFill>
                      <a:srgbClr val="FF0000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b="1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𝑬</m:t>
                    </m:r>
                    <m:d>
                      <m:dPr>
                        <m:ctrlPr>
                          <a:rPr lang="en-US" altLang="zh-CN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𝑿𝒀</m:t>
                        </m:r>
                      </m:e>
                    </m:d>
                    <m:r>
                      <a:rPr lang="en-US" altLang="zh-CN" b="1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altLang="zh-CN" b="1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𝑬</m:t>
                    </m:r>
                    <m:r>
                      <a:rPr lang="en-US" altLang="zh-CN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b="1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𝑿</m:t>
                    </m:r>
                    <m:r>
                      <a:rPr lang="en-US" altLang="zh-CN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US" altLang="zh-CN" b="1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𝑬</m:t>
                    </m:r>
                    <m:r>
                      <a:rPr lang="en-US" altLang="zh-CN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b="1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𝒀</m:t>
                    </m:r>
                    <m:r>
                      <a:rPr lang="en-US" altLang="zh-CN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zh-CN" altLang="en-US" b="1" dirty="0">
                  <a:solidFill>
                    <a:srgbClr val="FF0000"/>
                  </a:solidFill>
                  <a:latin typeface="Times New Roman" panose="02020603050405020304" pitchFamily="18" charset="0"/>
                  <a:ea typeface="KaiTi" panose="02010609060101010101" pitchFamily="49" charset="-122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21" name="副标题 2">
                <a:extLst>
                  <a:ext uri="{FF2B5EF4-FFF2-40B4-BE49-F238E27FC236}">
                    <a16:creationId xmlns:a16="http://schemas.microsoft.com/office/drawing/2014/main" id="{5FAF19E4-6E37-738D-464D-D7D2A34F518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117576" y="1619484"/>
                <a:ext cx="8932748" cy="559709"/>
              </a:xfrm>
              <a:prstGeom prst="rect">
                <a:avLst/>
              </a:prstGeom>
              <a:blipFill>
                <a:blip r:embed="rId2"/>
                <a:stretch>
                  <a:fillRect b="-1555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文本框 14">
                <a:extLst>
                  <a:ext uri="{FF2B5EF4-FFF2-40B4-BE49-F238E27FC236}">
                    <a16:creationId xmlns:a16="http://schemas.microsoft.com/office/drawing/2014/main" id="{8C80D8F4-C13C-FA28-B78D-A52EDFA8EB29}"/>
                  </a:ext>
                </a:extLst>
              </p:cNvPr>
              <p:cNvSpPr txBox="1"/>
              <p:nvPr/>
            </p:nvSpPr>
            <p:spPr>
              <a:xfrm>
                <a:off x="2186940" y="313460"/>
                <a:ext cx="4572000" cy="70788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kumimoji="1" lang="zh-CN" altLang="en-US" sz="4000" i="0" smtClean="0">
                          <a:solidFill>
                            <a:srgbClr val="FF0000"/>
                          </a:solidFill>
                          <a:latin typeface="STXinwei" panose="02010800040101010101" pitchFamily="2" charset="-122"/>
                          <a:ea typeface="STXinwei" panose="02010800040101010101" pitchFamily="2" charset="-122"/>
                        </a:rPr>
                        <m:t>协方差的</m:t>
                      </m:r>
                      <m:r>
                        <a:rPr kumimoji="1" lang="zh-CN" altLang="en-US" sz="4000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STXinwei" panose="02010800040101010101" pitchFamily="2" charset="-122"/>
                        </a:rPr>
                        <m:t>计算</m:t>
                      </m:r>
                    </m:oMath>
                  </m:oMathPara>
                </a14:m>
                <a:endParaRPr lang="zh-CN" altLang="en-US" sz="4000" dirty="0">
                  <a:solidFill>
                    <a:srgbClr val="FF0000"/>
                  </a:solidFill>
                  <a:latin typeface="STXinwei" panose="02010800040101010101" pitchFamily="2" charset="-122"/>
                  <a:ea typeface="STXinwei" panose="02010800040101010101" pitchFamily="2" charset="-122"/>
                </a:endParaRPr>
              </a:p>
            </p:txBody>
          </p:sp>
        </mc:Choice>
        <mc:Fallback xmlns="">
          <p:sp>
            <p:nvSpPr>
              <p:cNvPr id="15" name="文本框 14">
                <a:extLst>
                  <a:ext uri="{FF2B5EF4-FFF2-40B4-BE49-F238E27FC236}">
                    <a16:creationId xmlns:a16="http://schemas.microsoft.com/office/drawing/2014/main" id="{8C80D8F4-C13C-FA28-B78D-A52EDFA8EB2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86940" y="313460"/>
                <a:ext cx="4572000" cy="707886"/>
              </a:xfrm>
              <a:prstGeom prst="rect">
                <a:avLst/>
              </a:prstGeom>
              <a:blipFill>
                <a:blip r:embed="rId3"/>
                <a:stretch>
                  <a:fillRect b="-1929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6" name="组合 5">
            <a:extLst>
              <a:ext uri="{FF2B5EF4-FFF2-40B4-BE49-F238E27FC236}">
                <a16:creationId xmlns:a16="http://schemas.microsoft.com/office/drawing/2014/main" id="{BCCDFD90-040C-D85B-D200-28851D83EAEE}"/>
              </a:ext>
            </a:extLst>
          </p:cNvPr>
          <p:cNvGrpSpPr/>
          <p:nvPr/>
        </p:nvGrpSpPr>
        <p:grpSpPr>
          <a:xfrm>
            <a:off x="1178329" y="3248026"/>
            <a:ext cx="6787342" cy="2552700"/>
            <a:chOff x="857250" y="3257550"/>
            <a:chExt cx="8117032" cy="2995539"/>
          </a:xfrm>
        </p:grpSpPr>
        <p:pic>
          <p:nvPicPr>
            <p:cNvPr id="4" name="图片 3">
              <a:extLst>
                <a:ext uri="{FF2B5EF4-FFF2-40B4-BE49-F238E27FC236}">
                  <a16:creationId xmlns:a16="http://schemas.microsoft.com/office/drawing/2014/main" id="{EEEBD7F0-F035-AA3D-C7D7-DDE21D7E31B6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219200" y="3579836"/>
              <a:ext cx="7755082" cy="2673253"/>
            </a:xfrm>
            <a:prstGeom prst="rect">
              <a:avLst/>
            </a:prstGeom>
          </p:spPr>
        </p:pic>
        <p:sp>
          <p:nvSpPr>
            <p:cNvPr id="5" name="矩形 4">
              <a:extLst>
                <a:ext uri="{FF2B5EF4-FFF2-40B4-BE49-F238E27FC236}">
                  <a16:creationId xmlns:a16="http://schemas.microsoft.com/office/drawing/2014/main" id="{E4251270-766C-BF58-92EF-0ACD87792911}"/>
                </a:ext>
              </a:extLst>
            </p:cNvPr>
            <p:cNvSpPr/>
            <p:nvPr/>
          </p:nvSpPr>
          <p:spPr>
            <a:xfrm>
              <a:off x="857250" y="3257550"/>
              <a:ext cx="781050" cy="9525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/>
            </a:p>
          </p:txBody>
        </p:sp>
      </p:grpSp>
      <p:cxnSp>
        <p:nvCxnSpPr>
          <p:cNvPr id="2" name="直线连接符 1">
            <a:extLst>
              <a:ext uri="{FF2B5EF4-FFF2-40B4-BE49-F238E27FC236}">
                <a16:creationId xmlns:a16="http://schemas.microsoft.com/office/drawing/2014/main" id="{776606D2-49C4-09D6-9E50-29D333B0B98F}"/>
              </a:ext>
            </a:extLst>
          </p:cNvPr>
          <p:cNvCxnSpPr/>
          <p:nvPr/>
        </p:nvCxnSpPr>
        <p:spPr>
          <a:xfrm>
            <a:off x="0" y="1082842"/>
            <a:ext cx="9144000" cy="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727203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15" name="文本框 14">
                <a:extLst>
                  <a:ext uri="{FF2B5EF4-FFF2-40B4-BE49-F238E27FC236}">
                    <a16:creationId xmlns:a16="http://schemas.microsoft.com/office/drawing/2014/main" id="{8C80D8F4-C13C-FA28-B78D-A52EDFA8EB29}"/>
                  </a:ext>
                </a:extLst>
              </p:cNvPr>
              <p:cNvSpPr txBox="1"/>
              <p:nvPr/>
            </p:nvSpPr>
            <p:spPr>
              <a:xfrm>
                <a:off x="2186940" y="313460"/>
                <a:ext cx="4572000" cy="70788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kumimoji="1" lang="zh-CN" altLang="en-US" sz="4000" i="0" smtClean="0">
                          <a:solidFill>
                            <a:srgbClr val="FF0000"/>
                          </a:solidFill>
                          <a:latin typeface="STXinwei" panose="02010800040101010101" pitchFamily="2" charset="-122"/>
                          <a:ea typeface="STXinwei" panose="02010800040101010101" pitchFamily="2" charset="-122"/>
                        </a:rPr>
                        <m:t>协方差的</m:t>
                      </m:r>
                      <m:r>
                        <a:rPr kumimoji="1" lang="zh-CN" altLang="en-US" sz="4000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STXinwei" panose="02010800040101010101" pitchFamily="2" charset="-122"/>
                        </a:rPr>
                        <m:t>计算</m:t>
                      </m:r>
                    </m:oMath>
                  </m:oMathPara>
                </a14:m>
                <a:endParaRPr lang="zh-CN" altLang="en-US" sz="4000" dirty="0">
                  <a:solidFill>
                    <a:srgbClr val="FF0000"/>
                  </a:solidFill>
                  <a:latin typeface="STXinwei" panose="02010800040101010101" pitchFamily="2" charset="-122"/>
                  <a:ea typeface="STXinwei" panose="02010800040101010101" pitchFamily="2" charset="-122"/>
                </a:endParaRPr>
              </a:p>
            </p:txBody>
          </p:sp>
        </mc:Choice>
        <mc:Fallback xmlns="">
          <p:sp>
            <p:nvSpPr>
              <p:cNvPr id="15" name="文本框 14">
                <a:extLst>
                  <a:ext uri="{FF2B5EF4-FFF2-40B4-BE49-F238E27FC236}">
                    <a16:creationId xmlns:a16="http://schemas.microsoft.com/office/drawing/2014/main" id="{8C80D8F4-C13C-FA28-B78D-A52EDFA8EB2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86940" y="313460"/>
                <a:ext cx="4572000" cy="707886"/>
              </a:xfrm>
              <a:prstGeom prst="rect">
                <a:avLst/>
              </a:prstGeom>
              <a:blipFill>
                <a:blip r:embed="rId3"/>
                <a:stretch>
                  <a:fillRect b="-1929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文本框 18">
                <a:extLst>
                  <a:ext uri="{FF2B5EF4-FFF2-40B4-BE49-F238E27FC236}">
                    <a16:creationId xmlns:a16="http://schemas.microsoft.com/office/drawing/2014/main" id="{CBFE78C9-E47C-DB21-78DF-46A7779FEBC5}"/>
                  </a:ext>
                </a:extLst>
              </p:cNvPr>
              <p:cNvSpPr txBox="1"/>
              <p:nvPr/>
            </p:nvSpPr>
            <p:spPr>
              <a:xfrm>
                <a:off x="275380" y="2548474"/>
                <a:ext cx="9144000" cy="424212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zh-CN" sz="2200" i="1" dirty="0" smtClean="0">
                          <a:latin typeface="Cambria Math" panose="02040503050406030204" pitchFamily="18" charset="0"/>
                        </a:rPr>
                        <m:t>𝑐</m:t>
                      </m:r>
                      <m:r>
                        <a:rPr lang="en-US" altLang="zh-CN" sz="2200" b="0" i="1" dirty="0" err="1" smtClean="0">
                          <a:latin typeface="Cambria Math" panose="02040503050406030204" pitchFamily="18" charset="0"/>
                        </a:rPr>
                        <m:t>𝑜𝑣</m:t>
                      </m:r>
                      <m:r>
                        <a:rPr lang="en-US" altLang="zh-CN" sz="2200" b="0" i="0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altLang="zh-CN" sz="2200" b="0" i="1" dirty="0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altLang="zh-CN" sz="2200" b="0" i="1" dirty="0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altLang="zh-CN" sz="2200" b="0" i="1" dirty="0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altLang="zh-CN" sz="2200" b="0" i="0" smtClean="0">
                          <a:latin typeface="Cambria Math" panose="02040503050406030204" pitchFamily="18" charset="0"/>
                        </a:rPr>
                        <m:t>)=</m:t>
                      </m:r>
                      <m:nary>
                        <m:naryPr>
                          <m:limLoc m:val="subSup"/>
                          <m:grow m:val="on"/>
                          <m:ctrlPr>
                            <a:rPr lang="zh-CN" altLang="en-US" sz="22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zh-CN" altLang="en-US" sz="2200">
                              <a:latin typeface="Cambria Math" panose="02040503050406030204" pitchFamily="18" charset="0"/>
                            </a:rPr>
                            <m:t>−∞</m:t>
                          </m:r>
                        </m:sub>
                        <m:sup>
                          <m:r>
                            <a:rPr lang="zh-CN" altLang="en-US" sz="2200">
                              <a:latin typeface="Cambria Math" panose="02040503050406030204" pitchFamily="18" charset="0"/>
                            </a:rPr>
                            <m:t>+∞</m:t>
                          </m:r>
                        </m:sup>
                        <m:e>
                          <m:r>
                            <a:rPr lang="zh-CN" altLang="en-US" sz="2200">
                              <a:latin typeface="Cambria Math" panose="02040503050406030204" pitchFamily="18" charset="0"/>
                            </a:rPr>
                            <m:t> </m:t>
                          </m:r>
                        </m:e>
                      </m:nary>
                      <m:nary>
                        <m:naryPr>
                          <m:limLoc m:val="subSup"/>
                          <m:grow m:val="on"/>
                          <m:ctrlPr>
                            <a:rPr lang="zh-CN" altLang="en-US" sz="22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zh-CN" altLang="en-US" sz="2200">
                              <a:latin typeface="Cambria Math" panose="02040503050406030204" pitchFamily="18" charset="0"/>
                            </a:rPr>
                            <m:t>−∞</m:t>
                          </m:r>
                        </m:sub>
                        <m:sup>
                          <m:r>
                            <a:rPr lang="zh-CN" altLang="en-US" sz="2200">
                              <a:latin typeface="Cambria Math" panose="02040503050406030204" pitchFamily="18" charset="0"/>
                            </a:rPr>
                            <m:t>+∞</m:t>
                          </m:r>
                        </m:sup>
                        <m:e>
                          <m:d>
                            <m:dPr>
                              <m:ctrlPr>
                                <a:rPr lang="zh-CN" altLang="en-US" sz="2200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zh-CN" altLang="en-US" sz="22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zh-CN" altLang="en-US" sz="220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zh-CN" altLang="en-US" sz="2200" i="1">
                                  <a:latin typeface="Cambria Math" panose="02040503050406030204" pitchFamily="18" charset="0"/>
                                </a:rPr>
                                <m:t>𝐸</m:t>
                              </m:r>
                              <m:r>
                                <a:rPr lang="en-US" altLang="zh-CN" sz="2200" b="0" i="1" smtClean="0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zh-CN" altLang="en-US" sz="2200" i="1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  <m:r>
                                <a:rPr lang="en-US" altLang="zh-CN" sz="2200" b="0" i="1" smtClean="0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</m:d>
                          <m:d>
                            <m:dPr>
                              <m:ctrlPr>
                                <a:rPr lang="zh-CN" altLang="en-US" sz="2200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zh-CN" altLang="en-US" sz="2200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  <m:r>
                                <a:rPr lang="zh-CN" altLang="en-US" sz="220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zh-CN" altLang="en-US" sz="2200" i="1">
                                  <a:latin typeface="Cambria Math" panose="02040503050406030204" pitchFamily="18" charset="0"/>
                                </a:rPr>
                                <m:t>𝐸</m:t>
                              </m:r>
                              <m:r>
                                <a:rPr lang="en-US" altLang="zh-CN" sz="2200" b="0" i="1" smtClean="0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altLang="zh-CN" sz="2200" b="0" i="1" smtClean="0">
                                  <a:latin typeface="Cambria Math" panose="02040503050406030204" pitchFamily="18" charset="0"/>
                                </a:rPr>
                                <m:t>𝑌</m:t>
                              </m:r>
                              <m:r>
                                <a:rPr lang="en-US" altLang="zh-CN" sz="2200" b="0" i="1" smtClean="0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</m:d>
                          <m:r>
                            <a:rPr lang="zh-CN" altLang="en-US" sz="2200" i="1">
                              <a:latin typeface="Cambria Math" panose="02040503050406030204" pitchFamily="18" charset="0"/>
                            </a:rPr>
                            <m:t>𝑓</m:t>
                          </m:r>
                          <m:d>
                            <m:dPr>
                              <m:ctrlPr>
                                <a:rPr lang="zh-CN" altLang="en-US" sz="2200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zh-CN" altLang="en-US" sz="22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zh-CN" altLang="en-US" sz="220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zh-CN" altLang="en-US" sz="2200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</m:d>
                          <m:r>
                            <a:rPr lang="zh-CN" altLang="en-US" sz="2200" i="1">
                              <a:latin typeface="Cambria Math" panose="02040503050406030204" pitchFamily="18" charset="0"/>
                            </a:rPr>
                            <m:t>𝑑𝑥𝑑𝑦</m:t>
                          </m:r>
                        </m:e>
                      </m:nary>
                    </m:oMath>
                  </m:oMathPara>
                </a14:m>
                <a:endParaRPr lang="en-US" altLang="zh-CN" sz="2200" dirty="0"/>
              </a:p>
              <a:p>
                <a:pPr>
                  <a:lnSpc>
                    <a:spcPct val="150000"/>
                  </a:lnSpc>
                </a:pPr>
                <a:r>
                  <a:rPr lang="en-US" altLang="zh-CN" sz="2200" dirty="0"/>
                  <a:t>=</a:t>
                </a:r>
                <a14:m>
                  <m:oMath xmlns:m="http://schemas.openxmlformats.org/officeDocument/2006/math">
                    <m:nary>
                      <m:naryPr>
                        <m:limLoc m:val="subSup"/>
                        <m:grow m:val="on"/>
                        <m:ctrlPr>
                          <a:rPr lang="zh-CN" altLang="en-US" sz="2200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zh-CN" altLang="en-US" sz="2200">
                            <a:latin typeface="Cambria Math" panose="02040503050406030204" pitchFamily="18" charset="0"/>
                          </a:rPr>
                          <m:t>−∞</m:t>
                        </m:r>
                      </m:sub>
                      <m:sup>
                        <m:r>
                          <a:rPr lang="zh-CN" altLang="en-US" sz="2200">
                            <a:latin typeface="Cambria Math" panose="02040503050406030204" pitchFamily="18" charset="0"/>
                          </a:rPr>
                          <m:t>+∞</m:t>
                        </m:r>
                      </m:sup>
                      <m:e>
                        <m:r>
                          <a:rPr lang="zh-CN" altLang="en-US" sz="2200">
                            <a:latin typeface="Cambria Math" panose="02040503050406030204" pitchFamily="18" charset="0"/>
                          </a:rPr>
                          <m:t> </m:t>
                        </m:r>
                      </m:e>
                    </m:nary>
                    <m:nary>
                      <m:naryPr>
                        <m:limLoc m:val="subSup"/>
                        <m:grow m:val="on"/>
                        <m:ctrlPr>
                          <a:rPr lang="zh-CN" altLang="en-US" sz="2200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zh-CN" altLang="en-US" sz="2200">
                            <a:latin typeface="Cambria Math" panose="02040503050406030204" pitchFamily="18" charset="0"/>
                          </a:rPr>
                          <m:t>−∞</m:t>
                        </m:r>
                      </m:sub>
                      <m:sup>
                        <m:r>
                          <a:rPr lang="zh-CN" altLang="en-US" sz="2200">
                            <a:latin typeface="Cambria Math" panose="02040503050406030204" pitchFamily="18" charset="0"/>
                          </a:rPr>
                          <m:t>+∞</m:t>
                        </m:r>
                      </m:sup>
                      <m:e>
                        <m:d>
                          <m:dPr>
                            <m:ctrlPr>
                              <a:rPr lang="zh-CN" altLang="en-US" sz="2200" i="1" smtClean="0">
                                <a:solidFill>
                                  <a:srgbClr val="83696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zh-CN" altLang="en-US" sz="22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n-US" altLang="zh-CN" sz="2200" b="0" i="1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  <m:r>
                              <a:rPr lang="zh-CN" altLang="en-US" sz="220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altLang="zh-CN" sz="2200" b="0" i="1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  <m:r>
                              <a:rPr lang="zh-CN" altLang="en-US" sz="2200" i="1">
                                <a:latin typeface="Cambria Math" panose="02040503050406030204" pitchFamily="18" charset="0"/>
                              </a:rPr>
                              <m:t>𝐸</m:t>
                            </m:r>
                            <m:r>
                              <a:rPr lang="en-US" altLang="zh-CN" sz="2200" b="0" i="1" smtClean="0"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zh-CN" altLang="en-US" sz="2200" i="1">
                                <a:latin typeface="Cambria Math" panose="02040503050406030204" pitchFamily="18" charset="0"/>
                              </a:rPr>
                              <m:t>𝑋</m:t>
                            </m:r>
                            <m:r>
                              <a:rPr lang="en-US" altLang="zh-CN" sz="2200" b="0" i="1" smtClean="0">
                                <a:latin typeface="Cambria Math" panose="02040503050406030204" pitchFamily="18" charset="0"/>
                              </a:rPr>
                              <m:t>)−</m:t>
                            </m:r>
                            <m:r>
                              <a:rPr lang="en-US" altLang="zh-CN" sz="2200" b="0" i="1" smtClean="0">
                                <a:latin typeface="Cambria Math" panose="02040503050406030204" pitchFamily="18" charset="0"/>
                              </a:rPr>
                              <m:t>𝑥𝐸</m:t>
                            </m:r>
                            <m:r>
                              <a:rPr lang="en-US" altLang="zh-CN" sz="2200" b="0" i="1" smtClean="0"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US" altLang="zh-CN" sz="2200" b="0" i="1" smtClean="0">
                                <a:latin typeface="Cambria Math" panose="02040503050406030204" pitchFamily="18" charset="0"/>
                              </a:rPr>
                              <m:t>𝑌</m:t>
                            </m:r>
                            <m:r>
                              <a:rPr lang="en-US" altLang="zh-CN" sz="2200" b="0" i="1" smtClean="0">
                                <a:latin typeface="Cambria Math" panose="02040503050406030204" pitchFamily="18" charset="0"/>
                              </a:rPr>
                              <m:t>)+</m:t>
                            </m:r>
                            <m:r>
                              <a:rPr lang="en-US" altLang="zh-CN" sz="2200" b="0" i="1" smtClean="0">
                                <a:latin typeface="Cambria Math" panose="02040503050406030204" pitchFamily="18" charset="0"/>
                              </a:rPr>
                              <m:t>𝐸</m:t>
                            </m:r>
                            <m:r>
                              <a:rPr lang="en-US" altLang="zh-CN" sz="2200" b="0" i="1" smtClean="0"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US" altLang="zh-CN" sz="2200" b="0" i="1" smtClean="0">
                                <a:latin typeface="Cambria Math" panose="02040503050406030204" pitchFamily="18" charset="0"/>
                              </a:rPr>
                              <m:t>𝑋</m:t>
                            </m:r>
                            <m:r>
                              <a:rPr lang="en-US" altLang="zh-CN" sz="2200" b="0" i="1" smtClean="0">
                                <a:latin typeface="Cambria Math" panose="02040503050406030204" pitchFamily="18" charset="0"/>
                              </a:rPr>
                              <m:t>)</m:t>
                            </m:r>
                            <m:r>
                              <a:rPr lang="en-US" altLang="zh-CN" sz="2200" b="0" i="1" smtClean="0">
                                <a:latin typeface="Cambria Math" panose="02040503050406030204" pitchFamily="18" charset="0"/>
                              </a:rPr>
                              <m:t>𝐸</m:t>
                            </m:r>
                            <m:r>
                              <a:rPr lang="en-US" altLang="zh-CN" sz="2200" b="0" i="1" smtClean="0"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US" altLang="zh-CN" sz="2200" b="0" i="1" smtClean="0">
                                <a:latin typeface="Cambria Math" panose="02040503050406030204" pitchFamily="18" charset="0"/>
                              </a:rPr>
                              <m:t>𝑌</m:t>
                            </m:r>
                            <m:r>
                              <a:rPr lang="en-US" altLang="zh-CN" sz="2200" b="0" i="1" smtClean="0"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</m:d>
                        <m:r>
                          <a:rPr lang="zh-CN" altLang="en-US" sz="2200" i="1">
                            <a:latin typeface="Cambria Math" panose="02040503050406030204" pitchFamily="18" charset="0"/>
                          </a:rPr>
                          <m:t>𝑓</m:t>
                        </m:r>
                        <m:d>
                          <m:dPr>
                            <m:ctrlPr>
                              <a:rPr lang="zh-CN" altLang="en-US" sz="2200" i="1">
                                <a:solidFill>
                                  <a:srgbClr val="83696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zh-CN" altLang="en-US" sz="22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zh-CN" altLang="en-US" sz="2200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zh-CN" altLang="en-US" sz="2200" i="1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</m:d>
                        <m:r>
                          <a:rPr lang="zh-CN" altLang="en-US" sz="2200" i="1">
                            <a:latin typeface="Cambria Math" panose="02040503050406030204" pitchFamily="18" charset="0"/>
                          </a:rPr>
                          <m:t>𝑑𝑥𝑑𝑦</m:t>
                        </m:r>
                      </m:e>
                    </m:nary>
                  </m:oMath>
                </a14:m>
                <a:endParaRPr lang="en-US" altLang="zh-CN" sz="2200" dirty="0"/>
              </a:p>
              <a:p>
                <a:pPr>
                  <a:lnSpc>
                    <a:spcPct val="150000"/>
                  </a:lnSpc>
                </a:pPr>
                <a:r>
                  <a:rPr lang="en-US" altLang="zh-CN" sz="2200" dirty="0"/>
                  <a:t>=</a:t>
                </a:r>
                <a14:m>
                  <m:oMath xmlns:m="http://schemas.openxmlformats.org/officeDocument/2006/math">
                    <m:nary>
                      <m:naryPr>
                        <m:limLoc m:val="subSup"/>
                        <m:grow m:val="on"/>
                        <m:ctrlPr>
                          <a:rPr lang="zh-CN" altLang="en-US" sz="2200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zh-CN" altLang="en-US" sz="2200">
                            <a:latin typeface="Cambria Math" panose="02040503050406030204" pitchFamily="18" charset="0"/>
                          </a:rPr>
                          <m:t>−∞</m:t>
                        </m:r>
                      </m:sub>
                      <m:sup>
                        <m:r>
                          <a:rPr lang="zh-CN" altLang="en-US" sz="2200">
                            <a:latin typeface="Cambria Math" panose="02040503050406030204" pitchFamily="18" charset="0"/>
                          </a:rPr>
                          <m:t>+∞</m:t>
                        </m:r>
                      </m:sup>
                      <m:e>
                        <m:r>
                          <a:rPr lang="zh-CN" altLang="en-US" sz="2200">
                            <a:latin typeface="Cambria Math" panose="02040503050406030204" pitchFamily="18" charset="0"/>
                          </a:rPr>
                          <m:t> </m:t>
                        </m:r>
                      </m:e>
                    </m:nary>
                    <m:nary>
                      <m:naryPr>
                        <m:limLoc m:val="subSup"/>
                        <m:grow m:val="on"/>
                        <m:ctrlPr>
                          <a:rPr lang="zh-CN" altLang="en-US" sz="2200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zh-CN" altLang="en-US" sz="2200">
                            <a:latin typeface="Cambria Math" panose="02040503050406030204" pitchFamily="18" charset="0"/>
                          </a:rPr>
                          <m:t>−∞</m:t>
                        </m:r>
                      </m:sub>
                      <m:sup>
                        <m:r>
                          <a:rPr lang="zh-CN" altLang="en-US" sz="2200">
                            <a:latin typeface="Cambria Math" panose="02040503050406030204" pitchFamily="18" charset="0"/>
                          </a:rPr>
                          <m:t>+∞</m:t>
                        </m:r>
                      </m:sup>
                      <m:e>
                        <m:r>
                          <a:rPr lang="en-US" altLang="zh-CN" sz="2200" b="0" i="1" smtClean="0">
                            <a:latin typeface="Cambria Math" panose="02040503050406030204" pitchFamily="18" charset="0"/>
                          </a:rPr>
                          <m:t>𝑥𝑦</m:t>
                        </m:r>
                        <m:r>
                          <a:rPr lang="zh-CN" altLang="en-US" sz="2200" i="1">
                            <a:latin typeface="Cambria Math" panose="02040503050406030204" pitchFamily="18" charset="0"/>
                          </a:rPr>
                          <m:t>𝑓</m:t>
                        </m:r>
                        <m:d>
                          <m:dPr>
                            <m:ctrlPr>
                              <a:rPr lang="zh-CN" altLang="en-US" sz="2200" i="1">
                                <a:solidFill>
                                  <a:srgbClr val="83696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zh-CN" altLang="en-US" sz="22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zh-CN" altLang="en-US" sz="2200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zh-CN" altLang="en-US" sz="2200" i="1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</m:d>
                        <m:r>
                          <a:rPr lang="zh-CN" altLang="en-US" sz="2200" i="1">
                            <a:latin typeface="Cambria Math" panose="02040503050406030204" pitchFamily="18" charset="0"/>
                          </a:rPr>
                          <m:t>𝑑𝑥𝑑𝑦</m:t>
                        </m:r>
                      </m:e>
                    </m:nary>
                    <m:r>
                      <a:rPr lang="en-US" altLang="zh-CN" sz="2200" b="0" i="0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altLang="zh-CN" sz="2200" b="0" i="1" smtClean="0">
                        <a:latin typeface="Cambria Math" panose="02040503050406030204" pitchFamily="18" charset="0"/>
                      </a:rPr>
                      <m:t>𝐸</m:t>
                    </m:r>
                    <m:r>
                      <a:rPr lang="en-US" altLang="zh-CN" sz="2200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sz="2200" b="0" i="1" smtClean="0"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US" altLang="zh-CN" sz="2200" b="0" i="1" smtClean="0">
                        <a:latin typeface="Cambria Math" panose="02040503050406030204" pitchFamily="18" charset="0"/>
                      </a:rPr>
                      <m:t>)</m:t>
                    </m:r>
                    <m:nary>
                      <m:naryPr>
                        <m:limLoc m:val="subSup"/>
                        <m:grow m:val="on"/>
                        <m:ctrlPr>
                          <a:rPr lang="zh-CN" altLang="en-US" sz="2200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zh-CN" altLang="en-US" sz="2200">
                            <a:latin typeface="Cambria Math" panose="02040503050406030204" pitchFamily="18" charset="0"/>
                          </a:rPr>
                          <m:t>−∞</m:t>
                        </m:r>
                      </m:sub>
                      <m:sup>
                        <m:r>
                          <a:rPr lang="zh-CN" altLang="en-US" sz="2200">
                            <a:latin typeface="Cambria Math" panose="02040503050406030204" pitchFamily="18" charset="0"/>
                          </a:rPr>
                          <m:t>+∞</m:t>
                        </m:r>
                      </m:sup>
                      <m:e>
                        <m:r>
                          <a:rPr lang="zh-CN" altLang="en-US" sz="2200">
                            <a:latin typeface="Cambria Math" panose="02040503050406030204" pitchFamily="18" charset="0"/>
                          </a:rPr>
                          <m:t> </m:t>
                        </m:r>
                      </m:e>
                    </m:nary>
                    <m:nary>
                      <m:naryPr>
                        <m:limLoc m:val="subSup"/>
                        <m:grow m:val="on"/>
                        <m:ctrlPr>
                          <a:rPr lang="zh-CN" altLang="en-US" sz="2200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zh-CN" altLang="en-US" sz="2200">
                            <a:latin typeface="Cambria Math" panose="02040503050406030204" pitchFamily="18" charset="0"/>
                          </a:rPr>
                          <m:t>−∞</m:t>
                        </m:r>
                      </m:sub>
                      <m:sup>
                        <m:r>
                          <a:rPr lang="zh-CN" altLang="en-US" sz="2200">
                            <a:latin typeface="Cambria Math" panose="02040503050406030204" pitchFamily="18" charset="0"/>
                          </a:rPr>
                          <m:t>+∞</m:t>
                        </m:r>
                      </m:sup>
                      <m:e>
                        <m:r>
                          <a:rPr lang="en-US" altLang="zh-CN" sz="2200" i="1"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a:rPr lang="zh-CN" altLang="en-US" sz="2200" i="1">
                            <a:latin typeface="Cambria Math" panose="02040503050406030204" pitchFamily="18" charset="0"/>
                          </a:rPr>
                          <m:t>𝑓</m:t>
                        </m:r>
                        <m:d>
                          <m:dPr>
                            <m:ctrlPr>
                              <a:rPr lang="zh-CN" altLang="en-US" sz="2200" i="1">
                                <a:solidFill>
                                  <a:srgbClr val="83696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zh-CN" altLang="en-US" sz="22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zh-CN" altLang="en-US" sz="2200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zh-CN" altLang="en-US" sz="2200" i="1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</m:d>
                        <m:r>
                          <a:rPr lang="zh-CN" altLang="en-US" sz="2200" i="1"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US" altLang="zh-CN" sz="2200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a:rPr lang="zh-CN" altLang="en-US" sz="2200" i="1"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US" altLang="zh-CN" sz="22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nary>
                  </m:oMath>
                </a14:m>
                <a:r>
                  <a:rPr lang="en-US" altLang="zh-CN" sz="2200" dirty="0"/>
                  <a:t> </a:t>
                </a:r>
                <a14:m>
                  <m:oMath xmlns:m="http://schemas.openxmlformats.org/officeDocument/2006/math">
                    <m:r>
                      <a:rPr lang="en-US" altLang="zh-CN" sz="220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altLang="zh-CN" sz="2200" i="1">
                        <a:latin typeface="Cambria Math" panose="02040503050406030204" pitchFamily="18" charset="0"/>
                      </a:rPr>
                      <m:t>𝐸</m:t>
                    </m:r>
                    <m:r>
                      <a:rPr lang="en-US" altLang="zh-CN" sz="2200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sz="2200" b="0" i="1" smtClean="0">
                        <a:latin typeface="Cambria Math" panose="02040503050406030204" pitchFamily="18" charset="0"/>
                      </a:rPr>
                      <m:t>𝑌</m:t>
                    </m:r>
                    <m:r>
                      <a:rPr lang="en-US" altLang="zh-CN" sz="2200" b="0" i="1" smtClean="0">
                        <a:latin typeface="Cambria Math" panose="02040503050406030204" pitchFamily="18" charset="0"/>
                      </a:rPr>
                      <m:t>)</m:t>
                    </m:r>
                    <m:nary>
                      <m:naryPr>
                        <m:limLoc m:val="subSup"/>
                        <m:grow m:val="on"/>
                        <m:ctrlPr>
                          <a:rPr lang="zh-CN" altLang="en-US" sz="2200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zh-CN" altLang="en-US" sz="2200">
                            <a:latin typeface="Cambria Math" panose="02040503050406030204" pitchFamily="18" charset="0"/>
                          </a:rPr>
                          <m:t>−∞</m:t>
                        </m:r>
                      </m:sub>
                      <m:sup>
                        <m:r>
                          <a:rPr lang="zh-CN" altLang="en-US" sz="2200">
                            <a:latin typeface="Cambria Math" panose="02040503050406030204" pitchFamily="18" charset="0"/>
                          </a:rPr>
                          <m:t>+∞</m:t>
                        </m:r>
                      </m:sup>
                      <m:e>
                        <m:r>
                          <a:rPr lang="zh-CN" altLang="en-US" sz="2200">
                            <a:latin typeface="Cambria Math" panose="02040503050406030204" pitchFamily="18" charset="0"/>
                          </a:rPr>
                          <m:t> </m:t>
                        </m:r>
                      </m:e>
                    </m:nary>
                    <m:nary>
                      <m:naryPr>
                        <m:limLoc m:val="subSup"/>
                        <m:grow m:val="on"/>
                        <m:ctrlPr>
                          <a:rPr lang="zh-CN" altLang="en-US" sz="2200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zh-CN" altLang="en-US" sz="2200">
                            <a:latin typeface="Cambria Math" panose="02040503050406030204" pitchFamily="18" charset="0"/>
                          </a:rPr>
                          <m:t>−∞</m:t>
                        </m:r>
                      </m:sub>
                      <m:sup>
                        <m:r>
                          <a:rPr lang="zh-CN" altLang="en-US" sz="2200">
                            <a:latin typeface="Cambria Math" panose="02040503050406030204" pitchFamily="18" charset="0"/>
                          </a:rPr>
                          <m:t>+∞</m:t>
                        </m:r>
                      </m:sup>
                      <m:e>
                        <m:r>
                          <a:rPr lang="en-US" altLang="zh-CN" sz="22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zh-CN" altLang="en-US" sz="2200" i="1">
                            <a:latin typeface="Cambria Math" panose="02040503050406030204" pitchFamily="18" charset="0"/>
                          </a:rPr>
                          <m:t>𝑓</m:t>
                        </m:r>
                        <m:d>
                          <m:dPr>
                            <m:ctrlPr>
                              <a:rPr lang="zh-CN" altLang="en-US" sz="2200" i="1">
                                <a:solidFill>
                                  <a:srgbClr val="83696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zh-CN" altLang="en-US" sz="22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zh-CN" altLang="en-US" sz="2200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zh-CN" altLang="en-US" sz="2200" i="1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</m:d>
                        <m:r>
                          <a:rPr lang="zh-CN" altLang="en-US" sz="2200" i="1"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US" altLang="zh-CN" sz="22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zh-CN" altLang="en-US" sz="2200" i="1"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US" altLang="zh-CN" sz="2200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a:rPr lang="en-US" altLang="zh-CN" sz="2200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altLang="zh-CN" sz="2200" b="0" i="1" smtClean="0">
                            <a:latin typeface="Cambria Math" panose="02040503050406030204" pitchFamily="18" charset="0"/>
                          </a:rPr>
                          <m:t>𝐸</m:t>
                        </m:r>
                        <m:r>
                          <a:rPr lang="en-US" altLang="zh-CN" sz="2200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altLang="zh-CN" sz="2200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  <m:r>
                          <a:rPr lang="en-US" altLang="zh-CN" sz="2200" b="0" i="1" smtClean="0">
                            <a:latin typeface="Cambria Math" panose="02040503050406030204" pitchFamily="18" charset="0"/>
                          </a:rPr>
                          <m:t>) </m:t>
                        </m:r>
                        <m:r>
                          <a:rPr lang="en-US" altLang="zh-CN" sz="2200" b="0" i="1" smtClean="0">
                            <a:latin typeface="Cambria Math" panose="02040503050406030204" pitchFamily="18" charset="0"/>
                          </a:rPr>
                          <m:t>𝐸</m:t>
                        </m:r>
                        <m:r>
                          <a:rPr lang="en-US" altLang="zh-CN" sz="2200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altLang="zh-CN" sz="2200" b="0" i="1" smtClean="0">
                            <a:latin typeface="Cambria Math" panose="02040503050406030204" pitchFamily="18" charset="0"/>
                          </a:rPr>
                          <m:t>𝑌</m:t>
                        </m:r>
                        <m:r>
                          <a:rPr lang="en-US" altLang="zh-CN" sz="2200" b="0" i="1" smtClean="0">
                            <a:latin typeface="Cambria Math" panose="02040503050406030204" pitchFamily="18" charset="0"/>
                          </a:rPr>
                          <m:t>) </m:t>
                        </m:r>
                      </m:e>
                    </m:nary>
                  </m:oMath>
                </a14:m>
                <a:r>
                  <a:rPr lang="zh-CN" altLang="en-US" sz="2200" dirty="0"/>
                  <a:t> </a:t>
                </a:r>
                <a14:m>
                  <m:oMath xmlns:m="http://schemas.openxmlformats.org/officeDocument/2006/math">
                    <m:nary>
                      <m:naryPr>
                        <m:limLoc m:val="subSup"/>
                        <m:grow m:val="on"/>
                        <m:ctrlPr>
                          <a:rPr lang="zh-CN" altLang="en-US" sz="2200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zh-CN" altLang="en-US" sz="2200">
                            <a:latin typeface="Cambria Math" panose="02040503050406030204" pitchFamily="18" charset="0"/>
                          </a:rPr>
                          <m:t>−∞</m:t>
                        </m:r>
                      </m:sub>
                      <m:sup>
                        <m:r>
                          <a:rPr lang="zh-CN" altLang="en-US" sz="2200">
                            <a:latin typeface="Cambria Math" panose="02040503050406030204" pitchFamily="18" charset="0"/>
                          </a:rPr>
                          <m:t>+∞</m:t>
                        </m:r>
                      </m:sup>
                      <m:e>
                        <m:r>
                          <a:rPr lang="zh-CN" altLang="en-US" sz="2200">
                            <a:latin typeface="Cambria Math" panose="02040503050406030204" pitchFamily="18" charset="0"/>
                          </a:rPr>
                          <m:t> </m:t>
                        </m:r>
                      </m:e>
                    </m:nary>
                    <m:nary>
                      <m:naryPr>
                        <m:limLoc m:val="subSup"/>
                        <m:grow m:val="on"/>
                        <m:ctrlPr>
                          <a:rPr lang="zh-CN" altLang="en-US" sz="2200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zh-CN" altLang="en-US" sz="2200">
                            <a:latin typeface="Cambria Math" panose="02040503050406030204" pitchFamily="18" charset="0"/>
                          </a:rPr>
                          <m:t>−∞</m:t>
                        </m:r>
                      </m:sub>
                      <m:sup>
                        <m:r>
                          <a:rPr lang="zh-CN" altLang="en-US" sz="2200">
                            <a:latin typeface="Cambria Math" panose="02040503050406030204" pitchFamily="18" charset="0"/>
                          </a:rPr>
                          <m:t>+∞</m:t>
                        </m:r>
                      </m:sup>
                      <m:e>
                        <m:r>
                          <a:rPr lang="zh-CN" altLang="en-US" sz="2200" i="1">
                            <a:latin typeface="Cambria Math" panose="02040503050406030204" pitchFamily="18" charset="0"/>
                          </a:rPr>
                          <m:t>𝑓</m:t>
                        </m:r>
                        <m:d>
                          <m:dPr>
                            <m:ctrlPr>
                              <a:rPr lang="zh-CN" altLang="en-US" sz="2200" i="1">
                                <a:solidFill>
                                  <a:srgbClr val="83696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zh-CN" altLang="en-US" sz="22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zh-CN" altLang="en-US" sz="2200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zh-CN" altLang="en-US" sz="2200" i="1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</m:d>
                        <m:r>
                          <a:rPr lang="zh-CN" altLang="en-US" sz="2200" i="1"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US" altLang="zh-CN" sz="2200" i="1"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a:rPr lang="zh-CN" altLang="en-US" sz="2200" i="1"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US" altLang="zh-CN" sz="22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nary>
                  </m:oMath>
                </a14:m>
                <a:endParaRPr lang="zh-CN" altLang="en-US" sz="2200" dirty="0"/>
              </a:p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zh-CN" sz="22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sz="2200" b="0" i="1" smtClean="0">
                          <a:latin typeface="Cambria Math" panose="02040503050406030204" pitchFamily="18" charset="0"/>
                        </a:rPr>
                        <m:t>𝐸</m:t>
                      </m:r>
                      <m:d>
                        <m:dPr>
                          <m:ctrlPr>
                            <a:rPr lang="en-US" altLang="zh-CN" sz="22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200" b="0" i="1" smtClean="0">
                              <a:latin typeface="Cambria Math" panose="02040503050406030204" pitchFamily="18" charset="0"/>
                            </a:rPr>
                            <m:t>𝑋𝑌</m:t>
                          </m:r>
                        </m:e>
                      </m:d>
                      <m:r>
                        <a:rPr lang="en-US" altLang="zh-CN" sz="2200" b="0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altLang="zh-CN" sz="2200" b="0" i="1" smtClean="0">
                          <a:latin typeface="Cambria Math" panose="02040503050406030204" pitchFamily="18" charset="0"/>
                        </a:rPr>
                        <m:t>𝐸</m:t>
                      </m:r>
                      <m:d>
                        <m:dPr>
                          <m:ctrlPr>
                            <a:rPr lang="en-US" altLang="zh-CN" sz="22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200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</m:d>
                      <m:r>
                        <a:rPr lang="en-US" altLang="zh-CN" sz="2200" b="0" i="1" smtClean="0">
                          <a:latin typeface="Cambria Math" panose="02040503050406030204" pitchFamily="18" charset="0"/>
                        </a:rPr>
                        <m:t>𝐸</m:t>
                      </m:r>
                      <m:d>
                        <m:dPr>
                          <m:ctrlPr>
                            <a:rPr lang="en-US" altLang="zh-CN" sz="22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200" b="0" i="1" smtClean="0">
                              <a:latin typeface="Cambria Math" panose="02040503050406030204" pitchFamily="18" charset="0"/>
                            </a:rPr>
                            <m:t>𝑌</m:t>
                          </m:r>
                        </m:e>
                      </m:d>
                      <m:r>
                        <a:rPr lang="en-US" altLang="zh-CN" sz="2200" b="0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altLang="zh-CN" sz="2200" b="0" i="1" smtClean="0">
                          <a:latin typeface="Cambria Math" panose="02040503050406030204" pitchFamily="18" charset="0"/>
                        </a:rPr>
                        <m:t>𝐸</m:t>
                      </m:r>
                      <m:d>
                        <m:dPr>
                          <m:ctrlPr>
                            <a:rPr lang="en-US" altLang="zh-CN" sz="22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200" b="0" i="1" smtClean="0">
                              <a:latin typeface="Cambria Math" panose="02040503050406030204" pitchFamily="18" charset="0"/>
                            </a:rPr>
                            <m:t>𝑌</m:t>
                          </m:r>
                        </m:e>
                      </m:d>
                      <m:r>
                        <a:rPr lang="en-US" altLang="zh-CN" sz="2200" b="0" i="1" smtClean="0">
                          <a:latin typeface="Cambria Math" panose="02040503050406030204" pitchFamily="18" charset="0"/>
                        </a:rPr>
                        <m:t>𝐸</m:t>
                      </m:r>
                      <m:d>
                        <m:dPr>
                          <m:ctrlPr>
                            <a:rPr lang="en-US" altLang="zh-CN" sz="22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200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</m:d>
                      <m:r>
                        <a:rPr lang="en-US" altLang="zh-CN" sz="2200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altLang="zh-CN" sz="2200" b="0" i="1" smtClean="0">
                          <a:latin typeface="Cambria Math" panose="02040503050406030204" pitchFamily="18" charset="0"/>
                        </a:rPr>
                        <m:t>𝐸</m:t>
                      </m:r>
                      <m:d>
                        <m:dPr>
                          <m:ctrlPr>
                            <a:rPr lang="en-US" altLang="zh-CN" sz="22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200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</m:d>
                      <m:r>
                        <a:rPr lang="en-US" altLang="zh-CN" sz="2200" b="0" i="1" smtClean="0">
                          <a:latin typeface="Cambria Math" panose="02040503050406030204" pitchFamily="18" charset="0"/>
                        </a:rPr>
                        <m:t>𝐸</m:t>
                      </m:r>
                      <m:d>
                        <m:dPr>
                          <m:ctrlPr>
                            <a:rPr lang="en-US" altLang="zh-CN" sz="22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200" b="0" i="1" smtClean="0">
                              <a:latin typeface="Cambria Math" panose="02040503050406030204" pitchFamily="18" charset="0"/>
                            </a:rPr>
                            <m:t>𝑌</m:t>
                          </m:r>
                        </m:e>
                      </m:d>
                    </m:oMath>
                  </m:oMathPara>
                </a14:m>
                <a:endParaRPr lang="en-US" altLang="zh-CN" sz="2200" b="0" i="1" dirty="0">
                  <a:latin typeface="Cambria Math" panose="02040503050406030204" pitchFamily="18" charset="0"/>
                </a:endParaRPr>
              </a:p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zh-CN" sz="22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sz="2200" b="0" i="1" smtClean="0">
                          <a:latin typeface="Cambria Math" panose="02040503050406030204" pitchFamily="18" charset="0"/>
                        </a:rPr>
                        <m:t>𝐸</m:t>
                      </m:r>
                      <m:d>
                        <m:dPr>
                          <m:ctrlPr>
                            <a:rPr lang="en-US" altLang="zh-CN" sz="22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200" b="0" i="1" smtClean="0">
                              <a:latin typeface="Cambria Math" panose="02040503050406030204" pitchFamily="18" charset="0"/>
                            </a:rPr>
                            <m:t>𝑋𝑌</m:t>
                          </m:r>
                        </m:e>
                      </m:d>
                      <m:r>
                        <a:rPr lang="en-US" altLang="zh-CN" sz="2200" b="0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altLang="zh-CN" sz="2200" b="0" i="1" smtClean="0">
                          <a:latin typeface="Cambria Math" panose="02040503050406030204" pitchFamily="18" charset="0"/>
                        </a:rPr>
                        <m:t>𝐸</m:t>
                      </m:r>
                      <m:r>
                        <a:rPr lang="en-US" altLang="zh-CN" sz="2200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altLang="zh-CN" sz="2200" b="0" i="1" smtClean="0">
                          <a:latin typeface="Cambria Math" panose="02040503050406030204" pitchFamily="18" charset="0"/>
                        </a:rPr>
                        <m:t>𝑋</m:t>
                      </m:r>
                      <m:r>
                        <a:rPr lang="en-US" altLang="zh-CN" sz="2200" b="0" i="1" smtClean="0">
                          <a:latin typeface="Cambria Math" panose="02040503050406030204" pitchFamily="18" charset="0"/>
                        </a:rPr>
                        <m:t>) </m:t>
                      </m:r>
                      <m:r>
                        <a:rPr lang="en-US" altLang="zh-CN" sz="2200" b="0" i="1" smtClean="0">
                          <a:latin typeface="Cambria Math" panose="02040503050406030204" pitchFamily="18" charset="0"/>
                        </a:rPr>
                        <m:t>𝐸</m:t>
                      </m:r>
                      <m:r>
                        <a:rPr lang="en-US" altLang="zh-CN" sz="2200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altLang="zh-CN" sz="2200" b="0" i="1" smtClean="0">
                          <a:latin typeface="Cambria Math" panose="02040503050406030204" pitchFamily="18" charset="0"/>
                        </a:rPr>
                        <m:t>𝑌</m:t>
                      </m:r>
                      <m:r>
                        <a:rPr lang="en-US" altLang="zh-CN" sz="2200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zh-CN" altLang="en-US" sz="2200" dirty="0"/>
              </a:p>
            </p:txBody>
          </p:sp>
        </mc:Choice>
        <mc:Fallback xmlns="">
          <p:sp>
            <p:nvSpPr>
              <p:cNvPr id="19" name="文本框 18">
                <a:extLst>
                  <a:ext uri="{FF2B5EF4-FFF2-40B4-BE49-F238E27FC236}">
                    <a16:creationId xmlns:a16="http://schemas.microsoft.com/office/drawing/2014/main" id="{CBFE78C9-E47C-DB21-78DF-46A7779FEBC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5380" y="2548474"/>
                <a:ext cx="9144000" cy="4242123"/>
              </a:xfrm>
              <a:prstGeom prst="rect">
                <a:avLst/>
              </a:prstGeom>
              <a:blipFill>
                <a:blip r:embed="rId4"/>
                <a:stretch>
                  <a:fillRect l="-4161" t="-2507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" name="直线连接符 2">
            <a:extLst>
              <a:ext uri="{FF2B5EF4-FFF2-40B4-BE49-F238E27FC236}">
                <a16:creationId xmlns:a16="http://schemas.microsoft.com/office/drawing/2014/main" id="{77923444-EF68-D335-A11F-6C7FB16BC69E}"/>
              </a:ext>
            </a:extLst>
          </p:cNvPr>
          <p:cNvCxnSpPr/>
          <p:nvPr/>
        </p:nvCxnSpPr>
        <p:spPr>
          <a:xfrm>
            <a:off x="555585" y="5069711"/>
            <a:ext cx="2766349" cy="0"/>
          </a:xfrm>
          <a:prstGeom prst="line">
            <a:avLst/>
          </a:prstGeom>
          <a:ln w="28575">
            <a:solidFill>
              <a:srgbClr val="FF0000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直线连接符 10">
            <a:extLst>
              <a:ext uri="{FF2B5EF4-FFF2-40B4-BE49-F238E27FC236}">
                <a16:creationId xmlns:a16="http://schemas.microsoft.com/office/drawing/2014/main" id="{30A041E4-1ACA-6402-3819-CDC4027CE40E}"/>
              </a:ext>
            </a:extLst>
          </p:cNvPr>
          <p:cNvCxnSpPr/>
          <p:nvPr/>
        </p:nvCxnSpPr>
        <p:spPr>
          <a:xfrm>
            <a:off x="3798426" y="5071640"/>
            <a:ext cx="2766349" cy="0"/>
          </a:xfrm>
          <a:prstGeom prst="line">
            <a:avLst/>
          </a:prstGeom>
          <a:ln w="28575">
            <a:solidFill>
              <a:srgbClr val="FF0000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线连接符 12">
            <a:extLst>
              <a:ext uri="{FF2B5EF4-FFF2-40B4-BE49-F238E27FC236}">
                <a16:creationId xmlns:a16="http://schemas.microsoft.com/office/drawing/2014/main" id="{707B8EB3-9CC9-E19F-F993-DD1821A257E5}"/>
              </a:ext>
            </a:extLst>
          </p:cNvPr>
          <p:cNvCxnSpPr/>
          <p:nvPr/>
        </p:nvCxnSpPr>
        <p:spPr>
          <a:xfrm>
            <a:off x="650112" y="5685099"/>
            <a:ext cx="2766349" cy="0"/>
          </a:xfrm>
          <a:prstGeom prst="line">
            <a:avLst/>
          </a:prstGeom>
          <a:ln w="28575">
            <a:solidFill>
              <a:srgbClr val="FF0000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线连接符 13">
            <a:extLst>
              <a:ext uri="{FF2B5EF4-FFF2-40B4-BE49-F238E27FC236}">
                <a16:creationId xmlns:a16="http://schemas.microsoft.com/office/drawing/2014/main" id="{786A2986-09F2-2130-1A2A-D198073BC6C3}"/>
              </a:ext>
            </a:extLst>
          </p:cNvPr>
          <p:cNvCxnSpPr/>
          <p:nvPr/>
        </p:nvCxnSpPr>
        <p:spPr>
          <a:xfrm>
            <a:off x="4205469" y="5685099"/>
            <a:ext cx="2766349" cy="0"/>
          </a:xfrm>
          <a:prstGeom prst="line">
            <a:avLst/>
          </a:prstGeom>
          <a:ln w="28575">
            <a:solidFill>
              <a:srgbClr val="FF0000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" name="直线连接符 1">
            <a:extLst>
              <a:ext uri="{FF2B5EF4-FFF2-40B4-BE49-F238E27FC236}">
                <a16:creationId xmlns:a16="http://schemas.microsoft.com/office/drawing/2014/main" id="{760A29B4-D21D-7367-8B4F-9436332EB42D}"/>
              </a:ext>
            </a:extLst>
          </p:cNvPr>
          <p:cNvCxnSpPr/>
          <p:nvPr/>
        </p:nvCxnSpPr>
        <p:spPr>
          <a:xfrm>
            <a:off x="0" y="1082842"/>
            <a:ext cx="9144000" cy="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10" name="副标题 2">
                <a:extLst>
                  <a:ext uri="{FF2B5EF4-FFF2-40B4-BE49-F238E27FC236}">
                    <a16:creationId xmlns:a16="http://schemas.microsoft.com/office/drawing/2014/main" id="{5FAF19E4-6E37-738D-464D-D7D2A34F5181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-117576" y="1619484"/>
                <a:ext cx="8932748" cy="559709"/>
              </a:xfrm>
              <a:prstGeom prst="rect">
                <a:avLst/>
              </a:prstGeom>
            </p:spPr>
            <p:txBody>
              <a:bodyPr vert="horz" lIns="68580" tIns="34290" rIns="68580" bIns="34290" rtlCol="0">
                <a:noAutofit/>
              </a:bodyPr>
              <a:lstStyle>
                <a:lvl1pPr marL="0" indent="0" algn="ctr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None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indent="0" algn="ctr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indent="0" algn="ctr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indent="0" algn="ctr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indent="0" algn="ctr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indent="0" algn="ctr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indent="0" algn="ctr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indent="0" algn="ctr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indent="0" algn="ctr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>
                  <a:lnSpc>
                    <a:spcPct val="150000"/>
                  </a:lnSpc>
                </a:pPr>
                <a14:m>
                  <m:oMath xmlns:m="http://schemas.openxmlformats.org/officeDocument/2006/math">
                    <m:r>
                      <a:rPr lang="en-US" altLang="zh-CN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KaiTi" panose="02010609060101010101" pitchFamily="49" charset="-122"/>
                        <a:cs typeface="Times New Roman" panose="02020603050405020304" pitchFamily="18" charset="0"/>
                      </a:rPr>
                      <m:t>𝒄𝒐𝒗</m:t>
                    </m:r>
                    <m:d>
                      <m:dPr>
                        <m:ctrlPr>
                          <a:rPr lang="zh-CN" altLang="en-US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𝑿</m:t>
                        </m:r>
                        <m:r>
                          <a:rPr lang="en-US" altLang="zh-CN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zh-CN" altLang="en-US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𝒀</m:t>
                        </m:r>
                      </m:e>
                    </m:d>
                    <m:r>
                      <a:rPr lang="en-US" altLang="zh-CN" b="1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altLang="zh-CN" b="1" dirty="0">
                    <a:solidFill>
                      <a:srgbClr val="FF0000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b="1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𝑬</m:t>
                    </m:r>
                    <m:d>
                      <m:dPr>
                        <m:ctrlPr>
                          <a:rPr lang="en-US" altLang="zh-CN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𝑿𝒀</m:t>
                        </m:r>
                      </m:e>
                    </m:d>
                    <m:r>
                      <a:rPr lang="en-US" altLang="zh-CN" b="1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altLang="zh-CN" b="1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𝑬</m:t>
                    </m:r>
                    <m:r>
                      <a:rPr lang="en-US" altLang="zh-CN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b="1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𝑿</m:t>
                    </m:r>
                    <m:r>
                      <a:rPr lang="en-US" altLang="zh-CN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US" altLang="zh-CN" b="1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𝑬</m:t>
                    </m:r>
                    <m:r>
                      <a:rPr lang="en-US" altLang="zh-CN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b="1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𝒀</m:t>
                    </m:r>
                    <m:r>
                      <a:rPr lang="en-US" altLang="zh-CN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zh-CN" altLang="en-US" b="1" dirty="0">
                  <a:solidFill>
                    <a:srgbClr val="FF0000"/>
                  </a:solidFill>
                  <a:latin typeface="Times New Roman" panose="02020603050405020304" pitchFamily="18" charset="0"/>
                  <a:ea typeface="KaiTi" panose="02010609060101010101" pitchFamily="49" charset="-122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10" name="副标题 2">
                <a:extLst>
                  <a:ext uri="{FF2B5EF4-FFF2-40B4-BE49-F238E27FC236}">
                    <a16:creationId xmlns:a16="http://schemas.microsoft.com/office/drawing/2014/main" id="{5FAF19E4-6E37-738D-464D-D7D2A34F518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117576" y="1619484"/>
                <a:ext cx="8932748" cy="559709"/>
              </a:xfrm>
              <a:prstGeom prst="rect">
                <a:avLst/>
              </a:prstGeom>
              <a:blipFill>
                <a:blip r:embed="rId5"/>
                <a:stretch>
                  <a:fillRect b="-1868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4407649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4" name="内容占位符 2">
                <a:extLst>
                  <a:ext uri="{FF2B5EF4-FFF2-40B4-BE49-F238E27FC236}">
                    <a16:creationId xmlns:a16="http://schemas.microsoft.com/office/drawing/2014/main" id="{30C4CF51-2851-3FDD-F426-25B651916BAA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386952" y="1408339"/>
                <a:ext cx="9217994" cy="3906611"/>
              </a:xfrm>
              <a:prstGeom prst="rect">
                <a:avLst/>
              </a:prstGeom>
            </p:spPr>
            <p:txBody>
              <a:bodyPr vert="horz" lIns="68580" tIns="34290" rIns="68580" bIns="34290" rtlCol="0">
                <a:no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60000"/>
                  </a:lnSpc>
                  <a:spcBef>
                    <a:spcPts val="100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None/>
                  <a:tabLst/>
                  <a:defRPr/>
                </a:pPr>
                <a:r>
                  <a:rPr kumimoji="0" lang="zh-CN" altLang="en-US" sz="22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华文楷体" panose="02010600040101010101" pitchFamily="2" charset="-122"/>
                    <a:cs typeface="Times New Roman" panose="02020603050405020304" pitchFamily="18" charset="0"/>
                  </a:rPr>
                  <a:t>二维离散型随机向量</a:t>
                </a:r>
                <a14:m>
                  <m:oMath xmlns:m="http://schemas.openxmlformats.org/officeDocument/2006/math">
                    <m:r>
                      <a:rPr lang="zh-CN" altLang="en-US" sz="2200" i="1" dirty="0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华文楷体" panose="02010600040101010101" pitchFamily="2" charset="-122"/>
                        <a:cs typeface="Times New Roman" panose="02020603050405020304" pitchFamily="18" charset="0"/>
                      </a:rPr>
                      <m:t>（</m:t>
                    </m:r>
                    <m:r>
                      <a:rPr kumimoji="0" lang="en-US" altLang="zh-CN" sz="2200" b="0" i="1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华文楷体" panose="02010600040101010101" pitchFamily="2" charset="-122"/>
                        <a:cs typeface="Times New Roman" panose="02020603050405020304" pitchFamily="18" charset="0"/>
                      </a:rPr>
                      <m:t>𝑋</m:t>
                    </m:r>
                    <m:r>
                      <a:rPr kumimoji="0" lang="en-US" altLang="zh-CN" sz="2200" b="0" i="1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华文楷体" panose="02010600040101010101" pitchFamily="2" charset="-122"/>
                        <a:cs typeface="Times New Roman" panose="02020603050405020304" pitchFamily="18" charset="0"/>
                      </a:rPr>
                      <m:t>, </m:t>
                    </m:r>
                    <m:r>
                      <a:rPr kumimoji="0" lang="en-US" altLang="zh-CN" sz="2200" b="0" i="1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华文楷体" panose="02010600040101010101" pitchFamily="2" charset="-122"/>
                        <a:cs typeface="Times New Roman" panose="02020603050405020304" pitchFamily="18" charset="0"/>
                      </a:rPr>
                      <m:t>𝑌</m:t>
                    </m:r>
                    <m:r>
                      <a:rPr kumimoji="0" lang="zh-CN" altLang="en-US" sz="2200" b="0" i="1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华文楷体" panose="02010600040101010101" pitchFamily="2" charset="-122"/>
                        <a:cs typeface="Times New Roman" panose="02020603050405020304" pitchFamily="18" charset="0"/>
                      </a:rPr>
                      <m:t>）</m:t>
                    </m:r>
                  </m:oMath>
                </a14:m>
                <a:r>
                  <a:rPr kumimoji="0" lang="zh-CN" altLang="en-US" sz="22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华文楷体" panose="02010600040101010101" pitchFamily="2" charset="-122"/>
                    <a:cs typeface="Times New Roman" panose="02020603050405020304" pitchFamily="18" charset="0"/>
                  </a:rPr>
                  <a:t>的概率分布由</a:t>
                </a:r>
                <a:r>
                  <a:rPr lang="zh-CN" altLang="en-US" sz="2200" dirty="0">
                    <a:solidFill>
                      <a:prstClr val="black"/>
                    </a:solidFill>
                    <a:latin typeface="Times New Roman" panose="02020603050405020304" pitchFamily="18" charset="0"/>
                    <a:ea typeface="华文楷体" panose="02010600040101010101" pitchFamily="2" charset="-122"/>
                    <a:cs typeface="Times New Roman" panose="02020603050405020304" pitchFamily="18" charset="0"/>
                  </a:rPr>
                  <a:t>下表</a:t>
                </a:r>
                <a:r>
                  <a:rPr kumimoji="0" lang="zh-CN" altLang="en-US" sz="22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华文楷体" panose="02010600040101010101" pitchFamily="2" charset="-122"/>
                    <a:cs typeface="Times New Roman" panose="02020603050405020304" pitchFamily="18" charset="0"/>
                  </a:rPr>
                  <a:t>给出，求</a:t>
                </a:r>
                <a14:m>
                  <m:oMath xmlns:m="http://schemas.openxmlformats.org/officeDocument/2006/math">
                    <m:r>
                      <a:rPr kumimoji="0" lang="en-US" altLang="zh-CN" sz="2200" b="0" i="1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华文楷体" panose="02010600040101010101" pitchFamily="2" charset="-122"/>
                        <a:cs typeface="Times New Roman" panose="02020603050405020304" pitchFamily="18" charset="0"/>
                      </a:rPr>
                      <m:t>𝑐𝑜𝑣</m:t>
                    </m:r>
                    <m:r>
                      <a:rPr kumimoji="0" lang="en-US" altLang="zh-CN" sz="2200" b="0" i="1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华文楷体" panose="02010600040101010101" pitchFamily="2" charset="-122"/>
                        <a:cs typeface="Times New Roman" panose="02020603050405020304" pitchFamily="18" charset="0"/>
                      </a:rPr>
                      <m:t>(</m:t>
                    </m:r>
                    <m:r>
                      <a:rPr kumimoji="0" lang="en-US" altLang="zh-CN" sz="2200" b="0" i="1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华文楷体" panose="02010600040101010101" pitchFamily="2" charset="-122"/>
                        <a:cs typeface="Times New Roman" panose="02020603050405020304" pitchFamily="18" charset="0"/>
                      </a:rPr>
                      <m:t>𝑋</m:t>
                    </m:r>
                    <m:r>
                      <a:rPr lang="en-US" altLang="zh-CN" sz="2200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华文楷体" panose="02010600040101010101" pitchFamily="2" charset="-122"/>
                        <a:cs typeface="Times New Roman" panose="02020603050405020304" pitchFamily="18" charset="0"/>
                      </a:rPr>
                      <m:t>,</m:t>
                    </m:r>
                    <m:r>
                      <a:rPr kumimoji="0" lang="en-US" altLang="zh-CN" sz="2200" b="0" i="1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华文楷体" panose="02010600040101010101" pitchFamily="2" charset="-122"/>
                        <a:cs typeface="Times New Roman" panose="02020603050405020304" pitchFamily="18" charset="0"/>
                      </a:rPr>
                      <m:t>𝑌</m:t>
                    </m:r>
                    <m:r>
                      <a:rPr kumimoji="0" lang="en-US" altLang="zh-CN" sz="2200" b="0" i="1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华文楷体" panose="02010600040101010101" pitchFamily="2" charset="-122"/>
                        <a:cs typeface="Times New Roman" panose="02020603050405020304" pitchFamily="18" charset="0"/>
                      </a:rPr>
                      <m:t>)</m:t>
                    </m:r>
                  </m:oMath>
                </a14:m>
                <a:r>
                  <a:rPr kumimoji="0" lang="en-US" altLang="zh-CN" sz="22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FF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华文楷体" panose="02010600040101010101" pitchFamily="2" charset="-122"/>
                    <a:cs typeface="Times New Roman" panose="02020603050405020304" pitchFamily="18" charset="0"/>
                  </a:rPr>
                  <a:t>.</a:t>
                </a:r>
              </a:p>
              <a:p>
                <a:pPr marL="0" marR="0" lvl="0" indent="0" algn="l" defTabSz="914400" rtl="0" eaLnBrk="1" fontAlgn="auto" latinLnBrk="0" hangingPunct="1">
                  <a:lnSpc>
                    <a:spcPct val="160000"/>
                  </a:lnSpc>
                  <a:spcBef>
                    <a:spcPts val="100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None/>
                  <a:tabLst/>
                  <a:defRPr/>
                </a:pPr>
                <a:r>
                  <a:rPr kumimoji="0" lang="zh-CN" altLang="en-US" sz="22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华文楷体" panose="02010600040101010101" pitchFamily="2" charset="-122"/>
                    <a:cs typeface="Times New Roman" panose="02020603050405020304" pitchFamily="18" charset="0"/>
                  </a:rPr>
                  <a:t>       </a:t>
                </a:r>
                <a:endParaRPr kumimoji="0" lang="en-US" altLang="zh-CN" sz="2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endParaRPr>
              </a:p>
              <a:p>
                <a:pPr marL="0" marR="0" lvl="0" indent="0" algn="l" defTabSz="914400" rtl="0" eaLnBrk="1" fontAlgn="auto" latinLnBrk="0" hangingPunct="1">
                  <a:lnSpc>
                    <a:spcPct val="160000"/>
                  </a:lnSpc>
                  <a:spcBef>
                    <a:spcPts val="100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None/>
                  <a:tabLst/>
                  <a:defRPr/>
                </a:pPr>
                <a:endParaRPr kumimoji="0" lang="en-US" altLang="zh-CN" sz="2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endParaRPr>
              </a:p>
              <a:p>
                <a:pPr marL="0" marR="0" lvl="0" indent="0" algn="l" defTabSz="914400" rtl="0" eaLnBrk="1" fontAlgn="auto" latinLnBrk="0" hangingPunct="1">
                  <a:lnSpc>
                    <a:spcPct val="160000"/>
                  </a:lnSpc>
                  <a:spcBef>
                    <a:spcPts val="100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None/>
                  <a:tabLst/>
                  <a:defRPr/>
                </a:pPr>
                <a:endParaRPr kumimoji="0" lang="en-US" altLang="zh-CN" sz="2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endParaRPr>
              </a:p>
              <a:p>
                <a:pPr marL="0" marR="0" lvl="0" indent="0" algn="l" defTabSz="914400" rtl="0" eaLnBrk="1" fontAlgn="auto" latinLnBrk="0" hangingPunct="1">
                  <a:lnSpc>
                    <a:spcPct val="160000"/>
                  </a:lnSpc>
                  <a:spcBef>
                    <a:spcPts val="100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None/>
                  <a:tabLst/>
                  <a:defRPr/>
                </a:pPr>
                <a:r>
                  <a:rPr kumimoji="0" lang="zh-CN" altLang="en-US" sz="22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华文楷体" panose="02010600040101010101" pitchFamily="2" charset="-122"/>
                    <a:cs typeface="Times New Roman" panose="02020603050405020304" pitchFamily="18" charset="0"/>
                  </a:rPr>
                  <a:t>解      </a:t>
                </a:r>
                <a14:m>
                  <m:oMath xmlns:m="http://schemas.openxmlformats.org/officeDocument/2006/math">
                    <m:r>
                      <a:rPr kumimoji="0" lang="en-US" altLang="zh-CN" sz="2200" b="0" i="1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𝐸</m:t>
                    </m:r>
                    <m:d>
                      <m:dPr>
                        <m:ctrlPr>
                          <a:rPr kumimoji="0" lang="en-US" altLang="zh-CN" sz="22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</m:ctrlPr>
                      </m:dPr>
                      <m:e>
                        <m:r>
                          <a:rPr kumimoji="0" lang="en-US" altLang="zh-CN" sz="22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𝑋𝑌</m:t>
                        </m:r>
                      </m:e>
                    </m:d>
                    <m:r>
                      <a:rPr kumimoji="0" lang="en-US" altLang="zh-CN" sz="2200" b="0" i="1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=</m:t>
                    </m:r>
                    <m:r>
                      <a:rPr kumimoji="0" lang="en-US" altLang="zh-CN" sz="22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0</m:t>
                    </m:r>
                    <m:r>
                      <a:rPr kumimoji="0" lang="en-US" altLang="zh-CN" sz="2200" b="0" i="1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Cambria Math" panose="02040503050406030204" pitchFamily="18" charset="0"/>
                        <a:cs typeface="+mn-cs"/>
                      </a:rPr>
                      <m:t>×</m:t>
                    </m:r>
                    <m:d>
                      <m:dPr>
                        <m:ctrlPr>
                          <a:rPr kumimoji="0" lang="en-US" altLang="zh-CN" sz="22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FF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+mn-cs"/>
                          </a:rPr>
                        </m:ctrlPr>
                      </m:dPr>
                      <m:e>
                        <m:r>
                          <a:rPr kumimoji="0" lang="en-US" altLang="zh-CN" sz="22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FF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+mn-cs"/>
                          </a:rPr>
                          <m:t>−1</m:t>
                        </m:r>
                      </m:e>
                    </m:d>
                    <m:r>
                      <a:rPr kumimoji="0" lang="en-US" altLang="zh-CN" sz="2200" b="0" i="1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Cambria Math" panose="02040503050406030204" pitchFamily="18" charset="0"/>
                        <a:cs typeface="+mn-cs"/>
                      </a:rPr>
                      <m:t>×0.1+0×0×0.2+0×2×0</m:t>
                    </m:r>
                  </m:oMath>
                </a14:m>
                <a:endParaRPr kumimoji="0" lang="en-US" altLang="zh-CN" sz="2200" b="0" i="1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Cambria Math" panose="02040503050406030204" pitchFamily="18" charset="0"/>
                  <a:cs typeface="Times New Roman" panose="02020603050405020304" pitchFamily="18" charset="0"/>
                </a:endParaRPr>
              </a:p>
              <a:p>
                <a:pPr marL="0" marR="0" lvl="0" indent="0" algn="l" defTabSz="914400" rtl="0" eaLnBrk="1" fontAlgn="auto" latinLnBrk="0" hangingPunct="1">
                  <a:lnSpc>
                    <a:spcPct val="160000"/>
                  </a:lnSpc>
                  <a:spcBef>
                    <a:spcPts val="100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None/>
                  <a:tabLst/>
                  <a:defRPr/>
                </a:pPr>
                <a:r>
                  <a:rPr kumimoji="0" lang="en-US" altLang="zh-CN" sz="22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                               </a:t>
                </a:r>
                <a14:m>
                  <m:oMath xmlns:m="http://schemas.openxmlformats.org/officeDocument/2006/math">
                    <m:r>
                      <a:rPr kumimoji="0" lang="en-US" altLang="zh-CN" sz="2200" b="0" i="1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Cambria Math" panose="02040503050406030204" pitchFamily="18" charset="0"/>
                        <a:cs typeface="+mn-cs"/>
                      </a:rPr>
                      <m:t>+1×</m:t>
                    </m:r>
                    <m:d>
                      <m:dPr>
                        <m:ctrlPr>
                          <a:rPr kumimoji="0" lang="en-US" altLang="zh-CN" sz="22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+mn-cs"/>
                          </a:rPr>
                        </m:ctrlPr>
                      </m:dPr>
                      <m:e>
                        <m:r>
                          <a:rPr kumimoji="0" lang="en-US" altLang="zh-CN" sz="22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+mn-cs"/>
                          </a:rPr>
                          <m:t>−1</m:t>
                        </m:r>
                      </m:e>
                    </m:d>
                    <m:r>
                      <a:rPr kumimoji="0" lang="en-US" altLang="zh-CN" sz="2200" b="0" i="1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Cambria Math" panose="02040503050406030204" pitchFamily="18" charset="0"/>
                        <a:cs typeface="+mn-cs"/>
                      </a:rPr>
                      <m:t>×0.3+1×0×0.05</m:t>
                    </m:r>
                  </m:oMath>
                </a14:m>
                <a:endParaRPr kumimoji="0" lang="en-US" altLang="zh-CN" sz="2200" b="0" i="1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Cambria Math" panose="02040503050406030204" pitchFamily="18" charset="0"/>
                  <a:cs typeface="Times New Roman" panose="02020603050405020304" pitchFamily="18" charset="0"/>
                </a:endParaRPr>
              </a:p>
              <a:p>
                <a:pPr marL="0" marR="0" lvl="0" indent="0" algn="l" defTabSz="914400" rtl="0" eaLnBrk="1" fontAlgn="auto" latinLnBrk="0" hangingPunct="1">
                  <a:lnSpc>
                    <a:spcPct val="160000"/>
                  </a:lnSpc>
                  <a:spcBef>
                    <a:spcPts val="100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None/>
                  <a:tabLst/>
                  <a:defRPr/>
                </a:pPr>
                <a:r>
                  <a:rPr kumimoji="0" lang="en-US" altLang="zh-CN" sz="22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                               </a:t>
                </a:r>
                <a14:m>
                  <m:oMath xmlns:m="http://schemas.openxmlformats.org/officeDocument/2006/math">
                    <m:r>
                      <a:rPr kumimoji="0" lang="en-US" altLang="zh-CN" sz="2200" b="0" i="1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Cambria Math" panose="02040503050406030204" pitchFamily="18" charset="0"/>
                        <a:cs typeface="+mn-cs"/>
                      </a:rPr>
                      <m:t>+1×2×0.1+2×</m:t>
                    </m:r>
                    <m:d>
                      <m:dPr>
                        <m:ctrlPr>
                          <a:rPr kumimoji="0" lang="en-US" altLang="zh-CN" sz="22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+mn-cs"/>
                          </a:rPr>
                        </m:ctrlPr>
                      </m:dPr>
                      <m:e>
                        <m:r>
                          <a:rPr kumimoji="0" lang="en-US" altLang="zh-CN" sz="22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+mn-cs"/>
                          </a:rPr>
                          <m:t>−1</m:t>
                        </m:r>
                      </m:e>
                    </m:d>
                    <m:r>
                      <a:rPr kumimoji="0" lang="en-US" altLang="zh-CN" sz="2200" b="0" i="1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Cambria Math" panose="02040503050406030204" pitchFamily="18" charset="0"/>
                        <a:cs typeface="+mn-cs"/>
                      </a:rPr>
                      <m:t>×0.15</m:t>
                    </m:r>
                  </m:oMath>
                </a14:m>
                <a:endParaRPr kumimoji="0" lang="en-US" altLang="zh-CN" sz="2200" b="0" i="1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Cambria Math" panose="02040503050406030204" pitchFamily="18" charset="0"/>
                  <a:cs typeface="Times New Roman" panose="02020603050405020304" pitchFamily="18" charset="0"/>
                </a:endParaRPr>
              </a:p>
              <a:p>
                <a:pPr marL="0" marR="0" lvl="0" indent="0" algn="l" defTabSz="914400" rtl="0" eaLnBrk="1" fontAlgn="auto" latinLnBrk="0" hangingPunct="1">
                  <a:lnSpc>
                    <a:spcPct val="160000"/>
                  </a:lnSpc>
                  <a:spcBef>
                    <a:spcPts val="100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None/>
                  <a:tabLst/>
                  <a:defRPr/>
                </a:pPr>
                <a:r>
                  <a:rPr kumimoji="0" lang="en-US" altLang="zh-CN" sz="22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                               </a:t>
                </a:r>
                <a14:m>
                  <m:oMath xmlns:m="http://schemas.openxmlformats.org/officeDocument/2006/math">
                    <m:r>
                      <a:rPr kumimoji="0" lang="en-US" altLang="zh-CN" sz="2200" b="0" i="1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Cambria Math" panose="02040503050406030204" pitchFamily="18" charset="0"/>
                        <a:cs typeface="+mn-cs"/>
                      </a:rPr>
                      <m:t>+2×0×0+2×2×0.1=0</m:t>
                    </m:r>
                  </m:oMath>
                </a14:m>
                <a:endParaRPr kumimoji="0" lang="en-US" altLang="zh-CN" sz="2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Cambria Math" panose="02040503050406030204" pitchFamily="18" charset="0"/>
                  <a:cs typeface="Times New Roman" panose="02020603050405020304" pitchFamily="18" charset="0"/>
                </a:endParaRPr>
              </a:p>
              <a:p>
                <a:pPr marL="0" marR="0" lvl="0" indent="0" algn="l" defTabSz="914400" rtl="0" eaLnBrk="1" fontAlgn="auto" latinLnBrk="0" hangingPunct="1">
                  <a:lnSpc>
                    <a:spcPct val="160000"/>
                  </a:lnSpc>
                  <a:spcBef>
                    <a:spcPts val="100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None/>
                  <a:tabLst/>
                  <a:defRPr/>
                </a:pPr>
                <a:endParaRPr kumimoji="0" lang="en-US" altLang="zh-CN" sz="2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Cambria Math" panose="02040503050406030204" pitchFamily="18" charset="0"/>
                  <a:cs typeface="Times New Roman" panose="02020603050405020304" pitchFamily="18" charset="0"/>
                </a:endParaRPr>
              </a:p>
              <a:p>
                <a:pPr marL="0" marR="0" lvl="0" indent="0" algn="l" defTabSz="914400" rtl="0" eaLnBrk="1" fontAlgn="auto" latinLnBrk="0" hangingPunct="1">
                  <a:lnSpc>
                    <a:spcPct val="160000"/>
                  </a:lnSpc>
                  <a:spcBef>
                    <a:spcPts val="100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None/>
                  <a:tabLst/>
                  <a:defRPr/>
                </a:pPr>
                <a:endParaRPr kumimoji="0" lang="en-US" altLang="zh-CN" sz="2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Cambria Math" panose="020405030504060302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4" name="内容占位符 2">
                <a:extLst>
                  <a:ext uri="{FF2B5EF4-FFF2-40B4-BE49-F238E27FC236}">
                    <a16:creationId xmlns:a16="http://schemas.microsoft.com/office/drawing/2014/main" id="{30C4CF51-2851-3FDD-F426-25B651916BA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6952" y="1408339"/>
                <a:ext cx="9217994" cy="3906611"/>
              </a:xfrm>
              <a:prstGeom prst="rect">
                <a:avLst/>
              </a:prstGeom>
              <a:blipFill>
                <a:blip r:embed="rId2"/>
                <a:stretch>
                  <a:fillRect l="-1100" b="-3236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5" name="表格 4">
            <a:extLst>
              <a:ext uri="{FF2B5EF4-FFF2-40B4-BE49-F238E27FC236}">
                <a16:creationId xmlns:a16="http://schemas.microsoft.com/office/drawing/2014/main" id="{7E7F5214-3429-357F-F188-4BB88E1B05C1}"/>
              </a:ext>
            </a:extLst>
          </p:cNvPr>
          <p:cNvGraphicFramePr>
            <a:graphicFrameLocks noGrp="1"/>
          </p:cNvGraphicFramePr>
          <p:nvPr/>
        </p:nvGraphicFramePr>
        <p:xfrm>
          <a:off x="1496370" y="2229953"/>
          <a:ext cx="6151260" cy="1697790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1537815">
                  <a:extLst>
                    <a:ext uri="{9D8B030D-6E8A-4147-A177-3AD203B41FA5}">
                      <a16:colId xmlns:a16="http://schemas.microsoft.com/office/drawing/2014/main" val="2131506351"/>
                    </a:ext>
                  </a:extLst>
                </a:gridCol>
                <a:gridCol w="1537815">
                  <a:extLst>
                    <a:ext uri="{9D8B030D-6E8A-4147-A177-3AD203B41FA5}">
                      <a16:colId xmlns:a16="http://schemas.microsoft.com/office/drawing/2014/main" val="2409952855"/>
                    </a:ext>
                  </a:extLst>
                </a:gridCol>
                <a:gridCol w="1537815">
                  <a:extLst>
                    <a:ext uri="{9D8B030D-6E8A-4147-A177-3AD203B41FA5}">
                      <a16:colId xmlns:a16="http://schemas.microsoft.com/office/drawing/2014/main" val="3133419006"/>
                    </a:ext>
                  </a:extLst>
                </a:gridCol>
                <a:gridCol w="1537815">
                  <a:extLst>
                    <a:ext uri="{9D8B030D-6E8A-4147-A177-3AD203B41FA5}">
                      <a16:colId xmlns:a16="http://schemas.microsoft.com/office/drawing/2014/main" val="3166923772"/>
                    </a:ext>
                  </a:extLst>
                </a:gridCol>
              </a:tblGrid>
              <a:tr h="339558">
                <a:tc rowSpan="2">
                  <a:txBody>
                    <a:bodyPr/>
                    <a:lstStyle/>
                    <a:p>
                      <a:pPr algn="ctr"/>
                      <a:r>
                        <a:rPr lang="en-US" altLang="zh-CN" sz="1600" b="0" i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X</a:t>
                      </a:r>
                      <a:endParaRPr lang="zh-CN" altLang="en-US" sz="1600" b="0" i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ctr"/>
                      <a:r>
                        <a:rPr lang="en-US" altLang="zh-CN" sz="1600" b="0" i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Y</a:t>
                      </a:r>
                      <a:endParaRPr lang="zh-CN" altLang="en-US" sz="1600" b="0" i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zh-CN" altLang="en-US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zh-CN" altLang="en-US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11693481"/>
                  </a:ext>
                </a:extLst>
              </a:tr>
              <a:tr h="339558">
                <a:tc vMerge="1">
                  <a:txBody>
                    <a:bodyPr/>
                    <a:lstStyle/>
                    <a:p>
                      <a:pPr algn="ctr"/>
                      <a:endParaRPr lang="zh-CN" altLang="en-US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0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-1</a:t>
                      </a:r>
                      <a:endParaRPr lang="zh-CN" altLang="en-US" sz="1600" b="0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CN" altLang="en-US" sz="16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CN" altLang="en-US" sz="16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48566009"/>
                  </a:ext>
                </a:extLst>
              </a:tr>
              <a:tr h="339558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0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CN" altLang="en-US" sz="1600" b="0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0" u="none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0.10</a:t>
                      </a:r>
                      <a:endParaRPr lang="zh-CN" altLang="en-US" sz="1600" b="0" u="none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0.20</a:t>
                      </a:r>
                      <a:endParaRPr lang="zh-CN" altLang="en-US" sz="16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CN" altLang="en-US" sz="16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66299084"/>
                  </a:ext>
                </a:extLst>
              </a:tr>
              <a:tr h="339558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CN" altLang="en-US" sz="16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0.30</a:t>
                      </a:r>
                      <a:endParaRPr lang="zh-CN" altLang="en-US" sz="16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0.05</a:t>
                      </a:r>
                      <a:endParaRPr lang="zh-CN" altLang="en-US" sz="16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0.10</a:t>
                      </a:r>
                      <a:endParaRPr lang="zh-CN" altLang="en-US" sz="16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15139287"/>
                  </a:ext>
                </a:extLst>
              </a:tr>
              <a:tr h="339558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CN" altLang="en-US" sz="16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0.15</a:t>
                      </a:r>
                      <a:endParaRPr lang="zh-CN" altLang="en-US" sz="16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CN" altLang="en-US" sz="16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0.10</a:t>
                      </a:r>
                      <a:endParaRPr lang="zh-CN" altLang="en-US" sz="16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67536851"/>
                  </a:ext>
                </a:extLst>
              </a:tr>
            </a:tbl>
          </a:graphicData>
        </a:graphic>
      </p:graphicFrame>
      <p:sp>
        <p:nvSpPr>
          <p:cNvPr id="2" name="文本框 1">
            <a:extLst>
              <a:ext uri="{FF2B5EF4-FFF2-40B4-BE49-F238E27FC236}">
                <a16:creationId xmlns:a16="http://schemas.microsoft.com/office/drawing/2014/main" id="{8663CDD7-B96D-A1E0-60CB-6452C0870AA7}"/>
              </a:ext>
            </a:extLst>
          </p:cNvPr>
          <p:cNvSpPr txBox="1"/>
          <p:nvPr/>
        </p:nvSpPr>
        <p:spPr>
          <a:xfrm>
            <a:off x="2186940" y="313460"/>
            <a:ext cx="457200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1" lang="en-US" altLang="zh-CN" sz="4000" b="0" i="0" dirty="0">
                <a:solidFill>
                  <a:srgbClr val="FF0000"/>
                </a:solidFill>
                <a:latin typeface="Arial" panose="020B0604020202020204" pitchFamily="34" charset="0"/>
                <a:ea typeface="STXinwei" panose="02010800040101010101" pitchFamily="2" charset="-122"/>
                <a:cs typeface="Arial" panose="020B0604020202020204" pitchFamily="34" charset="0"/>
              </a:rPr>
              <a:t>Practice </a:t>
            </a:r>
            <a:r>
              <a:rPr lang="en-US" altLang="zh-CN" sz="4000" dirty="0">
                <a:solidFill>
                  <a:srgbClr val="FF0000"/>
                </a:solidFill>
                <a:latin typeface="Arial" panose="020B0604020202020204" pitchFamily="34" charset="0"/>
                <a:ea typeface="STXinwei" panose="02010800040101010101" pitchFamily="2" charset="-122"/>
                <a:cs typeface="Arial" panose="020B0604020202020204" pitchFamily="34" charset="0"/>
              </a:rPr>
              <a:t>#1</a:t>
            </a:r>
            <a:endParaRPr lang="zh-CN" altLang="en-US" sz="4000" dirty="0">
              <a:solidFill>
                <a:srgbClr val="FF0000"/>
              </a:solidFill>
              <a:latin typeface="Arial" panose="020B0604020202020204" pitchFamily="34" charset="0"/>
              <a:ea typeface="STXinwei" panose="02010800040101010101" pitchFamily="2" charset="-122"/>
              <a:cs typeface="Arial" panose="020B0604020202020204" pitchFamily="34" charset="0"/>
            </a:endParaRPr>
          </a:p>
        </p:txBody>
      </p:sp>
      <p:cxnSp>
        <p:nvCxnSpPr>
          <p:cNvPr id="3" name="直线连接符 2">
            <a:extLst>
              <a:ext uri="{FF2B5EF4-FFF2-40B4-BE49-F238E27FC236}">
                <a16:creationId xmlns:a16="http://schemas.microsoft.com/office/drawing/2014/main" id="{6F33D0F3-0BB1-84DA-6592-FE4A3FBAB40B}"/>
              </a:ext>
            </a:extLst>
          </p:cNvPr>
          <p:cNvCxnSpPr/>
          <p:nvPr/>
        </p:nvCxnSpPr>
        <p:spPr>
          <a:xfrm>
            <a:off x="0" y="1082842"/>
            <a:ext cx="9144000" cy="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矩形 6">
            <a:extLst>
              <a:ext uri="{FF2B5EF4-FFF2-40B4-BE49-F238E27FC236}">
                <a16:creationId xmlns:a16="http://schemas.microsoft.com/office/drawing/2014/main" id="{96198706-AC13-3CE5-1227-2B211DDFAD21}"/>
              </a:ext>
            </a:extLst>
          </p:cNvPr>
          <p:cNvSpPr/>
          <p:nvPr/>
        </p:nvSpPr>
        <p:spPr bwMode="auto">
          <a:xfrm>
            <a:off x="0" y="0"/>
            <a:ext cx="260169" cy="6858000"/>
          </a:xfrm>
          <a:prstGeom prst="rect">
            <a:avLst/>
          </a:prstGeom>
          <a:solidFill>
            <a:srgbClr val="0070C0"/>
          </a:solidFill>
          <a:ln w="9525" cap="flat" cmpd="sng" algn="ctr">
            <a:solidFill>
              <a:srgbClr val="0070C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28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8347510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组合 10">
            <a:extLst>
              <a:ext uri="{FF2B5EF4-FFF2-40B4-BE49-F238E27FC236}">
                <a16:creationId xmlns:a16="http://schemas.microsoft.com/office/drawing/2014/main" id="{6396CB34-DD15-6F6E-57BE-E9F3B1F71004}"/>
              </a:ext>
            </a:extLst>
          </p:cNvPr>
          <p:cNvGrpSpPr/>
          <p:nvPr/>
        </p:nvGrpSpPr>
        <p:grpSpPr>
          <a:xfrm>
            <a:off x="306651" y="1319136"/>
            <a:ext cx="8537238" cy="5169256"/>
            <a:chOff x="277625" y="712103"/>
            <a:chExt cx="11382984" cy="6892339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6" name="副标题 2">
                  <a:extLst>
                    <a:ext uri="{FF2B5EF4-FFF2-40B4-BE49-F238E27FC236}">
                      <a16:creationId xmlns:a16="http://schemas.microsoft.com/office/drawing/2014/main" id="{83F92550-5B04-6CC6-93CE-F795F57046E3}"/>
                    </a:ext>
                  </a:extLst>
                </p:cNvPr>
                <p:cNvSpPr txBox="1">
                  <a:spLocks/>
                </p:cNvSpPr>
                <p:nvPr/>
              </p:nvSpPr>
              <p:spPr>
                <a:xfrm>
                  <a:off x="277625" y="712103"/>
                  <a:ext cx="8925627" cy="817493"/>
                </a:xfrm>
                <a:prstGeom prst="rect">
                  <a:avLst/>
                </a:prstGeom>
              </p:spPr>
              <p:txBody>
                <a:bodyPr vert="horz" lIns="68580" tIns="34290" rIns="68580" bIns="34290" rtlCol="0">
                  <a:noAutofit/>
                </a:bodyPr>
                <a:lstStyle>
                  <a:lvl1pPr marL="0" indent="0" algn="ctr" defTabSz="914400" rtl="0" eaLnBrk="1" latinLnBrk="0" hangingPunct="1">
                    <a:lnSpc>
                      <a:spcPct val="90000"/>
                    </a:lnSpc>
                    <a:spcBef>
                      <a:spcPts val="1000"/>
                    </a:spcBef>
                    <a:buFont typeface="Arial" panose="020B0604020202020204" pitchFamily="34" charset="0"/>
                    <a:buNone/>
                    <a:defRPr sz="2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indent="0" algn="ctr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None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indent="0" algn="ctr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None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indent="0" algn="ctr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None/>
                    <a:defRPr sz="16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indent="0" algn="ctr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None/>
                    <a:defRPr sz="16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indent="0" algn="ctr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None/>
                    <a:defRPr sz="16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indent="0" algn="ctr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None/>
                    <a:defRPr sz="16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indent="0" algn="ctr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None/>
                    <a:defRPr sz="16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indent="0" algn="ctr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None/>
                    <a:defRPr sz="16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l">
                    <a:lnSpc>
                      <a:spcPct val="150000"/>
                    </a:lnSpc>
                  </a:pPr>
                  <a:r>
                    <a:rPr lang="zh-CN" altLang="en-US" sz="2300" dirty="0">
                      <a:solidFill>
                        <a:prstClr val="black"/>
                      </a:solidFill>
                      <a:latin typeface="Times New Roman" panose="02020603050405020304" pitchFamily="18" charset="0"/>
                      <a:ea typeface="KaiTi" panose="02010609060101010101" pitchFamily="49" charset="-122"/>
                      <a:cs typeface="Times New Roman" panose="02020603050405020304" pitchFamily="18" charset="0"/>
                    </a:rPr>
                    <a:t>解     容易求得</a:t>
                  </a:r>
                  <a14:m>
                    <m:oMath xmlns:m="http://schemas.openxmlformats.org/officeDocument/2006/math">
                      <m:r>
                        <a:rPr lang="en-US" altLang="zh-CN" sz="2300" i="1" dirty="0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KaiTi" panose="02010609060101010101" pitchFamily="49" charset="-122"/>
                          <a:cs typeface="Times New Roman" panose="02020603050405020304" pitchFamily="18" charset="0"/>
                        </a:rPr>
                        <m:t>𝑋</m:t>
                      </m:r>
                    </m:oMath>
                  </a14:m>
                  <a:r>
                    <a:rPr lang="zh-CN" altLang="en-US" sz="2300" dirty="0">
                      <a:solidFill>
                        <a:prstClr val="black"/>
                      </a:solidFill>
                      <a:latin typeface="Times New Roman" panose="02020603050405020304" pitchFamily="18" charset="0"/>
                      <a:ea typeface="KaiTi" panose="02010609060101010101" pitchFamily="49" charset="-122"/>
                      <a:cs typeface="Times New Roman" panose="02020603050405020304" pitchFamily="18" charset="0"/>
                    </a:rPr>
                    <a:t>和</a:t>
                  </a:r>
                  <a14:m>
                    <m:oMath xmlns:m="http://schemas.openxmlformats.org/officeDocument/2006/math">
                      <m:r>
                        <a:rPr lang="en-US" altLang="zh-CN" sz="2300" i="1" dirty="0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KaiTi" panose="02010609060101010101" pitchFamily="49" charset="-122"/>
                          <a:cs typeface="Times New Roman" panose="02020603050405020304" pitchFamily="18" charset="0"/>
                        </a:rPr>
                        <m:t>𝑌</m:t>
                      </m:r>
                    </m:oMath>
                  </a14:m>
                  <a:r>
                    <a:rPr lang="zh-CN" altLang="en-US" sz="2300" dirty="0">
                      <a:solidFill>
                        <a:prstClr val="black"/>
                      </a:solidFill>
                      <a:latin typeface="Times New Roman" panose="02020603050405020304" pitchFamily="18" charset="0"/>
                      <a:ea typeface="KaiTi" panose="02010609060101010101" pitchFamily="49" charset="-122"/>
                      <a:cs typeface="Times New Roman" panose="02020603050405020304" pitchFamily="18" charset="0"/>
                    </a:rPr>
                    <a:t>的概率分布为</a:t>
                  </a:r>
                </a:p>
              </p:txBody>
            </p:sp>
          </mc:Choice>
          <mc:Fallback xmlns="">
            <p:sp>
              <p:nvSpPr>
                <p:cNvPr id="26" name="副标题 2">
                  <a:extLst>
                    <a:ext uri="{FF2B5EF4-FFF2-40B4-BE49-F238E27FC236}">
                      <a16:creationId xmlns:a16="http://schemas.microsoft.com/office/drawing/2014/main" id="{83F92550-5B04-6CC6-93CE-F795F57046E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77625" y="712103"/>
                  <a:ext cx="8925627" cy="817493"/>
                </a:xfrm>
                <a:prstGeom prst="rect">
                  <a:avLst/>
                </a:prstGeom>
                <a:blipFill>
                  <a:blip r:embed="rId2"/>
                  <a:stretch>
                    <a:fillRect l="-1705" b="-6000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8" name="文本框 17">
                  <a:extLst>
                    <a:ext uri="{FF2B5EF4-FFF2-40B4-BE49-F238E27FC236}">
                      <a16:creationId xmlns:a16="http://schemas.microsoft.com/office/drawing/2014/main" id="{D7DFA2D8-E39A-4D9F-8702-99A25E30D9A3}"/>
                    </a:ext>
                  </a:extLst>
                </p:cNvPr>
                <p:cNvSpPr txBox="1"/>
                <p:nvPr/>
              </p:nvSpPr>
              <p:spPr>
                <a:xfrm>
                  <a:off x="1026696" y="1446069"/>
                  <a:ext cx="10518712" cy="830998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>
                    <a:lnSpc>
                      <a:spcPct val="150000"/>
                    </a:lnSpc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zh-CN" altLang="en-US" sz="2300" i="1">
                            <a:latin typeface="Cambria Math" panose="02040503050406030204" pitchFamily="18" charset="0"/>
                          </a:rPr>
                          <m:t>𝑃</m:t>
                        </m:r>
                        <m:d>
                          <m:dPr>
                            <m:begChr m:val="{"/>
                            <m:endChr m:val="}"/>
                            <m:ctrlPr>
                              <a:rPr lang="zh-CN" altLang="en-US" sz="2300" i="1">
                                <a:solidFill>
                                  <a:srgbClr val="83696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zh-CN" altLang="en-US" sz="2300" i="1">
                                <a:latin typeface="Cambria Math" panose="02040503050406030204" pitchFamily="18" charset="0"/>
                              </a:rPr>
                              <m:t>𝑋</m:t>
                            </m:r>
                            <m:r>
                              <a:rPr lang="zh-CN" altLang="en-US" sz="2300">
                                <a:latin typeface="Cambria Math" panose="02040503050406030204" pitchFamily="18" charset="0"/>
                              </a:rPr>
                              <m:t>=0</m:t>
                            </m:r>
                          </m:e>
                        </m:d>
                        <m:r>
                          <a:rPr lang="zh-CN" altLang="en-US" sz="2300">
                            <a:latin typeface="Cambria Math" panose="02040503050406030204" pitchFamily="18" charset="0"/>
                          </a:rPr>
                          <m:t>=0.3,</m:t>
                        </m:r>
                        <m:r>
                          <a:rPr lang="en-US" altLang="zh-CN" sz="230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altLang="zh-CN" sz="2300" i="1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zh-CN" altLang="en-US" sz="2300" i="1">
                            <a:latin typeface="Cambria Math" panose="02040503050406030204" pitchFamily="18" charset="0"/>
                          </a:rPr>
                          <m:t>𝑃</m:t>
                        </m:r>
                        <m:d>
                          <m:dPr>
                            <m:begChr m:val="{"/>
                            <m:endChr m:val="}"/>
                            <m:ctrlPr>
                              <a:rPr lang="zh-CN" altLang="en-US" sz="2300" i="1">
                                <a:solidFill>
                                  <a:srgbClr val="83696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zh-CN" altLang="en-US" sz="2300" i="1">
                                <a:latin typeface="Cambria Math" panose="02040503050406030204" pitchFamily="18" charset="0"/>
                              </a:rPr>
                              <m:t>𝑋</m:t>
                            </m:r>
                            <m:r>
                              <a:rPr lang="zh-CN" altLang="en-US" sz="2300">
                                <a:latin typeface="Cambria Math" panose="02040503050406030204" pitchFamily="18" charset="0"/>
                              </a:rPr>
                              <m:t>=1</m:t>
                            </m:r>
                          </m:e>
                        </m:d>
                        <m:r>
                          <a:rPr lang="zh-CN" altLang="en-US" sz="2300">
                            <a:latin typeface="Cambria Math" panose="02040503050406030204" pitchFamily="18" charset="0"/>
                          </a:rPr>
                          <m:t>=0.45,</m:t>
                        </m:r>
                        <m:r>
                          <a:rPr lang="en-US" altLang="zh-CN" sz="2300" i="1">
                            <a:latin typeface="Cambria Math" panose="02040503050406030204" pitchFamily="18" charset="0"/>
                          </a:rPr>
                          <m:t>  </m:t>
                        </m:r>
                        <m:r>
                          <a:rPr lang="zh-CN" altLang="en-US" sz="2300" i="1">
                            <a:latin typeface="Cambria Math" panose="02040503050406030204" pitchFamily="18" charset="0"/>
                          </a:rPr>
                          <m:t>𝑃</m:t>
                        </m:r>
                        <m:d>
                          <m:dPr>
                            <m:begChr m:val="{"/>
                            <m:endChr m:val="}"/>
                            <m:ctrlPr>
                              <a:rPr lang="zh-CN" altLang="en-US" sz="2300" i="1">
                                <a:solidFill>
                                  <a:srgbClr val="83696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zh-CN" altLang="en-US" sz="2300" i="1">
                                <a:latin typeface="Cambria Math" panose="02040503050406030204" pitchFamily="18" charset="0"/>
                              </a:rPr>
                              <m:t>𝑋</m:t>
                            </m:r>
                            <m:r>
                              <a:rPr lang="zh-CN" altLang="en-US" sz="2300">
                                <a:latin typeface="Cambria Math" panose="02040503050406030204" pitchFamily="18" charset="0"/>
                              </a:rPr>
                              <m:t>=2</m:t>
                            </m:r>
                          </m:e>
                        </m:d>
                        <m:r>
                          <a:rPr lang="zh-CN" altLang="en-US" sz="2300">
                            <a:latin typeface="Cambria Math" panose="02040503050406030204" pitchFamily="18" charset="0"/>
                          </a:rPr>
                          <m:t>=0.25</m:t>
                        </m:r>
                      </m:oMath>
                    </m:oMathPara>
                  </a14:m>
                  <a:endParaRPr lang="zh-CN" altLang="en-US" sz="2300" dirty="0"/>
                </a:p>
              </p:txBody>
            </p:sp>
          </mc:Choice>
          <mc:Fallback xmlns="">
            <p:sp>
              <p:nvSpPr>
                <p:cNvPr id="18" name="文本框 17">
                  <a:extLst>
                    <a:ext uri="{FF2B5EF4-FFF2-40B4-BE49-F238E27FC236}">
                      <a16:creationId xmlns:a16="http://schemas.microsoft.com/office/drawing/2014/main" id="{D7DFA2D8-E39A-4D9F-8702-99A25E30D9A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26696" y="1446069"/>
                  <a:ext cx="10518712" cy="830998"/>
                </a:xfrm>
                <a:prstGeom prst="rect">
                  <a:avLst/>
                </a:prstGeom>
                <a:blipFill>
                  <a:blip r:embed="rId3"/>
                  <a:stretch>
                    <a:fillRect b="-4000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9" name="文本框 18">
                  <a:extLst>
                    <a:ext uri="{FF2B5EF4-FFF2-40B4-BE49-F238E27FC236}">
                      <a16:creationId xmlns:a16="http://schemas.microsoft.com/office/drawing/2014/main" id="{B132BE22-790A-B26E-FB0A-A4512D118C0E}"/>
                    </a:ext>
                  </a:extLst>
                </p:cNvPr>
                <p:cNvSpPr txBox="1"/>
                <p:nvPr/>
              </p:nvSpPr>
              <p:spPr>
                <a:xfrm>
                  <a:off x="1141897" y="2560717"/>
                  <a:ext cx="10518712" cy="830998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>
                    <a:lnSpc>
                      <a:spcPct val="150000"/>
                    </a:lnSpc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zh-CN" altLang="en-US" sz="2300" i="1">
                            <a:latin typeface="Cambria Math" panose="02040503050406030204" pitchFamily="18" charset="0"/>
                          </a:rPr>
                          <m:t>𝑃</m:t>
                        </m:r>
                        <m:d>
                          <m:dPr>
                            <m:begChr m:val="{"/>
                            <m:endChr m:val="}"/>
                            <m:ctrlPr>
                              <a:rPr lang="zh-CN" altLang="en-US" sz="23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23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𝑌</m:t>
                            </m:r>
                            <m:r>
                              <a:rPr lang="zh-CN" altLang="en-US" sz="2300" i="1">
                                <a:latin typeface="Cambria Math" panose="02040503050406030204" pitchFamily="18" charset="0"/>
                              </a:rPr>
                              <m:t>=</m:t>
                            </m:r>
                            <m:r>
                              <a:rPr lang="en-US" altLang="zh-CN" sz="23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−1</m:t>
                            </m:r>
                          </m:e>
                        </m:d>
                        <m:r>
                          <a:rPr lang="zh-CN" altLang="en-US" sz="2300" i="1">
                            <a:latin typeface="Cambria Math" panose="02040503050406030204" pitchFamily="18" charset="0"/>
                          </a:rPr>
                          <m:t>=0.</m:t>
                        </m:r>
                        <m:r>
                          <a:rPr lang="en-US" altLang="zh-CN" sz="23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55</m:t>
                        </m:r>
                        <m:r>
                          <a:rPr lang="zh-CN" altLang="en-US" sz="2300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zh-CN" sz="23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 </m:t>
                        </m:r>
                        <m:r>
                          <a:rPr lang="zh-CN" altLang="en-US" sz="2300" i="1">
                            <a:latin typeface="Cambria Math" panose="02040503050406030204" pitchFamily="18" charset="0"/>
                          </a:rPr>
                          <m:t>𝑃</m:t>
                        </m:r>
                        <m:d>
                          <m:dPr>
                            <m:begChr m:val="{"/>
                            <m:endChr m:val="}"/>
                            <m:ctrlPr>
                              <a:rPr lang="zh-CN" altLang="en-US" sz="23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23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𝑌</m:t>
                            </m:r>
                            <m:r>
                              <a:rPr lang="zh-CN" altLang="en-US" sz="2300" i="1">
                                <a:latin typeface="Cambria Math" panose="02040503050406030204" pitchFamily="18" charset="0"/>
                              </a:rPr>
                              <m:t>=</m:t>
                            </m:r>
                            <m:r>
                              <a:rPr lang="en-US" altLang="zh-CN" sz="23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0</m:t>
                            </m:r>
                          </m:e>
                        </m:d>
                        <m:r>
                          <a:rPr lang="zh-CN" altLang="en-US" sz="2300" i="1">
                            <a:latin typeface="Cambria Math" panose="02040503050406030204" pitchFamily="18" charset="0"/>
                          </a:rPr>
                          <m:t>=0.</m:t>
                        </m:r>
                        <m:r>
                          <a:rPr lang="en-US" altLang="zh-CN" sz="23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  <m:r>
                          <a:rPr lang="zh-CN" altLang="en-US" sz="2300" i="1">
                            <a:latin typeface="Cambria Math" panose="02040503050406030204" pitchFamily="18" charset="0"/>
                          </a:rPr>
                          <m:t>5,</m:t>
                        </m:r>
                        <m:r>
                          <a:rPr lang="en-US" altLang="zh-CN" sz="23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 </m:t>
                        </m:r>
                        <m:r>
                          <a:rPr lang="zh-CN" altLang="en-US" sz="2300" i="1">
                            <a:latin typeface="Cambria Math" panose="02040503050406030204" pitchFamily="18" charset="0"/>
                          </a:rPr>
                          <m:t>𝑃</m:t>
                        </m:r>
                        <m:d>
                          <m:dPr>
                            <m:begChr m:val="{"/>
                            <m:endChr m:val="}"/>
                            <m:ctrlPr>
                              <a:rPr lang="zh-CN" altLang="en-US" sz="23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23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𝑌</m:t>
                            </m:r>
                            <m:r>
                              <a:rPr lang="zh-CN" altLang="en-US" sz="2300" i="1">
                                <a:latin typeface="Cambria Math" panose="02040503050406030204" pitchFamily="18" charset="0"/>
                              </a:rPr>
                              <m:t>=2</m:t>
                            </m:r>
                          </m:e>
                        </m:d>
                        <m:r>
                          <a:rPr lang="zh-CN" altLang="en-US" sz="2300" i="1">
                            <a:latin typeface="Cambria Math" panose="02040503050406030204" pitchFamily="18" charset="0"/>
                          </a:rPr>
                          <m:t>=0.2</m:t>
                        </m:r>
                      </m:oMath>
                    </m:oMathPara>
                  </a14:m>
                  <a:endParaRPr lang="zh-CN" altLang="en-US" sz="2300" i="1" dirty="0">
                    <a:latin typeface="Cambria Math" panose="02040503050406030204" pitchFamily="18" charset="0"/>
                  </a:endParaRPr>
                </a:p>
              </p:txBody>
            </p:sp>
          </mc:Choice>
          <mc:Fallback xmlns="">
            <p:sp>
              <p:nvSpPr>
                <p:cNvPr id="19" name="文本框 18">
                  <a:extLst>
                    <a:ext uri="{FF2B5EF4-FFF2-40B4-BE49-F238E27FC236}">
                      <a16:creationId xmlns:a16="http://schemas.microsoft.com/office/drawing/2014/main" id="{B132BE22-790A-B26E-FB0A-A4512D118C0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41897" y="2560717"/>
                  <a:ext cx="10518712" cy="830998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0" name="文本框 19">
                  <a:extLst>
                    <a:ext uri="{FF2B5EF4-FFF2-40B4-BE49-F238E27FC236}">
                      <a16:creationId xmlns:a16="http://schemas.microsoft.com/office/drawing/2014/main" id="{3CDA3D83-0EB8-8D96-A489-B733379CCE4C}"/>
                    </a:ext>
                  </a:extLst>
                </p:cNvPr>
                <p:cNvSpPr txBox="1"/>
                <p:nvPr/>
              </p:nvSpPr>
              <p:spPr>
                <a:xfrm>
                  <a:off x="1026696" y="3766016"/>
                  <a:ext cx="7470704" cy="830997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>
                    <a:lnSpc>
                      <a:spcPct val="150000"/>
                    </a:lnSpc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zh-CN" altLang="en-US" sz="2300" i="1" smtClean="0">
                            <a:latin typeface="Cambria Math" panose="02040503050406030204" pitchFamily="18" charset="0"/>
                          </a:rPr>
                          <m:t>𝐸</m:t>
                        </m:r>
                        <m:r>
                          <a:rPr lang="en-US" altLang="zh-CN" sz="2300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zh-CN" altLang="en-US" sz="2300" i="1">
                            <a:latin typeface="Cambria Math" panose="02040503050406030204" pitchFamily="18" charset="0"/>
                          </a:rPr>
                          <m:t>𝑋</m:t>
                        </m:r>
                        <m:r>
                          <a:rPr lang="en-US" altLang="zh-CN" sz="2300" b="0" i="1" smtClean="0"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a:rPr lang="zh-CN" altLang="en-US" sz="2300">
                            <a:latin typeface="Cambria Math" panose="02040503050406030204" pitchFamily="18" charset="0"/>
                          </a:rPr>
                          <m:t>=0×0.3+1×0.45+2×0.25=0.95</m:t>
                        </m:r>
                      </m:oMath>
                    </m:oMathPara>
                  </a14:m>
                  <a:endParaRPr lang="zh-CN" altLang="en-US" sz="2300" dirty="0"/>
                </a:p>
              </p:txBody>
            </p:sp>
          </mc:Choice>
          <mc:Fallback xmlns="">
            <p:sp>
              <p:nvSpPr>
                <p:cNvPr id="20" name="文本框 19">
                  <a:extLst>
                    <a:ext uri="{FF2B5EF4-FFF2-40B4-BE49-F238E27FC236}">
                      <a16:creationId xmlns:a16="http://schemas.microsoft.com/office/drawing/2014/main" id="{3CDA3D83-0EB8-8D96-A489-B733379CCE4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26696" y="3766016"/>
                  <a:ext cx="7470704" cy="830997"/>
                </a:xfrm>
                <a:prstGeom prst="rect">
                  <a:avLst/>
                </a:prstGeom>
                <a:blipFill>
                  <a:blip r:embed="rId5"/>
                  <a:stretch>
                    <a:fillRect b="-2000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2" name="文本框 21">
                  <a:extLst>
                    <a:ext uri="{FF2B5EF4-FFF2-40B4-BE49-F238E27FC236}">
                      <a16:creationId xmlns:a16="http://schemas.microsoft.com/office/drawing/2014/main" id="{F69A1F4B-A6BC-9BBA-7B5F-10A2FED3BFBC}"/>
                    </a:ext>
                  </a:extLst>
                </p:cNvPr>
                <p:cNvSpPr txBox="1"/>
                <p:nvPr/>
              </p:nvSpPr>
              <p:spPr>
                <a:xfrm>
                  <a:off x="1026696" y="4672989"/>
                  <a:ext cx="8501419" cy="830997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>
                    <a:lnSpc>
                      <a:spcPct val="150000"/>
                    </a:lnSpc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zh-CN" altLang="en-US" sz="2300" i="1" smtClean="0">
                            <a:latin typeface="Cambria Math" panose="02040503050406030204" pitchFamily="18" charset="0"/>
                          </a:rPr>
                          <m:t>𝐸</m:t>
                        </m:r>
                        <m:r>
                          <a:rPr lang="en-US" altLang="zh-CN" sz="2300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zh-CN" altLang="en-US" sz="2300" i="1">
                            <a:latin typeface="Cambria Math" panose="02040503050406030204" pitchFamily="18" charset="0"/>
                          </a:rPr>
                          <m:t>𝑌</m:t>
                        </m:r>
                        <m:r>
                          <a:rPr lang="en-US" altLang="zh-CN" sz="2300" b="0" i="1" smtClean="0"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a:rPr lang="zh-CN" altLang="en-US" sz="2300">
                            <a:latin typeface="Cambria Math" panose="02040503050406030204" pitchFamily="18" charset="0"/>
                          </a:rPr>
                          <m:t>=</m:t>
                        </m:r>
                        <m:d>
                          <m:dPr>
                            <m:ctrlPr>
                              <a:rPr lang="zh-CN" altLang="en-US" sz="23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zh-CN" altLang="en-US" sz="2300">
                                <a:latin typeface="Cambria Math" panose="02040503050406030204" pitchFamily="18" charset="0"/>
                              </a:rPr>
                              <m:t>−1</m:t>
                            </m:r>
                          </m:e>
                        </m:d>
                        <m:r>
                          <a:rPr lang="zh-CN" altLang="en-US" sz="2300">
                            <a:latin typeface="Cambria Math" panose="02040503050406030204" pitchFamily="18" charset="0"/>
                          </a:rPr>
                          <m:t>×0.55+0×0.25+2×0.2=−0.15</m:t>
                        </m:r>
                      </m:oMath>
                    </m:oMathPara>
                  </a14:m>
                  <a:endParaRPr lang="zh-CN" altLang="en-US" sz="2300" dirty="0"/>
                </a:p>
              </p:txBody>
            </p:sp>
          </mc:Choice>
          <mc:Fallback xmlns="">
            <p:sp>
              <p:nvSpPr>
                <p:cNvPr id="22" name="文本框 21">
                  <a:extLst>
                    <a:ext uri="{FF2B5EF4-FFF2-40B4-BE49-F238E27FC236}">
                      <a16:creationId xmlns:a16="http://schemas.microsoft.com/office/drawing/2014/main" id="{F69A1F4B-A6BC-9BBA-7B5F-10A2FED3BFB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26696" y="4672989"/>
                  <a:ext cx="8501419" cy="830997"/>
                </a:xfrm>
                <a:prstGeom prst="rect">
                  <a:avLst/>
                </a:prstGeom>
                <a:blipFill>
                  <a:blip r:embed="rId6"/>
                  <a:stretch>
                    <a:fillRect b="-4000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4" name="文本框 23">
                  <a:extLst>
                    <a:ext uri="{FF2B5EF4-FFF2-40B4-BE49-F238E27FC236}">
                      <a16:creationId xmlns:a16="http://schemas.microsoft.com/office/drawing/2014/main" id="{A284D2BD-618C-344A-200A-6D801D5AFD1D}"/>
                    </a:ext>
                  </a:extLst>
                </p:cNvPr>
                <p:cNvSpPr txBox="1"/>
                <p:nvPr/>
              </p:nvSpPr>
              <p:spPr>
                <a:xfrm>
                  <a:off x="2401400" y="5971071"/>
                  <a:ext cx="6096000" cy="830997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>
                    <a:lnSpc>
                      <a:spcPct val="150000"/>
                    </a:lnSpc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zh-CN" altLang="en-US" sz="2300" i="1">
                            <a:latin typeface="Cambria Math" panose="02040503050406030204" pitchFamily="18" charset="0"/>
                          </a:rPr>
                          <m:t>𝐸</m:t>
                        </m:r>
                        <m:d>
                          <m:dPr>
                            <m:ctrlPr>
                              <a:rPr lang="zh-CN" altLang="en-US" sz="23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zh-CN" altLang="en-US" sz="2300" i="1">
                                <a:latin typeface="Cambria Math" panose="02040503050406030204" pitchFamily="18" charset="0"/>
                              </a:rPr>
                              <m:t>𝑋𝑌</m:t>
                            </m:r>
                          </m:e>
                        </m:d>
                        <m:r>
                          <a:rPr lang="zh-CN" altLang="en-US" sz="2300">
                            <a:latin typeface="Cambria Math" panose="02040503050406030204" pitchFamily="18" charset="0"/>
                          </a:rPr>
                          <m:t>=0</m:t>
                        </m:r>
                      </m:oMath>
                    </m:oMathPara>
                  </a14:m>
                  <a:endParaRPr lang="zh-CN" altLang="en-US" sz="2300" dirty="0"/>
                </a:p>
              </p:txBody>
            </p:sp>
          </mc:Choice>
          <mc:Fallback xmlns="">
            <p:sp>
              <p:nvSpPr>
                <p:cNvPr id="24" name="文本框 23">
                  <a:extLst>
                    <a:ext uri="{FF2B5EF4-FFF2-40B4-BE49-F238E27FC236}">
                      <a16:creationId xmlns:a16="http://schemas.microsoft.com/office/drawing/2014/main" id="{A284D2BD-618C-344A-200A-6D801D5AFD1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401400" y="5971071"/>
                  <a:ext cx="6096000" cy="830997"/>
                </a:xfrm>
                <a:prstGeom prst="rect">
                  <a:avLst/>
                </a:prstGeom>
                <a:blipFill>
                  <a:blip r:embed="rId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2" name="文本框 31">
                  <a:extLst>
                    <a:ext uri="{FF2B5EF4-FFF2-40B4-BE49-F238E27FC236}">
                      <a16:creationId xmlns:a16="http://schemas.microsoft.com/office/drawing/2014/main" id="{DECDA39D-A505-BA41-317C-5B7234E50439}"/>
                    </a:ext>
                  </a:extLst>
                </p:cNvPr>
                <p:cNvSpPr txBox="1"/>
                <p:nvPr/>
              </p:nvSpPr>
              <p:spPr>
                <a:xfrm>
                  <a:off x="1141896" y="6773445"/>
                  <a:ext cx="9940292" cy="830997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>
                    <a:lnSpc>
                      <a:spcPct val="150000"/>
                    </a:lnSpc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func>
                          <m:funcPr>
                            <m:ctrlPr>
                              <a:rPr lang="zh-CN" altLang="en-US" sz="2300" i="1" smtClean="0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a:rPr lang="zh-CN" altLang="en-US" sz="2300" i="1">
                                <a:latin typeface="Cambria Math" panose="02040503050406030204" pitchFamily="18" charset="0"/>
                              </a:rPr>
                              <m:t>𝑐𝑜𝑣</m:t>
                            </m:r>
                          </m:fName>
                          <m:e>
                            <m:d>
                              <m:dPr>
                                <m:ctrlPr>
                                  <a:rPr lang="zh-CN" altLang="en-US" sz="2300" i="1">
                                    <a:solidFill>
                                      <a:srgbClr val="83696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zh-CN" altLang="en-US" sz="2300" i="1">
                                    <a:latin typeface="Cambria Math" panose="02040503050406030204" pitchFamily="18" charset="0"/>
                                  </a:rPr>
                                  <m:t>𝑋</m:t>
                                </m:r>
                                <m:r>
                                  <a:rPr lang="zh-CN" altLang="en-US" sz="2300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zh-CN" altLang="en-US" sz="2300" i="1">
                                    <a:latin typeface="Cambria Math" panose="02040503050406030204" pitchFamily="18" charset="0"/>
                                  </a:rPr>
                                  <m:t>𝑌</m:t>
                                </m:r>
                              </m:e>
                            </m:d>
                          </m:e>
                        </m:func>
                        <m:r>
                          <a:rPr lang="zh-CN" altLang="en-US" sz="2300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zh-CN" altLang="en-US" sz="2300" i="1">
                            <a:latin typeface="Cambria Math" panose="02040503050406030204" pitchFamily="18" charset="0"/>
                          </a:rPr>
                          <m:t>𝐸</m:t>
                        </m:r>
                        <m:d>
                          <m:dPr>
                            <m:ctrlPr>
                              <a:rPr lang="zh-CN" altLang="en-US" sz="2300" i="1">
                                <a:solidFill>
                                  <a:srgbClr val="83696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zh-CN" altLang="en-US" sz="2300" i="1">
                                <a:latin typeface="Cambria Math" panose="02040503050406030204" pitchFamily="18" charset="0"/>
                              </a:rPr>
                              <m:t>𝑋𝑌</m:t>
                            </m:r>
                          </m:e>
                        </m:d>
                        <m:r>
                          <a:rPr lang="zh-CN" altLang="en-US" sz="230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zh-CN" altLang="en-US" sz="2300" i="1">
                            <a:latin typeface="Cambria Math" panose="02040503050406030204" pitchFamily="18" charset="0"/>
                          </a:rPr>
                          <m:t>𝐸</m:t>
                        </m:r>
                        <m:r>
                          <a:rPr lang="en-US" altLang="zh-CN" sz="2300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zh-CN" altLang="en-US" sz="2300" i="1">
                            <a:latin typeface="Cambria Math" panose="02040503050406030204" pitchFamily="18" charset="0"/>
                          </a:rPr>
                          <m:t>𝑋</m:t>
                        </m:r>
                        <m:r>
                          <a:rPr lang="en-US" altLang="zh-CN" sz="2300" b="0" i="1" smtClean="0"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a:rPr lang="zh-CN" altLang="en-US" sz="2300" i="1">
                            <a:latin typeface="Cambria Math" panose="02040503050406030204" pitchFamily="18" charset="0"/>
                          </a:rPr>
                          <m:t>𝐸</m:t>
                        </m:r>
                        <m:r>
                          <a:rPr lang="en-US" altLang="zh-CN" sz="2300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zh-CN" altLang="en-US" sz="2300" i="1">
                            <a:latin typeface="Cambria Math" panose="02040503050406030204" pitchFamily="18" charset="0"/>
                          </a:rPr>
                          <m:t>𝑌</m:t>
                        </m:r>
                        <m:r>
                          <a:rPr lang="en-US" altLang="zh-CN" sz="2300" b="0" i="1" smtClean="0"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a:rPr lang="zh-CN" altLang="en-US" sz="2300">
                            <a:latin typeface="Cambria Math" panose="02040503050406030204" pitchFamily="18" charset="0"/>
                          </a:rPr>
                          <m:t>=0.95×0.15=0.1425</m:t>
                        </m:r>
                      </m:oMath>
                    </m:oMathPara>
                  </a14:m>
                  <a:endParaRPr lang="zh-CN" altLang="en-US" sz="2300" dirty="0"/>
                </a:p>
              </p:txBody>
            </p:sp>
          </mc:Choice>
          <mc:Fallback xmlns="">
            <p:sp>
              <p:nvSpPr>
                <p:cNvPr id="32" name="文本框 31">
                  <a:extLst>
                    <a:ext uri="{FF2B5EF4-FFF2-40B4-BE49-F238E27FC236}">
                      <a16:creationId xmlns:a16="http://schemas.microsoft.com/office/drawing/2014/main" id="{DECDA39D-A505-BA41-317C-5B7234E5043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41896" y="6773445"/>
                  <a:ext cx="9940292" cy="830997"/>
                </a:xfrm>
                <a:prstGeom prst="rect">
                  <a:avLst/>
                </a:prstGeom>
                <a:blipFill>
                  <a:blip r:embed="rId8"/>
                  <a:stretch>
                    <a:fillRect b="-4000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4" name="文本框 3">
            <a:extLst>
              <a:ext uri="{FF2B5EF4-FFF2-40B4-BE49-F238E27FC236}">
                <a16:creationId xmlns:a16="http://schemas.microsoft.com/office/drawing/2014/main" id="{AC8DA015-E157-CD49-0124-ABAE41083D4F}"/>
              </a:ext>
            </a:extLst>
          </p:cNvPr>
          <p:cNvSpPr txBox="1"/>
          <p:nvPr/>
        </p:nvSpPr>
        <p:spPr>
          <a:xfrm>
            <a:off x="2186940" y="313460"/>
            <a:ext cx="457200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1" lang="en-US" altLang="zh-CN" sz="4000" b="0" i="0" dirty="0">
                <a:solidFill>
                  <a:srgbClr val="FF0000"/>
                </a:solidFill>
                <a:latin typeface="Arial" panose="020B0604020202020204" pitchFamily="34" charset="0"/>
                <a:ea typeface="STXinwei" panose="02010800040101010101" pitchFamily="2" charset="-122"/>
                <a:cs typeface="Arial" panose="020B0604020202020204" pitchFamily="34" charset="0"/>
              </a:rPr>
              <a:t>Practice </a:t>
            </a:r>
            <a:r>
              <a:rPr lang="en-US" altLang="zh-CN" sz="4000" dirty="0">
                <a:solidFill>
                  <a:srgbClr val="FF0000"/>
                </a:solidFill>
                <a:latin typeface="Arial" panose="020B0604020202020204" pitchFamily="34" charset="0"/>
                <a:ea typeface="STXinwei" panose="02010800040101010101" pitchFamily="2" charset="-122"/>
                <a:cs typeface="Arial" panose="020B0604020202020204" pitchFamily="34" charset="0"/>
              </a:rPr>
              <a:t>#1</a:t>
            </a:r>
            <a:endParaRPr lang="zh-CN" altLang="en-US" sz="4000" dirty="0">
              <a:solidFill>
                <a:srgbClr val="FF0000"/>
              </a:solidFill>
              <a:latin typeface="Arial" panose="020B0604020202020204" pitchFamily="34" charset="0"/>
              <a:ea typeface="STXinwei" panose="02010800040101010101" pitchFamily="2" charset="-122"/>
              <a:cs typeface="Arial" panose="020B0604020202020204" pitchFamily="34" charset="0"/>
            </a:endParaRPr>
          </a:p>
        </p:txBody>
      </p:sp>
      <p:cxnSp>
        <p:nvCxnSpPr>
          <p:cNvPr id="5" name="直线连接符 4">
            <a:extLst>
              <a:ext uri="{FF2B5EF4-FFF2-40B4-BE49-F238E27FC236}">
                <a16:creationId xmlns:a16="http://schemas.microsoft.com/office/drawing/2014/main" id="{A42A773B-9567-87A3-4E38-BF29CB534E3D}"/>
              </a:ext>
            </a:extLst>
          </p:cNvPr>
          <p:cNvCxnSpPr/>
          <p:nvPr/>
        </p:nvCxnSpPr>
        <p:spPr>
          <a:xfrm>
            <a:off x="0" y="1082842"/>
            <a:ext cx="9144000" cy="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矩形 5">
            <a:extLst>
              <a:ext uri="{FF2B5EF4-FFF2-40B4-BE49-F238E27FC236}">
                <a16:creationId xmlns:a16="http://schemas.microsoft.com/office/drawing/2014/main" id="{43BEE142-8098-D329-F488-04C444088C0E}"/>
              </a:ext>
            </a:extLst>
          </p:cNvPr>
          <p:cNvSpPr/>
          <p:nvPr/>
        </p:nvSpPr>
        <p:spPr bwMode="auto">
          <a:xfrm>
            <a:off x="0" y="0"/>
            <a:ext cx="260169" cy="6858000"/>
          </a:xfrm>
          <a:prstGeom prst="rect">
            <a:avLst/>
          </a:prstGeom>
          <a:solidFill>
            <a:srgbClr val="0070C0"/>
          </a:solidFill>
          <a:ln w="9525" cap="flat" cmpd="sng" algn="ctr">
            <a:solidFill>
              <a:srgbClr val="0070C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28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680232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4" name="副标题 2">
                <a:extLst>
                  <a:ext uri="{FF2B5EF4-FFF2-40B4-BE49-F238E27FC236}">
                    <a16:creationId xmlns:a16="http://schemas.microsoft.com/office/drawing/2014/main" id="{53ED282F-8338-413B-ADB5-E7C0D048A32E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404960" y="1118841"/>
                <a:ext cx="8739040" cy="842708"/>
              </a:xfrm>
              <a:prstGeom prst="rect">
                <a:avLst/>
              </a:prstGeom>
            </p:spPr>
            <p:txBody>
              <a:bodyPr vert="horz" lIns="68580" tIns="34290" rIns="68580" bIns="34290" rtlCol="0">
                <a:noAutofit/>
              </a:bodyPr>
              <a:lstStyle>
                <a:lvl1pPr marL="0" indent="0" algn="ctr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None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indent="0" algn="ctr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indent="0" algn="ctr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indent="0" algn="ctr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indent="0" algn="ctr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indent="0" algn="ctr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indent="0" algn="ctr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indent="0" algn="ctr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indent="0" algn="ctr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lvl="0" algn="l">
                  <a:lnSpc>
                    <a:spcPct val="150000"/>
                  </a:lnSpc>
                </a:pPr>
                <a:r>
                  <a:rPr lang="zh-CN" altLang="en-US" sz="2300" dirty="0">
                    <a:solidFill>
                      <a:prstClr val="black"/>
                    </a:solidFill>
                    <a:latin typeface="Times New Roman" panose="02020603050405020304" pitchFamily="18" charset="0"/>
                    <a:ea typeface="KaiTi" panose="02010609060101010101" pitchFamily="49" charset="-122"/>
                    <a:cs typeface="Times New Roman" panose="02020603050405020304" pitchFamily="18" charset="0"/>
                  </a:rPr>
                  <a:t>设连续型随机向量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zh-CN" altLang="en-US" sz="23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3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𝑋</m:t>
                        </m:r>
                        <m:r>
                          <a:rPr lang="en-US" altLang="zh-CN" sz="23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zh-CN" altLang="en-US" sz="23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𝑌</m:t>
                        </m:r>
                      </m:e>
                    </m:d>
                  </m:oMath>
                </a14:m>
                <a:r>
                  <a:rPr lang="zh-CN" altLang="en-US" sz="2300" dirty="0">
                    <a:solidFill>
                      <a:prstClr val="black"/>
                    </a:solidFill>
                    <a:latin typeface="Times New Roman" panose="02020603050405020304" pitchFamily="18" charset="0"/>
                    <a:ea typeface="KaiTi" panose="02010609060101010101" pitchFamily="49" charset="-122"/>
                    <a:cs typeface="Times New Roman" panose="02020603050405020304" pitchFamily="18" charset="0"/>
                  </a:rPr>
                  <a:t>的概率密度如下，求</a:t>
                </a:r>
                <a:r>
                  <a:rPr lang="en-US" altLang="zh-CN" sz="2300" i="1" dirty="0">
                    <a:solidFill>
                      <a:prstClr val="black"/>
                    </a:solidFill>
                    <a:latin typeface="Times New Roman" panose="02020603050405020304" pitchFamily="18" charset="0"/>
                    <a:ea typeface="KaiTi" panose="02010609060101010101" pitchFamily="49" charset="-122"/>
                    <a:cs typeface="Times New Roman" panose="02020603050405020304" pitchFamily="18" charset="0"/>
                  </a:rPr>
                  <a:t>cov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zh-CN" altLang="en-US" sz="23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3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𝑋</m:t>
                        </m:r>
                        <m:r>
                          <a:rPr lang="en-US" altLang="zh-CN" sz="23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zh-CN" altLang="en-US" sz="23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𝑌</m:t>
                        </m:r>
                      </m:e>
                    </m:d>
                  </m:oMath>
                </a14:m>
                <a:r>
                  <a:rPr lang="zh-CN" altLang="en-US" sz="2300" dirty="0">
                    <a:solidFill>
                      <a:prstClr val="black"/>
                    </a:solidFill>
                    <a:latin typeface="Times New Roman" panose="02020603050405020304" pitchFamily="18" charset="0"/>
                    <a:ea typeface="KaiTi" panose="02010609060101010101" pitchFamily="49" charset="-122"/>
                    <a:cs typeface="Times New Roman" panose="02020603050405020304" pitchFamily="18" charset="0"/>
                  </a:rPr>
                  <a:t>和</a:t>
                </a:r>
                <a14:m>
                  <m:oMath xmlns:m="http://schemas.openxmlformats.org/officeDocument/2006/math">
                    <m:r>
                      <a:rPr lang="zh-CN" altLang="en-US" sz="2300" i="1">
                        <a:latin typeface="Cambria Math" panose="02040503050406030204" pitchFamily="18" charset="0"/>
                      </a:rPr>
                      <m:t>𝐷</m:t>
                    </m:r>
                    <m:d>
                      <m:dPr>
                        <m:ctrlPr>
                          <a:rPr lang="zh-CN" altLang="en-US" sz="23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zh-CN" altLang="en-US" sz="2300" i="1">
                            <a:latin typeface="Cambria Math" panose="02040503050406030204" pitchFamily="18" charset="0"/>
                          </a:rPr>
                          <m:t>𝑋</m:t>
                        </m:r>
                        <m:r>
                          <a:rPr lang="zh-CN" altLang="en-US" sz="230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zh-CN" altLang="en-US" sz="2300" i="1">
                            <a:latin typeface="Cambria Math" panose="02040503050406030204" pitchFamily="18" charset="0"/>
                          </a:rPr>
                          <m:t>𝑌</m:t>
                        </m:r>
                      </m:e>
                    </m:d>
                  </m:oMath>
                </a14:m>
                <a:endParaRPr lang="en-US" altLang="zh-CN" sz="2300" dirty="0">
                  <a:solidFill>
                    <a:prstClr val="black"/>
                  </a:solidFill>
                  <a:latin typeface="Times New Roman" panose="02020603050405020304" pitchFamily="18" charset="0"/>
                  <a:ea typeface="KaiTi" panose="02010609060101010101" pitchFamily="49" charset="-122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4" name="副标题 2">
                <a:extLst>
                  <a:ext uri="{FF2B5EF4-FFF2-40B4-BE49-F238E27FC236}">
                    <a16:creationId xmlns:a16="http://schemas.microsoft.com/office/drawing/2014/main" id="{53ED282F-8338-413B-ADB5-E7C0D048A32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4960" y="1118841"/>
                <a:ext cx="8739040" cy="842708"/>
              </a:xfrm>
              <a:prstGeom prst="rect">
                <a:avLst/>
              </a:prstGeom>
              <a:blipFill>
                <a:blip r:embed="rId2"/>
                <a:stretch>
                  <a:fillRect l="-116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6" name="副标题 2">
            <a:extLst>
              <a:ext uri="{FF2B5EF4-FFF2-40B4-BE49-F238E27FC236}">
                <a16:creationId xmlns:a16="http://schemas.microsoft.com/office/drawing/2014/main" id="{83F92550-5B04-6CC6-93CE-F795F57046E3}"/>
              </a:ext>
            </a:extLst>
          </p:cNvPr>
          <p:cNvSpPr txBox="1">
            <a:spLocks/>
          </p:cNvSpPr>
          <p:nvPr/>
        </p:nvSpPr>
        <p:spPr>
          <a:xfrm>
            <a:off x="485938" y="2978286"/>
            <a:ext cx="6694220" cy="613121"/>
          </a:xfrm>
          <a:prstGeom prst="rect">
            <a:avLst/>
          </a:prstGeom>
        </p:spPr>
        <p:txBody>
          <a:bodyPr vert="horz" lIns="68580" tIns="34290" rIns="68580" bIns="3429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ct val="150000"/>
              </a:lnSpc>
            </a:pPr>
            <a:r>
              <a:rPr lang="zh-CN" altLang="en-US" sz="2300" dirty="0">
                <a:solidFill>
                  <a:prstClr val="black"/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解：求得其边缘密度函数分别为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文本框 15">
                <a:extLst>
                  <a:ext uri="{FF2B5EF4-FFF2-40B4-BE49-F238E27FC236}">
                    <a16:creationId xmlns:a16="http://schemas.microsoft.com/office/drawing/2014/main" id="{6C13A943-7F25-EB7A-4D25-A79697058719}"/>
                  </a:ext>
                </a:extLst>
              </p:cNvPr>
              <p:cNvSpPr txBox="1"/>
              <p:nvPr/>
            </p:nvSpPr>
            <p:spPr>
              <a:xfrm>
                <a:off x="2041272" y="1748359"/>
                <a:ext cx="4572000" cy="10749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CN" altLang="en-US" sz="2000" i="1">
                          <a:latin typeface="Cambria Math" panose="02040503050406030204" pitchFamily="18" charset="0"/>
                        </a:rPr>
                        <m:t>𝑔</m:t>
                      </m:r>
                      <m:r>
                        <a:rPr lang="en-US" altLang="zh-CN" sz="2000" i="1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altLang="zh-CN" sz="2000" i="1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altLang="zh-CN" sz="2000" i="1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altLang="zh-CN" sz="2000" i="1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altLang="zh-CN" sz="2000">
                          <a:latin typeface="Cambria Math" panose="02040503050406030204" pitchFamily="18" charset="0"/>
                        </a:rPr>
                        <m:t>)</m:t>
                      </m:r>
                      <m:r>
                        <a:rPr lang="zh-CN" altLang="en-US" sz="200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"/>
                          <m:ctrlPr>
                            <a:rPr lang="zh-CN" altLang="en-US" sz="2000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zh-CN" altLang="en-US" sz="2000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lang="zh-CN" altLang="en-US" sz="2000">
                                  <a:latin typeface="Cambria Math" panose="02040503050406030204" pitchFamily="18" charset="0"/>
                                </a:rPr>
                                <m:t>&amp;8</m:t>
                              </m:r>
                              <m:r>
                                <a:rPr lang="zh-CN" altLang="en-US" sz="2000" i="1">
                                  <a:latin typeface="Cambria Math" panose="02040503050406030204" pitchFamily="18" charset="0"/>
                                </a:rPr>
                                <m:t>𝑥𝑦</m:t>
                              </m:r>
                              <m:r>
                                <a:rPr lang="zh-CN" altLang="en-US" sz="2000">
                                  <a:latin typeface="Cambria Math" panose="02040503050406030204" pitchFamily="18" charset="0"/>
                                </a:rPr>
                                <m:t>,0≤</m:t>
                              </m:r>
                              <m:r>
                                <a:rPr lang="zh-CN" altLang="en-US" sz="20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zh-CN" altLang="en-US" sz="2000">
                                  <a:latin typeface="Cambria Math" panose="02040503050406030204" pitchFamily="18" charset="0"/>
                                </a:rPr>
                                <m:t>≤</m:t>
                              </m:r>
                              <m:r>
                                <a:rPr lang="zh-CN" altLang="en-US" sz="2000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  <m:r>
                                <a:rPr lang="zh-CN" altLang="en-US" sz="2000">
                                  <a:latin typeface="Cambria Math" panose="02040503050406030204" pitchFamily="18" charset="0"/>
                                </a:rPr>
                                <m:t>≤1</m:t>
                              </m:r>
                            </m:e>
                            <m:e>
                              <m:r>
                                <a:rPr lang="zh-CN" altLang="en-US" sz="2000">
                                  <a:latin typeface="Cambria Math" panose="02040503050406030204" pitchFamily="18" charset="0"/>
                                </a:rPr>
                                <m:t>&amp; </m:t>
                              </m:r>
                            </m:e>
                            <m:e>
                              <m:r>
                                <a:rPr lang="zh-CN" altLang="en-US" sz="2000">
                                  <a:latin typeface="Cambria Math" panose="02040503050406030204" pitchFamily="18" charset="0"/>
                                </a:rPr>
                                <m:t>&amp;0,</m:t>
                              </m:r>
                              <m:r>
                                <a:rPr lang="zh-CN" altLang="en-US" sz="2000">
                                  <a:latin typeface="Cambria Math" panose="02040503050406030204" pitchFamily="18" charset="0"/>
                                </a:rPr>
                                <m:t>其他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lang="zh-CN" altLang="en-US" sz="1400" dirty="0"/>
              </a:p>
            </p:txBody>
          </p:sp>
        </mc:Choice>
        <mc:Fallback xmlns="">
          <p:sp>
            <p:nvSpPr>
              <p:cNvPr id="16" name="文本框 15">
                <a:extLst>
                  <a:ext uri="{FF2B5EF4-FFF2-40B4-BE49-F238E27FC236}">
                    <a16:creationId xmlns:a16="http://schemas.microsoft.com/office/drawing/2014/main" id="{6C13A943-7F25-EB7A-4D25-A7969705871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41272" y="1748359"/>
                <a:ext cx="4572000" cy="1074910"/>
              </a:xfrm>
              <a:prstGeom prst="rect">
                <a:avLst/>
              </a:prstGeom>
              <a:blipFill>
                <a:blip r:embed="rId3"/>
                <a:stretch>
                  <a:fillRect l="-3601" t="-208140" b="-29534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文本框 20">
                <a:extLst>
                  <a:ext uri="{FF2B5EF4-FFF2-40B4-BE49-F238E27FC236}">
                    <a16:creationId xmlns:a16="http://schemas.microsoft.com/office/drawing/2014/main" id="{5097929B-2CBF-1AED-8A65-34E9B7FA6F2A}"/>
                  </a:ext>
                </a:extLst>
              </p:cNvPr>
              <p:cNvSpPr txBox="1"/>
              <p:nvPr/>
            </p:nvSpPr>
            <p:spPr>
              <a:xfrm>
                <a:off x="474194" y="3726805"/>
                <a:ext cx="4227890" cy="122232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CN" altLang="en-US" sz="2300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2300" i="1">
                              <a:latin typeface="Cambria Math" panose="02040503050406030204" pitchFamily="18" charset="0"/>
                            </a:rPr>
                            <m:t>𝑔</m:t>
                          </m:r>
                        </m:e>
                        <m:sub>
                          <m:r>
                            <a:rPr lang="en-US" altLang="zh-CN" sz="2300" i="1">
                              <a:latin typeface="Cambria Math" panose="02040503050406030204" pitchFamily="18" charset="0"/>
                            </a:rPr>
                            <m:t>𝑋</m:t>
                          </m:r>
                        </m:sub>
                      </m:sSub>
                      <m:d>
                        <m:dPr>
                          <m:ctrlPr>
                            <a:rPr lang="zh-CN" altLang="en-US" sz="23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zh-CN" altLang="en-US" sz="23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zh-CN" altLang="en-US" sz="230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"/>
                          <m:ctrlPr>
                            <a:rPr lang="zh-CN" altLang="en-US" sz="2300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zh-CN" altLang="en-US" sz="2300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lang="zh-CN" altLang="en-US" sz="2300">
                                  <a:latin typeface="Cambria Math" panose="02040503050406030204" pitchFamily="18" charset="0"/>
                                </a:rPr>
                                <m:t>&amp;4</m:t>
                              </m:r>
                              <m:r>
                                <a:rPr lang="zh-CN" altLang="en-US" sz="23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d>
                                <m:dPr>
                                  <m:ctrlPr>
                                    <a:rPr lang="zh-CN" altLang="en-US" sz="23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zh-CN" altLang="en-US" sz="2300">
                                      <a:latin typeface="Cambria Math" panose="02040503050406030204" pitchFamily="18" charset="0"/>
                                    </a:rPr>
                                    <m:t>1−</m:t>
                                  </m:r>
                                  <m:sSup>
                                    <m:sSupPr>
                                      <m:ctrlPr>
                                        <a:rPr lang="zh-CN" altLang="en-US" sz="2300" i="1">
                                          <a:solidFill>
                                            <a:srgbClr val="836967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zh-CN" altLang="en-US" sz="2300" i="1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p>
                                      <m:r>
                                        <a:rPr lang="zh-CN" altLang="en-US" sz="230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</m:e>
                              </m:d>
                              <m:r>
                                <a:rPr lang="zh-CN" altLang="en-US" sz="2300">
                                  <a:latin typeface="Cambria Math" panose="02040503050406030204" pitchFamily="18" charset="0"/>
                                </a:rPr>
                                <m:t>,0≤</m:t>
                              </m:r>
                              <m:r>
                                <a:rPr lang="zh-CN" altLang="en-US" sz="23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zh-CN" altLang="en-US" sz="2300">
                                  <a:latin typeface="Cambria Math" panose="02040503050406030204" pitchFamily="18" charset="0"/>
                                </a:rPr>
                                <m:t>≤1</m:t>
                              </m:r>
                            </m:e>
                            <m:e>
                              <m:r>
                                <a:rPr lang="zh-CN" altLang="en-US" sz="2300">
                                  <a:latin typeface="Cambria Math" panose="02040503050406030204" pitchFamily="18" charset="0"/>
                                </a:rPr>
                                <m:t>&amp; </m:t>
                              </m:r>
                            </m:e>
                            <m:e>
                              <m:r>
                                <a:rPr lang="zh-CN" altLang="en-US" sz="2300">
                                  <a:latin typeface="Cambria Math" panose="02040503050406030204" pitchFamily="18" charset="0"/>
                                </a:rPr>
                                <m:t>&amp;0,</m:t>
                              </m:r>
                              <m:r>
                                <a:rPr lang="zh-CN" altLang="en-US" sz="2300">
                                  <a:latin typeface="Cambria Math" panose="02040503050406030204" pitchFamily="18" charset="0"/>
                                </a:rPr>
                                <m:t>其他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lang="zh-CN" altLang="en-US" sz="2300" dirty="0"/>
              </a:p>
            </p:txBody>
          </p:sp>
        </mc:Choice>
        <mc:Fallback xmlns="">
          <p:sp>
            <p:nvSpPr>
              <p:cNvPr id="21" name="文本框 20">
                <a:extLst>
                  <a:ext uri="{FF2B5EF4-FFF2-40B4-BE49-F238E27FC236}">
                    <a16:creationId xmlns:a16="http://schemas.microsoft.com/office/drawing/2014/main" id="{5097929B-2CBF-1AED-8A65-34E9B7FA6F2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4194" y="3726805"/>
                <a:ext cx="4227890" cy="1222322"/>
              </a:xfrm>
              <a:prstGeom prst="rect">
                <a:avLst/>
              </a:prstGeom>
              <a:blipFill>
                <a:blip r:embed="rId4"/>
                <a:stretch>
                  <a:fillRect l="-22455" t="-212371" r="-299" b="-30309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文本框 22">
                <a:extLst>
                  <a:ext uri="{FF2B5EF4-FFF2-40B4-BE49-F238E27FC236}">
                    <a16:creationId xmlns:a16="http://schemas.microsoft.com/office/drawing/2014/main" id="{84CD322F-FB0A-2B9E-F95C-DA39D8F18A7A}"/>
                  </a:ext>
                </a:extLst>
              </p:cNvPr>
              <p:cNvSpPr txBox="1"/>
              <p:nvPr/>
            </p:nvSpPr>
            <p:spPr>
              <a:xfrm>
                <a:off x="4916109" y="3750869"/>
                <a:ext cx="3465095" cy="122232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CN" altLang="en-US" sz="2300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2300" i="1">
                              <a:latin typeface="Cambria Math" panose="02040503050406030204" pitchFamily="18" charset="0"/>
                            </a:rPr>
                            <m:t>𝑔</m:t>
                          </m:r>
                        </m:e>
                        <m:sub>
                          <m:r>
                            <a:rPr lang="en-US" altLang="zh-CN" sz="2300" i="1">
                              <a:latin typeface="Cambria Math" panose="02040503050406030204" pitchFamily="18" charset="0"/>
                            </a:rPr>
                            <m:t>𝑌</m:t>
                          </m:r>
                        </m:sub>
                      </m:sSub>
                      <m:d>
                        <m:dPr>
                          <m:ctrlPr>
                            <a:rPr lang="zh-CN" altLang="en-US" sz="23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300" i="1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d>
                      <m:r>
                        <a:rPr lang="zh-CN" altLang="en-US" sz="230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"/>
                          <m:ctrlPr>
                            <a:rPr lang="zh-CN" altLang="en-US" sz="2300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zh-CN" altLang="en-US" sz="2300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lang="zh-CN" altLang="en-US" sz="2300">
                                  <a:latin typeface="Cambria Math" panose="02040503050406030204" pitchFamily="18" charset="0"/>
                                </a:rPr>
                                <m:t>&amp;4</m:t>
                              </m:r>
                              <m:sSup>
                                <m:sSupPr>
                                  <m:ctrlPr>
                                    <a:rPr lang="zh-CN" altLang="en-US" sz="2300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CN" sz="2300" i="1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p>
                                  <m:r>
                                    <a:rPr lang="en-US" altLang="zh-CN" sz="2300"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sup>
                              </m:sSup>
                              <m:r>
                                <a:rPr lang="zh-CN" altLang="en-US" sz="2300">
                                  <a:latin typeface="Cambria Math" panose="02040503050406030204" pitchFamily="18" charset="0"/>
                                </a:rPr>
                                <m:t>,0≤</m:t>
                              </m:r>
                              <m:r>
                                <m:rPr>
                                  <m:sty m:val="p"/>
                                </m:rPr>
                                <a:rPr lang="en-US" altLang="zh-CN" sz="2300">
                                  <a:latin typeface="Cambria Math" panose="02040503050406030204" pitchFamily="18" charset="0"/>
                                </a:rPr>
                                <m:t>y</m:t>
                              </m:r>
                              <m:r>
                                <a:rPr lang="zh-CN" altLang="en-US" sz="2300">
                                  <a:latin typeface="Cambria Math" panose="02040503050406030204" pitchFamily="18" charset="0"/>
                                </a:rPr>
                                <m:t>≤1</m:t>
                              </m:r>
                            </m:e>
                            <m:e>
                              <m:r>
                                <a:rPr lang="zh-CN" altLang="en-US" sz="2300">
                                  <a:latin typeface="Cambria Math" panose="02040503050406030204" pitchFamily="18" charset="0"/>
                                </a:rPr>
                                <m:t>&amp; </m:t>
                              </m:r>
                            </m:e>
                            <m:e>
                              <m:r>
                                <a:rPr lang="zh-CN" altLang="en-US" sz="2300">
                                  <a:latin typeface="Cambria Math" panose="02040503050406030204" pitchFamily="18" charset="0"/>
                                </a:rPr>
                                <m:t>&amp;0,</m:t>
                              </m:r>
                              <m:r>
                                <a:rPr lang="zh-CN" altLang="en-US" sz="2300">
                                  <a:latin typeface="Cambria Math" panose="02040503050406030204" pitchFamily="18" charset="0"/>
                                </a:rPr>
                                <m:t>其他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lang="zh-CN" altLang="en-US" sz="2300" dirty="0"/>
              </a:p>
            </p:txBody>
          </p:sp>
        </mc:Choice>
        <mc:Fallback xmlns="">
          <p:sp>
            <p:nvSpPr>
              <p:cNvPr id="23" name="文本框 22">
                <a:extLst>
                  <a:ext uri="{FF2B5EF4-FFF2-40B4-BE49-F238E27FC236}">
                    <a16:creationId xmlns:a16="http://schemas.microsoft.com/office/drawing/2014/main" id="{84CD322F-FB0A-2B9E-F95C-DA39D8F18A7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16109" y="3750869"/>
                <a:ext cx="3465095" cy="1222322"/>
              </a:xfrm>
              <a:prstGeom prst="rect">
                <a:avLst/>
              </a:prstGeom>
              <a:blipFill>
                <a:blip r:embed="rId5"/>
                <a:stretch>
                  <a:fillRect l="-24818" t="-212371" b="-30206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文本框 1">
            <a:extLst>
              <a:ext uri="{FF2B5EF4-FFF2-40B4-BE49-F238E27FC236}">
                <a16:creationId xmlns:a16="http://schemas.microsoft.com/office/drawing/2014/main" id="{C4089BFE-8C22-403B-C691-864C2E3E2B62}"/>
              </a:ext>
            </a:extLst>
          </p:cNvPr>
          <p:cNvSpPr txBox="1"/>
          <p:nvPr/>
        </p:nvSpPr>
        <p:spPr>
          <a:xfrm>
            <a:off x="2186940" y="313460"/>
            <a:ext cx="457200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1" lang="en-US" altLang="zh-CN" sz="4000" b="0" i="0" dirty="0">
                <a:solidFill>
                  <a:srgbClr val="FF0000"/>
                </a:solidFill>
                <a:latin typeface="Arial" panose="020B0604020202020204" pitchFamily="34" charset="0"/>
                <a:ea typeface="STXinwei" panose="02010800040101010101" pitchFamily="2" charset="-122"/>
                <a:cs typeface="Arial" panose="020B0604020202020204" pitchFamily="34" charset="0"/>
              </a:rPr>
              <a:t>Practice </a:t>
            </a:r>
            <a:r>
              <a:rPr lang="en-US" altLang="zh-CN" sz="4000" dirty="0">
                <a:solidFill>
                  <a:srgbClr val="FF0000"/>
                </a:solidFill>
                <a:latin typeface="Arial" panose="020B0604020202020204" pitchFamily="34" charset="0"/>
                <a:ea typeface="STXinwei" panose="02010800040101010101" pitchFamily="2" charset="-122"/>
                <a:cs typeface="Arial" panose="020B0604020202020204" pitchFamily="34" charset="0"/>
              </a:rPr>
              <a:t>#2</a:t>
            </a:r>
            <a:endParaRPr lang="zh-CN" altLang="en-US" sz="4000" dirty="0">
              <a:solidFill>
                <a:srgbClr val="FF0000"/>
              </a:solidFill>
              <a:latin typeface="Arial" panose="020B0604020202020204" pitchFamily="34" charset="0"/>
              <a:ea typeface="STXinwei" panose="02010800040101010101" pitchFamily="2" charset="-122"/>
              <a:cs typeface="Arial" panose="020B0604020202020204" pitchFamily="34" charset="0"/>
            </a:endParaRPr>
          </a:p>
        </p:txBody>
      </p:sp>
      <p:cxnSp>
        <p:nvCxnSpPr>
          <p:cNvPr id="3" name="直线连接符 2">
            <a:extLst>
              <a:ext uri="{FF2B5EF4-FFF2-40B4-BE49-F238E27FC236}">
                <a16:creationId xmlns:a16="http://schemas.microsoft.com/office/drawing/2014/main" id="{A03EC7E1-46E1-EEDC-8155-EFBC49828559}"/>
              </a:ext>
            </a:extLst>
          </p:cNvPr>
          <p:cNvCxnSpPr/>
          <p:nvPr/>
        </p:nvCxnSpPr>
        <p:spPr>
          <a:xfrm>
            <a:off x="0" y="1082842"/>
            <a:ext cx="9144000" cy="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矩形 4">
            <a:extLst>
              <a:ext uri="{FF2B5EF4-FFF2-40B4-BE49-F238E27FC236}">
                <a16:creationId xmlns:a16="http://schemas.microsoft.com/office/drawing/2014/main" id="{4404F3E8-C640-858A-CF46-603CA791116C}"/>
              </a:ext>
            </a:extLst>
          </p:cNvPr>
          <p:cNvSpPr/>
          <p:nvPr/>
        </p:nvSpPr>
        <p:spPr bwMode="auto">
          <a:xfrm>
            <a:off x="0" y="0"/>
            <a:ext cx="260169" cy="6858000"/>
          </a:xfrm>
          <a:prstGeom prst="rect">
            <a:avLst/>
          </a:prstGeom>
          <a:solidFill>
            <a:srgbClr val="00B050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28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文本框 5">
                <a:extLst>
                  <a:ext uri="{FF2B5EF4-FFF2-40B4-BE49-F238E27FC236}">
                    <a16:creationId xmlns:a16="http://schemas.microsoft.com/office/drawing/2014/main" id="{1EC2298A-E3D8-6D6E-2156-117CC4A78A6F}"/>
                  </a:ext>
                </a:extLst>
              </p:cNvPr>
              <p:cNvSpPr txBox="1"/>
              <p:nvPr/>
            </p:nvSpPr>
            <p:spPr>
              <a:xfrm>
                <a:off x="4816728" y="2765855"/>
                <a:ext cx="4572000" cy="75597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CN" altLang="en-US" sz="230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𝐸</m:t>
                      </m:r>
                      <m:d>
                        <m:dPr>
                          <m:ctrlPr>
                            <a:rPr lang="zh-CN" altLang="en-US" sz="23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zh-CN" altLang="en-US" sz="23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𝑋𝑌</m:t>
                          </m:r>
                        </m:e>
                      </m:d>
                      <m:r>
                        <a:rPr lang="zh-CN" altLang="en-US" sz="230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zh-CN" altLang="en-US" sz="23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CN" altLang="en-US" sz="230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4</m:t>
                          </m:r>
                        </m:num>
                        <m:den>
                          <m:r>
                            <a:rPr lang="zh-CN" altLang="en-US" sz="230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9</m:t>
                          </m:r>
                        </m:den>
                      </m:f>
                    </m:oMath>
                  </m:oMathPara>
                </a14:m>
                <a:endParaRPr lang="zh-CN" altLang="en-US" sz="23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6" name="文本框 5">
                <a:extLst>
                  <a:ext uri="{FF2B5EF4-FFF2-40B4-BE49-F238E27FC236}">
                    <a16:creationId xmlns:a16="http://schemas.microsoft.com/office/drawing/2014/main" id="{1EC2298A-E3D8-6D6E-2156-117CC4A78A6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16728" y="2765855"/>
                <a:ext cx="4572000" cy="755976"/>
              </a:xfrm>
              <a:prstGeom prst="rect">
                <a:avLst/>
              </a:prstGeom>
              <a:blipFill>
                <a:blip r:embed="rId8"/>
                <a:stretch>
                  <a:fillRect b="-491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8006006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" grpId="0"/>
      <p:bldP spid="21" grpId="0"/>
      <p:bldP spid="21" grpId="1"/>
      <p:bldP spid="23" grpId="0"/>
      <p:bldP spid="23" grpId="1"/>
      <p:bldP spid="6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4" name="副标题 2">
                <a:extLst>
                  <a:ext uri="{FF2B5EF4-FFF2-40B4-BE49-F238E27FC236}">
                    <a16:creationId xmlns:a16="http://schemas.microsoft.com/office/drawing/2014/main" id="{53ED282F-8338-413B-ADB5-E7C0D048A32E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404960" y="1118841"/>
                <a:ext cx="8739040" cy="842708"/>
              </a:xfrm>
              <a:prstGeom prst="rect">
                <a:avLst/>
              </a:prstGeom>
            </p:spPr>
            <p:txBody>
              <a:bodyPr vert="horz" lIns="68580" tIns="34290" rIns="68580" bIns="34290" rtlCol="0">
                <a:noAutofit/>
              </a:bodyPr>
              <a:lstStyle>
                <a:lvl1pPr marL="0" indent="0" algn="ctr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None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indent="0" algn="ctr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indent="0" algn="ctr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indent="0" algn="ctr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indent="0" algn="ctr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indent="0" algn="ctr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indent="0" algn="ctr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indent="0" algn="ctr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indent="0" algn="ctr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lvl="0" algn="l">
                  <a:lnSpc>
                    <a:spcPct val="150000"/>
                  </a:lnSpc>
                </a:pPr>
                <a:r>
                  <a:rPr lang="zh-CN" altLang="en-US" sz="2300" dirty="0">
                    <a:solidFill>
                      <a:prstClr val="black"/>
                    </a:solidFill>
                    <a:latin typeface="Times New Roman" panose="02020603050405020304" pitchFamily="18" charset="0"/>
                    <a:ea typeface="KaiTi" panose="02010609060101010101" pitchFamily="49" charset="-122"/>
                    <a:cs typeface="Times New Roman" panose="02020603050405020304" pitchFamily="18" charset="0"/>
                  </a:rPr>
                  <a:t>设连续型随机向量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zh-CN" altLang="en-US" sz="23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3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𝑋</m:t>
                        </m:r>
                        <m:r>
                          <a:rPr lang="en-US" altLang="zh-CN" sz="23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zh-CN" altLang="en-US" sz="23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𝑌</m:t>
                        </m:r>
                      </m:e>
                    </m:d>
                  </m:oMath>
                </a14:m>
                <a:r>
                  <a:rPr lang="zh-CN" altLang="en-US" sz="2300" dirty="0">
                    <a:solidFill>
                      <a:prstClr val="black"/>
                    </a:solidFill>
                    <a:latin typeface="Times New Roman" panose="02020603050405020304" pitchFamily="18" charset="0"/>
                    <a:ea typeface="KaiTi" panose="02010609060101010101" pitchFamily="49" charset="-122"/>
                    <a:cs typeface="Times New Roman" panose="02020603050405020304" pitchFamily="18" charset="0"/>
                  </a:rPr>
                  <a:t>的概率密度如下，求</a:t>
                </a:r>
                <a:r>
                  <a:rPr lang="en-US" altLang="zh-CN" sz="2300" i="1" dirty="0">
                    <a:solidFill>
                      <a:prstClr val="black"/>
                    </a:solidFill>
                    <a:latin typeface="Times New Roman" panose="02020603050405020304" pitchFamily="18" charset="0"/>
                    <a:ea typeface="KaiTi" panose="02010609060101010101" pitchFamily="49" charset="-122"/>
                    <a:cs typeface="Times New Roman" panose="02020603050405020304" pitchFamily="18" charset="0"/>
                  </a:rPr>
                  <a:t>cov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zh-CN" altLang="en-US" sz="23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3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𝑋</m:t>
                        </m:r>
                        <m:r>
                          <a:rPr lang="en-US" altLang="zh-CN" sz="23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zh-CN" altLang="en-US" sz="23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𝑌</m:t>
                        </m:r>
                      </m:e>
                    </m:d>
                  </m:oMath>
                </a14:m>
                <a:r>
                  <a:rPr lang="zh-CN" altLang="en-US" sz="2300" dirty="0">
                    <a:solidFill>
                      <a:prstClr val="black"/>
                    </a:solidFill>
                    <a:latin typeface="Times New Roman" panose="02020603050405020304" pitchFamily="18" charset="0"/>
                    <a:ea typeface="KaiTi" panose="02010609060101010101" pitchFamily="49" charset="-122"/>
                    <a:cs typeface="Times New Roman" panose="02020603050405020304" pitchFamily="18" charset="0"/>
                  </a:rPr>
                  <a:t>和</a:t>
                </a:r>
                <a14:m>
                  <m:oMath xmlns:m="http://schemas.openxmlformats.org/officeDocument/2006/math">
                    <m:r>
                      <a:rPr lang="zh-CN" altLang="en-US" sz="2300" i="1">
                        <a:latin typeface="Cambria Math" panose="02040503050406030204" pitchFamily="18" charset="0"/>
                      </a:rPr>
                      <m:t>𝐷</m:t>
                    </m:r>
                    <m:d>
                      <m:dPr>
                        <m:ctrlPr>
                          <a:rPr lang="zh-CN" altLang="en-US" sz="23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zh-CN" altLang="en-US" sz="2300" i="1">
                            <a:latin typeface="Cambria Math" panose="02040503050406030204" pitchFamily="18" charset="0"/>
                          </a:rPr>
                          <m:t>𝑋</m:t>
                        </m:r>
                        <m:r>
                          <a:rPr lang="zh-CN" altLang="en-US" sz="230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zh-CN" altLang="en-US" sz="2300" i="1">
                            <a:latin typeface="Cambria Math" panose="02040503050406030204" pitchFamily="18" charset="0"/>
                          </a:rPr>
                          <m:t>𝑌</m:t>
                        </m:r>
                      </m:e>
                    </m:d>
                  </m:oMath>
                </a14:m>
                <a:endParaRPr lang="en-US" altLang="zh-CN" sz="2300" dirty="0">
                  <a:solidFill>
                    <a:prstClr val="black"/>
                  </a:solidFill>
                  <a:latin typeface="Times New Roman" panose="02020603050405020304" pitchFamily="18" charset="0"/>
                  <a:ea typeface="KaiTi" panose="02010609060101010101" pitchFamily="49" charset="-122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4" name="副标题 2">
                <a:extLst>
                  <a:ext uri="{FF2B5EF4-FFF2-40B4-BE49-F238E27FC236}">
                    <a16:creationId xmlns:a16="http://schemas.microsoft.com/office/drawing/2014/main" id="{53ED282F-8338-413B-ADB5-E7C0D048A32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4960" y="1118841"/>
                <a:ext cx="8739040" cy="842708"/>
              </a:xfrm>
              <a:prstGeom prst="rect">
                <a:avLst/>
              </a:prstGeom>
              <a:blipFill>
                <a:blip r:embed="rId2"/>
                <a:stretch>
                  <a:fillRect l="-116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6" name="副标题 2">
            <a:extLst>
              <a:ext uri="{FF2B5EF4-FFF2-40B4-BE49-F238E27FC236}">
                <a16:creationId xmlns:a16="http://schemas.microsoft.com/office/drawing/2014/main" id="{83F92550-5B04-6CC6-93CE-F795F57046E3}"/>
              </a:ext>
            </a:extLst>
          </p:cNvPr>
          <p:cNvSpPr txBox="1">
            <a:spLocks/>
          </p:cNvSpPr>
          <p:nvPr/>
        </p:nvSpPr>
        <p:spPr>
          <a:xfrm>
            <a:off x="485938" y="2978286"/>
            <a:ext cx="6694220" cy="613121"/>
          </a:xfrm>
          <a:prstGeom prst="rect">
            <a:avLst/>
          </a:prstGeom>
        </p:spPr>
        <p:txBody>
          <a:bodyPr vert="horz" lIns="68580" tIns="34290" rIns="68580" bIns="3429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ct val="150000"/>
              </a:lnSpc>
            </a:pPr>
            <a:r>
              <a:rPr lang="zh-CN" altLang="en-US" sz="2300" dirty="0">
                <a:solidFill>
                  <a:prstClr val="black"/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解：求得其边缘密度函数分别为</a:t>
            </a:r>
          </a:p>
        </p:txBody>
      </p:sp>
      <p:sp>
        <p:nvSpPr>
          <p:cNvPr id="15" name="副标题 2">
            <a:extLst>
              <a:ext uri="{FF2B5EF4-FFF2-40B4-BE49-F238E27FC236}">
                <a16:creationId xmlns:a16="http://schemas.microsoft.com/office/drawing/2014/main" id="{BE32C3E2-7D47-7C6E-0C45-CCBF75585028}"/>
              </a:ext>
            </a:extLst>
          </p:cNvPr>
          <p:cNvSpPr txBox="1">
            <a:spLocks/>
          </p:cNvSpPr>
          <p:nvPr/>
        </p:nvSpPr>
        <p:spPr>
          <a:xfrm>
            <a:off x="435685" y="5253175"/>
            <a:ext cx="3140242" cy="559709"/>
          </a:xfrm>
          <a:prstGeom prst="rect">
            <a:avLst/>
          </a:prstGeom>
        </p:spPr>
        <p:txBody>
          <a:bodyPr vert="horz" lIns="68580" tIns="34290" rIns="68580" bIns="3429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l">
              <a:lnSpc>
                <a:spcPct val="150000"/>
              </a:lnSpc>
            </a:pPr>
            <a:r>
              <a:rPr lang="zh-CN" altLang="en-US" sz="2300" dirty="0">
                <a:solidFill>
                  <a:prstClr val="black"/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于是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文本框 15">
                <a:extLst>
                  <a:ext uri="{FF2B5EF4-FFF2-40B4-BE49-F238E27FC236}">
                    <a16:creationId xmlns:a16="http://schemas.microsoft.com/office/drawing/2014/main" id="{6C13A943-7F25-EB7A-4D25-A79697058719}"/>
                  </a:ext>
                </a:extLst>
              </p:cNvPr>
              <p:cNvSpPr txBox="1"/>
              <p:nvPr/>
            </p:nvSpPr>
            <p:spPr>
              <a:xfrm>
                <a:off x="2041272" y="1748359"/>
                <a:ext cx="4572000" cy="10749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CN" altLang="en-US" sz="2000" i="1">
                          <a:latin typeface="Cambria Math" panose="02040503050406030204" pitchFamily="18" charset="0"/>
                        </a:rPr>
                        <m:t>𝑔</m:t>
                      </m:r>
                      <m:r>
                        <a:rPr lang="en-US" altLang="zh-CN" sz="2000" i="1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altLang="zh-CN" sz="2000" i="1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altLang="zh-CN" sz="2000" i="1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altLang="zh-CN" sz="2000" i="1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altLang="zh-CN" sz="2000">
                          <a:latin typeface="Cambria Math" panose="02040503050406030204" pitchFamily="18" charset="0"/>
                        </a:rPr>
                        <m:t>)</m:t>
                      </m:r>
                      <m:r>
                        <a:rPr lang="zh-CN" altLang="en-US" sz="200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"/>
                          <m:ctrlPr>
                            <a:rPr lang="zh-CN" altLang="en-US" sz="2000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zh-CN" altLang="en-US" sz="2000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lang="zh-CN" altLang="en-US" sz="2000">
                                  <a:latin typeface="Cambria Math" panose="02040503050406030204" pitchFamily="18" charset="0"/>
                                </a:rPr>
                                <m:t>&amp;8</m:t>
                              </m:r>
                              <m:r>
                                <a:rPr lang="zh-CN" altLang="en-US" sz="2000" i="1">
                                  <a:latin typeface="Cambria Math" panose="02040503050406030204" pitchFamily="18" charset="0"/>
                                </a:rPr>
                                <m:t>𝑥𝑦</m:t>
                              </m:r>
                              <m:r>
                                <a:rPr lang="zh-CN" altLang="en-US" sz="2000">
                                  <a:latin typeface="Cambria Math" panose="02040503050406030204" pitchFamily="18" charset="0"/>
                                </a:rPr>
                                <m:t>,0≤</m:t>
                              </m:r>
                              <m:r>
                                <a:rPr lang="zh-CN" altLang="en-US" sz="20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zh-CN" altLang="en-US" sz="2000">
                                  <a:latin typeface="Cambria Math" panose="02040503050406030204" pitchFamily="18" charset="0"/>
                                </a:rPr>
                                <m:t>≤</m:t>
                              </m:r>
                              <m:r>
                                <a:rPr lang="zh-CN" altLang="en-US" sz="2000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  <m:r>
                                <a:rPr lang="zh-CN" altLang="en-US" sz="2000">
                                  <a:latin typeface="Cambria Math" panose="02040503050406030204" pitchFamily="18" charset="0"/>
                                </a:rPr>
                                <m:t>≤1</m:t>
                              </m:r>
                            </m:e>
                            <m:e>
                              <m:r>
                                <a:rPr lang="zh-CN" altLang="en-US" sz="2000">
                                  <a:latin typeface="Cambria Math" panose="02040503050406030204" pitchFamily="18" charset="0"/>
                                </a:rPr>
                                <m:t>&amp; </m:t>
                              </m:r>
                            </m:e>
                            <m:e>
                              <m:r>
                                <a:rPr lang="zh-CN" altLang="en-US" sz="2000">
                                  <a:latin typeface="Cambria Math" panose="02040503050406030204" pitchFamily="18" charset="0"/>
                                </a:rPr>
                                <m:t>&amp;0,</m:t>
                              </m:r>
                              <m:r>
                                <a:rPr lang="zh-CN" altLang="en-US" sz="2000">
                                  <a:latin typeface="Cambria Math" panose="02040503050406030204" pitchFamily="18" charset="0"/>
                                </a:rPr>
                                <m:t>其他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lang="zh-CN" altLang="en-US" sz="1400" dirty="0"/>
              </a:p>
            </p:txBody>
          </p:sp>
        </mc:Choice>
        <mc:Fallback xmlns="">
          <p:sp>
            <p:nvSpPr>
              <p:cNvPr id="16" name="文本框 15">
                <a:extLst>
                  <a:ext uri="{FF2B5EF4-FFF2-40B4-BE49-F238E27FC236}">
                    <a16:creationId xmlns:a16="http://schemas.microsoft.com/office/drawing/2014/main" id="{6C13A943-7F25-EB7A-4D25-A7969705871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41272" y="1748359"/>
                <a:ext cx="4572000" cy="1074910"/>
              </a:xfrm>
              <a:prstGeom prst="rect">
                <a:avLst/>
              </a:prstGeom>
              <a:blipFill>
                <a:blip r:embed="rId3"/>
                <a:stretch>
                  <a:fillRect l="-3601" t="-208140" b="-29534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文本框 20">
                <a:extLst>
                  <a:ext uri="{FF2B5EF4-FFF2-40B4-BE49-F238E27FC236}">
                    <a16:creationId xmlns:a16="http://schemas.microsoft.com/office/drawing/2014/main" id="{5097929B-2CBF-1AED-8A65-34E9B7FA6F2A}"/>
                  </a:ext>
                </a:extLst>
              </p:cNvPr>
              <p:cNvSpPr txBox="1"/>
              <p:nvPr/>
            </p:nvSpPr>
            <p:spPr>
              <a:xfrm>
                <a:off x="474194" y="3726805"/>
                <a:ext cx="4227890" cy="122232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CN" altLang="en-US" sz="2300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2300" i="1">
                              <a:latin typeface="Cambria Math" panose="02040503050406030204" pitchFamily="18" charset="0"/>
                            </a:rPr>
                            <m:t>𝑔</m:t>
                          </m:r>
                        </m:e>
                        <m:sub>
                          <m:r>
                            <a:rPr lang="en-US" altLang="zh-CN" sz="2300" i="1">
                              <a:latin typeface="Cambria Math" panose="02040503050406030204" pitchFamily="18" charset="0"/>
                            </a:rPr>
                            <m:t>𝑋</m:t>
                          </m:r>
                        </m:sub>
                      </m:sSub>
                      <m:d>
                        <m:dPr>
                          <m:ctrlPr>
                            <a:rPr lang="zh-CN" altLang="en-US" sz="23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zh-CN" altLang="en-US" sz="23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zh-CN" altLang="en-US" sz="230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"/>
                          <m:ctrlPr>
                            <a:rPr lang="zh-CN" altLang="en-US" sz="2300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zh-CN" altLang="en-US" sz="2300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lang="zh-CN" altLang="en-US" sz="2300">
                                  <a:latin typeface="Cambria Math" panose="02040503050406030204" pitchFamily="18" charset="0"/>
                                </a:rPr>
                                <m:t>&amp;4</m:t>
                              </m:r>
                              <m:r>
                                <a:rPr lang="zh-CN" altLang="en-US" sz="23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d>
                                <m:dPr>
                                  <m:ctrlPr>
                                    <a:rPr lang="zh-CN" altLang="en-US" sz="23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zh-CN" altLang="en-US" sz="2300">
                                      <a:latin typeface="Cambria Math" panose="02040503050406030204" pitchFamily="18" charset="0"/>
                                    </a:rPr>
                                    <m:t>1−</m:t>
                                  </m:r>
                                  <m:sSup>
                                    <m:sSupPr>
                                      <m:ctrlPr>
                                        <a:rPr lang="zh-CN" altLang="en-US" sz="2300" i="1">
                                          <a:solidFill>
                                            <a:srgbClr val="836967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zh-CN" altLang="en-US" sz="2300" i="1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p>
                                      <m:r>
                                        <a:rPr lang="zh-CN" altLang="en-US" sz="230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</m:e>
                              </m:d>
                              <m:r>
                                <a:rPr lang="zh-CN" altLang="en-US" sz="2300">
                                  <a:latin typeface="Cambria Math" panose="02040503050406030204" pitchFamily="18" charset="0"/>
                                </a:rPr>
                                <m:t>,0≤</m:t>
                              </m:r>
                              <m:r>
                                <a:rPr lang="zh-CN" altLang="en-US" sz="23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zh-CN" altLang="en-US" sz="2300">
                                  <a:latin typeface="Cambria Math" panose="02040503050406030204" pitchFamily="18" charset="0"/>
                                </a:rPr>
                                <m:t>≤1</m:t>
                              </m:r>
                            </m:e>
                            <m:e>
                              <m:r>
                                <a:rPr lang="zh-CN" altLang="en-US" sz="2300">
                                  <a:latin typeface="Cambria Math" panose="02040503050406030204" pitchFamily="18" charset="0"/>
                                </a:rPr>
                                <m:t>&amp; </m:t>
                              </m:r>
                            </m:e>
                            <m:e>
                              <m:r>
                                <a:rPr lang="zh-CN" altLang="en-US" sz="2300">
                                  <a:latin typeface="Cambria Math" panose="02040503050406030204" pitchFamily="18" charset="0"/>
                                </a:rPr>
                                <m:t>&amp;0,</m:t>
                              </m:r>
                              <m:r>
                                <a:rPr lang="zh-CN" altLang="en-US" sz="2300">
                                  <a:latin typeface="Cambria Math" panose="02040503050406030204" pitchFamily="18" charset="0"/>
                                </a:rPr>
                                <m:t>其他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lang="zh-CN" altLang="en-US" sz="2300" dirty="0"/>
              </a:p>
            </p:txBody>
          </p:sp>
        </mc:Choice>
        <mc:Fallback xmlns="">
          <p:sp>
            <p:nvSpPr>
              <p:cNvPr id="21" name="文本框 20">
                <a:extLst>
                  <a:ext uri="{FF2B5EF4-FFF2-40B4-BE49-F238E27FC236}">
                    <a16:creationId xmlns:a16="http://schemas.microsoft.com/office/drawing/2014/main" id="{5097929B-2CBF-1AED-8A65-34E9B7FA6F2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4194" y="3726805"/>
                <a:ext cx="4227890" cy="1222322"/>
              </a:xfrm>
              <a:prstGeom prst="rect">
                <a:avLst/>
              </a:prstGeom>
              <a:blipFill>
                <a:blip r:embed="rId4"/>
                <a:stretch>
                  <a:fillRect l="-22455" t="-212371" r="-299" b="-30309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文本框 22">
                <a:extLst>
                  <a:ext uri="{FF2B5EF4-FFF2-40B4-BE49-F238E27FC236}">
                    <a16:creationId xmlns:a16="http://schemas.microsoft.com/office/drawing/2014/main" id="{84CD322F-FB0A-2B9E-F95C-DA39D8F18A7A}"/>
                  </a:ext>
                </a:extLst>
              </p:cNvPr>
              <p:cNvSpPr txBox="1"/>
              <p:nvPr/>
            </p:nvSpPr>
            <p:spPr>
              <a:xfrm>
                <a:off x="4916109" y="3750869"/>
                <a:ext cx="3465095" cy="122232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CN" altLang="en-US" sz="2300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2300" i="1">
                              <a:latin typeface="Cambria Math" panose="02040503050406030204" pitchFamily="18" charset="0"/>
                            </a:rPr>
                            <m:t>𝑔</m:t>
                          </m:r>
                        </m:e>
                        <m:sub>
                          <m:r>
                            <a:rPr lang="en-US" altLang="zh-CN" sz="2300" i="1">
                              <a:latin typeface="Cambria Math" panose="02040503050406030204" pitchFamily="18" charset="0"/>
                            </a:rPr>
                            <m:t>𝑌</m:t>
                          </m:r>
                        </m:sub>
                      </m:sSub>
                      <m:d>
                        <m:dPr>
                          <m:ctrlPr>
                            <a:rPr lang="zh-CN" altLang="en-US" sz="23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300" i="1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d>
                      <m:r>
                        <a:rPr lang="zh-CN" altLang="en-US" sz="230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"/>
                          <m:ctrlPr>
                            <a:rPr lang="zh-CN" altLang="en-US" sz="2300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zh-CN" altLang="en-US" sz="2300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lang="zh-CN" altLang="en-US" sz="2300">
                                  <a:latin typeface="Cambria Math" panose="02040503050406030204" pitchFamily="18" charset="0"/>
                                </a:rPr>
                                <m:t>&amp;4</m:t>
                              </m:r>
                              <m:sSup>
                                <m:sSupPr>
                                  <m:ctrlPr>
                                    <a:rPr lang="zh-CN" altLang="en-US" sz="2300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CN" sz="2300" i="1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p>
                                  <m:r>
                                    <a:rPr lang="en-US" altLang="zh-CN" sz="2300"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sup>
                              </m:sSup>
                              <m:r>
                                <a:rPr lang="zh-CN" altLang="en-US" sz="2300">
                                  <a:latin typeface="Cambria Math" panose="02040503050406030204" pitchFamily="18" charset="0"/>
                                </a:rPr>
                                <m:t>,0≤</m:t>
                              </m:r>
                              <m:r>
                                <m:rPr>
                                  <m:sty m:val="p"/>
                                </m:rPr>
                                <a:rPr lang="en-US" altLang="zh-CN" sz="2300">
                                  <a:latin typeface="Cambria Math" panose="02040503050406030204" pitchFamily="18" charset="0"/>
                                </a:rPr>
                                <m:t>y</m:t>
                              </m:r>
                              <m:r>
                                <a:rPr lang="zh-CN" altLang="en-US" sz="2300">
                                  <a:latin typeface="Cambria Math" panose="02040503050406030204" pitchFamily="18" charset="0"/>
                                </a:rPr>
                                <m:t>≤1</m:t>
                              </m:r>
                            </m:e>
                            <m:e>
                              <m:r>
                                <a:rPr lang="zh-CN" altLang="en-US" sz="2300">
                                  <a:latin typeface="Cambria Math" panose="02040503050406030204" pitchFamily="18" charset="0"/>
                                </a:rPr>
                                <m:t>&amp; </m:t>
                              </m:r>
                            </m:e>
                            <m:e>
                              <m:r>
                                <a:rPr lang="zh-CN" altLang="en-US" sz="2300">
                                  <a:latin typeface="Cambria Math" panose="02040503050406030204" pitchFamily="18" charset="0"/>
                                </a:rPr>
                                <m:t>&amp;0,</m:t>
                              </m:r>
                              <m:r>
                                <a:rPr lang="zh-CN" altLang="en-US" sz="2300">
                                  <a:latin typeface="Cambria Math" panose="02040503050406030204" pitchFamily="18" charset="0"/>
                                </a:rPr>
                                <m:t>其他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lang="zh-CN" altLang="en-US" sz="2300" dirty="0"/>
              </a:p>
            </p:txBody>
          </p:sp>
        </mc:Choice>
        <mc:Fallback xmlns="">
          <p:sp>
            <p:nvSpPr>
              <p:cNvPr id="23" name="文本框 22">
                <a:extLst>
                  <a:ext uri="{FF2B5EF4-FFF2-40B4-BE49-F238E27FC236}">
                    <a16:creationId xmlns:a16="http://schemas.microsoft.com/office/drawing/2014/main" id="{84CD322F-FB0A-2B9E-F95C-DA39D8F18A7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16109" y="3750869"/>
                <a:ext cx="3465095" cy="1222322"/>
              </a:xfrm>
              <a:prstGeom prst="rect">
                <a:avLst/>
              </a:prstGeom>
              <a:blipFill>
                <a:blip r:embed="rId5"/>
                <a:stretch>
                  <a:fillRect l="-24818" t="-212371" b="-30206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文本框 11">
                <a:extLst>
                  <a:ext uri="{FF2B5EF4-FFF2-40B4-BE49-F238E27FC236}">
                    <a16:creationId xmlns:a16="http://schemas.microsoft.com/office/drawing/2014/main" id="{EEE81206-CCE8-B6F9-0770-2B985CB43FEA}"/>
                  </a:ext>
                </a:extLst>
              </p:cNvPr>
              <p:cNvSpPr txBox="1"/>
              <p:nvPr/>
            </p:nvSpPr>
            <p:spPr>
              <a:xfrm>
                <a:off x="1071090" y="5132653"/>
                <a:ext cx="7310113" cy="88748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CN" altLang="en-US" sz="2300" i="1" smtClean="0">
                          <a:latin typeface="Cambria Math" panose="02040503050406030204" pitchFamily="18" charset="0"/>
                        </a:rPr>
                        <m:t>𝐸</m:t>
                      </m:r>
                      <m:r>
                        <a:rPr lang="en-US" altLang="zh-CN" sz="2300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zh-CN" altLang="en-US" sz="2300" i="1">
                          <a:latin typeface="Cambria Math" panose="02040503050406030204" pitchFamily="18" charset="0"/>
                        </a:rPr>
                        <m:t>𝑋</m:t>
                      </m:r>
                      <m:r>
                        <a:rPr lang="en-US" altLang="zh-CN" sz="2300" b="0" i="1" smtClean="0">
                          <a:latin typeface="Cambria Math" panose="02040503050406030204" pitchFamily="18" charset="0"/>
                        </a:rPr>
                        <m:t>)</m:t>
                      </m:r>
                      <m:r>
                        <a:rPr lang="zh-CN" altLang="en-US" sz="230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limLoc m:val="subSup"/>
                          <m:grow m:val="on"/>
                          <m:ctrlPr>
                            <a:rPr lang="zh-CN" altLang="en-US" sz="23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zh-CN" altLang="en-US" sz="2300">
                              <a:latin typeface="Cambria Math" panose="02040503050406030204" pitchFamily="18" charset="0"/>
                            </a:rPr>
                            <m:t>−∞</m:t>
                          </m:r>
                        </m:sub>
                        <m:sup>
                          <m:r>
                            <a:rPr lang="zh-CN" altLang="en-US" sz="2300">
                              <a:latin typeface="Cambria Math" panose="02040503050406030204" pitchFamily="18" charset="0"/>
                            </a:rPr>
                            <m:t>+∞</m:t>
                          </m:r>
                        </m:sup>
                        <m:e>
                          <m:r>
                            <a:rPr lang="zh-CN" altLang="en-US" sz="2300" i="1">
                              <a:latin typeface="Cambria Math" panose="02040503050406030204" pitchFamily="18" charset="0"/>
                            </a:rPr>
                            <m:t>𝑥</m:t>
                          </m:r>
                          <m:sSub>
                            <m:sSubPr>
                              <m:ctrlPr>
                                <a:rPr lang="zh-CN" altLang="en-US" sz="2300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sz="2300" i="1">
                                  <a:latin typeface="Cambria Math" panose="02040503050406030204" pitchFamily="18" charset="0"/>
                                </a:rPr>
                                <m:t>𝑔</m:t>
                              </m:r>
                            </m:e>
                            <m:sub>
                              <m:r>
                                <a:rPr lang="zh-CN" altLang="en-US" sz="2300" i="1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sub>
                          </m:sSub>
                          <m:d>
                            <m:dPr>
                              <m:ctrlPr>
                                <a:rPr lang="zh-CN" altLang="en-US" sz="23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zh-CN" altLang="en-US" sz="23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  <m:r>
                            <a:rPr lang="zh-CN" altLang="en-US" sz="2300" i="1">
                              <a:latin typeface="Cambria Math" panose="02040503050406030204" pitchFamily="18" charset="0"/>
                            </a:rPr>
                            <m:t>𝑑𝑥</m:t>
                          </m:r>
                        </m:e>
                      </m:nary>
                      <m:r>
                        <a:rPr lang="zh-CN" altLang="en-US" sz="230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limLoc m:val="subSup"/>
                          <m:grow m:val="on"/>
                          <m:ctrlPr>
                            <a:rPr lang="zh-CN" altLang="en-US" sz="23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zh-CN" altLang="en-US" sz="230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  <m:sup>
                          <m:r>
                            <a:rPr lang="zh-CN" altLang="en-US" sz="2300"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  <m:e>
                          <m:r>
                            <a:rPr lang="zh-CN" altLang="en-US" sz="2300" i="1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zh-CN" altLang="en-US" sz="2300">
                              <a:latin typeface="Cambria Math" panose="02040503050406030204" pitchFamily="18" charset="0"/>
                            </a:rPr>
                            <m:t>⋅4</m:t>
                          </m:r>
                          <m:r>
                            <a:rPr lang="zh-CN" altLang="en-US" sz="2300" i="1">
                              <a:latin typeface="Cambria Math" panose="02040503050406030204" pitchFamily="18" charset="0"/>
                            </a:rPr>
                            <m:t>𝑥</m:t>
                          </m:r>
                          <m:d>
                            <m:dPr>
                              <m:ctrlPr>
                                <a:rPr lang="zh-CN" altLang="en-US" sz="23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zh-CN" altLang="en-US" sz="2300">
                                  <a:latin typeface="Cambria Math" panose="02040503050406030204" pitchFamily="18" charset="0"/>
                                </a:rPr>
                                <m:t>1−</m:t>
                              </m:r>
                              <m:sSup>
                                <m:sSupPr>
                                  <m:ctrlPr>
                                    <a:rPr lang="zh-CN" altLang="en-US" sz="2300" i="1">
                                      <a:solidFill>
                                        <a:srgbClr val="83696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zh-CN" altLang="en-US" sz="2300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p>
                                  <m:r>
                                    <a:rPr lang="zh-CN" altLang="en-US" sz="230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</m:d>
                          <m:r>
                            <a:rPr lang="zh-CN" altLang="en-US" sz="2300" i="1">
                              <a:latin typeface="Cambria Math" panose="02040503050406030204" pitchFamily="18" charset="0"/>
                            </a:rPr>
                            <m:t>𝑑𝑥</m:t>
                          </m:r>
                        </m:e>
                      </m:nary>
                      <m:r>
                        <a:rPr lang="zh-CN" altLang="en-US" sz="230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zh-CN" altLang="en-US" sz="2300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CN" altLang="en-US" sz="2300">
                              <a:latin typeface="Cambria Math" panose="02040503050406030204" pitchFamily="18" charset="0"/>
                            </a:rPr>
                            <m:t>8</m:t>
                          </m:r>
                        </m:num>
                        <m:den>
                          <m:r>
                            <a:rPr lang="zh-CN" altLang="en-US" sz="2300">
                              <a:latin typeface="Cambria Math" panose="02040503050406030204" pitchFamily="18" charset="0"/>
                            </a:rPr>
                            <m:t>15</m:t>
                          </m:r>
                        </m:den>
                      </m:f>
                    </m:oMath>
                  </m:oMathPara>
                </a14:m>
                <a:endParaRPr lang="zh-CN" altLang="en-US" sz="2300" dirty="0"/>
              </a:p>
            </p:txBody>
          </p:sp>
        </mc:Choice>
        <mc:Fallback xmlns="">
          <p:sp>
            <p:nvSpPr>
              <p:cNvPr id="12" name="文本框 11">
                <a:extLst>
                  <a:ext uri="{FF2B5EF4-FFF2-40B4-BE49-F238E27FC236}">
                    <a16:creationId xmlns:a16="http://schemas.microsoft.com/office/drawing/2014/main" id="{EEE81206-CCE8-B6F9-0770-2B985CB43FE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71090" y="5132653"/>
                <a:ext cx="7310113" cy="887487"/>
              </a:xfrm>
              <a:prstGeom prst="rect">
                <a:avLst/>
              </a:prstGeom>
              <a:blipFill>
                <a:blip r:embed="rId6"/>
                <a:stretch>
                  <a:fillRect t="-154930" b="-22957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文本框 17">
                <a:extLst>
                  <a:ext uri="{FF2B5EF4-FFF2-40B4-BE49-F238E27FC236}">
                    <a16:creationId xmlns:a16="http://schemas.microsoft.com/office/drawing/2014/main" id="{C9BA888C-F064-D1A4-FE1F-D24234133C39}"/>
                  </a:ext>
                </a:extLst>
              </p:cNvPr>
              <p:cNvSpPr txBox="1"/>
              <p:nvPr/>
            </p:nvSpPr>
            <p:spPr>
              <a:xfrm>
                <a:off x="895574" y="5970513"/>
                <a:ext cx="6554812" cy="88748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CN" altLang="en-US" sz="2300" i="1" smtClean="0">
                          <a:latin typeface="Cambria Math" panose="02040503050406030204" pitchFamily="18" charset="0"/>
                        </a:rPr>
                        <m:t>𝐸</m:t>
                      </m:r>
                      <m:r>
                        <a:rPr lang="en-US" altLang="zh-CN" sz="2300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zh-CN" altLang="en-US" sz="2300" i="1">
                          <a:latin typeface="Cambria Math" panose="02040503050406030204" pitchFamily="18" charset="0"/>
                        </a:rPr>
                        <m:t>𝑌</m:t>
                      </m:r>
                      <m:r>
                        <a:rPr lang="en-US" altLang="zh-CN" sz="2300" b="0" i="1" smtClean="0">
                          <a:latin typeface="Cambria Math" panose="02040503050406030204" pitchFamily="18" charset="0"/>
                        </a:rPr>
                        <m:t>)</m:t>
                      </m:r>
                      <m:r>
                        <a:rPr lang="zh-CN" altLang="en-US" sz="230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limLoc m:val="subSup"/>
                          <m:grow m:val="on"/>
                          <m:ctrlPr>
                            <a:rPr lang="zh-CN" altLang="en-US" sz="23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zh-CN" altLang="en-US" sz="2300">
                              <a:latin typeface="Cambria Math" panose="02040503050406030204" pitchFamily="18" charset="0"/>
                            </a:rPr>
                            <m:t>−∞</m:t>
                          </m:r>
                        </m:sub>
                        <m:sup>
                          <m:r>
                            <a:rPr lang="zh-CN" altLang="en-US" sz="2300">
                              <a:latin typeface="Cambria Math" panose="02040503050406030204" pitchFamily="18" charset="0"/>
                            </a:rPr>
                            <m:t>+∞</m:t>
                          </m:r>
                        </m:sup>
                        <m:e>
                          <m:r>
                            <a:rPr lang="zh-CN" altLang="en-US" sz="2300" i="1">
                              <a:latin typeface="Cambria Math" panose="02040503050406030204" pitchFamily="18" charset="0"/>
                            </a:rPr>
                            <m:t>𝑦</m:t>
                          </m:r>
                          <m:sSub>
                            <m:sSubPr>
                              <m:ctrlPr>
                                <a:rPr lang="zh-CN" altLang="en-US" sz="2300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sz="2300" i="1">
                                  <a:latin typeface="Cambria Math" panose="02040503050406030204" pitchFamily="18" charset="0"/>
                                </a:rPr>
                                <m:t>𝑔</m:t>
                              </m:r>
                            </m:e>
                            <m:sub>
                              <m:r>
                                <a:rPr lang="zh-CN" altLang="en-US" sz="2300" i="1">
                                  <a:latin typeface="Cambria Math" panose="02040503050406030204" pitchFamily="18" charset="0"/>
                                </a:rPr>
                                <m:t>𝑌</m:t>
                              </m:r>
                            </m:sub>
                          </m:sSub>
                          <m:d>
                            <m:dPr>
                              <m:ctrlPr>
                                <a:rPr lang="zh-CN" altLang="en-US" sz="23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zh-CN" altLang="en-US" sz="2300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</m:d>
                          <m:r>
                            <a:rPr lang="zh-CN" altLang="en-US" sz="2300" i="1">
                              <a:latin typeface="Cambria Math" panose="02040503050406030204" pitchFamily="18" charset="0"/>
                            </a:rPr>
                            <m:t>𝑑𝑦</m:t>
                          </m:r>
                        </m:e>
                      </m:nary>
                      <m:r>
                        <a:rPr lang="zh-CN" altLang="en-US" sz="230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limLoc m:val="subSup"/>
                          <m:grow m:val="on"/>
                          <m:ctrlPr>
                            <a:rPr lang="zh-CN" altLang="en-US" sz="23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zh-CN" altLang="en-US" sz="230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  <m:sup>
                          <m:r>
                            <a:rPr lang="zh-CN" altLang="en-US" sz="2300"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  <m:e>
                          <m:r>
                            <a:rPr lang="zh-CN" altLang="en-US" sz="2300" i="1">
                              <a:latin typeface="Cambria Math" panose="02040503050406030204" pitchFamily="18" charset="0"/>
                            </a:rPr>
                            <m:t>𝑦</m:t>
                          </m:r>
                          <m:r>
                            <a:rPr lang="zh-CN" altLang="en-US" sz="2300">
                              <a:latin typeface="Cambria Math" panose="02040503050406030204" pitchFamily="18" charset="0"/>
                            </a:rPr>
                            <m:t>⋅4</m:t>
                          </m:r>
                          <m:sSup>
                            <m:sSupPr>
                              <m:ctrlPr>
                                <a:rPr lang="zh-CN" altLang="en-US" sz="2300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zh-CN" altLang="en-US" sz="2300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p>
                              <m:r>
                                <a:rPr lang="zh-CN" altLang="en-US" sz="230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p>
                          </m:sSup>
                          <m:r>
                            <a:rPr lang="zh-CN" altLang="en-US" sz="2300" i="1">
                              <a:latin typeface="Cambria Math" panose="02040503050406030204" pitchFamily="18" charset="0"/>
                            </a:rPr>
                            <m:t>𝑑𝑦</m:t>
                          </m:r>
                        </m:e>
                      </m:nary>
                      <m:r>
                        <a:rPr lang="zh-CN" altLang="en-US" sz="230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zh-CN" altLang="en-US" sz="2300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CN" altLang="en-US" sz="2300">
                              <a:latin typeface="Cambria Math" panose="02040503050406030204" pitchFamily="18" charset="0"/>
                            </a:rPr>
                            <m:t>4</m:t>
                          </m:r>
                        </m:num>
                        <m:den>
                          <m:r>
                            <a:rPr lang="zh-CN" altLang="en-US" sz="2300">
                              <a:latin typeface="Cambria Math" panose="02040503050406030204" pitchFamily="18" charset="0"/>
                            </a:rPr>
                            <m:t>5</m:t>
                          </m:r>
                        </m:den>
                      </m:f>
                    </m:oMath>
                  </m:oMathPara>
                </a14:m>
                <a:endParaRPr lang="zh-CN" altLang="en-US" sz="2300" dirty="0"/>
              </a:p>
            </p:txBody>
          </p:sp>
        </mc:Choice>
        <mc:Fallback xmlns="">
          <p:sp>
            <p:nvSpPr>
              <p:cNvPr id="18" name="文本框 17">
                <a:extLst>
                  <a:ext uri="{FF2B5EF4-FFF2-40B4-BE49-F238E27FC236}">
                    <a16:creationId xmlns:a16="http://schemas.microsoft.com/office/drawing/2014/main" id="{C9BA888C-F064-D1A4-FE1F-D24234133C3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5574" y="5970513"/>
                <a:ext cx="6554812" cy="887487"/>
              </a:xfrm>
              <a:prstGeom prst="rect">
                <a:avLst/>
              </a:prstGeom>
              <a:blipFill>
                <a:blip r:embed="rId7"/>
                <a:stretch>
                  <a:fillRect t="-153521" b="-23098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文本框 1">
            <a:extLst>
              <a:ext uri="{FF2B5EF4-FFF2-40B4-BE49-F238E27FC236}">
                <a16:creationId xmlns:a16="http://schemas.microsoft.com/office/drawing/2014/main" id="{C4089BFE-8C22-403B-C691-864C2E3E2B62}"/>
              </a:ext>
            </a:extLst>
          </p:cNvPr>
          <p:cNvSpPr txBox="1"/>
          <p:nvPr/>
        </p:nvSpPr>
        <p:spPr>
          <a:xfrm>
            <a:off x="2186940" y="313460"/>
            <a:ext cx="457200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1" lang="en-US" altLang="zh-CN" sz="4000" b="0" i="0" dirty="0">
                <a:solidFill>
                  <a:srgbClr val="FF0000"/>
                </a:solidFill>
                <a:latin typeface="Arial" panose="020B0604020202020204" pitchFamily="34" charset="0"/>
                <a:ea typeface="STXinwei" panose="02010800040101010101" pitchFamily="2" charset="-122"/>
                <a:cs typeface="Arial" panose="020B0604020202020204" pitchFamily="34" charset="0"/>
              </a:rPr>
              <a:t>Practice </a:t>
            </a:r>
            <a:r>
              <a:rPr lang="en-US" altLang="zh-CN" sz="4000" dirty="0">
                <a:solidFill>
                  <a:srgbClr val="FF0000"/>
                </a:solidFill>
                <a:latin typeface="Arial" panose="020B0604020202020204" pitchFamily="34" charset="0"/>
                <a:ea typeface="STXinwei" panose="02010800040101010101" pitchFamily="2" charset="-122"/>
                <a:cs typeface="Arial" panose="020B0604020202020204" pitchFamily="34" charset="0"/>
              </a:rPr>
              <a:t>#2</a:t>
            </a:r>
            <a:endParaRPr lang="zh-CN" altLang="en-US" sz="4000" dirty="0">
              <a:solidFill>
                <a:srgbClr val="FF0000"/>
              </a:solidFill>
              <a:latin typeface="Arial" panose="020B0604020202020204" pitchFamily="34" charset="0"/>
              <a:ea typeface="STXinwei" panose="02010800040101010101" pitchFamily="2" charset="-122"/>
              <a:cs typeface="Arial" panose="020B0604020202020204" pitchFamily="34" charset="0"/>
            </a:endParaRPr>
          </a:p>
        </p:txBody>
      </p:sp>
      <p:cxnSp>
        <p:nvCxnSpPr>
          <p:cNvPr id="3" name="直线连接符 2">
            <a:extLst>
              <a:ext uri="{FF2B5EF4-FFF2-40B4-BE49-F238E27FC236}">
                <a16:creationId xmlns:a16="http://schemas.microsoft.com/office/drawing/2014/main" id="{A03EC7E1-46E1-EEDC-8155-EFBC49828559}"/>
              </a:ext>
            </a:extLst>
          </p:cNvPr>
          <p:cNvCxnSpPr/>
          <p:nvPr/>
        </p:nvCxnSpPr>
        <p:spPr>
          <a:xfrm>
            <a:off x="0" y="1082842"/>
            <a:ext cx="9144000" cy="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矩形 4">
            <a:extLst>
              <a:ext uri="{FF2B5EF4-FFF2-40B4-BE49-F238E27FC236}">
                <a16:creationId xmlns:a16="http://schemas.microsoft.com/office/drawing/2014/main" id="{4404F3E8-C640-858A-CF46-603CA791116C}"/>
              </a:ext>
            </a:extLst>
          </p:cNvPr>
          <p:cNvSpPr/>
          <p:nvPr/>
        </p:nvSpPr>
        <p:spPr bwMode="auto">
          <a:xfrm>
            <a:off x="0" y="0"/>
            <a:ext cx="260169" cy="6858000"/>
          </a:xfrm>
          <a:prstGeom prst="rect">
            <a:avLst/>
          </a:prstGeom>
          <a:solidFill>
            <a:srgbClr val="00B050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28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文本框 5">
                <a:extLst>
                  <a:ext uri="{FF2B5EF4-FFF2-40B4-BE49-F238E27FC236}">
                    <a16:creationId xmlns:a16="http://schemas.microsoft.com/office/drawing/2014/main" id="{1EC2298A-E3D8-6D6E-2156-117CC4A78A6F}"/>
                  </a:ext>
                </a:extLst>
              </p:cNvPr>
              <p:cNvSpPr txBox="1"/>
              <p:nvPr/>
            </p:nvSpPr>
            <p:spPr>
              <a:xfrm>
                <a:off x="4816728" y="2765855"/>
                <a:ext cx="4572000" cy="75597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CN" altLang="en-US" sz="230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𝐸</m:t>
                      </m:r>
                      <m:d>
                        <m:dPr>
                          <m:ctrlPr>
                            <a:rPr lang="zh-CN" altLang="en-US" sz="23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zh-CN" altLang="en-US" sz="23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𝑋𝑌</m:t>
                          </m:r>
                        </m:e>
                      </m:d>
                      <m:r>
                        <a:rPr lang="zh-CN" altLang="en-US" sz="230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zh-CN" altLang="en-US" sz="23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CN" altLang="en-US" sz="230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4</m:t>
                          </m:r>
                        </m:num>
                        <m:den>
                          <m:r>
                            <a:rPr lang="zh-CN" altLang="en-US" sz="230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9</m:t>
                          </m:r>
                        </m:den>
                      </m:f>
                    </m:oMath>
                  </m:oMathPara>
                </a14:m>
                <a:endParaRPr lang="zh-CN" altLang="en-US" sz="23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6" name="文本框 5">
                <a:extLst>
                  <a:ext uri="{FF2B5EF4-FFF2-40B4-BE49-F238E27FC236}">
                    <a16:creationId xmlns:a16="http://schemas.microsoft.com/office/drawing/2014/main" id="{1EC2298A-E3D8-6D6E-2156-117CC4A78A6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16728" y="2765855"/>
                <a:ext cx="4572000" cy="755976"/>
              </a:xfrm>
              <a:prstGeom prst="rect">
                <a:avLst/>
              </a:prstGeom>
              <a:blipFill>
                <a:blip r:embed="rId8"/>
                <a:stretch>
                  <a:fillRect b="-491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128679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副标题 2">
            <a:extLst>
              <a:ext uri="{FF2B5EF4-FFF2-40B4-BE49-F238E27FC236}">
                <a16:creationId xmlns:a16="http://schemas.microsoft.com/office/drawing/2014/main" id="{BE32C3E2-7D47-7C6E-0C45-CCBF75585028}"/>
              </a:ext>
            </a:extLst>
          </p:cNvPr>
          <p:cNvSpPr txBox="1">
            <a:spLocks/>
          </p:cNvSpPr>
          <p:nvPr/>
        </p:nvSpPr>
        <p:spPr>
          <a:xfrm>
            <a:off x="243031" y="2756461"/>
            <a:ext cx="3140242" cy="559709"/>
          </a:xfrm>
          <a:prstGeom prst="rect">
            <a:avLst/>
          </a:prstGeom>
        </p:spPr>
        <p:txBody>
          <a:bodyPr vert="horz" lIns="68580" tIns="34290" rIns="68580" bIns="3429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l">
              <a:lnSpc>
                <a:spcPct val="150000"/>
              </a:lnSpc>
            </a:pPr>
            <a:r>
              <a:rPr lang="zh-CN" altLang="en-US" sz="2300" dirty="0">
                <a:solidFill>
                  <a:prstClr val="black"/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又</a:t>
            </a:r>
          </a:p>
        </p:txBody>
      </p:sp>
      <p:sp>
        <p:nvSpPr>
          <p:cNvPr id="17" name="副标题 2">
            <a:extLst>
              <a:ext uri="{FF2B5EF4-FFF2-40B4-BE49-F238E27FC236}">
                <a16:creationId xmlns:a16="http://schemas.microsoft.com/office/drawing/2014/main" id="{D3707F35-38D4-0E70-9ADA-6A6797BDBCD8}"/>
              </a:ext>
            </a:extLst>
          </p:cNvPr>
          <p:cNvSpPr txBox="1">
            <a:spLocks/>
          </p:cNvSpPr>
          <p:nvPr/>
        </p:nvSpPr>
        <p:spPr>
          <a:xfrm>
            <a:off x="243031" y="2062370"/>
            <a:ext cx="3140242" cy="559709"/>
          </a:xfrm>
          <a:prstGeom prst="rect">
            <a:avLst/>
          </a:prstGeom>
        </p:spPr>
        <p:txBody>
          <a:bodyPr vert="horz" lIns="68580" tIns="34290" rIns="68580" bIns="3429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l">
              <a:lnSpc>
                <a:spcPct val="150000"/>
              </a:lnSpc>
            </a:pPr>
            <a:r>
              <a:rPr lang="zh-CN" altLang="en-US" sz="2300" dirty="0">
                <a:solidFill>
                  <a:prstClr val="black"/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从而得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5" name="文本框 24">
                <a:extLst>
                  <a:ext uri="{FF2B5EF4-FFF2-40B4-BE49-F238E27FC236}">
                    <a16:creationId xmlns:a16="http://schemas.microsoft.com/office/drawing/2014/main" id="{689042D9-F0CA-B0D4-FC3E-4ABBE4602CEE}"/>
                  </a:ext>
                </a:extLst>
              </p:cNvPr>
              <p:cNvSpPr txBox="1"/>
              <p:nvPr/>
            </p:nvSpPr>
            <p:spPr>
              <a:xfrm>
                <a:off x="1894974" y="1103607"/>
                <a:ext cx="4572000" cy="75597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CN" altLang="en-US" sz="2300" i="1">
                          <a:latin typeface="Cambria Math" panose="02040503050406030204" pitchFamily="18" charset="0"/>
                        </a:rPr>
                        <m:t>𝐸</m:t>
                      </m:r>
                      <m:d>
                        <m:dPr>
                          <m:ctrlPr>
                            <a:rPr lang="zh-CN" altLang="en-US" sz="23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zh-CN" altLang="en-US" sz="2300" i="1">
                              <a:latin typeface="Cambria Math" panose="02040503050406030204" pitchFamily="18" charset="0"/>
                            </a:rPr>
                            <m:t>𝑋𝑌</m:t>
                          </m:r>
                        </m:e>
                      </m:d>
                      <m:r>
                        <a:rPr lang="zh-CN" altLang="en-US" sz="230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zh-CN" altLang="en-US" sz="2300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CN" altLang="en-US" sz="2300">
                              <a:latin typeface="Cambria Math" panose="02040503050406030204" pitchFamily="18" charset="0"/>
                            </a:rPr>
                            <m:t>4</m:t>
                          </m:r>
                        </m:num>
                        <m:den>
                          <m:r>
                            <a:rPr lang="zh-CN" altLang="en-US" sz="2300">
                              <a:latin typeface="Cambria Math" panose="02040503050406030204" pitchFamily="18" charset="0"/>
                            </a:rPr>
                            <m:t>9</m:t>
                          </m:r>
                        </m:den>
                      </m:f>
                    </m:oMath>
                  </m:oMathPara>
                </a14:m>
                <a:endParaRPr lang="zh-CN" altLang="en-US" sz="2300" dirty="0"/>
              </a:p>
            </p:txBody>
          </p:sp>
        </mc:Choice>
        <mc:Fallback xmlns="">
          <p:sp>
            <p:nvSpPr>
              <p:cNvPr id="25" name="文本框 24">
                <a:extLst>
                  <a:ext uri="{FF2B5EF4-FFF2-40B4-BE49-F238E27FC236}">
                    <a16:creationId xmlns:a16="http://schemas.microsoft.com/office/drawing/2014/main" id="{689042D9-F0CA-B0D4-FC3E-4ABBE4602CE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94974" y="1103607"/>
                <a:ext cx="4572000" cy="755976"/>
              </a:xfrm>
              <a:prstGeom prst="rect">
                <a:avLst/>
              </a:prstGeom>
              <a:blipFill>
                <a:blip r:embed="rId2"/>
                <a:stretch>
                  <a:fillRect b="-655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9" name="文本框 28">
                <a:extLst>
                  <a:ext uri="{FF2B5EF4-FFF2-40B4-BE49-F238E27FC236}">
                    <a16:creationId xmlns:a16="http://schemas.microsoft.com/office/drawing/2014/main" id="{EB282838-62DF-9770-6A40-E825461A4F34}"/>
                  </a:ext>
                </a:extLst>
              </p:cNvPr>
              <p:cNvSpPr txBox="1"/>
              <p:nvPr/>
            </p:nvSpPr>
            <p:spPr>
              <a:xfrm>
                <a:off x="1184503" y="1964163"/>
                <a:ext cx="7195568" cy="75725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zh-CN" altLang="en-US" sz="230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a:rPr lang="zh-CN" altLang="en-US" sz="2300" i="1">
                              <a:latin typeface="Cambria Math" panose="02040503050406030204" pitchFamily="18" charset="0"/>
                            </a:rPr>
                            <m:t>𝑐𝑜𝑣</m:t>
                          </m:r>
                        </m:fName>
                        <m:e>
                          <m:d>
                            <m:dPr>
                              <m:ctrlPr>
                                <a:rPr lang="zh-CN" altLang="en-US" sz="2300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zh-CN" altLang="en-US" sz="2300" i="1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  <m:r>
                                <a:rPr lang="zh-CN" altLang="en-US" sz="230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zh-CN" altLang="en-US" sz="2300" i="1">
                                  <a:latin typeface="Cambria Math" panose="02040503050406030204" pitchFamily="18" charset="0"/>
                                </a:rPr>
                                <m:t>𝑌</m:t>
                              </m:r>
                            </m:e>
                          </m:d>
                        </m:e>
                      </m:func>
                      <m:r>
                        <a:rPr lang="zh-CN" altLang="en-US" sz="230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zh-CN" altLang="en-US" sz="2300" i="1">
                          <a:latin typeface="Cambria Math" panose="02040503050406030204" pitchFamily="18" charset="0"/>
                        </a:rPr>
                        <m:t>𝐸</m:t>
                      </m:r>
                      <m:d>
                        <m:dPr>
                          <m:ctrlPr>
                            <a:rPr lang="zh-CN" altLang="en-US" sz="2300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zh-CN" altLang="en-US" sz="2300" i="1">
                              <a:latin typeface="Cambria Math" panose="02040503050406030204" pitchFamily="18" charset="0"/>
                            </a:rPr>
                            <m:t>𝑋𝑌</m:t>
                          </m:r>
                        </m:e>
                      </m:d>
                      <m:r>
                        <a:rPr lang="zh-CN" altLang="en-US" sz="230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zh-CN" altLang="en-US" sz="2300" i="1">
                          <a:latin typeface="Cambria Math" panose="02040503050406030204" pitchFamily="18" charset="0"/>
                        </a:rPr>
                        <m:t>𝐸</m:t>
                      </m:r>
                      <m:r>
                        <a:rPr lang="en-US" altLang="zh-CN" sz="2300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zh-CN" altLang="en-US" sz="2300" i="1">
                          <a:latin typeface="Cambria Math" panose="02040503050406030204" pitchFamily="18" charset="0"/>
                        </a:rPr>
                        <m:t>𝑋</m:t>
                      </m:r>
                      <m:r>
                        <a:rPr lang="en-US" altLang="zh-CN" sz="2300" b="0" i="1" smtClean="0">
                          <a:latin typeface="Cambria Math" panose="02040503050406030204" pitchFamily="18" charset="0"/>
                        </a:rPr>
                        <m:t>)</m:t>
                      </m:r>
                      <m:r>
                        <a:rPr lang="zh-CN" altLang="en-US" sz="2300" i="1">
                          <a:latin typeface="Cambria Math" panose="02040503050406030204" pitchFamily="18" charset="0"/>
                        </a:rPr>
                        <m:t>𝐸</m:t>
                      </m:r>
                      <m:r>
                        <a:rPr lang="en-US" altLang="zh-CN" sz="2300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zh-CN" altLang="en-US" sz="2300" i="1">
                          <a:latin typeface="Cambria Math" panose="02040503050406030204" pitchFamily="18" charset="0"/>
                        </a:rPr>
                        <m:t>𝑌</m:t>
                      </m:r>
                      <m:r>
                        <a:rPr lang="en-US" altLang="zh-CN" sz="2300" b="0" i="1" smtClean="0">
                          <a:latin typeface="Cambria Math" panose="02040503050406030204" pitchFamily="18" charset="0"/>
                        </a:rPr>
                        <m:t>)</m:t>
                      </m:r>
                      <m:r>
                        <a:rPr lang="zh-CN" altLang="en-US" sz="230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zh-CN" altLang="en-US" sz="2300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CN" altLang="en-US" sz="2300">
                              <a:latin typeface="Cambria Math" panose="02040503050406030204" pitchFamily="18" charset="0"/>
                            </a:rPr>
                            <m:t>4</m:t>
                          </m:r>
                        </m:num>
                        <m:den>
                          <m:r>
                            <a:rPr lang="zh-CN" altLang="en-US" sz="2300">
                              <a:latin typeface="Cambria Math" panose="02040503050406030204" pitchFamily="18" charset="0"/>
                            </a:rPr>
                            <m:t>9</m:t>
                          </m:r>
                        </m:den>
                      </m:f>
                      <m:r>
                        <a:rPr lang="zh-CN" altLang="en-US" sz="2300">
                          <a:latin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zh-CN" altLang="en-US" sz="2300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CN" altLang="en-US" sz="2300">
                              <a:latin typeface="Cambria Math" panose="02040503050406030204" pitchFamily="18" charset="0"/>
                            </a:rPr>
                            <m:t>4</m:t>
                          </m:r>
                        </m:num>
                        <m:den>
                          <m:r>
                            <a:rPr lang="zh-CN" altLang="en-US" sz="2300">
                              <a:latin typeface="Cambria Math" panose="02040503050406030204" pitchFamily="18" charset="0"/>
                            </a:rPr>
                            <m:t>5</m:t>
                          </m:r>
                        </m:den>
                      </m:f>
                      <m:r>
                        <a:rPr lang="zh-CN" altLang="en-US" sz="2300">
                          <a:latin typeface="Cambria Math" panose="02040503050406030204" pitchFamily="18" charset="0"/>
                        </a:rPr>
                        <m:t>×</m:t>
                      </m:r>
                      <m:f>
                        <m:fPr>
                          <m:ctrlPr>
                            <a:rPr lang="zh-CN" altLang="en-US" sz="2300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CN" altLang="en-US" sz="2300">
                              <a:latin typeface="Cambria Math" panose="02040503050406030204" pitchFamily="18" charset="0"/>
                            </a:rPr>
                            <m:t>8</m:t>
                          </m:r>
                        </m:num>
                        <m:den>
                          <m:r>
                            <a:rPr lang="zh-CN" altLang="en-US" sz="2300">
                              <a:latin typeface="Cambria Math" panose="02040503050406030204" pitchFamily="18" charset="0"/>
                            </a:rPr>
                            <m:t>15</m:t>
                          </m:r>
                        </m:den>
                      </m:f>
                      <m:r>
                        <a:rPr lang="zh-CN" altLang="en-US" sz="230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zh-CN" altLang="en-US" sz="2300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CN" altLang="en-US" sz="2300">
                              <a:latin typeface="Cambria Math" panose="02040503050406030204" pitchFamily="18" charset="0"/>
                            </a:rPr>
                            <m:t>4</m:t>
                          </m:r>
                        </m:num>
                        <m:den>
                          <m:r>
                            <a:rPr lang="zh-CN" altLang="en-US" sz="2300">
                              <a:latin typeface="Cambria Math" panose="02040503050406030204" pitchFamily="18" charset="0"/>
                            </a:rPr>
                            <m:t>225</m:t>
                          </m:r>
                        </m:den>
                      </m:f>
                    </m:oMath>
                  </m:oMathPara>
                </a14:m>
                <a:endParaRPr lang="zh-CN" altLang="en-US" sz="2300" dirty="0"/>
              </a:p>
            </p:txBody>
          </p:sp>
        </mc:Choice>
        <mc:Fallback xmlns="">
          <p:sp>
            <p:nvSpPr>
              <p:cNvPr id="29" name="文本框 28">
                <a:extLst>
                  <a:ext uri="{FF2B5EF4-FFF2-40B4-BE49-F238E27FC236}">
                    <a16:creationId xmlns:a16="http://schemas.microsoft.com/office/drawing/2014/main" id="{EB282838-62DF-9770-6A40-E825461A4F3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84503" y="1964163"/>
                <a:ext cx="7195568" cy="757259"/>
              </a:xfrm>
              <a:prstGeom prst="rect">
                <a:avLst/>
              </a:prstGeom>
              <a:blipFill>
                <a:blip r:embed="rId3"/>
                <a:stretch>
                  <a:fillRect b="-491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0" name="文本框 29">
                <a:extLst>
                  <a:ext uri="{FF2B5EF4-FFF2-40B4-BE49-F238E27FC236}">
                    <a16:creationId xmlns:a16="http://schemas.microsoft.com/office/drawing/2014/main" id="{F879B21D-E2BB-6FDF-5926-7876712724AE}"/>
                  </a:ext>
                </a:extLst>
              </p:cNvPr>
              <p:cNvSpPr txBox="1"/>
              <p:nvPr/>
            </p:nvSpPr>
            <p:spPr>
              <a:xfrm>
                <a:off x="1335506" y="2583721"/>
                <a:ext cx="7438104" cy="88748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CN" altLang="en-US" sz="2300" i="1" smtClean="0">
                          <a:latin typeface="Cambria Math" panose="02040503050406030204" pitchFamily="18" charset="0"/>
                        </a:rPr>
                        <m:t>𝐸</m:t>
                      </m:r>
                      <m:sSup>
                        <m:sSupPr>
                          <m:ctrlPr>
                            <a:rPr lang="zh-CN" altLang="en-US" sz="2300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sz="2300" b="0" i="1" smtClean="0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zh-CN" altLang="en-US" sz="2300" i="1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p>
                          <m:r>
                            <a:rPr lang="zh-CN" altLang="en-US" sz="230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altLang="zh-CN" sz="2300" b="0" i="1" smtClean="0">
                          <a:latin typeface="Cambria Math" panose="02040503050406030204" pitchFamily="18" charset="0"/>
                        </a:rPr>
                        <m:t>)</m:t>
                      </m:r>
                      <m:r>
                        <a:rPr lang="zh-CN" altLang="en-US" sz="230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limLoc m:val="subSup"/>
                          <m:grow m:val="on"/>
                          <m:ctrlPr>
                            <a:rPr lang="zh-CN" altLang="en-US" sz="23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zh-CN" altLang="en-US" sz="2300">
                              <a:latin typeface="Cambria Math" panose="02040503050406030204" pitchFamily="18" charset="0"/>
                            </a:rPr>
                            <m:t>−∞</m:t>
                          </m:r>
                        </m:sub>
                        <m:sup>
                          <m:r>
                            <a:rPr lang="zh-CN" altLang="en-US" sz="2300">
                              <a:latin typeface="Cambria Math" panose="02040503050406030204" pitchFamily="18" charset="0"/>
                            </a:rPr>
                            <m:t>+∞</m:t>
                          </m:r>
                        </m:sup>
                        <m:e>
                          <m:sSup>
                            <m:sSupPr>
                              <m:ctrlPr>
                                <a:rPr lang="zh-CN" altLang="en-US" sz="2300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zh-CN" altLang="en-US" sz="23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zh-CN" altLang="en-US" sz="230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sSub>
                            <m:sSubPr>
                              <m:ctrlPr>
                                <a:rPr lang="zh-CN" altLang="en-US" sz="2300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sz="2300" i="1">
                                  <a:latin typeface="Cambria Math" panose="02040503050406030204" pitchFamily="18" charset="0"/>
                                </a:rPr>
                                <m:t>𝑔</m:t>
                              </m:r>
                            </m:e>
                            <m:sub>
                              <m:r>
                                <a:rPr lang="zh-CN" altLang="en-US" sz="2300" i="1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sub>
                          </m:sSub>
                          <m:d>
                            <m:dPr>
                              <m:ctrlPr>
                                <a:rPr lang="zh-CN" altLang="en-US" sz="2300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zh-CN" altLang="en-US" sz="23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  <m:r>
                            <a:rPr lang="zh-CN" altLang="en-US" sz="2300" i="1">
                              <a:latin typeface="Cambria Math" panose="02040503050406030204" pitchFamily="18" charset="0"/>
                            </a:rPr>
                            <m:t>𝑑𝑥</m:t>
                          </m:r>
                        </m:e>
                      </m:nary>
                      <m:r>
                        <a:rPr lang="zh-CN" altLang="en-US" sz="230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limLoc m:val="subSup"/>
                          <m:grow m:val="on"/>
                          <m:ctrlPr>
                            <a:rPr lang="zh-CN" altLang="en-US" sz="23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zh-CN" altLang="en-US" sz="230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  <m:sup>
                          <m:r>
                            <a:rPr lang="zh-CN" altLang="en-US" sz="2300"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  <m:e>
                          <m:sSup>
                            <m:sSupPr>
                              <m:ctrlPr>
                                <a:rPr lang="zh-CN" altLang="en-US" sz="2300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zh-CN" altLang="en-US" sz="23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zh-CN" altLang="en-US" sz="230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zh-CN" altLang="en-US" sz="2300">
                              <a:latin typeface="Cambria Math" panose="02040503050406030204" pitchFamily="18" charset="0"/>
                            </a:rPr>
                            <m:t>⋅4</m:t>
                          </m:r>
                          <m:r>
                            <a:rPr lang="zh-CN" altLang="en-US" sz="2300" i="1">
                              <a:latin typeface="Cambria Math" panose="02040503050406030204" pitchFamily="18" charset="0"/>
                            </a:rPr>
                            <m:t>𝑥</m:t>
                          </m:r>
                          <m:d>
                            <m:dPr>
                              <m:ctrlPr>
                                <a:rPr lang="zh-CN" altLang="en-US" sz="2300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zh-CN" altLang="en-US" sz="2300">
                                  <a:latin typeface="Cambria Math" panose="02040503050406030204" pitchFamily="18" charset="0"/>
                                </a:rPr>
                                <m:t>1−</m:t>
                              </m:r>
                              <m:sSup>
                                <m:sSupPr>
                                  <m:ctrlPr>
                                    <a:rPr lang="zh-CN" altLang="en-US" sz="2300" i="1">
                                      <a:solidFill>
                                        <a:srgbClr val="83696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zh-CN" altLang="en-US" sz="2300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p>
                                  <m:r>
                                    <a:rPr lang="zh-CN" altLang="en-US" sz="230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</m:d>
                          <m:r>
                            <a:rPr lang="zh-CN" altLang="en-US" sz="2300" i="1">
                              <a:latin typeface="Cambria Math" panose="02040503050406030204" pitchFamily="18" charset="0"/>
                            </a:rPr>
                            <m:t>𝑑𝑥</m:t>
                          </m:r>
                        </m:e>
                      </m:nary>
                      <m:r>
                        <a:rPr lang="zh-CN" altLang="en-US" sz="230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zh-CN" altLang="en-US" sz="2300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CN" altLang="en-US" sz="230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zh-CN" altLang="en-US" sz="2300">
                              <a:latin typeface="Cambria Math" panose="02040503050406030204" pitchFamily="18" charset="0"/>
                            </a:rPr>
                            <m:t>3</m:t>
                          </m:r>
                        </m:den>
                      </m:f>
                    </m:oMath>
                  </m:oMathPara>
                </a14:m>
                <a:endParaRPr lang="zh-CN" altLang="en-US" sz="2300" dirty="0"/>
              </a:p>
            </p:txBody>
          </p:sp>
        </mc:Choice>
        <mc:Fallback xmlns="">
          <p:sp>
            <p:nvSpPr>
              <p:cNvPr id="30" name="文本框 29">
                <a:extLst>
                  <a:ext uri="{FF2B5EF4-FFF2-40B4-BE49-F238E27FC236}">
                    <a16:creationId xmlns:a16="http://schemas.microsoft.com/office/drawing/2014/main" id="{F879B21D-E2BB-6FDF-5926-7876712724A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35506" y="2583721"/>
                <a:ext cx="7438104" cy="887487"/>
              </a:xfrm>
              <a:prstGeom prst="rect">
                <a:avLst/>
              </a:prstGeom>
              <a:blipFill>
                <a:blip r:embed="rId4"/>
                <a:stretch>
                  <a:fillRect t="-154930" b="-23098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3" name="文本框 32">
                <a:extLst>
                  <a:ext uri="{FF2B5EF4-FFF2-40B4-BE49-F238E27FC236}">
                    <a16:creationId xmlns:a16="http://schemas.microsoft.com/office/drawing/2014/main" id="{05C23E85-1EDF-4887-BF8C-0EF1F8D17BF9}"/>
                  </a:ext>
                </a:extLst>
              </p:cNvPr>
              <p:cNvSpPr txBox="1"/>
              <p:nvPr/>
            </p:nvSpPr>
            <p:spPr>
              <a:xfrm>
                <a:off x="457504" y="3424187"/>
                <a:ext cx="8228991" cy="88748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CN" altLang="en-US" sz="2300" i="1" smtClean="0">
                          <a:latin typeface="Cambria Math" panose="02040503050406030204" pitchFamily="18" charset="0"/>
                        </a:rPr>
                        <m:t>𝐸</m:t>
                      </m:r>
                      <m:sSup>
                        <m:sSupPr>
                          <m:ctrlPr>
                            <a:rPr lang="zh-CN" altLang="en-US" sz="2300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sz="2300" b="0" i="1" smtClean="0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zh-CN" altLang="en-US" sz="2300" i="1">
                              <a:latin typeface="Cambria Math" panose="02040503050406030204" pitchFamily="18" charset="0"/>
                            </a:rPr>
                            <m:t>𝑌</m:t>
                          </m:r>
                        </m:e>
                        <m:sup>
                          <m:r>
                            <a:rPr lang="zh-CN" altLang="en-US" sz="230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altLang="zh-CN" sz="2300" b="0" i="1" smtClean="0">
                          <a:latin typeface="Cambria Math" panose="02040503050406030204" pitchFamily="18" charset="0"/>
                        </a:rPr>
                        <m:t>)</m:t>
                      </m:r>
                      <m:r>
                        <a:rPr lang="zh-CN" altLang="en-US" sz="230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limLoc m:val="subSup"/>
                          <m:grow m:val="on"/>
                          <m:ctrlPr>
                            <a:rPr lang="zh-CN" altLang="en-US" sz="23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zh-CN" altLang="en-US" sz="2300">
                              <a:latin typeface="Cambria Math" panose="02040503050406030204" pitchFamily="18" charset="0"/>
                            </a:rPr>
                            <m:t>−∞</m:t>
                          </m:r>
                        </m:sub>
                        <m:sup>
                          <m:r>
                            <a:rPr lang="zh-CN" altLang="en-US" sz="2300">
                              <a:latin typeface="Cambria Math" panose="02040503050406030204" pitchFamily="18" charset="0"/>
                            </a:rPr>
                            <m:t>+∞</m:t>
                          </m:r>
                        </m:sup>
                        <m:e>
                          <m:sSup>
                            <m:sSupPr>
                              <m:ctrlPr>
                                <a:rPr lang="zh-CN" altLang="en-US" sz="2300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zh-CN" altLang="en-US" sz="2300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p>
                              <m:r>
                                <a:rPr lang="zh-CN" altLang="en-US" sz="230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sSub>
                            <m:sSubPr>
                              <m:ctrlPr>
                                <a:rPr lang="zh-CN" altLang="en-US" sz="2300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sz="2300" i="1">
                                  <a:latin typeface="Cambria Math" panose="02040503050406030204" pitchFamily="18" charset="0"/>
                                </a:rPr>
                                <m:t>𝑔</m:t>
                              </m:r>
                            </m:e>
                            <m:sub>
                              <m:r>
                                <a:rPr lang="zh-CN" altLang="en-US" sz="2300" i="1">
                                  <a:latin typeface="Cambria Math" panose="02040503050406030204" pitchFamily="18" charset="0"/>
                                </a:rPr>
                                <m:t>𝑌</m:t>
                              </m:r>
                            </m:sub>
                          </m:sSub>
                          <m:d>
                            <m:dPr>
                              <m:ctrlPr>
                                <a:rPr lang="zh-CN" altLang="en-US" sz="2300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zh-CN" altLang="en-US" sz="2300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</m:d>
                          <m:r>
                            <a:rPr lang="zh-CN" altLang="en-US" sz="2300" i="1">
                              <a:latin typeface="Cambria Math" panose="02040503050406030204" pitchFamily="18" charset="0"/>
                            </a:rPr>
                            <m:t>𝑑𝑦</m:t>
                          </m:r>
                        </m:e>
                      </m:nary>
                      <m:r>
                        <a:rPr lang="zh-CN" altLang="en-US" sz="230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limLoc m:val="subSup"/>
                          <m:grow m:val="on"/>
                          <m:ctrlPr>
                            <a:rPr lang="zh-CN" altLang="en-US" sz="23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zh-CN" altLang="en-US" sz="230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  <m:sup>
                          <m:r>
                            <a:rPr lang="zh-CN" altLang="en-US" sz="2300"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  <m:e>
                          <m:sSup>
                            <m:sSupPr>
                              <m:ctrlPr>
                                <a:rPr lang="zh-CN" altLang="en-US" sz="2300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zh-CN" altLang="en-US" sz="2300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p>
                              <m:r>
                                <a:rPr lang="zh-CN" altLang="en-US" sz="230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zh-CN" altLang="en-US" sz="2300">
                              <a:latin typeface="Cambria Math" panose="02040503050406030204" pitchFamily="18" charset="0"/>
                            </a:rPr>
                            <m:t>⋅4</m:t>
                          </m:r>
                          <m:sSup>
                            <m:sSupPr>
                              <m:ctrlPr>
                                <a:rPr lang="zh-CN" altLang="en-US" sz="2300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zh-CN" altLang="en-US" sz="2300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p>
                              <m:r>
                                <a:rPr lang="zh-CN" altLang="en-US" sz="230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p>
                          </m:sSup>
                          <m:r>
                            <a:rPr lang="zh-CN" altLang="en-US" sz="2300" i="1">
                              <a:latin typeface="Cambria Math" panose="02040503050406030204" pitchFamily="18" charset="0"/>
                            </a:rPr>
                            <m:t>𝑑𝑦</m:t>
                          </m:r>
                        </m:e>
                      </m:nary>
                      <m:r>
                        <a:rPr lang="zh-CN" altLang="en-US" sz="230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zh-CN" altLang="en-US" sz="2300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CN" altLang="en-US" sz="2300">
                              <a:latin typeface="Cambria Math" panose="02040503050406030204" pitchFamily="18" charset="0"/>
                            </a:rPr>
                            <m:t>2</m:t>
                          </m:r>
                        </m:num>
                        <m:den>
                          <m:r>
                            <a:rPr lang="zh-CN" altLang="en-US" sz="2300">
                              <a:latin typeface="Cambria Math" panose="02040503050406030204" pitchFamily="18" charset="0"/>
                            </a:rPr>
                            <m:t>3</m:t>
                          </m:r>
                        </m:den>
                      </m:f>
                    </m:oMath>
                  </m:oMathPara>
                </a14:m>
                <a:endParaRPr lang="zh-CN" altLang="en-US" sz="2300" dirty="0"/>
              </a:p>
            </p:txBody>
          </p:sp>
        </mc:Choice>
        <mc:Fallback xmlns="">
          <p:sp>
            <p:nvSpPr>
              <p:cNvPr id="33" name="文本框 32">
                <a:extLst>
                  <a:ext uri="{FF2B5EF4-FFF2-40B4-BE49-F238E27FC236}">
                    <a16:creationId xmlns:a16="http://schemas.microsoft.com/office/drawing/2014/main" id="{05C23E85-1EDF-4887-BF8C-0EF1F8D17BF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7504" y="3424187"/>
                <a:ext cx="8228991" cy="887487"/>
              </a:xfrm>
              <a:prstGeom prst="rect">
                <a:avLst/>
              </a:prstGeom>
              <a:blipFill>
                <a:blip r:embed="rId5"/>
                <a:stretch>
                  <a:fillRect t="-154930" b="-23098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5" name="副标题 2">
            <a:extLst>
              <a:ext uri="{FF2B5EF4-FFF2-40B4-BE49-F238E27FC236}">
                <a16:creationId xmlns:a16="http://schemas.microsoft.com/office/drawing/2014/main" id="{487638DB-8C9A-DFAF-B7C3-960E7C89A9FF}"/>
              </a:ext>
            </a:extLst>
          </p:cNvPr>
          <p:cNvSpPr txBox="1">
            <a:spLocks/>
          </p:cNvSpPr>
          <p:nvPr/>
        </p:nvSpPr>
        <p:spPr>
          <a:xfrm>
            <a:off x="225972" y="4521368"/>
            <a:ext cx="3140242" cy="559709"/>
          </a:xfrm>
          <a:prstGeom prst="rect">
            <a:avLst/>
          </a:prstGeom>
        </p:spPr>
        <p:txBody>
          <a:bodyPr vert="horz" lIns="68580" tIns="34290" rIns="68580" bIns="3429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l">
              <a:lnSpc>
                <a:spcPct val="150000"/>
              </a:lnSpc>
            </a:pPr>
            <a:r>
              <a:rPr lang="zh-CN" altLang="en-US" sz="2300" dirty="0">
                <a:solidFill>
                  <a:prstClr val="black"/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从而得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9" name="文本框 38">
                <a:extLst>
                  <a:ext uri="{FF2B5EF4-FFF2-40B4-BE49-F238E27FC236}">
                    <a16:creationId xmlns:a16="http://schemas.microsoft.com/office/drawing/2014/main" id="{058BF265-4706-04C3-004E-0B6AC575ACB8}"/>
                  </a:ext>
                </a:extLst>
              </p:cNvPr>
              <p:cNvSpPr txBox="1"/>
              <p:nvPr/>
            </p:nvSpPr>
            <p:spPr>
              <a:xfrm>
                <a:off x="1184503" y="4399246"/>
                <a:ext cx="6130165" cy="75725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CN" altLang="en-US" sz="2300" i="1" smtClean="0">
                          <a:latin typeface="Cambria Math" panose="02040503050406030204" pitchFamily="18" charset="0"/>
                        </a:rPr>
                        <m:t>𝐷</m:t>
                      </m:r>
                      <m:r>
                        <a:rPr lang="en-US" altLang="zh-CN" sz="2300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zh-CN" altLang="en-US" sz="2300" i="1">
                          <a:latin typeface="Cambria Math" panose="02040503050406030204" pitchFamily="18" charset="0"/>
                        </a:rPr>
                        <m:t>𝑋</m:t>
                      </m:r>
                      <m:r>
                        <a:rPr lang="en-US" altLang="zh-CN" sz="2300" b="0" i="1" smtClean="0">
                          <a:latin typeface="Cambria Math" panose="02040503050406030204" pitchFamily="18" charset="0"/>
                        </a:rPr>
                        <m:t>)</m:t>
                      </m:r>
                      <m:r>
                        <a:rPr lang="zh-CN" altLang="en-US" sz="230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zh-CN" altLang="en-US" sz="2300" i="1">
                          <a:latin typeface="Cambria Math" panose="02040503050406030204" pitchFamily="18" charset="0"/>
                        </a:rPr>
                        <m:t>𝐸</m:t>
                      </m:r>
                      <m:sSup>
                        <m:sSupPr>
                          <m:ctrlPr>
                            <a:rPr lang="zh-CN" altLang="en-US" sz="2300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sz="2300" b="0" i="1" smtClean="0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zh-CN" altLang="en-US" sz="2300" i="1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p>
                          <m:r>
                            <a:rPr lang="zh-CN" altLang="en-US" sz="230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altLang="zh-CN" sz="2300" b="0" i="1" smtClean="0">
                          <a:latin typeface="Cambria Math" panose="02040503050406030204" pitchFamily="18" charset="0"/>
                        </a:rPr>
                        <m:t>)</m:t>
                      </m:r>
                      <m:r>
                        <a:rPr lang="zh-CN" altLang="en-US" sz="230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altLang="zh-CN" sz="2300" i="1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altLang="zh-CN" sz="2300" i="1">
                          <a:latin typeface="Cambria Math" panose="02040503050406030204" pitchFamily="18" charset="0"/>
                        </a:rPr>
                        <m:t>𝐸</m:t>
                      </m:r>
                      <m:r>
                        <a:rPr lang="en-US" altLang="zh-CN" sz="2300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altLang="zh-CN" sz="2300" i="1">
                          <a:latin typeface="Cambria Math" panose="02040503050406030204" pitchFamily="18" charset="0"/>
                        </a:rPr>
                        <m:t>𝑋</m:t>
                      </m:r>
                      <m:r>
                        <a:rPr lang="en-US" altLang="zh-CN" sz="2300" b="0" i="1" smtClean="0">
                          <a:latin typeface="Cambria Math" panose="02040503050406030204" pitchFamily="18" charset="0"/>
                        </a:rPr>
                        <m:t>)</m:t>
                      </m:r>
                      <m:sSup>
                        <m:sSupPr>
                          <m:ctrlPr>
                            <a:rPr lang="zh-CN" altLang="zh-CN" sz="23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sz="2300" i="1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  <m:sup>
                          <m:r>
                            <a:rPr lang="en-US" altLang="zh-CN" sz="2300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altLang="zh-CN" sz="2300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zh-CN" altLang="zh-CN" sz="23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sz="2300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altLang="zh-CN" sz="2300" i="1">
                              <a:latin typeface="Cambria Math" panose="02040503050406030204" pitchFamily="18" charset="0"/>
                            </a:rPr>
                            <m:t>3</m:t>
                          </m:r>
                        </m:den>
                      </m:f>
                      <m:r>
                        <a:rPr lang="en-US" altLang="zh-CN" sz="2300" i="1">
                          <a:latin typeface="Cambria Math" panose="02040503050406030204" pitchFamily="18" charset="0"/>
                        </a:rPr>
                        <m:t>−(</m:t>
                      </m:r>
                      <m:f>
                        <m:fPr>
                          <m:ctrlPr>
                            <a:rPr lang="zh-CN" altLang="zh-CN" sz="23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sz="2300" i="1">
                              <a:latin typeface="Cambria Math" panose="02040503050406030204" pitchFamily="18" charset="0"/>
                            </a:rPr>
                            <m:t>8</m:t>
                          </m:r>
                        </m:num>
                        <m:den>
                          <m:r>
                            <a:rPr lang="en-US" altLang="zh-CN" sz="2300" i="1">
                              <a:latin typeface="Cambria Math" panose="02040503050406030204" pitchFamily="18" charset="0"/>
                            </a:rPr>
                            <m:t>15</m:t>
                          </m:r>
                        </m:den>
                      </m:f>
                      <m:sSup>
                        <m:sSupPr>
                          <m:ctrlPr>
                            <a:rPr lang="zh-CN" altLang="zh-CN" sz="23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sz="2300" i="1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  <m:sup>
                          <m:r>
                            <a:rPr lang="en-US" altLang="zh-CN" sz="2300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altLang="zh-CN" sz="2300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zh-CN" altLang="zh-CN" sz="23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sz="2300" i="1">
                              <a:latin typeface="Cambria Math" panose="02040503050406030204" pitchFamily="18" charset="0"/>
                            </a:rPr>
                            <m:t>11</m:t>
                          </m:r>
                        </m:num>
                        <m:den>
                          <m:r>
                            <a:rPr lang="en-US" altLang="zh-CN" sz="2300" i="1">
                              <a:latin typeface="Cambria Math" panose="02040503050406030204" pitchFamily="18" charset="0"/>
                            </a:rPr>
                            <m:t>225</m:t>
                          </m:r>
                        </m:den>
                      </m:f>
                    </m:oMath>
                  </m:oMathPara>
                </a14:m>
                <a:endParaRPr lang="zh-CN" altLang="en-US" sz="2300" dirty="0"/>
              </a:p>
            </p:txBody>
          </p:sp>
        </mc:Choice>
        <mc:Fallback xmlns="">
          <p:sp>
            <p:nvSpPr>
              <p:cNvPr id="39" name="文本框 38">
                <a:extLst>
                  <a:ext uri="{FF2B5EF4-FFF2-40B4-BE49-F238E27FC236}">
                    <a16:creationId xmlns:a16="http://schemas.microsoft.com/office/drawing/2014/main" id="{058BF265-4706-04C3-004E-0B6AC575ACB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84503" y="4399246"/>
                <a:ext cx="6130165" cy="757259"/>
              </a:xfrm>
              <a:prstGeom prst="rect">
                <a:avLst/>
              </a:prstGeom>
              <a:blipFill>
                <a:blip r:embed="rId6"/>
                <a:stretch>
                  <a:fillRect b="-491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1" name="文本框 40">
                <a:extLst>
                  <a:ext uri="{FF2B5EF4-FFF2-40B4-BE49-F238E27FC236}">
                    <a16:creationId xmlns:a16="http://schemas.microsoft.com/office/drawing/2014/main" id="{A87EDB5F-A798-A4E3-F16C-DB4B0B9B1D4A}"/>
                  </a:ext>
                </a:extLst>
              </p:cNvPr>
              <p:cNvSpPr txBox="1"/>
              <p:nvPr/>
            </p:nvSpPr>
            <p:spPr>
              <a:xfrm>
                <a:off x="1184503" y="5230636"/>
                <a:ext cx="5864479" cy="75725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CN" altLang="en-US" sz="2300" i="1" smtClean="0">
                          <a:latin typeface="Cambria Math" panose="02040503050406030204" pitchFamily="18" charset="0"/>
                        </a:rPr>
                        <m:t>𝐷</m:t>
                      </m:r>
                      <m:r>
                        <a:rPr lang="en-US" altLang="zh-CN" sz="2300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zh-CN" altLang="en-US" sz="2300" i="1">
                          <a:latin typeface="Cambria Math" panose="02040503050406030204" pitchFamily="18" charset="0"/>
                        </a:rPr>
                        <m:t>𝑌</m:t>
                      </m:r>
                      <m:r>
                        <a:rPr lang="en-US" altLang="zh-CN" sz="2300" b="0" i="1" smtClean="0">
                          <a:latin typeface="Cambria Math" panose="02040503050406030204" pitchFamily="18" charset="0"/>
                        </a:rPr>
                        <m:t>)</m:t>
                      </m:r>
                      <m:r>
                        <a:rPr lang="zh-CN" altLang="en-US" sz="230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zh-CN" altLang="en-US" sz="2300" i="1">
                          <a:latin typeface="Cambria Math" panose="02040503050406030204" pitchFamily="18" charset="0"/>
                        </a:rPr>
                        <m:t>𝐸</m:t>
                      </m:r>
                      <m:r>
                        <a:rPr lang="en-US" altLang="zh-CN" sz="2300" b="0" i="1" smtClean="0">
                          <a:latin typeface="Cambria Math" panose="02040503050406030204" pitchFamily="18" charset="0"/>
                        </a:rPr>
                        <m:t>(</m:t>
                      </m:r>
                      <m:sSup>
                        <m:sSupPr>
                          <m:ctrlPr>
                            <a:rPr lang="zh-CN" altLang="en-US" sz="2300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zh-CN" altLang="en-US" sz="2300" i="1">
                              <a:latin typeface="Cambria Math" panose="02040503050406030204" pitchFamily="18" charset="0"/>
                            </a:rPr>
                            <m:t>𝑌</m:t>
                          </m:r>
                        </m:e>
                        <m:sup>
                          <m:r>
                            <a:rPr lang="zh-CN" altLang="en-US" sz="230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altLang="zh-CN" sz="2300" b="0" i="1" smtClean="0">
                          <a:latin typeface="Cambria Math" panose="02040503050406030204" pitchFamily="18" charset="0"/>
                        </a:rPr>
                        <m:t>)</m:t>
                      </m:r>
                      <m:r>
                        <a:rPr lang="zh-CN" altLang="en-US" sz="230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altLang="zh-CN" sz="2300" i="1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altLang="zh-CN" sz="2300" i="1">
                          <a:latin typeface="Cambria Math" panose="02040503050406030204" pitchFamily="18" charset="0"/>
                        </a:rPr>
                        <m:t>𝐸</m:t>
                      </m:r>
                      <m:r>
                        <a:rPr lang="en-US" altLang="zh-CN" sz="2300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altLang="zh-CN" sz="2300" i="1">
                          <a:latin typeface="Cambria Math" panose="02040503050406030204" pitchFamily="18" charset="0"/>
                        </a:rPr>
                        <m:t>𝑌</m:t>
                      </m:r>
                      <m:r>
                        <a:rPr lang="en-US" altLang="zh-CN" sz="2300" b="0" i="1" smtClean="0">
                          <a:latin typeface="Cambria Math" panose="02040503050406030204" pitchFamily="18" charset="0"/>
                        </a:rPr>
                        <m:t>)</m:t>
                      </m:r>
                      <m:sSup>
                        <m:sSupPr>
                          <m:ctrlPr>
                            <a:rPr lang="zh-CN" altLang="zh-CN" sz="23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sz="2300" i="1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  <m:sup>
                          <m:r>
                            <a:rPr lang="en-US" altLang="zh-CN" sz="2300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altLang="zh-CN" sz="2300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zh-CN" altLang="zh-CN" sz="23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sz="2300" i="1">
                              <a:latin typeface="Cambria Math" panose="02040503050406030204" pitchFamily="18" charset="0"/>
                            </a:rPr>
                            <m:t>2</m:t>
                          </m:r>
                        </m:num>
                        <m:den>
                          <m:r>
                            <a:rPr lang="en-US" altLang="zh-CN" sz="2300" i="1">
                              <a:latin typeface="Cambria Math" panose="02040503050406030204" pitchFamily="18" charset="0"/>
                            </a:rPr>
                            <m:t>3</m:t>
                          </m:r>
                        </m:den>
                      </m:f>
                      <m:r>
                        <a:rPr lang="en-US" altLang="zh-CN" sz="2300" i="1">
                          <a:latin typeface="Cambria Math" panose="02040503050406030204" pitchFamily="18" charset="0"/>
                        </a:rPr>
                        <m:t>−(</m:t>
                      </m:r>
                      <m:f>
                        <m:fPr>
                          <m:ctrlPr>
                            <a:rPr lang="zh-CN" altLang="zh-CN" sz="23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sz="2300" i="1">
                              <a:latin typeface="Cambria Math" panose="02040503050406030204" pitchFamily="18" charset="0"/>
                            </a:rPr>
                            <m:t>4</m:t>
                          </m:r>
                        </m:num>
                        <m:den>
                          <m:r>
                            <a:rPr lang="en-US" altLang="zh-CN" sz="2300" i="1">
                              <a:latin typeface="Cambria Math" panose="02040503050406030204" pitchFamily="18" charset="0"/>
                            </a:rPr>
                            <m:t>5</m:t>
                          </m:r>
                        </m:den>
                      </m:f>
                      <m:sSup>
                        <m:sSupPr>
                          <m:ctrlPr>
                            <a:rPr lang="zh-CN" altLang="zh-CN" sz="23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sz="2300" i="1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  <m:sup>
                          <m:r>
                            <a:rPr lang="en-US" altLang="zh-CN" sz="2300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altLang="zh-CN" sz="2300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zh-CN" altLang="zh-CN" sz="23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sz="2300" i="1">
                              <a:latin typeface="Cambria Math" panose="02040503050406030204" pitchFamily="18" charset="0"/>
                            </a:rPr>
                            <m:t>2</m:t>
                          </m:r>
                        </m:num>
                        <m:den>
                          <m:r>
                            <a:rPr lang="en-US" altLang="zh-CN" sz="2300" i="1">
                              <a:latin typeface="Cambria Math" panose="02040503050406030204" pitchFamily="18" charset="0"/>
                            </a:rPr>
                            <m:t>75</m:t>
                          </m:r>
                        </m:den>
                      </m:f>
                    </m:oMath>
                  </m:oMathPara>
                </a14:m>
                <a:endParaRPr lang="zh-CN" altLang="en-US" sz="2300" dirty="0"/>
              </a:p>
            </p:txBody>
          </p:sp>
        </mc:Choice>
        <mc:Fallback xmlns="">
          <p:sp>
            <p:nvSpPr>
              <p:cNvPr id="41" name="文本框 40">
                <a:extLst>
                  <a:ext uri="{FF2B5EF4-FFF2-40B4-BE49-F238E27FC236}">
                    <a16:creationId xmlns:a16="http://schemas.microsoft.com/office/drawing/2014/main" id="{A87EDB5F-A798-A4E3-F16C-DB4B0B9B1D4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84503" y="5230636"/>
                <a:ext cx="5864479" cy="757259"/>
              </a:xfrm>
              <a:prstGeom prst="rect">
                <a:avLst/>
              </a:prstGeom>
              <a:blipFill>
                <a:blip r:embed="rId7"/>
                <a:stretch>
                  <a:fillRect b="-655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2" name="副标题 2">
            <a:extLst>
              <a:ext uri="{FF2B5EF4-FFF2-40B4-BE49-F238E27FC236}">
                <a16:creationId xmlns:a16="http://schemas.microsoft.com/office/drawing/2014/main" id="{EB4C16DD-73A0-2E13-DC8F-B213A1EFF4BA}"/>
              </a:ext>
            </a:extLst>
          </p:cNvPr>
          <p:cNvSpPr txBox="1">
            <a:spLocks/>
          </p:cNvSpPr>
          <p:nvPr/>
        </p:nvSpPr>
        <p:spPr>
          <a:xfrm>
            <a:off x="243031" y="6158869"/>
            <a:ext cx="3140242" cy="559709"/>
          </a:xfrm>
          <a:prstGeom prst="rect">
            <a:avLst/>
          </a:prstGeom>
        </p:spPr>
        <p:txBody>
          <a:bodyPr vert="horz" lIns="68580" tIns="34290" rIns="68580" bIns="3429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l">
              <a:lnSpc>
                <a:spcPct val="150000"/>
              </a:lnSpc>
            </a:pPr>
            <a:r>
              <a:rPr lang="zh-CN" altLang="en-US" sz="2300" dirty="0">
                <a:solidFill>
                  <a:prstClr val="black"/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故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3" name="文本框 42">
                <a:extLst>
                  <a:ext uri="{FF2B5EF4-FFF2-40B4-BE49-F238E27FC236}">
                    <a16:creationId xmlns:a16="http://schemas.microsoft.com/office/drawing/2014/main" id="{1DFE3A94-ACDD-0D2C-B6BD-D3FC4307B856}"/>
                  </a:ext>
                </a:extLst>
              </p:cNvPr>
              <p:cNvSpPr txBox="1"/>
              <p:nvPr/>
            </p:nvSpPr>
            <p:spPr>
              <a:xfrm>
                <a:off x="1456506" y="6172503"/>
                <a:ext cx="7821746" cy="59497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zh-CN" altLang="en-US" sz="2300" i="1" smtClean="0">
                        <a:latin typeface="Cambria Math" panose="02040503050406030204" pitchFamily="18" charset="0"/>
                      </a:rPr>
                      <m:t>𝐷</m:t>
                    </m:r>
                    <m:d>
                      <m:dPr>
                        <m:ctrlPr>
                          <a:rPr lang="zh-CN" altLang="en-US" sz="23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zh-CN" altLang="en-US" sz="2300" i="1">
                            <a:latin typeface="Cambria Math" panose="02040503050406030204" pitchFamily="18" charset="0"/>
                          </a:rPr>
                          <m:t>𝑋</m:t>
                        </m:r>
                        <m:r>
                          <a:rPr lang="zh-CN" altLang="en-US" sz="230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zh-CN" altLang="en-US" sz="2300" i="1">
                            <a:latin typeface="Cambria Math" panose="02040503050406030204" pitchFamily="18" charset="0"/>
                          </a:rPr>
                          <m:t>𝑌</m:t>
                        </m:r>
                      </m:e>
                    </m:d>
                    <m:r>
                      <a:rPr lang="zh-CN" altLang="en-US" sz="2300">
                        <a:latin typeface="Cambria Math" panose="02040503050406030204" pitchFamily="18" charset="0"/>
                      </a:rPr>
                      <m:t>=</m:t>
                    </m:r>
                    <m:r>
                      <a:rPr lang="zh-CN" altLang="en-US" sz="2300" i="1">
                        <a:latin typeface="Cambria Math" panose="02040503050406030204" pitchFamily="18" charset="0"/>
                      </a:rPr>
                      <m:t>𝐷</m:t>
                    </m:r>
                    <m:r>
                      <a:rPr lang="en-US" altLang="zh-CN" sz="2300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zh-CN" altLang="en-US" sz="2300" i="1"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US" altLang="zh-CN" sz="2300" b="0" i="1" smtClean="0">
                        <a:latin typeface="Cambria Math" panose="02040503050406030204" pitchFamily="18" charset="0"/>
                      </a:rPr>
                      <m:t>)</m:t>
                    </m:r>
                    <m:r>
                      <a:rPr lang="zh-CN" altLang="en-US" sz="2300">
                        <a:latin typeface="Cambria Math" panose="02040503050406030204" pitchFamily="18" charset="0"/>
                      </a:rPr>
                      <m:t>+</m:t>
                    </m:r>
                    <m:r>
                      <a:rPr lang="zh-CN" altLang="en-US" sz="2300" i="1">
                        <a:latin typeface="Cambria Math" panose="02040503050406030204" pitchFamily="18" charset="0"/>
                      </a:rPr>
                      <m:t>𝐷</m:t>
                    </m:r>
                    <m:r>
                      <a:rPr lang="en-US" altLang="zh-CN" sz="2300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zh-CN" altLang="en-US" sz="2300" i="1">
                        <a:latin typeface="Cambria Math" panose="02040503050406030204" pitchFamily="18" charset="0"/>
                      </a:rPr>
                      <m:t>𝑌</m:t>
                    </m:r>
                    <m:r>
                      <a:rPr lang="en-US" altLang="zh-CN" sz="2300" b="0" i="1" smtClean="0">
                        <a:latin typeface="Cambria Math" panose="02040503050406030204" pitchFamily="18" charset="0"/>
                      </a:rPr>
                      <m:t>)</m:t>
                    </m:r>
                    <m:r>
                      <a:rPr lang="zh-CN" altLang="en-US" sz="2300">
                        <a:latin typeface="Cambria Math" panose="02040503050406030204" pitchFamily="18" charset="0"/>
                      </a:rPr>
                      <m:t>+2</m:t>
                    </m:r>
                    <m:r>
                      <a:rPr lang="en-US" altLang="zh-CN" sz="2300" i="1">
                        <a:latin typeface="Cambria Math" panose="02040503050406030204" pitchFamily="18" charset="0"/>
                      </a:rPr>
                      <m:t>𝑐</m:t>
                    </m:r>
                    <m:r>
                      <a:rPr lang="zh-CN" altLang="en-US" sz="2300" i="1">
                        <a:latin typeface="Cambria Math" panose="02040503050406030204" pitchFamily="18" charset="0"/>
                      </a:rPr>
                      <m:t>𝑜𝑣</m:t>
                    </m:r>
                    <m:d>
                      <m:dPr>
                        <m:sepChr m:val=","/>
                        <m:ctrlPr>
                          <a:rPr lang="zh-CN" altLang="en-US" sz="23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zh-CN" altLang="en-US" sz="2300" i="1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e>
                        <m:r>
                          <a:rPr lang="zh-CN" altLang="en-US" sz="2300" i="1">
                            <a:latin typeface="Cambria Math" panose="02040503050406030204" pitchFamily="18" charset="0"/>
                          </a:rPr>
                          <m:t>𝑌</m:t>
                        </m:r>
                      </m:e>
                    </m:d>
                    <m:r>
                      <a:rPr lang="en-US" altLang="zh-CN" sz="2300" i="1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zh-CN" altLang="zh-CN" sz="2300" dirty="0"/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zh-CN" altLang="zh-CN" sz="23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sz="2300" i="1">
                            <a:latin typeface="Cambria Math" panose="02040503050406030204" pitchFamily="18" charset="0"/>
                          </a:rPr>
                          <m:t>11</m:t>
                        </m:r>
                      </m:num>
                      <m:den>
                        <m:r>
                          <a:rPr lang="en-US" altLang="zh-CN" sz="2300" i="1">
                            <a:latin typeface="Cambria Math" panose="02040503050406030204" pitchFamily="18" charset="0"/>
                          </a:rPr>
                          <m:t>225</m:t>
                        </m:r>
                      </m:den>
                    </m:f>
                  </m:oMath>
                </a14:m>
                <a:r>
                  <a:rPr lang="en-US" altLang="zh-CN" sz="2300" dirty="0"/>
                  <a:t>+</a:t>
                </a:r>
                <a:r>
                  <a:rPr lang="zh-CN" altLang="zh-CN" sz="2300" dirty="0"/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zh-CN" altLang="zh-CN" sz="23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sz="2300" i="1"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US" altLang="zh-CN" sz="2300" i="1">
                            <a:latin typeface="Cambria Math" panose="02040503050406030204" pitchFamily="18" charset="0"/>
                          </a:rPr>
                          <m:t>75</m:t>
                        </m:r>
                      </m:den>
                    </m:f>
                  </m:oMath>
                </a14:m>
                <a:r>
                  <a:rPr lang="en-US" altLang="zh-CN" sz="2300" dirty="0"/>
                  <a:t>+</a:t>
                </a:r>
                <a:r>
                  <a:rPr lang="zh-CN" altLang="zh-CN" sz="2300" dirty="0"/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zh-CN" altLang="zh-CN" sz="23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sz="2300" i="1">
                            <a:latin typeface="Cambria Math" panose="02040503050406030204" pitchFamily="18" charset="0"/>
                          </a:rPr>
                          <m:t>8</m:t>
                        </m:r>
                      </m:num>
                      <m:den>
                        <m:r>
                          <a:rPr lang="en-US" altLang="zh-CN" sz="2300" i="1">
                            <a:latin typeface="Cambria Math" panose="02040503050406030204" pitchFamily="18" charset="0"/>
                          </a:rPr>
                          <m:t>225</m:t>
                        </m:r>
                      </m:den>
                    </m:f>
                  </m:oMath>
                </a14:m>
                <a:r>
                  <a:rPr lang="en-US" altLang="zh-CN" sz="2300" dirty="0"/>
                  <a:t>=</a:t>
                </a:r>
                <a:r>
                  <a:rPr lang="zh-CN" altLang="zh-CN" sz="2300" dirty="0"/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zh-CN" altLang="zh-CN" sz="23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sz="2300" i="1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altLang="zh-CN" sz="2300" i="1">
                            <a:latin typeface="Cambria Math" panose="02040503050406030204" pitchFamily="18" charset="0"/>
                          </a:rPr>
                          <m:t>9</m:t>
                        </m:r>
                      </m:den>
                    </m:f>
                  </m:oMath>
                </a14:m>
                <a:endParaRPr lang="zh-CN" altLang="en-US" sz="2300" dirty="0"/>
              </a:p>
            </p:txBody>
          </p:sp>
        </mc:Choice>
        <mc:Fallback xmlns="">
          <p:sp>
            <p:nvSpPr>
              <p:cNvPr id="43" name="文本框 42">
                <a:extLst>
                  <a:ext uri="{FF2B5EF4-FFF2-40B4-BE49-F238E27FC236}">
                    <a16:creationId xmlns:a16="http://schemas.microsoft.com/office/drawing/2014/main" id="{1DFE3A94-ACDD-0D2C-B6BD-D3FC4307B85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56506" y="6172503"/>
                <a:ext cx="7821746" cy="594971"/>
              </a:xfrm>
              <a:prstGeom prst="rect">
                <a:avLst/>
              </a:prstGeom>
              <a:blipFill>
                <a:blip r:embed="rId8"/>
                <a:stretch>
                  <a:fillRect b="-851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文本框 1">
            <a:extLst>
              <a:ext uri="{FF2B5EF4-FFF2-40B4-BE49-F238E27FC236}">
                <a16:creationId xmlns:a16="http://schemas.microsoft.com/office/drawing/2014/main" id="{FB19CC4C-1CF3-EDA9-B453-99CD4C44C9B0}"/>
              </a:ext>
            </a:extLst>
          </p:cNvPr>
          <p:cNvSpPr txBox="1"/>
          <p:nvPr/>
        </p:nvSpPr>
        <p:spPr>
          <a:xfrm>
            <a:off x="2186940" y="313460"/>
            <a:ext cx="457200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1" lang="en-US" altLang="zh-CN" sz="4000" b="0" i="0" dirty="0">
                <a:solidFill>
                  <a:srgbClr val="FF0000"/>
                </a:solidFill>
                <a:latin typeface="Arial" panose="020B0604020202020204" pitchFamily="34" charset="0"/>
                <a:ea typeface="STXinwei" panose="02010800040101010101" pitchFamily="2" charset="-122"/>
                <a:cs typeface="Arial" panose="020B0604020202020204" pitchFamily="34" charset="0"/>
              </a:rPr>
              <a:t>Practice </a:t>
            </a:r>
            <a:r>
              <a:rPr lang="en-US" altLang="zh-CN" sz="4000" dirty="0">
                <a:solidFill>
                  <a:srgbClr val="FF0000"/>
                </a:solidFill>
                <a:latin typeface="Arial" panose="020B0604020202020204" pitchFamily="34" charset="0"/>
                <a:ea typeface="STXinwei" panose="02010800040101010101" pitchFamily="2" charset="-122"/>
                <a:cs typeface="Arial" panose="020B0604020202020204" pitchFamily="34" charset="0"/>
              </a:rPr>
              <a:t>#2</a:t>
            </a:r>
            <a:endParaRPr lang="zh-CN" altLang="en-US" sz="4000" dirty="0">
              <a:solidFill>
                <a:srgbClr val="FF0000"/>
              </a:solidFill>
              <a:latin typeface="Arial" panose="020B0604020202020204" pitchFamily="34" charset="0"/>
              <a:ea typeface="STXinwei" panose="02010800040101010101" pitchFamily="2" charset="-122"/>
              <a:cs typeface="Arial" panose="020B0604020202020204" pitchFamily="34" charset="0"/>
            </a:endParaRPr>
          </a:p>
        </p:txBody>
      </p:sp>
      <p:cxnSp>
        <p:nvCxnSpPr>
          <p:cNvPr id="3" name="直线连接符 2">
            <a:extLst>
              <a:ext uri="{FF2B5EF4-FFF2-40B4-BE49-F238E27FC236}">
                <a16:creationId xmlns:a16="http://schemas.microsoft.com/office/drawing/2014/main" id="{6CF1E944-7670-7DDD-3E9E-7076E26CA09B}"/>
              </a:ext>
            </a:extLst>
          </p:cNvPr>
          <p:cNvCxnSpPr/>
          <p:nvPr/>
        </p:nvCxnSpPr>
        <p:spPr>
          <a:xfrm>
            <a:off x="0" y="1082842"/>
            <a:ext cx="9144000" cy="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矩形 3">
            <a:extLst>
              <a:ext uri="{FF2B5EF4-FFF2-40B4-BE49-F238E27FC236}">
                <a16:creationId xmlns:a16="http://schemas.microsoft.com/office/drawing/2014/main" id="{680FED62-65D0-73F8-C41A-CEDCF310010A}"/>
              </a:ext>
            </a:extLst>
          </p:cNvPr>
          <p:cNvSpPr/>
          <p:nvPr/>
        </p:nvSpPr>
        <p:spPr bwMode="auto">
          <a:xfrm>
            <a:off x="0" y="0"/>
            <a:ext cx="260169" cy="6858000"/>
          </a:xfrm>
          <a:prstGeom prst="rect">
            <a:avLst/>
          </a:prstGeom>
          <a:solidFill>
            <a:srgbClr val="00B050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28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2458357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7" grpId="0"/>
      <p:bldP spid="29" grpId="0"/>
      <p:bldP spid="30" grpId="0"/>
      <p:bldP spid="33" grpId="0"/>
      <p:bldP spid="35" grpId="0"/>
      <p:bldP spid="39" grpId="0"/>
      <p:bldP spid="41" grpId="0"/>
      <p:bldP spid="42" grpId="0"/>
      <p:bldP spid="43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A72D8AD7-8336-85D3-E5BC-8CC0BB0C864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71450" y="942975"/>
                <a:ext cx="8780690" cy="5192486"/>
              </a:xfrm>
            </p:spPr>
            <p:txBody>
              <a:bodyPr>
                <a:normAutofit/>
              </a:bodyPr>
              <a:lstStyle/>
              <a:p>
                <a:pPr marL="0" indent="0">
                  <a:lnSpc>
                    <a:spcPct val="200000"/>
                  </a:lnSpc>
                  <a:buNone/>
                </a:pPr>
                <a:endParaRPr lang="en-US" altLang="zh-CN" sz="2400" b="0" i="1" kern="100" dirty="0">
                  <a:latin typeface="Cambria Math" panose="02040503050406030204" pitchFamily="18" charset="0"/>
                  <a:ea typeface="等线" panose="02010600030101010101" pitchFamily="2" charset="-122"/>
                  <a:cs typeface="Times New Roman" panose="02020603050405020304" pitchFamily="18" charset="0"/>
                </a:endParaRPr>
              </a:p>
              <a:p>
                <a:pPr marL="0" indent="0">
                  <a:lnSpc>
                    <a:spcPct val="20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US" altLang="zh-CN" sz="2400" i="1" kern="100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</m:ctrlPr>
                        </m:funcPr>
                        <m:fName>
                          <m:r>
                            <a:rPr lang="en-US" altLang="zh-CN" sz="2400" b="0" i="1" kern="100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𝑐𝑜</m:t>
                          </m:r>
                          <m:r>
                            <a:rPr lang="en-US" altLang="zh-CN" sz="2400" b="0" i="1" kern="100" dirty="0" err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𝑣</m:t>
                          </m:r>
                        </m:fName>
                        <m:e>
                          <m:d>
                            <m:dPr>
                              <m:ctrlPr>
                                <a:rPr lang="en-US" altLang="zh-CN" sz="2400" i="1" kern="100" dirty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sz="2400" b="0" i="1" kern="100" dirty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  <m:t>𝑋</m:t>
                              </m:r>
                              <m:r>
                                <a:rPr lang="en-US" altLang="zh-CN" sz="2400" b="0" i="1" kern="100" dirty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  <m:t>,</m:t>
                              </m:r>
                              <m:r>
                                <a:rPr lang="en-US" altLang="zh-CN" sz="2400" b="0" i="1" kern="100" dirty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  <m:t>𝑌</m:t>
                              </m:r>
                            </m:e>
                          </m:d>
                        </m:e>
                      </m:func>
                      <m:r>
                        <a:rPr lang="en-US" altLang="zh-CN" sz="2400" b="0" kern="10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US" altLang="zh-CN" sz="2400" i="1" kern="10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</m:ctrlPr>
                        </m:funcPr>
                        <m:fName>
                          <m:r>
                            <a:rPr lang="en-US" altLang="zh-CN" sz="2400" b="0" i="1" kern="100" dirty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𝑐</m:t>
                          </m:r>
                          <m:r>
                            <a:rPr lang="en-US" altLang="zh-CN" sz="2400" b="0" i="1" kern="100" dirty="0" err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𝑜𝑣</m:t>
                          </m:r>
                        </m:fName>
                        <m:e>
                          <m:d>
                            <m:dPr>
                              <m:ctrlPr>
                                <a:rPr lang="en-US" altLang="zh-CN" sz="2400" i="1" kern="10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sz="2400" b="0" i="1" kern="10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  <m:t>𝑌</m:t>
                              </m:r>
                              <m:r>
                                <a:rPr lang="en-US" altLang="zh-CN" sz="2400" b="0" kern="10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  <m:t>,</m:t>
                              </m:r>
                              <m:r>
                                <a:rPr lang="en-US" altLang="zh-CN" sz="2400" b="0" i="1" kern="10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  <m:t>𝑋</m:t>
                              </m:r>
                            </m:e>
                          </m:d>
                        </m:e>
                      </m:func>
                      <m:r>
                        <a:rPr lang="en-US" altLang="zh-CN" sz="2400" b="0" kern="10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,</m:t>
                      </m:r>
                    </m:oMath>
                  </m:oMathPara>
                </a14:m>
                <a:endParaRPr lang="en-US" altLang="zh-CN" sz="2400" kern="100" dirty="0">
                  <a:solidFill>
                    <a:srgbClr val="FF0000"/>
                  </a:solidFill>
                  <a:latin typeface="Cambria Math" panose="02040503050406030204" pitchFamily="18" charset="0"/>
                  <a:ea typeface="等线" panose="02010600030101010101" pitchFamily="2" charset="-122"/>
                  <a:cs typeface="Times New Roman" panose="02020603050405020304" pitchFamily="18" charset="0"/>
                </a:endParaRPr>
              </a:p>
              <a:p>
                <a:pPr marL="0" indent="0">
                  <a:lnSpc>
                    <a:spcPct val="20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b="0" kern="10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 </m:t>
                      </m:r>
                      <m:r>
                        <a:rPr lang="en-US" altLang="zh-CN" sz="2400" b="0" i="1" kern="100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𝑐</m:t>
                      </m:r>
                      <m:r>
                        <a:rPr lang="en-US" altLang="zh-CN" sz="2400" b="0" i="1" kern="100" dirty="0" err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𝑜𝑣</m:t>
                      </m:r>
                      <m:r>
                        <a:rPr lang="en-US" altLang="zh-CN" sz="2400" b="0" kern="10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⁡(</m:t>
                      </m:r>
                      <m:r>
                        <a:rPr lang="en-US" altLang="zh-CN" sz="2400" b="0" i="1" kern="10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𝑋</m:t>
                      </m:r>
                      <m:r>
                        <a:rPr lang="en-US" altLang="zh-CN" sz="2400" b="0" kern="10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,</m:t>
                      </m:r>
                      <m:r>
                        <a:rPr lang="en-US" altLang="zh-CN" sz="2400" b="0" i="1" kern="10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𝑋</m:t>
                      </m:r>
                      <m:r>
                        <a:rPr lang="en-US" altLang="zh-CN" sz="2400" b="0" kern="10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)=</m:t>
                      </m:r>
                      <m:r>
                        <a:rPr lang="en-US" altLang="zh-CN" sz="2400" b="0" i="1" kern="10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𝐷</m:t>
                      </m:r>
                      <m:r>
                        <a:rPr lang="en-US" altLang="zh-CN" sz="2400" b="0" kern="10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(</m:t>
                      </m:r>
                      <m:r>
                        <a:rPr lang="en-US" altLang="zh-CN" sz="2400" b="0" i="1" kern="10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𝑋</m:t>
                      </m:r>
                      <m:r>
                        <a:rPr lang="en-US" altLang="zh-CN" sz="2400" b="0" kern="10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)</m:t>
                      </m:r>
                    </m:oMath>
                  </m:oMathPara>
                </a14:m>
                <a:endParaRPr lang="en-US" altLang="zh-CN" sz="2400" dirty="0">
                  <a:solidFill>
                    <a:srgbClr val="FF0000"/>
                  </a:solidFill>
                </a:endParaRPr>
              </a:p>
              <a:p>
                <a:pPr marL="0" indent="0">
                  <a:lnSpc>
                    <a:spcPct val="200000"/>
                  </a:lnSpc>
                  <a:buNone/>
                </a:pPr>
                <a:endParaRPr lang="en-US" altLang="zh-CN" sz="2400" b="1" i="1" kern="100" dirty="0">
                  <a:solidFill>
                    <a:srgbClr val="FF0000"/>
                  </a:solidFill>
                  <a:latin typeface="Cambria Math" panose="02040503050406030204" pitchFamily="18" charset="0"/>
                  <a:ea typeface="等线" panose="02010600030101010101" pitchFamily="2" charset="-122"/>
                  <a:cs typeface="Times New Roman" panose="02020603050405020304" pitchFamily="18" charset="0"/>
                </a:endParaRPr>
              </a:p>
              <a:p>
                <a:pPr marL="0" indent="0">
                  <a:lnSpc>
                    <a:spcPct val="200000"/>
                  </a:lnSpc>
                  <a:buNone/>
                </a:pPr>
                <a:r>
                  <a:rPr lang="zh-CN" altLang="en-US" sz="2400" dirty="0"/>
                  <a:t>     </a:t>
                </a:r>
                <a:r>
                  <a:rPr lang="en-US" altLang="zh-CN" sz="2400" kern="100" dirty="0">
                    <a:latin typeface="Cambria Math" panose="02040503050406030204" pitchFamily="18" charset="0"/>
                    <a:cs typeface="Times New Roman" panose="02020603050405020304" pitchFamily="18" charset="0"/>
                  </a:rPr>
                  <a:t>       </a:t>
                </a:r>
                <a:endParaRPr lang="zh-CN" altLang="en-US" sz="2400" kern="100" dirty="0">
                  <a:latin typeface="Cambria Math" panose="020405030504060302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A72D8AD7-8336-85D3-E5BC-8CC0BB0C864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71450" y="942975"/>
                <a:ext cx="8780690" cy="5192486"/>
              </a:xfr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文本框 12">
                <a:extLst>
                  <a:ext uri="{FF2B5EF4-FFF2-40B4-BE49-F238E27FC236}">
                    <a16:creationId xmlns:a16="http://schemas.microsoft.com/office/drawing/2014/main" id="{C2BCE07B-4EEF-A4FC-F6E5-3ACC118AACEC}"/>
                  </a:ext>
                </a:extLst>
              </p:cNvPr>
              <p:cNvSpPr txBox="1"/>
              <p:nvPr/>
            </p:nvSpPr>
            <p:spPr>
              <a:xfrm>
                <a:off x="2186940" y="313460"/>
                <a:ext cx="4572000" cy="70788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kumimoji="1" lang="zh-CN" altLang="en-US" sz="4000" i="0" smtClean="0">
                          <a:solidFill>
                            <a:srgbClr val="FF0000"/>
                          </a:solidFill>
                          <a:latin typeface="STXinwei" panose="02010800040101010101" pitchFamily="2" charset="-122"/>
                          <a:ea typeface="STXinwei" panose="02010800040101010101" pitchFamily="2" charset="-122"/>
                        </a:rPr>
                        <m:t>协方差的</m:t>
                      </m:r>
                      <m:r>
                        <a:rPr kumimoji="1" lang="zh-CN" altLang="en-US" sz="4000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STXinwei" panose="02010800040101010101" pitchFamily="2" charset="-122"/>
                        </a:rPr>
                        <m:t>性质</m:t>
                      </m:r>
                    </m:oMath>
                  </m:oMathPara>
                </a14:m>
                <a:endParaRPr lang="zh-CN" altLang="en-US" sz="4000" dirty="0">
                  <a:solidFill>
                    <a:srgbClr val="FF0000"/>
                  </a:solidFill>
                  <a:latin typeface="STXinwei" panose="02010800040101010101" pitchFamily="2" charset="-122"/>
                  <a:ea typeface="STXinwei" panose="02010800040101010101" pitchFamily="2" charset="-122"/>
                </a:endParaRPr>
              </a:p>
            </p:txBody>
          </p:sp>
        </mc:Choice>
        <mc:Fallback xmlns="">
          <p:sp>
            <p:nvSpPr>
              <p:cNvPr id="13" name="文本框 12">
                <a:extLst>
                  <a:ext uri="{FF2B5EF4-FFF2-40B4-BE49-F238E27FC236}">
                    <a16:creationId xmlns:a16="http://schemas.microsoft.com/office/drawing/2014/main" id="{C2BCE07B-4EEF-A4FC-F6E5-3ACC118AACE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86940" y="313460"/>
                <a:ext cx="4572000" cy="707886"/>
              </a:xfrm>
              <a:prstGeom prst="rect">
                <a:avLst/>
              </a:prstGeom>
              <a:blipFill>
                <a:blip r:embed="rId11"/>
                <a:stretch>
                  <a:fillRect b="-1403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" name="直线连接符 1">
            <a:extLst>
              <a:ext uri="{FF2B5EF4-FFF2-40B4-BE49-F238E27FC236}">
                <a16:creationId xmlns:a16="http://schemas.microsoft.com/office/drawing/2014/main" id="{B3A99215-D6A8-BD15-5898-E266FEC3B801}"/>
              </a:ext>
            </a:extLst>
          </p:cNvPr>
          <p:cNvCxnSpPr/>
          <p:nvPr/>
        </p:nvCxnSpPr>
        <p:spPr>
          <a:xfrm>
            <a:off x="0" y="1082842"/>
            <a:ext cx="9144000" cy="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文本框 4">
                <a:extLst>
                  <a:ext uri="{FF2B5EF4-FFF2-40B4-BE49-F238E27FC236}">
                    <a16:creationId xmlns:a16="http://schemas.microsoft.com/office/drawing/2014/main" id="{CCB4698E-37FA-D937-7169-091E175DFE1A}"/>
                  </a:ext>
                </a:extLst>
              </p:cNvPr>
              <p:cNvSpPr txBox="1"/>
              <p:nvPr/>
            </p:nvSpPr>
            <p:spPr>
              <a:xfrm>
                <a:off x="2279985" y="3911951"/>
                <a:ext cx="4584030" cy="123194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US" altLang="zh-CN" sz="2400" i="1" kern="100" dirty="0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funcPr>
                        <m:fName>
                          <m:r>
                            <a:rPr lang="en-US" altLang="zh-CN" sz="2400" b="0" i="1" kern="100" dirty="0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𝑐𝑜</m:t>
                          </m:r>
                          <m:r>
                            <a:rPr lang="en-US" altLang="zh-CN" sz="2400" i="1" kern="100" dirty="0" err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𝑣</m:t>
                          </m:r>
                        </m:fName>
                        <m:e>
                          <m:d>
                            <m:dPr>
                              <m:ctrlPr>
                                <a:rPr lang="en-US" altLang="zh-CN" sz="2400" i="1" kern="100" dirty="0" err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sz="2400" kern="10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𝑋</m:t>
                              </m:r>
                              <m:r>
                                <a:rPr lang="en-US" altLang="zh-CN" sz="2400" kern="10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,</m:t>
                              </m:r>
                              <m:r>
                                <a:rPr lang="en-US" altLang="zh-CN" sz="2400" kern="10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𝑋</m:t>
                              </m:r>
                            </m:e>
                          </m:d>
                        </m:e>
                      </m:func>
                      <m:r>
                        <a:rPr lang="en-US" altLang="zh-CN" sz="2400" kern="1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r>
                        <a:rPr lang="en-US" altLang="zh-CN" sz="2400" b="0" i="1" kern="100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𝐸</m:t>
                      </m:r>
                      <m:d>
                        <m:dPr>
                          <m:ctrlPr>
                            <a:rPr lang="en-US" altLang="zh-CN" sz="2400" b="0" i="1" kern="100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US" altLang="zh-CN" sz="2400" b="0" i="1" kern="100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𝑋𝑋</m:t>
                          </m:r>
                        </m:e>
                      </m:d>
                      <m:r>
                        <a:rPr lang="en-US" altLang="zh-CN" sz="2400" b="0" i="1" kern="100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−</m:t>
                      </m:r>
                      <m:r>
                        <a:rPr lang="en-US" altLang="zh-CN" sz="2400" b="0" i="1" kern="100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𝐸</m:t>
                      </m:r>
                      <m:d>
                        <m:dPr>
                          <m:ctrlPr>
                            <a:rPr lang="en-US" altLang="zh-CN" sz="2400" b="0" i="1" kern="100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US" altLang="zh-CN" sz="2400" b="0" i="1" kern="100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𝑋</m:t>
                          </m:r>
                        </m:e>
                      </m:d>
                      <m:r>
                        <a:rPr lang="en-US" altLang="zh-CN" sz="2400" b="0" i="1" kern="100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𝐸</m:t>
                      </m:r>
                      <m:d>
                        <m:dPr>
                          <m:ctrlPr>
                            <a:rPr lang="en-US" altLang="zh-CN" sz="2400" b="0" i="1" kern="100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US" altLang="zh-CN" sz="2400" b="0" i="1" kern="100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𝑋</m:t>
                          </m:r>
                        </m:e>
                      </m:d>
                      <m:r>
                        <a:rPr lang="en-US" altLang="zh-CN" sz="2400" b="0" i="1" kern="100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 </m:t>
                      </m:r>
                    </m:oMath>
                  </m:oMathPara>
                </a14:m>
                <a:endParaRPr lang="en-US" altLang="zh-CN" sz="2400" b="0" i="1" kern="100" dirty="0">
                  <a:solidFill>
                    <a:prstClr val="black"/>
                  </a:solidFill>
                  <a:latin typeface="Cambria Math" panose="02040503050406030204" pitchFamily="18" charset="0"/>
                  <a:cs typeface="Times New Roman" panose="02020603050405020304" pitchFamily="18" charset="0"/>
                </a:endParaRPr>
              </a:p>
              <a:p>
                <a:r>
                  <a:rPr lang="en-US" altLang="zh-CN" sz="2400" kern="100" dirty="0">
                    <a:solidFill>
                      <a:prstClr val="black"/>
                    </a:solidFill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sz="2400" b="0" i="0" kern="100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                   </m:t>
                    </m:r>
                    <m:r>
                      <a:rPr lang="en-US" altLang="zh-CN" sz="2400" i="1" kern="100">
                        <a:solidFill>
                          <a:prstClr val="black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r>
                      <a:rPr lang="en-US" altLang="zh-CN" sz="2400" b="0" i="1" kern="100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𝐸</m:t>
                    </m:r>
                    <m:d>
                      <m:dPr>
                        <m:ctrlPr>
                          <a:rPr lang="en-US" altLang="zh-CN" sz="2400" b="0" i="1" kern="10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altLang="zh-CN" sz="2400" i="1" kern="100" smtClean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sz="2400" b="0" i="1" kern="100" smtClean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𝑋</m:t>
                            </m:r>
                          </m:e>
                          <m:sup>
                            <m:r>
                              <a:rPr lang="en-US" altLang="zh-CN" sz="2400" b="0" i="1" kern="100" smtClean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2</m:t>
                            </m:r>
                          </m:sup>
                        </m:sSup>
                      </m:e>
                    </m:d>
                    <m:r>
                      <a:rPr lang="en-US" altLang="zh-CN" sz="2400" b="0" i="1" kern="100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−</m:t>
                    </m:r>
                    <m:sSup>
                      <m:sSupPr>
                        <m:ctrlPr>
                          <a:rPr lang="en-US" altLang="zh-CN" sz="2400" b="0" i="1" kern="100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altLang="zh-CN" sz="2400" i="1" kern="10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𝐸</m:t>
                        </m:r>
                        <m:r>
                          <a:rPr lang="en-US" altLang="zh-CN" sz="2400" i="1" kern="10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(</m:t>
                        </m:r>
                        <m:r>
                          <a:rPr lang="en-US" altLang="zh-CN" sz="2400" i="1" kern="10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𝑋</m:t>
                        </m:r>
                        <m:r>
                          <a:rPr lang="en-US" altLang="zh-CN" sz="2400" i="1" kern="10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)</m:t>
                        </m:r>
                      </m:e>
                      <m:sup>
                        <m:r>
                          <a:rPr lang="en-US" altLang="zh-CN" sz="2400" b="0" i="1" kern="100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</m:sup>
                    </m:sSup>
                  </m:oMath>
                </a14:m>
                <a:endParaRPr lang="en-US" altLang="zh-CN" sz="2400" b="0" i="1" kern="100" dirty="0">
                  <a:solidFill>
                    <a:prstClr val="black"/>
                  </a:solidFill>
                  <a:latin typeface="Cambria Math" panose="02040503050406030204" pitchFamily="18" charset="0"/>
                  <a:cs typeface="Times New Roman" panose="02020603050405020304" pitchFamily="18" charset="0"/>
                </a:endParaRPr>
              </a:p>
              <a:p>
                <a:r>
                  <a:rPr lang="en-US" altLang="zh-CN" sz="2400" b="0" kern="100" dirty="0">
                    <a:solidFill>
                      <a:prstClr val="black"/>
                    </a:solidFill>
                    <a:cs typeface="Times New Roman" panose="02020603050405020304" pitchFamily="18" charset="0"/>
                  </a:rPr>
                  <a:t>                     </a:t>
                </a:r>
                <a14:m>
                  <m:oMath xmlns:m="http://schemas.openxmlformats.org/officeDocument/2006/math">
                    <m:r>
                      <a:rPr lang="en-US" altLang="zh-CN" sz="2400" b="0" i="1" kern="100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r>
                      <a:rPr lang="en-US" altLang="zh-CN" sz="2400" kern="100">
                        <a:solidFill>
                          <a:prstClr val="black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𝐷</m:t>
                    </m:r>
                    <m:r>
                      <a:rPr lang="en-US" altLang="zh-CN" sz="2400" kern="100">
                        <a:solidFill>
                          <a:prstClr val="black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(</m:t>
                    </m:r>
                    <m:r>
                      <a:rPr lang="en-US" altLang="zh-CN" sz="2400" kern="100">
                        <a:solidFill>
                          <a:prstClr val="black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𝑋</m:t>
                    </m:r>
                    <m:r>
                      <a:rPr lang="en-US" altLang="zh-CN" sz="2400" kern="100">
                        <a:solidFill>
                          <a:prstClr val="black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)</m:t>
                    </m:r>
                  </m:oMath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5" name="文本框 4">
                <a:extLst>
                  <a:ext uri="{FF2B5EF4-FFF2-40B4-BE49-F238E27FC236}">
                    <a16:creationId xmlns:a16="http://schemas.microsoft.com/office/drawing/2014/main" id="{CCB4698E-37FA-D937-7169-091E175DFE1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79985" y="3911951"/>
                <a:ext cx="4584030" cy="1231940"/>
              </a:xfrm>
              <a:prstGeom prst="rect">
                <a:avLst/>
              </a:prstGeom>
              <a:blipFill>
                <a:blip r:embed="rId12"/>
                <a:stretch>
                  <a:fillRect b="-306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8444423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A72D8AD7-8336-85D3-E5BC-8CC0BB0C864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174583" y="2120565"/>
                <a:ext cx="8780690" cy="5192486"/>
              </a:xfrm>
            </p:spPr>
            <p:txBody>
              <a:bodyPr>
                <a:normAutofit/>
              </a:bodyPr>
              <a:lstStyle/>
              <a:p>
                <a:pPr marL="0" indent="0">
                  <a:lnSpc>
                    <a:spcPct val="100000"/>
                  </a:lnSpc>
                  <a:buNone/>
                </a:pPr>
                <a:r>
                  <a:rPr lang="zh-CN" altLang="en-US" sz="2400" kern="100" dirty="0">
                    <a:latin typeface="Cambria Math" panose="02040503050406030204" pitchFamily="18" charset="0"/>
                    <a:cs typeface="Times New Roman" panose="02020603050405020304" pitchFamily="18" charset="0"/>
                  </a:rPr>
                  <a:t>协方差具有下列性质：</a:t>
                </a:r>
                <a:endParaRPr lang="en-US" altLang="zh-CN" sz="2400" kern="100" dirty="0">
                  <a:latin typeface="Cambria Math" panose="020405030504060302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lnSpc>
                    <a:spcPct val="100000"/>
                  </a:lnSpc>
                  <a:buNone/>
                </a:pPr>
                <a:endParaRPr lang="en-US" altLang="zh-CN" sz="2400" kern="100" dirty="0">
                  <a:latin typeface="Cambria Math" panose="020405030504060302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lnSpc>
                    <a:spcPct val="100000"/>
                  </a:lnSpc>
                  <a:buNone/>
                </a:pPr>
                <a:r>
                  <a:rPr lang="en-US" altLang="zh-CN" sz="2400" kern="100" dirty="0">
                    <a:latin typeface="Cambria Math" panose="02040503050406030204" pitchFamily="18" charset="0"/>
                    <a:cs typeface="Times New Roman" panose="02020603050405020304" pitchFamily="18" charset="0"/>
                  </a:rPr>
                  <a:t>1°    </a:t>
                </a:r>
                <a14:m>
                  <m:oMath xmlns:m="http://schemas.openxmlformats.org/officeDocument/2006/math">
                    <m:r>
                      <a:rPr lang="en-US" altLang="zh-CN" sz="2400" i="1" kern="100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𝐶𝑜𝑣</m:t>
                    </m:r>
                    <m:r>
                      <a:rPr lang="en-US" altLang="zh-CN" sz="2400" kern="10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⁡(</m:t>
                    </m:r>
                    <m:r>
                      <a:rPr lang="en-US" altLang="zh-CN" sz="2400" kern="10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𝑎𝑋</m:t>
                    </m:r>
                    <m:r>
                      <a:rPr lang="en-US" altLang="zh-CN" sz="2400" kern="10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,</m:t>
                    </m:r>
                    <m:r>
                      <a:rPr lang="en-US" altLang="zh-CN" sz="2400" kern="10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𝑏𝑌</m:t>
                    </m:r>
                    <m:r>
                      <a:rPr lang="en-US" altLang="zh-CN" sz="2400" kern="10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)=</m:t>
                    </m:r>
                    <m:r>
                      <a:rPr lang="en-US" altLang="zh-CN" sz="2400" kern="10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𝑎𝑏</m:t>
                    </m:r>
                    <m:r>
                      <a:rPr lang="en-US" altLang="zh-CN" sz="2400" i="1" kern="100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𝐶𝑜𝑣</m:t>
                    </m:r>
                    <m:r>
                      <a:rPr lang="en-US" altLang="zh-CN" sz="2400" kern="10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⁡(</m:t>
                    </m:r>
                    <m:r>
                      <a:rPr lang="en-US" altLang="zh-CN" sz="2400" kern="10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𝑋</m:t>
                    </m:r>
                    <m:r>
                      <a:rPr lang="en-US" altLang="zh-CN" sz="2400" kern="10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,</m:t>
                    </m:r>
                    <m:r>
                      <a:rPr lang="en-US" altLang="zh-CN" sz="2400" kern="10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𝑌</m:t>
                    </m:r>
                    <m:r>
                      <a:rPr lang="en-US" altLang="zh-CN" sz="2400" kern="10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),</m:t>
                    </m:r>
                    <m:r>
                      <a:rPr lang="en-US" altLang="zh-CN" sz="2400" kern="10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𝑎</m:t>
                    </m:r>
                    <m:r>
                      <a:rPr lang="en-US" altLang="zh-CN" sz="2400" kern="10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,</m:t>
                    </m:r>
                    <m:r>
                      <a:rPr lang="en-US" altLang="zh-CN" sz="2400" kern="10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𝑏</m:t>
                    </m:r>
                  </m:oMath>
                </a14:m>
                <a:r>
                  <a:rPr lang="zh-CN" altLang="en-US" sz="2400" kern="100" dirty="0">
                    <a:solidFill>
                      <a:srgbClr val="FF0000"/>
                    </a:solidFill>
                    <a:latin typeface="KaiTi" panose="02010609060101010101" pitchFamily="49" charset="-122"/>
                    <a:cs typeface="Times New Roman" panose="02020603050405020304" pitchFamily="18" charset="0"/>
                  </a:rPr>
                  <a:t>是常数</a:t>
                </a:r>
                <a:endParaRPr lang="en-US" altLang="zh-CN" sz="2400" kern="100" dirty="0">
                  <a:solidFill>
                    <a:srgbClr val="FF0000"/>
                  </a:solidFill>
                  <a:latin typeface="KaiTi" panose="02010609060101010101" pitchFamily="49" charset="-122"/>
                  <a:cs typeface="Times New Roman" panose="02020603050405020304" pitchFamily="18" charset="0"/>
                </a:endParaRPr>
              </a:p>
              <a:p>
                <a:pPr marL="0" indent="0">
                  <a:lnSpc>
                    <a:spcPct val="100000"/>
                  </a:lnSpc>
                  <a:buNone/>
                </a:pPr>
                <a:endParaRPr lang="zh-CN" altLang="zh-CN" sz="2400" kern="100" dirty="0">
                  <a:latin typeface="KaiTi" panose="02010609060101010101" pitchFamily="49" charset="-122"/>
                  <a:cs typeface="Times New Roman" panose="02020603050405020304" pitchFamily="18" charset="0"/>
                </a:endParaRPr>
              </a:p>
              <a:p>
                <a:pPr marL="0" indent="0">
                  <a:lnSpc>
                    <a:spcPct val="100000"/>
                  </a:lnSpc>
                  <a:buNone/>
                </a:pPr>
                <a:r>
                  <a:rPr lang="en-US" altLang="zh-CN" sz="2400" kern="100" dirty="0">
                    <a:latin typeface="Cambria Math" panose="02040503050406030204" pitchFamily="18" charset="0"/>
                    <a:cs typeface="Times New Roman" panose="02020603050405020304" pitchFamily="18" charset="0"/>
                  </a:rPr>
                  <a:t>2°   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US" altLang="zh-CN" sz="2400" i="1" kern="10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</m:ctrlPr>
                      </m:funcPr>
                      <m:fName>
                        <m:r>
                          <a:rPr lang="en-US" altLang="zh-CN" sz="2400" i="1" kern="100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𝐶𝑜𝑣</m:t>
                        </m:r>
                      </m:fName>
                      <m:e>
                        <m:d>
                          <m:dPr>
                            <m:ctrlPr>
                              <a:rPr lang="en-US" altLang="zh-CN" sz="2400" i="1" kern="10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等线" panose="02010600030101010101" pitchFamily="2" charset="-122"/>
                                <a:cs typeface="Times New Roman" panose="020206030504050203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zh-CN" altLang="zh-CN" sz="2400" i="1" kern="10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2400" kern="10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  <a:ea typeface="等线" panose="02010600030101010101" pitchFamily="2" charset="-122"/>
                                    <a:cs typeface="Times New Roman" panose="02020603050405020304" pitchFamily="18" charset="0"/>
                                  </a:rPr>
                                  <m:t>𝑋</m:t>
                                </m:r>
                              </m:e>
                              <m:sub>
                                <m:r>
                                  <a:rPr lang="en-US" altLang="zh-CN" sz="2400" kern="10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  <a:ea typeface="等线" panose="02010600030101010101" pitchFamily="2" charset="-122"/>
                                    <a:cs typeface="Times New Roman" panose="02020603050405020304" pitchFamily="18" charset="0"/>
                                  </a:rPr>
                                  <m:t>1</m:t>
                                </m:r>
                              </m:sub>
                            </m:sSub>
                            <m:r>
                              <a:rPr lang="en-US" altLang="zh-CN" sz="2400" kern="10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等线" panose="02010600030101010101" pitchFamily="2" charset="-122"/>
                                <a:cs typeface="Times New Roman" panose="02020603050405020304" pitchFamily="18" charset="0"/>
                              </a:rPr>
                              <m:t>+</m:t>
                            </m:r>
                            <m:sSub>
                              <m:sSubPr>
                                <m:ctrlPr>
                                  <a:rPr lang="zh-CN" altLang="zh-CN" sz="2400" i="1" kern="10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2400" kern="10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  <a:ea typeface="等线" panose="02010600030101010101" pitchFamily="2" charset="-122"/>
                                    <a:cs typeface="Times New Roman" panose="02020603050405020304" pitchFamily="18" charset="0"/>
                                  </a:rPr>
                                  <m:t>𝑋</m:t>
                                </m:r>
                              </m:e>
                              <m:sub>
                                <m:r>
                                  <a:rPr lang="en-US" altLang="zh-CN" sz="2400" kern="10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  <a:ea typeface="等线" panose="02010600030101010101" pitchFamily="2" charset="-122"/>
                                    <a:cs typeface="Times New Roman" panose="02020603050405020304" pitchFamily="18" charset="0"/>
                                  </a:rPr>
                                  <m:t>2</m:t>
                                </m:r>
                              </m:sub>
                            </m:sSub>
                            <m:r>
                              <a:rPr lang="en-US" altLang="zh-CN" sz="2400" kern="10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等线" panose="02010600030101010101" pitchFamily="2" charset="-122"/>
                                <a:cs typeface="Times New Roman" panose="02020603050405020304" pitchFamily="18" charset="0"/>
                              </a:rPr>
                              <m:t>,</m:t>
                            </m:r>
                            <m:r>
                              <a:rPr lang="en-US" altLang="zh-CN" sz="2400" kern="10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等线" panose="02010600030101010101" pitchFamily="2" charset="-122"/>
                                <a:cs typeface="Times New Roman" panose="02020603050405020304" pitchFamily="18" charset="0"/>
                              </a:rPr>
                              <m:t>𝑌</m:t>
                            </m:r>
                          </m:e>
                        </m:d>
                      </m:e>
                    </m:func>
                    <m:r>
                      <a:rPr lang="en-US" altLang="zh-CN" sz="2400" kern="10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=</m:t>
                    </m:r>
                    <m:func>
                      <m:funcPr>
                        <m:ctrlPr>
                          <a:rPr lang="en-US" altLang="zh-CN" sz="2400" i="1" kern="10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</m:ctrlPr>
                      </m:funcPr>
                      <m:fName>
                        <m:r>
                          <a:rPr lang="en-US" altLang="zh-CN" sz="2400" i="1" kern="100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𝐶𝑜𝑣</m:t>
                        </m:r>
                      </m:fName>
                      <m:e>
                        <m:d>
                          <m:dPr>
                            <m:ctrlPr>
                              <a:rPr lang="en-US" altLang="zh-CN" sz="2400" i="1" kern="10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等线" panose="02010600030101010101" pitchFamily="2" charset="-122"/>
                                <a:cs typeface="Times New Roman" panose="020206030504050203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zh-CN" altLang="zh-CN" sz="2400" i="1" kern="10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2400" kern="10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  <a:ea typeface="等线" panose="02010600030101010101" pitchFamily="2" charset="-122"/>
                                    <a:cs typeface="Times New Roman" panose="02020603050405020304" pitchFamily="18" charset="0"/>
                                  </a:rPr>
                                  <m:t>𝑋</m:t>
                                </m:r>
                              </m:e>
                              <m:sub>
                                <m:r>
                                  <a:rPr lang="en-US" altLang="zh-CN" sz="2400" kern="10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  <a:ea typeface="等线" panose="02010600030101010101" pitchFamily="2" charset="-122"/>
                                    <a:cs typeface="Times New Roman" panose="02020603050405020304" pitchFamily="18" charset="0"/>
                                  </a:rPr>
                                  <m:t>1</m:t>
                                </m:r>
                              </m:sub>
                            </m:sSub>
                            <m:r>
                              <a:rPr lang="en-US" altLang="zh-CN" sz="2400" kern="10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等线" panose="02010600030101010101" pitchFamily="2" charset="-122"/>
                                <a:cs typeface="Times New Roman" panose="02020603050405020304" pitchFamily="18" charset="0"/>
                              </a:rPr>
                              <m:t>,</m:t>
                            </m:r>
                            <m:r>
                              <a:rPr lang="en-US" altLang="zh-CN" sz="2400" kern="10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等线" panose="02010600030101010101" pitchFamily="2" charset="-122"/>
                                <a:cs typeface="Times New Roman" panose="02020603050405020304" pitchFamily="18" charset="0"/>
                              </a:rPr>
                              <m:t>𝑌</m:t>
                            </m:r>
                          </m:e>
                        </m:d>
                      </m:e>
                    </m:func>
                    <m:r>
                      <a:rPr lang="en-US" altLang="zh-CN" sz="2400" kern="10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+</m:t>
                    </m:r>
                    <m:r>
                      <a:rPr lang="en-US" altLang="zh-CN" sz="2400" i="1" kern="100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𝐶𝑜𝑣</m:t>
                    </m:r>
                    <m:d>
                      <m:dPr>
                        <m:ctrlPr>
                          <a:rPr lang="en-US" altLang="zh-CN" sz="2400" i="1" kern="10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zh-CN" altLang="zh-CN" sz="2400" i="1" kern="10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400" kern="10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等线" panose="02010600030101010101" pitchFamily="2" charset="-122"/>
                                <a:cs typeface="Times New Roman" panose="02020603050405020304" pitchFamily="18" charset="0"/>
                              </a:rPr>
                              <m:t>𝑋</m:t>
                            </m:r>
                          </m:e>
                          <m:sub>
                            <m:r>
                              <a:rPr lang="en-US" altLang="zh-CN" sz="2400" kern="10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等线" panose="02010600030101010101" pitchFamily="2" charset="-122"/>
                                <a:cs typeface="Times New Roman" panose="020206030504050203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altLang="zh-CN" sz="2400" kern="10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,</m:t>
                        </m:r>
                        <m:r>
                          <a:rPr lang="en-US" altLang="zh-CN" sz="2400" kern="10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𝑌</m:t>
                        </m:r>
                      </m:e>
                    </m:d>
                  </m:oMath>
                </a14:m>
                <a:endParaRPr lang="en-US" altLang="zh-CN" sz="2400" kern="100" dirty="0">
                  <a:latin typeface="Cambria Math" panose="02040503050406030204" pitchFamily="18" charset="0"/>
                  <a:ea typeface="等线" panose="02010600030101010101" pitchFamily="2" charset="-122"/>
                  <a:cs typeface="Times New Roman" panose="02020603050405020304" pitchFamily="18" charset="0"/>
                </a:endParaRPr>
              </a:p>
              <a:p>
                <a:pPr marL="0" indent="0">
                  <a:lnSpc>
                    <a:spcPct val="100000"/>
                  </a:lnSpc>
                  <a:buNone/>
                </a:pPr>
                <a:endParaRPr lang="en-US" altLang="zh-CN" sz="2400" kern="100" dirty="0">
                  <a:latin typeface="Cambria Math" panose="020405030504060302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A72D8AD7-8336-85D3-E5BC-8CC0BB0C864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174583" y="2120565"/>
                <a:ext cx="8780690" cy="5192486"/>
              </a:xfrm>
              <a:blipFill>
                <a:blip r:embed="rId2"/>
                <a:stretch>
                  <a:fillRect l="-1156" t="-146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文本框 3">
                <a:extLst>
                  <a:ext uri="{FF2B5EF4-FFF2-40B4-BE49-F238E27FC236}">
                    <a16:creationId xmlns:a16="http://schemas.microsoft.com/office/drawing/2014/main" id="{FB78C2C7-3A14-3696-3D4C-288453D1A1F6}"/>
                  </a:ext>
                </a:extLst>
              </p:cNvPr>
              <p:cNvSpPr txBox="1"/>
              <p:nvPr/>
            </p:nvSpPr>
            <p:spPr>
              <a:xfrm>
                <a:off x="2186940" y="313460"/>
                <a:ext cx="4572000" cy="70788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kumimoji="1" lang="zh-CN" altLang="en-US" sz="4000" i="0" smtClean="0">
                          <a:solidFill>
                            <a:srgbClr val="FF0000"/>
                          </a:solidFill>
                          <a:latin typeface="STXinwei" panose="02010800040101010101" pitchFamily="2" charset="-122"/>
                          <a:ea typeface="STXinwei" panose="02010800040101010101" pitchFamily="2" charset="-122"/>
                        </a:rPr>
                        <m:t>协方差的</m:t>
                      </m:r>
                      <m:r>
                        <a:rPr kumimoji="1" lang="zh-CN" altLang="en-US" sz="4000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STXinwei" panose="02010800040101010101" pitchFamily="2" charset="-122"/>
                        </a:rPr>
                        <m:t>性质</m:t>
                      </m:r>
                    </m:oMath>
                  </m:oMathPara>
                </a14:m>
                <a:endParaRPr lang="zh-CN" altLang="en-US" sz="4000" dirty="0">
                  <a:solidFill>
                    <a:srgbClr val="FF0000"/>
                  </a:solidFill>
                  <a:latin typeface="STXinwei" panose="02010800040101010101" pitchFamily="2" charset="-122"/>
                  <a:ea typeface="STXinwei" panose="02010800040101010101" pitchFamily="2" charset="-122"/>
                </a:endParaRPr>
              </a:p>
            </p:txBody>
          </p:sp>
        </mc:Choice>
        <mc:Fallback xmlns="">
          <p:sp>
            <p:nvSpPr>
              <p:cNvPr id="4" name="文本框 3">
                <a:extLst>
                  <a:ext uri="{FF2B5EF4-FFF2-40B4-BE49-F238E27FC236}">
                    <a16:creationId xmlns:a16="http://schemas.microsoft.com/office/drawing/2014/main" id="{FB78C2C7-3A14-3696-3D4C-288453D1A1F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86940" y="313460"/>
                <a:ext cx="4572000" cy="707886"/>
              </a:xfrm>
              <a:prstGeom prst="rect">
                <a:avLst/>
              </a:prstGeom>
              <a:blipFill>
                <a:blip r:embed="rId3"/>
                <a:stretch>
                  <a:fillRect b="-1403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" name="直线连接符 1">
            <a:extLst>
              <a:ext uri="{FF2B5EF4-FFF2-40B4-BE49-F238E27FC236}">
                <a16:creationId xmlns:a16="http://schemas.microsoft.com/office/drawing/2014/main" id="{D66A03B5-C5A9-E63A-9592-B05E1EDD6FA4}"/>
              </a:ext>
            </a:extLst>
          </p:cNvPr>
          <p:cNvCxnSpPr/>
          <p:nvPr/>
        </p:nvCxnSpPr>
        <p:spPr>
          <a:xfrm>
            <a:off x="0" y="1082842"/>
            <a:ext cx="9144000" cy="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349838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文本框 1">
                <a:extLst>
                  <a:ext uri="{FF2B5EF4-FFF2-40B4-BE49-F238E27FC236}">
                    <a16:creationId xmlns:a16="http://schemas.microsoft.com/office/drawing/2014/main" id="{0588D6FB-E21C-7D02-C57D-8FFE92DEBAAA}"/>
                  </a:ext>
                </a:extLst>
              </p:cNvPr>
              <p:cNvSpPr txBox="1"/>
              <p:nvPr/>
            </p:nvSpPr>
            <p:spPr>
              <a:xfrm>
                <a:off x="1336600" y="1826733"/>
                <a:ext cx="3085909" cy="169277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CN" sz="2600" b="0" i="1" smtClean="0">
                          <a:latin typeface="Cambria Math" panose="02040503050406030204" pitchFamily="18" charset="0"/>
                        </a:rPr>
                        <m:t>𝑐𝑜𝑣</m:t>
                      </m:r>
                      <m:d>
                        <m:dPr>
                          <m:ctrlPr>
                            <a:rPr kumimoji="1" lang="en-US" altLang="zh-CN" sz="26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kumimoji="1" lang="en-US" altLang="zh-CN" sz="26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  <m:r>
                            <a:rPr kumimoji="1" lang="en-US" altLang="zh-CN" sz="2600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  <m:r>
                            <a:rPr kumimoji="1" lang="en-US" altLang="zh-CN" sz="2600" b="0" i="1" smtClean="0">
                              <a:latin typeface="Cambria Math" panose="02040503050406030204" pitchFamily="18" charset="0"/>
                            </a:rPr>
                            <m:t>+2</m:t>
                          </m:r>
                          <m:r>
                            <a:rPr kumimoji="1" lang="en-US" altLang="zh-CN" sz="2600" b="0" i="1" smtClean="0">
                              <a:latin typeface="Cambria Math" panose="02040503050406030204" pitchFamily="18" charset="0"/>
                            </a:rPr>
                            <m:t>𝑌</m:t>
                          </m:r>
                          <m:r>
                            <a:rPr kumimoji="1" lang="en-US" altLang="zh-CN" sz="26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kumimoji="1" lang="en-US" altLang="zh-CN" sz="2600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</m:d>
                      <m:r>
                        <a:rPr kumimoji="1" lang="en-US" altLang="zh-CN" sz="2600" b="0" i="1" smtClean="0">
                          <a:latin typeface="Cambria Math" panose="02040503050406030204" pitchFamily="18" charset="0"/>
                        </a:rPr>
                        <m:t>=?</m:t>
                      </m:r>
                    </m:oMath>
                  </m:oMathPara>
                </a14:m>
                <a:endParaRPr kumimoji="1" lang="en-US" altLang="zh-CN" sz="2600" b="0" dirty="0"/>
              </a:p>
              <a:p>
                <a:endParaRPr kumimoji="1" lang="en-US" altLang="zh-CN" sz="2600" dirty="0"/>
              </a:p>
              <a:p>
                <a:endParaRPr kumimoji="1" lang="en-US" altLang="zh-CN" sz="2600" dirty="0"/>
              </a:p>
              <a:p>
                <a:endParaRPr kumimoji="1" lang="zh-CN" altLang="en-US" sz="2600" dirty="0"/>
              </a:p>
            </p:txBody>
          </p:sp>
        </mc:Choice>
        <mc:Fallback xmlns="">
          <p:sp>
            <p:nvSpPr>
              <p:cNvPr id="2" name="文本框 1">
                <a:extLst>
                  <a:ext uri="{FF2B5EF4-FFF2-40B4-BE49-F238E27FC236}">
                    <a16:creationId xmlns:a16="http://schemas.microsoft.com/office/drawing/2014/main" id="{0588D6FB-E21C-7D02-C57D-8FFE92DEBAA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36600" y="1826733"/>
                <a:ext cx="3085909" cy="1692771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" name="直线连接符 2">
            <a:extLst>
              <a:ext uri="{FF2B5EF4-FFF2-40B4-BE49-F238E27FC236}">
                <a16:creationId xmlns:a16="http://schemas.microsoft.com/office/drawing/2014/main" id="{D2422F66-62BE-0651-5AA4-868A6EA90D64}"/>
              </a:ext>
            </a:extLst>
          </p:cNvPr>
          <p:cNvCxnSpPr/>
          <p:nvPr/>
        </p:nvCxnSpPr>
        <p:spPr>
          <a:xfrm>
            <a:off x="0" y="1082842"/>
            <a:ext cx="9144000" cy="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矩形 5">
            <a:extLst>
              <a:ext uri="{FF2B5EF4-FFF2-40B4-BE49-F238E27FC236}">
                <a16:creationId xmlns:a16="http://schemas.microsoft.com/office/drawing/2014/main" id="{515AFF17-2BA1-5140-06A8-7D02CFD15172}"/>
              </a:ext>
            </a:extLst>
          </p:cNvPr>
          <p:cNvSpPr/>
          <p:nvPr/>
        </p:nvSpPr>
        <p:spPr bwMode="auto">
          <a:xfrm>
            <a:off x="0" y="0"/>
            <a:ext cx="260169" cy="6858000"/>
          </a:xfrm>
          <a:prstGeom prst="rect">
            <a:avLst/>
          </a:prstGeom>
          <a:solidFill>
            <a:srgbClr val="00B050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28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40401F0D-A0DA-009B-F779-00C746C10108}"/>
              </a:ext>
            </a:extLst>
          </p:cNvPr>
          <p:cNvSpPr txBox="1"/>
          <p:nvPr/>
        </p:nvSpPr>
        <p:spPr>
          <a:xfrm>
            <a:off x="2186940" y="313460"/>
            <a:ext cx="457200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1" lang="en-US" altLang="zh-CN" sz="4000" b="0" i="0" dirty="0">
                <a:solidFill>
                  <a:srgbClr val="FF0000"/>
                </a:solidFill>
                <a:latin typeface="Arial" panose="020B0604020202020204" pitchFamily="34" charset="0"/>
                <a:ea typeface="STXinwei" panose="02010800040101010101" pitchFamily="2" charset="-122"/>
                <a:cs typeface="Arial" panose="020B0604020202020204" pitchFamily="34" charset="0"/>
              </a:rPr>
              <a:t>Practice </a:t>
            </a:r>
            <a:r>
              <a:rPr lang="en-US" altLang="zh-CN" sz="4000" dirty="0">
                <a:solidFill>
                  <a:srgbClr val="FF0000"/>
                </a:solidFill>
                <a:latin typeface="Arial" panose="020B0604020202020204" pitchFamily="34" charset="0"/>
                <a:ea typeface="STXinwei" panose="02010800040101010101" pitchFamily="2" charset="-122"/>
                <a:cs typeface="Arial" panose="020B0604020202020204" pitchFamily="34" charset="0"/>
              </a:rPr>
              <a:t>#3</a:t>
            </a:r>
            <a:endParaRPr lang="zh-CN" altLang="en-US" sz="4000" dirty="0">
              <a:solidFill>
                <a:srgbClr val="FF0000"/>
              </a:solidFill>
              <a:latin typeface="Arial" panose="020B0604020202020204" pitchFamily="34" charset="0"/>
              <a:ea typeface="STXinwei" panose="02010800040101010101" pitchFamily="2" charset="-122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498701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文本框 1">
                <a:extLst>
                  <a:ext uri="{FF2B5EF4-FFF2-40B4-BE49-F238E27FC236}">
                    <a16:creationId xmlns:a16="http://schemas.microsoft.com/office/drawing/2014/main" id="{0588D6FB-E21C-7D02-C57D-8FFE92DEBAAA}"/>
                  </a:ext>
                </a:extLst>
              </p:cNvPr>
              <p:cNvSpPr txBox="1"/>
              <p:nvPr/>
            </p:nvSpPr>
            <p:spPr>
              <a:xfrm>
                <a:off x="1336600" y="1826733"/>
                <a:ext cx="3085909" cy="169277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CN" sz="2600" b="0" i="1" smtClean="0">
                          <a:latin typeface="Cambria Math" panose="02040503050406030204" pitchFamily="18" charset="0"/>
                        </a:rPr>
                        <m:t>𝑐𝑜𝑣</m:t>
                      </m:r>
                      <m:d>
                        <m:dPr>
                          <m:ctrlPr>
                            <a:rPr kumimoji="1" lang="en-US" altLang="zh-CN" sz="26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kumimoji="1" lang="en-US" altLang="zh-CN" sz="26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  <m:r>
                            <a:rPr kumimoji="1" lang="en-US" altLang="zh-CN" sz="2600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  <m:r>
                            <a:rPr kumimoji="1" lang="en-US" altLang="zh-CN" sz="2600" b="0" i="1" smtClean="0">
                              <a:latin typeface="Cambria Math" panose="02040503050406030204" pitchFamily="18" charset="0"/>
                            </a:rPr>
                            <m:t>+2</m:t>
                          </m:r>
                          <m:r>
                            <a:rPr kumimoji="1" lang="en-US" altLang="zh-CN" sz="2600" b="0" i="1" smtClean="0">
                              <a:latin typeface="Cambria Math" panose="02040503050406030204" pitchFamily="18" charset="0"/>
                            </a:rPr>
                            <m:t>𝑌</m:t>
                          </m:r>
                          <m:r>
                            <a:rPr kumimoji="1" lang="en-US" altLang="zh-CN" sz="26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kumimoji="1" lang="en-US" altLang="zh-CN" sz="2600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</m:d>
                      <m:r>
                        <a:rPr kumimoji="1" lang="en-US" altLang="zh-CN" sz="2600" b="0" i="1" smtClean="0">
                          <a:latin typeface="Cambria Math" panose="02040503050406030204" pitchFamily="18" charset="0"/>
                        </a:rPr>
                        <m:t>=?</m:t>
                      </m:r>
                    </m:oMath>
                  </m:oMathPara>
                </a14:m>
                <a:endParaRPr kumimoji="1" lang="en-US" altLang="zh-CN" sz="2600" b="0" dirty="0"/>
              </a:p>
              <a:p>
                <a:endParaRPr kumimoji="1" lang="en-US" altLang="zh-CN" sz="2600" dirty="0"/>
              </a:p>
              <a:p>
                <a:endParaRPr kumimoji="1" lang="en-US" altLang="zh-CN" sz="2600" dirty="0"/>
              </a:p>
              <a:p>
                <a:endParaRPr kumimoji="1" lang="zh-CN" altLang="en-US" sz="2600" dirty="0"/>
              </a:p>
            </p:txBody>
          </p:sp>
        </mc:Choice>
        <mc:Fallback xmlns="">
          <p:sp>
            <p:nvSpPr>
              <p:cNvPr id="2" name="文本框 1">
                <a:extLst>
                  <a:ext uri="{FF2B5EF4-FFF2-40B4-BE49-F238E27FC236}">
                    <a16:creationId xmlns:a16="http://schemas.microsoft.com/office/drawing/2014/main" id="{0588D6FB-E21C-7D02-C57D-8FFE92DEBAA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36600" y="1826733"/>
                <a:ext cx="3085909" cy="1692771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文本框 3">
                <a:extLst>
                  <a:ext uri="{FF2B5EF4-FFF2-40B4-BE49-F238E27FC236}">
                    <a16:creationId xmlns:a16="http://schemas.microsoft.com/office/drawing/2014/main" id="{BA1632F2-87CF-3D9D-7F32-A69A50AB65C3}"/>
                  </a:ext>
                </a:extLst>
              </p:cNvPr>
              <p:cNvSpPr txBox="1"/>
              <p:nvPr/>
            </p:nvSpPr>
            <p:spPr>
              <a:xfrm>
                <a:off x="1247115" y="3224871"/>
                <a:ext cx="6658554" cy="423141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CN" sz="2600" b="0" i="1" smtClean="0">
                          <a:latin typeface="Cambria Math" panose="02040503050406030204" pitchFamily="18" charset="0"/>
                        </a:rPr>
                        <m:t>𝑐𝑜𝑣</m:t>
                      </m:r>
                      <m:d>
                        <m:dPr>
                          <m:ctrlPr>
                            <a:rPr kumimoji="1" lang="en-US" altLang="zh-CN" sz="26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kumimoji="1" lang="en-US" altLang="zh-CN" sz="26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  <m:r>
                            <a:rPr kumimoji="1" lang="en-US" altLang="zh-CN" sz="2600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  <m:r>
                            <a:rPr kumimoji="1" lang="en-US" altLang="zh-CN" sz="2600" b="0" i="1" smtClean="0">
                              <a:latin typeface="Cambria Math" panose="02040503050406030204" pitchFamily="18" charset="0"/>
                            </a:rPr>
                            <m:t>+2</m:t>
                          </m:r>
                          <m:r>
                            <a:rPr kumimoji="1" lang="en-US" altLang="zh-CN" sz="2600" b="0" i="1" smtClean="0">
                              <a:latin typeface="Cambria Math" panose="02040503050406030204" pitchFamily="18" charset="0"/>
                            </a:rPr>
                            <m:t>𝑌</m:t>
                          </m:r>
                          <m:r>
                            <a:rPr kumimoji="1" lang="en-US" altLang="zh-CN" sz="26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kumimoji="1" lang="en-US" altLang="zh-CN" sz="2600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</m:d>
                      <m:r>
                        <a:rPr kumimoji="1" lang="en-US" altLang="zh-CN" sz="26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kumimoji="1" lang="en-US" altLang="zh-CN" sz="2600" b="0" i="1" smtClean="0">
                          <a:latin typeface="Cambria Math" panose="02040503050406030204" pitchFamily="18" charset="0"/>
                        </a:rPr>
                        <m:t>𝑐𝑜𝑣</m:t>
                      </m:r>
                      <m:d>
                        <m:dPr>
                          <m:ctrlPr>
                            <a:rPr kumimoji="1" lang="en-US" altLang="zh-CN" sz="26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kumimoji="1" lang="en-US" altLang="zh-CN" sz="26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  <m:r>
                            <a:rPr kumimoji="1" lang="en-US" altLang="zh-CN" sz="2600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  <m:r>
                            <a:rPr kumimoji="1" lang="en-US" altLang="zh-CN" sz="26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kumimoji="1" lang="en-US" altLang="zh-CN" sz="2600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</m:d>
                      <m:r>
                        <a:rPr kumimoji="1" lang="en-US" altLang="zh-CN" sz="2600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kumimoji="1" lang="en-US" altLang="zh-CN" sz="2600" b="0" i="1" smtClean="0">
                          <a:latin typeface="Cambria Math" panose="02040503050406030204" pitchFamily="18" charset="0"/>
                        </a:rPr>
                        <m:t>𝑐𝑜𝑣</m:t>
                      </m:r>
                      <m:d>
                        <m:dPr>
                          <m:ctrlPr>
                            <a:rPr kumimoji="1" lang="en-US" altLang="zh-CN" sz="26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kumimoji="1" lang="en-US" altLang="zh-CN" sz="26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kumimoji="1" lang="en-US" altLang="zh-CN" sz="2600" b="0" i="1" smtClean="0">
                              <a:latin typeface="Cambria Math" panose="02040503050406030204" pitchFamily="18" charset="0"/>
                            </a:rPr>
                            <m:t>𝑌</m:t>
                          </m:r>
                          <m:r>
                            <a:rPr kumimoji="1" lang="en-US" altLang="zh-CN" sz="26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kumimoji="1" lang="en-US" altLang="zh-CN" sz="2600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</m:d>
                    </m:oMath>
                  </m:oMathPara>
                </a14:m>
                <a:endParaRPr kumimoji="1" lang="en-US" altLang="zh-CN" sz="2600" b="0" dirty="0"/>
              </a:p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zh-CN" altLang="en-US" sz="2600" b="0" i="1" smtClean="0">
                          <a:latin typeface="Cambria Math" panose="02040503050406030204" pitchFamily="18" charset="0"/>
                        </a:rPr>
                        <m:t>                                 </m:t>
                      </m:r>
                      <m:r>
                        <a:rPr kumimoji="1" lang="en-US" altLang="zh-CN" sz="2600" b="0" i="1" smtClean="0">
                          <a:latin typeface="Cambria Math" panose="02040503050406030204" pitchFamily="18" charset="0"/>
                        </a:rPr>
                        <m:t>=3</m:t>
                      </m:r>
                      <m:r>
                        <a:rPr kumimoji="1" lang="en-US" altLang="zh-CN" sz="2600" b="0" i="1" smtClean="0">
                          <a:latin typeface="Cambria Math" panose="02040503050406030204" pitchFamily="18" charset="0"/>
                        </a:rPr>
                        <m:t>𝑐𝑜𝑣</m:t>
                      </m:r>
                      <m:d>
                        <m:dPr>
                          <m:ctrlPr>
                            <a:rPr kumimoji="1" lang="en-US" altLang="zh-CN" sz="26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kumimoji="1" lang="en-US" altLang="zh-CN" sz="2600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  <m:r>
                            <a:rPr kumimoji="1" lang="en-US" altLang="zh-CN" sz="26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kumimoji="1" lang="en-US" altLang="zh-CN" sz="2600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</m:d>
                      <m:r>
                        <a:rPr kumimoji="1" lang="en-US" altLang="zh-CN" sz="2600" b="0" i="1" smtClean="0">
                          <a:latin typeface="Cambria Math" panose="02040503050406030204" pitchFamily="18" charset="0"/>
                        </a:rPr>
                        <m:t>+2</m:t>
                      </m:r>
                      <m:r>
                        <a:rPr kumimoji="1" lang="en-US" altLang="zh-CN" sz="2600" b="0" i="1" smtClean="0">
                          <a:latin typeface="Cambria Math" panose="02040503050406030204" pitchFamily="18" charset="0"/>
                        </a:rPr>
                        <m:t>𝑐𝑜𝑣</m:t>
                      </m:r>
                      <m:d>
                        <m:dPr>
                          <m:ctrlPr>
                            <a:rPr kumimoji="1" lang="en-US" altLang="zh-CN" sz="26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kumimoji="1" lang="en-US" altLang="zh-CN" sz="2600" b="0" i="1" smtClean="0">
                              <a:latin typeface="Cambria Math" panose="02040503050406030204" pitchFamily="18" charset="0"/>
                            </a:rPr>
                            <m:t>𝑌</m:t>
                          </m:r>
                          <m:r>
                            <a:rPr kumimoji="1" lang="en-US" altLang="zh-CN" sz="26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kumimoji="1" lang="en-US" altLang="zh-CN" sz="2600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</m:d>
                    </m:oMath>
                  </m:oMathPara>
                </a14:m>
                <a:endParaRPr kumimoji="1" lang="en-US" altLang="zh-CN" sz="2600" b="0" dirty="0"/>
              </a:p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zh-CN" altLang="en-US" sz="2600" b="0" i="1" smtClean="0">
                          <a:latin typeface="Cambria Math" panose="02040503050406030204" pitchFamily="18" charset="0"/>
                        </a:rPr>
                        <m:t>                         </m:t>
                      </m:r>
                      <m:r>
                        <a:rPr kumimoji="1" lang="en-US" altLang="zh-CN" sz="2600" b="0" i="1" smtClean="0">
                          <a:latin typeface="Cambria Math" panose="02040503050406030204" pitchFamily="18" charset="0"/>
                        </a:rPr>
                        <m:t>=3</m:t>
                      </m:r>
                      <m:r>
                        <a:rPr kumimoji="1" lang="en-US" altLang="zh-CN" sz="2600" b="0" i="1" smtClean="0">
                          <a:latin typeface="Cambria Math" panose="02040503050406030204" pitchFamily="18" charset="0"/>
                        </a:rPr>
                        <m:t>𝐷</m:t>
                      </m:r>
                      <m:d>
                        <m:dPr>
                          <m:ctrlPr>
                            <a:rPr kumimoji="1" lang="en-US" altLang="zh-CN" sz="26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kumimoji="1" lang="en-US" altLang="zh-CN" sz="2600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</m:d>
                      <m:r>
                        <a:rPr kumimoji="1" lang="en-US" altLang="zh-CN" sz="2600" b="0" i="1" smtClean="0">
                          <a:latin typeface="Cambria Math" panose="02040503050406030204" pitchFamily="18" charset="0"/>
                        </a:rPr>
                        <m:t>+2</m:t>
                      </m:r>
                      <m:r>
                        <a:rPr kumimoji="1" lang="en-US" altLang="zh-CN" sz="2600" b="0" i="1" smtClean="0">
                          <a:latin typeface="Cambria Math" panose="02040503050406030204" pitchFamily="18" charset="0"/>
                        </a:rPr>
                        <m:t>𝑐𝑜𝑣</m:t>
                      </m:r>
                      <m:r>
                        <a:rPr kumimoji="1" lang="en-US" altLang="zh-CN" sz="2600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kumimoji="1" lang="en-US" altLang="zh-CN" sz="2600" b="0" i="1" smtClean="0">
                          <a:latin typeface="Cambria Math" panose="02040503050406030204" pitchFamily="18" charset="0"/>
                        </a:rPr>
                        <m:t>𝑋</m:t>
                      </m:r>
                      <m:r>
                        <a:rPr kumimoji="1" lang="en-US" altLang="zh-CN" sz="2600" b="0" i="1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kumimoji="1" lang="en-US" altLang="zh-CN" sz="2600" b="0" i="1" smtClean="0">
                          <a:latin typeface="Cambria Math" panose="02040503050406030204" pitchFamily="18" charset="0"/>
                        </a:rPr>
                        <m:t>𝑌</m:t>
                      </m:r>
                      <m:r>
                        <a:rPr kumimoji="1" lang="en-US" altLang="zh-CN" sz="2600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kumimoji="1" lang="en-US" altLang="zh-CN" sz="2600" b="0" dirty="0"/>
              </a:p>
              <a:p>
                <a:pPr>
                  <a:lnSpc>
                    <a:spcPct val="150000"/>
                  </a:lnSpc>
                </a:pPr>
                <a:endParaRPr kumimoji="1" lang="en-US" altLang="zh-CN" sz="2600" b="0" dirty="0"/>
              </a:p>
              <a:p>
                <a:pPr>
                  <a:lnSpc>
                    <a:spcPct val="150000"/>
                  </a:lnSpc>
                </a:pPr>
                <a:endParaRPr kumimoji="1" lang="en-US" altLang="zh-CN" sz="2600" dirty="0"/>
              </a:p>
              <a:p>
                <a:pPr>
                  <a:lnSpc>
                    <a:spcPct val="150000"/>
                  </a:lnSpc>
                </a:pPr>
                <a:endParaRPr kumimoji="1" lang="en-US" altLang="zh-CN" sz="2600" dirty="0"/>
              </a:p>
              <a:p>
                <a:pPr>
                  <a:lnSpc>
                    <a:spcPct val="150000"/>
                  </a:lnSpc>
                </a:pPr>
                <a:endParaRPr kumimoji="1" lang="zh-CN" altLang="en-US" sz="2600" dirty="0"/>
              </a:p>
            </p:txBody>
          </p:sp>
        </mc:Choice>
        <mc:Fallback xmlns="">
          <p:sp>
            <p:nvSpPr>
              <p:cNvPr id="4" name="文本框 3">
                <a:extLst>
                  <a:ext uri="{FF2B5EF4-FFF2-40B4-BE49-F238E27FC236}">
                    <a16:creationId xmlns:a16="http://schemas.microsoft.com/office/drawing/2014/main" id="{BA1632F2-87CF-3D9D-7F32-A69A50AB65C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47115" y="3224871"/>
                <a:ext cx="6658554" cy="4231415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" name="直线连接符 2">
            <a:extLst>
              <a:ext uri="{FF2B5EF4-FFF2-40B4-BE49-F238E27FC236}">
                <a16:creationId xmlns:a16="http://schemas.microsoft.com/office/drawing/2014/main" id="{D2422F66-62BE-0651-5AA4-868A6EA90D64}"/>
              </a:ext>
            </a:extLst>
          </p:cNvPr>
          <p:cNvCxnSpPr/>
          <p:nvPr/>
        </p:nvCxnSpPr>
        <p:spPr>
          <a:xfrm>
            <a:off x="0" y="1082842"/>
            <a:ext cx="9144000" cy="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矩形 5">
            <a:extLst>
              <a:ext uri="{FF2B5EF4-FFF2-40B4-BE49-F238E27FC236}">
                <a16:creationId xmlns:a16="http://schemas.microsoft.com/office/drawing/2014/main" id="{515AFF17-2BA1-5140-06A8-7D02CFD15172}"/>
              </a:ext>
            </a:extLst>
          </p:cNvPr>
          <p:cNvSpPr/>
          <p:nvPr/>
        </p:nvSpPr>
        <p:spPr bwMode="auto">
          <a:xfrm>
            <a:off x="0" y="0"/>
            <a:ext cx="260169" cy="6858000"/>
          </a:xfrm>
          <a:prstGeom prst="rect">
            <a:avLst/>
          </a:prstGeom>
          <a:solidFill>
            <a:srgbClr val="00B050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28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40401F0D-A0DA-009B-F779-00C746C10108}"/>
              </a:ext>
            </a:extLst>
          </p:cNvPr>
          <p:cNvSpPr txBox="1"/>
          <p:nvPr/>
        </p:nvSpPr>
        <p:spPr>
          <a:xfrm>
            <a:off x="2186940" y="313460"/>
            <a:ext cx="457200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1" lang="en-US" altLang="zh-CN" sz="4000" b="0" i="0" dirty="0">
                <a:solidFill>
                  <a:srgbClr val="FF0000"/>
                </a:solidFill>
                <a:latin typeface="Arial" panose="020B0604020202020204" pitchFamily="34" charset="0"/>
                <a:ea typeface="STXinwei" panose="02010800040101010101" pitchFamily="2" charset="-122"/>
                <a:cs typeface="Arial" panose="020B0604020202020204" pitchFamily="34" charset="0"/>
              </a:rPr>
              <a:t>Practice </a:t>
            </a:r>
            <a:r>
              <a:rPr lang="en-US" altLang="zh-CN" sz="4000" dirty="0">
                <a:solidFill>
                  <a:srgbClr val="FF0000"/>
                </a:solidFill>
                <a:latin typeface="Arial" panose="020B0604020202020204" pitchFamily="34" charset="0"/>
                <a:ea typeface="STXinwei" panose="02010800040101010101" pitchFamily="2" charset="-122"/>
                <a:cs typeface="Arial" panose="020B0604020202020204" pitchFamily="34" charset="0"/>
              </a:rPr>
              <a:t>#3</a:t>
            </a:r>
            <a:endParaRPr lang="zh-CN" altLang="en-US" sz="4000" dirty="0">
              <a:solidFill>
                <a:srgbClr val="FF0000"/>
              </a:solidFill>
              <a:latin typeface="Arial" panose="020B0604020202020204" pitchFamily="34" charset="0"/>
              <a:ea typeface="STXinwei" panose="02010800040101010101" pitchFamily="2" charset="-122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123901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文本框 1">
                <a:extLst>
                  <a:ext uri="{FF2B5EF4-FFF2-40B4-BE49-F238E27FC236}">
                    <a16:creationId xmlns:a16="http://schemas.microsoft.com/office/drawing/2014/main" id="{0588D6FB-E21C-7D02-C57D-8FFE92DEBAAA}"/>
                  </a:ext>
                </a:extLst>
              </p:cNvPr>
              <p:cNvSpPr txBox="1"/>
              <p:nvPr/>
            </p:nvSpPr>
            <p:spPr>
              <a:xfrm>
                <a:off x="-424965" y="1055115"/>
                <a:ext cx="3795694" cy="207120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CN" sz="2200" b="0" i="1" smtClean="0">
                          <a:latin typeface="Cambria Math" panose="02040503050406030204" pitchFamily="18" charset="0"/>
                        </a:rPr>
                        <m:t>𝐷</m:t>
                      </m:r>
                      <m:d>
                        <m:dPr>
                          <m:ctrlPr>
                            <a:rPr kumimoji="1" lang="en-US" altLang="zh-CN" sz="22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kumimoji="1" lang="en-US" altLang="zh-CN" sz="22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  <m:r>
                            <a:rPr kumimoji="1" lang="en-US" altLang="zh-CN" sz="2200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  <m:r>
                            <a:rPr kumimoji="1" lang="en-US" altLang="zh-CN" sz="2200" b="0" i="1" smtClean="0">
                              <a:latin typeface="Cambria Math" panose="02040503050406030204" pitchFamily="18" charset="0"/>
                            </a:rPr>
                            <m:t>−2</m:t>
                          </m:r>
                          <m:r>
                            <a:rPr kumimoji="1" lang="en-US" altLang="zh-CN" sz="2200" b="0" i="1" smtClean="0">
                              <a:latin typeface="Cambria Math" panose="02040503050406030204" pitchFamily="18" charset="0"/>
                            </a:rPr>
                            <m:t>𝑌</m:t>
                          </m:r>
                        </m:e>
                      </m:d>
                      <m:r>
                        <a:rPr kumimoji="1" lang="en-US" altLang="zh-CN" sz="2200" b="0" i="1" smtClean="0">
                          <a:latin typeface="Cambria Math" panose="02040503050406030204" pitchFamily="18" charset="0"/>
                        </a:rPr>
                        <m:t>=?</m:t>
                      </m:r>
                    </m:oMath>
                  </m:oMathPara>
                </a14:m>
                <a:endParaRPr kumimoji="1" lang="en-US" altLang="zh-CN" sz="2200" b="0" dirty="0"/>
              </a:p>
              <a:p>
                <a:pPr>
                  <a:lnSpc>
                    <a:spcPct val="150000"/>
                  </a:lnSpc>
                </a:pPr>
                <a:endParaRPr kumimoji="1" lang="en-US" altLang="zh-CN" sz="2200" dirty="0"/>
              </a:p>
              <a:p>
                <a:pPr>
                  <a:lnSpc>
                    <a:spcPct val="150000"/>
                  </a:lnSpc>
                </a:pPr>
                <a:endParaRPr kumimoji="1" lang="en-US" altLang="zh-CN" sz="2200" dirty="0"/>
              </a:p>
              <a:p>
                <a:pPr>
                  <a:lnSpc>
                    <a:spcPct val="150000"/>
                  </a:lnSpc>
                </a:pPr>
                <a:endParaRPr kumimoji="1" lang="zh-CN" altLang="en-US" sz="2200" dirty="0"/>
              </a:p>
            </p:txBody>
          </p:sp>
        </mc:Choice>
        <mc:Fallback xmlns="">
          <p:sp>
            <p:nvSpPr>
              <p:cNvPr id="2" name="文本框 1">
                <a:extLst>
                  <a:ext uri="{FF2B5EF4-FFF2-40B4-BE49-F238E27FC236}">
                    <a16:creationId xmlns:a16="http://schemas.microsoft.com/office/drawing/2014/main" id="{0588D6FB-E21C-7D02-C57D-8FFE92DEBAA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424965" y="1055115"/>
                <a:ext cx="3795694" cy="2071208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" name="直线连接符 2">
            <a:extLst>
              <a:ext uri="{FF2B5EF4-FFF2-40B4-BE49-F238E27FC236}">
                <a16:creationId xmlns:a16="http://schemas.microsoft.com/office/drawing/2014/main" id="{3C4EB87D-DF54-E306-D815-E31877EE849C}"/>
              </a:ext>
            </a:extLst>
          </p:cNvPr>
          <p:cNvCxnSpPr/>
          <p:nvPr/>
        </p:nvCxnSpPr>
        <p:spPr>
          <a:xfrm>
            <a:off x="0" y="1082842"/>
            <a:ext cx="9144000" cy="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矩形 4">
            <a:extLst>
              <a:ext uri="{FF2B5EF4-FFF2-40B4-BE49-F238E27FC236}">
                <a16:creationId xmlns:a16="http://schemas.microsoft.com/office/drawing/2014/main" id="{D8526292-9113-77A2-929E-3F0972965861}"/>
              </a:ext>
            </a:extLst>
          </p:cNvPr>
          <p:cNvSpPr/>
          <p:nvPr/>
        </p:nvSpPr>
        <p:spPr bwMode="auto">
          <a:xfrm>
            <a:off x="0" y="0"/>
            <a:ext cx="260169" cy="6858000"/>
          </a:xfrm>
          <a:prstGeom prst="rect">
            <a:avLst/>
          </a:prstGeom>
          <a:solidFill>
            <a:srgbClr val="0070C0"/>
          </a:solidFill>
          <a:ln w="9525" cap="flat" cmpd="sng" algn="ctr">
            <a:solidFill>
              <a:srgbClr val="0070C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28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3D877D6D-4266-C55C-5F21-FC78B1DDA057}"/>
              </a:ext>
            </a:extLst>
          </p:cNvPr>
          <p:cNvSpPr txBox="1"/>
          <p:nvPr/>
        </p:nvSpPr>
        <p:spPr>
          <a:xfrm>
            <a:off x="2186940" y="313460"/>
            <a:ext cx="457200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1" lang="en-US" altLang="zh-CN" sz="4000" b="0" i="0" dirty="0">
                <a:solidFill>
                  <a:srgbClr val="FF0000"/>
                </a:solidFill>
                <a:latin typeface="Arial" panose="020B0604020202020204" pitchFamily="34" charset="0"/>
                <a:ea typeface="STXinwei" panose="02010800040101010101" pitchFamily="2" charset="-122"/>
                <a:cs typeface="Arial" panose="020B0604020202020204" pitchFamily="34" charset="0"/>
              </a:rPr>
              <a:t>Practice </a:t>
            </a:r>
            <a:r>
              <a:rPr lang="en-US" altLang="zh-CN" sz="4000" dirty="0">
                <a:solidFill>
                  <a:srgbClr val="FF0000"/>
                </a:solidFill>
                <a:latin typeface="Arial" panose="020B0604020202020204" pitchFamily="34" charset="0"/>
                <a:ea typeface="STXinwei" panose="02010800040101010101" pitchFamily="2" charset="-122"/>
                <a:cs typeface="Arial" panose="020B0604020202020204" pitchFamily="34" charset="0"/>
              </a:rPr>
              <a:t>#4</a:t>
            </a:r>
            <a:endParaRPr lang="zh-CN" altLang="en-US" sz="4000" dirty="0">
              <a:solidFill>
                <a:srgbClr val="FF0000"/>
              </a:solidFill>
              <a:latin typeface="Arial" panose="020B0604020202020204" pitchFamily="34" charset="0"/>
              <a:ea typeface="STXinwei" panose="02010800040101010101" pitchFamily="2" charset="-122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176591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文本框 1">
                <a:extLst>
                  <a:ext uri="{FF2B5EF4-FFF2-40B4-BE49-F238E27FC236}">
                    <a16:creationId xmlns:a16="http://schemas.microsoft.com/office/drawing/2014/main" id="{0588D6FB-E21C-7D02-C57D-8FFE92DEBAAA}"/>
                  </a:ext>
                </a:extLst>
              </p:cNvPr>
              <p:cNvSpPr txBox="1"/>
              <p:nvPr/>
            </p:nvSpPr>
            <p:spPr>
              <a:xfrm>
                <a:off x="-424965" y="1055115"/>
                <a:ext cx="3795694" cy="207120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CN" sz="2200" b="0" i="1" smtClean="0">
                          <a:latin typeface="Cambria Math" panose="02040503050406030204" pitchFamily="18" charset="0"/>
                        </a:rPr>
                        <m:t>𝐷</m:t>
                      </m:r>
                      <m:d>
                        <m:dPr>
                          <m:ctrlPr>
                            <a:rPr kumimoji="1" lang="en-US" altLang="zh-CN" sz="22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kumimoji="1" lang="en-US" altLang="zh-CN" sz="22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  <m:r>
                            <a:rPr kumimoji="1" lang="en-US" altLang="zh-CN" sz="2200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  <m:r>
                            <a:rPr kumimoji="1" lang="en-US" altLang="zh-CN" sz="2200" b="0" i="1" smtClean="0">
                              <a:latin typeface="Cambria Math" panose="02040503050406030204" pitchFamily="18" charset="0"/>
                            </a:rPr>
                            <m:t>−2</m:t>
                          </m:r>
                          <m:r>
                            <a:rPr kumimoji="1" lang="en-US" altLang="zh-CN" sz="2200" b="0" i="1" smtClean="0">
                              <a:latin typeface="Cambria Math" panose="02040503050406030204" pitchFamily="18" charset="0"/>
                            </a:rPr>
                            <m:t>𝑌</m:t>
                          </m:r>
                        </m:e>
                      </m:d>
                      <m:r>
                        <a:rPr kumimoji="1" lang="en-US" altLang="zh-CN" sz="2200" b="0" i="1" smtClean="0">
                          <a:latin typeface="Cambria Math" panose="02040503050406030204" pitchFamily="18" charset="0"/>
                        </a:rPr>
                        <m:t>=?</m:t>
                      </m:r>
                    </m:oMath>
                  </m:oMathPara>
                </a14:m>
                <a:endParaRPr kumimoji="1" lang="en-US" altLang="zh-CN" sz="2200" b="0" dirty="0"/>
              </a:p>
              <a:p>
                <a:pPr>
                  <a:lnSpc>
                    <a:spcPct val="150000"/>
                  </a:lnSpc>
                </a:pPr>
                <a:endParaRPr kumimoji="1" lang="en-US" altLang="zh-CN" sz="2200" dirty="0"/>
              </a:p>
              <a:p>
                <a:pPr>
                  <a:lnSpc>
                    <a:spcPct val="150000"/>
                  </a:lnSpc>
                </a:pPr>
                <a:endParaRPr kumimoji="1" lang="en-US" altLang="zh-CN" sz="2200" dirty="0"/>
              </a:p>
              <a:p>
                <a:pPr>
                  <a:lnSpc>
                    <a:spcPct val="150000"/>
                  </a:lnSpc>
                </a:pPr>
                <a:endParaRPr kumimoji="1" lang="zh-CN" altLang="en-US" sz="2200" dirty="0"/>
              </a:p>
            </p:txBody>
          </p:sp>
        </mc:Choice>
        <mc:Fallback xmlns="">
          <p:sp>
            <p:nvSpPr>
              <p:cNvPr id="2" name="文本框 1">
                <a:extLst>
                  <a:ext uri="{FF2B5EF4-FFF2-40B4-BE49-F238E27FC236}">
                    <a16:creationId xmlns:a16="http://schemas.microsoft.com/office/drawing/2014/main" id="{0588D6FB-E21C-7D02-C57D-8FFE92DEBAA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424965" y="1055115"/>
                <a:ext cx="3795694" cy="2071208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文本框 3">
                <a:extLst>
                  <a:ext uri="{FF2B5EF4-FFF2-40B4-BE49-F238E27FC236}">
                    <a16:creationId xmlns:a16="http://schemas.microsoft.com/office/drawing/2014/main" id="{819296B3-321F-FF7B-B14E-8EA999CD6BFB}"/>
                  </a:ext>
                </a:extLst>
              </p:cNvPr>
              <p:cNvSpPr txBox="1"/>
              <p:nvPr/>
            </p:nvSpPr>
            <p:spPr>
              <a:xfrm>
                <a:off x="427798" y="1818641"/>
                <a:ext cx="6270499" cy="162852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en-US" altLang="zh-CN" sz="2200" b="0" i="1" smtClean="0">
                          <a:latin typeface="Cambria Math" panose="02040503050406030204" pitchFamily="18" charset="0"/>
                        </a:rPr>
                        <m:t>𝐷</m:t>
                      </m:r>
                      <m:d>
                        <m:dPr>
                          <m:ctrlPr>
                            <a:rPr kumimoji="1" lang="en-US" altLang="zh-CN" sz="22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kumimoji="1" lang="en-US" altLang="zh-CN" sz="22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  <m:r>
                            <a:rPr kumimoji="1" lang="en-US" altLang="zh-CN" sz="2200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  <m:r>
                            <a:rPr kumimoji="1" lang="en-US" altLang="zh-CN" sz="2200" b="0" i="1" smtClean="0">
                              <a:latin typeface="Cambria Math" panose="02040503050406030204" pitchFamily="18" charset="0"/>
                            </a:rPr>
                            <m:t>−2</m:t>
                          </m:r>
                          <m:r>
                            <a:rPr kumimoji="1" lang="en-US" altLang="zh-CN" sz="2200" b="0" i="1" smtClean="0">
                              <a:latin typeface="Cambria Math" panose="02040503050406030204" pitchFamily="18" charset="0"/>
                            </a:rPr>
                            <m:t>𝑌</m:t>
                          </m:r>
                        </m:e>
                      </m:d>
                      <m:r>
                        <a:rPr kumimoji="1" lang="en-US" altLang="zh-CN" sz="22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kumimoji="1" lang="en-US" altLang="zh-CN" sz="2200" b="0" i="1" smtClean="0">
                          <a:latin typeface="Cambria Math" panose="02040503050406030204" pitchFamily="18" charset="0"/>
                        </a:rPr>
                        <m:t>𝐷</m:t>
                      </m:r>
                      <m:d>
                        <m:dPr>
                          <m:ctrlPr>
                            <a:rPr kumimoji="1" lang="en-US" altLang="zh-CN" sz="22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kumimoji="1" lang="en-US" altLang="zh-CN" sz="22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  <m:r>
                            <a:rPr kumimoji="1" lang="en-US" altLang="zh-CN" sz="2200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  <m:r>
                            <a:rPr kumimoji="1" lang="en-US" altLang="zh-CN" sz="2200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d>
                            <m:dPr>
                              <m:ctrlPr>
                                <a:rPr kumimoji="1" lang="en-US" altLang="zh-CN" sz="22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kumimoji="1" lang="en-US" altLang="zh-CN" sz="2200" b="0" i="1" smtClean="0">
                                  <a:latin typeface="Cambria Math" panose="02040503050406030204" pitchFamily="18" charset="0"/>
                                </a:rPr>
                                <m:t>−2</m:t>
                              </m:r>
                              <m:r>
                                <a:rPr kumimoji="1" lang="en-US" altLang="zh-CN" sz="2200" b="0" i="1" smtClean="0">
                                  <a:latin typeface="Cambria Math" panose="02040503050406030204" pitchFamily="18" charset="0"/>
                                </a:rPr>
                                <m:t>𝑌</m:t>
                              </m:r>
                            </m:e>
                          </m:d>
                        </m:e>
                      </m:d>
                    </m:oMath>
                  </m:oMathPara>
                </a14:m>
                <a:endParaRPr kumimoji="1" lang="en-US" altLang="zh-CN" sz="2200" b="0" i="1" dirty="0">
                  <a:latin typeface="Cambria Math" panose="02040503050406030204" pitchFamily="18" charset="0"/>
                </a:endParaRPr>
              </a:p>
              <a:p>
                <a:pPr>
                  <a:lnSpc>
                    <a:spcPct val="150000"/>
                  </a:lnSpc>
                </a:pPr>
                <a:r>
                  <a:rPr kumimoji="1" lang="zh-CN" altLang="en-US" sz="2200" b="0" dirty="0"/>
                  <a:t>                        </a:t>
                </a:r>
                <a14:m>
                  <m:oMath xmlns:m="http://schemas.openxmlformats.org/officeDocument/2006/math">
                    <m:r>
                      <a:rPr kumimoji="1" lang="en-US" altLang="zh-CN" sz="22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kumimoji="1" lang="en-US" altLang="zh-CN" sz="2200" b="0" i="1" smtClean="0">
                        <a:latin typeface="Cambria Math" panose="02040503050406030204" pitchFamily="18" charset="0"/>
                      </a:rPr>
                      <m:t>𝐷</m:t>
                    </m:r>
                    <m:d>
                      <m:dPr>
                        <m:ctrlPr>
                          <a:rPr kumimoji="1" lang="en-US" altLang="zh-CN" sz="22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kumimoji="1" lang="en-US" altLang="zh-CN" sz="2200" b="0" i="1" smtClean="0"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kumimoji="1" lang="en-US" altLang="zh-CN" sz="2200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</m:d>
                    <m:r>
                      <a:rPr kumimoji="1" lang="en-US" altLang="zh-CN" sz="2200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kumimoji="1" lang="en-US" altLang="zh-CN" sz="2200" b="0" i="1" smtClean="0">
                        <a:latin typeface="Cambria Math" panose="02040503050406030204" pitchFamily="18" charset="0"/>
                      </a:rPr>
                      <m:t>𝐷</m:t>
                    </m:r>
                    <m:d>
                      <m:dPr>
                        <m:ctrlPr>
                          <a:rPr kumimoji="1" lang="en-US" altLang="zh-CN" sz="22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kumimoji="1" lang="en-US" altLang="zh-CN" sz="2200" b="0" i="1" smtClean="0">
                            <a:latin typeface="Cambria Math" panose="02040503050406030204" pitchFamily="18" charset="0"/>
                          </a:rPr>
                          <m:t>−2</m:t>
                        </m:r>
                        <m:r>
                          <a:rPr kumimoji="1" lang="en-US" altLang="zh-CN" sz="2200" b="0" i="1" smtClean="0">
                            <a:latin typeface="Cambria Math" panose="02040503050406030204" pitchFamily="18" charset="0"/>
                          </a:rPr>
                          <m:t>𝑌</m:t>
                        </m:r>
                      </m:e>
                    </m:d>
                    <m:r>
                      <a:rPr kumimoji="1" lang="en-US" altLang="zh-CN" sz="2200" b="0" i="1" smtClean="0">
                        <a:latin typeface="Cambria Math" panose="02040503050406030204" pitchFamily="18" charset="0"/>
                      </a:rPr>
                      <m:t>+2</m:t>
                    </m:r>
                    <m:r>
                      <a:rPr kumimoji="1" lang="en-US" altLang="zh-CN" sz="2200" b="0" i="1" smtClean="0">
                        <a:latin typeface="Cambria Math" panose="02040503050406030204" pitchFamily="18" charset="0"/>
                      </a:rPr>
                      <m:t>𝑐𝑜𝑣</m:t>
                    </m:r>
                    <m:d>
                      <m:dPr>
                        <m:ctrlPr>
                          <a:rPr kumimoji="1" lang="en-US" altLang="zh-CN" sz="22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kumimoji="1" lang="en-US" altLang="zh-CN" sz="2200" b="0" i="1" smtClean="0"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kumimoji="1" lang="en-US" altLang="zh-CN" sz="2200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  <m:r>
                          <a:rPr kumimoji="1" lang="en-US" altLang="zh-CN" sz="2200" b="0" i="1" smtClean="0">
                            <a:latin typeface="Cambria Math" panose="02040503050406030204" pitchFamily="18" charset="0"/>
                          </a:rPr>
                          <m:t>,−2</m:t>
                        </m:r>
                        <m:r>
                          <a:rPr kumimoji="1" lang="en-US" altLang="zh-CN" sz="2200" b="0" i="1" smtClean="0">
                            <a:latin typeface="Cambria Math" panose="02040503050406030204" pitchFamily="18" charset="0"/>
                          </a:rPr>
                          <m:t>𝑌</m:t>
                        </m:r>
                      </m:e>
                    </m:d>
                  </m:oMath>
                </a14:m>
                <a:endParaRPr kumimoji="1" lang="en-US" altLang="zh-CN" sz="2200" b="0" i="1" dirty="0">
                  <a:latin typeface="Cambria Math" panose="02040503050406030204" pitchFamily="18" charset="0"/>
                </a:endParaRPr>
              </a:p>
              <a:p>
                <a:pPr>
                  <a:lnSpc>
                    <a:spcPct val="150000"/>
                  </a:lnSpc>
                </a:pPr>
                <a:r>
                  <a:rPr kumimoji="1" lang="zh-CN" altLang="en-US" sz="2200" b="0" dirty="0"/>
                  <a:t>                        </a:t>
                </a:r>
                <a14:m>
                  <m:oMath xmlns:m="http://schemas.openxmlformats.org/officeDocument/2006/math">
                    <m:r>
                      <a:rPr kumimoji="1" lang="en-US" altLang="zh-CN" sz="2200" b="0" i="1" smtClean="0">
                        <a:latin typeface="Cambria Math" panose="02040503050406030204" pitchFamily="18" charset="0"/>
                      </a:rPr>
                      <m:t>=9</m:t>
                    </m:r>
                    <m:r>
                      <a:rPr kumimoji="1" lang="en-US" altLang="zh-CN" sz="2200" b="0" i="1" smtClean="0">
                        <a:latin typeface="Cambria Math" panose="02040503050406030204" pitchFamily="18" charset="0"/>
                      </a:rPr>
                      <m:t>𝐷</m:t>
                    </m:r>
                    <m:d>
                      <m:dPr>
                        <m:ctrlPr>
                          <a:rPr kumimoji="1" lang="en-US" altLang="zh-CN" sz="22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kumimoji="1" lang="en-US" altLang="zh-CN" sz="2200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</m:d>
                    <m:r>
                      <a:rPr kumimoji="1" lang="en-US" altLang="zh-CN" sz="2200" b="0" i="1" smtClean="0">
                        <a:latin typeface="Cambria Math" panose="02040503050406030204" pitchFamily="18" charset="0"/>
                      </a:rPr>
                      <m:t>+4</m:t>
                    </m:r>
                    <m:r>
                      <a:rPr kumimoji="1" lang="en-US" altLang="zh-CN" sz="2200" b="0" i="1" smtClean="0">
                        <a:latin typeface="Cambria Math" panose="02040503050406030204" pitchFamily="18" charset="0"/>
                      </a:rPr>
                      <m:t>𝐷</m:t>
                    </m:r>
                    <m:d>
                      <m:dPr>
                        <m:ctrlPr>
                          <a:rPr kumimoji="1" lang="en-US" altLang="zh-CN" sz="22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kumimoji="1" lang="en-US" altLang="zh-CN" sz="2200" b="0" i="1" smtClean="0">
                            <a:latin typeface="Cambria Math" panose="02040503050406030204" pitchFamily="18" charset="0"/>
                          </a:rPr>
                          <m:t>𝑌</m:t>
                        </m:r>
                      </m:e>
                    </m:d>
                    <m:r>
                      <a:rPr kumimoji="1" lang="en-US" altLang="zh-CN" sz="2200" b="0" i="1" smtClean="0">
                        <a:latin typeface="Cambria Math" panose="02040503050406030204" pitchFamily="18" charset="0"/>
                      </a:rPr>
                      <m:t>−12</m:t>
                    </m:r>
                    <m:r>
                      <a:rPr kumimoji="1" lang="en-US" altLang="zh-CN" sz="2200" b="0" i="1" smtClean="0">
                        <a:latin typeface="Cambria Math" panose="02040503050406030204" pitchFamily="18" charset="0"/>
                      </a:rPr>
                      <m:t>𝑐𝑜𝑣</m:t>
                    </m:r>
                    <m:d>
                      <m:dPr>
                        <m:ctrlPr>
                          <a:rPr kumimoji="1" lang="en-US" altLang="zh-CN" sz="22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kumimoji="1" lang="en-US" altLang="zh-CN" sz="2200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  <m:r>
                          <a:rPr kumimoji="1" lang="en-US" altLang="zh-CN" sz="2200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kumimoji="1" lang="en-US" altLang="zh-CN" sz="2200" b="0" i="1" smtClean="0">
                            <a:latin typeface="Cambria Math" panose="02040503050406030204" pitchFamily="18" charset="0"/>
                          </a:rPr>
                          <m:t>𝑌</m:t>
                        </m:r>
                      </m:e>
                    </m:d>
                  </m:oMath>
                </a14:m>
                <a:endParaRPr kumimoji="1" lang="en-US" altLang="zh-CN" sz="2200" b="0" i="1" dirty="0"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4" name="文本框 3">
                <a:extLst>
                  <a:ext uri="{FF2B5EF4-FFF2-40B4-BE49-F238E27FC236}">
                    <a16:creationId xmlns:a16="http://schemas.microsoft.com/office/drawing/2014/main" id="{819296B3-321F-FF7B-B14E-8EA999CD6BF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7798" y="1818641"/>
                <a:ext cx="6270499" cy="1628523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文本框 5">
                <a:extLst>
                  <a:ext uri="{FF2B5EF4-FFF2-40B4-BE49-F238E27FC236}">
                    <a16:creationId xmlns:a16="http://schemas.microsoft.com/office/drawing/2014/main" id="{486584CA-9FDC-7615-9783-BDE3B1F25744}"/>
                  </a:ext>
                </a:extLst>
              </p:cNvPr>
              <p:cNvSpPr txBox="1"/>
              <p:nvPr/>
            </p:nvSpPr>
            <p:spPr>
              <a:xfrm>
                <a:off x="427798" y="3793019"/>
                <a:ext cx="9720942" cy="257814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en-US" altLang="zh-CN" sz="2200" i="1" smtClean="0">
                          <a:latin typeface="Cambria Math" panose="02040503050406030204" pitchFamily="18" charset="0"/>
                        </a:rPr>
                        <m:t>𝐷</m:t>
                      </m:r>
                      <m:d>
                        <m:dPr>
                          <m:ctrlPr>
                            <a:rPr kumimoji="1" lang="en-US" altLang="zh-CN" sz="22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kumimoji="1" lang="en-US" altLang="zh-CN" sz="2200" i="1">
                              <a:latin typeface="Cambria Math" panose="02040503050406030204" pitchFamily="18" charset="0"/>
                            </a:rPr>
                            <m:t>3</m:t>
                          </m:r>
                          <m:r>
                            <a:rPr kumimoji="1" lang="en-US" altLang="zh-CN" sz="2200" i="1">
                              <a:latin typeface="Cambria Math" panose="02040503050406030204" pitchFamily="18" charset="0"/>
                            </a:rPr>
                            <m:t>𝑋</m:t>
                          </m:r>
                          <m:r>
                            <a:rPr kumimoji="1" lang="en-US" altLang="zh-CN" sz="2200" i="1">
                              <a:latin typeface="Cambria Math" panose="02040503050406030204" pitchFamily="18" charset="0"/>
                            </a:rPr>
                            <m:t>−2</m:t>
                          </m:r>
                          <m:r>
                            <a:rPr kumimoji="1" lang="en-US" altLang="zh-CN" sz="2200" i="1">
                              <a:latin typeface="Cambria Math" panose="02040503050406030204" pitchFamily="18" charset="0"/>
                            </a:rPr>
                            <m:t>𝑌</m:t>
                          </m:r>
                        </m:e>
                      </m:d>
                      <m:r>
                        <a:rPr kumimoji="1" lang="en-US" altLang="zh-CN" sz="220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kumimoji="1" lang="en-US" altLang="zh-CN" sz="2200" b="0" i="1" smtClean="0">
                          <a:latin typeface="Cambria Math" panose="02040503050406030204" pitchFamily="18" charset="0"/>
                        </a:rPr>
                        <m:t>𝑐𝑜𝑣</m:t>
                      </m:r>
                      <m:d>
                        <m:dPr>
                          <m:ctrlPr>
                            <a:rPr kumimoji="1" lang="en-US" altLang="zh-CN" sz="22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kumimoji="1" lang="en-US" altLang="zh-CN" sz="2200" i="1">
                              <a:latin typeface="Cambria Math" panose="02040503050406030204" pitchFamily="18" charset="0"/>
                            </a:rPr>
                            <m:t>3</m:t>
                          </m:r>
                          <m:r>
                            <a:rPr kumimoji="1" lang="en-US" altLang="zh-CN" sz="2200" i="1">
                              <a:latin typeface="Cambria Math" panose="02040503050406030204" pitchFamily="18" charset="0"/>
                            </a:rPr>
                            <m:t>𝑋</m:t>
                          </m:r>
                          <m:r>
                            <a:rPr kumimoji="1" lang="en-US" altLang="zh-CN" sz="2200" i="1">
                              <a:latin typeface="Cambria Math" panose="02040503050406030204" pitchFamily="18" charset="0"/>
                            </a:rPr>
                            <m:t>−2</m:t>
                          </m:r>
                          <m:r>
                            <a:rPr kumimoji="1" lang="en-US" altLang="zh-CN" sz="2200" i="1">
                              <a:latin typeface="Cambria Math" panose="02040503050406030204" pitchFamily="18" charset="0"/>
                            </a:rPr>
                            <m:t>𝑌</m:t>
                          </m:r>
                          <m:r>
                            <a:rPr kumimoji="1" lang="en-US" altLang="zh-CN" sz="2200" b="0" i="1" smtClean="0">
                              <a:latin typeface="Cambria Math" panose="02040503050406030204" pitchFamily="18" charset="0"/>
                            </a:rPr>
                            <m:t>,3</m:t>
                          </m:r>
                          <m:r>
                            <a:rPr kumimoji="1" lang="en-US" altLang="zh-CN" sz="2200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  <m:r>
                            <a:rPr kumimoji="1" lang="en-US" altLang="zh-CN" sz="2200" b="0" i="1" smtClean="0">
                              <a:latin typeface="Cambria Math" panose="02040503050406030204" pitchFamily="18" charset="0"/>
                            </a:rPr>
                            <m:t>−2</m:t>
                          </m:r>
                          <m:r>
                            <a:rPr kumimoji="1" lang="en-US" altLang="zh-CN" sz="2200" b="0" i="1" smtClean="0">
                              <a:latin typeface="Cambria Math" panose="02040503050406030204" pitchFamily="18" charset="0"/>
                            </a:rPr>
                            <m:t>𝑌</m:t>
                          </m:r>
                        </m:e>
                      </m:d>
                    </m:oMath>
                  </m:oMathPara>
                </a14:m>
                <a:endParaRPr kumimoji="1" lang="en-US" altLang="zh-CN" sz="2200" i="1" dirty="0">
                  <a:latin typeface="Cambria Math" panose="02040503050406030204" pitchFamily="18" charset="0"/>
                </a:endParaRPr>
              </a:p>
              <a:p>
                <a:pPr>
                  <a:lnSpc>
                    <a:spcPct val="150000"/>
                  </a:lnSpc>
                </a:pPr>
                <a:r>
                  <a:rPr kumimoji="1" lang="zh-CN" altLang="en-US" sz="2200" dirty="0"/>
                  <a:t>                        </a:t>
                </a:r>
                <a14:m>
                  <m:oMath xmlns:m="http://schemas.openxmlformats.org/officeDocument/2006/math">
                    <m:r>
                      <a:rPr kumimoji="1" lang="en-US" altLang="zh-CN" sz="2200" i="1">
                        <a:latin typeface="Cambria Math" panose="02040503050406030204" pitchFamily="18" charset="0"/>
                      </a:rPr>
                      <m:t>=</m:t>
                    </m:r>
                    <m:r>
                      <a:rPr kumimoji="1" lang="en-US" altLang="zh-CN" sz="2200" b="0" i="1" smtClean="0">
                        <a:latin typeface="Cambria Math" panose="02040503050406030204" pitchFamily="18" charset="0"/>
                      </a:rPr>
                      <m:t>𝑐𝑜𝑣</m:t>
                    </m:r>
                    <m:d>
                      <m:dPr>
                        <m:ctrlPr>
                          <a:rPr kumimoji="1" lang="en-US" altLang="zh-CN" sz="22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kumimoji="1" lang="en-US" altLang="zh-CN" sz="2200" b="0" i="1" smtClean="0"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kumimoji="1" lang="en-US" altLang="zh-CN" sz="2200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  <m:r>
                          <a:rPr kumimoji="1" lang="en-US" altLang="zh-CN" sz="2200" b="0" i="1" smtClean="0">
                            <a:latin typeface="Cambria Math" panose="02040503050406030204" pitchFamily="18" charset="0"/>
                          </a:rPr>
                          <m:t>,3</m:t>
                        </m:r>
                        <m:r>
                          <a:rPr kumimoji="1" lang="en-US" altLang="zh-CN" sz="2200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  <m:r>
                          <a:rPr kumimoji="1" lang="en-US" altLang="zh-CN" sz="2200" b="0" i="1" smtClean="0">
                            <a:latin typeface="Cambria Math" panose="02040503050406030204" pitchFamily="18" charset="0"/>
                          </a:rPr>
                          <m:t>−2</m:t>
                        </m:r>
                        <m:r>
                          <a:rPr kumimoji="1" lang="en-US" altLang="zh-CN" sz="2200" b="0" i="1" smtClean="0">
                            <a:latin typeface="Cambria Math" panose="02040503050406030204" pitchFamily="18" charset="0"/>
                          </a:rPr>
                          <m:t>𝑌</m:t>
                        </m:r>
                      </m:e>
                    </m:d>
                    <m:r>
                      <a:rPr kumimoji="1" lang="en-US" altLang="zh-CN" sz="2200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kumimoji="1" lang="en-US" altLang="zh-CN" sz="2200" b="0" i="1" smtClean="0">
                        <a:latin typeface="Cambria Math" panose="02040503050406030204" pitchFamily="18" charset="0"/>
                      </a:rPr>
                      <m:t>𝑐𝑜𝑣</m:t>
                    </m:r>
                    <m:r>
                      <a:rPr kumimoji="1" lang="en-US" altLang="zh-CN" sz="2200" b="0" i="1" smtClean="0">
                        <a:latin typeface="Cambria Math" panose="02040503050406030204" pitchFamily="18" charset="0"/>
                      </a:rPr>
                      <m:t>(−2</m:t>
                    </m:r>
                    <m:r>
                      <a:rPr kumimoji="1" lang="en-US" altLang="zh-CN" sz="2200" b="0" i="1" smtClean="0">
                        <a:latin typeface="Cambria Math" panose="02040503050406030204" pitchFamily="18" charset="0"/>
                      </a:rPr>
                      <m:t>𝑌</m:t>
                    </m:r>
                    <m:r>
                      <a:rPr kumimoji="1" lang="en-US" altLang="zh-CN" sz="2200" b="0" i="1" smtClean="0">
                        <a:latin typeface="Cambria Math" panose="02040503050406030204" pitchFamily="18" charset="0"/>
                      </a:rPr>
                      <m:t>,3</m:t>
                    </m:r>
                    <m:r>
                      <a:rPr kumimoji="1" lang="en-US" altLang="zh-CN" sz="2200" b="0" i="1" smtClean="0">
                        <a:latin typeface="Cambria Math" panose="02040503050406030204" pitchFamily="18" charset="0"/>
                      </a:rPr>
                      <m:t>𝑋</m:t>
                    </m:r>
                    <m:r>
                      <a:rPr kumimoji="1" lang="en-US" altLang="zh-CN" sz="2200" b="0" i="1" smtClean="0">
                        <a:latin typeface="Cambria Math" panose="02040503050406030204" pitchFamily="18" charset="0"/>
                      </a:rPr>
                      <m:t>−2</m:t>
                    </m:r>
                    <m:r>
                      <a:rPr kumimoji="1" lang="en-US" altLang="zh-CN" sz="2200" b="0" i="1" smtClean="0">
                        <a:latin typeface="Cambria Math" panose="02040503050406030204" pitchFamily="18" charset="0"/>
                      </a:rPr>
                      <m:t>𝑌</m:t>
                    </m:r>
                    <m:r>
                      <a:rPr kumimoji="1" lang="en-US" altLang="zh-CN" sz="22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kumimoji="1" lang="en-US" altLang="zh-CN" sz="2200" dirty="0"/>
              </a:p>
              <a:p>
                <a:pPr>
                  <a:lnSpc>
                    <a:spcPct val="150000"/>
                  </a:lnSpc>
                </a:pPr>
                <a:r>
                  <a:rPr kumimoji="1" lang="zh-CN" altLang="en-US" sz="2200" dirty="0"/>
                  <a:t>             </a:t>
                </a:r>
                <a14:m>
                  <m:oMath xmlns:m="http://schemas.openxmlformats.org/officeDocument/2006/math">
                    <m:r>
                      <a:rPr kumimoji="1" lang="en-US" altLang="zh-CN" sz="2200" i="1">
                        <a:latin typeface="Cambria Math" panose="02040503050406030204" pitchFamily="18" charset="0"/>
                      </a:rPr>
                      <m:t>=</m:t>
                    </m:r>
                    <m:r>
                      <a:rPr kumimoji="1" lang="en-US" altLang="zh-CN" sz="2200" b="0" i="1" smtClean="0">
                        <a:latin typeface="Cambria Math" panose="02040503050406030204" pitchFamily="18" charset="0"/>
                      </a:rPr>
                      <m:t>𝑐𝑜𝑣</m:t>
                    </m:r>
                    <m:d>
                      <m:dPr>
                        <m:ctrlPr>
                          <a:rPr kumimoji="1" lang="en-US" altLang="zh-CN" sz="22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kumimoji="1" lang="en-US" altLang="zh-CN" sz="2200" b="0" i="1" smtClean="0"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kumimoji="1" lang="en-US" altLang="zh-CN" sz="2200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  <m:r>
                          <a:rPr kumimoji="1" lang="en-US" altLang="zh-CN" sz="2200" b="0" i="1" smtClean="0">
                            <a:latin typeface="Cambria Math" panose="02040503050406030204" pitchFamily="18" charset="0"/>
                          </a:rPr>
                          <m:t>,3</m:t>
                        </m:r>
                        <m:r>
                          <a:rPr kumimoji="1" lang="en-US" altLang="zh-CN" sz="2200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</m:d>
                    <m:r>
                      <a:rPr kumimoji="1" lang="en-US" altLang="zh-CN" sz="2200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kumimoji="1" lang="en-US" altLang="zh-CN" sz="2200" b="0" i="1" smtClean="0">
                        <a:latin typeface="Cambria Math" panose="02040503050406030204" pitchFamily="18" charset="0"/>
                      </a:rPr>
                      <m:t>𝑐𝑜𝑣</m:t>
                    </m:r>
                    <m:d>
                      <m:dPr>
                        <m:ctrlPr>
                          <a:rPr kumimoji="1" lang="en-US" altLang="zh-CN" sz="22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kumimoji="1" lang="en-US" altLang="zh-CN" sz="2200" b="0" i="1" smtClean="0"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kumimoji="1" lang="en-US" altLang="zh-CN" sz="2200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  <m:r>
                          <a:rPr kumimoji="1" lang="en-US" altLang="zh-CN" sz="2200" b="0" i="1" smtClean="0">
                            <a:latin typeface="Cambria Math" panose="02040503050406030204" pitchFamily="18" charset="0"/>
                          </a:rPr>
                          <m:t>,−2</m:t>
                        </m:r>
                        <m:r>
                          <a:rPr kumimoji="1" lang="en-US" altLang="zh-CN" sz="2200" b="0" i="1" smtClean="0">
                            <a:latin typeface="Cambria Math" panose="02040503050406030204" pitchFamily="18" charset="0"/>
                          </a:rPr>
                          <m:t>𝑌</m:t>
                        </m:r>
                      </m:e>
                    </m:d>
                    <m:r>
                      <a:rPr kumimoji="1" lang="en-US" altLang="zh-CN" sz="2200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kumimoji="1" lang="en-US" altLang="zh-CN" sz="2200" b="0" i="1" smtClean="0">
                        <a:latin typeface="Cambria Math" panose="02040503050406030204" pitchFamily="18" charset="0"/>
                      </a:rPr>
                      <m:t>𝑐𝑜𝑣</m:t>
                    </m:r>
                    <m:d>
                      <m:dPr>
                        <m:ctrlPr>
                          <a:rPr kumimoji="1" lang="en-US" altLang="zh-CN" sz="22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kumimoji="1" lang="en-US" altLang="zh-CN" sz="2200" b="0" i="1" smtClean="0">
                            <a:latin typeface="Cambria Math" panose="02040503050406030204" pitchFamily="18" charset="0"/>
                          </a:rPr>
                          <m:t>−2</m:t>
                        </m:r>
                        <m:r>
                          <a:rPr kumimoji="1" lang="en-US" altLang="zh-CN" sz="2200" b="0" i="1" smtClean="0">
                            <a:latin typeface="Cambria Math" panose="02040503050406030204" pitchFamily="18" charset="0"/>
                          </a:rPr>
                          <m:t>𝑌</m:t>
                        </m:r>
                        <m:r>
                          <a:rPr kumimoji="1" lang="en-US" altLang="zh-CN" sz="2200" b="0" i="1" smtClean="0">
                            <a:latin typeface="Cambria Math" panose="02040503050406030204" pitchFamily="18" charset="0"/>
                          </a:rPr>
                          <m:t>,3</m:t>
                        </m:r>
                        <m:r>
                          <a:rPr kumimoji="1" lang="en-US" altLang="zh-CN" sz="2200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</m:d>
                    <m:r>
                      <a:rPr kumimoji="1" lang="en-US" altLang="zh-CN" sz="2200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kumimoji="1" lang="en-US" altLang="zh-CN" sz="2200" b="0" i="1" smtClean="0">
                        <a:latin typeface="Cambria Math" panose="02040503050406030204" pitchFamily="18" charset="0"/>
                      </a:rPr>
                      <m:t>𝑐𝑜𝑣</m:t>
                    </m:r>
                    <m:d>
                      <m:dPr>
                        <m:ctrlPr>
                          <a:rPr kumimoji="1" lang="en-US" altLang="zh-CN" sz="22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kumimoji="1" lang="en-US" altLang="zh-CN" sz="2200" b="0" i="1" smtClean="0">
                            <a:latin typeface="Cambria Math" panose="02040503050406030204" pitchFamily="18" charset="0"/>
                          </a:rPr>
                          <m:t>−2</m:t>
                        </m:r>
                        <m:r>
                          <a:rPr kumimoji="1" lang="en-US" altLang="zh-CN" sz="2200" b="0" i="1" smtClean="0">
                            <a:latin typeface="Cambria Math" panose="02040503050406030204" pitchFamily="18" charset="0"/>
                          </a:rPr>
                          <m:t>𝑌</m:t>
                        </m:r>
                        <m:r>
                          <a:rPr kumimoji="1" lang="en-US" altLang="zh-CN" sz="2200" b="0" i="1" smtClean="0">
                            <a:latin typeface="Cambria Math" panose="02040503050406030204" pitchFamily="18" charset="0"/>
                          </a:rPr>
                          <m:t>,−2</m:t>
                        </m:r>
                        <m:r>
                          <a:rPr kumimoji="1" lang="en-US" altLang="zh-CN" sz="2200" b="0" i="1" smtClean="0">
                            <a:latin typeface="Cambria Math" panose="02040503050406030204" pitchFamily="18" charset="0"/>
                          </a:rPr>
                          <m:t>𝑌</m:t>
                        </m:r>
                      </m:e>
                    </m:d>
                  </m:oMath>
                </a14:m>
                <a:endParaRPr kumimoji="1" lang="en-US" altLang="zh-CN" sz="2200" b="0" i="1" dirty="0">
                  <a:latin typeface="Cambria Math" panose="02040503050406030204" pitchFamily="18" charset="0"/>
                </a:endParaRPr>
              </a:p>
              <a:p>
                <a:pPr>
                  <a:lnSpc>
                    <a:spcPct val="150000"/>
                  </a:lnSpc>
                </a:pPr>
                <a:r>
                  <a:rPr kumimoji="1" lang="zh-CN" altLang="en-US" sz="2200" b="0" dirty="0"/>
                  <a:t>                       </a:t>
                </a:r>
                <a14:m>
                  <m:oMath xmlns:m="http://schemas.openxmlformats.org/officeDocument/2006/math">
                    <m:r>
                      <a:rPr kumimoji="1" lang="en-US" altLang="zh-CN" sz="22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kumimoji="1" lang="en-US" altLang="zh-CN" sz="2200" b="0" i="1" smtClean="0">
                        <a:latin typeface="Cambria Math" panose="02040503050406030204" pitchFamily="18" charset="0"/>
                      </a:rPr>
                      <m:t>𝐷</m:t>
                    </m:r>
                    <m:d>
                      <m:dPr>
                        <m:ctrlPr>
                          <a:rPr kumimoji="1" lang="en-US" altLang="zh-CN" sz="22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kumimoji="1" lang="en-US" altLang="zh-CN" sz="2200" b="0" i="1" smtClean="0"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kumimoji="1" lang="en-US" altLang="zh-CN" sz="2200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</m:d>
                    <m:r>
                      <a:rPr kumimoji="1" lang="en-US" altLang="zh-CN" sz="2200" b="0" i="1" smtClean="0">
                        <a:latin typeface="Cambria Math" panose="02040503050406030204" pitchFamily="18" charset="0"/>
                      </a:rPr>
                      <m:t>−12</m:t>
                    </m:r>
                    <m:r>
                      <a:rPr kumimoji="1" lang="en-US" altLang="zh-CN" sz="2200" b="0" i="1" smtClean="0">
                        <a:latin typeface="Cambria Math" panose="02040503050406030204" pitchFamily="18" charset="0"/>
                      </a:rPr>
                      <m:t>𝑐𝑜𝑣</m:t>
                    </m:r>
                    <m:d>
                      <m:dPr>
                        <m:ctrlPr>
                          <a:rPr kumimoji="1" lang="en-US" altLang="zh-CN" sz="22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kumimoji="1" lang="en-US" altLang="zh-CN" sz="2200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  <m:r>
                          <a:rPr kumimoji="1" lang="en-US" altLang="zh-CN" sz="2200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kumimoji="1" lang="en-US" altLang="zh-CN" sz="2200" b="0" i="1" smtClean="0">
                            <a:latin typeface="Cambria Math" panose="02040503050406030204" pitchFamily="18" charset="0"/>
                          </a:rPr>
                          <m:t>𝑌</m:t>
                        </m:r>
                      </m:e>
                    </m:d>
                    <m:r>
                      <a:rPr kumimoji="1" lang="en-US" altLang="zh-CN" sz="2200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kumimoji="1" lang="en-US" altLang="zh-CN" sz="2200" b="0" i="1" smtClean="0">
                        <a:latin typeface="Cambria Math" panose="02040503050406030204" pitchFamily="18" charset="0"/>
                      </a:rPr>
                      <m:t>𝐷</m:t>
                    </m:r>
                    <m:d>
                      <m:dPr>
                        <m:ctrlPr>
                          <a:rPr kumimoji="1" lang="en-US" altLang="zh-CN" sz="22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kumimoji="1" lang="en-US" altLang="zh-CN" sz="2200" b="0" i="1" smtClean="0">
                            <a:latin typeface="Cambria Math" panose="02040503050406030204" pitchFamily="18" charset="0"/>
                          </a:rPr>
                          <m:t>−2</m:t>
                        </m:r>
                        <m:r>
                          <a:rPr kumimoji="1" lang="en-US" altLang="zh-CN" sz="2200" b="0" i="1" smtClean="0">
                            <a:latin typeface="Cambria Math" panose="02040503050406030204" pitchFamily="18" charset="0"/>
                          </a:rPr>
                          <m:t>𝑌</m:t>
                        </m:r>
                      </m:e>
                    </m:d>
                  </m:oMath>
                </a14:m>
                <a:endParaRPr kumimoji="1" lang="en-US" altLang="zh-CN" sz="2200" b="0" i="1" dirty="0">
                  <a:latin typeface="Cambria Math" panose="02040503050406030204" pitchFamily="18" charset="0"/>
                </a:endParaRPr>
              </a:p>
              <a:p>
                <a:pPr>
                  <a:lnSpc>
                    <a:spcPct val="150000"/>
                  </a:lnSpc>
                </a:pPr>
                <a:r>
                  <a:rPr kumimoji="1" lang="zh-CN" altLang="en-US" sz="2200" b="0" dirty="0"/>
                  <a:t>                       </a:t>
                </a:r>
                <a14:m>
                  <m:oMath xmlns:m="http://schemas.openxmlformats.org/officeDocument/2006/math">
                    <m:r>
                      <a:rPr kumimoji="1" lang="en-US" altLang="zh-CN" sz="2200" b="0" i="1" smtClean="0">
                        <a:latin typeface="Cambria Math" panose="02040503050406030204" pitchFamily="18" charset="0"/>
                      </a:rPr>
                      <m:t>=9</m:t>
                    </m:r>
                    <m:r>
                      <a:rPr kumimoji="1" lang="en-US" altLang="zh-CN" sz="2200" b="0" i="1" smtClean="0">
                        <a:latin typeface="Cambria Math" panose="02040503050406030204" pitchFamily="18" charset="0"/>
                      </a:rPr>
                      <m:t>𝐷</m:t>
                    </m:r>
                    <m:d>
                      <m:dPr>
                        <m:ctrlPr>
                          <a:rPr kumimoji="1" lang="en-US" altLang="zh-CN" sz="22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kumimoji="1" lang="en-US" altLang="zh-CN" sz="2200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</m:d>
                    <m:r>
                      <a:rPr kumimoji="1" lang="en-US" altLang="zh-CN" sz="2200" b="0" i="1" smtClean="0">
                        <a:latin typeface="Cambria Math" panose="02040503050406030204" pitchFamily="18" charset="0"/>
                      </a:rPr>
                      <m:t>+4</m:t>
                    </m:r>
                    <m:r>
                      <a:rPr kumimoji="1" lang="en-US" altLang="zh-CN" sz="2200" b="0" i="1" smtClean="0">
                        <a:latin typeface="Cambria Math" panose="02040503050406030204" pitchFamily="18" charset="0"/>
                      </a:rPr>
                      <m:t>𝐷</m:t>
                    </m:r>
                    <m:d>
                      <m:dPr>
                        <m:ctrlPr>
                          <a:rPr kumimoji="1" lang="en-US" altLang="zh-CN" sz="22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kumimoji="1" lang="en-US" altLang="zh-CN" sz="2200" b="0" i="1" smtClean="0">
                            <a:latin typeface="Cambria Math" panose="02040503050406030204" pitchFamily="18" charset="0"/>
                          </a:rPr>
                          <m:t>𝑌</m:t>
                        </m:r>
                      </m:e>
                    </m:d>
                    <m:r>
                      <a:rPr kumimoji="1" lang="en-US" altLang="zh-CN" sz="2200" b="0" i="1" smtClean="0">
                        <a:latin typeface="Cambria Math" panose="02040503050406030204" pitchFamily="18" charset="0"/>
                      </a:rPr>
                      <m:t>−12</m:t>
                    </m:r>
                    <m:r>
                      <a:rPr kumimoji="1" lang="en-US" altLang="zh-CN" sz="2200" b="0" i="1" smtClean="0">
                        <a:latin typeface="Cambria Math" panose="02040503050406030204" pitchFamily="18" charset="0"/>
                      </a:rPr>
                      <m:t>𝑐𝑜𝑣</m:t>
                    </m:r>
                    <m:r>
                      <a:rPr kumimoji="1" lang="en-US" altLang="zh-CN" sz="2200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kumimoji="1" lang="en-US" altLang="zh-CN" sz="2200" b="0" i="1" smtClean="0">
                        <a:latin typeface="Cambria Math" panose="02040503050406030204" pitchFamily="18" charset="0"/>
                      </a:rPr>
                      <m:t>𝑋</m:t>
                    </m:r>
                    <m:r>
                      <a:rPr kumimoji="1" lang="en-US" altLang="zh-CN" sz="2200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kumimoji="1" lang="en-US" altLang="zh-CN" sz="2200" b="0" i="1" smtClean="0">
                        <a:latin typeface="Cambria Math" panose="02040503050406030204" pitchFamily="18" charset="0"/>
                      </a:rPr>
                      <m:t>𝑌</m:t>
                    </m:r>
                    <m:r>
                      <a:rPr kumimoji="1" lang="en-US" altLang="zh-CN" sz="22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kumimoji="1" lang="en-US" altLang="zh-CN" sz="2200" b="0" dirty="0"/>
              </a:p>
            </p:txBody>
          </p:sp>
        </mc:Choice>
        <mc:Fallback xmlns="">
          <p:sp>
            <p:nvSpPr>
              <p:cNvPr id="6" name="文本框 5">
                <a:extLst>
                  <a:ext uri="{FF2B5EF4-FFF2-40B4-BE49-F238E27FC236}">
                    <a16:creationId xmlns:a16="http://schemas.microsoft.com/office/drawing/2014/main" id="{486584CA-9FDC-7615-9783-BDE3B1F2574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7798" y="3793019"/>
                <a:ext cx="9720942" cy="2578142"/>
              </a:xfrm>
              <a:prstGeom prst="rect">
                <a:avLst/>
              </a:prstGeom>
              <a:blipFill>
                <a:blip r:embed="rId4"/>
                <a:stretch>
                  <a:fillRect b="-196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" name="直线连接符 2">
            <a:extLst>
              <a:ext uri="{FF2B5EF4-FFF2-40B4-BE49-F238E27FC236}">
                <a16:creationId xmlns:a16="http://schemas.microsoft.com/office/drawing/2014/main" id="{3C4EB87D-DF54-E306-D815-E31877EE849C}"/>
              </a:ext>
            </a:extLst>
          </p:cNvPr>
          <p:cNvCxnSpPr/>
          <p:nvPr/>
        </p:nvCxnSpPr>
        <p:spPr>
          <a:xfrm>
            <a:off x="0" y="1082842"/>
            <a:ext cx="9144000" cy="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矩形 4">
            <a:extLst>
              <a:ext uri="{FF2B5EF4-FFF2-40B4-BE49-F238E27FC236}">
                <a16:creationId xmlns:a16="http://schemas.microsoft.com/office/drawing/2014/main" id="{D8526292-9113-77A2-929E-3F0972965861}"/>
              </a:ext>
            </a:extLst>
          </p:cNvPr>
          <p:cNvSpPr/>
          <p:nvPr/>
        </p:nvSpPr>
        <p:spPr bwMode="auto">
          <a:xfrm>
            <a:off x="0" y="0"/>
            <a:ext cx="260169" cy="6858000"/>
          </a:xfrm>
          <a:prstGeom prst="rect">
            <a:avLst/>
          </a:prstGeom>
          <a:solidFill>
            <a:srgbClr val="0070C0"/>
          </a:solidFill>
          <a:ln w="9525" cap="flat" cmpd="sng" algn="ctr">
            <a:solidFill>
              <a:srgbClr val="0070C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28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3D877D6D-4266-C55C-5F21-FC78B1DDA057}"/>
              </a:ext>
            </a:extLst>
          </p:cNvPr>
          <p:cNvSpPr txBox="1"/>
          <p:nvPr/>
        </p:nvSpPr>
        <p:spPr>
          <a:xfrm>
            <a:off x="2186940" y="313460"/>
            <a:ext cx="457200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1" lang="en-US" altLang="zh-CN" sz="4000" b="0" i="0" dirty="0">
                <a:solidFill>
                  <a:srgbClr val="FF0000"/>
                </a:solidFill>
                <a:latin typeface="Arial" panose="020B0604020202020204" pitchFamily="34" charset="0"/>
                <a:ea typeface="STXinwei" panose="02010800040101010101" pitchFamily="2" charset="-122"/>
                <a:cs typeface="Arial" panose="020B0604020202020204" pitchFamily="34" charset="0"/>
              </a:rPr>
              <a:t>Practice </a:t>
            </a:r>
            <a:r>
              <a:rPr lang="en-US" altLang="zh-CN" sz="4000" dirty="0">
                <a:solidFill>
                  <a:srgbClr val="FF0000"/>
                </a:solidFill>
                <a:latin typeface="Arial" panose="020B0604020202020204" pitchFamily="34" charset="0"/>
                <a:ea typeface="STXinwei" panose="02010800040101010101" pitchFamily="2" charset="-122"/>
                <a:cs typeface="Arial" panose="020B0604020202020204" pitchFamily="34" charset="0"/>
              </a:rPr>
              <a:t>#4</a:t>
            </a:r>
            <a:endParaRPr lang="zh-CN" altLang="en-US" sz="4000" dirty="0">
              <a:solidFill>
                <a:srgbClr val="FF0000"/>
              </a:solidFill>
              <a:latin typeface="Arial" panose="020B0604020202020204" pitchFamily="34" charset="0"/>
              <a:ea typeface="STXinwei" panose="02010800040101010101" pitchFamily="2" charset="-122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831990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文本框 1">
                <a:extLst>
                  <a:ext uri="{FF2B5EF4-FFF2-40B4-BE49-F238E27FC236}">
                    <a16:creationId xmlns:a16="http://schemas.microsoft.com/office/drawing/2014/main" id="{7C5DEAFB-1E8D-BC62-3549-D2C226023988}"/>
                  </a:ext>
                </a:extLst>
              </p:cNvPr>
              <p:cNvSpPr txBox="1"/>
              <p:nvPr/>
            </p:nvSpPr>
            <p:spPr>
              <a:xfrm>
                <a:off x="1347486" y="2505670"/>
                <a:ext cx="5176995" cy="120032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kumimoji="1" lang="en-US" altLang="zh-CN" sz="2400" b="0" i="1" smtClean="0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kumimoji="1" lang="zh-CN" altLang="en-US" sz="2400" dirty="0">
                    <a:latin typeface="Times New Roman" panose="02020603050405020304" pitchFamily="18" charset="0"/>
                    <a:ea typeface="KaiTi" panose="02010609060101010101" pitchFamily="49" charset="-122"/>
                    <a:cs typeface="Times New Roman" panose="02020603050405020304" pitchFamily="18" charset="0"/>
                  </a:rPr>
                  <a:t> 与 </a:t>
                </a:r>
                <a14:m>
                  <m:oMath xmlns:m="http://schemas.openxmlformats.org/officeDocument/2006/math">
                    <m:r>
                      <a:rPr kumimoji="1" lang="en-US" altLang="zh-CN" sz="2400" i="1" dirty="0" smtClean="0">
                        <a:latin typeface="Cambria Math" panose="02040503050406030204" pitchFamily="18" charset="0"/>
                        <a:ea typeface="KaiTi" panose="02010609060101010101" pitchFamily="49" charset="-122"/>
                        <a:cs typeface="Times New Roman" panose="02020603050405020304" pitchFamily="18" charset="0"/>
                      </a:rPr>
                      <m:t>𝑌</m:t>
                    </m:r>
                  </m:oMath>
                </a14:m>
                <a:r>
                  <a:rPr kumimoji="1" lang="zh-CN" altLang="en-US" sz="2400" dirty="0">
                    <a:latin typeface="Times New Roman" panose="02020603050405020304" pitchFamily="18" charset="0"/>
                    <a:ea typeface="KaiTi" panose="02010609060101010101" pitchFamily="49" charset="-122"/>
                    <a:cs typeface="Times New Roman" panose="02020603050405020304" pitchFamily="18" charset="0"/>
                  </a:rPr>
                  <a:t>相互独立，</a:t>
                </a:r>
                <a14:m>
                  <m:oMath xmlns:m="http://schemas.openxmlformats.org/officeDocument/2006/math">
                    <m:r>
                      <a:rPr kumimoji="1" lang="en-US" altLang="zh-CN" sz="2400" b="0" i="1" dirty="0" smtClean="0">
                        <a:latin typeface="Cambria Math" panose="02040503050406030204" pitchFamily="18" charset="0"/>
                        <a:ea typeface="KaiTi" panose="02010609060101010101" pitchFamily="49" charset="-122"/>
                        <a:cs typeface="Times New Roman" panose="02020603050405020304" pitchFamily="18" charset="0"/>
                      </a:rPr>
                      <m:t>𝑐𝑜𝑣</m:t>
                    </m:r>
                    <m:r>
                      <a:rPr kumimoji="1" lang="en-US" altLang="zh-CN" sz="2400" b="0" i="1" dirty="0" smtClean="0">
                        <a:latin typeface="Cambria Math" panose="02040503050406030204" pitchFamily="18" charset="0"/>
                        <a:ea typeface="KaiTi" panose="02010609060101010101" pitchFamily="49" charset="-122"/>
                        <a:cs typeface="Times New Roman" panose="02020603050405020304" pitchFamily="18" charset="0"/>
                      </a:rPr>
                      <m:t>(</m:t>
                    </m:r>
                    <m:r>
                      <a:rPr kumimoji="1" lang="en-US" altLang="zh-CN" sz="2400" b="0" i="1" dirty="0" smtClean="0">
                        <a:latin typeface="Cambria Math" panose="02040503050406030204" pitchFamily="18" charset="0"/>
                        <a:ea typeface="KaiTi" panose="02010609060101010101" pitchFamily="49" charset="-122"/>
                        <a:cs typeface="Times New Roman" panose="02020603050405020304" pitchFamily="18" charset="0"/>
                      </a:rPr>
                      <m:t>𝑋</m:t>
                    </m:r>
                    <m:r>
                      <a:rPr kumimoji="1" lang="en-US" altLang="zh-CN" sz="2400" b="0" i="1" baseline="30000" dirty="0" smtClean="0">
                        <a:latin typeface="Cambria Math" panose="02040503050406030204" pitchFamily="18" charset="0"/>
                        <a:ea typeface="KaiTi" panose="02010609060101010101" pitchFamily="49" charset="-122"/>
                        <a:cs typeface="Times New Roman" panose="02020603050405020304" pitchFamily="18" charset="0"/>
                      </a:rPr>
                      <m:t>2</m:t>
                    </m:r>
                    <m:r>
                      <a:rPr kumimoji="1" lang="en-US" altLang="zh-CN" sz="2400" b="0" i="1" dirty="0" smtClean="0">
                        <a:latin typeface="Cambria Math" panose="02040503050406030204" pitchFamily="18" charset="0"/>
                        <a:ea typeface="KaiTi" panose="02010609060101010101" pitchFamily="49" charset="-122"/>
                        <a:cs typeface="Times New Roman" panose="02020603050405020304" pitchFamily="18" charset="0"/>
                      </a:rPr>
                      <m:t>,</m:t>
                    </m:r>
                    <m:r>
                      <a:rPr kumimoji="1" lang="en-US" altLang="zh-CN" sz="2400" b="0" i="1" dirty="0" smtClean="0">
                        <a:latin typeface="Cambria Math" panose="02040503050406030204" pitchFamily="18" charset="0"/>
                        <a:ea typeface="KaiTi" panose="02010609060101010101" pitchFamily="49" charset="-122"/>
                        <a:cs typeface="Times New Roman" panose="02020603050405020304" pitchFamily="18" charset="0"/>
                      </a:rPr>
                      <m:t>𝑌</m:t>
                    </m:r>
                    <m:r>
                      <a:rPr kumimoji="1" lang="en-US" altLang="zh-CN" sz="2400" b="0" i="1" baseline="30000" dirty="0" smtClean="0">
                        <a:latin typeface="Cambria Math" panose="02040503050406030204" pitchFamily="18" charset="0"/>
                        <a:ea typeface="KaiTi" panose="02010609060101010101" pitchFamily="49" charset="-122"/>
                        <a:cs typeface="Times New Roman" panose="02020603050405020304" pitchFamily="18" charset="0"/>
                      </a:rPr>
                      <m:t>3</m:t>
                    </m:r>
                    <m:r>
                      <a:rPr kumimoji="1" lang="en-US" altLang="zh-CN" sz="2400" b="0" i="1" dirty="0" smtClean="0">
                        <a:latin typeface="Cambria Math" panose="02040503050406030204" pitchFamily="18" charset="0"/>
                        <a:ea typeface="KaiTi" panose="02010609060101010101" pitchFamily="49" charset="-122"/>
                        <a:cs typeface="Times New Roman" panose="02020603050405020304" pitchFamily="18" charset="0"/>
                      </a:rPr>
                      <m:t>+8)</m:t>
                    </m:r>
                  </m:oMath>
                </a14:m>
                <a:r>
                  <a:rPr kumimoji="1" lang="en-US" altLang="zh-CN" sz="2400" dirty="0">
                    <a:latin typeface="Times New Roman" panose="02020603050405020304" pitchFamily="18" charset="0"/>
                    <a:ea typeface="KaiTi" panose="02010609060101010101" pitchFamily="49" charset="-122"/>
                    <a:cs typeface="Times New Roman" panose="02020603050405020304" pitchFamily="18" charset="0"/>
                  </a:rPr>
                  <a:t>=</a:t>
                </a:r>
                <a:r>
                  <a:rPr kumimoji="1" lang="zh-CN" altLang="en-US" sz="2400" dirty="0">
                    <a:latin typeface="Times New Roman" panose="02020603050405020304" pitchFamily="18" charset="0"/>
                    <a:ea typeface="KaiTi" panose="02010609060101010101" pitchFamily="49" charset="-122"/>
                    <a:cs typeface="Times New Roman" panose="02020603050405020304" pitchFamily="18" charset="0"/>
                  </a:rPr>
                  <a:t>？</a:t>
                </a:r>
                <a:endParaRPr kumimoji="1" lang="en-US" altLang="zh-CN" sz="2400" dirty="0">
                  <a:latin typeface="Times New Roman" panose="02020603050405020304" pitchFamily="18" charset="0"/>
                  <a:ea typeface="KaiTi" panose="02010609060101010101" pitchFamily="49" charset="-122"/>
                  <a:cs typeface="Times New Roman" panose="02020603050405020304" pitchFamily="18" charset="0"/>
                </a:endParaRPr>
              </a:p>
              <a:p>
                <a:endParaRPr kumimoji="1" lang="en-US" altLang="zh-CN" sz="2400" dirty="0">
                  <a:latin typeface="Times New Roman" panose="02020603050405020304" pitchFamily="18" charset="0"/>
                  <a:ea typeface="KaiTi" panose="02010609060101010101" pitchFamily="49" charset="-122"/>
                  <a:cs typeface="Times New Roman" panose="02020603050405020304" pitchFamily="18" charset="0"/>
                </a:endParaRPr>
              </a:p>
              <a:p>
                <a:endParaRPr kumimoji="1" lang="zh-CN" altLang="en-US" sz="2400" dirty="0">
                  <a:latin typeface="Times New Roman" panose="02020603050405020304" pitchFamily="18" charset="0"/>
                  <a:ea typeface="KaiTi" panose="02010609060101010101" pitchFamily="49" charset="-122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2" name="文本框 1">
                <a:extLst>
                  <a:ext uri="{FF2B5EF4-FFF2-40B4-BE49-F238E27FC236}">
                    <a16:creationId xmlns:a16="http://schemas.microsoft.com/office/drawing/2014/main" id="{7C5DEAFB-1E8D-BC62-3549-D2C22602398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47486" y="2505670"/>
                <a:ext cx="5176995" cy="1200329"/>
              </a:xfrm>
              <a:prstGeom prst="rect">
                <a:avLst/>
              </a:prstGeom>
              <a:blipFill>
                <a:blip r:embed="rId2"/>
                <a:stretch>
                  <a:fillRect l="-245" t="-631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" name="直线连接符 3">
            <a:extLst>
              <a:ext uri="{FF2B5EF4-FFF2-40B4-BE49-F238E27FC236}">
                <a16:creationId xmlns:a16="http://schemas.microsoft.com/office/drawing/2014/main" id="{4258737A-ED7E-1C45-4396-F20992069E34}"/>
              </a:ext>
            </a:extLst>
          </p:cNvPr>
          <p:cNvCxnSpPr/>
          <p:nvPr/>
        </p:nvCxnSpPr>
        <p:spPr>
          <a:xfrm>
            <a:off x="0" y="1082842"/>
            <a:ext cx="9144000" cy="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矩形 5">
            <a:extLst>
              <a:ext uri="{FF2B5EF4-FFF2-40B4-BE49-F238E27FC236}">
                <a16:creationId xmlns:a16="http://schemas.microsoft.com/office/drawing/2014/main" id="{242FC51E-99C2-B3DA-99C2-DE2ABBB627B0}"/>
              </a:ext>
            </a:extLst>
          </p:cNvPr>
          <p:cNvSpPr/>
          <p:nvPr/>
        </p:nvSpPr>
        <p:spPr bwMode="auto">
          <a:xfrm>
            <a:off x="0" y="0"/>
            <a:ext cx="260169" cy="6858000"/>
          </a:xfrm>
          <a:prstGeom prst="rect">
            <a:avLst/>
          </a:prstGeom>
          <a:solidFill>
            <a:srgbClr val="00B050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28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65EEA7EC-E987-FC33-F384-F9169D82E903}"/>
              </a:ext>
            </a:extLst>
          </p:cNvPr>
          <p:cNvSpPr txBox="1"/>
          <p:nvPr/>
        </p:nvSpPr>
        <p:spPr>
          <a:xfrm>
            <a:off x="2186940" y="313460"/>
            <a:ext cx="457200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1" lang="en-US" altLang="zh-CN" sz="4000" b="0" i="0" dirty="0">
                <a:solidFill>
                  <a:srgbClr val="FF0000"/>
                </a:solidFill>
                <a:latin typeface="Arial" panose="020B0604020202020204" pitchFamily="34" charset="0"/>
                <a:ea typeface="STXinwei" panose="02010800040101010101" pitchFamily="2" charset="-122"/>
                <a:cs typeface="Arial" panose="020B0604020202020204" pitchFamily="34" charset="0"/>
              </a:rPr>
              <a:t>Practice </a:t>
            </a:r>
            <a:r>
              <a:rPr lang="en-US" altLang="zh-CN" sz="4000" dirty="0">
                <a:solidFill>
                  <a:srgbClr val="FF0000"/>
                </a:solidFill>
                <a:latin typeface="Arial" panose="020B0604020202020204" pitchFamily="34" charset="0"/>
                <a:ea typeface="STXinwei" panose="02010800040101010101" pitchFamily="2" charset="-122"/>
                <a:cs typeface="Arial" panose="020B0604020202020204" pitchFamily="34" charset="0"/>
              </a:rPr>
              <a:t>#5</a:t>
            </a:r>
            <a:endParaRPr lang="zh-CN" altLang="en-US" sz="4000" dirty="0">
              <a:solidFill>
                <a:srgbClr val="FF0000"/>
              </a:solidFill>
              <a:latin typeface="Arial" panose="020B0604020202020204" pitchFamily="34" charset="0"/>
              <a:ea typeface="STXinwei" panose="02010800040101010101" pitchFamily="2" charset="-122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046799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文本框 1">
                <a:extLst>
                  <a:ext uri="{FF2B5EF4-FFF2-40B4-BE49-F238E27FC236}">
                    <a16:creationId xmlns:a16="http://schemas.microsoft.com/office/drawing/2014/main" id="{7C5DEAFB-1E8D-BC62-3549-D2C226023988}"/>
                  </a:ext>
                </a:extLst>
              </p:cNvPr>
              <p:cNvSpPr txBox="1"/>
              <p:nvPr/>
            </p:nvSpPr>
            <p:spPr>
              <a:xfrm>
                <a:off x="1347486" y="2505670"/>
                <a:ext cx="5176995" cy="120032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kumimoji="1" lang="en-US" altLang="zh-CN" sz="2400" b="0" i="1" smtClean="0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kumimoji="1" lang="zh-CN" altLang="en-US" sz="2400" dirty="0">
                    <a:latin typeface="Times New Roman" panose="02020603050405020304" pitchFamily="18" charset="0"/>
                    <a:ea typeface="KaiTi" panose="02010609060101010101" pitchFamily="49" charset="-122"/>
                    <a:cs typeface="Times New Roman" panose="02020603050405020304" pitchFamily="18" charset="0"/>
                  </a:rPr>
                  <a:t> 与 </a:t>
                </a:r>
                <a14:m>
                  <m:oMath xmlns:m="http://schemas.openxmlformats.org/officeDocument/2006/math">
                    <m:r>
                      <a:rPr kumimoji="1" lang="en-US" altLang="zh-CN" sz="2400" i="1" dirty="0" smtClean="0">
                        <a:latin typeface="Cambria Math" panose="02040503050406030204" pitchFamily="18" charset="0"/>
                        <a:ea typeface="KaiTi" panose="02010609060101010101" pitchFamily="49" charset="-122"/>
                        <a:cs typeface="Times New Roman" panose="02020603050405020304" pitchFamily="18" charset="0"/>
                      </a:rPr>
                      <m:t>𝑌</m:t>
                    </m:r>
                  </m:oMath>
                </a14:m>
                <a:r>
                  <a:rPr kumimoji="1" lang="zh-CN" altLang="en-US" sz="2400" dirty="0">
                    <a:latin typeface="Times New Roman" panose="02020603050405020304" pitchFamily="18" charset="0"/>
                    <a:ea typeface="KaiTi" panose="02010609060101010101" pitchFamily="49" charset="-122"/>
                    <a:cs typeface="Times New Roman" panose="02020603050405020304" pitchFamily="18" charset="0"/>
                  </a:rPr>
                  <a:t>相互独立，</a:t>
                </a:r>
                <a14:m>
                  <m:oMath xmlns:m="http://schemas.openxmlformats.org/officeDocument/2006/math">
                    <m:r>
                      <a:rPr kumimoji="1" lang="en-US" altLang="zh-CN" sz="2400" b="0" i="1" dirty="0" smtClean="0">
                        <a:latin typeface="Cambria Math" panose="02040503050406030204" pitchFamily="18" charset="0"/>
                        <a:ea typeface="KaiTi" panose="02010609060101010101" pitchFamily="49" charset="-122"/>
                        <a:cs typeface="Times New Roman" panose="02020603050405020304" pitchFamily="18" charset="0"/>
                      </a:rPr>
                      <m:t>𝑐𝑜𝑣</m:t>
                    </m:r>
                    <m:r>
                      <a:rPr kumimoji="1" lang="en-US" altLang="zh-CN" sz="2400" b="0" i="1" dirty="0" smtClean="0">
                        <a:latin typeface="Cambria Math" panose="02040503050406030204" pitchFamily="18" charset="0"/>
                        <a:ea typeface="KaiTi" panose="02010609060101010101" pitchFamily="49" charset="-122"/>
                        <a:cs typeface="Times New Roman" panose="02020603050405020304" pitchFamily="18" charset="0"/>
                      </a:rPr>
                      <m:t>(</m:t>
                    </m:r>
                    <m:r>
                      <a:rPr kumimoji="1" lang="en-US" altLang="zh-CN" sz="2400" b="0" i="1" dirty="0" smtClean="0">
                        <a:latin typeface="Cambria Math" panose="02040503050406030204" pitchFamily="18" charset="0"/>
                        <a:ea typeface="KaiTi" panose="02010609060101010101" pitchFamily="49" charset="-122"/>
                        <a:cs typeface="Times New Roman" panose="02020603050405020304" pitchFamily="18" charset="0"/>
                      </a:rPr>
                      <m:t>𝑋</m:t>
                    </m:r>
                    <m:r>
                      <a:rPr kumimoji="1" lang="en-US" altLang="zh-CN" sz="2400" b="0" i="1" baseline="30000" dirty="0" smtClean="0">
                        <a:latin typeface="Cambria Math" panose="02040503050406030204" pitchFamily="18" charset="0"/>
                        <a:ea typeface="KaiTi" panose="02010609060101010101" pitchFamily="49" charset="-122"/>
                        <a:cs typeface="Times New Roman" panose="02020603050405020304" pitchFamily="18" charset="0"/>
                      </a:rPr>
                      <m:t>2</m:t>
                    </m:r>
                    <m:r>
                      <a:rPr kumimoji="1" lang="en-US" altLang="zh-CN" sz="2400" b="0" i="1" dirty="0" smtClean="0">
                        <a:latin typeface="Cambria Math" panose="02040503050406030204" pitchFamily="18" charset="0"/>
                        <a:ea typeface="KaiTi" panose="02010609060101010101" pitchFamily="49" charset="-122"/>
                        <a:cs typeface="Times New Roman" panose="02020603050405020304" pitchFamily="18" charset="0"/>
                      </a:rPr>
                      <m:t>,</m:t>
                    </m:r>
                    <m:r>
                      <a:rPr kumimoji="1" lang="en-US" altLang="zh-CN" sz="2400" b="0" i="1" dirty="0" smtClean="0">
                        <a:latin typeface="Cambria Math" panose="02040503050406030204" pitchFamily="18" charset="0"/>
                        <a:ea typeface="KaiTi" panose="02010609060101010101" pitchFamily="49" charset="-122"/>
                        <a:cs typeface="Times New Roman" panose="02020603050405020304" pitchFamily="18" charset="0"/>
                      </a:rPr>
                      <m:t>𝑌</m:t>
                    </m:r>
                    <m:r>
                      <a:rPr kumimoji="1" lang="en-US" altLang="zh-CN" sz="2400" b="0" i="1" baseline="30000" dirty="0" smtClean="0">
                        <a:latin typeface="Cambria Math" panose="02040503050406030204" pitchFamily="18" charset="0"/>
                        <a:ea typeface="KaiTi" panose="02010609060101010101" pitchFamily="49" charset="-122"/>
                        <a:cs typeface="Times New Roman" panose="02020603050405020304" pitchFamily="18" charset="0"/>
                      </a:rPr>
                      <m:t>3</m:t>
                    </m:r>
                    <m:r>
                      <a:rPr kumimoji="1" lang="en-US" altLang="zh-CN" sz="2400" b="0" i="1" dirty="0" smtClean="0">
                        <a:latin typeface="Cambria Math" panose="02040503050406030204" pitchFamily="18" charset="0"/>
                        <a:ea typeface="KaiTi" panose="02010609060101010101" pitchFamily="49" charset="-122"/>
                        <a:cs typeface="Times New Roman" panose="02020603050405020304" pitchFamily="18" charset="0"/>
                      </a:rPr>
                      <m:t>+8)</m:t>
                    </m:r>
                  </m:oMath>
                </a14:m>
                <a:r>
                  <a:rPr kumimoji="1" lang="en-US" altLang="zh-CN" sz="2400" dirty="0">
                    <a:latin typeface="Times New Roman" panose="02020603050405020304" pitchFamily="18" charset="0"/>
                    <a:ea typeface="KaiTi" panose="02010609060101010101" pitchFamily="49" charset="-122"/>
                    <a:cs typeface="Times New Roman" panose="02020603050405020304" pitchFamily="18" charset="0"/>
                  </a:rPr>
                  <a:t>=</a:t>
                </a:r>
                <a:r>
                  <a:rPr kumimoji="1" lang="zh-CN" altLang="en-US" sz="2400" dirty="0">
                    <a:latin typeface="Times New Roman" panose="02020603050405020304" pitchFamily="18" charset="0"/>
                    <a:ea typeface="KaiTi" panose="02010609060101010101" pitchFamily="49" charset="-122"/>
                    <a:cs typeface="Times New Roman" panose="02020603050405020304" pitchFamily="18" charset="0"/>
                  </a:rPr>
                  <a:t>？</a:t>
                </a:r>
                <a:endParaRPr kumimoji="1" lang="en-US" altLang="zh-CN" sz="2400" dirty="0">
                  <a:latin typeface="Times New Roman" panose="02020603050405020304" pitchFamily="18" charset="0"/>
                  <a:ea typeface="KaiTi" panose="02010609060101010101" pitchFamily="49" charset="-122"/>
                  <a:cs typeface="Times New Roman" panose="02020603050405020304" pitchFamily="18" charset="0"/>
                </a:endParaRPr>
              </a:p>
              <a:p>
                <a:endParaRPr kumimoji="1" lang="en-US" altLang="zh-CN" sz="2400" dirty="0">
                  <a:latin typeface="Times New Roman" panose="02020603050405020304" pitchFamily="18" charset="0"/>
                  <a:ea typeface="KaiTi" panose="02010609060101010101" pitchFamily="49" charset="-122"/>
                  <a:cs typeface="Times New Roman" panose="02020603050405020304" pitchFamily="18" charset="0"/>
                </a:endParaRPr>
              </a:p>
              <a:p>
                <a:endParaRPr kumimoji="1" lang="zh-CN" altLang="en-US" sz="2400" dirty="0">
                  <a:latin typeface="Times New Roman" panose="02020603050405020304" pitchFamily="18" charset="0"/>
                  <a:ea typeface="KaiTi" panose="02010609060101010101" pitchFamily="49" charset="-122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2" name="文本框 1">
                <a:extLst>
                  <a:ext uri="{FF2B5EF4-FFF2-40B4-BE49-F238E27FC236}">
                    <a16:creationId xmlns:a16="http://schemas.microsoft.com/office/drawing/2014/main" id="{7C5DEAFB-1E8D-BC62-3549-D2C22602398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47486" y="2505670"/>
                <a:ext cx="5176995" cy="1200329"/>
              </a:xfrm>
              <a:prstGeom prst="rect">
                <a:avLst/>
              </a:prstGeom>
              <a:blipFill>
                <a:blip r:embed="rId2"/>
                <a:stretch>
                  <a:fillRect l="-245" t="-631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文本框 4">
                <a:extLst>
                  <a:ext uri="{FF2B5EF4-FFF2-40B4-BE49-F238E27FC236}">
                    <a16:creationId xmlns:a16="http://schemas.microsoft.com/office/drawing/2014/main" id="{0C7178F3-50B6-FCA8-A5B3-A408C60537D4}"/>
                  </a:ext>
                </a:extLst>
              </p:cNvPr>
              <p:cNvSpPr txBox="1"/>
              <p:nvPr/>
            </p:nvSpPr>
            <p:spPr>
              <a:xfrm>
                <a:off x="1347486" y="4469564"/>
                <a:ext cx="6641482" cy="109356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kumimoji="1" lang="zh-CN" altLang="en-US" sz="2300" dirty="0">
                    <a:solidFill>
                      <a:srgbClr val="FF0000"/>
                    </a:solidFill>
                    <a:latin typeface="Times New Roman" panose="02020603050405020304" pitchFamily="18" charset="0"/>
                    <a:ea typeface="KaiTi" panose="02010609060101010101" pitchFamily="49" charset="-122"/>
                    <a:cs typeface="Times New Roman" panose="02020603050405020304" pitchFamily="18" charset="0"/>
                  </a:rPr>
                  <a:t>定理 </a:t>
                </a:r>
                <a:r>
                  <a:rPr kumimoji="1" lang="zh-CN" altLang="en-US" sz="2300" dirty="0">
                    <a:latin typeface="Times New Roman" panose="02020603050405020304" pitchFamily="18" charset="0"/>
                    <a:ea typeface="KaiTi" panose="02010609060101010101" pitchFamily="49" charset="-122"/>
                    <a:cs typeface="Times New Roman" panose="02020603050405020304" pitchFamily="18" charset="0"/>
                  </a:rPr>
                  <a:t>如果随机变量</a:t>
                </a:r>
                <a14:m>
                  <m:oMath xmlns:m="http://schemas.openxmlformats.org/officeDocument/2006/math">
                    <m:r>
                      <a:rPr kumimoji="1" lang="en-US" altLang="zh-CN" sz="2300" i="1" dirty="0" smtClean="0">
                        <a:latin typeface="Cambria Math" panose="02040503050406030204" pitchFamily="18" charset="0"/>
                        <a:ea typeface="KaiTi" panose="02010609060101010101" pitchFamily="49" charset="-122"/>
                        <a:cs typeface="Times New Roman" panose="02020603050405020304" pitchFamily="18" charset="0"/>
                      </a:rPr>
                      <m:t>𝑋</m:t>
                    </m:r>
                  </m:oMath>
                </a14:m>
                <a:r>
                  <a:rPr kumimoji="1" lang="zh-CN" altLang="en-US" sz="2300" dirty="0">
                    <a:latin typeface="Times New Roman" panose="02020603050405020304" pitchFamily="18" charset="0"/>
                    <a:ea typeface="KaiTi" panose="02010609060101010101" pitchFamily="49" charset="-122"/>
                    <a:cs typeface="Times New Roman" panose="02020603050405020304" pitchFamily="18" charset="0"/>
                  </a:rPr>
                  <a:t> 和</a:t>
                </a:r>
                <a14:m>
                  <m:oMath xmlns:m="http://schemas.openxmlformats.org/officeDocument/2006/math">
                    <m:r>
                      <a:rPr kumimoji="1" lang="en-US" altLang="zh-CN" sz="2300" i="1" dirty="0" smtClean="0">
                        <a:latin typeface="Cambria Math" panose="02040503050406030204" pitchFamily="18" charset="0"/>
                        <a:ea typeface="KaiTi" panose="02010609060101010101" pitchFamily="49" charset="-122"/>
                        <a:cs typeface="Times New Roman" panose="02020603050405020304" pitchFamily="18" charset="0"/>
                      </a:rPr>
                      <m:t>𝑌</m:t>
                    </m:r>
                  </m:oMath>
                </a14:m>
                <a:r>
                  <a:rPr kumimoji="1" lang="zh-CN" altLang="en-US" sz="2300" dirty="0">
                    <a:latin typeface="Times New Roman" panose="02020603050405020304" pitchFamily="18" charset="0"/>
                    <a:ea typeface="KaiTi" panose="02010609060101010101" pitchFamily="49" charset="-122"/>
                    <a:cs typeface="Times New Roman" panose="02020603050405020304" pitchFamily="18" charset="0"/>
                  </a:rPr>
                  <a:t>相互独立，则对任意函数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zh-CN" sz="23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zh-CN" sz="2300" i="1"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  <m:sub>
                        <m:r>
                          <a:rPr kumimoji="1" lang="en-US" altLang="zh-CN" sz="23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kumimoji="1" lang="en-US" altLang="zh-CN" sz="2300" i="1" dirty="0" smtClean="0">
                        <a:latin typeface="Cambria Math" panose="02040503050406030204" pitchFamily="18" charset="0"/>
                        <a:ea typeface="KaiTi" panose="02010609060101010101" pitchFamily="49" charset="-122"/>
                        <a:cs typeface="Times New Roman" panose="02020603050405020304" pitchFamily="18" charset="0"/>
                      </a:rPr>
                      <m:t>(</m:t>
                    </m:r>
                    <m:r>
                      <a:rPr kumimoji="1" lang="en-US" altLang="zh-CN" sz="2300" i="1" dirty="0" smtClean="0">
                        <a:latin typeface="Cambria Math" panose="02040503050406030204" pitchFamily="18" charset="0"/>
                        <a:ea typeface="KaiTi" panose="02010609060101010101" pitchFamily="49" charset="-122"/>
                        <a:cs typeface="Times New Roman" panose="02020603050405020304" pitchFamily="18" charset="0"/>
                      </a:rPr>
                      <m:t>𝑥</m:t>
                    </m:r>
                    <m:r>
                      <a:rPr kumimoji="1" lang="en-US" altLang="zh-CN" sz="2300" i="1" dirty="0" smtClean="0">
                        <a:latin typeface="Cambria Math" panose="02040503050406030204" pitchFamily="18" charset="0"/>
                        <a:ea typeface="KaiTi" panose="02010609060101010101" pitchFamily="49" charset="-122"/>
                        <a:cs typeface="Times New Roman" panose="02020603050405020304" pitchFamily="18" charset="0"/>
                      </a:rPr>
                      <m:t>)</m:t>
                    </m:r>
                  </m:oMath>
                </a14:m>
                <a:r>
                  <a:rPr kumimoji="1" lang="en-US" altLang="zh-CN" sz="2300" dirty="0">
                    <a:latin typeface="Times New Roman" panose="02020603050405020304" pitchFamily="18" charset="0"/>
                    <a:ea typeface="KaiTi" panose="02010609060101010101" pitchFamily="49" charset="-122"/>
                    <a:cs typeface="Times New Roman" panose="02020603050405020304" pitchFamily="18" charset="0"/>
                  </a:rPr>
                  <a:t> </a:t>
                </a:r>
                <a:r>
                  <a:rPr kumimoji="1" lang="zh-CN" altLang="en-US" sz="2300" dirty="0">
                    <a:latin typeface="Times New Roman" panose="02020603050405020304" pitchFamily="18" charset="0"/>
                    <a:ea typeface="KaiTi" panose="02010609060101010101" pitchFamily="49" charset="-122"/>
                    <a:cs typeface="Times New Roman" panose="02020603050405020304" pitchFamily="18" charset="0"/>
                  </a:rPr>
                  <a:t>，</a:t>
                </a:r>
                <a:r>
                  <a:rPr kumimoji="1" lang="en-US" altLang="zh-CN" sz="230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zh-CN" sz="23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zh-CN" sz="2300" i="1"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  <m:sub>
                        <m:r>
                          <a:rPr kumimoji="1" lang="en-US" altLang="zh-CN" sz="2300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kumimoji="1" lang="en-US" altLang="zh-CN" sz="2300" i="1" dirty="0" smtClean="0">
                        <a:latin typeface="Cambria Math" panose="02040503050406030204" pitchFamily="18" charset="0"/>
                        <a:ea typeface="KaiTi" panose="02010609060101010101" pitchFamily="49" charset="-122"/>
                        <a:cs typeface="Times New Roman" panose="02020603050405020304" pitchFamily="18" charset="0"/>
                      </a:rPr>
                      <m:t>(</m:t>
                    </m:r>
                    <m:r>
                      <a:rPr kumimoji="1" lang="en-US" altLang="zh-CN" sz="2300" i="1" dirty="0" smtClean="0">
                        <a:latin typeface="Cambria Math" panose="02040503050406030204" pitchFamily="18" charset="0"/>
                        <a:ea typeface="KaiTi" panose="02010609060101010101" pitchFamily="49" charset="-122"/>
                        <a:cs typeface="Times New Roman" panose="02020603050405020304" pitchFamily="18" charset="0"/>
                      </a:rPr>
                      <m:t>𝑦</m:t>
                    </m:r>
                    <m:r>
                      <a:rPr kumimoji="1" lang="en-US" altLang="zh-CN" sz="2300" i="1" dirty="0" smtClean="0">
                        <a:latin typeface="Cambria Math" panose="02040503050406030204" pitchFamily="18" charset="0"/>
                        <a:ea typeface="KaiTi" panose="02010609060101010101" pitchFamily="49" charset="-122"/>
                        <a:cs typeface="Times New Roman" panose="02020603050405020304" pitchFamily="18" charset="0"/>
                      </a:rPr>
                      <m:t>)</m:t>
                    </m:r>
                  </m:oMath>
                </a14:m>
                <a:r>
                  <a:rPr kumimoji="1" lang="en-US" altLang="zh-CN" sz="2300" dirty="0">
                    <a:latin typeface="Times New Roman" panose="02020603050405020304" pitchFamily="18" charset="0"/>
                    <a:ea typeface="KaiTi" panose="02010609060101010101" pitchFamily="49" charset="-122"/>
                    <a:cs typeface="Times New Roman" panose="02020603050405020304" pitchFamily="18" charset="0"/>
                  </a:rPr>
                  <a:t> </a:t>
                </a:r>
                <a:r>
                  <a:rPr kumimoji="1" lang="zh-CN" altLang="en-US" sz="2300" dirty="0">
                    <a:latin typeface="Times New Roman" panose="02020603050405020304" pitchFamily="18" charset="0"/>
                    <a:ea typeface="KaiTi" panose="02010609060101010101" pitchFamily="49" charset="-122"/>
                    <a:cs typeface="Times New Roman" panose="02020603050405020304" pitchFamily="18" charset="0"/>
                  </a:rPr>
                  <a:t>， 均有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zh-CN" sz="23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zh-CN" sz="2300" i="1"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  <m:sub>
                        <m:r>
                          <a:rPr kumimoji="1" lang="en-US" altLang="zh-CN" sz="23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kumimoji="1" lang="en-US" altLang="zh-CN" sz="2300" i="1" dirty="0" smtClean="0">
                        <a:latin typeface="Cambria Math" panose="02040503050406030204" pitchFamily="18" charset="0"/>
                        <a:ea typeface="KaiTi" panose="02010609060101010101" pitchFamily="49" charset="-122"/>
                        <a:cs typeface="Times New Roman" panose="02020603050405020304" pitchFamily="18" charset="0"/>
                      </a:rPr>
                      <m:t>(</m:t>
                    </m:r>
                    <m:r>
                      <a:rPr kumimoji="1" lang="en-US" altLang="zh-CN" sz="2300" i="1" dirty="0" smtClean="0">
                        <a:latin typeface="Cambria Math" panose="02040503050406030204" pitchFamily="18" charset="0"/>
                        <a:ea typeface="KaiTi" panose="02010609060101010101" pitchFamily="49" charset="-122"/>
                        <a:cs typeface="Times New Roman" panose="02020603050405020304" pitchFamily="18" charset="0"/>
                      </a:rPr>
                      <m:t>𝑋</m:t>
                    </m:r>
                    <m:r>
                      <a:rPr kumimoji="1" lang="en-US" altLang="zh-CN" sz="2300" i="1" dirty="0" smtClean="0">
                        <a:latin typeface="Cambria Math" panose="02040503050406030204" pitchFamily="18" charset="0"/>
                        <a:ea typeface="KaiTi" panose="02010609060101010101" pitchFamily="49" charset="-122"/>
                        <a:cs typeface="Times New Roman" panose="02020603050405020304" pitchFamily="18" charset="0"/>
                      </a:rPr>
                      <m:t>)</m:t>
                    </m:r>
                  </m:oMath>
                </a14:m>
                <a:r>
                  <a:rPr kumimoji="1" lang="zh-CN" altLang="en-US" sz="2300" dirty="0">
                    <a:latin typeface="Times New Roman" panose="02020603050405020304" pitchFamily="18" charset="0"/>
                    <a:ea typeface="KaiTi" panose="02010609060101010101" pitchFamily="49" charset="-122"/>
                    <a:cs typeface="Times New Roman" panose="02020603050405020304" pitchFamily="18" charset="0"/>
                  </a:rPr>
                  <a:t>与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zh-CN" sz="23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zh-CN" sz="2300" i="1"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  <m:sub>
                        <m:r>
                          <a:rPr kumimoji="1" lang="en-US" altLang="zh-CN" sz="2300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kumimoji="1" lang="en-US" altLang="zh-CN" sz="2300" i="1" dirty="0" smtClean="0">
                        <a:latin typeface="Cambria Math" panose="02040503050406030204" pitchFamily="18" charset="0"/>
                        <a:ea typeface="KaiTi" panose="02010609060101010101" pitchFamily="49" charset="-122"/>
                        <a:cs typeface="Times New Roman" panose="02020603050405020304" pitchFamily="18" charset="0"/>
                      </a:rPr>
                      <m:t>(</m:t>
                    </m:r>
                    <m:r>
                      <a:rPr kumimoji="1" lang="en-US" altLang="zh-CN" sz="2300" i="1" dirty="0" smtClean="0">
                        <a:latin typeface="Cambria Math" panose="02040503050406030204" pitchFamily="18" charset="0"/>
                        <a:ea typeface="KaiTi" panose="02010609060101010101" pitchFamily="49" charset="-122"/>
                        <a:cs typeface="Times New Roman" panose="02020603050405020304" pitchFamily="18" charset="0"/>
                      </a:rPr>
                      <m:t>𝑌</m:t>
                    </m:r>
                    <m:r>
                      <a:rPr kumimoji="1" lang="en-US" altLang="zh-CN" sz="2300" i="1" dirty="0" smtClean="0">
                        <a:latin typeface="Cambria Math" panose="02040503050406030204" pitchFamily="18" charset="0"/>
                        <a:ea typeface="KaiTi" panose="02010609060101010101" pitchFamily="49" charset="-122"/>
                        <a:cs typeface="Times New Roman" panose="02020603050405020304" pitchFamily="18" charset="0"/>
                      </a:rPr>
                      <m:t>)</m:t>
                    </m:r>
                  </m:oMath>
                </a14:m>
                <a:r>
                  <a:rPr kumimoji="1" lang="zh-CN" altLang="en-US" sz="2300" dirty="0">
                    <a:latin typeface="Times New Roman" panose="02020603050405020304" pitchFamily="18" charset="0"/>
                    <a:ea typeface="KaiTi" panose="02010609060101010101" pitchFamily="49" charset="-122"/>
                    <a:cs typeface="Times New Roman" panose="02020603050405020304" pitchFamily="18" charset="0"/>
                  </a:rPr>
                  <a:t>相互独立。</a:t>
                </a:r>
                <a:endParaRPr kumimoji="1" lang="en-US" altLang="zh-CN" sz="2300" dirty="0">
                  <a:latin typeface="Times New Roman" panose="02020603050405020304" pitchFamily="18" charset="0"/>
                  <a:ea typeface="KaiTi" panose="02010609060101010101" pitchFamily="49" charset="-122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5" name="文本框 4">
                <a:extLst>
                  <a:ext uri="{FF2B5EF4-FFF2-40B4-BE49-F238E27FC236}">
                    <a16:creationId xmlns:a16="http://schemas.microsoft.com/office/drawing/2014/main" id="{0C7178F3-50B6-FCA8-A5B3-A408C60537D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47486" y="4469564"/>
                <a:ext cx="6641482" cy="1093569"/>
              </a:xfrm>
              <a:prstGeom prst="rect">
                <a:avLst/>
              </a:prstGeom>
              <a:blipFill>
                <a:blip r:embed="rId3"/>
                <a:stretch>
                  <a:fillRect l="-1527" b="-795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" name="直线连接符 3">
            <a:extLst>
              <a:ext uri="{FF2B5EF4-FFF2-40B4-BE49-F238E27FC236}">
                <a16:creationId xmlns:a16="http://schemas.microsoft.com/office/drawing/2014/main" id="{4258737A-ED7E-1C45-4396-F20992069E34}"/>
              </a:ext>
            </a:extLst>
          </p:cNvPr>
          <p:cNvCxnSpPr/>
          <p:nvPr/>
        </p:nvCxnSpPr>
        <p:spPr>
          <a:xfrm>
            <a:off x="0" y="1082842"/>
            <a:ext cx="9144000" cy="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文本框 6">
            <a:extLst>
              <a:ext uri="{FF2B5EF4-FFF2-40B4-BE49-F238E27FC236}">
                <a16:creationId xmlns:a16="http://schemas.microsoft.com/office/drawing/2014/main" id="{65EEA7EC-E987-FC33-F384-F9169D82E903}"/>
              </a:ext>
            </a:extLst>
          </p:cNvPr>
          <p:cNvSpPr txBox="1"/>
          <p:nvPr/>
        </p:nvSpPr>
        <p:spPr>
          <a:xfrm>
            <a:off x="2186940" y="313460"/>
            <a:ext cx="457200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1" lang="en-US" altLang="zh-CN" sz="4000" b="0" i="0" dirty="0">
                <a:solidFill>
                  <a:srgbClr val="FF0000"/>
                </a:solidFill>
                <a:latin typeface="Arial" panose="020B0604020202020204" pitchFamily="34" charset="0"/>
                <a:ea typeface="STXinwei" panose="02010800040101010101" pitchFamily="2" charset="-122"/>
                <a:cs typeface="Arial" panose="020B0604020202020204" pitchFamily="34" charset="0"/>
              </a:rPr>
              <a:t>Practice </a:t>
            </a:r>
            <a:r>
              <a:rPr lang="en-US" altLang="zh-CN" sz="4000" dirty="0">
                <a:solidFill>
                  <a:srgbClr val="FF0000"/>
                </a:solidFill>
                <a:latin typeface="Arial" panose="020B0604020202020204" pitchFamily="34" charset="0"/>
                <a:ea typeface="STXinwei" panose="02010800040101010101" pitchFamily="2" charset="-122"/>
                <a:cs typeface="Arial" panose="020B0604020202020204" pitchFamily="34" charset="0"/>
              </a:rPr>
              <a:t>#5</a:t>
            </a:r>
            <a:endParaRPr lang="zh-CN" altLang="en-US" sz="4000" dirty="0">
              <a:solidFill>
                <a:srgbClr val="FF0000"/>
              </a:solidFill>
              <a:latin typeface="Arial" panose="020B0604020202020204" pitchFamily="34" charset="0"/>
              <a:ea typeface="STXinwei" panose="02010800040101010101" pitchFamily="2" charset="-122"/>
              <a:cs typeface="Arial" panose="020B0604020202020204" pitchFamily="34" charset="0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274FFD0-0563-15BA-0858-0E0775A493AF}"/>
              </a:ext>
            </a:extLst>
          </p:cNvPr>
          <p:cNvSpPr/>
          <p:nvPr/>
        </p:nvSpPr>
        <p:spPr bwMode="auto">
          <a:xfrm>
            <a:off x="0" y="0"/>
            <a:ext cx="260169" cy="6858000"/>
          </a:xfrm>
          <a:prstGeom prst="rect">
            <a:avLst/>
          </a:prstGeom>
          <a:solidFill>
            <a:srgbClr val="00B050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28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2154684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文本框 1">
                <a:extLst>
                  <a:ext uri="{FF2B5EF4-FFF2-40B4-BE49-F238E27FC236}">
                    <a16:creationId xmlns:a16="http://schemas.microsoft.com/office/drawing/2014/main" id="{1818B05B-47DA-322E-CC7F-07DE982CCFBB}"/>
                  </a:ext>
                </a:extLst>
              </p:cNvPr>
              <p:cNvSpPr txBox="1"/>
              <p:nvPr/>
            </p:nvSpPr>
            <p:spPr>
              <a:xfrm>
                <a:off x="2624350" y="2867969"/>
                <a:ext cx="3895297" cy="40011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CN" sz="2600" i="1" smtClean="0">
                          <a:latin typeface="Cambria Math" panose="02040503050406030204" pitchFamily="18" charset="0"/>
                        </a:rPr>
                        <m:t>𝑘</m:t>
                      </m:r>
                      <m:r>
                        <a:rPr kumimoji="1" lang="en-US" altLang="zh-CN" sz="2600" i="1" baseline="30000"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kumimoji="1" lang="en-US" altLang="zh-CN" sz="2600" b="0" i="1" smtClean="0">
                          <a:latin typeface="Cambria Math" panose="02040503050406030204" pitchFamily="18" charset="0"/>
                        </a:rPr>
                        <m:t>𝑐𝑜𝑣</m:t>
                      </m:r>
                      <m:d>
                        <m:dPr>
                          <m:ctrlPr>
                            <a:rPr kumimoji="1" lang="en-US" altLang="zh-CN" sz="26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kumimoji="1" lang="en-US" altLang="zh-CN" sz="2600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  <m:r>
                            <a:rPr kumimoji="1" lang="en-US" altLang="zh-CN" sz="26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kumimoji="1" lang="en-US" altLang="zh-CN" sz="2600" b="0" i="1" smtClean="0">
                              <a:latin typeface="Cambria Math" panose="02040503050406030204" pitchFamily="18" charset="0"/>
                            </a:rPr>
                            <m:t>𝑌</m:t>
                          </m:r>
                        </m:e>
                      </m:d>
                      <m:r>
                        <a:rPr kumimoji="1" lang="en-US" altLang="zh-CN" sz="26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kumimoji="1" lang="en-US" altLang="zh-CN" sz="2600" b="0" i="1" smtClean="0">
                          <a:latin typeface="Cambria Math" panose="02040503050406030204" pitchFamily="18" charset="0"/>
                        </a:rPr>
                        <m:t>𝑐𝑜𝑣</m:t>
                      </m:r>
                      <m:r>
                        <a:rPr kumimoji="1" lang="en-US" altLang="zh-CN" sz="2600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kumimoji="1" lang="en-US" altLang="zh-CN" sz="2600" b="0" i="1" smtClean="0">
                          <a:latin typeface="Cambria Math" panose="02040503050406030204" pitchFamily="18" charset="0"/>
                        </a:rPr>
                        <m:t>𝑘𝑋</m:t>
                      </m:r>
                      <m:r>
                        <a:rPr kumimoji="1" lang="en-US" altLang="zh-CN" sz="2600" b="0" i="1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kumimoji="1" lang="en-US" altLang="zh-CN" sz="2600" b="0" i="1" smtClean="0">
                          <a:latin typeface="Cambria Math" panose="02040503050406030204" pitchFamily="18" charset="0"/>
                        </a:rPr>
                        <m:t>𝑘𝑌</m:t>
                      </m:r>
                      <m:r>
                        <a:rPr kumimoji="1" lang="en-US" altLang="zh-CN" sz="2600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kumimoji="1" lang="zh-CN" altLang="en-US" sz="2600" dirty="0"/>
              </a:p>
            </p:txBody>
          </p:sp>
        </mc:Choice>
        <mc:Fallback xmlns="">
          <p:sp>
            <p:nvSpPr>
              <p:cNvPr id="2" name="文本框 1">
                <a:extLst>
                  <a:ext uri="{FF2B5EF4-FFF2-40B4-BE49-F238E27FC236}">
                    <a16:creationId xmlns:a16="http://schemas.microsoft.com/office/drawing/2014/main" id="{1818B05B-47DA-322E-CC7F-07DE982CCFB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24350" y="2867969"/>
                <a:ext cx="3895297" cy="400110"/>
              </a:xfrm>
              <a:prstGeom prst="rect">
                <a:avLst/>
              </a:prstGeom>
              <a:blipFill>
                <a:blip r:embed="rId3"/>
                <a:stretch>
                  <a:fillRect l="-1623" r="-2597" b="-3030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" name="直线连接符 5">
            <a:extLst>
              <a:ext uri="{FF2B5EF4-FFF2-40B4-BE49-F238E27FC236}">
                <a16:creationId xmlns:a16="http://schemas.microsoft.com/office/drawing/2014/main" id="{1D84D6DA-A495-388C-8239-613624DCE2EA}"/>
              </a:ext>
            </a:extLst>
          </p:cNvPr>
          <p:cNvCxnSpPr/>
          <p:nvPr/>
        </p:nvCxnSpPr>
        <p:spPr>
          <a:xfrm>
            <a:off x="0" y="1082842"/>
            <a:ext cx="9144000" cy="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文本框 6">
                <a:extLst>
                  <a:ext uri="{FF2B5EF4-FFF2-40B4-BE49-F238E27FC236}">
                    <a16:creationId xmlns:a16="http://schemas.microsoft.com/office/drawing/2014/main" id="{12DC792A-A59F-8005-58CA-F49BE044D5B4}"/>
                  </a:ext>
                </a:extLst>
              </p:cNvPr>
              <p:cNvSpPr txBox="1"/>
              <p:nvPr/>
            </p:nvSpPr>
            <p:spPr>
              <a:xfrm>
                <a:off x="3058122" y="1491148"/>
                <a:ext cx="3067057" cy="40011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kumimoji="1" lang="en-US" altLang="zh-CN" sz="26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kumimoji="1" lang="en-US" altLang="zh-CN" sz="2600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  <m:r>
                            <a:rPr kumimoji="1" lang="en-US" altLang="zh-CN" sz="26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kumimoji="1" lang="en-US" altLang="zh-CN" sz="2600" b="0" i="1" smtClean="0">
                              <a:latin typeface="Cambria Math" panose="02040503050406030204" pitchFamily="18" charset="0"/>
                            </a:rPr>
                            <m:t>𝑌</m:t>
                          </m:r>
                        </m:e>
                      </m:d>
                      <m:r>
                        <a:rPr kumimoji="1" lang="en-US" altLang="zh-CN" sz="2600" b="0" i="1" smtClean="0">
                          <a:latin typeface="Cambria Math" panose="02040503050406030204" pitchFamily="18" charset="0"/>
                        </a:rPr>
                        <m:t>             (</m:t>
                      </m:r>
                      <m:r>
                        <a:rPr kumimoji="1" lang="en-US" altLang="zh-CN" sz="2600" b="0" i="1" smtClean="0">
                          <a:latin typeface="Cambria Math" panose="02040503050406030204" pitchFamily="18" charset="0"/>
                        </a:rPr>
                        <m:t>𝑘𝑋</m:t>
                      </m:r>
                      <m:r>
                        <a:rPr kumimoji="1" lang="en-US" altLang="zh-CN" sz="2600" b="0" i="1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kumimoji="1" lang="en-US" altLang="zh-CN" sz="2600" b="0" i="1" smtClean="0">
                          <a:latin typeface="Cambria Math" panose="02040503050406030204" pitchFamily="18" charset="0"/>
                        </a:rPr>
                        <m:t>𝑘𝑌</m:t>
                      </m:r>
                      <m:r>
                        <a:rPr kumimoji="1" lang="en-US" altLang="zh-CN" sz="2600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kumimoji="1" lang="zh-CN" altLang="en-US" sz="2600" dirty="0"/>
              </a:p>
            </p:txBody>
          </p:sp>
        </mc:Choice>
        <mc:Fallback xmlns="">
          <p:sp>
            <p:nvSpPr>
              <p:cNvPr id="7" name="文本框 6">
                <a:extLst>
                  <a:ext uri="{FF2B5EF4-FFF2-40B4-BE49-F238E27FC236}">
                    <a16:creationId xmlns:a16="http://schemas.microsoft.com/office/drawing/2014/main" id="{12DC792A-A59F-8005-58CA-F49BE044D5B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58122" y="1491148"/>
                <a:ext cx="3067057" cy="400110"/>
              </a:xfrm>
              <a:prstGeom prst="rect">
                <a:avLst/>
              </a:prstGeom>
              <a:blipFill>
                <a:blip r:embed="rId4"/>
                <a:stretch>
                  <a:fillRect t="-9375" r="-3292" b="-3750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文本框 7">
                <a:extLst>
                  <a:ext uri="{FF2B5EF4-FFF2-40B4-BE49-F238E27FC236}">
                    <a16:creationId xmlns:a16="http://schemas.microsoft.com/office/drawing/2014/main" id="{E3A6671D-A032-C240-C9CB-00EE103017DC}"/>
                  </a:ext>
                </a:extLst>
              </p:cNvPr>
              <p:cNvSpPr txBox="1"/>
              <p:nvPr/>
            </p:nvSpPr>
            <p:spPr>
              <a:xfrm>
                <a:off x="2797891" y="2190636"/>
                <a:ext cx="3587521" cy="40011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CN" sz="2600" b="0" i="1" smtClean="0">
                          <a:latin typeface="Cambria Math" panose="02040503050406030204" pitchFamily="18" charset="0"/>
                        </a:rPr>
                        <m:t>𝑐𝑜𝑣</m:t>
                      </m:r>
                      <m:d>
                        <m:dPr>
                          <m:ctrlPr>
                            <a:rPr kumimoji="1" lang="en-US" altLang="zh-CN" sz="26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kumimoji="1" lang="en-US" altLang="zh-CN" sz="2600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  <m:r>
                            <a:rPr kumimoji="1" lang="en-US" altLang="zh-CN" sz="26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kumimoji="1" lang="en-US" altLang="zh-CN" sz="2600" b="0" i="1" smtClean="0">
                              <a:latin typeface="Cambria Math" panose="02040503050406030204" pitchFamily="18" charset="0"/>
                            </a:rPr>
                            <m:t>𝑌</m:t>
                          </m:r>
                        </m:e>
                      </m:d>
                      <m:r>
                        <a:rPr kumimoji="1" lang="en-US" altLang="zh-CN" sz="26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≠</m:t>
                      </m:r>
                      <m:r>
                        <a:rPr kumimoji="1" lang="en-US" altLang="zh-CN" sz="2600" b="0" i="1" smtClean="0">
                          <a:latin typeface="Cambria Math" panose="02040503050406030204" pitchFamily="18" charset="0"/>
                        </a:rPr>
                        <m:t>𝑐𝑜𝑣</m:t>
                      </m:r>
                      <m:r>
                        <a:rPr kumimoji="1" lang="en-US" altLang="zh-CN" sz="2600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kumimoji="1" lang="en-US" altLang="zh-CN" sz="2600" b="0" i="1" smtClean="0">
                          <a:latin typeface="Cambria Math" panose="02040503050406030204" pitchFamily="18" charset="0"/>
                        </a:rPr>
                        <m:t>𝑘𝑋</m:t>
                      </m:r>
                      <m:r>
                        <a:rPr kumimoji="1" lang="en-US" altLang="zh-CN" sz="2600" b="0" i="1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kumimoji="1" lang="en-US" altLang="zh-CN" sz="2600" b="0" i="1" smtClean="0">
                          <a:latin typeface="Cambria Math" panose="02040503050406030204" pitchFamily="18" charset="0"/>
                        </a:rPr>
                        <m:t>𝑘𝑌</m:t>
                      </m:r>
                      <m:r>
                        <a:rPr kumimoji="1" lang="en-US" altLang="zh-CN" sz="2600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kumimoji="1" lang="zh-CN" altLang="en-US" sz="2600" dirty="0"/>
              </a:p>
            </p:txBody>
          </p:sp>
        </mc:Choice>
        <mc:Fallback xmlns="">
          <p:sp>
            <p:nvSpPr>
              <p:cNvPr id="8" name="文本框 7">
                <a:extLst>
                  <a:ext uri="{FF2B5EF4-FFF2-40B4-BE49-F238E27FC236}">
                    <a16:creationId xmlns:a16="http://schemas.microsoft.com/office/drawing/2014/main" id="{E3A6671D-A032-C240-C9CB-00EE103017D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97891" y="2190636"/>
                <a:ext cx="3587521" cy="400110"/>
              </a:xfrm>
              <a:prstGeom prst="rect">
                <a:avLst/>
              </a:prstGeom>
              <a:blipFill>
                <a:blip r:embed="rId5"/>
                <a:stretch>
                  <a:fillRect l="-707" r="-2827" b="-3030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文本框 8">
                <a:extLst>
                  <a:ext uri="{FF2B5EF4-FFF2-40B4-BE49-F238E27FC236}">
                    <a16:creationId xmlns:a16="http://schemas.microsoft.com/office/drawing/2014/main" id="{CF4B7133-D0DD-2991-F454-1DD7FA5BAFC0}"/>
                  </a:ext>
                </a:extLst>
              </p:cNvPr>
              <p:cNvSpPr txBox="1"/>
              <p:nvPr/>
            </p:nvSpPr>
            <p:spPr>
              <a:xfrm>
                <a:off x="2186940" y="313460"/>
                <a:ext cx="4572000" cy="70788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kumimoji="1" lang="zh-CN" altLang="en-US" sz="4000" i="0" smtClean="0">
                          <a:solidFill>
                            <a:srgbClr val="FF0000"/>
                          </a:solidFill>
                          <a:latin typeface="STXinwei" panose="02010800040101010101" pitchFamily="2" charset="-122"/>
                          <a:ea typeface="STXinwei" panose="02010800040101010101" pitchFamily="2" charset="-122"/>
                        </a:rPr>
                        <m:t>协方差</m:t>
                      </m:r>
                    </m:oMath>
                  </m:oMathPara>
                </a14:m>
                <a:endParaRPr lang="zh-CN" altLang="en-US" sz="4000" dirty="0">
                  <a:solidFill>
                    <a:srgbClr val="FF0000"/>
                  </a:solidFill>
                  <a:latin typeface="STXinwei" panose="02010800040101010101" pitchFamily="2" charset="-122"/>
                  <a:ea typeface="STXinwei" panose="02010800040101010101" pitchFamily="2" charset="-122"/>
                </a:endParaRPr>
              </a:p>
            </p:txBody>
          </p:sp>
        </mc:Choice>
        <mc:Fallback xmlns="">
          <p:sp>
            <p:nvSpPr>
              <p:cNvPr id="9" name="文本框 8">
                <a:extLst>
                  <a:ext uri="{FF2B5EF4-FFF2-40B4-BE49-F238E27FC236}">
                    <a16:creationId xmlns:a16="http://schemas.microsoft.com/office/drawing/2014/main" id="{CF4B7133-D0DD-2991-F454-1DD7FA5BAFC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86940" y="313460"/>
                <a:ext cx="4572000" cy="707886"/>
              </a:xfrm>
              <a:prstGeom prst="rect">
                <a:avLst/>
              </a:prstGeom>
              <a:blipFill>
                <a:blip r:embed="rId6"/>
                <a:stretch>
                  <a:fillRect b="-1228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3" name="Line 96">
            <a:extLst>
              <a:ext uri="{FF2B5EF4-FFF2-40B4-BE49-F238E27FC236}">
                <a16:creationId xmlns:a16="http://schemas.microsoft.com/office/drawing/2014/main" id="{23753750-AA95-1B8A-99C6-EC87E8CF31B2}"/>
              </a:ext>
            </a:extLst>
          </p:cNvPr>
          <p:cNvSpPr>
            <a:spLocks noChangeShapeType="1"/>
          </p:cNvSpPr>
          <p:nvPr/>
        </p:nvSpPr>
        <p:spPr bwMode="auto">
          <a:xfrm>
            <a:off x="1393573" y="4229092"/>
            <a:ext cx="0" cy="2232025"/>
          </a:xfrm>
          <a:prstGeom prst="line">
            <a:avLst/>
          </a:prstGeom>
          <a:noFill/>
          <a:ln w="19050" cap="flat" cmpd="sng" algn="ctr">
            <a:solidFill>
              <a:srgbClr val="000000"/>
            </a:solidFill>
            <a:prstDash val="solid"/>
            <a:miter lim="800000"/>
            <a:headEnd type="triangle" w="med" len="med"/>
            <a:tailEnd/>
          </a:ln>
          <a:effectLst/>
        </p:spPr>
        <p:txBody>
          <a:bodyPr wrap="none" anchor="ctr"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800" b="1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/>
              <a:cs typeface="+mn-cs"/>
            </a:endParaRPr>
          </a:p>
        </p:txBody>
      </p:sp>
      <p:sp>
        <p:nvSpPr>
          <p:cNvPr id="24" name="Line 98">
            <a:extLst>
              <a:ext uri="{FF2B5EF4-FFF2-40B4-BE49-F238E27FC236}">
                <a16:creationId xmlns:a16="http://schemas.microsoft.com/office/drawing/2014/main" id="{05953AE2-2816-E444-94DD-18A548343DCB}"/>
              </a:ext>
            </a:extLst>
          </p:cNvPr>
          <p:cNvSpPr>
            <a:spLocks noChangeShapeType="1"/>
          </p:cNvSpPr>
          <p:nvPr/>
        </p:nvSpPr>
        <p:spPr bwMode="auto">
          <a:xfrm>
            <a:off x="586039" y="6057892"/>
            <a:ext cx="3370263" cy="0"/>
          </a:xfrm>
          <a:prstGeom prst="line">
            <a:avLst/>
          </a:prstGeom>
          <a:noFill/>
          <a:ln w="19050" cap="flat" cmpd="sng" algn="ctr">
            <a:solidFill>
              <a:srgbClr val="000000"/>
            </a:solidFill>
            <a:prstDash val="solid"/>
            <a:miter lim="800000"/>
            <a:headEnd/>
            <a:tailEnd type="triangle" w="med" len="med"/>
          </a:ln>
          <a:effectLst/>
        </p:spPr>
        <p:txBody>
          <a:bodyPr wrap="none" anchor="ctr"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800" b="1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/>
              <a:cs typeface="+mn-cs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5" name="文本框 24">
                <a:extLst>
                  <a:ext uri="{FF2B5EF4-FFF2-40B4-BE49-F238E27FC236}">
                    <a16:creationId xmlns:a16="http://schemas.microsoft.com/office/drawing/2014/main" id="{8FFEAECD-6E5F-4B19-8412-29EAB1E92A38}"/>
                  </a:ext>
                </a:extLst>
              </p:cNvPr>
              <p:cNvSpPr txBox="1"/>
              <p:nvPr/>
            </p:nvSpPr>
            <p:spPr>
              <a:xfrm>
                <a:off x="3544434" y="6021320"/>
                <a:ext cx="522900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defTabSz="914400"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CN" sz="2800" b="1" i="1" dirty="0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𝑿</m:t>
                      </m:r>
                    </m:oMath>
                  </m:oMathPara>
                </a14:m>
                <a:endParaRPr kumimoji="1" lang="zh-CN" altLang="en-US" sz="2800" b="1" i="1" dirty="0">
                  <a:solidFill>
                    <a:srgbClr val="000000"/>
                  </a:solidFill>
                  <a:latin typeface="Times New Roman" panose="02020603050405020304" pitchFamily="18" charset="0"/>
                  <a:ea typeface="宋体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25" name="文本框 24">
                <a:extLst>
                  <a:ext uri="{FF2B5EF4-FFF2-40B4-BE49-F238E27FC236}">
                    <a16:creationId xmlns:a16="http://schemas.microsoft.com/office/drawing/2014/main" id="{8FFEAECD-6E5F-4B19-8412-29EAB1E92A3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44434" y="6021320"/>
                <a:ext cx="522900" cy="523220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" name="文本框 25">
                <a:extLst>
                  <a:ext uri="{FF2B5EF4-FFF2-40B4-BE49-F238E27FC236}">
                    <a16:creationId xmlns:a16="http://schemas.microsoft.com/office/drawing/2014/main" id="{BEDE65EC-3A76-F026-76A3-0896F73562AF}"/>
                  </a:ext>
                </a:extLst>
              </p:cNvPr>
              <p:cNvSpPr txBox="1"/>
              <p:nvPr/>
            </p:nvSpPr>
            <p:spPr>
              <a:xfrm>
                <a:off x="480331" y="4089740"/>
                <a:ext cx="502061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defTabSz="914400"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CN" sz="2800" b="1" i="1" dirty="0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𝒀</m:t>
                      </m:r>
                    </m:oMath>
                  </m:oMathPara>
                </a14:m>
                <a:endParaRPr kumimoji="1" lang="zh-CN" altLang="en-US" sz="2800" b="1" i="1" dirty="0">
                  <a:solidFill>
                    <a:srgbClr val="000000"/>
                  </a:solidFill>
                  <a:latin typeface="Times New Roman" panose="02020603050405020304" pitchFamily="18" charset="0"/>
                  <a:ea typeface="宋体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26" name="文本框 25">
                <a:extLst>
                  <a:ext uri="{FF2B5EF4-FFF2-40B4-BE49-F238E27FC236}">
                    <a16:creationId xmlns:a16="http://schemas.microsoft.com/office/drawing/2014/main" id="{BEDE65EC-3A76-F026-76A3-0896F73562A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0331" y="4089740"/>
                <a:ext cx="502061" cy="523220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7" name="椭圆 2">
            <a:extLst>
              <a:ext uri="{FF2B5EF4-FFF2-40B4-BE49-F238E27FC236}">
                <a16:creationId xmlns:a16="http://schemas.microsoft.com/office/drawing/2014/main" id="{3F5A2A6F-1EEF-9D4E-59D0-F4EE25DF206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04755" y="5588674"/>
            <a:ext cx="108000" cy="108000"/>
          </a:xfrm>
          <a:prstGeom prst="ellipse">
            <a:avLst/>
          </a:prstGeom>
          <a:solidFill>
            <a:srgbClr val="000000"/>
          </a:solidFill>
          <a:ln w="9525" algn="ctr">
            <a:solidFill>
              <a:srgbClr val="000000"/>
            </a:solidFill>
            <a:round/>
            <a:headEnd/>
            <a:tailEnd/>
          </a:ln>
        </p:spPr>
        <p:txBody>
          <a:bodyPr/>
          <a:lstStyle>
            <a:lvl1pPr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8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28" name="椭圆 27">
            <a:extLst>
              <a:ext uri="{FF2B5EF4-FFF2-40B4-BE49-F238E27FC236}">
                <a16:creationId xmlns:a16="http://schemas.microsoft.com/office/drawing/2014/main" id="{55F5E4EF-97D9-6672-88D3-761D403D773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73167" y="4440983"/>
            <a:ext cx="108000" cy="108000"/>
          </a:xfrm>
          <a:prstGeom prst="ellipse">
            <a:avLst/>
          </a:prstGeom>
          <a:solidFill>
            <a:srgbClr val="000000"/>
          </a:solidFill>
          <a:ln w="9525" algn="ctr">
            <a:solidFill>
              <a:srgbClr val="000000"/>
            </a:solidFill>
            <a:round/>
            <a:headEnd/>
            <a:tailEnd/>
          </a:ln>
        </p:spPr>
        <p:txBody>
          <a:bodyPr/>
          <a:lstStyle>
            <a:lvl1pPr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8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29" name="椭圆 29">
            <a:extLst>
              <a:ext uri="{FF2B5EF4-FFF2-40B4-BE49-F238E27FC236}">
                <a16:creationId xmlns:a16="http://schemas.microsoft.com/office/drawing/2014/main" id="{DF44EAEB-D969-E29D-FE33-0964409F60A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28794" y="5194611"/>
            <a:ext cx="108000" cy="108000"/>
          </a:xfrm>
          <a:prstGeom prst="ellipse">
            <a:avLst/>
          </a:prstGeom>
          <a:solidFill>
            <a:srgbClr val="000000"/>
          </a:solidFill>
          <a:ln w="9525" algn="ctr">
            <a:solidFill>
              <a:srgbClr val="000000"/>
            </a:solidFill>
            <a:round/>
            <a:headEnd/>
            <a:tailEnd/>
          </a:ln>
        </p:spPr>
        <p:txBody>
          <a:bodyPr/>
          <a:lstStyle>
            <a:lvl1pPr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8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30" name="椭圆 31">
            <a:extLst>
              <a:ext uri="{FF2B5EF4-FFF2-40B4-BE49-F238E27FC236}">
                <a16:creationId xmlns:a16="http://schemas.microsoft.com/office/drawing/2014/main" id="{8C687BD7-973B-000F-4F2B-EF79124638C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06754" y="4820052"/>
            <a:ext cx="108000" cy="108000"/>
          </a:xfrm>
          <a:prstGeom prst="ellipse">
            <a:avLst/>
          </a:prstGeom>
          <a:solidFill>
            <a:srgbClr val="000000"/>
          </a:solidFill>
          <a:ln w="9525" algn="ctr">
            <a:solidFill>
              <a:srgbClr val="000000"/>
            </a:solidFill>
            <a:round/>
            <a:headEnd/>
            <a:tailEnd/>
          </a:ln>
        </p:spPr>
        <p:txBody>
          <a:bodyPr/>
          <a:lstStyle>
            <a:lvl1pPr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8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31" name="椭圆 27">
            <a:extLst>
              <a:ext uri="{FF2B5EF4-FFF2-40B4-BE49-F238E27FC236}">
                <a16:creationId xmlns:a16="http://schemas.microsoft.com/office/drawing/2014/main" id="{E3C46B0D-763A-482F-090B-29EFE0AFFB1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68968" y="5997186"/>
            <a:ext cx="108000" cy="108000"/>
          </a:xfrm>
          <a:prstGeom prst="ellipse">
            <a:avLst/>
          </a:prstGeom>
          <a:solidFill>
            <a:srgbClr val="000000"/>
          </a:solidFill>
          <a:ln w="9525" algn="ctr">
            <a:solidFill>
              <a:srgbClr val="000000"/>
            </a:solidFill>
            <a:round/>
            <a:headEnd/>
            <a:tailEnd/>
          </a:ln>
        </p:spPr>
        <p:txBody>
          <a:bodyPr/>
          <a:lstStyle>
            <a:lvl1pPr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8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6" name="文本框 55">
                <a:extLst>
                  <a:ext uri="{FF2B5EF4-FFF2-40B4-BE49-F238E27FC236}">
                    <a16:creationId xmlns:a16="http://schemas.microsoft.com/office/drawing/2014/main" id="{9DD45C67-B84E-D751-3698-A2D7C3A65D4F}"/>
                  </a:ext>
                </a:extLst>
              </p:cNvPr>
              <p:cNvSpPr txBox="1"/>
              <p:nvPr/>
            </p:nvSpPr>
            <p:spPr>
              <a:xfrm>
                <a:off x="1645160" y="6009253"/>
                <a:ext cx="445956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defTabSz="914400"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CN" sz="2400" b="1" i="1" dirty="0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𝟏</m:t>
                      </m:r>
                    </m:oMath>
                  </m:oMathPara>
                </a14:m>
                <a:endParaRPr kumimoji="1" lang="zh-CN" altLang="en-US" sz="2400" b="1" i="1" dirty="0">
                  <a:solidFill>
                    <a:srgbClr val="000000"/>
                  </a:solidFill>
                  <a:latin typeface="Times New Roman" panose="02020603050405020304" pitchFamily="18" charset="0"/>
                  <a:ea typeface="宋体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56" name="文本框 55">
                <a:extLst>
                  <a:ext uri="{FF2B5EF4-FFF2-40B4-BE49-F238E27FC236}">
                    <a16:creationId xmlns:a16="http://schemas.microsoft.com/office/drawing/2014/main" id="{9DD45C67-B84E-D751-3698-A2D7C3A65D4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45160" y="6009253"/>
                <a:ext cx="445956" cy="461665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7" name="文本框 56">
                <a:extLst>
                  <a:ext uri="{FF2B5EF4-FFF2-40B4-BE49-F238E27FC236}">
                    <a16:creationId xmlns:a16="http://schemas.microsoft.com/office/drawing/2014/main" id="{083DAE78-D18C-36FB-6001-B0A31521C950}"/>
                  </a:ext>
                </a:extLst>
              </p:cNvPr>
              <p:cNvSpPr txBox="1"/>
              <p:nvPr/>
            </p:nvSpPr>
            <p:spPr>
              <a:xfrm>
                <a:off x="2082034" y="6009253"/>
                <a:ext cx="445956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defTabSz="914400"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CN" sz="2400" b="1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宋体"/>
                          <a:cs typeface="Times New Roman" panose="02020603050405020304" pitchFamily="18" charset="0"/>
                        </a:rPr>
                        <m:t>𝟐</m:t>
                      </m:r>
                    </m:oMath>
                  </m:oMathPara>
                </a14:m>
                <a:endParaRPr kumimoji="1" lang="zh-CN" altLang="en-US" sz="2400" b="1" i="1" dirty="0">
                  <a:solidFill>
                    <a:srgbClr val="000000"/>
                  </a:solidFill>
                  <a:latin typeface="Times New Roman" panose="02020603050405020304" pitchFamily="18" charset="0"/>
                  <a:ea typeface="宋体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57" name="文本框 56">
                <a:extLst>
                  <a:ext uri="{FF2B5EF4-FFF2-40B4-BE49-F238E27FC236}">
                    <a16:creationId xmlns:a16="http://schemas.microsoft.com/office/drawing/2014/main" id="{083DAE78-D18C-36FB-6001-B0A31521C95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82034" y="6009253"/>
                <a:ext cx="445956" cy="461665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8" name="文本框 57">
                <a:extLst>
                  <a:ext uri="{FF2B5EF4-FFF2-40B4-BE49-F238E27FC236}">
                    <a16:creationId xmlns:a16="http://schemas.microsoft.com/office/drawing/2014/main" id="{36939738-3454-7F04-DE48-FCABC05145D0}"/>
                  </a:ext>
                </a:extLst>
              </p:cNvPr>
              <p:cNvSpPr txBox="1"/>
              <p:nvPr/>
            </p:nvSpPr>
            <p:spPr>
              <a:xfrm>
                <a:off x="2479862" y="6009253"/>
                <a:ext cx="445955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defTabSz="914400"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CN" sz="2400" b="1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宋体"/>
                          <a:cs typeface="Times New Roman" panose="02020603050405020304" pitchFamily="18" charset="0"/>
                        </a:rPr>
                        <m:t>𝟑</m:t>
                      </m:r>
                    </m:oMath>
                  </m:oMathPara>
                </a14:m>
                <a:endParaRPr kumimoji="1" lang="en-US" altLang="zh-CN" sz="2400" b="1" i="1" dirty="0">
                  <a:solidFill>
                    <a:srgbClr val="000000"/>
                  </a:solidFill>
                  <a:latin typeface="Times New Roman" panose="02020603050405020304" pitchFamily="18" charset="0"/>
                  <a:ea typeface="宋体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58" name="文本框 57">
                <a:extLst>
                  <a:ext uri="{FF2B5EF4-FFF2-40B4-BE49-F238E27FC236}">
                    <a16:creationId xmlns:a16="http://schemas.microsoft.com/office/drawing/2014/main" id="{36939738-3454-7F04-DE48-FCABC05145D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79862" y="6009253"/>
                <a:ext cx="445955" cy="461665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9" name="文本框 58">
                <a:extLst>
                  <a:ext uri="{FF2B5EF4-FFF2-40B4-BE49-F238E27FC236}">
                    <a16:creationId xmlns:a16="http://schemas.microsoft.com/office/drawing/2014/main" id="{1D983A52-5E5A-F96F-A161-8F5BD06880CA}"/>
                  </a:ext>
                </a:extLst>
              </p:cNvPr>
              <p:cNvSpPr txBox="1"/>
              <p:nvPr/>
            </p:nvSpPr>
            <p:spPr>
              <a:xfrm>
                <a:off x="2875501" y="6009253"/>
                <a:ext cx="445956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defTabSz="914400"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CN" sz="2400" b="1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宋体"/>
                          <a:cs typeface="Times New Roman" panose="02020603050405020304" pitchFamily="18" charset="0"/>
                        </a:rPr>
                        <m:t>𝟒</m:t>
                      </m:r>
                    </m:oMath>
                  </m:oMathPara>
                </a14:m>
                <a:endParaRPr kumimoji="1" lang="zh-CN" altLang="en-US" sz="2400" b="1" i="1" dirty="0">
                  <a:solidFill>
                    <a:srgbClr val="000000"/>
                  </a:solidFill>
                  <a:latin typeface="Times New Roman" panose="02020603050405020304" pitchFamily="18" charset="0"/>
                  <a:ea typeface="宋体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59" name="文本框 58">
                <a:extLst>
                  <a:ext uri="{FF2B5EF4-FFF2-40B4-BE49-F238E27FC236}">
                    <a16:creationId xmlns:a16="http://schemas.microsoft.com/office/drawing/2014/main" id="{1D983A52-5E5A-F96F-A161-8F5BD06880C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75501" y="6009253"/>
                <a:ext cx="445956" cy="461665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0" name="文本框 59">
                <a:extLst>
                  <a:ext uri="{FF2B5EF4-FFF2-40B4-BE49-F238E27FC236}">
                    <a16:creationId xmlns:a16="http://schemas.microsoft.com/office/drawing/2014/main" id="{8DF10FE1-EA64-650E-56BB-77695121F841}"/>
                  </a:ext>
                </a:extLst>
              </p:cNvPr>
              <p:cNvSpPr txBox="1"/>
              <p:nvPr/>
            </p:nvSpPr>
            <p:spPr>
              <a:xfrm>
                <a:off x="930280" y="5411445"/>
                <a:ext cx="445956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defTabSz="914400"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CN" sz="2400" b="1" i="1" dirty="0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𝟏</m:t>
                      </m:r>
                    </m:oMath>
                  </m:oMathPara>
                </a14:m>
                <a:endParaRPr kumimoji="1" lang="zh-CN" altLang="en-US" sz="2400" b="1" i="1" dirty="0">
                  <a:solidFill>
                    <a:srgbClr val="000000"/>
                  </a:solidFill>
                  <a:latin typeface="Times New Roman" panose="02020603050405020304" pitchFamily="18" charset="0"/>
                  <a:ea typeface="宋体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60" name="文本框 59">
                <a:extLst>
                  <a:ext uri="{FF2B5EF4-FFF2-40B4-BE49-F238E27FC236}">
                    <a16:creationId xmlns:a16="http://schemas.microsoft.com/office/drawing/2014/main" id="{8DF10FE1-EA64-650E-56BB-77695121F84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30280" y="5411445"/>
                <a:ext cx="445956" cy="461665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1" name="文本框 60">
                <a:extLst>
                  <a:ext uri="{FF2B5EF4-FFF2-40B4-BE49-F238E27FC236}">
                    <a16:creationId xmlns:a16="http://schemas.microsoft.com/office/drawing/2014/main" id="{60E4A662-D211-D529-41EF-202245EA96E0}"/>
                  </a:ext>
                </a:extLst>
              </p:cNvPr>
              <p:cNvSpPr txBox="1"/>
              <p:nvPr/>
            </p:nvSpPr>
            <p:spPr>
              <a:xfrm>
                <a:off x="923553" y="4971041"/>
                <a:ext cx="445956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defTabSz="914400"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CN" sz="2400" b="1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宋体"/>
                          <a:cs typeface="Times New Roman" panose="02020603050405020304" pitchFamily="18" charset="0"/>
                        </a:rPr>
                        <m:t>𝟐</m:t>
                      </m:r>
                    </m:oMath>
                  </m:oMathPara>
                </a14:m>
                <a:endParaRPr kumimoji="1" lang="zh-CN" altLang="en-US" sz="2400" b="1" i="1" dirty="0">
                  <a:solidFill>
                    <a:srgbClr val="000000"/>
                  </a:solidFill>
                  <a:latin typeface="Times New Roman" panose="02020603050405020304" pitchFamily="18" charset="0"/>
                  <a:ea typeface="宋体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61" name="文本框 60">
                <a:extLst>
                  <a:ext uri="{FF2B5EF4-FFF2-40B4-BE49-F238E27FC236}">
                    <a16:creationId xmlns:a16="http://schemas.microsoft.com/office/drawing/2014/main" id="{60E4A662-D211-D529-41EF-202245EA96E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3553" y="4971041"/>
                <a:ext cx="445956" cy="461665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2" name="文本框 61">
                <a:extLst>
                  <a:ext uri="{FF2B5EF4-FFF2-40B4-BE49-F238E27FC236}">
                    <a16:creationId xmlns:a16="http://schemas.microsoft.com/office/drawing/2014/main" id="{558D9995-8BFD-6221-9F85-F4660E0907FD}"/>
                  </a:ext>
                </a:extLst>
              </p:cNvPr>
              <p:cNvSpPr txBox="1"/>
              <p:nvPr/>
            </p:nvSpPr>
            <p:spPr>
              <a:xfrm>
                <a:off x="935315" y="4572867"/>
                <a:ext cx="445955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defTabSz="914400"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CN" sz="2400" b="1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宋体"/>
                          <a:cs typeface="Times New Roman" panose="02020603050405020304" pitchFamily="18" charset="0"/>
                        </a:rPr>
                        <m:t>𝟑</m:t>
                      </m:r>
                    </m:oMath>
                  </m:oMathPara>
                </a14:m>
                <a:endParaRPr kumimoji="1" lang="en-US" altLang="zh-CN" sz="2400" b="1" i="1" dirty="0">
                  <a:solidFill>
                    <a:srgbClr val="000000"/>
                  </a:solidFill>
                  <a:latin typeface="Times New Roman" panose="02020603050405020304" pitchFamily="18" charset="0"/>
                  <a:ea typeface="宋体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62" name="文本框 61">
                <a:extLst>
                  <a:ext uri="{FF2B5EF4-FFF2-40B4-BE49-F238E27FC236}">
                    <a16:creationId xmlns:a16="http://schemas.microsoft.com/office/drawing/2014/main" id="{558D9995-8BFD-6221-9F85-F4660E0907F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35315" y="4572867"/>
                <a:ext cx="445955" cy="461665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3" name="文本框 62">
                <a:extLst>
                  <a:ext uri="{FF2B5EF4-FFF2-40B4-BE49-F238E27FC236}">
                    <a16:creationId xmlns:a16="http://schemas.microsoft.com/office/drawing/2014/main" id="{0133A883-7D0C-503A-8783-07DE1D19E306}"/>
                  </a:ext>
                </a:extLst>
              </p:cNvPr>
              <p:cNvSpPr txBox="1"/>
              <p:nvPr/>
            </p:nvSpPr>
            <p:spPr>
              <a:xfrm>
                <a:off x="933020" y="4168002"/>
                <a:ext cx="445956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defTabSz="914400"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CN" sz="2400" b="1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宋体"/>
                          <a:cs typeface="Times New Roman" panose="02020603050405020304" pitchFamily="18" charset="0"/>
                        </a:rPr>
                        <m:t>𝟒</m:t>
                      </m:r>
                    </m:oMath>
                  </m:oMathPara>
                </a14:m>
                <a:endParaRPr kumimoji="1" lang="zh-CN" altLang="en-US" sz="2400" b="1" i="1" dirty="0">
                  <a:solidFill>
                    <a:srgbClr val="000000"/>
                  </a:solidFill>
                  <a:latin typeface="Times New Roman" panose="02020603050405020304" pitchFamily="18" charset="0"/>
                  <a:ea typeface="宋体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63" name="文本框 62">
                <a:extLst>
                  <a:ext uri="{FF2B5EF4-FFF2-40B4-BE49-F238E27FC236}">
                    <a16:creationId xmlns:a16="http://schemas.microsoft.com/office/drawing/2014/main" id="{0133A883-7D0C-503A-8783-07DE1D19E30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33020" y="4168002"/>
                <a:ext cx="445956" cy="461665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4" name="Line 96">
            <a:extLst>
              <a:ext uri="{FF2B5EF4-FFF2-40B4-BE49-F238E27FC236}">
                <a16:creationId xmlns:a16="http://schemas.microsoft.com/office/drawing/2014/main" id="{DECA14EC-41A5-FAB8-0E62-B41D05337740}"/>
              </a:ext>
            </a:extLst>
          </p:cNvPr>
          <p:cNvSpPr>
            <a:spLocks noChangeShapeType="1"/>
          </p:cNvSpPr>
          <p:nvPr/>
        </p:nvSpPr>
        <p:spPr bwMode="auto">
          <a:xfrm>
            <a:off x="5630035" y="4229092"/>
            <a:ext cx="0" cy="2232025"/>
          </a:xfrm>
          <a:prstGeom prst="line">
            <a:avLst/>
          </a:prstGeom>
          <a:noFill/>
          <a:ln w="19050" cap="flat" cmpd="sng" algn="ctr">
            <a:solidFill>
              <a:srgbClr val="000000"/>
            </a:solidFill>
            <a:prstDash val="solid"/>
            <a:miter lim="800000"/>
            <a:headEnd type="triangle" w="med" len="med"/>
            <a:tailEnd/>
          </a:ln>
          <a:effectLst/>
        </p:spPr>
        <p:txBody>
          <a:bodyPr wrap="none" anchor="ctr"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800" b="1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/>
              <a:cs typeface="+mn-cs"/>
            </a:endParaRPr>
          </a:p>
        </p:txBody>
      </p:sp>
      <p:sp>
        <p:nvSpPr>
          <p:cNvPr id="65" name="Line 98">
            <a:extLst>
              <a:ext uri="{FF2B5EF4-FFF2-40B4-BE49-F238E27FC236}">
                <a16:creationId xmlns:a16="http://schemas.microsoft.com/office/drawing/2014/main" id="{9F877E34-6D5E-5F5C-FAE1-3C4DDB39DEC8}"/>
              </a:ext>
            </a:extLst>
          </p:cNvPr>
          <p:cNvSpPr>
            <a:spLocks noChangeShapeType="1"/>
          </p:cNvSpPr>
          <p:nvPr/>
        </p:nvSpPr>
        <p:spPr bwMode="auto">
          <a:xfrm>
            <a:off x="4822501" y="6057892"/>
            <a:ext cx="3370263" cy="0"/>
          </a:xfrm>
          <a:prstGeom prst="line">
            <a:avLst/>
          </a:prstGeom>
          <a:noFill/>
          <a:ln w="19050" cap="flat" cmpd="sng" algn="ctr">
            <a:solidFill>
              <a:srgbClr val="000000"/>
            </a:solidFill>
            <a:prstDash val="solid"/>
            <a:miter lim="800000"/>
            <a:headEnd/>
            <a:tailEnd type="triangle" w="med" len="med"/>
          </a:ln>
          <a:effectLst/>
        </p:spPr>
        <p:txBody>
          <a:bodyPr wrap="none" anchor="ctr"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800" b="1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/>
              <a:cs typeface="+mn-cs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6" name="文本框 65">
                <a:extLst>
                  <a:ext uri="{FF2B5EF4-FFF2-40B4-BE49-F238E27FC236}">
                    <a16:creationId xmlns:a16="http://schemas.microsoft.com/office/drawing/2014/main" id="{F5C19E74-6AF2-95D8-D924-D5E69E3A5299}"/>
                  </a:ext>
                </a:extLst>
              </p:cNvPr>
              <p:cNvSpPr txBox="1"/>
              <p:nvPr/>
            </p:nvSpPr>
            <p:spPr>
              <a:xfrm>
                <a:off x="7780896" y="6021320"/>
                <a:ext cx="522900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defTabSz="914400"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CN" sz="2800" b="1" i="1" dirty="0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𝑿</m:t>
                      </m:r>
                    </m:oMath>
                  </m:oMathPara>
                </a14:m>
                <a:endParaRPr kumimoji="1" lang="zh-CN" altLang="en-US" sz="2800" b="1" i="1" dirty="0">
                  <a:solidFill>
                    <a:srgbClr val="000000"/>
                  </a:solidFill>
                  <a:latin typeface="Times New Roman" panose="02020603050405020304" pitchFamily="18" charset="0"/>
                  <a:ea typeface="宋体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66" name="文本框 65">
                <a:extLst>
                  <a:ext uri="{FF2B5EF4-FFF2-40B4-BE49-F238E27FC236}">
                    <a16:creationId xmlns:a16="http://schemas.microsoft.com/office/drawing/2014/main" id="{F5C19E74-6AF2-95D8-D924-D5E69E3A529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80896" y="6021320"/>
                <a:ext cx="522900" cy="523220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7" name="文本框 66">
                <a:extLst>
                  <a:ext uri="{FF2B5EF4-FFF2-40B4-BE49-F238E27FC236}">
                    <a16:creationId xmlns:a16="http://schemas.microsoft.com/office/drawing/2014/main" id="{D6975BE7-9759-BBEC-35AC-1B726FD83889}"/>
                  </a:ext>
                </a:extLst>
              </p:cNvPr>
              <p:cNvSpPr txBox="1"/>
              <p:nvPr/>
            </p:nvSpPr>
            <p:spPr>
              <a:xfrm>
                <a:off x="4716793" y="4089740"/>
                <a:ext cx="502061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defTabSz="914400"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CN" sz="2800" b="1" i="1" dirty="0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𝒀</m:t>
                      </m:r>
                    </m:oMath>
                  </m:oMathPara>
                </a14:m>
                <a:endParaRPr kumimoji="1" lang="zh-CN" altLang="en-US" sz="2800" b="1" i="1" dirty="0">
                  <a:solidFill>
                    <a:srgbClr val="000000"/>
                  </a:solidFill>
                  <a:latin typeface="Times New Roman" panose="02020603050405020304" pitchFamily="18" charset="0"/>
                  <a:ea typeface="宋体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67" name="文本框 66">
                <a:extLst>
                  <a:ext uri="{FF2B5EF4-FFF2-40B4-BE49-F238E27FC236}">
                    <a16:creationId xmlns:a16="http://schemas.microsoft.com/office/drawing/2014/main" id="{D6975BE7-9759-BBEC-35AC-1B726FD8388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16793" y="4089740"/>
                <a:ext cx="502061" cy="523220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8" name="椭圆 2">
            <a:extLst>
              <a:ext uri="{FF2B5EF4-FFF2-40B4-BE49-F238E27FC236}">
                <a16:creationId xmlns:a16="http://schemas.microsoft.com/office/drawing/2014/main" id="{ADD1026D-D36F-4B90-BFC6-DDB72D024CE2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41217" y="5588674"/>
            <a:ext cx="108000" cy="108000"/>
          </a:xfrm>
          <a:prstGeom prst="ellipse">
            <a:avLst/>
          </a:prstGeom>
          <a:solidFill>
            <a:srgbClr val="000000"/>
          </a:solidFill>
          <a:ln w="9525" algn="ctr">
            <a:solidFill>
              <a:srgbClr val="000000"/>
            </a:solidFill>
            <a:round/>
            <a:headEnd/>
            <a:tailEnd/>
          </a:ln>
        </p:spPr>
        <p:txBody>
          <a:bodyPr/>
          <a:lstStyle>
            <a:lvl1pPr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8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69" name="椭圆 68">
            <a:extLst>
              <a:ext uri="{FF2B5EF4-FFF2-40B4-BE49-F238E27FC236}">
                <a16:creationId xmlns:a16="http://schemas.microsoft.com/office/drawing/2014/main" id="{47B661A1-6C9D-46D8-877D-E7C8E6F09765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09629" y="4440983"/>
            <a:ext cx="108000" cy="108000"/>
          </a:xfrm>
          <a:prstGeom prst="ellipse">
            <a:avLst/>
          </a:prstGeom>
          <a:solidFill>
            <a:srgbClr val="000000"/>
          </a:solidFill>
          <a:ln w="9525" algn="ctr">
            <a:solidFill>
              <a:srgbClr val="000000"/>
            </a:solidFill>
            <a:round/>
            <a:headEnd/>
            <a:tailEnd/>
          </a:ln>
        </p:spPr>
        <p:txBody>
          <a:bodyPr/>
          <a:lstStyle>
            <a:lvl1pPr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8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70" name="椭圆 29">
            <a:extLst>
              <a:ext uri="{FF2B5EF4-FFF2-40B4-BE49-F238E27FC236}">
                <a16:creationId xmlns:a16="http://schemas.microsoft.com/office/drawing/2014/main" id="{90A62931-BE66-375A-5B34-7F0733E9791A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65256" y="5194611"/>
            <a:ext cx="108000" cy="108000"/>
          </a:xfrm>
          <a:prstGeom prst="ellipse">
            <a:avLst/>
          </a:prstGeom>
          <a:solidFill>
            <a:srgbClr val="000000"/>
          </a:solidFill>
          <a:ln w="9525" algn="ctr">
            <a:solidFill>
              <a:srgbClr val="000000"/>
            </a:solidFill>
            <a:round/>
            <a:headEnd/>
            <a:tailEnd/>
          </a:ln>
        </p:spPr>
        <p:txBody>
          <a:bodyPr/>
          <a:lstStyle>
            <a:lvl1pPr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8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71" name="椭圆 31">
            <a:extLst>
              <a:ext uri="{FF2B5EF4-FFF2-40B4-BE49-F238E27FC236}">
                <a16:creationId xmlns:a16="http://schemas.microsoft.com/office/drawing/2014/main" id="{90AE5468-6CEA-7F4C-BC8C-9B91E30528A5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43216" y="4820052"/>
            <a:ext cx="108000" cy="108000"/>
          </a:xfrm>
          <a:prstGeom prst="ellipse">
            <a:avLst/>
          </a:prstGeom>
          <a:solidFill>
            <a:srgbClr val="000000"/>
          </a:solidFill>
          <a:ln w="9525" algn="ctr">
            <a:solidFill>
              <a:srgbClr val="000000"/>
            </a:solidFill>
            <a:round/>
            <a:headEnd/>
            <a:tailEnd/>
          </a:ln>
        </p:spPr>
        <p:txBody>
          <a:bodyPr/>
          <a:lstStyle>
            <a:lvl1pPr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8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72" name="椭圆 27">
            <a:extLst>
              <a:ext uri="{FF2B5EF4-FFF2-40B4-BE49-F238E27FC236}">
                <a16:creationId xmlns:a16="http://schemas.microsoft.com/office/drawing/2014/main" id="{DB710953-6892-15EA-C89F-D963514C1017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05430" y="5997186"/>
            <a:ext cx="108000" cy="108000"/>
          </a:xfrm>
          <a:prstGeom prst="ellipse">
            <a:avLst/>
          </a:prstGeom>
          <a:solidFill>
            <a:srgbClr val="000000"/>
          </a:solidFill>
          <a:ln w="9525" algn="ctr">
            <a:solidFill>
              <a:srgbClr val="000000"/>
            </a:solidFill>
            <a:round/>
            <a:headEnd/>
            <a:tailEnd/>
          </a:ln>
        </p:spPr>
        <p:txBody>
          <a:bodyPr/>
          <a:lstStyle>
            <a:lvl1pPr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8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3" name="文本框 72">
                <a:extLst>
                  <a:ext uri="{FF2B5EF4-FFF2-40B4-BE49-F238E27FC236}">
                    <a16:creationId xmlns:a16="http://schemas.microsoft.com/office/drawing/2014/main" id="{80D76E3F-CBBD-22E2-A2D6-70D73DC7B24B}"/>
                  </a:ext>
                </a:extLst>
              </p:cNvPr>
              <p:cNvSpPr txBox="1"/>
              <p:nvPr/>
            </p:nvSpPr>
            <p:spPr>
              <a:xfrm>
                <a:off x="5785367" y="6009253"/>
                <a:ext cx="630301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defTabSz="914400"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CN" sz="2400" b="1" i="1" dirty="0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𝟏𝟎</m:t>
                      </m:r>
                    </m:oMath>
                  </m:oMathPara>
                </a14:m>
                <a:endParaRPr kumimoji="1" lang="zh-CN" altLang="en-US" sz="2400" b="1" i="1" dirty="0">
                  <a:solidFill>
                    <a:srgbClr val="000000"/>
                  </a:solidFill>
                  <a:latin typeface="Times New Roman" panose="02020603050405020304" pitchFamily="18" charset="0"/>
                  <a:ea typeface="宋体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73" name="文本框 72">
                <a:extLst>
                  <a:ext uri="{FF2B5EF4-FFF2-40B4-BE49-F238E27FC236}">
                    <a16:creationId xmlns:a16="http://schemas.microsoft.com/office/drawing/2014/main" id="{80D76E3F-CBBD-22E2-A2D6-70D73DC7B24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85367" y="6009253"/>
                <a:ext cx="630301" cy="461665"/>
              </a:xfrm>
              <a:prstGeom prst="rect">
                <a:avLst/>
              </a:prstGeom>
              <a:blipFill>
                <a:blip r:embed="rId1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4" name="文本框 73">
                <a:extLst>
                  <a:ext uri="{FF2B5EF4-FFF2-40B4-BE49-F238E27FC236}">
                    <a16:creationId xmlns:a16="http://schemas.microsoft.com/office/drawing/2014/main" id="{3A1A85E7-F121-50E9-EE3C-CE5B49C4381A}"/>
                  </a:ext>
                </a:extLst>
              </p:cNvPr>
              <p:cNvSpPr txBox="1"/>
              <p:nvPr/>
            </p:nvSpPr>
            <p:spPr>
              <a:xfrm>
                <a:off x="6246304" y="6009253"/>
                <a:ext cx="630301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defTabSz="914400"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CN" sz="2400" b="1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宋体"/>
                          <a:cs typeface="Times New Roman" panose="02020603050405020304" pitchFamily="18" charset="0"/>
                        </a:rPr>
                        <m:t>𝟐𝟎</m:t>
                      </m:r>
                    </m:oMath>
                  </m:oMathPara>
                </a14:m>
                <a:endParaRPr kumimoji="1" lang="zh-CN" altLang="en-US" sz="2400" b="1" i="1" dirty="0">
                  <a:solidFill>
                    <a:srgbClr val="000000"/>
                  </a:solidFill>
                  <a:latin typeface="Times New Roman" panose="02020603050405020304" pitchFamily="18" charset="0"/>
                  <a:ea typeface="宋体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74" name="文本框 73">
                <a:extLst>
                  <a:ext uri="{FF2B5EF4-FFF2-40B4-BE49-F238E27FC236}">
                    <a16:creationId xmlns:a16="http://schemas.microsoft.com/office/drawing/2014/main" id="{3A1A85E7-F121-50E9-EE3C-CE5B49C4381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46304" y="6009253"/>
                <a:ext cx="630301" cy="461665"/>
              </a:xfrm>
              <a:prstGeom prst="rect">
                <a:avLst/>
              </a:prstGeom>
              <a:blipFill>
                <a:blip r:embed="rId1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5" name="文本框 74">
                <a:extLst>
                  <a:ext uri="{FF2B5EF4-FFF2-40B4-BE49-F238E27FC236}">
                    <a16:creationId xmlns:a16="http://schemas.microsoft.com/office/drawing/2014/main" id="{924D6901-9E88-D19B-CAC8-2BBC2EC82C35}"/>
                  </a:ext>
                </a:extLst>
              </p:cNvPr>
              <p:cNvSpPr txBox="1"/>
              <p:nvPr/>
            </p:nvSpPr>
            <p:spPr>
              <a:xfrm>
                <a:off x="6680228" y="6009253"/>
                <a:ext cx="630301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defTabSz="914400"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CN" sz="2400" b="1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宋体"/>
                          <a:cs typeface="Times New Roman" panose="02020603050405020304" pitchFamily="18" charset="0"/>
                        </a:rPr>
                        <m:t>𝟑𝟎</m:t>
                      </m:r>
                    </m:oMath>
                  </m:oMathPara>
                </a14:m>
                <a:endParaRPr kumimoji="1" lang="en-US" altLang="zh-CN" sz="2400" b="1" i="1" dirty="0">
                  <a:solidFill>
                    <a:srgbClr val="000000"/>
                  </a:solidFill>
                  <a:latin typeface="Times New Roman" panose="02020603050405020304" pitchFamily="18" charset="0"/>
                  <a:ea typeface="宋体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75" name="文本框 74">
                <a:extLst>
                  <a:ext uri="{FF2B5EF4-FFF2-40B4-BE49-F238E27FC236}">
                    <a16:creationId xmlns:a16="http://schemas.microsoft.com/office/drawing/2014/main" id="{924D6901-9E88-D19B-CAC8-2BBC2EC82C3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80228" y="6009253"/>
                <a:ext cx="630301" cy="461665"/>
              </a:xfrm>
              <a:prstGeom prst="rect">
                <a:avLst/>
              </a:prstGeom>
              <a:blipFill>
                <a:blip r:embed="rId1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6" name="文本框 75">
                <a:extLst>
                  <a:ext uri="{FF2B5EF4-FFF2-40B4-BE49-F238E27FC236}">
                    <a16:creationId xmlns:a16="http://schemas.microsoft.com/office/drawing/2014/main" id="{CBDC6B57-0D7A-EF73-AF19-82B087472762}"/>
                  </a:ext>
                </a:extLst>
              </p:cNvPr>
              <p:cNvSpPr txBox="1"/>
              <p:nvPr/>
            </p:nvSpPr>
            <p:spPr>
              <a:xfrm>
                <a:off x="7111963" y="6009253"/>
                <a:ext cx="630301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defTabSz="914400"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CN" sz="2400" b="1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宋体"/>
                          <a:cs typeface="Times New Roman" panose="02020603050405020304" pitchFamily="18" charset="0"/>
                        </a:rPr>
                        <m:t>𝟒𝟎</m:t>
                      </m:r>
                    </m:oMath>
                  </m:oMathPara>
                </a14:m>
                <a:endParaRPr kumimoji="1" lang="zh-CN" altLang="en-US" sz="2400" b="1" i="1" dirty="0">
                  <a:solidFill>
                    <a:srgbClr val="000000"/>
                  </a:solidFill>
                  <a:latin typeface="Times New Roman" panose="02020603050405020304" pitchFamily="18" charset="0"/>
                  <a:ea typeface="宋体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76" name="文本框 75">
                <a:extLst>
                  <a:ext uri="{FF2B5EF4-FFF2-40B4-BE49-F238E27FC236}">
                    <a16:creationId xmlns:a16="http://schemas.microsoft.com/office/drawing/2014/main" id="{CBDC6B57-0D7A-EF73-AF19-82B08747276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11963" y="6009253"/>
                <a:ext cx="630301" cy="461665"/>
              </a:xfrm>
              <a:prstGeom prst="rect">
                <a:avLst/>
              </a:prstGeom>
              <a:blipFill>
                <a:blip r:embed="rId1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7" name="文本框 76">
                <a:extLst>
                  <a:ext uri="{FF2B5EF4-FFF2-40B4-BE49-F238E27FC236}">
                    <a16:creationId xmlns:a16="http://schemas.microsoft.com/office/drawing/2014/main" id="{CAC74A24-5F3F-0C9A-E582-F532E4E46875}"/>
                  </a:ext>
                </a:extLst>
              </p:cNvPr>
              <p:cNvSpPr txBox="1"/>
              <p:nvPr/>
            </p:nvSpPr>
            <p:spPr>
              <a:xfrm>
                <a:off x="5106582" y="5411445"/>
                <a:ext cx="630301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defTabSz="914400"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CN" sz="2400" b="1" i="1" dirty="0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𝟏𝟎</m:t>
                      </m:r>
                    </m:oMath>
                  </m:oMathPara>
                </a14:m>
                <a:endParaRPr kumimoji="1" lang="zh-CN" altLang="en-US" sz="2400" b="1" i="1" dirty="0">
                  <a:solidFill>
                    <a:srgbClr val="000000"/>
                  </a:solidFill>
                  <a:latin typeface="Times New Roman" panose="02020603050405020304" pitchFamily="18" charset="0"/>
                  <a:ea typeface="宋体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77" name="文本框 76">
                <a:extLst>
                  <a:ext uri="{FF2B5EF4-FFF2-40B4-BE49-F238E27FC236}">
                    <a16:creationId xmlns:a16="http://schemas.microsoft.com/office/drawing/2014/main" id="{CAC74A24-5F3F-0C9A-E582-F532E4E4687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06582" y="5411445"/>
                <a:ext cx="630301" cy="461665"/>
              </a:xfrm>
              <a:prstGeom prst="rect">
                <a:avLst/>
              </a:prstGeom>
              <a:blipFill>
                <a:blip r:embed="rId2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8" name="文本框 77">
                <a:extLst>
                  <a:ext uri="{FF2B5EF4-FFF2-40B4-BE49-F238E27FC236}">
                    <a16:creationId xmlns:a16="http://schemas.microsoft.com/office/drawing/2014/main" id="{BA4632AC-B0B9-7329-F744-6F7A3AC0FDFC}"/>
                  </a:ext>
                </a:extLst>
              </p:cNvPr>
              <p:cNvSpPr txBox="1"/>
              <p:nvPr/>
            </p:nvSpPr>
            <p:spPr>
              <a:xfrm>
                <a:off x="5099855" y="4971041"/>
                <a:ext cx="630301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defTabSz="914400"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CN" sz="2400" b="1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宋体"/>
                          <a:cs typeface="Times New Roman" panose="02020603050405020304" pitchFamily="18" charset="0"/>
                        </a:rPr>
                        <m:t>𝟐𝟎</m:t>
                      </m:r>
                    </m:oMath>
                  </m:oMathPara>
                </a14:m>
                <a:endParaRPr kumimoji="1" lang="zh-CN" altLang="en-US" sz="2400" b="1" i="1" dirty="0">
                  <a:solidFill>
                    <a:srgbClr val="000000"/>
                  </a:solidFill>
                  <a:latin typeface="Times New Roman" panose="02020603050405020304" pitchFamily="18" charset="0"/>
                  <a:ea typeface="宋体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78" name="文本框 77">
                <a:extLst>
                  <a:ext uri="{FF2B5EF4-FFF2-40B4-BE49-F238E27FC236}">
                    <a16:creationId xmlns:a16="http://schemas.microsoft.com/office/drawing/2014/main" id="{BA4632AC-B0B9-7329-F744-6F7A3AC0FDF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99855" y="4971041"/>
                <a:ext cx="630301" cy="461665"/>
              </a:xfrm>
              <a:prstGeom prst="rect">
                <a:avLst/>
              </a:prstGeom>
              <a:blipFill>
                <a:blip r:embed="rId2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9" name="文本框 78">
                <a:extLst>
                  <a:ext uri="{FF2B5EF4-FFF2-40B4-BE49-F238E27FC236}">
                    <a16:creationId xmlns:a16="http://schemas.microsoft.com/office/drawing/2014/main" id="{0E5DDD46-1954-C49A-B7DE-1A44D16742C4}"/>
                  </a:ext>
                </a:extLst>
              </p:cNvPr>
              <p:cNvSpPr txBox="1"/>
              <p:nvPr/>
            </p:nvSpPr>
            <p:spPr>
              <a:xfrm>
                <a:off x="5111617" y="4572867"/>
                <a:ext cx="630301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defTabSz="914400"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CN" sz="2400" b="1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宋体"/>
                          <a:cs typeface="Times New Roman" panose="02020603050405020304" pitchFamily="18" charset="0"/>
                        </a:rPr>
                        <m:t>𝟑𝟎</m:t>
                      </m:r>
                    </m:oMath>
                  </m:oMathPara>
                </a14:m>
                <a:endParaRPr kumimoji="1" lang="en-US" altLang="zh-CN" sz="2400" b="1" i="1" dirty="0">
                  <a:solidFill>
                    <a:srgbClr val="000000"/>
                  </a:solidFill>
                  <a:latin typeface="Times New Roman" panose="02020603050405020304" pitchFamily="18" charset="0"/>
                  <a:ea typeface="宋体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79" name="文本框 78">
                <a:extLst>
                  <a:ext uri="{FF2B5EF4-FFF2-40B4-BE49-F238E27FC236}">
                    <a16:creationId xmlns:a16="http://schemas.microsoft.com/office/drawing/2014/main" id="{0E5DDD46-1954-C49A-B7DE-1A44D16742C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11617" y="4572867"/>
                <a:ext cx="630301" cy="461665"/>
              </a:xfrm>
              <a:prstGeom prst="rect">
                <a:avLst/>
              </a:prstGeom>
              <a:blipFill>
                <a:blip r:embed="rId2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0" name="文本框 79">
                <a:extLst>
                  <a:ext uri="{FF2B5EF4-FFF2-40B4-BE49-F238E27FC236}">
                    <a16:creationId xmlns:a16="http://schemas.microsoft.com/office/drawing/2014/main" id="{C51B41A3-95EC-0771-234B-EC958CBFB658}"/>
                  </a:ext>
                </a:extLst>
              </p:cNvPr>
              <p:cNvSpPr txBox="1"/>
              <p:nvPr/>
            </p:nvSpPr>
            <p:spPr>
              <a:xfrm>
                <a:off x="5109322" y="4168002"/>
                <a:ext cx="630301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defTabSz="914400"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CN" sz="2400" b="1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宋体"/>
                          <a:cs typeface="Times New Roman" panose="02020603050405020304" pitchFamily="18" charset="0"/>
                        </a:rPr>
                        <m:t>𝟒𝟎</m:t>
                      </m:r>
                    </m:oMath>
                  </m:oMathPara>
                </a14:m>
                <a:endParaRPr kumimoji="1" lang="zh-CN" altLang="en-US" sz="2400" b="1" i="1" dirty="0">
                  <a:solidFill>
                    <a:srgbClr val="000000"/>
                  </a:solidFill>
                  <a:latin typeface="Times New Roman" panose="02020603050405020304" pitchFamily="18" charset="0"/>
                  <a:ea typeface="宋体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80" name="文本框 79">
                <a:extLst>
                  <a:ext uri="{FF2B5EF4-FFF2-40B4-BE49-F238E27FC236}">
                    <a16:creationId xmlns:a16="http://schemas.microsoft.com/office/drawing/2014/main" id="{C51B41A3-95EC-0771-234B-EC958CBFB65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09322" y="4168002"/>
                <a:ext cx="630301" cy="461665"/>
              </a:xfrm>
              <a:prstGeom prst="rect">
                <a:avLst/>
              </a:prstGeom>
              <a:blipFill>
                <a:blip r:embed="rId2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354529659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14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2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4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6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8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0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2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4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6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8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0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2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4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6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8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0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2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2" grpId="1"/>
      <p:bldP spid="8" grpId="0"/>
      <p:bldP spid="23" grpId="0" animBg="1"/>
      <p:bldP spid="23" grpId="1" animBg="1"/>
      <p:bldP spid="24" grpId="0" animBg="1"/>
      <p:bldP spid="24" grpId="1" animBg="1"/>
      <p:bldP spid="25" grpId="0"/>
      <p:bldP spid="25" grpId="1"/>
      <p:bldP spid="26" grpId="0"/>
      <p:bldP spid="26" grpId="1"/>
      <p:bldP spid="27" grpId="0" animBg="1"/>
      <p:bldP spid="27" grpId="1" animBg="1"/>
      <p:bldP spid="28" grpId="0" animBg="1"/>
      <p:bldP spid="28" grpId="1" animBg="1"/>
      <p:bldP spid="29" grpId="0" animBg="1"/>
      <p:bldP spid="29" grpId="1" animBg="1"/>
      <p:bldP spid="30" grpId="0" animBg="1"/>
      <p:bldP spid="30" grpId="1" animBg="1"/>
      <p:bldP spid="31" grpId="0" animBg="1"/>
      <p:bldP spid="31" grpId="1" animBg="1"/>
      <p:bldP spid="56" grpId="0"/>
      <p:bldP spid="56" grpId="1"/>
      <p:bldP spid="57" grpId="0"/>
      <p:bldP spid="57" grpId="1"/>
      <p:bldP spid="58" grpId="0"/>
      <p:bldP spid="58" grpId="1"/>
      <p:bldP spid="59" grpId="0"/>
      <p:bldP spid="59" grpId="1"/>
      <p:bldP spid="60" grpId="0"/>
      <p:bldP spid="60" grpId="1"/>
      <p:bldP spid="61" grpId="0"/>
      <p:bldP spid="61" grpId="1"/>
      <p:bldP spid="62" grpId="0"/>
      <p:bldP spid="62" grpId="1"/>
      <p:bldP spid="63" grpId="0"/>
      <p:bldP spid="63" grpId="1"/>
      <p:bldP spid="64" grpId="0" animBg="1"/>
      <p:bldP spid="65" grpId="0" animBg="1"/>
      <p:bldP spid="66" grpId="0"/>
      <p:bldP spid="67" grpId="0"/>
      <p:bldP spid="68" grpId="0" animBg="1"/>
      <p:bldP spid="69" grpId="0" animBg="1"/>
      <p:bldP spid="70" grpId="0" animBg="1"/>
      <p:bldP spid="71" grpId="0" animBg="1"/>
      <p:bldP spid="72" grpId="0" animBg="1"/>
      <p:bldP spid="73" grpId="0"/>
      <p:bldP spid="74" grpId="0"/>
      <p:bldP spid="75" grpId="0"/>
      <p:bldP spid="76" grpId="0"/>
      <p:bldP spid="77" grpId="0"/>
      <p:bldP spid="78" grpId="0"/>
      <p:bldP spid="79" grpId="0"/>
      <p:bldP spid="80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>
            <a:extLst>
              <a:ext uri="{FF2B5EF4-FFF2-40B4-BE49-F238E27FC236}">
                <a16:creationId xmlns:a16="http://schemas.microsoft.com/office/drawing/2014/main" id="{0E08B833-3493-CC67-0D6C-084848F0D920}"/>
              </a:ext>
            </a:extLst>
          </p:cNvPr>
          <p:cNvSpPr txBox="1"/>
          <p:nvPr/>
        </p:nvSpPr>
        <p:spPr>
          <a:xfrm>
            <a:off x="647845" y="3340564"/>
            <a:ext cx="7848310" cy="11137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kumimoji="1" lang="zh-CN" altLang="en-US" sz="2400" dirty="0">
                <a:latin typeface="KaiTi" panose="02010609060101010101" pitchFamily="49" charset="-122"/>
                <a:ea typeface="KaiTi" panose="02010609060101010101" pitchFamily="49" charset="-122"/>
              </a:rPr>
              <a:t>为了避免随机变量自身取值水平对度量相互关系的影响，我们先将每个随机变量标准化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文本框 3">
                <a:extLst>
                  <a:ext uri="{FF2B5EF4-FFF2-40B4-BE49-F238E27FC236}">
                    <a16:creationId xmlns:a16="http://schemas.microsoft.com/office/drawing/2014/main" id="{4B05CCBD-B72C-E3E7-F985-86AF35FD990D}"/>
                  </a:ext>
                </a:extLst>
              </p:cNvPr>
              <p:cNvSpPr txBox="1"/>
              <p:nvPr/>
            </p:nvSpPr>
            <p:spPr>
              <a:xfrm>
                <a:off x="2424897" y="4975370"/>
                <a:ext cx="1577868" cy="61959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kumimoji="1" lang="en-US" altLang="zh-CN" sz="24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a:rPr kumimoji="1" lang="zh-CN" altLang="en-US" sz="2400" b="0" i="1" baseline="3000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∗</m:t>
                    </m:r>
                    <m:r>
                      <a:rPr kumimoji="1" lang="en-US" altLang="zh-CN" sz="24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kumimoji="1" lang="en-US" altLang="zh-CN" sz="24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kumimoji="1" lang="en-US" altLang="zh-CN" sz="24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𝑋</m:t>
                        </m:r>
                        <m:r>
                          <a:rPr kumimoji="1" lang="en-US" altLang="zh-CN" sz="24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kumimoji="1" lang="en-US" altLang="zh-CN" sz="24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𝐸</m:t>
                        </m:r>
                        <m:r>
                          <a:rPr kumimoji="1" lang="en-US" altLang="zh-CN" sz="24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kumimoji="1" lang="en-US" altLang="zh-CN" sz="24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𝑋</m:t>
                        </m:r>
                        <m:r>
                          <a:rPr kumimoji="1" lang="en-US" altLang="zh-CN" sz="24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kumimoji="1" lang="en-US" altLang="zh-CN" sz="2400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kumimoji="1" lang="en-US" altLang="zh-CN" sz="2400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𝐷</m:t>
                            </m:r>
                            <m:r>
                              <a:rPr kumimoji="1" lang="en-US" altLang="zh-CN" sz="2400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kumimoji="1" lang="en-US" altLang="zh-CN" sz="2400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𝑋</m:t>
                            </m:r>
                            <m:r>
                              <a:rPr kumimoji="1" lang="en-US" altLang="zh-CN" sz="2400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</m:rad>
                      </m:den>
                    </m:f>
                  </m:oMath>
                </a14:m>
                <a:r>
                  <a:rPr kumimoji="1" lang="zh-CN" altLang="en-US" sz="2400" dirty="0">
                    <a:solidFill>
                      <a:srgbClr val="FF0000"/>
                    </a:solidFill>
                  </a:rPr>
                  <a:t> </a:t>
                </a:r>
              </a:p>
            </p:txBody>
          </p:sp>
        </mc:Choice>
        <mc:Fallback xmlns="">
          <p:sp>
            <p:nvSpPr>
              <p:cNvPr id="4" name="文本框 3">
                <a:extLst>
                  <a:ext uri="{FF2B5EF4-FFF2-40B4-BE49-F238E27FC236}">
                    <a16:creationId xmlns:a16="http://schemas.microsoft.com/office/drawing/2014/main" id="{4B05CCBD-B72C-E3E7-F985-86AF35FD990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24897" y="4975370"/>
                <a:ext cx="1577868" cy="619593"/>
              </a:xfrm>
              <a:prstGeom prst="rect">
                <a:avLst/>
              </a:prstGeom>
              <a:blipFill>
                <a:blip r:embed="rId3"/>
                <a:stretch>
                  <a:fillRect l="-7200" r="-800" b="-1200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文本框 15">
                <a:extLst>
                  <a:ext uri="{FF2B5EF4-FFF2-40B4-BE49-F238E27FC236}">
                    <a16:creationId xmlns:a16="http://schemas.microsoft.com/office/drawing/2014/main" id="{C26B5577-CAC4-44EB-1013-256852042BFF}"/>
                  </a:ext>
                </a:extLst>
              </p:cNvPr>
              <p:cNvSpPr txBox="1"/>
              <p:nvPr/>
            </p:nvSpPr>
            <p:spPr>
              <a:xfrm>
                <a:off x="5242169" y="4975369"/>
                <a:ext cx="1539396" cy="61959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kumimoji="1" lang="en-US" altLang="zh-CN" sz="24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𝑌</m:t>
                    </m:r>
                    <m:r>
                      <a:rPr kumimoji="1" lang="zh-CN" altLang="en-US" sz="2400" b="0" i="1" baseline="3000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∗</m:t>
                    </m:r>
                    <m:r>
                      <a:rPr kumimoji="1" lang="en-US" altLang="zh-CN" sz="24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kumimoji="1" lang="en-US" altLang="zh-CN" sz="24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kumimoji="1" lang="en-US" altLang="zh-CN" sz="24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𝑌</m:t>
                        </m:r>
                        <m:r>
                          <a:rPr kumimoji="1" lang="en-US" altLang="zh-CN" sz="24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kumimoji="1" lang="en-US" altLang="zh-CN" sz="24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𝐸</m:t>
                        </m:r>
                        <m:r>
                          <a:rPr kumimoji="1" lang="en-US" altLang="zh-CN" sz="24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kumimoji="1" lang="en-US" altLang="zh-CN" sz="24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𝑌</m:t>
                        </m:r>
                        <m:r>
                          <a:rPr kumimoji="1" lang="en-US" altLang="zh-CN" sz="24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kumimoji="1" lang="en-US" altLang="zh-CN" sz="2400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kumimoji="1" lang="en-US" altLang="zh-CN" sz="2400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𝐷</m:t>
                            </m:r>
                            <m:r>
                              <a:rPr kumimoji="1" lang="en-US" altLang="zh-CN" sz="2400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kumimoji="1" lang="en-US" altLang="zh-CN" sz="2400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𝑌</m:t>
                            </m:r>
                            <m:r>
                              <a:rPr kumimoji="1" lang="en-US" altLang="zh-CN" sz="2400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</m:rad>
                      </m:den>
                    </m:f>
                  </m:oMath>
                </a14:m>
                <a:r>
                  <a:rPr kumimoji="1" lang="zh-CN" altLang="en-US" sz="2400" dirty="0">
                    <a:solidFill>
                      <a:srgbClr val="FF0000"/>
                    </a:solidFill>
                  </a:rPr>
                  <a:t> </a:t>
                </a:r>
              </a:p>
            </p:txBody>
          </p:sp>
        </mc:Choice>
        <mc:Fallback xmlns="">
          <p:sp>
            <p:nvSpPr>
              <p:cNvPr id="16" name="文本框 15">
                <a:extLst>
                  <a:ext uri="{FF2B5EF4-FFF2-40B4-BE49-F238E27FC236}">
                    <a16:creationId xmlns:a16="http://schemas.microsoft.com/office/drawing/2014/main" id="{C26B5577-CAC4-44EB-1013-256852042BF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42169" y="4975369"/>
                <a:ext cx="1539396" cy="619593"/>
              </a:xfrm>
              <a:prstGeom prst="rect">
                <a:avLst/>
              </a:prstGeom>
              <a:blipFill>
                <a:blip r:embed="rId4"/>
                <a:stretch>
                  <a:fillRect l="-6557" r="-1639" b="-1200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文本框 4">
                <a:extLst>
                  <a:ext uri="{FF2B5EF4-FFF2-40B4-BE49-F238E27FC236}">
                    <a16:creationId xmlns:a16="http://schemas.microsoft.com/office/drawing/2014/main" id="{1C759DA3-1634-773C-A9F4-84432BC71B28}"/>
                  </a:ext>
                </a:extLst>
              </p:cNvPr>
              <p:cNvSpPr txBox="1"/>
              <p:nvPr/>
            </p:nvSpPr>
            <p:spPr>
              <a:xfrm>
                <a:off x="1572851" y="6105655"/>
                <a:ext cx="2956130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CN" sz="2400" b="0" i="1" smtClean="0">
                          <a:latin typeface="Cambria Math" panose="02040503050406030204" pitchFamily="18" charset="0"/>
                        </a:rPr>
                        <m:t>𝐸</m:t>
                      </m:r>
                      <m:r>
                        <a:rPr kumimoji="1" lang="en-US" altLang="zh-CN" sz="2400" b="0" i="1" smtClean="0">
                          <a:latin typeface="Cambria Math" panose="02040503050406030204" pitchFamily="18" charset="0"/>
                        </a:rPr>
                        <m:t>(</m:t>
                      </m:r>
                      <m:sSup>
                        <m:sSupPr>
                          <m:ctrlPr>
                            <a:rPr kumimoji="1" lang="en-US" altLang="zh-CN" sz="24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kumimoji="1" lang="en-US" altLang="zh-CN" sz="2400" i="1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p>
                          <m:r>
                            <a:rPr kumimoji="1" lang="en-US" altLang="zh-CN" sz="2400" i="1">
                              <a:latin typeface="Cambria Math" panose="02040503050406030204" pitchFamily="18" charset="0"/>
                            </a:rPr>
                            <m:t>∗</m:t>
                          </m:r>
                        </m:sup>
                      </m:sSup>
                      <m:r>
                        <a:rPr kumimoji="1" lang="en-US" altLang="zh-CN" sz="2400" b="0" i="1" smtClean="0">
                          <a:latin typeface="Cambria Math" panose="02040503050406030204" pitchFamily="18" charset="0"/>
                        </a:rPr>
                        <m:t>)=?     </m:t>
                      </m:r>
                      <m:r>
                        <a:rPr kumimoji="1" lang="en-US" altLang="zh-CN" sz="2400" b="0" i="1" smtClean="0">
                          <a:latin typeface="Cambria Math" panose="02040503050406030204" pitchFamily="18" charset="0"/>
                        </a:rPr>
                        <m:t>𝐷</m:t>
                      </m:r>
                      <m:r>
                        <a:rPr kumimoji="1" lang="en-US" altLang="zh-CN" sz="2400" b="0" i="1" smtClean="0">
                          <a:latin typeface="Cambria Math" panose="02040503050406030204" pitchFamily="18" charset="0"/>
                        </a:rPr>
                        <m:t>(</m:t>
                      </m:r>
                      <m:sSup>
                        <m:sSupPr>
                          <m:ctrlPr>
                            <a:rPr kumimoji="1" lang="en-US" altLang="zh-CN" sz="24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kumimoji="1" lang="en-US" altLang="zh-CN" sz="2400" i="1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p>
                          <m:r>
                            <a:rPr kumimoji="1" lang="en-US" altLang="zh-CN" sz="2400" i="1">
                              <a:latin typeface="Cambria Math" panose="02040503050406030204" pitchFamily="18" charset="0"/>
                            </a:rPr>
                            <m:t>∗</m:t>
                          </m:r>
                        </m:sup>
                      </m:sSup>
                      <m:r>
                        <a:rPr kumimoji="1" lang="en-US" altLang="zh-CN" sz="2400" b="0" i="1" smtClean="0">
                          <a:latin typeface="Cambria Math" panose="02040503050406030204" pitchFamily="18" charset="0"/>
                        </a:rPr>
                        <m:t>)=?</m:t>
                      </m:r>
                    </m:oMath>
                  </m:oMathPara>
                </a14:m>
                <a:endParaRPr kumimoji="1" lang="zh-CN" altLang="en-US" sz="2400" dirty="0"/>
              </a:p>
            </p:txBody>
          </p:sp>
        </mc:Choice>
        <mc:Fallback xmlns="">
          <p:sp>
            <p:nvSpPr>
              <p:cNvPr id="5" name="文本框 4">
                <a:extLst>
                  <a:ext uri="{FF2B5EF4-FFF2-40B4-BE49-F238E27FC236}">
                    <a16:creationId xmlns:a16="http://schemas.microsoft.com/office/drawing/2014/main" id="{1C759DA3-1634-773C-A9F4-84432BC71B2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72851" y="6105655"/>
                <a:ext cx="2956130" cy="369332"/>
              </a:xfrm>
              <a:prstGeom prst="rect">
                <a:avLst/>
              </a:prstGeom>
              <a:blipFill>
                <a:blip r:embed="rId5"/>
                <a:stretch>
                  <a:fillRect l="-1709" t="-3333" r="-1709" b="-4000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文本框 17">
                <a:extLst>
                  <a:ext uri="{FF2B5EF4-FFF2-40B4-BE49-F238E27FC236}">
                    <a16:creationId xmlns:a16="http://schemas.microsoft.com/office/drawing/2014/main" id="{933FD709-1188-FB34-E731-CB51DFAAC93E}"/>
                  </a:ext>
                </a:extLst>
              </p:cNvPr>
              <p:cNvSpPr txBox="1"/>
              <p:nvPr/>
            </p:nvSpPr>
            <p:spPr>
              <a:xfrm>
                <a:off x="4942163" y="6105655"/>
                <a:ext cx="3090783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CN" sz="2400" b="0" i="1" smtClean="0">
                          <a:latin typeface="Cambria Math" panose="02040503050406030204" pitchFamily="18" charset="0"/>
                        </a:rPr>
                        <m:t>𝐸</m:t>
                      </m:r>
                      <m:r>
                        <a:rPr kumimoji="1" lang="en-US" altLang="zh-CN" sz="2400" b="0" i="1" smtClean="0">
                          <a:latin typeface="Cambria Math" panose="02040503050406030204" pitchFamily="18" charset="0"/>
                        </a:rPr>
                        <m:t>(</m:t>
                      </m:r>
                      <m:sSup>
                        <m:sSupPr>
                          <m:ctrlPr>
                            <a:rPr kumimoji="1" lang="en-US" altLang="zh-CN" sz="24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kumimoji="1" lang="en-US" altLang="zh-CN" sz="2400" b="0" i="1" smtClean="0">
                              <a:latin typeface="Cambria Math" panose="02040503050406030204" pitchFamily="18" charset="0"/>
                            </a:rPr>
                            <m:t>𝑌</m:t>
                          </m:r>
                        </m:e>
                        <m:sup>
                          <m:r>
                            <a:rPr kumimoji="1" lang="en-US" altLang="zh-CN" sz="2400" i="1">
                              <a:latin typeface="Cambria Math" panose="02040503050406030204" pitchFamily="18" charset="0"/>
                            </a:rPr>
                            <m:t>∗</m:t>
                          </m:r>
                        </m:sup>
                      </m:sSup>
                      <m:r>
                        <a:rPr kumimoji="1" lang="en-US" altLang="zh-CN" sz="2400" b="0" i="1" smtClean="0">
                          <a:latin typeface="Cambria Math" panose="02040503050406030204" pitchFamily="18" charset="0"/>
                        </a:rPr>
                        <m:t>)=?       </m:t>
                      </m:r>
                      <m:r>
                        <a:rPr kumimoji="1" lang="en-US" altLang="zh-CN" sz="2400" b="0" i="1" smtClean="0">
                          <a:latin typeface="Cambria Math" panose="02040503050406030204" pitchFamily="18" charset="0"/>
                        </a:rPr>
                        <m:t>𝐷</m:t>
                      </m:r>
                      <m:r>
                        <a:rPr kumimoji="1" lang="en-US" altLang="zh-CN" sz="2400" b="0" i="1" smtClean="0">
                          <a:latin typeface="Cambria Math" panose="02040503050406030204" pitchFamily="18" charset="0"/>
                        </a:rPr>
                        <m:t>(</m:t>
                      </m:r>
                      <m:sSup>
                        <m:sSupPr>
                          <m:ctrlPr>
                            <a:rPr kumimoji="1" lang="en-US" altLang="zh-CN" sz="24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kumimoji="1" lang="en-US" altLang="zh-CN" sz="2400" b="0" i="1" smtClean="0">
                              <a:latin typeface="Cambria Math" panose="02040503050406030204" pitchFamily="18" charset="0"/>
                            </a:rPr>
                            <m:t>𝑌</m:t>
                          </m:r>
                        </m:e>
                        <m:sup>
                          <m:r>
                            <a:rPr kumimoji="1" lang="en-US" altLang="zh-CN" sz="2400" i="1">
                              <a:latin typeface="Cambria Math" panose="02040503050406030204" pitchFamily="18" charset="0"/>
                            </a:rPr>
                            <m:t>∗</m:t>
                          </m:r>
                        </m:sup>
                      </m:sSup>
                      <m:r>
                        <a:rPr kumimoji="1" lang="en-US" altLang="zh-CN" sz="2400" b="0" i="1" smtClean="0">
                          <a:latin typeface="Cambria Math" panose="02040503050406030204" pitchFamily="18" charset="0"/>
                        </a:rPr>
                        <m:t>)=?</m:t>
                      </m:r>
                    </m:oMath>
                  </m:oMathPara>
                </a14:m>
                <a:endParaRPr kumimoji="1" lang="zh-CN" altLang="en-US" sz="2400" dirty="0"/>
              </a:p>
            </p:txBody>
          </p:sp>
        </mc:Choice>
        <mc:Fallback xmlns="">
          <p:sp>
            <p:nvSpPr>
              <p:cNvPr id="18" name="文本框 17">
                <a:extLst>
                  <a:ext uri="{FF2B5EF4-FFF2-40B4-BE49-F238E27FC236}">
                    <a16:creationId xmlns:a16="http://schemas.microsoft.com/office/drawing/2014/main" id="{933FD709-1188-FB34-E731-CB51DFAAC93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42163" y="6105655"/>
                <a:ext cx="3090783" cy="369332"/>
              </a:xfrm>
              <a:prstGeom prst="rect">
                <a:avLst/>
              </a:prstGeom>
              <a:blipFill>
                <a:blip r:embed="rId6"/>
                <a:stretch>
                  <a:fillRect l="-1639" t="-3333" r="-1230" b="-4000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" name="直线连接符 5">
            <a:extLst>
              <a:ext uri="{FF2B5EF4-FFF2-40B4-BE49-F238E27FC236}">
                <a16:creationId xmlns:a16="http://schemas.microsoft.com/office/drawing/2014/main" id="{1D84D6DA-A495-388C-8239-613624DCE2EA}"/>
              </a:ext>
            </a:extLst>
          </p:cNvPr>
          <p:cNvCxnSpPr/>
          <p:nvPr/>
        </p:nvCxnSpPr>
        <p:spPr>
          <a:xfrm>
            <a:off x="0" y="1082842"/>
            <a:ext cx="9144000" cy="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文本框 6">
                <a:extLst>
                  <a:ext uri="{FF2B5EF4-FFF2-40B4-BE49-F238E27FC236}">
                    <a16:creationId xmlns:a16="http://schemas.microsoft.com/office/drawing/2014/main" id="{12DC792A-A59F-8005-58CA-F49BE044D5B4}"/>
                  </a:ext>
                </a:extLst>
              </p:cNvPr>
              <p:cNvSpPr txBox="1"/>
              <p:nvPr/>
            </p:nvSpPr>
            <p:spPr>
              <a:xfrm>
                <a:off x="3058122" y="1491148"/>
                <a:ext cx="3067057" cy="40011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kumimoji="1" lang="en-US" altLang="zh-CN" sz="26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kumimoji="1" lang="en-US" altLang="zh-CN" sz="2600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  <m:r>
                            <a:rPr kumimoji="1" lang="en-US" altLang="zh-CN" sz="26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kumimoji="1" lang="en-US" altLang="zh-CN" sz="2600" b="0" i="1" smtClean="0">
                              <a:latin typeface="Cambria Math" panose="02040503050406030204" pitchFamily="18" charset="0"/>
                            </a:rPr>
                            <m:t>𝑌</m:t>
                          </m:r>
                        </m:e>
                      </m:d>
                      <m:r>
                        <a:rPr kumimoji="1" lang="en-US" altLang="zh-CN" sz="2600" b="0" i="1" smtClean="0">
                          <a:latin typeface="Cambria Math" panose="02040503050406030204" pitchFamily="18" charset="0"/>
                        </a:rPr>
                        <m:t>             (</m:t>
                      </m:r>
                      <m:r>
                        <a:rPr kumimoji="1" lang="en-US" altLang="zh-CN" sz="2600" b="0" i="1" smtClean="0">
                          <a:latin typeface="Cambria Math" panose="02040503050406030204" pitchFamily="18" charset="0"/>
                        </a:rPr>
                        <m:t>𝑘𝑋</m:t>
                      </m:r>
                      <m:r>
                        <a:rPr kumimoji="1" lang="en-US" altLang="zh-CN" sz="2600" b="0" i="1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kumimoji="1" lang="en-US" altLang="zh-CN" sz="2600" b="0" i="1" smtClean="0">
                          <a:latin typeface="Cambria Math" panose="02040503050406030204" pitchFamily="18" charset="0"/>
                        </a:rPr>
                        <m:t>𝑘𝑌</m:t>
                      </m:r>
                      <m:r>
                        <a:rPr kumimoji="1" lang="en-US" altLang="zh-CN" sz="2600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kumimoji="1" lang="zh-CN" altLang="en-US" sz="2600" dirty="0"/>
              </a:p>
            </p:txBody>
          </p:sp>
        </mc:Choice>
        <mc:Fallback xmlns="">
          <p:sp>
            <p:nvSpPr>
              <p:cNvPr id="7" name="文本框 6">
                <a:extLst>
                  <a:ext uri="{FF2B5EF4-FFF2-40B4-BE49-F238E27FC236}">
                    <a16:creationId xmlns:a16="http://schemas.microsoft.com/office/drawing/2014/main" id="{12DC792A-A59F-8005-58CA-F49BE044D5B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58122" y="1491148"/>
                <a:ext cx="3067057" cy="400110"/>
              </a:xfrm>
              <a:prstGeom prst="rect">
                <a:avLst/>
              </a:prstGeom>
              <a:blipFill>
                <a:blip r:embed="rId7"/>
                <a:stretch>
                  <a:fillRect t="-9375" r="-3292" b="-3750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文本框 7">
                <a:extLst>
                  <a:ext uri="{FF2B5EF4-FFF2-40B4-BE49-F238E27FC236}">
                    <a16:creationId xmlns:a16="http://schemas.microsoft.com/office/drawing/2014/main" id="{E3A6671D-A032-C240-C9CB-00EE103017DC}"/>
                  </a:ext>
                </a:extLst>
              </p:cNvPr>
              <p:cNvSpPr txBox="1"/>
              <p:nvPr/>
            </p:nvSpPr>
            <p:spPr>
              <a:xfrm>
                <a:off x="2797891" y="2190636"/>
                <a:ext cx="3587521" cy="40011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CN" sz="2600" b="0" i="1" smtClean="0">
                          <a:latin typeface="Cambria Math" panose="02040503050406030204" pitchFamily="18" charset="0"/>
                        </a:rPr>
                        <m:t>𝑐𝑜𝑣</m:t>
                      </m:r>
                      <m:d>
                        <m:dPr>
                          <m:ctrlPr>
                            <a:rPr kumimoji="1" lang="en-US" altLang="zh-CN" sz="26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kumimoji="1" lang="en-US" altLang="zh-CN" sz="2600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  <m:r>
                            <a:rPr kumimoji="1" lang="en-US" altLang="zh-CN" sz="26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kumimoji="1" lang="en-US" altLang="zh-CN" sz="2600" b="0" i="1" smtClean="0">
                              <a:latin typeface="Cambria Math" panose="02040503050406030204" pitchFamily="18" charset="0"/>
                            </a:rPr>
                            <m:t>𝑌</m:t>
                          </m:r>
                        </m:e>
                      </m:d>
                      <m:r>
                        <a:rPr kumimoji="1" lang="en-US" altLang="zh-CN" sz="26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≠</m:t>
                      </m:r>
                      <m:r>
                        <a:rPr kumimoji="1" lang="en-US" altLang="zh-CN" sz="2600" b="0" i="1" smtClean="0">
                          <a:latin typeface="Cambria Math" panose="02040503050406030204" pitchFamily="18" charset="0"/>
                        </a:rPr>
                        <m:t>𝑐𝑜𝑣</m:t>
                      </m:r>
                      <m:r>
                        <a:rPr kumimoji="1" lang="en-US" altLang="zh-CN" sz="2600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kumimoji="1" lang="en-US" altLang="zh-CN" sz="2600" b="0" i="1" smtClean="0">
                          <a:latin typeface="Cambria Math" panose="02040503050406030204" pitchFamily="18" charset="0"/>
                        </a:rPr>
                        <m:t>𝑘𝑋</m:t>
                      </m:r>
                      <m:r>
                        <a:rPr kumimoji="1" lang="en-US" altLang="zh-CN" sz="2600" b="0" i="1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kumimoji="1" lang="en-US" altLang="zh-CN" sz="2600" b="0" i="1" smtClean="0">
                          <a:latin typeface="Cambria Math" panose="02040503050406030204" pitchFamily="18" charset="0"/>
                        </a:rPr>
                        <m:t>𝑘𝑌</m:t>
                      </m:r>
                      <m:r>
                        <a:rPr kumimoji="1" lang="en-US" altLang="zh-CN" sz="2600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kumimoji="1" lang="zh-CN" altLang="en-US" sz="2600" dirty="0"/>
              </a:p>
            </p:txBody>
          </p:sp>
        </mc:Choice>
        <mc:Fallback xmlns="">
          <p:sp>
            <p:nvSpPr>
              <p:cNvPr id="8" name="文本框 7">
                <a:extLst>
                  <a:ext uri="{FF2B5EF4-FFF2-40B4-BE49-F238E27FC236}">
                    <a16:creationId xmlns:a16="http://schemas.microsoft.com/office/drawing/2014/main" id="{E3A6671D-A032-C240-C9CB-00EE103017D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97891" y="2190636"/>
                <a:ext cx="3587521" cy="400110"/>
              </a:xfrm>
              <a:prstGeom prst="rect">
                <a:avLst/>
              </a:prstGeom>
              <a:blipFill>
                <a:blip r:embed="rId8"/>
                <a:stretch>
                  <a:fillRect l="-707" r="-2827" b="-3030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文本框 8">
                <a:extLst>
                  <a:ext uri="{FF2B5EF4-FFF2-40B4-BE49-F238E27FC236}">
                    <a16:creationId xmlns:a16="http://schemas.microsoft.com/office/drawing/2014/main" id="{CF4B7133-D0DD-2991-F454-1DD7FA5BAFC0}"/>
                  </a:ext>
                </a:extLst>
              </p:cNvPr>
              <p:cNvSpPr txBox="1"/>
              <p:nvPr/>
            </p:nvSpPr>
            <p:spPr>
              <a:xfrm>
                <a:off x="2186940" y="313460"/>
                <a:ext cx="4572000" cy="70788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kumimoji="1" lang="zh-CN" altLang="en-US" sz="4000" i="0" smtClean="0">
                          <a:solidFill>
                            <a:srgbClr val="FF0000"/>
                          </a:solidFill>
                          <a:latin typeface="STXinwei" panose="02010800040101010101" pitchFamily="2" charset="-122"/>
                          <a:ea typeface="STXinwei" panose="02010800040101010101" pitchFamily="2" charset="-122"/>
                        </a:rPr>
                        <m:t>协方差</m:t>
                      </m:r>
                    </m:oMath>
                  </m:oMathPara>
                </a14:m>
                <a:endParaRPr lang="zh-CN" altLang="en-US" sz="4000" dirty="0">
                  <a:solidFill>
                    <a:srgbClr val="FF0000"/>
                  </a:solidFill>
                  <a:latin typeface="STXinwei" panose="02010800040101010101" pitchFamily="2" charset="-122"/>
                  <a:ea typeface="STXinwei" panose="02010800040101010101" pitchFamily="2" charset="-122"/>
                </a:endParaRPr>
              </a:p>
            </p:txBody>
          </p:sp>
        </mc:Choice>
        <mc:Fallback xmlns="">
          <p:sp>
            <p:nvSpPr>
              <p:cNvPr id="9" name="文本框 8">
                <a:extLst>
                  <a:ext uri="{FF2B5EF4-FFF2-40B4-BE49-F238E27FC236}">
                    <a16:creationId xmlns:a16="http://schemas.microsoft.com/office/drawing/2014/main" id="{CF4B7133-D0DD-2991-F454-1DD7FA5BAFC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86940" y="313460"/>
                <a:ext cx="4572000" cy="707886"/>
              </a:xfrm>
              <a:prstGeom prst="rect">
                <a:avLst/>
              </a:prstGeom>
              <a:blipFill>
                <a:blip r:embed="rId9"/>
                <a:stretch>
                  <a:fillRect b="-1228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02519924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16" grpId="0"/>
      <p:bldP spid="5" grpId="0"/>
      <p:bldP spid="18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>
            <a:extLst>
              <a:ext uri="{FF2B5EF4-FFF2-40B4-BE49-F238E27FC236}">
                <a16:creationId xmlns:a16="http://schemas.microsoft.com/office/drawing/2014/main" id="{0E08B833-3493-CC67-0D6C-084848F0D920}"/>
              </a:ext>
            </a:extLst>
          </p:cNvPr>
          <p:cNvSpPr txBox="1"/>
          <p:nvPr/>
        </p:nvSpPr>
        <p:spPr>
          <a:xfrm>
            <a:off x="647845" y="3340564"/>
            <a:ext cx="7848310" cy="11137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kumimoji="1" lang="zh-CN" altLang="en-US" sz="2400" dirty="0">
                <a:latin typeface="KaiTi" panose="02010609060101010101" pitchFamily="49" charset="-122"/>
                <a:ea typeface="KaiTi" panose="02010609060101010101" pitchFamily="49" charset="-122"/>
              </a:rPr>
              <a:t>为了避免随机变量自身取值水平对度量相互关系的影响，我们先将每个随机变量标准化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文本框 3">
                <a:extLst>
                  <a:ext uri="{FF2B5EF4-FFF2-40B4-BE49-F238E27FC236}">
                    <a16:creationId xmlns:a16="http://schemas.microsoft.com/office/drawing/2014/main" id="{4B05CCBD-B72C-E3E7-F985-86AF35FD990D}"/>
                  </a:ext>
                </a:extLst>
              </p:cNvPr>
              <p:cNvSpPr txBox="1"/>
              <p:nvPr/>
            </p:nvSpPr>
            <p:spPr>
              <a:xfrm>
                <a:off x="2424897" y="4975370"/>
                <a:ext cx="1577868" cy="61959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kumimoji="1" lang="en-US" altLang="zh-CN" sz="24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a:rPr kumimoji="1" lang="zh-CN" altLang="en-US" sz="2400" b="0" i="1" baseline="3000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∗</m:t>
                    </m:r>
                    <m:r>
                      <a:rPr kumimoji="1" lang="en-US" altLang="zh-CN" sz="24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kumimoji="1" lang="en-US" altLang="zh-CN" sz="24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kumimoji="1" lang="en-US" altLang="zh-CN" sz="24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𝑋</m:t>
                        </m:r>
                        <m:r>
                          <a:rPr kumimoji="1" lang="en-US" altLang="zh-CN" sz="24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kumimoji="1" lang="en-US" altLang="zh-CN" sz="24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𝐸</m:t>
                        </m:r>
                        <m:r>
                          <a:rPr kumimoji="1" lang="en-US" altLang="zh-CN" sz="24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kumimoji="1" lang="en-US" altLang="zh-CN" sz="24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𝑋</m:t>
                        </m:r>
                        <m:r>
                          <a:rPr kumimoji="1" lang="en-US" altLang="zh-CN" sz="24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kumimoji="1" lang="en-US" altLang="zh-CN" sz="2400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kumimoji="1" lang="en-US" altLang="zh-CN" sz="2400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𝐷</m:t>
                            </m:r>
                            <m:r>
                              <a:rPr kumimoji="1" lang="en-US" altLang="zh-CN" sz="2400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kumimoji="1" lang="en-US" altLang="zh-CN" sz="2400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𝑋</m:t>
                            </m:r>
                            <m:r>
                              <a:rPr kumimoji="1" lang="en-US" altLang="zh-CN" sz="2400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</m:rad>
                      </m:den>
                    </m:f>
                  </m:oMath>
                </a14:m>
                <a:r>
                  <a:rPr kumimoji="1" lang="zh-CN" altLang="en-US" sz="2400" dirty="0">
                    <a:solidFill>
                      <a:srgbClr val="FF0000"/>
                    </a:solidFill>
                  </a:rPr>
                  <a:t> </a:t>
                </a:r>
              </a:p>
            </p:txBody>
          </p:sp>
        </mc:Choice>
        <mc:Fallback xmlns="">
          <p:sp>
            <p:nvSpPr>
              <p:cNvPr id="4" name="文本框 3">
                <a:extLst>
                  <a:ext uri="{FF2B5EF4-FFF2-40B4-BE49-F238E27FC236}">
                    <a16:creationId xmlns:a16="http://schemas.microsoft.com/office/drawing/2014/main" id="{4B05CCBD-B72C-E3E7-F985-86AF35FD990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24897" y="4975370"/>
                <a:ext cx="1577868" cy="619593"/>
              </a:xfrm>
              <a:prstGeom prst="rect">
                <a:avLst/>
              </a:prstGeom>
              <a:blipFill>
                <a:blip r:embed="rId2"/>
                <a:stretch>
                  <a:fillRect l="-7200" r="-800" b="-1200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文本框 15">
                <a:extLst>
                  <a:ext uri="{FF2B5EF4-FFF2-40B4-BE49-F238E27FC236}">
                    <a16:creationId xmlns:a16="http://schemas.microsoft.com/office/drawing/2014/main" id="{C26B5577-CAC4-44EB-1013-256852042BFF}"/>
                  </a:ext>
                </a:extLst>
              </p:cNvPr>
              <p:cNvSpPr txBox="1"/>
              <p:nvPr/>
            </p:nvSpPr>
            <p:spPr>
              <a:xfrm>
                <a:off x="5242169" y="4975369"/>
                <a:ext cx="1539396" cy="61959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kumimoji="1" lang="en-US" altLang="zh-CN" sz="24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𝑌</m:t>
                    </m:r>
                    <m:r>
                      <a:rPr kumimoji="1" lang="zh-CN" altLang="en-US" sz="2400" b="0" i="1" baseline="3000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∗</m:t>
                    </m:r>
                    <m:r>
                      <a:rPr kumimoji="1" lang="en-US" altLang="zh-CN" sz="24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kumimoji="1" lang="en-US" altLang="zh-CN" sz="24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kumimoji="1" lang="en-US" altLang="zh-CN" sz="24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𝑌</m:t>
                        </m:r>
                        <m:r>
                          <a:rPr kumimoji="1" lang="en-US" altLang="zh-CN" sz="24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kumimoji="1" lang="en-US" altLang="zh-CN" sz="24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𝐸</m:t>
                        </m:r>
                        <m:r>
                          <a:rPr kumimoji="1" lang="en-US" altLang="zh-CN" sz="24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kumimoji="1" lang="en-US" altLang="zh-CN" sz="24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𝑌</m:t>
                        </m:r>
                        <m:r>
                          <a:rPr kumimoji="1" lang="en-US" altLang="zh-CN" sz="24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kumimoji="1" lang="en-US" altLang="zh-CN" sz="2400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kumimoji="1" lang="en-US" altLang="zh-CN" sz="2400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𝐷</m:t>
                            </m:r>
                            <m:r>
                              <a:rPr kumimoji="1" lang="en-US" altLang="zh-CN" sz="2400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kumimoji="1" lang="en-US" altLang="zh-CN" sz="2400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𝑌</m:t>
                            </m:r>
                            <m:r>
                              <a:rPr kumimoji="1" lang="en-US" altLang="zh-CN" sz="2400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</m:rad>
                      </m:den>
                    </m:f>
                  </m:oMath>
                </a14:m>
                <a:r>
                  <a:rPr kumimoji="1" lang="zh-CN" altLang="en-US" sz="2400" dirty="0">
                    <a:solidFill>
                      <a:srgbClr val="FF0000"/>
                    </a:solidFill>
                  </a:rPr>
                  <a:t> </a:t>
                </a:r>
              </a:p>
            </p:txBody>
          </p:sp>
        </mc:Choice>
        <mc:Fallback xmlns="">
          <p:sp>
            <p:nvSpPr>
              <p:cNvPr id="16" name="文本框 15">
                <a:extLst>
                  <a:ext uri="{FF2B5EF4-FFF2-40B4-BE49-F238E27FC236}">
                    <a16:creationId xmlns:a16="http://schemas.microsoft.com/office/drawing/2014/main" id="{C26B5577-CAC4-44EB-1013-256852042BF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42169" y="4975369"/>
                <a:ext cx="1539396" cy="619593"/>
              </a:xfrm>
              <a:prstGeom prst="rect">
                <a:avLst/>
              </a:prstGeom>
              <a:blipFill>
                <a:blip r:embed="rId3"/>
                <a:stretch>
                  <a:fillRect l="-6557" r="-1639" b="-1200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文本框 4">
                <a:extLst>
                  <a:ext uri="{FF2B5EF4-FFF2-40B4-BE49-F238E27FC236}">
                    <a16:creationId xmlns:a16="http://schemas.microsoft.com/office/drawing/2014/main" id="{1C759DA3-1634-773C-A9F4-84432BC71B28}"/>
                  </a:ext>
                </a:extLst>
              </p:cNvPr>
              <p:cNvSpPr txBox="1"/>
              <p:nvPr/>
            </p:nvSpPr>
            <p:spPr>
              <a:xfrm>
                <a:off x="1435065" y="6105655"/>
                <a:ext cx="3155929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CN" sz="2400" b="0" i="1" smtClean="0">
                          <a:latin typeface="Cambria Math" panose="02040503050406030204" pitchFamily="18" charset="0"/>
                        </a:rPr>
                        <m:t>𝐸</m:t>
                      </m:r>
                      <m:r>
                        <a:rPr kumimoji="1" lang="en-US" altLang="zh-CN" sz="2400" b="0" i="1" smtClean="0">
                          <a:latin typeface="Cambria Math" panose="02040503050406030204" pitchFamily="18" charset="0"/>
                        </a:rPr>
                        <m:t>(</m:t>
                      </m:r>
                      <m:sSup>
                        <m:sSupPr>
                          <m:ctrlPr>
                            <a:rPr kumimoji="1" lang="en-US" altLang="zh-CN" sz="24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kumimoji="1" lang="en-US" altLang="zh-CN" sz="2400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p>
                          <m:r>
                            <a:rPr kumimoji="1" lang="en-US" altLang="zh-CN" sz="2400" b="0" i="1" smtClean="0">
                              <a:latin typeface="Cambria Math" panose="02040503050406030204" pitchFamily="18" charset="0"/>
                            </a:rPr>
                            <m:t>∗</m:t>
                          </m:r>
                        </m:sup>
                      </m:sSup>
                      <m:r>
                        <a:rPr kumimoji="1" lang="en-US" altLang="zh-CN" sz="2400" b="0" i="1" smtClean="0">
                          <a:latin typeface="Cambria Math" panose="02040503050406030204" pitchFamily="18" charset="0"/>
                        </a:rPr>
                        <m:t>)=0     </m:t>
                      </m:r>
                      <m:r>
                        <a:rPr kumimoji="1" lang="en-US" altLang="zh-CN" sz="2400" b="0" i="1" smtClean="0">
                          <a:latin typeface="Cambria Math" panose="02040503050406030204" pitchFamily="18" charset="0"/>
                        </a:rPr>
                        <m:t>𝐷</m:t>
                      </m:r>
                      <m:r>
                        <a:rPr kumimoji="1" lang="en-US" altLang="zh-CN" sz="2400" b="0" i="1" smtClean="0">
                          <a:latin typeface="Cambria Math" panose="02040503050406030204" pitchFamily="18" charset="0"/>
                        </a:rPr>
                        <m:t>(</m:t>
                      </m:r>
                      <m:sSup>
                        <m:sSupPr>
                          <m:ctrlPr>
                            <a:rPr kumimoji="1" lang="en-US" altLang="zh-CN" sz="24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kumimoji="1" lang="en-US" altLang="zh-CN" sz="2400" i="1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p>
                          <m:r>
                            <a:rPr kumimoji="1" lang="en-US" altLang="zh-CN" sz="2400" i="1">
                              <a:latin typeface="Cambria Math" panose="02040503050406030204" pitchFamily="18" charset="0"/>
                            </a:rPr>
                            <m:t>∗</m:t>
                          </m:r>
                        </m:sup>
                      </m:sSup>
                      <m:r>
                        <a:rPr kumimoji="1" lang="en-US" altLang="zh-CN" sz="2400" b="0" i="1" smtClean="0">
                          <a:latin typeface="Cambria Math" panose="02040503050406030204" pitchFamily="18" charset="0"/>
                        </a:rPr>
                        <m:t>)=1</m:t>
                      </m:r>
                    </m:oMath>
                  </m:oMathPara>
                </a14:m>
                <a:endParaRPr kumimoji="1" lang="zh-CN" altLang="en-US" sz="2400" dirty="0"/>
              </a:p>
            </p:txBody>
          </p:sp>
        </mc:Choice>
        <mc:Fallback xmlns="">
          <p:sp>
            <p:nvSpPr>
              <p:cNvPr id="5" name="文本框 4">
                <a:extLst>
                  <a:ext uri="{FF2B5EF4-FFF2-40B4-BE49-F238E27FC236}">
                    <a16:creationId xmlns:a16="http://schemas.microsoft.com/office/drawing/2014/main" id="{1C759DA3-1634-773C-A9F4-84432BC71B2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35065" y="6105655"/>
                <a:ext cx="3155929" cy="369332"/>
              </a:xfrm>
              <a:prstGeom prst="rect">
                <a:avLst/>
              </a:prstGeom>
              <a:blipFill>
                <a:blip r:embed="rId4"/>
                <a:stretch>
                  <a:fillRect l="-1600" t="-3333" r="-1600" b="-4000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文本框 17">
                <a:extLst>
                  <a:ext uri="{FF2B5EF4-FFF2-40B4-BE49-F238E27FC236}">
                    <a16:creationId xmlns:a16="http://schemas.microsoft.com/office/drawing/2014/main" id="{933FD709-1188-FB34-E731-CB51DFAAC93E}"/>
                  </a:ext>
                </a:extLst>
              </p:cNvPr>
              <p:cNvSpPr txBox="1"/>
              <p:nvPr/>
            </p:nvSpPr>
            <p:spPr>
              <a:xfrm>
                <a:off x="4942163" y="6105655"/>
                <a:ext cx="3290581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CN" sz="2400" b="0" i="1" smtClean="0">
                          <a:latin typeface="Cambria Math" panose="02040503050406030204" pitchFamily="18" charset="0"/>
                        </a:rPr>
                        <m:t>𝐸</m:t>
                      </m:r>
                      <m:r>
                        <a:rPr kumimoji="1" lang="en-US" altLang="zh-CN" sz="2400" b="0" i="1" smtClean="0">
                          <a:latin typeface="Cambria Math" panose="02040503050406030204" pitchFamily="18" charset="0"/>
                        </a:rPr>
                        <m:t>(</m:t>
                      </m:r>
                      <m:sSup>
                        <m:sSupPr>
                          <m:ctrlPr>
                            <a:rPr kumimoji="1" lang="en-US" altLang="zh-CN" sz="24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kumimoji="1" lang="en-US" altLang="zh-CN" sz="2400" b="0" i="1" smtClean="0">
                              <a:latin typeface="Cambria Math" panose="02040503050406030204" pitchFamily="18" charset="0"/>
                            </a:rPr>
                            <m:t>𝑌</m:t>
                          </m:r>
                        </m:e>
                        <m:sup>
                          <m:r>
                            <a:rPr kumimoji="1" lang="en-US" altLang="zh-CN" sz="2400" i="1">
                              <a:latin typeface="Cambria Math" panose="02040503050406030204" pitchFamily="18" charset="0"/>
                            </a:rPr>
                            <m:t>∗</m:t>
                          </m:r>
                        </m:sup>
                      </m:sSup>
                      <m:r>
                        <a:rPr kumimoji="1" lang="en-US" altLang="zh-CN" sz="2400" b="0" i="1" smtClean="0">
                          <a:latin typeface="Cambria Math" panose="02040503050406030204" pitchFamily="18" charset="0"/>
                        </a:rPr>
                        <m:t>)=0       </m:t>
                      </m:r>
                      <m:r>
                        <a:rPr kumimoji="1" lang="en-US" altLang="zh-CN" sz="2400" b="0" i="1" smtClean="0">
                          <a:latin typeface="Cambria Math" panose="02040503050406030204" pitchFamily="18" charset="0"/>
                        </a:rPr>
                        <m:t>𝐷</m:t>
                      </m:r>
                      <m:r>
                        <a:rPr kumimoji="1" lang="en-US" altLang="zh-CN" sz="2400" b="0" i="1" smtClean="0">
                          <a:latin typeface="Cambria Math" panose="02040503050406030204" pitchFamily="18" charset="0"/>
                        </a:rPr>
                        <m:t>(</m:t>
                      </m:r>
                      <m:sSup>
                        <m:sSupPr>
                          <m:ctrlPr>
                            <a:rPr kumimoji="1" lang="en-US" altLang="zh-CN" sz="24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kumimoji="1" lang="en-US" altLang="zh-CN" sz="2400" b="0" i="1" smtClean="0">
                              <a:latin typeface="Cambria Math" panose="02040503050406030204" pitchFamily="18" charset="0"/>
                            </a:rPr>
                            <m:t>𝑌</m:t>
                          </m:r>
                        </m:e>
                        <m:sup>
                          <m:r>
                            <a:rPr kumimoji="1" lang="en-US" altLang="zh-CN" sz="2400" i="1">
                              <a:latin typeface="Cambria Math" panose="02040503050406030204" pitchFamily="18" charset="0"/>
                            </a:rPr>
                            <m:t>∗</m:t>
                          </m:r>
                        </m:sup>
                      </m:sSup>
                      <m:r>
                        <a:rPr kumimoji="1" lang="en-US" altLang="zh-CN" sz="2400" b="0" i="1" smtClean="0">
                          <a:latin typeface="Cambria Math" panose="02040503050406030204" pitchFamily="18" charset="0"/>
                        </a:rPr>
                        <m:t>)=1</m:t>
                      </m:r>
                    </m:oMath>
                  </m:oMathPara>
                </a14:m>
                <a:endParaRPr kumimoji="1" lang="zh-CN" altLang="en-US" sz="2400" dirty="0"/>
              </a:p>
            </p:txBody>
          </p:sp>
        </mc:Choice>
        <mc:Fallback xmlns="">
          <p:sp>
            <p:nvSpPr>
              <p:cNvPr id="18" name="文本框 17">
                <a:extLst>
                  <a:ext uri="{FF2B5EF4-FFF2-40B4-BE49-F238E27FC236}">
                    <a16:creationId xmlns:a16="http://schemas.microsoft.com/office/drawing/2014/main" id="{933FD709-1188-FB34-E731-CB51DFAAC93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42163" y="6105655"/>
                <a:ext cx="3290581" cy="369332"/>
              </a:xfrm>
              <a:prstGeom prst="rect">
                <a:avLst/>
              </a:prstGeom>
              <a:blipFill>
                <a:blip r:embed="rId5"/>
                <a:stretch>
                  <a:fillRect l="-1538" t="-3333" r="-1154" b="-4000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" name="直线连接符 5">
            <a:extLst>
              <a:ext uri="{FF2B5EF4-FFF2-40B4-BE49-F238E27FC236}">
                <a16:creationId xmlns:a16="http://schemas.microsoft.com/office/drawing/2014/main" id="{1D84D6DA-A495-388C-8239-613624DCE2EA}"/>
              </a:ext>
            </a:extLst>
          </p:cNvPr>
          <p:cNvCxnSpPr/>
          <p:nvPr/>
        </p:nvCxnSpPr>
        <p:spPr>
          <a:xfrm>
            <a:off x="0" y="1082842"/>
            <a:ext cx="9144000" cy="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文本框 6">
                <a:extLst>
                  <a:ext uri="{FF2B5EF4-FFF2-40B4-BE49-F238E27FC236}">
                    <a16:creationId xmlns:a16="http://schemas.microsoft.com/office/drawing/2014/main" id="{12DC792A-A59F-8005-58CA-F49BE044D5B4}"/>
                  </a:ext>
                </a:extLst>
              </p:cNvPr>
              <p:cNvSpPr txBox="1"/>
              <p:nvPr/>
            </p:nvSpPr>
            <p:spPr>
              <a:xfrm>
                <a:off x="3058122" y="1491148"/>
                <a:ext cx="3067057" cy="40011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kumimoji="1" lang="en-US" altLang="zh-CN" sz="26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kumimoji="1" lang="en-US" altLang="zh-CN" sz="2600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  <m:r>
                            <a:rPr kumimoji="1" lang="en-US" altLang="zh-CN" sz="26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kumimoji="1" lang="en-US" altLang="zh-CN" sz="2600" b="0" i="1" smtClean="0">
                              <a:latin typeface="Cambria Math" panose="02040503050406030204" pitchFamily="18" charset="0"/>
                            </a:rPr>
                            <m:t>𝑌</m:t>
                          </m:r>
                        </m:e>
                      </m:d>
                      <m:r>
                        <a:rPr kumimoji="1" lang="en-US" altLang="zh-CN" sz="2600" b="0" i="1" smtClean="0">
                          <a:latin typeface="Cambria Math" panose="02040503050406030204" pitchFamily="18" charset="0"/>
                        </a:rPr>
                        <m:t>             (</m:t>
                      </m:r>
                      <m:r>
                        <a:rPr kumimoji="1" lang="en-US" altLang="zh-CN" sz="2600" b="0" i="1" smtClean="0">
                          <a:latin typeface="Cambria Math" panose="02040503050406030204" pitchFamily="18" charset="0"/>
                        </a:rPr>
                        <m:t>𝑘𝑋</m:t>
                      </m:r>
                      <m:r>
                        <a:rPr kumimoji="1" lang="en-US" altLang="zh-CN" sz="2600" b="0" i="1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kumimoji="1" lang="en-US" altLang="zh-CN" sz="2600" b="0" i="1" smtClean="0">
                          <a:latin typeface="Cambria Math" panose="02040503050406030204" pitchFamily="18" charset="0"/>
                        </a:rPr>
                        <m:t>𝑘𝑌</m:t>
                      </m:r>
                      <m:r>
                        <a:rPr kumimoji="1" lang="en-US" altLang="zh-CN" sz="2600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kumimoji="1" lang="zh-CN" altLang="en-US" sz="2600" dirty="0"/>
              </a:p>
            </p:txBody>
          </p:sp>
        </mc:Choice>
        <mc:Fallback xmlns="">
          <p:sp>
            <p:nvSpPr>
              <p:cNvPr id="7" name="文本框 6">
                <a:extLst>
                  <a:ext uri="{FF2B5EF4-FFF2-40B4-BE49-F238E27FC236}">
                    <a16:creationId xmlns:a16="http://schemas.microsoft.com/office/drawing/2014/main" id="{12DC792A-A59F-8005-58CA-F49BE044D5B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58122" y="1491148"/>
                <a:ext cx="3067057" cy="400110"/>
              </a:xfrm>
              <a:prstGeom prst="rect">
                <a:avLst/>
              </a:prstGeom>
              <a:blipFill>
                <a:blip r:embed="rId6"/>
                <a:stretch>
                  <a:fillRect t="-9375" r="-3292" b="-3750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文本框 7">
                <a:extLst>
                  <a:ext uri="{FF2B5EF4-FFF2-40B4-BE49-F238E27FC236}">
                    <a16:creationId xmlns:a16="http://schemas.microsoft.com/office/drawing/2014/main" id="{E3A6671D-A032-C240-C9CB-00EE103017DC}"/>
                  </a:ext>
                </a:extLst>
              </p:cNvPr>
              <p:cNvSpPr txBox="1"/>
              <p:nvPr/>
            </p:nvSpPr>
            <p:spPr>
              <a:xfrm>
                <a:off x="2797891" y="2190636"/>
                <a:ext cx="3587521" cy="40011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CN" sz="2600" b="0" i="1" smtClean="0">
                          <a:latin typeface="Cambria Math" panose="02040503050406030204" pitchFamily="18" charset="0"/>
                        </a:rPr>
                        <m:t>𝑐𝑜𝑣</m:t>
                      </m:r>
                      <m:d>
                        <m:dPr>
                          <m:ctrlPr>
                            <a:rPr kumimoji="1" lang="en-US" altLang="zh-CN" sz="26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kumimoji="1" lang="en-US" altLang="zh-CN" sz="2600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  <m:r>
                            <a:rPr kumimoji="1" lang="en-US" altLang="zh-CN" sz="26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kumimoji="1" lang="en-US" altLang="zh-CN" sz="2600" b="0" i="1" smtClean="0">
                              <a:latin typeface="Cambria Math" panose="02040503050406030204" pitchFamily="18" charset="0"/>
                            </a:rPr>
                            <m:t>𝑌</m:t>
                          </m:r>
                        </m:e>
                      </m:d>
                      <m:r>
                        <a:rPr kumimoji="1" lang="en-US" altLang="zh-CN" sz="26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≠</m:t>
                      </m:r>
                      <m:r>
                        <a:rPr kumimoji="1" lang="en-US" altLang="zh-CN" sz="2600" b="0" i="1" smtClean="0">
                          <a:latin typeface="Cambria Math" panose="02040503050406030204" pitchFamily="18" charset="0"/>
                        </a:rPr>
                        <m:t>𝑐𝑜𝑣</m:t>
                      </m:r>
                      <m:r>
                        <a:rPr kumimoji="1" lang="en-US" altLang="zh-CN" sz="2600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kumimoji="1" lang="en-US" altLang="zh-CN" sz="2600" b="0" i="1" smtClean="0">
                          <a:latin typeface="Cambria Math" panose="02040503050406030204" pitchFamily="18" charset="0"/>
                        </a:rPr>
                        <m:t>𝑘𝑋</m:t>
                      </m:r>
                      <m:r>
                        <a:rPr kumimoji="1" lang="en-US" altLang="zh-CN" sz="2600" b="0" i="1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kumimoji="1" lang="en-US" altLang="zh-CN" sz="2600" b="0" i="1" smtClean="0">
                          <a:latin typeface="Cambria Math" panose="02040503050406030204" pitchFamily="18" charset="0"/>
                        </a:rPr>
                        <m:t>𝑘𝑌</m:t>
                      </m:r>
                      <m:r>
                        <a:rPr kumimoji="1" lang="en-US" altLang="zh-CN" sz="2600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kumimoji="1" lang="zh-CN" altLang="en-US" sz="2600" dirty="0"/>
              </a:p>
            </p:txBody>
          </p:sp>
        </mc:Choice>
        <mc:Fallback xmlns="">
          <p:sp>
            <p:nvSpPr>
              <p:cNvPr id="8" name="文本框 7">
                <a:extLst>
                  <a:ext uri="{FF2B5EF4-FFF2-40B4-BE49-F238E27FC236}">
                    <a16:creationId xmlns:a16="http://schemas.microsoft.com/office/drawing/2014/main" id="{E3A6671D-A032-C240-C9CB-00EE103017D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97891" y="2190636"/>
                <a:ext cx="3587521" cy="400110"/>
              </a:xfrm>
              <a:prstGeom prst="rect">
                <a:avLst/>
              </a:prstGeom>
              <a:blipFill>
                <a:blip r:embed="rId7"/>
                <a:stretch>
                  <a:fillRect l="-707" r="-2827" b="-3030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文本框 8">
                <a:extLst>
                  <a:ext uri="{FF2B5EF4-FFF2-40B4-BE49-F238E27FC236}">
                    <a16:creationId xmlns:a16="http://schemas.microsoft.com/office/drawing/2014/main" id="{01C7E8A2-EAD3-1D11-1D16-345AB7B10377}"/>
                  </a:ext>
                </a:extLst>
              </p:cNvPr>
              <p:cNvSpPr txBox="1"/>
              <p:nvPr/>
            </p:nvSpPr>
            <p:spPr>
              <a:xfrm>
                <a:off x="2186940" y="313460"/>
                <a:ext cx="4572000" cy="70788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kumimoji="1" lang="zh-CN" altLang="en-US" sz="4000" i="0" smtClean="0">
                          <a:solidFill>
                            <a:srgbClr val="FF0000"/>
                          </a:solidFill>
                          <a:latin typeface="STXinwei" panose="02010800040101010101" pitchFamily="2" charset="-122"/>
                          <a:ea typeface="STXinwei" panose="02010800040101010101" pitchFamily="2" charset="-122"/>
                        </a:rPr>
                        <m:t>协方差</m:t>
                      </m:r>
                    </m:oMath>
                  </m:oMathPara>
                </a14:m>
                <a:endParaRPr lang="zh-CN" altLang="en-US" sz="4000" dirty="0">
                  <a:solidFill>
                    <a:srgbClr val="FF0000"/>
                  </a:solidFill>
                  <a:latin typeface="STXinwei" panose="02010800040101010101" pitchFamily="2" charset="-122"/>
                  <a:ea typeface="STXinwei" panose="02010800040101010101" pitchFamily="2" charset="-122"/>
                </a:endParaRPr>
              </a:p>
            </p:txBody>
          </p:sp>
        </mc:Choice>
        <mc:Fallback xmlns="">
          <p:sp>
            <p:nvSpPr>
              <p:cNvPr id="9" name="文本框 8">
                <a:extLst>
                  <a:ext uri="{FF2B5EF4-FFF2-40B4-BE49-F238E27FC236}">
                    <a16:creationId xmlns:a16="http://schemas.microsoft.com/office/drawing/2014/main" id="{01C7E8A2-EAD3-1D11-1D16-345AB7B1037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86940" y="313460"/>
                <a:ext cx="4572000" cy="707886"/>
              </a:xfrm>
              <a:prstGeom prst="rect">
                <a:avLst/>
              </a:prstGeom>
              <a:blipFill>
                <a:blip r:embed="rId8"/>
                <a:stretch>
                  <a:fillRect b="-1228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155058960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4" name="文本框 3">
                <a:extLst>
                  <a:ext uri="{FF2B5EF4-FFF2-40B4-BE49-F238E27FC236}">
                    <a16:creationId xmlns:a16="http://schemas.microsoft.com/office/drawing/2014/main" id="{4B05CCBD-B72C-E3E7-F985-86AF35FD990D}"/>
                  </a:ext>
                </a:extLst>
              </p:cNvPr>
              <p:cNvSpPr txBox="1"/>
              <p:nvPr/>
            </p:nvSpPr>
            <p:spPr>
              <a:xfrm>
                <a:off x="2362902" y="1555129"/>
                <a:ext cx="1435073" cy="60337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kumimoji="1" lang="en-US" altLang="zh-CN" sz="24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a:rPr kumimoji="1" lang="zh-CN" altLang="en-US" sz="2400" b="0" i="1" baseline="3000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∗</m:t>
                    </m:r>
                    <m:r>
                      <a:rPr kumimoji="1" lang="en-US" altLang="zh-CN" sz="24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kumimoji="1" lang="en-US" altLang="zh-CN" sz="24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kumimoji="1" lang="en-US" altLang="zh-CN" sz="24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𝑋</m:t>
                        </m:r>
                        <m:r>
                          <a:rPr kumimoji="1" lang="en-US" altLang="zh-CN" sz="24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kumimoji="1" lang="en-US" altLang="zh-CN" sz="24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𝐸𝑋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kumimoji="1" lang="en-US" altLang="zh-CN" sz="2400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kumimoji="1" lang="en-US" altLang="zh-CN" sz="2400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𝐷</m:t>
                            </m:r>
                            <m:r>
                              <a:rPr kumimoji="1" lang="en-US" altLang="zh-CN" sz="2400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kumimoji="1" lang="en-US" altLang="zh-CN" sz="2400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𝑋</m:t>
                            </m:r>
                            <m:r>
                              <a:rPr kumimoji="1" lang="en-US" altLang="zh-CN" sz="2400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</m:rad>
                      </m:den>
                    </m:f>
                  </m:oMath>
                </a14:m>
                <a:r>
                  <a:rPr kumimoji="1" lang="zh-CN" altLang="en-US" sz="2400" dirty="0">
                    <a:solidFill>
                      <a:srgbClr val="FF0000"/>
                    </a:solidFill>
                  </a:rPr>
                  <a:t> </a:t>
                </a:r>
              </a:p>
            </p:txBody>
          </p:sp>
        </mc:Choice>
        <mc:Fallback xmlns="">
          <p:sp>
            <p:nvSpPr>
              <p:cNvPr id="4" name="文本框 3">
                <a:extLst>
                  <a:ext uri="{FF2B5EF4-FFF2-40B4-BE49-F238E27FC236}">
                    <a16:creationId xmlns:a16="http://schemas.microsoft.com/office/drawing/2014/main" id="{4B05CCBD-B72C-E3E7-F985-86AF35FD990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62902" y="1555129"/>
                <a:ext cx="1435073" cy="603370"/>
              </a:xfrm>
              <a:prstGeom prst="rect">
                <a:avLst/>
              </a:prstGeom>
              <a:blipFill>
                <a:blip r:embed="rId2"/>
                <a:stretch>
                  <a:fillRect l="-7895" r="-877" b="-1458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文本框 15">
                <a:extLst>
                  <a:ext uri="{FF2B5EF4-FFF2-40B4-BE49-F238E27FC236}">
                    <a16:creationId xmlns:a16="http://schemas.microsoft.com/office/drawing/2014/main" id="{C26B5577-CAC4-44EB-1013-256852042BFF}"/>
                  </a:ext>
                </a:extLst>
              </p:cNvPr>
              <p:cNvSpPr txBox="1"/>
              <p:nvPr/>
            </p:nvSpPr>
            <p:spPr>
              <a:xfrm>
                <a:off x="4992284" y="1555128"/>
                <a:ext cx="1409425" cy="60337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kumimoji="1" lang="en-US" altLang="zh-CN" sz="24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𝑌</m:t>
                    </m:r>
                    <m:r>
                      <a:rPr kumimoji="1" lang="zh-CN" altLang="en-US" sz="2400" b="0" i="1" baseline="3000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∗</m:t>
                    </m:r>
                    <m:r>
                      <a:rPr kumimoji="1" lang="en-US" altLang="zh-CN" sz="24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kumimoji="1" lang="en-US" altLang="zh-CN" sz="24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kumimoji="1" lang="en-US" altLang="zh-CN" sz="24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𝑌</m:t>
                        </m:r>
                        <m:r>
                          <a:rPr kumimoji="1" lang="en-US" altLang="zh-CN" sz="24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kumimoji="1" lang="en-US" altLang="zh-CN" sz="24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𝐸𝑌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kumimoji="1" lang="en-US" altLang="zh-CN" sz="2400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kumimoji="1" lang="en-US" altLang="zh-CN" sz="2400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𝐷</m:t>
                            </m:r>
                            <m:r>
                              <a:rPr kumimoji="1" lang="en-US" altLang="zh-CN" sz="2400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kumimoji="1" lang="en-US" altLang="zh-CN" sz="2400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𝑌</m:t>
                            </m:r>
                            <m:r>
                              <a:rPr kumimoji="1" lang="en-US" altLang="zh-CN" sz="2400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</m:rad>
                      </m:den>
                    </m:f>
                  </m:oMath>
                </a14:m>
                <a:r>
                  <a:rPr kumimoji="1" lang="zh-CN" altLang="en-US" sz="2400" dirty="0">
                    <a:solidFill>
                      <a:srgbClr val="FF0000"/>
                    </a:solidFill>
                  </a:rPr>
                  <a:t> </a:t>
                </a:r>
              </a:p>
            </p:txBody>
          </p:sp>
        </mc:Choice>
        <mc:Fallback xmlns="">
          <p:sp>
            <p:nvSpPr>
              <p:cNvPr id="16" name="文本框 15">
                <a:extLst>
                  <a:ext uri="{FF2B5EF4-FFF2-40B4-BE49-F238E27FC236}">
                    <a16:creationId xmlns:a16="http://schemas.microsoft.com/office/drawing/2014/main" id="{C26B5577-CAC4-44EB-1013-256852042BF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92284" y="1555128"/>
                <a:ext cx="1409425" cy="603370"/>
              </a:xfrm>
              <a:prstGeom prst="rect">
                <a:avLst/>
              </a:prstGeom>
              <a:blipFill>
                <a:blip r:embed="rId3"/>
                <a:stretch>
                  <a:fillRect l="-8036" r="-893" b="-1458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文本框 5">
                <a:extLst>
                  <a:ext uri="{FF2B5EF4-FFF2-40B4-BE49-F238E27FC236}">
                    <a16:creationId xmlns:a16="http://schemas.microsoft.com/office/drawing/2014/main" id="{496F3593-4E9D-625E-9D13-41E8A40E9EF6}"/>
                  </a:ext>
                </a:extLst>
              </p:cNvPr>
              <p:cNvSpPr txBox="1"/>
              <p:nvPr/>
            </p:nvSpPr>
            <p:spPr>
              <a:xfrm>
                <a:off x="1628673" y="2959332"/>
                <a:ext cx="7214702" cy="437594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en-US" altLang="zh-CN" sz="2400" b="0" i="1" smtClean="0">
                          <a:latin typeface="Cambria Math" panose="02040503050406030204" pitchFamily="18" charset="0"/>
                        </a:rPr>
                        <m:t>𝑐𝑜𝑣</m:t>
                      </m:r>
                      <m:d>
                        <m:dPr>
                          <m:ctrlPr>
                            <a:rPr kumimoji="1" lang="en-US" altLang="zh-CN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kumimoji="1" lang="en-US" altLang="zh-CN" sz="2400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  <m:r>
                            <a:rPr kumimoji="1" lang="zh-CN" altLang="en-US" sz="2400" b="0" i="1" baseline="30000" smtClean="0">
                              <a:latin typeface="Cambria Math" panose="02040503050406030204" pitchFamily="18" charset="0"/>
                            </a:rPr>
                            <m:t>∗</m:t>
                          </m:r>
                          <m:r>
                            <a:rPr kumimoji="1" lang="en-US" altLang="zh-CN" sz="24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kumimoji="1" lang="en-US" altLang="zh-CN" sz="2400" b="0" i="1" smtClean="0">
                              <a:latin typeface="Cambria Math" panose="02040503050406030204" pitchFamily="18" charset="0"/>
                            </a:rPr>
                            <m:t>𝑌</m:t>
                          </m:r>
                          <m:r>
                            <a:rPr kumimoji="1" lang="zh-CN" altLang="en-US" sz="2400" b="0" i="1" baseline="30000" smtClean="0">
                              <a:latin typeface="Cambria Math" panose="02040503050406030204" pitchFamily="18" charset="0"/>
                            </a:rPr>
                            <m:t>∗</m:t>
                          </m:r>
                        </m:e>
                      </m:d>
                    </m:oMath>
                  </m:oMathPara>
                </a14:m>
                <a:endParaRPr kumimoji="1" lang="en-US" altLang="zh-CN" sz="2400" b="0" i="1" dirty="0">
                  <a:latin typeface="Cambria Math" panose="02040503050406030204" pitchFamily="18" charset="0"/>
                </a:endParaRPr>
              </a:p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en-US" altLang="zh-CN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kumimoji="1" lang="en-US" altLang="zh-CN" sz="2400" b="0" i="1" smtClean="0">
                          <a:latin typeface="Cambria Math" panose="02040503050406030204" pitchFamily="18" charset="0"/>
                        </a:rPr>
                        <m:t>𝐸</m:t>
                      </m:r>
                      <m:d>
                        <m:dPr>
                          <m:ctrlPr>
                            <a:rPr kumimoji="1" lang="en-US" altLang="zh-CN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kumimoji="1" lang="en-US" altLang="zh-CN" sz="2400" i="1">
                              <a:latin typeface="Cambria Math" panose="02040503050406030204" pitchFamily="18" charset="0"/>
                            </a:rPr>
                            <m:t>𝑋</m:t>
                          </m:r>
                          <m:r>
                            <a:rPr kumimoji="1" lang="zh-CN" altLang="en-US" sz="2400" i="1" baseline="30000">
                              <a:latin typeface="Cambria Math" panose="02040503050406030204" pitchFamily="18" charset="0"/>
                            </a:rPr>
                            <m:t>∗</m:t>
                          </m:r>
                          <m:r>
                            <a:rPr kumimoji="1" lang="en-US" altLang="zh-CN" sz="2400" i="1">
                              <a:latin typeface="Cambria Math" panose="02040503050406030204" pitchFamily="18" charset="0"/>
                            </a:rPr>
                            <m:t>𝑌</m:t>
                          </m:r>
                          <m:r>
                            <a:rPr kumimoji="1" lang="zh-CN" altLang="en-US" sz="2400" i="1" baseline="30000">
                              <a:latin typeface="Cambria Math" panose="02040503050406030204" pitchFamily="18" charset="0"/>
                            </a:rPr>
                            <m:t>∗</m:t>
                          </m:r>
                        </m:e>
                      </m:d>
                      <m:r>
                        <a:rPr kumimoji="1" lang="en-US" altLang="zh-CN" sz="2400" b="0" i="1" dirty="0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kumimoji="1" lang="en-US" altLang="zh-CN" sz="2400" b="0" i="1" dirty="0" smtClean="0">
                          <a:latin typeface="Cambria Math" panose="02040503050406030204" pitchFamily="18" charset="0"/>
                        </a:rPr>
                        <m:t>𝐸</m:t>
                      </m:r>
                      <m:d>
                        <m:dPr>
                          <m:ctrlPr>
                            <a:rPr kumimoji="1" lang="en-US" altLang="zh-CN" sz="2400" b="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kumimoji="1" lang="en-US" altLang="zh-CN" sz="2400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kumimoji="1" lang="en-US" altLang="zh-CN" sz="2400" b="0" i="1" dirty="0" smtClean="0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  <m:sup>
                              <m:r>
                                <a:rPr kumimoji="1" lang="zh-CN" altLang="en-US" sz="2400" b="0" i="1" dirty="0" smtClean="0">
                                  <a:latin typeface="Cambria Math" panose="02040503050406030204" pitchFamily="18" charset="0"/>
                                </a:rPr>
                                <m:t>∗</m:t>
                              </m:r>
                            </m:sup>
                          </m:sSup>
                        </m:e>
                      </m:d>
                      <m:r>
                        <a:rPr kumimoji="1" lang="en-US" altLang="zh-CN" sz="2400" i="1" dirty="0">
                          <a:latin typeface="Cambria Math" panose="02040503050406030204" pitchFamily="18" charset="0"/>
                        </a:rPr>
                        <m:t>𝐸</m:t>
                      </m:r>
                      <m:d>
                        <m:dPr>
                          <m:ctrlPr>
                            <a:rPr kumimoji="1" lang="en-US" altLang="zh-CN" sz="2400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kumimoji="1" lang="en-US" altLang="zh-CN" sz="2400" i="1" dirty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kumimoji="1" lang="en-US" altLang="zh-CN" sz="2400" b="0" i="1" dirty="0" smtClean="0">
                                  <a:latin typeface="Cambria Math" panose="02040503050406030204" pitchFamily="18" charset="0"/>
                                </a:rPr>
                                <m:t>𝑌</m:t>
                              </m:r>
                            </m:e>
                            <m:sup>
                              <m:r>
                                <a:rPr kumimoji="1" lang="zh-CN" altLang="en-US" sz="2400" i="1" dirty="0">
                                  <a:latin typeface="Cambria Math" panose="02040503050406030204" pitchFamily="18" charset="0"/>
                                </a:rPr>
                                <m:t>∗</m:t>
                              </m:r>
                            </m:sup>
                          </m:sSup>
                        </m:e>
                      </m:d>
                    </m:oMath>
                  </m:oMathPara>
                </a14:m>
                <a:endParaRPr kumimoji="1" lang="en-US" altLang="zh-CN" sz="2400" dirty="0"/>
              </a:p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en-US" altLang="zh-CN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kumimoji="1" lang="en-US" altLang="zh-CN" sz="2400" b="0" i="1" smtClean="0">
                          <a:latin typeface="Cambria Math" panose="02040503050406030204" pitchFamily="18" charset="0"/>
                        </a:rPr>
                        <m:t>𝐸</m:t>
                      </m:r>
                      <m:r>
                        <a:rPr kumimoji="1" lang="en-US" altLang="zh-CN" sz="2400" b="0" i="1" smtClean="0">
                          <a:latin typeface="Cambria Math" panose="02040503050406030204" pitchFamily="18" charset="0"/>
                        </a:rPr>
                        <m:t>(</m:t>
                      </m:r>
                      <m:f>
                        <m:fPr>
                          <m:ctrlPr>
                            <a:rPr kumimoji="1" lang="en-US" altLang="zh-CN" sz="2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kumimoji="1" lang="en-US" altLang="zh-CN" sz="2400" i="1">
                              <a:latin typeface="Cambria Math" panose="02040503050406030204" pitchFamily="18" charset="0"/>
                            </a:rPr>
                            <m:t>𝑋</m:t>
                          </m:r>
                          <m:r>
                            <a:rPr kumimoji="1" lang="en-US" altLang="zh-CN" sz="2400" i="1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kumimoji="1" lang="en-US" altLang="zh-CN" sz="2400" i="1">
                              <a:latin typeface="Cambria Math" panose="02040503050406030204" pitchFamily="18" charset="0"/>
                            </a:rPr>
                            <m:t>𝐸</m:t>
                          </m:r>
                          <m:r>
                            <a:rPr kumimoji="1" lang="en-US" altLang="zh-CN" sz="2400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kumimoji="1" lang="en-US" altLang="zh-CN" sz="2400" i="1">
                              <a:latin typeface="Cambria Math" panose="02040503050406030204" pitchFamily="18" charset="0"/>
                            </a:rPr>
                            <m:t>𝑋</m:t>
                          </m:r>
                          <m:r>
                            <a:rPr kumimoji="1" lang="en-US" altLang="zh-CN" sz="2400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num>
                        <m:den>
                          <m:rad>
                            <m:radPr>
                              <m:degHide m:val="on"/>
                              <m:ctrlPr>
                                <a:rPr kumimoji="1" lang="en-US" altLang="zh-CN" sz="2400" i="1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kumimoji="1" lang="en-US" altLang="zh-CN" sz="2400" i="1">
                                  <a:latin typeface="Cambria Math" panose="02040503050406030204" pitchFamily="18" charset="0"/>
                                </a:rPr>
                                <m:t>𝐷</m:t>
                              </m:r>
                              <m:r>
                                <a:rPr kumimoji="1" lang="en-US" altLang="zh-CN" sz="2400" b="0" i="1" smtClean="0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kumimoji="1" lang="en-US" altLang="zh-CN" sz="2400" i="1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  <m:r>
                                <a:rPr kumimoji="1" lang="en-US" altLang="zh-CN" sz="2400" b="0" i="1" smtClean="0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</m:rad>
                        </m:den>
                      </m:f>
                      <m:r>
                        <a:rPr kumimoji="1" lang="en-US" altLang="zh-CN" sz="24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f>
                        <m:fPr>
                          <m:ctrlPr>
                            <a:rPr kumimoji="1" lang="en-US" altLang="zh-CN" sz="2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kumimoji="1" lang="en-US" altLang="zh-CN" sz="2400" i="1">
                              <a:latin typeface="Cambria Math" panose="02040503050406030204" pitchFamily="18" charset="0"/>
                            </a:rPr>
                            <m:t>𝑌</m:t>
                          </m:r>
                          <m:r>
                            <a:rPr kumimoji="1" lang="en-US" altLang="zh-CN" sz="2400" i="1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kumimoji="1" lang="en-US" altLang="zh-CN" sz="2400" i="1">
                              <a:latin typeface="Cambria Math" panose="02040503050406030204" pitchFamily="18" charset="0"/>
                            </a:rPr>
                            <m:t>𝐸</m:t>
                          </m:r>
                          <m:r>
                            <a:rPr kumimoji="1" lang="en-US" altLang="zh-CN" sz="2400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kumimoji="1" lang="en-US" altLang="zh-CN" sz="2400" i="1">
                              <a:latin typeface="Cambria Math" panose="02040503050406030204" pitchFamily="18" charset="0"/>
                            </a:rPr>
                            <m:t>𝑌</m:t>
                          </m:r>
                          <m:r>
                            <a:rPr kumimoji="1" lang="en-US" altLang="zh-CN" sz="2400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num>
                        <m:den>
                          <m:rad>
                            <m:radPr>
                              <m:degHide m:val="on"/>
                              <m:ctrlPr>
                                <a:rPr kumimoji="1" lang="en-US" altLang="zh-CN" sz="2400" i="1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kumimoji="1" lang="en-US" altLang="zh-CN" sz="2400" i="1">
                                  <a:latin typeface="Cambria Math" panose="02040503050406030204" pitchFamily="18" charset="0"/>
                                </a:rPr>
                                <m:t>𝐷</m:t>
                              </m:r>
                              <m:r>
                                <a:rPr kumimoji="1" lang="en-US" altLang="zh-CN" sz="2400" b="0" i="1" smtClean="0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kumimoji="1" lang="en-US" altLang="zh-CN" sz="2400" i="1">
                                  <a:latin typeface="Cambria Math" panose="02040503050406030204" pitchFamily="18" charset="0"/>
                                </a:rPr>
                                <m:t>𝑌</m:t>
                              </m:r>
                              <m:r>
                                <a:rPr kumimoji="1" lang="en-US" altLang="zh-CN" sz="2400" b="0" i="1" smtClean="0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</m:rad>
                        </m:den>
                      </m:f>
                      <m:r>
                        <a:rPr kumimoji="1" lang="en-US" altLang="zh-CN" sz="2400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kumimoji="1" lang="en-US" altLang="zh-CN" sz="2400" dirty="0"/>
              </a:p>
              <a:p>
                <a:pPr>
                  <a:lnSpc>
                    <a:spcPct val="150000"/>
                  </a:lnSpc>
                </a:pPr>
                <a14:m>
                  <m:oMath xmlns:m="http://schemas.openxmlformats.org/officeDocument/2006/math">
                    <m:r>
                      <a:rPr kumimoji="1" lang="en-US" altLang="zh-CN" sz="2400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kumimoji="1" lang="en-US" altLang="zh-CN" sz="24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kumimoji="1" lang="en-US" altLang="zh-CN" sz="24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kumimoji="1" lang="en-US" altLang="zh-CN" sz="2400" i="1"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kumimoji="1" lang="en-US" altLang="zh-CN" sz="2400" i="1">
                                <a:latin typeface="Cambria Math" panose="02040503050406030204" pitchFamily="18" charset="0"/>
                              </a:rPr>
                              <m:t>𝐷</m:t>
                            </m:r>
                            <m:r>
                              <a:rPr kumimoji="1" lang="en-US" altLang="zh-CN" sz="2400" b="0" i="1" smtClean="0"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kumimoji="1" lang="en-US" altLang="zh-CN" sz="2400" i="1">
                                <a:latin typeface="Cambria Math" panose="02040503050406030204" pitchFamily="18" charset="0"/>
                              </a:rPr>
                              <m:t>𝑋</m:t>
                            </m:r>
                            <m:r>
                              <a:rPr kumimoji="1" lang="en-US" altLang="zh-CN" sz="2400" b="0" i="1" smtClean="0"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</m:rad>
                        <m:rad>
                          <m:radPr>
                            <m:degHide m:val="on"/>
                            <m:ctrlPr>
                              <a:rPr kumimoji="1" lang="en-US" altLang="zh-CN" sz="2400" b="0" i="1" smtClean="0"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kumimoji="1" lang="en-US" altLang="zh-CN" sz="2400" b="0" i="1" smtClean="0">
                                <a:latin typeface="Cambria Math" panose="02040503050406030204" pitchFamily="18" charset="0"/>
                              </a:rPr>
                              <m:t>𝐷</m:t>
                            </m:r>
                            <m:r>
                              <a:rPr kumimoji="1" lang="en-US" altLang="zh-CN" sz="2400" b="0" i="1" smtClean="0"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kumimoji="1" lang="en-US" altLang="zh-CN" sz="2400" b="0" i="1" smtClean="0">
                                <a:latin typeface="Cambria Math" panose="02040503050406030204" pitchFamily="18" charset="0"/>
                              </a:rPr>
                              <m:t>𝑌</m:t>
                            </m:r>
                            <m:r>
                              <a:rPr kumimoji="1" lang="en-US" altLang="zh-CN" sz="2400" b="0" i="1" smtClean="0"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</m:rad>
                      </m:den>
                    </m:f>
                    <m:r>
                      <a:rPr kumimoji="1" lang="en-US" altLang="zh-CN" sz="2400" b="0" i="1" smtClean="0">
                        <a:latin typeface="Cambria Math" panose="02040503050406030204" pitchFamily="18" charset="0"/>
                      </a:rPr>
                      <m:t>𝐸</m:t>
                    </m:r>
                    <m:r>
                      <a:rPr kumimoji="1" lang="en-US" altLang="zh-CN" sz="2400" b="0" i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kumimoji="1" lang="en-US" altLang="zh-CN" sz="2400" b="0" i="1" smtClean="0">
                        <a:latin typeface="Cambria Math" panose="02040503050406030204" pitchFamily="18" charset="0"/>
                      </a:rPr>
                      <m:t>[</m:t>
                    </m:r>
                    <m:r>
                      <a:rPr kumimoji="1" lang="en-US" altLang="zh-CN" sz="2400" b="0" i="1" smtClean="0">
                        <a:latin typeface="Cambria Math" panose="02040503050406030204" pitchFamily="18" charset="0"/>
                      </a:rPr>
                      <m:t>𝑋</m:t>
                    </m:r>
                    <m:r>
                      <a:rPr kumimoji="1" lang="en-US" altLang="zh-CN" sz="2400" b="0" i="0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kumimoji="1" lang="en-US" altLang="zh-CN" sz="2400" b="0" i="1" smtClean="0">
                        <a:latin typeface="Cambria Math" panose="02040503050406030204" pitchFamily="18" charset="0"/>
                      </a:rPr>
                      <m:t>𝐸</m:t>
                    </m:r>
                    <m:r>
                      <a:rPr kumimoji="1" lang="en-US" altLang="zh-CN" sz="2400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kumimoji="1" lang="en-US" altLang="zh-CN" sz="2400" b="0" i="1" smtClean="0">
                        <a:latin typeface="Cambria Math" panose="02040503050406030204" pitchFamily="18" charset="0"/>
                      </a:rPr>
                      <m:t>𝑋</m:t>
                    </m:r>
                    <m:r>
                      <a:rPr kumimoji="1" lang="en-US" altLang="zh-CN" sz="2400" b="0" i="1" smtClean="0">
                        <a:latin typeface="Cambria Math" panose="02040503050406030204" pitchFamily="18" charset="0"/>
                      </a:rPr>
                      <m:t>)</m:t>
                    </m:r>
                    <m:r>
                      <a:rPr kumimoji="1" lang="en-US" altLang="zh-CN" sz="2400" b="0" i="0" smtClean="0">
                        <a:latin typeface="Cambria Math" panose="02040503050406030204" pitchFamily="18" charset="0"/>
                      </a:rPr>
                      <m:t>)(</m:t>
                    </m:r>
                    <m:r>
                      <a:rPr kumimoji="1" lang="en-US" altLang="zh-CN" sz="2400" b="0" i="1" smtClean="0">
                        <a:latin typeface="Cambria Math" panose="02040503050406030204" pitchFamily="18" charset="0"/>
                      </a:rPr>
                      <m:t>𝑌</m:t>
                    </m:r>
                    <m:r>
                      <a:rPr kumimoji="1" lang="en-US" altLang="zh-CN" sz="2400" b="0" i="0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kumimoji="1" lang="en-US" altLang="zh-CN" sz="2400" b="0" i="1" smtClean="0">
                        <a:latin typeface="Cambria Math" panose="02040503050406030204" pitchFamily="18" charset="0"/>
                      </a:rPr>
                      <m:t>𝐸</m:t>
                    </m:r>
                    <m:d>
                      <m:dPr>
                        <m:ctrlPr>
                          <a:rPr kumimoji="1" lang="en-US" altLang="zh-CN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kumimoji="1" lang="en-US" altLang="zh-CN" sz="2400" b="0" i="1" smtClean="0">
                            <a:latin typeface="Cambria Math" panose="02040503050406030204" pitchFamily="18" charset="0"/>
                          </a:rPr>
                          <m:t>𝑌</m:t>
                        </m:r>
                      </m:e>
                    </m:d>
                    <m:r>
                      <a:rPr kumimoji="1" lang="en-US" altLang="zh-CN" sz="2400" b="0" i="0" smtClean="0">
                        <a:latin typeface="Cambria Math" panose="02040503050406030204" pitchFamily="18" charset="0"/>
                      </a:rPr>
                      <m:t>])</m:t>
                    </m:r>
                    <m:r>
                      <a:rPr kumimoji="1" lang="en-US" altLang="zh-CN" sz="2400" b="0" i="1" smtClean="0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kumimoji="1" lang="en-US" altLang="zh-CN" sz="2400" dirty="0"/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kumimoji="1" lang="en-US" altLang="zh-CN" sz="240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kumimoji="1" lang="en-US" altLang="zh-CN" sz="24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𝑐𝑜𝑣</m:t>
                        </m:r>
                        <m:r>
                          <a:rPr kumimoji="1" lang="en-US" altLang="zh-CN" sz="24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kumimoji="1" lang="en-US" altLang="zh-CN" sz="24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𝑋</m:t>
                        </m:r>
                        <m:r>
                          <a:rPr kumimoji="1" lang="en-US" altLang="zh-CN" sz="24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kumimoji="1" lang="en-US" altLang="zh-CN" sz="24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𝑌</m:t>
                        </m:r>
                        <m:r>
                          <a:rPr kumimoji="1" lang="en-US" altLang="zh-CN" sz="24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kumimoji="1" lang="en-US" altLang="zh-CN" sz="24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kumimoji="1" lang="en-US" altLang="zh-CN" sz="24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𝐷</m:t>
                            </m:r>
                            <m:r>
                              <a:rPr kumimoji="1" lang="en-US" altLang="zh-CN" sz="2400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kumimoji="1" lang="en-US" altLang="zh-CN" sz="24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𝑋</m:t>
                            </m:r>
                            <m:r>
                              <a:rPr kumimoji="1" lang="en-US" altLang="zh-CN" sz="2400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</m:rad>
                        <m:rad>
                          <m:radPr>
                            <m:degHide m:val="on"/>
                            <m:ctrlPr>
                              <a:rPr kumimoji="1" lang="en-US" altLang="zh-CN" sz="24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kumimoji="1" lang="en-US" altLang="zh-CN" sz="24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𝐷</m:t>
                            </m:r>
                            <m:r>
                              <a:rPr kumimoji="1" lang="en-US" altLang="zh-CN" sz="2400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kumimoji="1" lang="en-US" altLang="zh-CN" sz="24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𝑌</m:t>
                            </m:r>
                            <m:r>
                              <a:rPr kumimoji="1" lang="en-US" altLang="zh-CN" sz="2400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</m:rad>
                      </m:den>
                    </m:f>
                  </m:oMath>
                </a14:m>
                <a:endParaRPr kumimoji="1" lang="en-US" altLang="zh-CN" sz="2400" dirty="0"/>
              </a:p>
              <a:p>
                <a:pPr>
                  <a:lnSpc>
                    <a:spcPct val="150000"/>
                  </a:lnSpc>
                </a:pPr>
                <a:endParaRPr kumimoji="1" lang="en-US" altLang="zh-CN" sz="2400" dirty="0"/>
              </a:p>
              <a:p>
                <a:pPr>
                  <a:lnSpc>
                    <a:spcPct val="150000"/>
                  </a:lnSpc>
                </a:pPr>
                <a:endParaRPr kumimoji="1" lang="zh-CN" altLang="en-US" sz="2400" dirty="0"/>
              </a:p>
            </p:txBody>
          </p:sp>
        </mc:Choice>
        <mc:Fallback xmlns="">
          <p:sp>
            <p:nvSpPr>
              <p:cNvPr id="6" name="文本框 5">
                <a:extLst>
                  <a:ext uri="{FF2B5EF4-FFF2-40B4-BE49-F238E27FC236}">
                    <a16:creationId xmlns:a16="http://schemas.microsoft.com/office/drawing/2014/main" id="{496F3593-4E9D-625E-9D13-41E8A40E9EF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28673" y="2959332"/>
                <a:ext cx="7214702" cy="4375942"/>
              </a:xfrm>
              <a:prstGeom prst="rect">
                <a:avLst/>
              </a:prstGeom>
              <a:blipFill>
                <a:blip r:embed="rId4"/>
                <a:stretch>
                  <a:fillRect l="-105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" name="直线连接符 1">
            <a:extLst>
              <a:ext uri="{FF2B5EF4-FFF2-40B4-BE49-F238E27FC236}">
                <a16:creationId xmlns:a16="http://schemas.microsoft.com/office/drawing/2014/main" id="{EC90E246-EB63-4799-AD33-BFE3869A9167}"/>
              </a:ext>
            </a:extLst>
          </p:cNvPr>
          <p:cNvCxnSpPr/>
          <p:nvPr/>
        </p:nvCxnSpPr>
        <p:spPr>
          <a:xfrm>
            <a:off x="0" y="1082842"/>
            <a:ext cx="9144000" cy="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文本框 2">
                <a:extLst>
                  <a:ext uri="{FF2B5EF4-FFF2-40B4-BE49-F238E27FC236}">
                    <a16:creationId xmlns:a16="http://schemas.microsoft.com/office/drawing/2014/main" id="{41ED20B8-5B83-E49A-6779-5F82DA59AD25}"/>
                  </a:ext>
                </a:extLst>
              </p:cNvPr>
              <p:cNvSpPr txBox="1"/>
              <p:nvPr/>
            </p:nvSpPr>
            <p:spPr>
              <a:xfrm>
                <a:off x="2186940" y="313460"/>
                <a:ext cx="4572000" cy="70788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kumimoji="1" lang="zh-CN" altLang="en-US" sz="4000" i="0" smtClean="0">
                          <a:solidFill>
                            <a:srgbClr val="FF0000"/>
                          </a:solidFill>
                          <a:latin typeface="STXinwei" panose="02010800040101010101" pitchFamily="2" charset="-122"/>
                          <a:ea typeface="STXinwei" panose="02010800040101010101" pitchFamily="2" charset="-122"/>
                        </a:rPr>
                        <m:t>协方差</m:t>
                      </m:r>
                    </m:oMath>
                  </m:oMathPara>
                </a14:m>
                <a:endParaRPr lang="zh-CN" altLang="en-US" sz="4000" dirty="0">
                  <a:solidFill>
                    <a:srgbClr val="FF0000"/>
                  </a:solidFill>
                  <a:latin typeface="STXinwei" panose="02010800040101010101" pitchFamily="2" charset="-122"/>
                  <a:ea typeface="STXinwei" panose="02010800040101010101" pitchFamily="2" charset="-122"/>
                </a:endParaRPr>
              </a:p>
            </p:txBody>
          </p:sp>
        </mc:Choice>
        <mc:Fallback xmlns="">
          <p:sp>
            <p:nvSpPr>
              <p:cNvPr id="3" name="文本框 2">
                <a:extLst>
                  <a:ext uri="{FF2B5EF4-FFF2-40B4-BE49-F238E27FC236}">
                    <a16:creationId xmlns:a16="http://schemas.microsoft.com/office/drawing/2014/main" id="{41ED20B8-5B83-E49A-6779-5F82DA59AD2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86940" y="313460"/>
                <a:ext cx="4572000" cy="707886"/>
              </a:xfrm>
              <a:prstGeom prst="rect">
                <a:avLst/>
              </a:prstGeom>
              <a:blipFill>
                <a:blip r:embed="rId5"/>
                <a:stretch>
                  <a:fillRect b="-1228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49198506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直线连接符 5">
            <a:extLst>
              <a:ext uri="{FF2B5EF4-FFF2-40B4-BE49-F238E27FC236}">
                <a16:creationId xmlns:a16="http://schemas.microsoft.com/office/drawing/2014/main" id="{1D84D6DA-A495-388C-8239-613624DCE2EA}"/>
              </a:ext>
            </a:extLst>
          </p:cNvPr>
          <p:cNvCxnSpPr/>
          <p:nvPr/>
        </p:nvCxnSpPr>
        <p:spPr>
          <a:xfrm>
            <a:off x="0" y="1082842"/>
            <a:ext cx="9144000" cy="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文本框 6">
                <a:extLst>
                  <a:ext uri="{FF2B5EF4-FFF2-40B4-BE49-F238E27FC236}">
                    <a16:creationId xmlns:a16="http://schemas.microsoft.com/office/drawing/2014/main" id="{12DC792A-A59F-8005-58CA-F49BE044D5B4}"/>
                  </a:ext>
                </a:extLst>
              </p:cNvPr>
              <p:cNvSpPr txBox="1"/>
              <p:nvPr/>
            </p:nvSpPr>
            <p:spPr>
              <a:xfrm>
                <a:off x="3058122" y="1491148"/>
                <a:ext cx="3067057" cy="40011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kumimoji="1" lang="en-US" altLang="zh-CN" sz="26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kumimoji="1" lang="en-US" altLang="zh-CN" sz="2600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  <m:r>
                            <a:rPr kumimoji="1" lang="en-US" altLang="zh-CN" sz="26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kumimoji="1" lang="en-US" altLang="zh-CN" sz="2600" b="0" i="1" smtClean="0">
                              <a:latin typeface="Cambria Math" panose="02040503050406030204" pitchFamily="18" charset="0"/>
                            </a:rPr>
                            <m:t>𝑌</m:t>
                          </m:r>
                        </m:e>
                      </m:d>
                      <m:r>
                        <a:rPr kumimoji="1" lang="en-US" altLang="zh-CN" sz="2600" b="0" i="1" smtClean="0">
                          <a:latin typeface="Cambria Math" panose="02040503050406030204" pitchFamily="18" charset="0"/>
                        </a:rPr>
                        <m:t>             (</m:t>
                      </m:r>
                      <m:r>
                        <a:rPr kumimoji="1" lang="en-US" altLang="zh-CN" sz="2600" b="0" i="1" smtClean="0">
                          <a:latin typeface="Cambria Math" panose="02040503050406030204" pitchFamily="18" charset="0"/>
                        </a:rPr>
                        <m:t>𝑘𝑋</m:t>
                      </m:r>
                      <m:r>
                        <a:rPr kumimoji="1" lang="en-US" altLang="zh-CN" sz="2600" b="0" i="1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kumimoji="1" lang="en-US" altLang="zh-CN" sz="2600" b="0" i="1" smtClean="0">
                          <a:latin typeface="Cambria Math" panose="02040503050406030204" pitchFamily="18" charset="0"/>
                        </a:rPr>
                        <m:t>𝑘𝑌</m:t>
                      </m:r>
                      <m:r>
                        <a:rPr kumimoji="1" lang="en-US" altLang="zh-CN" sz="2600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kumimoji="1" lang="zh-CN" altLang="en-US" sz="2600" dirty="0"/>
              </a:p>
            </p:txBody>
          </p:sp>
        </mc:Choice>
        <mc:Fallback xmlns="">
          <p:sp>
            <p:nvSpPr>
              <p:cNvPr id="7" name="文本框 6">
                <a:extLst>
                  <a:ext uri="{FF2B5EF4-FFF2-40B4-BE49-F238E27FC236}">
                    <a16:creationId xmlns:a16="http://schemas.microsoft.com/office/drawing/2014/main" id="{12DC792A-A59F-8005-58CA-F49BE044D5B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58122" y="1491148"/>
                <a:ext cx="3067057" cy="400110"/>
              </a:xfrm>
              <a:prstGeom prst="rect">
                <a:avLst/>
              </a:prstGeom>
              <a:blipFill>
                <a:blip r:embed="rId2"/>
                <a:stretch>
                  <a:fillRect t="-9375" r="-3292" b="-3750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文本框 7">
                <a:extLst>
                  <a:ext uri="{FF2B5EF4-FFF2-40B4-BE49-F238E27FC236}">
                    <a16:creationId xmlns:a16="http://schemas.microsoft.com/office/drawing/2014/main" id="{E3A6671D-A032-C240-C9CB-00EE103017DC}"/>
                  </a:ext>
                </a:extLst>
              </p:cNvPr>
              <p:cNvSpPr txBox="1"/>
              <p:nvPr/>
            </p:nvSpPr>
            <p:spPr>
              <a:xfrm>
                <a:off x="2797891" y="2190636"/>
                <a:ext cx="3587521" cy="40011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CN" sz="2600" b="0" i="1" smtClean="0">
                          <a:latin typeface="Cambria Math" panose="02040503050406030204" pitchFamily="18" charset="0"/>
                        </a:rPr>
                        <m:t>𝑐𝑜𝑣</m:t>
                      </m:r>
                      <m:d>
                        <m:dPr>
                          <m:ctrlPr>
                            <a:rPr kumimoji="1" lang="en-US" altLang="zh-CN" sz="26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kumimoji="1" lang="en-US" altLang="zh-CN" sz="2600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  <m:r>
                            <a:rPr kumimoji="1" lang="en-US" altLang="zh-CN" sz="26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kumimoji="1" lang="en-US" altLang="zh-CN" sz="2600" b="0" i="1" smtClean="0">
                              <a:latin typeface="Cambria Math" panose="02040503050406030204" pitchFamily="18" charset="0"/>
                            </a:rPr>
                            <m:t>𝑌</m:t>
                          </m:r>
                        </m:e>
                      </m:d>
                      <m:r>
                        <a:rPr kumimoji="1" lang="en-US" altLang="zh-CN" sz="26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≠</m:t>
                      </m:r>
                      <m:r>
                        <a:rPr kumimoji="1" lang="en-US" altLang="zh-CN" sz="2600" b="0" i="1" smtClean="0">
                          <a:latin typeface="Cambria Math" panose="02040503050406030204" pitchFamily="18" charset="0"/>
                        </a:rPr>
                        <m:t>𝑐𝑜𝑣</m:t>
                      </m:r>
                      <m:r>
                        <a:rPr kumimoji="1" lang="en-US" altLang="zh-CN" sz="2600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kumimoji="1" lang="en-US" altLang="zh-CN" sz="2600" b="0" i="1" smtClean="0">
                          <a:latin typeface="Cambria Math" panose="02040503050406030204" pitchFamily="18" charset="0"/>
                        </a:rPr>
                        <m:t>𝑘𝑋</m:t>
                      </m:r>
                      <m:r>
                        <a:rPr kumimoji="1" lang="en-US" altLang="zh-CN" sz="2600" b="0" i="1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kumimoji="1" lang="en-US" altLang="zh-CN" sz="2600" b="0" i="1" smtClean="0">
                          <a:latin typeface="Cambria Math" panose="02040503050406030204" pitchFamily="18" charset="0"/>
                        </a:rPr>
                        <m:t>𝑘𝑌</m:t>
                      </m:r>
                      <m:r>
                        <a:rPr kumimoji="1" lang="en-US" altLang="zh-CN" sz="2600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kumimoji="1" lang="zh-CN" altLang="en-US" sz="2600" dirty="0"/>
              </a:p>
            </p:txBody>
          </p:sp>
        </mc:Choice>
        <mc:Fallback xmlns="">
          <p:sp>
            <p:nvSpPr>
              <p:cNvPr id="8" name="文本框 7">
                <a:extLst>
                  <a:ext uri="{FF2B5EF4-FFF2-40B4-BE49-F238E27FC236}">
                    <a16:creationId xmlns:a16="http://schemas.microsoft.com/office/drawing/2014/main" id="{E3A6671D-A032-C240-C9CB-00EE103017D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97891" y="2190636"/>
                <a:ext cx="3587521" cy="400110"/>
              </a:xfrm>
              <a:prstGeom prst="rect">
                <a:avLst/>
              </a:prstGeom>
              <a:blipFill>
                <a:blip r:embed="rId3"/>
                <a:stretch>
                  <a:fillRect l="-707" r="-2827" b="-3030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文本框 8">
                <a:extLst>
                  <a:ext uri="{FF2B5EF4-FFF2-40B4-BE49-F238E27FC236}">
                    <a16:creationId xmlns:a16="http://schemas.microsoft.com/office/drawing/2014/main" id="{FC0BD1E4-6E99-197B-CF54-EB9EA3AA608A}"/>
                  </a:ext>
                </a:extLst>
              </p:cNvPr>
              <p:cNvSpPr txBox="1"/>
              <p:nvPr/>
            </p:nvSpPr>
            <p:spPr>
              <a:xfrm>
                <a:off x="2299387" y="5550839"/>
                <a:ext cx="4584526" cy="95083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kumimoji="1" lang="en-US" altLang="zh-CN" sz="240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kumimoji="1" lang="en-US" altLang="zh-CN" sz="24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𝑐𝑜𝑣</m:t>
                          </m:r>
                          <m:r>
                            <a:rPr kumimoji="1" lang="en-US" altLang="zh-CN" sz="24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kumimoji="1" lang="en-US" altLang="zh-CN" sz="24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𝑋</m:t>
                          </m:r>
                          <m:r>
                            <a:rPr kumimoji="1" lang="en-US" altLang="zh-CN" sz="24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kumimoji="1" lang="en-US" altLang="zh-CN" sz="24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𝑌</m:t>
                          </m:r>
                          <m:r>
                            <a:rPr kumimoji="1" lang="en-US" altLang="zh-CN" sz="24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num>
                        <m:den>
                          <m:rad>
                            <m:radPr>
                              <m:degHide m:val="on"/>
                              <m:ctrlPr>
                                <a:rPr kumimoji="1" lang="en-US" altLang="zh-CN" sz="24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kumimoji="1" lang="en-US" altLang="zh-CN" sz="24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𝐷</m:t>
                              </m:r>
                              <m:r>
                                <a:rPr kumimoji="1" lang="en-US" altLang="zh-CN" sz="24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kumimoji="1" lang="en-US" altLang="zh-CN" sz="24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  <m:r>
                                <a:rPr kumimoji="1" lang="en-US" altLang="zh-CN" sz="24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</m:rad>
                          <m:rad>
                            <m:radPr>
                              <m:degHide m:val="on"/>
                              <m:ctrlPr>
                                <a:rPr kumimoji="1" lang="en-US" altLang="zh-CN" sz="24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kumimoji="1" lang="en-US" altLang="zh-CN" sz="24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𝐷</m:t>
                              </m:r>
                              <m:r>
                                <a:rPr kumimoji="1" lang="en-US" altLang="zh-CN" sz="24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kumimoji="1" lang="en-US" altLang="zh-CN" sz="24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𝑌</m:t>
                              </m:r>
                              <m:r>
                                <a:rPr kumimoji="1" lang="en-US" altLang="zh-CN" sz="24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</m:rad>
                        </m:den>
                      </m:f>
                      <m:r>
                        <a:rPr kumimoji="1" lang="en-US" altLang="zh-CN" sz="24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kumimoji="1" lang="en-US" altLang="zh-CN" sz="24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kumimoji="1" lang="en-US" altLang="zh-CN" sz="24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𝑐𝑜𝑣</m:t>
                          </m:r>
                          <m:r>
                            <a:rPr kumimoji="1" lang="en-US" altLang="zh-CN" sz="24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kumimoji="1" lang="en-US" altLang="zh-CN" sz="24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kumimoji="1" lang="en-US" altLang="zh-CN" sz="24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𝑋</m:t>
                          </m:r>
                          <m:r>
                            <a:rPr kumimoji="1" lang="en-US" altLang="zh-CN" sz="24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kumimoji="1" lang="en-US" altLang="zh-CN" sz="24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kumimoji="1" lang="en-US" altLang="zh-CN" sz="24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𝑌</m:t>
                          </m:r>
                          <m:r>
                            <a:rPr kumimoji="1" lang="en-US" altLang="zh-CN" sz="24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num>
                        <m:den>
                          <m:rad>
                            <m:radPr>
                              <m:degHide m:val="on"/>
                              <m:ctrlPr>
                                <a:rPr kumimoji="1" lang="en-US" altLang="zh-CN" sz="24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kumimoji="1" lang="en-US" altLang="zh-CN" sz="24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𝐷</m:t>
                              </m:r>
                              <m:r>
                                <a:rPr kumimoji="1" lang="en-US" altLang="zh-CN" sz="24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kumimoji="1" lang="en-US" altLang="zh-CN" sz="24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  <m:r>
                                <a:rPr kumimoji="1" lang="en-US" altLang="zh-CN" sz="24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  <m:r>
                                <a:rPr kumimoji="1" lang="en-US" altLang="zh-CN" sz="24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</m:rad>
                          <m:rad>
                            <m:radPr>
                              <m:degHide m:val="on"/>
                              <m:ctrlPr>
                                <a:rPr kumimoji="1" lang="en-US" altLang="zh-CN" sz="24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kumimoji="1" lang="en-US" altLang="zh-CN" sz="24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𝐷</m:t>
                              </m:r>
                              <m:r>
                                <a:rPr kumimoji="1" lang="en-US" altLang="zh-CN" sz="24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kumimoji="1" lang="en-US" altLang="zh-CN" sz="24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  <m:r>
                                <a:rPr kumimoji="1" lang="en-US" altLang="zh-CN" sz="24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𝑌</m:t>
                              </m:r>
                              <m:r>
                                <a:rPr kumimoji="1" lang="en-US" altLang="zh-CN" sz="24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</m:rad>
                        </m:den>
                      </m:f>
                    </m:oMath>
                  </m:oMathPara>
                </a14:m>
                <a:endParaRPr lang="zh-CN" altLang="en-US" sz="2400" dirty="0"/>
              </a:p>
            </p:txBody>
          </p:sp>
        </mc:Choice>
        <mc:Fallback xmlns="">
          <p:sp>
            <p:nvSpPr>
              <p:cNvPr id="9" name="文本框 8">
                <a:extLst>
                  <a:ext uri="{FF2B5EF4-FFF2-40B4-BE49-F238E27FC236}">
                    <a16:creationId xmlns:a16="http://schemas.microsoft.com/office/drawing/2014/main" id="{FC0BD1E4-6E99-197B-CF54-EB9EA3AA608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99387" y="5550839"/>
                <a:ext cx="4584526" cy="950838"/>
              </a:xfrm>
              <a:prstGeom prst="rect">
                <a:avLst/>
              </a:prstGeom>
              <a:blipFill>
                <a:blip r:embed="rId4"/>
                <a:stretch>
                  <a:fillRect r="-276" b="-526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文本框 9">
                <a:extLst>
                  <a:ext uri="{FF2B5EF4-FFF2-40B4-BE49-F238E27FC236}">
                    <a16:creationId xmlns:a16="http://schemas.microsoft.com/office/drawing/2014/main" id="{3BAC99BB-9F42-7A96-67EA-A5094B51709B}"/>
                  </a:ext>
                </a:extLst>
              </p:cNvPr>
              <p:cNvSpPr txBox="1"/>
              <p:nvPr/>
            </p:nvSpPr>
            <p:spPr>
              <a:xfrm>
                <a:off x="2186940" y="313460"/>
                <a:ext cx="4572000" cy="70788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kumimoji="1" lang="zh-CN" altLang="en-US" sz="4000" i="0" smtClean="0">
                          <a:solidFill>
                            <a:srgbClr val="FF0000"/>
                          </a:solidFill>
                          <a:latin typeface="STXinwei" panose="02010800040101010101" pitchFamily="2" charset="-122"/>
                          <a:ea typeface="STXinwei" panose="02010800040101010101" pitchFamily="2" charset="-122"/>
                        </a:rPr>
                        <m:t>协方差</m:t>
                      </m:r>
                    </m:oMath>
                  </m:oMathPara>
                </a14:m>
                <a:endParaRPr lang="zh-CN" altLang="en-US" sz="4000" dirty="0">
                  <a:solidFill>
                    <a:srgbClr val="FF0000"/>
                  </a:solidFill>
                  <a:latin typeface="STXinwei" panose="02010800040101010101" pitchFamily="2" charset="-122"/>
                  <a:ea typeface="STXinwei" panose="02010800040101010101" pitchFamily="2" charset="-122"/>
                </a:endParaRPr>
              </a:p>
            </p:txBody>
          </p:sp>
        </mc:Choice>
        <mc:Fallback xmlns="">
          <p:sp>
            <p:nvSpPr>
              <p:cNvPr id="10" name="文本框 9">
                <a:extLst>
                  <a:ext uri="{FF2B5EF4-FFF2-40B4-BE49-F238E27FC236}">
                    <a16:creationId xmlns:a16="http://schemas.microsoft.com/office/drawing/2014/main" id="{3BAC99BB-9F42-7A96-67EA-A5094B51709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86940" y="313460"/>
                <a:ext cx="4572000" cy="707886"/>
              </a:xfrm>
              <a:prstGeom prst="rect">
                <a:avLst/>
              </a:prstGeom>
              <a:blipFill>
                <a:blip r:embed="rId5"/>
                <a:stretch>
                  <a:fillRect b="-1228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Line 96">
            <a:extLst>
              <a:ext uri="{FF2B5EF4-FFF2-40B4-BE49-F238E27FC236}">
                <a16:creationId xmlns:a16="http://schemas.microsoft.com/office/drawing/2014/main" id="{E8AC10C4-9D44-4BA2-B8FE-3BDA2594FCE9}"/>
              </a:ext>
            </a:extLst>
          </p:cNvPr>
          <p:cNvSpPr>
            <a:spLocks noChangeShapeType="1"/>
          </p:cNvSpPr>
          <p:nvPr/>
        </p:nvSpPr>
        <p:spPr bwMode="auto">
          <a:xfrm>
            <a:off x="1679324" y="3028936"/>
            <a:ext cx="0" cy="2232025"/>
          </a:xfrm>
          <a:prstGeom prst="line">
            <a:avLst/>
          </a:prstGeom>
          <a:noFill/>
          <a:ln w="19050" cap="flat" cmpd="sng" algn="ctr">
            <a:solidFill>
              <a:srgbClr val="000000"/>
            </a:solidFill>
            <a:prstDash val="solid"/>
            <a:miter lim="800000"/>
            <a:headEnd type="triangle" w="med" len="med"/>
            <a:tailEnd/>
          </a:ln>
          <a:effectLst/>
        </p:spPr>
        <p:txBody>
          <a:bodyPr wrap="none" anchor="ctr"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800" b="1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/>
              <a:cs typeface="+mn-cs"/>
            </a:endParaRPr>
          </a:p>
        </p:txBody>
      </p:sp>
      <p:sp>
        <p:nvSpPr>
          <p:cNvPr id="3" name="Line 98">
            <a:extLst>
              <a:ext uri="{FF2B5EF4-FFF2-40B4-BE49-F238E27FC236}">
                <a16:creationId xmlns:a16="http://schemas.microsoft.com/office/drawing/2014/main" id="{B81547DE-EE2B-5538-A483-F526A4AD6408}"/>
              </a:ext>
            </a:extLst>
          </p:cNvPr>
          <p:cNvSpPr>
            <a:spLocks noChangeShapeType="1"/>
          </p:cNvSpPr>
          <p:nvPr/>
        </p:nvSpPr>
        <p:spPr bwMode="auto">
          <a:xfrm>
            <a:off x="871790" y="4857736"/>
            <a:ext cx="3370263" cy="0"/>
          </a:xfrm>
          <a:prstGeom prst="line">
            <a:avLst/>
          </a:prstGeom>
          <a:noFill/>
          <a:ln w="19050" cap="flat" cmpd="sng" algn="ctr">
            <a:solidFill>
              <a:srgbClr val="000000"/>
            </a:solidFill>
            <a:prstDash val="solid"/>
            <a:miter lim="800000"/>
            <a:headEnd/>
            <a:tailEnd type="triangle" w="med" len="med"/>
          </a:ln>
          <a:effectLst/>
        </p:spPr>
        <p:txBody>
          <a:bodyPr wrap="none" anchor="ctr"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800" b="1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/>
              <a:cs typeface="+mn-cs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文本框 3">
                <a:extLst>
                  <a:ext uri="{FF2B5EF4-FFF2-40B4-BE49-F238E27FC236}">
                    <a16:creationId xmlns:a16="http://schemas.microsoft.com/office/drawing/2014/main" id="{AC475863-37AE-800A-9167-34D47E06267C}"/>
                  </a:ext>
                </a:extLst>
              </p:cNvPr>
              <p:cNvSpPr txBox="1"/>
              <p:nvPr/>
            </p:nvSpPr>
            <p:spPr>
              <a:xfrm>
                <a:off x="3830185" y="4821164"/>
                <a:ext cx="522900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defTabSz="914400"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CN" sz="2800" b="1" i="1" dirty="0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𝑿</m:t>
                      </m:r>
                    </m:oMath>
                  </m:oMathPara>
                </a14:m>
                <a:endParaRPr kumimoji="1" lang="zh-CN" altLang="en-US" sz="2800" b="1" i="1" dirty="0">
                  <a:solidFill>
                    <a:srgbClr val="000000"/>
                  </a:solidFill>
                  <a:latin typeface="Times New Roman" panose="02020603050405020304" pitchFamily="18" charset="0"/>
                  <a:ea typeface="宋体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4" name="文本框 3">
                <a:extLst>
                  <a:ext uri="{FF2B5EF4-FFF2-40B4-BE49-F238E27FC236}">
                    <a16:creationId xmlns:a16="http://schemas.microsoft.com/office/drawing/2014/main" id="{AC475863-37AE-800A-9167-34D47E06267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30185" y="4821164"/>
                <a:ext cx="522900" cy="523220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文本框 4">
                <a:extLst>
                  <a:ext uri="{FF2B5EF4-FFF2-40B4-BE49-F238E27FC236}">
                    <a16:creationId xmlns:a16="http://schemas.microsoft.com/office/drawing/2014/main" id="{6AF42E5B-51D8-CC43-B284-F22E397318AB}"/>
                  </a:ext>
                </a:extLst>
              </p:cNvPr>
              <p:cNvSpPr txBox="1"/>
              <p:nvPr/>
            </p:nvSpPr>
            <p:spPr>
              <a:xfrm>
                <a:off x="766082" y="2889584"/>
                <a:ext cx="502061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defTabSz="914400"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CN" sz="2800" b="1" i="1" dirty="0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𝒀</m:t>
                      </m:r>
                    </m:oMath>
                  </m:oMathPara>
                </a14:m>
                <a:endParaRPr kumimoji="1" lang="zh-CN" altLang="en-US" sz="2800" b="1" i="1" dirty="0">
                  <a:solidFill>
                    <a:srgbClr val="000000"/>
                  </a:solidFill>
                  <a:latin typeface="Times New Roman" panose="02020603050405020304" pitchFamily="18" charset="0"/>
                  <a:ea typeface="宋体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5" name="文本框 4">
                <a:extLst>
                  <a:ext uri="{FF2B5EF4-FFF2-40B4-BE49-F238E27FC236}">
                    <a16:creationId xmlns:a16="http://schemas.microsoft.com/office/drawing/2014/main" id="{6AF42E5B-51D8-CC43-B284-F22E397318A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6082" y="2889584"/>
                <a:ext cx="502061" cy="523220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椭圆 2">
            <a:extLst>
              <a:ext uri="{FF2B5EF4-FFF2-40B4-BE49-F238E27FC236}">
                <a16:creationId xmlns:a16="http://schemas.microsoft.com/office/drawing/2014/main" id="{A686CB8C-C847-B4B9-B60D-4C0B03E1954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90506" y="4388518"/>
            <a:ext cx="108000" cy="108000"/>
          </a:xfrm>
          <a:prstGeom prst="ellipse">
            <a:avLst/>
          </a:prstGeom>
          <a:solidFill>
            <a:srgbClr val="000000"/>
          </a:solidFill>
          <a:ln w="9525" algn="ctr">
            <a:solidFill>
              <a:srgbClr val="000000"/>
            </a:solidFill>
            <a:round/>
            <a:headEnd/>
            <a:tailEnd/>
          </a:ln>
        </p:spPr>
        <p:txBody>
          <a:bodyPr/>
          <a:lstStyle>
            <a:lvl1pPr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8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2" name="椭圆 11">
            <a:extLst>
              <a:ext uri="{FF2B5EF4-FFF2-40B4-BE49-F238E27FC236}">
                <a16:creationId xmlns:a16="http://schemas.microsoft.com/office/drawing/2014/main" id="{EF9A2466-A43E-5EA5-B937-FC06F2E362B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58918" y="3240827"/>
            <a:ext cx="108000" cy="108000"/>
          </a:xfrm>
          <a:prstGeom prst="ellipse">
            <a:avLst/>
          </a:prstGeom>
          <a:solidFill>
            <a:srgbClr val="000000"/>
          </a:solidFill>
          <a:ln w="9525" algn="ctr">
            <a:solidFill>
              <a:srgbClr val="000000"/>
            </a:solidFill>
            <a:round/>
            <a:headEnd/>
            <a:tailEnd/>
          </a:ln>
        </p:spPr>
        <p:txBody>
          <a:bodyPr/>
          <a:lstStyle>
            <a:lvl1pPr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8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3" name="椭圆 29">
            <a:extLst>
              <a:ext uri="{FF2B5EF4-FFF2-40B4-BE49-F238E27FC236}">
                <a16:creationId xmlns:a16="http://schemas.microsoft.com/office/drawing/2014/main" id="{FB1D01BA-75AB-4BEC-E77C-92011FB469A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14545" y="3994455"/>
            <a:ext cx="108000" cy="108000"/>
          </a:xfrm>
          <a:prstGeom prst="ellipse">
            <a:avLst/>
          </a:prstGeom>
          <a:solidFill>
            <a:srgbClr val="000000"/>
          </a:solidFill>
          <a:ln w="9525" algn="ctr">
            <a:solidFill>
              <a:srgbClr val="000000"/>
            </a:solidFill>
            <a:round/>
            <a:headEnd/>
            <a:tailEnd/>
          </a:ln>
        </p:spPr>
        <p:txBody>
          <a:bodyPr/>
          <a:lstStyle>
            <a:lvl1pPr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8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4" name="椭圆 31">
            <a:extLst>
              <a:ext uri="{FF2B5EF4-FFF2-40B4-BE49-F238E27FC236}">
                <a16:creationId xmlns:a16="http://schemas.microsoft.com/office/drawing/2014/main" id="{B4DD9600-3FAC-8C2F-0815-ACDEC53AEA9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92505" y="3619896"/>
            <a:ext cx="108000" cy="108000"/>
          </a:xfrm>
          <a:prstGeom prst="ellipse">
            <a:avLst/>
          </a:prstGeom>
          <a:solidFill>
            <a:srgbClr val="000000"/>
          </a:solidFill>
          <a:ln w="9525" algn="ctr">
            <a:solidFill>
              <a:srgbClr val="000000"/>
            </a:solidFill>
            <a:round/>
            <a:headEnd/>
            <a:tailEnd/>
          </a:ln>
        </p:spPr>
        <p:txBody>
          <a:bodyPr/>
          <a:lstStyle>
            <a:lvl1pPr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8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5" name="椭圆 27">
            <a:extLst>
              <a:ext uri="{FF2B5EF4-FFF2-40B4-BE49-F238E27FC236}">
                <a16:creationId xmlns:a16="http://schemas.microsoft.com/office/drawing/2014/main" id="{0D08E963-3B64-291A-4AE2-A7690C3C0D7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54719" y="4797030"/>
            <a:ext cx="108000" cy="108000"/>
          </a:xfrm>
          <a:prstGeom prst="ellipse">
            <a:avLst/>
          </a:prstGeom>
          <a:solidFill>
            <a:srgbClr val="000000"/>
          </a:solidFill>
          <a:ln w="9525" algn="ctr">
            <a:solidFill>
              <a:srgbClr val="000000"/>
            </a:solidFill>
            <a:round/>
            <a:headEnd/>
            <a:tailEnd/>
          </a:ln>
        </p:spPr>
        <p:txBody>
          <a:bodyPr/>
          <a:lstStyle>
            <a:lvl1pPr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8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文本框 15">
                <a:extLst>
                  <a:ext uri="{FF2B5EF4-FFF2-40B4-BE49-F238E27FC236}">
                    <a16:creationId xmlns:a16="http://schemas.microsoft.com/office/drawing/2014/main" id="{EDA57CA6-0DC5-4ED5-2414-CA6653E0869E}"/>
                  </a:ext>
                </a:extLst>
              </p:cNvPr>
              <p:cNvSpPr txBox="1"/>
              <p:nvPr/>
            </p:nvSpPr>
            <p:spPr>
              <a:xfrm>
                <a:off x="1930911" y="4809097"/>
                <a:ext cx="445956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defTabSz="914400"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CN" sz="2400" b="1" i="1" dirty="0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𝟏</m:t>
                      </m:r>
                    </m:oMath>
                  </m:oMathPara>
                </a14:m>
                <a:endParaRPr kumimoji="1" lang="zh-CN" altLang="en-US" sz="2400" b="1" i="1" dirty="0">
                  <a:solidFill>
                    <a:srgbClr val="000000"/>
                  </a:solidFill>
                  <a:latin typeface="Times New Roman" panose="02020603050405020304" pitchFamily="18" charset="0"/>
                  <a:ea typeface="宋体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6" name="文本框 15">
                <a:extLst>
                  <a:ext uri="{FF2B5EF4-FFF2-40B4-BE49-F238E27FC236}">
                    <a16:creationId xmlns:a16="http://schemas.microsoft.com/office/drawing/2014/main" id="{EDA57CA6-0DC5-4ED5-2414-CA6653E0869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30911" y="4809097"/>
                <a:ext cx="445956" cy="461665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文本框 16">
                <a:extLst>
                  <a:ext uri="{FF2B5EF4-FFF2-40B4-BE49-F238E27FC236}">
                    <a16:creationId xmlns:a16="http://schemas.microsoft.com/office/drawing/2014/main" id="{A9092954-B2F7-A59F-B1DE-0B05277270B0}"/>
                  </a:ext>
                </a:extLst>
              </p:cNvPr>
              <p:cNvSpPr txBox="1"/>
              <p:nvPr/>
            </p:nvSpPr>
            <p:spPr>
              <a:xfrm>
                <a:off x="2367785" y="4809097"/>
                <a:ext cx="445956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defTabSz="914400"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CN" sz="2400" b="1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宋体"/>
                          <a:cs typeface="Times New Roman" panose="02020603050405020304" pitchFamily="18" charset="0"/>
                        </a:rPr>
                        <m:t>𝟐</m:t>
                      </m:r>
                    </m:oMath>
                  </m:oMathPara>
                </a14:m>
                <a:endParaRPr kumimoji="1" lang="zh-CN" altLang="en-US" sz="2400" b="1" i="1" dirty="0">
                  <a:solidFill>
                    <a:srgbClr val="000000"/>
                  </a:solidFill>
                  <a:latin typeface="Times New Roman" panose="02020603050405020304" pitchFamily="18" charset="0"/>
                  <a:ea typeface="宋体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7" name="文本框 16">
                <a:extLst>
                  <a:ext uri="{FF2B5EF4-FFF2-40B4-BE49-F238E27FC236}">
                    <a16:creationId xmlns:a16="http://schemas.microsoft.com/office/drawing/2014/main" id="{A9092954-B2F7-A59F-B1DE-0B05277270B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67785" y="4809097"/>
                <a:ext cx="445956" cy="461665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文本框 17">
                <a:extLst>
                  <a:ext uri="{FF2B5EF4-FFF2-40B4-BE49-F238E27FC236}">
                    <a16:creationId xmlns:a16="http://schemas.microsoft.com/office/drawing/2014/main" id="{BB49C7DB-D757-10A4-47B7-FA2DF0092454}"/>
                  </a:ext>
                </a:extLst>
              </p:cNvPr>
              <p:cNvSpPr txBox="1"/>
              <p:nvPr/>
            </p:nvSpPr>
            <p:spPr>
              <a:xfrm>
                <a:off x="2765613" y="4809097"/>
                <a:ext cx="445955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defTabSz="914400"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CN" sz="2400" b="1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宋体"/>
                          <a:cs typeface="Times New Roman" panose="02020603050405020304" pitchFamily="18" charset="0"/>
                        </a:rPr>
                        <m:t>𝟑</m:t>
                      </m:r>
                    </m:oMath>
                  </m:oMathPara>
                </a14:m>
                <a:endParaRPr kumimoji="1" lang="en-US" altLang="zh-CN" sz="2400" b="1" i="1" dirty="0">
                  <a:solidFill>
                    <a:srgbClr val="000000"/>
                  </a:solidFill>
                  <a:latin typeface="Times New Roman" panose="02020603050405020304" pitchFamily="18" charset="0"/>
                  <a:ea typeface="宋体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8" name="文本框 17">
                <a:extLst>
                  <a:ext uri="{FF2B5EF4-FFF2-40B4-BE49-F238E27FC236}">
                    <a16:creationId xmlns:a16="http://schemas.microsoft.com/office/drawing/2014/main" id="{BB49C7DB-D757-10A4-47B7-FA2DF009245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65613" y="4809097"/>
                <a:ext cx="445955" cy="461665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文本框 18">
                <a:extLst>
                  <a:ext uri="{FF2B5EF4-FFF2-40B4-BE49-F238E27FC236}">
                    <a16:creationId xmlns:a16="http://schemas.microsoft.com/office/drawing/2014/main" id="{E5389945-7A7B-375D-6EBE-6C49B7224793}"/>
                  </a:ext>
                </a:extLst>
              </p:cNvPr>
              <p:cNvSpPr txBox="1"/>
              <p:nvPr/>
            </p:nvSpPr>
            <p:spPr>
              <a:xfrm>
                <a:off x="3161252" y="4809097"/>
                <a:ext cx="445956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defTabSz="914400"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CN" sz="2400" b="1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宋体"/>
                          <a:cs typeface="Times New Roman" panose="02020603050405020304" pitchFamily="18" charset="0"/>
                        </a:rPr>
                        <m:t>𝟒</m:t>
                      </m:r>
                    </m:oMath>
                  </m:oMathPara>
                </a14:m>
                <a:endParaRPr kumimoji="1" lang="zh-CN" altLang="en-US" sz="2400" b="1" i="1" dirty="0">
                  <a:solidFill>
                    <a:srgbClr val="000000"/>
                  </a:solidFill>
                  <a:latin typeface="Times New Roman" panose="02020603050405020304" pitchFamily="18" charset="0"/>
                  <a:ea typeface="宋体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9" name="文本框 18">
                <a:extLst>
                  <a:ext uri="{FF2B5EF4-FFF2-40B4-BE49-F238E27FC236}">
                    <a16:creationId xmlns:a16="http://schemas.microsoft.com/office/drawing/2014/main" id="{E5389945-7A7B-375D-6EBE-6C49B722479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61252" y="4809097"/>
                <a:ext cx="445956" cy="461665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文本框 19">
                <a:extLst>
                  <a:ext uri="{FF2B5EF4-FFF2-40B4-BE49-F238E27FC236}">
                    <a16:creationId xmlns:a16="http://schemas.microsoft.com/office/drawing/2014/main" id="{ECC3F402-E8FF-ACC6-7AF1-4A8100C6D340}"/>
                  </a:ext>
                </a:extLst>
              </p:cNvPr>
              <p:cNvSpPr txBox="1"/>
              <p:nvPr/>
            </p:nvSpPr>
            <p:spPr>
              <a:xfrm>
                <a:off x="1216031" y="4211289"/>
                <a:ext cx="445956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defTabSz="914400"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CN" sz="2400" b="1" i="1" dirty="0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𝟏</m:t>
                      </m:r>
                    </m:oMath>
                  </m:oMathPara>
                </a14:m>
                <a:endParaRPr kumimoji="1" lang="zh-CN" altLang="en-US" sz="2400" b="1" i="1" dirty="0">
                  <a:solidFill>
                    <a:srgbClr val="000000"/>
                  </a:solidFill>
                  <a:latin typeface="Times New Roman" panose="02020603050405020304" pitchFamily="18" charset="0"/>
                  <a:ea typeface="宋体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20" name="文本框 19">
                <a:extLst>
                  <a:ext uri="{FF2B5EF4-FFF2-40B4-BE49-F238E27FC236}">
                    <a16:creationId xmlns:a16="http://schemas.microsoft.com/office/drawing/2014/main" id="{ECC3F402-E8FF-ACC6-7AF1-4A8100C6D34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16031" y="4211289"/>
                <a:ext cx="445956" cy="461665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文本框 20">
                <a:extLst>
                  <a:ext uri="{FF2B5EF4-FFF2-40B4-BE49-F238E27FC236}">
                    <a16:creationId xmlns:a16="http://schemas.microsoft.com/office/drawing/2014/main" id="{0CD5BD3E-DEED-BE54-D9B0-1F36B7E47401}"/>
                  </a:ext>
                </a:extLst>
              </p:cNvPr>
              <p:cNvSpPr txBox="1"/>
              <p:nvPr/>
            </p:nvSpPr>
            <p:spPr>
              <a:xfrm>
                <a:off x="1209304" y="3770885"/>
                <a:ext cx="445956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defTabSz="914400"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CN" sz="2400" b="1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宋体"/>
                          <a:cs typeface="Times New Roman" panose="02020603050405020304" pitchFamily="18" charset="0"/>
                        </a:rPr>
                        <m:t>𝟐</m:t>
                      </m:r>
                    </m:oMath>
                  </m:oMathPara>
                </a14:m>
                <a:endParaRPr kumimoji="1" lang="zh-CN" altLang="en-US" sz="2400" b="1" i="1" dirty="0">
                  <a:solidFill>
                    <a:srgbClr val="000000"/>
                  </a:solidFill>
                  <a:latin typeface="Times New Roman" panose="02020603050405020304" pitchFamily="18" charset="0"/>
                  <a:ea typeface="宋体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21" name="文本框 20">
                <a:extLst>
                  <a:ext uri="{FF2B5EF4-FFF2-40B4-BE49-F238E27FC236}">
                    <a16:creationId xmlns:a16="http://schemas.microsoft.com/office/drawing/2014/main" id="{0CD5BD3E-DEED-BE54-D9B0-1F36B7E4740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09304" y="3770885"/>
                <a:ext cx="445956" cy="461665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文本框 21">
                <a:extLst>
                  <a:ext uri="{FF2B5EF4-FFF2-40B4-BE49-F238E27FC236}">
                    <a16:creationId xmlns:a16="http://schemas.microsoft.com/office/drawing/2014/main" id="{2E3665E7-5AAB-05CE-BDE2-9688B5FF5A25}"/>
                  </a:ext>
                </a:extLst>
              </p:cNvPr>
              <p:cNvSpPr txBox="1"/>
              <p:nvPr/>
            </p:nvSpPr>
            <p:spPr>
              <a:xfrm>
                <a:off x="1221066" y="3372711"/>
                <a:ext cx="445955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defTabSz="914400"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CN" sz="2400" b="1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宋体"/>
                          <a:cs typeface="Times New Roman" panose="02020603050405020304" pitchFamily="18" charset="0"/>
                        </a:rPr>
                        <m:t>𝟑</m:t>
                      </m:r>
                    </m:oMath>
                  </m:oMathPara>
                </a14:m>
                <a:endParaRPr kumimoji="1" lang="en-US" altLang="zh-CN" sz="2400" b="1" i="1" dirty="0">
                  <a:solidFill>
                    <a:srgbClr val="000000"/>
                  </a:solidFill>
                  <a:latin typeface="Times New Roman" panose="02020603050405020304" pitchFamily="18" charset="0"/>
                  <a:ea typeface="宋体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22" name="文本框 21">
                <a:extLst>
                  <a:ext uri="{FF2B5EF4-FFF2-40B4-BE49-F238E27FC236}">
                    <a16:creationId xmlns:a16="http://schemas.microsoft.com/office/drawing/2014/main" id="{2E3665E7-5AAB-05CE-BDE2-9688B5FF5A2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21066" y="3372711"/>
                <a:ext cx="445955" cy="461665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文本框 22">
                <a:extLst>
                  <a:ext uri="{FF2B5EF4-FFF2-40B4-BE49-F238E27FC236}">
                    <a16:creationId xmlns:a16="http://schemas.microsoft.com/office/drawing/2014/main" id="{D5100C31-F13C-B6A1-14D7-27880891E6C1}"/>
                  </a:ext>
                </a:extLst>
              </p:cNvPr>
              <p:cNvSpPr txBox="1"/>
              <p:nvPr/>
            </p:nvSpPr>
            <p:spPr>
              <a:xfrm>
                <a:off x="1218771" y="2967846"/>
                <a:ext cx="445956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defTabSz="914400"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CN" sz="2400" b="1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宋体"/>
                          <a:cs typeface="Times New Roman" panose="02020603050405020304" pitchFamily="18" charset="0"/>
                        </a:rPr>
                        <m:t>𝟒</m:t>
                      </m:r>
                    </m:oMath>
                  </m:oMathPara>
                </a14:m>
                <a:endParaRPr kumimoji="1" lang="zh-CN" altLang="en-US" sz="2400" b="1" i="1" dirty="0">
                  <a:solidFill>
                    <a:srgbClr val="000000"/>
                  </a:solidFill>
                  <a:latin typeface="Times New Roman" panose="02020603050405020304" pitchFamily="18" charset="0"/>
                  <a:ea typeface="宋体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23" name="文本框 22">
                <a:extLst>
                  <a:ext uri="{FF2B5EF4-FFF2-40B4-BE49-F238E27FC236}">
                    <a16:creationId xmlns:a16="http://schemas.microsoft.com/office/drawing/2014/main" id="{D5100C31-F13C-B6A1-14D7-27880891E6C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18771" y="2967846"/>
                <a:ext cx="445956" cy="461665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4" name="Line 96">
            <a:extLst>
              <a:ext uri="{FF2B5EF4-FFF2-40B4-BE49-F238E27FC236}">
                <a16:creationId xmlns:a16="http://schemas.microsoft.com/office/drawing/2014/main" id="{64B55A20-96B0-C86D-269B-FE7D3B5FA60F}"/>
              </a:ext>
            </a:extLst>
          </p:cNvPr>
          <p:cNvSpPr>
            <a:spLocks noChangeShapeType="1"/>
          </p:cNvSpPr>
          <p:nvPr/>
        </p:nvSpPr>
        <p:spPr bwMode="auto">
          <a:xfrm>
            <a:off x="5915786" y="3028936"/>
            <a:ext cx="0" cy="2232025"/>
          </a:xfrm>
          <a:prstGeom prst="line">
            <a:avLst/>
          </a:prstGeom>
          <a:noFill/>
          <a:ln w="19050" cap="flat" cmpd="sng" algn="ctr">
            <a:solidFill>
              <a:srgbClr val="000000"/>
            </a:solidFill>
            <a:prstDash val="solid"/>
            <a:miter lim="800000"/>
            <a:headEnd type="triangle" w="med" len="med"/>
            <a:tailEnd/>
          </a:ln>
          <a:effectLst/>
        </p:spPr>
        <p:txBody>
          <a:bodyPr wrap="none" anchor="ctr"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800" b="1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/>
              <a:cs typeface="+mn-cs"/>
            </a:endParaRPr>
          </a:p>
        </p:txBody>
      </p:sp>
      <p:sp>
        <p:nvSpPr>
          <p:cNvPr id="25" name="Line 98">
            <a:extLst>
              <a:ext uri="{FF2B5EF4-FFF2-40B4-BE49-F238E27FC236}">
                <a16:creationId xmlns:a16="http://schemas.microsoft.com/office/drawing/2014/main" id="{42D65E83-E606-7EFD-CAF4-98F0BD9D19CE}"/>
              </a:ext>
            </a:extLst>
          </p:cNvPr>
          <p:cNvSpPr>
            <a:spLocks noChangeShapeType="1"/>
          </p:cNvSpPr>
          <p:nvPr/>
        </p:nvSpPr>
        <p:spPr bwMode="auto">
          <a:xfrm>
            <a:off x="5108252" y="4857736"/>
            <a:ext cx="3370263" cy="0"/>
          </a:xfrm>
          <a:prstGeom prst="line">
            <a:avLst/>
          </a:prstGeom>
          <a:noFill/>
          <a:ln w="19050" cap="flat" cmpd="sng" algn="ctr">
            <a:solidFill>
              <a:srgbClr val="000000"/>
            </a:solidFill>
            <a:prstDash val="solid"/>
            <a:miter lim="800000"/>
            <a:headEnd/>
            <a:tailEnd type="triangle" w="med" len="med"/>
          </a:ln>
          <a:effectLst/>
        </p:spPr>
        <p:txBody>
          <a:bodyPr wrap="none" anchor="ctr"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800" b="1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/>
              <a:cs typeface="+mn-cs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6" name="文本框 25">
                <a:extLst>
                  <a:ext uri="{FF2B5EF4-FFF2-40B4-BE49-F238E27FC236}">
                    <a16:creationId xmlns:a16="http://schemas.microsoft.com/office/drawing/2014/main" id="{C469FB9C-3516-FDB7-7DCA-30C5159BA2D1}"/>
                  </a:ext>
                </a:extLst>
              </p:cNvPr>
              <p:cNvSpPr txBox="1"/>
              <p:nvPr/>
            </p:nvSpPr>
            <p:spPr>
              <a:xfrm>
                <a:off x="8066647" y="4821164"/>
                <a:ext cx="522900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defTabSz="914400"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CN" sz="2800" b="1" i="1" dirty="0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𝑿</m:t>
                      </m:r>
                    </m:oMath>
                  </m:oMathPara>
                </a14:m>
                <a:endParaRPr kumimoji="1" lang="zh-CN" altLang="en-US" sz="2800" b="1" i="1" dirty="0">
                  <a:solidFill>
                    <a:srgbClr val="000000"/>
                  </a:solidFill>
                  <a:latin typeface="Times New Roman" panose="02020603050405020304" pitchFamily="18" charset="0"/>
                  <a:ea typeface="宋体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26" name="文本框 25">
                <a:extLst>
                  <a:ext uri="{FF2B5EF4-FFF2-40B4-BE49-F238E27FC236}">
                    <a16:creationId xmlns:a16="http://schemas.microsoft.com/office/drawing/2014/main" id="{C469FB9C-3516-FDB7-7DCA-30C5159BA2D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66647" y="4821164"/>
                <a:ext cx="522900" cy="523220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" name="文本框 26">
                <a:extLst>
                  <a:ext uri="{FF2B5EF4-FFF2-40B4-BE49-F238E27FC236}">
                    <a16:creationId xmlns:a16="http://schemas.microsoft.com/office/drawing/2014/main" id="{16A46763-6A11-410E-53EC-607C85A33AF1}"/>
                  </a:ext>
                </a:extLst>
              </p:cNvPr>
              <p:cNvSpPr txBox="1"/>
              <p:nvPr/>
            </p:nvSpPr>
            <p:spPr>
              <a:xfrm>
                <a:off x="5002544" y="2889584"/>
                <a:ext cx="502061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defTabSz="914400"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CN" sz="2800" b="1" i="1" dirty="0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𝒀</m:t>
                      </m:r>
                    </m:oMath>
                  </m:oMathPara>
                </a14:m>
                <a:endParaRPr kumimoji="1" lang="zh-CN" altLang="en-US" sz="2800" b="1" i="1" dirty="0">
                  <a:solidFill>
                    <a:srgbClr val="000000"/>
                  </a:solidFill>
                  <a:latin typeface="Times New Roman" panose="02020603050405020304" pitchFamily="18" charset="0"/>
                  <a:ea typeface="宋体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27" name="文本框 26">
                <a:extLst>
                  <a:ext uri="{FF2B5EF4-FFF2-40B4-BE49-F238E27FC236}">
                    <a16:creationId xmlns:a16="http://schemas.microsoft.com/office/drawing/2014/main" id="{16A46763-6A11-410E-53EC-607C85A33AF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02544" y="2889584"/>
                <a:ext cx="502061" cy="523220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8" name="椭圆 2">
            <a:extLst>
              <a:ext uri="{FF2B5EF4-FFF2-40B4-BE49-F238E27FC236}">
                <a16:creationId xmlns:a16="http://schemas.microsoft.com/office/drawing/2014/main" id="{E90B6038-BECC-5BBA-523E-38091E3F1B82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26968" y="4388518"/>
            <a:ext cx="108000" cy="108000"/>
          </a:xfrm>
          <a:prstGeom prst="ellipse">
            <a:avLst/>
          </a:prstGeom>
          <a:solidFill>
            <a:srgbClr val="000000"/>
          </a:solidFill>
          <a:ln w="9525" algn="ctr">
            <a:solidFill>
              <a:srgbClr val="000000"/>
            </a:solidFill>
            <a:round/>
            <a:headEnd/>
            <a:tailEnd/>
          </a:ln>
        </p:spPr>
        <p:txBody>
          <a:bodyPr/>
          <a:lstStyle>
            <a:lvl1pPr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8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29" name="椭圆 28">
            <a:extLst>
              <a:ext uri="{FF2B5EF4-FFF2-40B4-BE49-F238E27FC236}">
                <a16:creationId xmlns:a16="http://schemas.microsoft.com/office/drawing/2014/main" id="{BF269694-3C76-4A22-89DD-ED72FB4D5EBA}"/>
              </a:ext>
            </a:extLst>
          </p:cNvPr>
          <p:cNvSpPr>
            <a:spLocks noChangeArrowheads="1"/>
          </p:cNvSpPr>
          <p:nvPr/>
        </p:nvSpPr>
        <p:spPr bwMode="auto">
          <a:xfrm>
            <a:off x="7495380" y="3240827"/>
            <a:ext cx="108000" cy="108000"/>
          </a:xfrm>
          <a:prstGeom prst="ellipse">
            <a:avLst/>
          </a:prstGeom>
          <a:solidFill>
            <a:srgbClr val="000000"/>
          </a:solidFill>
          <a:ln w="9525" algn="ctr">
            <a:solidFill>
              <a:srgbClr val="000000"/>
            </a:solidFill>
            <a:round/>
            <a:headEnd/>
            <a:tailEnd/>
          </a:ln>
        </p:spPr>
        <p:txBody>
          <a:bodyPr/>
          <a:lstStyle>
            <a:lvl1pPr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8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30" name="椭圆 29">
            <a:extLst>
              <a:ext uri="{FF2B5EF4-FFF2-40B4-BE49-F238E27FC236}">
                <a16:creationId xmlns:a16="http://schemas.microsoft.com/office/drawing/2014/main" id="{876CABF3-4493-19C9-AE75-4364BB6F0CE8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51007" y="3994455"/>
            <a:ext cx="108000" cy="108000"/>
          </a:xfrm>
          <a:prstGeom prst="ellipse">
            <a:avLst/>
          </a:prstGeom>
          <a:solidFill>
            <a:srgbClr val="000000"/>
          </a:solidFill>
          <a:ln w="9525" algn="ctr">
            <a:solidFill>
              <a:srgbClr val="000000"/>
            </a:solidFill>
            <a:round/>
            <a:headEnd/>
            <a:tailEnd/>
          </a:ln>
        </p:spPr>
        <p:txBody>
          <a:bodyPr/>
          <a:lstStyle>
            <a:lvl1pPr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8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31" name="椭圆 31">
            <a:extLst>
              <a:ext uri="{FF2B5EF4-FFF2-40B4-BE49-F238E27FC236}">
                <a16:creationId xmlns:a16="http://schemas.microsoft.com/office/drawing/2014/main" id="{2F110B11-44F5-2CBB-59FB-EBB690703909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28967" y="3619896"/>
            <a:ext cx="108000" cy="108000"/>
          </a:xfrm>
          <a:prstGeom prst="ellipse">
            <a:avLst/>
          </a:prstGeom>
          <a:solidFill>
            <a:srgbClr val="000000"/>
          </a:solidFill>
          <a:ln w="9525" algn="ctr">
            <a:solidFill>
              <a:srgbClr val="000000"/>
            </a:solidFill>
            <a:round/>
            <a:headEnd/>
            <a:tailEnd/>
          </a:ln>
        </p:spPr>
        <p:txBody>
          <a:bodyPr/>
          <a:lstStyle>
            <a:lvl1pPr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8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32" name="椭圆 27">
            <a:extLst>
              <a:ext uri="{FF2B5EF4-FFF2-40B4-BE49-F238E27FC236}">
                <a16:creationId xmlns:a16="http://schemas.microsoft.com/office/drawing/2014/main" id="{0B847887-7572-2E8A-2B46-522FF1B3DFF0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91181" y="4797030"/>
            <a:ext cx="108000" cy="108000"/>
          </a:xfrm>
          <a:prstGeom prst="ellipse">
            <a:avLst/>
          </a:prstGeom>
          <a:solidFill>
            <a:srgbClr val="000000"/>
          </a:solidFill>
          <a:ln w="9525" algn="ctr">
            <a:solidFill>
              <a:srgbClr val="000000"/>
            </a:solidFill>
            <a:round/>
            <a:headEnd/>
            <a:tailEnd/>
          </a:ln>
        </p:spPr>
        <p:txBody>
          <a:bodyPr/>
          <a:lstStyle>
            <a:lvl1pPr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8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3" name="文本框 32">
                <a:extLst>
                  <a:ext uri="{FF2B5EF4-FFF2-40B4-BE49-F238E27FC236}">
                    <a16:creationId xmlns:a16="http://schemas.microsoft.com/office/drawing/2014/main" id="{4082D7BE-AB62-6ED2-675D-820B1F927A56}"/>
                  </a:ext>
                </a:extLst>
              </p:cNvPr>
              <p:cNvSpPr txBox="1"/>
              <p:nvPr/>
            </p:nvSpPr>
            <p:spPr>
              <a:xfrm>
                <a:off x="6071118" y="4809097"/>
                <a:ext cx="630301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defTabSz="914400"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CN" sz="2400" b="1" i="1" dirty="0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𝟏𝟎</m:t>
                      </m:r>
                    </m:oMath>
                  </m:oMathPara>
                </a14:m>
                <a:endParaRPr kumimoji="1" lang="zh-CN" altLang="en-US" sz="2400" b="1" i="1" dirty="0">
                  <a:solidFill>
                    <a:srgbClr val="000000"/>
                  </a:solidFill>
                  <a:latin typeface="Times New Roman" panose="02020603050405020304" pitchFamily="18" charset="0"/>
                  <a:ea typeface="宋体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3" name="文本框 32">
                <a:extLst>
                  <a:ext uri="{FF2B5EF4-FFF2-40B4-BE49-F238E27FC236}">
                    <a16:creationId xmlns:a16="http://schemas.microsoft.com/office/drawing/2014/main" id="{4082D7BE-AB62-6ED2-675D-820B1F927A5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71118" y="4809097"/>
                <a:ext cx="630301" cy="461665"/>
              </a:xfrm>
              <a:prstGeom prst="rect">
                <a:avLst/>
              </a:prstGeom>
              <a:blipFill>
                <a:blip r:embed="rId1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4" name="文本框 33">
                <a:extLst>
                  <a:ext uri="{FF2B5EF4-FFF2-40B4-BE49-F238E27FC236}">
                    <a16:creationId xmlns:a16="http://schemas.microsoft.com/office/drawing/2014/main" id="{EE6857F5-71CA-1B88-A94B-5B85BB9C5459}"/>
                  </a:ext>
                </a:extLst>
              </p:cNvPr>
              <p:cNvSpPr txBox="1"/>
              <p:nvPr/>
            </p:nvSpPr>
            <p:spPr>
              <a:xfrm>
                <a:off x="6532055" y="4809097"/>
                <a:ext cx="630301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defTabSz="914400"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CN" sz="2400" b="1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宋体"/>
                          <a:cs typeface="Times New Roman" panose="02020603050405020304" pitchFamily="18" charset="0"/>
                        </a:rPr>
                        <m:t>𝟐𝟎</m:t>
                      </m:r>
                    </m:oMath>
                  </m:oMathPara>
                </a14:m>
                <a:endParaRPr kumimoji="1" lang="zh-CN" altLang="en-US" sz="2400" b="1" i="1" dirty="0">
                  <a:solidFill>
                    <a:srgbClr val="000000"/>
                  </a:solidFill>
                  <a:latin typeface="Times New Roman" panose="02020603050405020304" pitchFamily="18" charset="0"/>
                  <a:ea typeface="宋体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4" name="文本框 33">
                <a:extLst>
                  <a:ext uri="{FF2B5EF4-FFF2-40B4-BE49-F238E27FC236}">
                    <a16:creationId xmlns:a16="http://schemas.microsoft.com/office/drawing/2014/main" id="{EE6857F5-71CA-1B88-A94B-5B85BB9C545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32055" y="4809097"/>
                <a:ext cx="630301" cy="461665"/>
              </a:xfrm>
              <a:prstGeom prst="rect">
                <a:avLst/>
              </a:prstGeom>
              <a:blipFill>
                <a:blip r:embed="rId1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5" name="文本框 34">
                <a:extLst>
                  <a:ext uri="{FF2B5EF4-FFF2-40B4-BE49-F238E27FC236}">
                    <a16:creationId xmlns:a16="http://schemas.microsoft.com/office/drawing/2014/main" id="{C472D7B0-06CB-53F8-AE58-D4C086461953}"/>
                  </a:ext>
                </a:extLst>
              </p:cNvPr>
              <p:cNvSpPr txBox="1"/>
              <p:nvPr/>
            </p:nvSpPr>
            <p:spPr>
              <a:xfrm>
                <a:off x="6965979" y="4809097"/>
                <a:ext cx="630301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defTabSz="914400"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CN" sz="2400" b="1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宋体"/>
                          <a:cs typeface="Times New Roman" panose="02020603050405020304" pitchFamily="18" charset="0"/>
                        </a:rPr>
                        <m:t>𝟑𝟎</m:t>
                      </m:r>
                    </m:oMath>
                  </m:oMathPara>
                </a14:m>
                <a:endParaRPr kumimoji="1" lang="en-US" altLang="zh-CN" sz="2400" b="1" i="1" dirty="0">
                  <a:solidFill>
                    <a:srgbClr val="000000"/>
                  </a:solidFill>
                  <a:latin typeface="Times New Roman" panose="02020603050405020304" pitchFamily="18" charset="0"/>
                  <a:ea typeface="宋体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5" name="文本框 34">
                <a:extLst>
                  <a:ext uri="{FF2B5EF4-FFF2-40B4-BE49-F238E27FC236}">
                    <a16:creationId xmlns:a16="http://schemas.microsoft.com/office/drawing/2014/main" id="{C472D7B0-06CB-53F8-AE58-D4C08646195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65979" y="4809097"/>
                <a:ext cx="630301" cy="461665"/>
              </a:xfrm>
              <a:prstGeom prst="rect">
                <a:avLst/>
              </a:prstGeom>
              <a:blipFill>
                <a:blip r:embed="rId1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6" name="文本框 35">
                <a:extLst>
                  <a:ext uri="{FF2B5EF4-FFF2-40B4-BE49-F238E27FC236}">
                    <a16:creationId xmlns:a16="http://schemas.microsoft.com/office/drawing/2014/main" id="{38163921-ACAB-AD77-81B1-B1186AD1FFF9}"/>
                  </a:ext>
                </a:extLst>
              </p:cNvPr>
              <p:cNvSpPr txBox="1"/>
              <p:nvPr/>
            </p:nvSpPr>
            <p:spPr>
              <a:xfrm>
                <a:off x="7397714" y="4809097"/>
                <a:ext cx="630301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defTabSz="914400"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CN" sz="2400" b="1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宋体"/>
                          <a:cs typeface="Times New Roman" panose="02020603050405020304" pitchFamily="18" charset="0"/>
                        </a:rPr>
                        <m:t>𝟒𝟎</m:t>
                      </m:r>
                    </m:oMath>
                  </m:oMathPara>
                </a14:m>
                <a:endParaRPr kumimoji="1" lang="zh-CN" altLang="en-US" sz="2400" b="1" i="1" dirty="0">
                  <a:solidFill>
                    <a:srgbClr val="000000"/>
                  </a:solidFill>
                  <a:latin typeface="Times New Roman" panose="02020603050405020304" pitchFamily="18" charset="0"/>
                  <a:ea typeface="宋体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6" name="文本框 35">
                <a:extLst>
                  <a:ext uri="{FF2B5EF4-FFF2-40B4-BE49-F238E27FC236}">
                    <a16:creationId xmlns:a16="http://schemas.microsoft.com/office/drawing/2014/main" id="{38163921-ACAB-AD77-81B1-B1186AD1FFF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97714" y="4809097"/>
                <a:ext cx="630301" cy="461665"/>
              </a:xfrm>
              <a:prstGeom prst="rect">
                <a:avLst/>
              </a:prstGeom>
              <a:blipFill>
                <a:blip r:embed="rId1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7" name="文本框 36">
                <a:extLst>
                  <a:ext uri="{FF2B5EF4-FFF2-40B4-BE49-F238E27FC236}">
                    <a16:creationId xmlns:a16="http://schemas.microsoft.com/office/drawing/2014/main" id="{C6B14A34-A291-BAF5-4968-FD546F58AC05}"/>
                  </a:ext>
                </a:extLst>
              </p:cNvPr>
              <p:cNvSpPr txBox="1"/>
              <p:nvPr/>
            </p:nvSpPr>
            <p:spPr>
              <a:xfrm>
                <a:off x="5392333" y="4211289"/>
                <a:ext cx="630301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defTabSz="914400"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CN" sz="2400" b="1" i="1" dirty="0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𝟏𝟎</m:t>
                      </m:r>
                    </m:oMath>
                  </m:oMathPara>
                </a14:m>
                <a:endParaRPr kumimoji="1" lang="zh-CN" altLang="en-US" sz="2400" b="1" i="1" dirty="0">
                  <a:solidFill>
                    <a:srgbClr val="000000"/>
                  </a:solidFill>
                  <a:latin typeface="Times New Roman" panose="02020603050405020304" pitchFamily="18" charset="0"/>
                  <a:ea typeface="宋体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7" name="文本框 36">
                <a:extLst>
                  <a:ext uri="{FF2B5EF4-FFF2-40B4-BE49-F238E27FC236}">
                    <a16:creationId xmlns:a16="http://schemas.microsoft.com/office/drawing/2014/main" id="{C6B14A34-A291-BAF5-4968-FD546F58AC0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92333" y="4211289"/>
                <a:ext cx="630301" cy="461665"/>
              </a:xfrm>
              <a:prstGeom prst="rect">
                <a:avLst/>
              </a:prstGeom>
              <a:blipFill>
                <a:blip r:embed="rId2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8" name="文本框 37">
                <a:extLst>
                  <a:ext uri="{FF2B5EF4-FFF2-40B4-BE49-F238E27FC236}">
                    <a16:creationId xmlns:a16="http://schemas.microsoft.com/office/drawing/2014/main" id="{4B75E416-FB34-FAE5-FD50-F904AA774420}"/>
                  </a:ext>
                </a:extLst>
              </p:cNvPr>
              <p:cNvSpPr txBox="1"/>
              <p:nvPr/>
            </p:nvSpPr>
            <p:spPr>
              <a:xfrm>
                <a:off x="5385606" y="3770885"/>
                <a:ext cx="630301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defTabSz="914400"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CN" sz="2400" b="1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宋体"/>
                          <a:cs typeface="Times New Roman" panose="02020603050405020304" pitchFamily="18" charset="0"/>
                        </a:rPr>
                        <m:t>𝟐𝟎</m:t>
                      </m:r>
                    </m:oMath>
                  </m:oMathPara>
                </a14:m>
                <a:endParaRPr kumimoji="1" lang="zh-CN" altLang="en-US" sz="2400" b="1" i="1" dirty="0">
                  <a:solidFill>
                    <a:srgbClr val="000000"/>
                  </a:solidFill>
                  <a:latin typeface="Times New Roman" panose="02020603050405020304" pitchFamily="18" charset="0"/>
                  <a:ea typeface="宋体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8" name="文本框 37">
                <a:extLst>
                  <a:ext uri="{FF2B5EF4-FFF2-40B4-BE49-F238E27FC236}">
                    <a16:creationId xmlns:a16="http://schemas.microsoft.com/office/drawing/2014/main" id="{4B75E416-FB34-FAE5-FD50-F904AA77442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85606" y="3770885"/>
                <a:ext cx="630301" cy="461665"/>
              </a:xfrm>
              <a:prstGeom prst="rect">
                <a:avLst/>
              </a:prstGeom>
              <a:blipFill>
                <a:blip r:embed="rId2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9" name="文本框 38">
                <a:extLst>
                  <a:ext uri="{FF2B5EF4-FFF2-40B4-BE49-F238E27FC236}">
                    <a16:creationId xmlns:a16="http://schemas.microsoft.com/office/drawing/2014/main" id="{3BBA6D52-64BF-5511-BCCB-844CBE15FCA4}"/>
                  </a:ext>
                </a:extLst>
              </p:cNvPr>
              <p:cNvSpPr txBox="1"/>
              <p:nvPr/>
            </p:nvSpPr>
            <p:spPr>
              <a:xfrm>
                <a:off x="5397368" y="3372711"/>
                <a:ext cx="630301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defTabSz="914400"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CN" sz="2400" b="1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宋体"/>
                          <a:cs typeface="Times New Roman" panose="02020603050405020304" pitchFamily="18" charset="0"/>
                        </a:rPr>
                        <m:t>𝟑𝟎</m:t>
                      </m:r>
                    </m:oMath>
                  </m:oMathPara>
                </a14:m>
                <a:endParaRPr kumimoji="1" lang="en-US" altLang="zh-CN" sz="2400" b="1" i="1" dirty="0">
                  <a:solidFill>
                    <a:srgbClr val="000000"/>
                  </a:solidFill>
                  <a:latin typeface="Times New Roman" panose="02020603050405020304" pitchFamily="18" charset="0"/>
                  <a:ea typeface="宋体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9" name="文本框 38">
                <a:extLst>
                  <a:ext uri="{FF2B5EF4-FFF2-40B4-BE49-F238E27FC236}">
                    <a16:creationId xmlns:a16="http://schemas.microsoft.com/office/drawing/2014/main" id="{3BBA6D52-64BF-5511-BCCB-844CBE15FCA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97368" y="3372711"/>
                <a:ext cx="630301" cy="461665"/>
              </a:xfrm>
              <a:prstGeom prst="rect">
                <a:avLst/>
              </a:prstGeom>
              <a:blipFill>
                <a:blip r:embed="rId2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0" name="文本框 39">
                <a:extLst>
                  <a:ext uri="{FF2B5EF4-FFF2-40B4-BE49-F238E27FC236}">
                    <a16:creationId xmlns:a16="http://schemas.microsoft.com/office/drawing/2014/main" id="{B2571B00-DD33-9012-B1F4-FC1A7BCD9331}"/>
                  </a:ext>
                </a:extLst>
              </p:cNvPr>
              <p:cNvSpPr txBox="1"/>
              <p:nvPr/>
            </p:nvSpPr>
            <p:spPr>
              <a:xfrm>
                <a:off x="5395073" y="2967846"/>
                <a:ext cx="630301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defTabSz="914400"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CN" sz="2400" b="1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宋体"/>
                          <a:cs typeface="Times New Roman" panose="02020603050405020304" pitchFamily="18" charset="0"/>
                        </a:rPr>
                        <m:t>𝟒𝟎</m:t>
                      </m:r>
                    </m:oMath>
                  </m:oMathPara>
                </a14:m>
                <a:endParaRPr kumimoji="1" lang="zh-CN" altLang="en-US" sz="2400" b="1" i="1" dirty="0">
                  <a:solidFill>
                    <a:srgbClr val="000000"/>
                  </a:solidFill>
                  <a:latin typeface="Times New Roman" panose="02020603050405020304" pitchFamily="18" charset="0"/>
                  <a:ea typeface="宋体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40" name="文本框 39">
                <a:extLst>
                  <a:ext uri="{FF2B5EF4-FFF2-40B4-BE49-F238E27FC236}">
                    <a16:creationId xmlns:a16="http://schemas.microsoft.com/office/drawing/2014/main" id="{B2571B00-DD33-9012-B1F4-FC1A7BCD933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95073" y="2967846"/>
                <a:ext cx="630301" cy="461665"/>
              </a:xfrm>
              <a:prstGeom prst="rect">
                <a:avLst/>
              </a:prstGeom>
              <a:blipFill>
                <a:blip r:embed="rId2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851401911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13" name="文本框 12">
                <a:extLst>
                  <a:ext uri="{FF2B5EF4-FFF2-40B4-BE49-F238E27FC236}">
                    <a16:creationId xmlns:a16="http://schemas.microsoft.com/office/drawing/2014/main" id="{C1FB2AD7-C681-F36E-81C2-25381CF37396}"/>
                  </a:ext>
                </a:extLst>
              </p:cNvPr>
              <p:cNvSpPr txBox="1"/>
              <p:nvPr/>
            </p:nvSpPr>
            <p:spPr>
              <a:xfrm>
                <a:off x="2186940" y="313460"/>
                <a:ext cx="4572000" cy="70788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zh-CN" altLang="en-US" sz="400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STXinwei" panose="02010800040101010101" pitchFamily="2" charset="-122"/>
                        </a:rPr>
                        <m:t>相关</m:t>
                      </m:r>
                      <m:r>
                        <a:rPr kumimoji="1" lang="zh-CN" altLang="en-US" sz="4000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STXinwei" panose="02010800040101010101" pitchFamily="2" charset="-122"/>
                        </a:rPr>
                        <m:t>系数</m:t>
                      </m:r>
                    </m:oMath>
                  </m:oMathPara>
                </a14:m>
                <a:endParaRPr lang="zh-CN" altLang="en-US" sz="4000" dirty="0">
                  <a:solidFill>
                    <a:srgbClr val="FF0000"/>
                  </a:solidFill>
                  <a:latin typeface="STXinwei" panose="02010800040101010101" pitchFamily="2" charset="-122"/>
                  <a:ea typeface="STXinwei" panose="02010800040101010101" pitchFamily="2" charset="-122"/>
                </a:endParaRPr>
              </a:p>
            </p:txBody>
          </p:sp>
        </mc:Choice>
        <mc:Fallback xmlns="">
          <p:sp>
            <p:nvSpPr>
              <p:cNvPr id="13" name="文本框 12">
                <a:extLst>
                  <a:ext uri="{FF2B5EF4-FFF2-40B4-BE49-F238E27FC236}">
                    <a16:creationId xmlns:a16="http://schemas.microsoft.com/office/drawing/2014/main" id="{C1FB2AD7-C681-F36E-81C2-25381CF3739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86940" y="313460"/>
                <a:ext cx="4572000" cy="707886"/>
              </a:xfrm>
              <a:prstGeom prst="rect">
                <a:avLst/>
              </a:prstGeom>
              <a:blipFill>
                <a:blip r:embed="rId2"/>
                <a:stretch>
                  <a:fillRect b="-1228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文本框 5">
                <a:extLst>
                  <a:ext uri="{FF2B5EF4-FFF2-40B4-BE49-F238E27FC236}">
                    <a16:creationId xmlns:a16="http://schemas.microsoft.com/office/drawing/2014/main" id="{496F3593-4E9D-625E-9D13-41E8A40E9EF6}"/>
                  </a:ext>
                </a:extLst>
              </p:cNvPr>
              <p:cNvSpPr txBox="1"/>
              <p:nvPr/>
            </p:nvSpPr>
            <p:spPr>
              <a:xfrm>
                <a:off x="2651561" y="3129813"/>
                <a:ext cx="6727223" cy="2338525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zh-CN" sz="240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sz="240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𝜌</m:t>
                          </m:r>
                        </m:e>
                        <m:sub>
                          <m:r>
                            <a:rPr kumimoji="1" lang="en-US" altLang="zh-CN" sz="24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𝑋</m:t>
                          </m:r>
                          <m:r>
                            <a:rPr kumimoji="1" lang="en-US" altLang="zh-CN" sz="24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kumimoji="1" lang="en-US" altLang="zh-CN" sz="24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𝑌</m:t>
                          </m:r>
                        </m:sub>
                      </m:sSub>
                      <m:r>
                        <a:rPr kumimoji="1" lang="en-US" altLang="zh-CN" sz="24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kumimoji="1" lang="en-US" altLang="zh-CN" sz="240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kumimoji="1" lang="en-US" altLang="zh-CN" sz="24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𝑐𝑜𝑣</m:t>
                          </m:r>
                          <m:r>
                            <a:rPr kumimoji="1" lang="en-US" altLang="zh-CN" sz="24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kumimoji="1" lang="en-US" altLang="zh-CN" sz="24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𝑋</m:t>
                          </m:r>
                          <m:r>
                            <a:rPr kumimoji="1" lang="en-US" altLang="zh-CN" sz="24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kumimoji="1" lang="en-US" altLang="zh-CN" sz="24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𝑌</m:t>
                          </m:r>
                          <m:r>
                            <a:rPr kumimoji="1" lang="en-US" altLang="zh-CN" sz="24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num>
                        <m:den>
                          <m:rad>
                            <m:radPr>
                              <m:degHide m:val="on"/>
                              <m:ctrlPr>
                                <a:rPr kumimoji="1" lang="en-US" altLang="zh-CN" sz="24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kumimoji="1" lang="en-US" altLang="zh-CN" sz="24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𝐷</m:t>
                              </m:r>
                              <m:r>
                                <a:rPr kumimoji="1" lang="en-US" altLang="zh-CN" sz="24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kumimoji="1" lang="en-US" altLang="zh-CN" sz="24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  <m:r>
                                <a:rPr kumimoji="1" lang="en-US" altLang="zh-CN" sz="24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</m:rad>
                          <m:rad>
                            <m:radPr>
                              <m:degHide m:val="on"/>
                              <m:ctrlPr>
                                <a:rPr kumimoji="1" lang="en-US" altLang="zh-CN" sz="24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kumimoji="1" lang="en-US" altLang="zh-CN" sz="24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𝐷</m:t>
                              </m:r>
                              <m:r>
                                <a:rPr kumimoji="1" lang="en-US" altLang="zh-CN" sz="24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kumimoji="1" lang="en-US" altLang="zh-CN" sz="24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𝑌</m:t>
                              </m:r>
                              <m:r>
                                <a:rPr kumimoji="1" lang="en-US" altLang="zh-CN" sz="24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</m:rad>
                        </m:den>
                      </m:f>
                    </m:oMath>
                  </m:oMathPara>
                </a14:m>
                <a:endParaRPr kumimoji="1" lang="en-US" altLang="zh-CN" sz="2400" dirty="0"/>
              </a:p>
              <a:p>
                <a:pPr>
                  <a:lnSpc>
                    <a:spcPct val="150000"/>
                  </a:lnSpc>
                </a:pPr>
                <a:endParaRPr kumimoji="1" lang="en-US" altLang="zh-CN" sz="2400" dirty="0"/>
              </a:p>
              <a:p>
                <a:pPr>
                  <a:lnSpc>
                    <a:spcPct val="150000"/>
                  </a:lnSpc>
                </a:pPr>
                <a:endParaRPr kumimoji="1" lang="zh-CN" altLang="en-US" sz="2400" dirty="0"/>
              </a:p>
            </p:txBody>
          </p:sp>
        </mc:Choice>
        <mc:Fallback xmlns="">
          <p:sp>
            <p:nvSpPr>
              <p:cNvPr id="6" name="文本框 5">
                <a:extLst>
                  <a:ext uri="{FF2B5EF4-FFF2-40B4-BE49-F238E27FC236}">
                    <a16:creationId xmlns:a16="http://schemas.microsoft.com/office/drawing/2014/main" id="{496F3593-4E9D-625E-9D13-41E8A40E9EF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51561" y="3129813"/>
                <a:ext cx="6727223" cy="2338525"/>
              </a:xfrm>
              <a:prstGeom prst="rect">
                <a:avLst/>
              </a:prstGeom>
              <a:blipFill>
                <a:blip r:embed="rId3"/>
                <a:stretch>
                  <a:fillRect l="-150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" name="文本框 1">
                <a:extLst>
                  <a:ext uri="{FF2B5EF4-FFF2-40B4-BE49-F238E27FC236}">
                    <a16:creationId xmlns:a16="http://schemas.microsoft.com/office/drawing/2014/main" id="{E7E30F98-101B-F919-3FF3-59454E6CE225}"/>
                  </a:ext>
                </a:extLst>
              </p:cNvPr>
              <p:cNvSpPr txBox="1"/>
              <p:nvPr/>
            </p:nvSpPr>
            <p:spPr>
              <a:xfrm>
                <a:off x="449452" y="1797803"/>
                <a:ext cx="8528147" cy="113024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kumimoji="1" lang="zh-CN" altLang="en-US" sz="2400" dirty="0">
                    <a:latin typeface="Times New Roman" panose="02020603050405020304" pitchFamily="18" charset="0"/>
                    <a:ea typeface="KaiTi" panose="02010609060101010101" pitchFamily="49" charset="-122"/>
                    <a:cs typeface="Times New Roman" panose="02020603050405020304" pitchFamily="18" charset="0"/>
                  </a:rPr>
                  <a:t>设</a:t>
                </a:r>
                <a14:m>
                  <m:oMath xmlns:m="http://schemas.openxmlformats.org/officeDocument/2006/math">
                    <m:r>
                      <a:rPr kumimoji="1" lang="en-US" altLang="zh-CN" sz="2400" i="1" dirty="0" smtClean="0">
                        <a:latin typeface="Cambria Math" panose="02040503050406030204" pitchFamily="18" charset="0"/>
                        <a:ea typeface="KaiTi" panose="02010609060101010101" pitchFamily="49" charset="-122"/>
                        <a:cs typeface="Times New Roman" panose="02020603050405020304" pitchFamily="18" charset="0"/>
                      </a:rPr>
                      <m:t>(</m:t>
                    </m:r>
                    <m:r>
                      <a:rPr kumimoji="1" lang="en-US" altLang="zh-CN" sz="2400" i="1" dirty="0" smtClean="0">
                        <a:latin typeface="Cambria Math" panose="02040503050406030204" pitchFamily="18" charset="0"/>
                        <a:ea typeface="KaiTi" panose="02010609060101010101" pitchFamily="49" charset="-122"/>
                        <a:cs typeface="Times New Roman" panose="02020603050405020304" pitchFamily="18" charset="0"/>
                      </a:rPr>
                      <m:t>𝑋</m:t>
                    </m:r>
                    <m:r>
                      <a:rPr kumimoji="1" lang="en-US" altLang="zh-CN" sz="2400" i="1" dirty="0" smtClean="0">
                        <a:latin typeface="Cambria Math" panose="02040503050406030204" pitchFamily="18" charset="0"/>
                        <a:ea typeface="KaiTi" panose="02010609060101010101" pitchFamily="49" charset="-122"/>
                        <a:cs typeface="Times New Roman" panose="02020603050405020304" pitchFamily="18" charset="0"/>
                      </a:rPr>
                      <m:t>,</m:t>
                    </m:r>
                    <m:r>
                      <a:rPr kumimoji="1" lang="en-US" altLang="zh-CN" sz="2400" i="1" dirty="0" smtClean="0">
                        <a:latin typeface="Cambria Math" panose="02040503050406030204" pitchFamily="18" charset="0"/>
                        <a:ea typeface="KaiTi" panose="02010609060101010101" pitchFamily="49" charset="-122"/>
                        <a:cs typeface="Times New Roman" panose="02020603050405020304" pitchFamily="18" charset="0"/>
                      </a:rPr>
                      <m:t>𝑌</m:t>
                    </m:r>
                    <m:r>
                      <a:rPr kumimoji="1" lang="en-US" altLang="zh-CN" sz="2400" i="1" dirty="0" smtClean="0">
                        <a:latin typeface="Cambria Math" panose="02040503050406030204" pitchFamily="18" charset="0"/>
                        <a:ea typeface="KaiTi" panose="02010609060101010101" pitchFamily="49" charset="-122"/>
                        <a:cs typeface="Times New Roman" panose="02020603050405020304" pitchFamily="18" charset="0"/>
                      </a:rPr>
                      <m:t>)</m:t>
                    </m:r>
                  </m:oMath>
                </a14:m>
                <a:r>
                  <a:rPr kumimoji="1" lang="zh-CN" altLang="en-US" sz="2400" dirty="0">
                    <a:latin typeface="Times New Roman" panose="02020603050405020304" pitchFamily="18" charset="0"/>
                    <a:ea typeface="KaiTi" panose="02010609060101010101" pitchFamily="49" charset="-122"/>
                    <a:cs typeface="Times New Roman" panose="02020603050405020304" pitchFamily="18" charset="0"/>
                  </a:rPr>
                  <a:t>是一个二维随机向量，</a:t>
                </a:r>
                <a14:m>
                  <m:oMath xmlns:m="http://schemas.openxmlformats.org/officeDocument/2006/math">
                    <m:r>
                      <a:rPr kumimoji="1" lang="en-US" altLang="zh-CN" sz="2400" i="1" dirty="0" smtClean="0">
                        <a:latin typeface="Cambria Math" panose="02040503050406030204" pitchFamily="18" charset="0"/>
                        <a:ea typeface="KaiTi" panose="02010609060101010101" pitchFamily="49" charset="-122"/>
                        <a:cs typeface="Times New Roman" panose="02020603050405020304" pitchFamily="18" charset="0"/>
                      </a:rPr>
                      <m:t>𝑋</m:t>
                    </m:r>
                  </m:oMath>
                </a14:m>
                <a:r>
                  <a:rPr kumimoji="1" lang="zh-CN" altLang="en-US" sz="2400" dirty="0">
                    <a:latin typeface="Times New Roman" panose="02020603050405020304" pitchFamily="18" charset="0"/>
                    <a:ea typeface="KaiTi" panose="02010609060101010101" pitchFamily="49" charset="-122"/>
                    <a:cs typeface="Times New Roman" panose="02020603050405020304" pitchFamily="18" charset="0"/>
                  </a:rPr>
                  <a:t>和</a:t>
                </a:r>
                <a14:m>
                  <m:oMath xmlns:m="http://schemas.openxmlformats.org/officeDocument/2006/math">
                    <m:r>
                      <a:rPr kumimoji="1" lang="en-US" altLang="zh-CN" sz="2400" i="1" dirty="0" smtClean="0">
                        <a:latin typeface="Cambria Math" panose="02040503050406030204" pitchFamily="18" charset="0"/>
                        <a:ea typeface="KaiTi" panose="02010609060101010101" pitchFamily="49" charset="-122"/>
                        <a:cs typeface="Times New Roman" panose="02020603050405020304" pitchFamily="18" charset="0"/>
                      </a:rPr>
                      <m:t>𝑌</m:t>
                    </m:r>
                  </m:oMath>
                </a14:m>
                <a:r>
                  <a:rPr kumimoji="1" lang="zh-CN" altLang="en-US" sz="2400" dirty="0">
                    <a:latin typeface="Times New Roman" panose="02020603050405020304" pitchFamily="18" charset="0"/>
                    <a:ea typeface="KaiTi" panose="02010609060101010101" pitchFamily="49" charset="-122"/>
                    <a:cs typeface="Times New Roman" panose="02020603050405020304" pitchFamily="18" charset="0"/>
                  </a:rPr>
                  <a:t>的方差均存在，且均为正，则称</a:t>
                </a:r>
              </a:p>
            </p:txBody>
          </p:sp>
        </mc:Choice>
        <mc:Fallback xmlns="">
          <p:sp>
            <p:nvSpPr>
              <p:cNvPr id="2" name="文本框 1">
                <a:extLst>
                  <a:ext uri="{FF2B5EF4-FFF2-40B4-BE49-F238E27FC236}">
                    <a16:creationId xmlns:a16="http://schemas.microsoft.com/office/drawing/2014/main" id="{E7E30F98-101B-F919-3FF3-59454E6CE22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9452" y="1797803"/>
                <a:ext cx="8528147" cy="1130246"/>
              </a:xfrm>
              <a:prstGeom prst="rect">
                <a:avLst/>
              </a:prstGeom>
              <a:blipFill>
                <a:blip r:embed="rId4"/>
                <a:stretch>
                  <a:fillRect l="-1144" r="-4646" b="-1027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文本框 6">
                <a:extLst>
                  <a:ext uri="{FF2B5EF4-FFF2-40B4-BE49-F238E27FC236}">
                    <a16:creationId xmlns:a16="http://schemas.microsoft.com/office/drawing/2014/main" id="{2477B6D2-D0C2-4CCB-D37F-8A13505241DD}"/>
                  </a:ext>
                </a:extLst>
              </p:cNvPr>
              <p:cNvSpPr txBox="1"/>
              <p:nvPr/>
            </p:nvSpPr>
            <p:spPr>
              <a:xfrm>
                <a:off x="449451" y="4774334"/>
                <a:ext cx="8528147" cy="57996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kumimoji="1" lang="zh-CN" altLang="en-US" sz="2400" dirty="0">
                    <a:latin typeface="Times New Roman" panose="02020603050405020304" pitchFamily="18" charset="0"/>
                    <a:ea typeface="KaiTi" panose="02010609060101010101" pitchFamily="49" charset="-122"/>
                    <a:cs typeface="Times New Roman" panose="02020603050405020304" pitchFamily="18" charset="0"/>
                  </a:rPr>
                  <a:t>为</a:t>
                </a:r>
                <a14:m>
                  <m:oMath xmlns:m="http://schemas.openxmlformats.org/officeDocument/2006/math">
                    <m:r>
                      <a:rPr kumimoji="1" lang="en-US" altLang="zh-CN" sz="2400" i="1" dirty="0" smtClean="0">
                        <a:latin typeface="Cambria Math" panose="02040503050406030204" pitchFamily="18" charset="0"/>
                        <a:ea typeface="KaiTi" panose="02010609060101010101" pitchFamily="49" charset="-122"/>
                        <a:cs typeface="Times New Roman" panose="02020603050405020304" pitchFamily="18" charset="0"/>
                      </a:rPr>
                      <m:t>𝑋</m:t>
                    </m:r>
                  </m:oMath>
                </a14:m>
                <a:r>
                  <a:rPr kumimoji="1" lang="zh-CN" altLang="en-US" sz="2400" dirty="0">
                    <a:latin typeface="Times New Roman" panose="02020603050405020304" pitchFamily="18" charset="0"/>
                    <a:ea typeface="KaiTi" panose="02010609060101010101" pitchFamily="49" charset="-122"/>
                    <a:cs typeface="Times New Roman" panose="02020603050405020304" pitchFamily="18" charset="0"/>
                  </a:rPr>
                  <a:t>和</a:t>
                </a:r>
                <a14:m>
                  <m:oMath xmlns:m="http://schemas.openxmlformats.org/officeDocument/2006/math">
                    <m:r>
                      <a:rPr kumimoji="1" lang="en-US" altLang="zh-CN" sz="2400" i="1" dirty="0" smtClean="0">
                        <a:latin typeface="Cambria Math" panose="02040503050406030204" pitchFamily="18" charset="0"/>
                        <a:ea typeface="KaiTi" panose="02010609060101010101" pitchFamily="49" charset="-122"/>
                        <a:cs typeface="Times New Roman" panose="02020603050405020304" pitchFamily="18" charset="0"/>
                      </a:rPr>
                      <m:t>𝑌</m:t>
                    </m:r>
                  </m:oMath>
                </a14:m>
                <a:r>
                  <a:rPr kumimoji="1" lang="zh-CN" altLang="en-US" sz="2400" dirty="0">
                    <a:latin typeface="Times New Roman" panose="02020603050405020304" pitchFamily="18" charset="0"/>
                    <a:ea typeface="KaiTi" panose="02010609060101010101" pitchFamily="49" charset="-122"/>
                    <a:cs typeface="Times New Roman" panose="02020603050405020304" pitchFamily="18" charset="0"/>
                  </a:rPr>
                  <a:t>之间的相关系数</a:t>
                </a:r>
              </a:p>
            </p:txBody>
          </p:sp>
        </mc:Choice>
        <mc:Fallback xmlns="">
          <p:sp>
            <p:nvSpPr>
              <p:cNvPr id="7" name="文本框 6">
                <a:extLst>
                  <a:ext uri="{FF2B5EF4-FFF2-40B4-BE49-F238E27FC236}">
                    <a16:creationId xmlns:a16="http://schemas.microsoft.com/office/drawing/2014/main" id="{2477B6D2-D0C2-4CCB-D37F-8A13505241D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9451" y="4774334"/>
                <a:ext cx="8528147" cy="579967"/>
              </a:xfrm>
              <a:prstGeom prst="rect">
                <a:avLst/>
              </a:prstGeom>
              <a:blipFill>
                <a:blip r:embed="rId5"/>
                <a:stretch>
                  <a:fillRect l="-1144" b="-2000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" name="直线连接符 2">
            <a:extLst>
              <a:ext uri="{FF2B5EF4-FFF2-40B4-BE49-F238E27FC236}">
                <a16:creationId xmlns:a16="http://schemas.microsoft.com/office/drawing/2014/main" id="{BF898660-59C9-33B1-12E9-1BF78D363BEA}"/>
              </a:ext>
            </a:extLst>
          </p:cNvPr>
          <p:cNvCxnSpPr/>
          <p:nvPr/>
        </p:nvCxnSpPr>
        <p:spPr>
          <a:xfrm>
            <a:off x="0" y="1082842"/>
            <a:ext cx="9144000" cy="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47021445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4" presetClass="emph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animMotion origin="layout" path="M 0.0 0.0 L 0.0 -0.07213" pathEditMode="relative" ptsTypes="">
                                      <p:cBhvr>
                                        <p:cTn id="6" dur="1000" accel="50000" decel="500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Rot by="1500000">
                                      <p:cBhvr>
                                        <p:cTn id="7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8" dur="5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9" dur="500" fill="hold">
                                          <p:stCondLst>
                                            <p:cond delay="100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500000">
                                      <p:cBhvr>
                                        <p:cTn id="10" dur="500" fill="hold">
                                          <p:stCondLst>
                                            <p:cond delay="150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>
            <a:extLst>
              <a:ext uri="{FF2B5EF4-FFF2-40B4-BE49-F238E27FC236}">
                <a16:creationId xmlns:a16="http://schemas.microsoft.com/office/drawing/2014/main" id="{F056F3B8-98D1-8E31-2EF0-A96B667263B7}"/>
              </a:ext>
            </a:extLst>
          </p:cNvPr>
          <p:cNvGrpSpPr/>
          <p:nvPr/>
        </p:nvGrpSpPr>
        <p:grpSpPr>
          <a:xfrm>
            <a:off x="309966" y="865570"/>
            <a:ext cx="8100609" cy="1571786"/>
            <a:chOff x="309966" y="790414"/>
            <a:chExt cx="8834034" cy="1638558"/>
          </a:xfrm>
        </p:grpSpPr>
        <p:pic>
          <p:nvPicPr>
            <p:cNvPr id="3" name="图片 2" descr="文本, 信件&#10;&#10;描述已自动生成">
              <a:extLst>
                <a:ext uri="{FF2B5EF4-FFF2-40B4-BE49-F238E27FC236}">
                  <a16:creationId xmlns:a16="http://schemas.microsoft.com/office/drawing/2014/main" id="{971E49E0-00AF-B755-6701-2A35F2AC76C0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r="11316" b="77779"/>
            <a:stretch/>
          </p:blipFill>
          <p:spPr>
            <a:xfrm>
              <a:off x="317274" y="1368886"/>
              <a:ext cx="8826726" cy="1060086"/>
            </a:xfrm>
            <a:prstGeom prst="rect">
              <a:avLst/>
            </a:prstGeom>
          </p:spPr>
        </p:pic>
        <p:sp>
          <p:nvSpPr>
            <p:cNvPr id="2" name="矩形 1">
              <a:extLst>
                <a:ext uri="{FF2B5EF4-FFF2-40B4-BE49-F238E27FC236}">
                  <a16:creationId xmlns:a16="http://schemas.microsoft.com/office/drawing/2014/main" id="{51B87017-88B8-EFE9-9A5D-726B9794AFD7}"/>
                </a:ext>
              </a:extLst>
            </p:cNvPr>
            <p:cNvSpPr/>
            <p:nvPr/>
          </p:nvSpPr>
          <p:spPr>
            <a:xfrm>
              <a:off x="309966" y="790414"/>
              <a:ext cx="914400" cy="1053884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</p:grpSp>
      <p:pic>
        <p:nvPicPr>
          <p:cNvPr id="5" name="图片 4" descr="文本, 信件&#10;&#10;描述已自动生成">
            <a:extLst>
              <a:ext uri="{FF2B5EF4-FFF2-40B4-BE49-F238E27FC236}">
                <a16:creationId xmlns:a16="http://schemas.microsoft.com/office/drawing/2014/main" id="{BF28BA72-A949-24DE-8ADC-6E70F77FBC4D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22220" b="34210"/>
          <a:stretch/>
        </p:blipFill>
        <p:spPr>
          <a:xfrm>
            <a:off x="128606" y="3429000"/>
            <a:ext cx="8886787" cy="1855923"/>
          </a:xfrm>
          <a:prstGeom prst="rect">
            <a:avLst/>
          </a:prstGeom>
        </p:spPr>
      </p:pic>
      <p:cxnSp>
        <p:nvCxnSpPr>
          <p:cNvPr id="8" name="直线连接符 7">
            <a:extLst>
              <a:ext uri="{FF2B5EF4-FFF2-40B4-BE49-F238E27FC236}">
                <a16:creationId xmlns:a16="http://schemas.microsoft.com/office/drawing/2014/main" id="{CC399C9A-1262-FBCC-0B36-E5C5E5722616}"/>
              </a:ext>
            </a:extLst>
          </p:cNvPr>
          <p:cNvCxnSpPr/>
          <p:nvPr/>
        </p:nvCxnSpPr>
        <p:spPr>
          <a:xfrm>
            <a:off x="0" y="1082842"/>
            <a:ext cx="9144000" cy="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矩形 8">
            <a:extLst>
              <a:ext uri="{FF2B5EF4-FFF2-40B4-BE49-F238E27FC236}">
                <a16:creationId xmlns:a16="http://schemas.microsoft.com/office/drawing/2014/main" id="{7893AFEB-F6DC-797B-97BF-EEE62FB834D5}"/>
              </a:ext>
            </a:extLst>
          </p:cNvPr>
          <p:cNvSpPr/>
          <p:nvPr/>
        </p:nvSpPr>
        <p:spPr bwMode="auto">
          <a:xfrm>
            <a:off x="0" y="0"/>
            <a:ext cx="260169" cy="6858000"/>
          </a:xfrm>
          <a:prstGeom prst="rect">
            <a:avLst/>
          </a:prstGeom>
          <a:solidFill>
            <a:srgbClr val="00B050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28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8C2DDC7D-C925-14F7-9737-DFFE795FCEFA}"/>
              </a:ext>
            </a:extLst>
          </p:cNvPr>
          <p:cNvSpPr txBox="1"/>
          <p:nvPr/>
        </p:nvSpPr>
        <p:spPr>
          <a:xfrm>
            <a:off x="2186940" y="313460"/>
            <a:ext cx="457200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1" lang="en-US" altLang="zh-CN" sz="4000" b="0" i="0" dirty="0">
                <a:solidFill>
                  <a:srgbClr val="FF0000"/>
                </a:solidFill>
                <a:latin typeface="Arial" panose="020B0604020202020204" pitchFamily="34" charset="0"/>
                <a:ea typeface="STXinwei" panose="02010800040101010101" pitchFamily="2" charset="-122"/>
                <a:cs typeface="Arial" panose="020B0604020202020204" pitchFamily="34" charset="0"/>
              </a:rPr>
              <a:t>Practice </a:t>
            </a:r>
            <a:r>
              <a:rPr lang="en-US" altLang="zh-CN" sz="4000" dirty="0">
                <a:solidFill>
                  <a:srgbClr val="FF0000"/>
                </a:solidFill>
                <a:latin typeface="Arial" panose="020B0604020202020204" pitchFamily="34" charset="0"/>
                <a:ea typeface="STXinwei" panose="02010800040101010101" pitchFamily="2" charset="-122"/>
                <a:cs typeface="Arial" panose="020B0604020202020204" pitchFamily="34" charset="0"/>
              </a:rPr>
              <a:t>#6</a:t>
            </a:r>
            <a:endParaRPr lang="zh-CN" altLang="en-US" sz="4000" dirty="0">
              <a:solidFill>
                <a:srgbClr val="FF0000"/>
              </a:solidFill>
              <a:latin typeface="Arial" panose="020B0604020202020204" pitchFamily="34" charset="0"/>
              <a:ea typeface="STXinwei" panose="02010800040101010101" pitchFamily="2" charset="-122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529093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A72D8AD7-8336-85D3-E5BC-8CC0BB0C864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71450" y="942975"/>
                <a:ext cx="8780690" cy="5192486"/>
              </a:xfrm>
            </p:spPr>
            <p:txBody>
              <a:bodyPr>
                <a:normAutofit/>
              </a:bodyPr>
              <a:lstStyle/>
              <a:p>
                <a:pPr marL="0" indent="0">
                  <a:lnSpc>
                    <a:spcPct val="150000"/>
                  </a:lnSpc>
                  <a:buNone/>
                </a:pPr>
                <a:endParaRPr lang="zh-CN" altLang="zh-CN" sz="2300" kern="100" dirty="0">
                  <a:latin typeface="KaiTi" panose="02010609060101010101" pitchFamily="49" charset="-122"/>
                  <a:cs typeface="Times New Roman" panose="02020603050405020304" pitchFamily="18" charset="0"/>
                </a:endParaRPr>
              </a:p>
              <a:p>
                <a:pPr marL="0" indent="0">
                  <a:lnSpc>
                    <a:spcPct val="150000"/>
                  </a:lnSpc>
                  <a:buNone/>
                </a:pPr>
                <a:r>
                  <a:rPr lang="zh-CN" altLang="en-US" sz="2300" kern="100" dirty="0">
                    <a:latin typeface="Cambria Math" panose="02040503050406030204" pitchFamily="18" charset="0"/>
                    <a:cs typeface="Times New Roman" panose="02020603050405020304" pitchFamily="18" charset="0"/>
                  </a:rPr>
                  <a:t>考虑以</a:t>
                </a:r>
                <a14:m>
                  <m:oMath xmlns:m="http://schemas.openxmlformats.org/officeDocument/2006/math">
                    <m:r>
                      <a:rPr lang="en-US" altLang="zh-CN" sz="2300" i="1" kern="100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𝑋</m:t>
                    </m:r>
                  </m:oMath>
                </a14:m>
                <a:r>
                  <a:rPr lang="zh-CN" altLang="en-US" sz="2300" kern="100" dirty="0">
                    <a:latin typeface="Cambria Math" panose="02040503050406030204" pitchFamily="18" charset="0"/>
                    <a:cs typeface="Times New Roman" panose="02020603050405020304" pitchFamily="18" charset="0"/>
                  </a:rPr>
                  <a:t>的线性函数</a:t>
                </a:r>
                <a14:m>
                  <m:oMath xmlns:m="http://schemas.openxmlformats.org/officeDocument/2006/math">
                    <m:r>
                      <a:rPr lang="en-US" altLang="zh-CN" sz="2300" i="1" kern="100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𝑎</m:t>
                    </m:r>
                    <m:r>
                      <a:rPr lang="en-US" altLang="zh-CN" sz="2300" i="1" kern="100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+</m:t>
                    </m:r>
                    <m:r>
                      <a:rPr lang="en-US" altLang="zh-CN" sz="2300" i="1" kern="100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𝑏𝑋</m:t>
                    </m:r>
                  </m:oMath>
                </a14:m>
                <a:r>
                  <a:rPr lang="zh-CN" altLang="en-US" sz="2300" kern="100" dirty="0">
                    <a:latin typeface="Cambria Math" panose="02040503050406030204" pitchFamily="18" charset="0"/>
                    <a:cs typeface="Times New Roman" panose="02020603050405020304" pitchFamily="18" charset="0"/>
                  </a:rPr>
                  <a:t>来近似表示</a:t>
                </a:r>
                <a14:m>
                  <m:oMath xmlns:m="http://schemas.openxmlformats.org/officeDocument/2006/math">
                    <m:r>
                      <a:rPr lang="en-US" altLang="zh-CN" sz="2300" i="1" kern="100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𝑌</m:t>
                    </m:r>
                  </m:oMath>
                </a14:m>
                <a:r>
                  <a:rPr lang="zh-CN" altLang="en-US" sz="2300" kern="100" dirty="0">
                    <a:latin typeface="Cambria Math" panose="02040503050406030204" pitchFamily="18" charset="0"/>
                    <a:cs typeface="Times New Roman" panose="02020603050405020304" pitchFamily="18" charset="0"/>
                  </a:rPr>
                  <a:t>，以均方误差</a:t>
                </a:r>
                <a:endParaRPr lang="en-US" altLang="zh-CN" sz="2300" kern="100" dirty="0">
                  <a:latin typeface="Cambria Math" panose="020405030504060302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lnSpc>
                    <a:spcPct val="15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eqArr>
                        <m:eqArrPr>
                          <m:ctrlPr>
                            <a:rPr lang="zh-CN" altLang="zh-CN" sz="2300" i="1" kern="10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eqArrPr>
                        <m:e>
                          <m:r>
                            <a:rPr lang="en-US" altLang="zh-CN" sz="2300" kern="10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𝑒</m:t>
                          </m:r>
                          <m:r>
                            <a:rPr lang="en-US" altLang="zh-CN" sz="2300" kern="10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=</m:t>
                          </m:r>
                          <m:r>
                            <a:rPr lang="en-US" altLang="zh-CN" sz="2300" kern="10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𝐸</m:t>
                          </m:r>
                          <m:r>
                            <a:rPr lang="en-US" altLang="zh-CN" sz="2300" kern="10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{[</m:t>
                          </m:r>
                          <m:r>
                            <a:rPr lang="en-US" altLang="zh-CN" sz="2300" kern="10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𝑌</m:t>
                          </m:r>
                          <m:r>
                            <a:rPr lang="en-US" altLang="zh-CN" sz="2300" kern="10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−(</m:t>
                          </m:r>
                          <m:r>
                            <a:rPr lang="en-US" altLang="zh-CN" sz="2300" kern="10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𝑎</m:t>
                          </m:r>
                          <m:r>
                            <a:rPr lang="en-US" altLang="zh-CN" sz="2300" kern="10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+</m:t>
                          </m:r>
                          <m:r>
                            <a:rPr lang="en-US" altLang="zh-CN" sz="2300" kern="10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𝑏𝑋</m:t>
                          </m:r>
                          <m:r>
                            <a:rPr lang="en-US" altLang="zh-CN" sz="2300" kern="10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)</m:t>
                          </m:r>
                          <m:sSup>
                            <m:sSupPr>
                              <m:ctrlPr>
                                <a:rPr lang="zh-CN" altLang="zh-CN" sz="2300" i="1" kern="10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sz="2300" kern="10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  <m:t>]</m:t>
                              </m:r>
                            </m:e>
                            <m:sup>
                              <m:r>
                                <a:rPr lang="en-US" altLang="zh-CN" sz="2300" kern="10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US" altLang="zh-CN" sz="2300" kern="10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}</m:t>
                          </m:r>
                        </m:e>
                        <m:e/>
                      </m:eqArr>
                    </m:oMath>
                  </m:oMathPara>
                </a14:m>
                <a:endParaRPr lang="en-US" altLang="zh-CN" sz="2300" kern="100" dirty="0">
                  <a:solidFill>
                    <a:srgbClr val="FF0000"/>
                  </a:solidFill>
                  <a:latin typeface="Cambria Math" panose="020405030504060302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lnSpc>
                    <a:spcPct val="150000"/>
                  </a:lnSpc>
                  <a:buNone/>
                </a:pPr>
                <a:r>
                  <a:rPr lang="zh-CN" altLang="en-US" sz="2300" kern="100" dirty="0">
                    <a:latin typeface="Cambria Math" panose="02040503050406030204" pitchFamily="18" charset="0"/>
                    <a:cs typeface="Times New Roman" panose="02020603050405020304" pitchFamily="18" charset="0"/>
                  </a:rPr>
                  <a:t>来衡量以</a:t>
                </a:r>
                <a14:m>
                  <m:oMath xmlns:m="http://schemas.openxmlformats.org/officeDocument/2006/math">
                    <m:r>
                      <a:rPr lang="en-US" altLang="zh-CN" sz="2300" i="1" kern="100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𝑎</m:t>
                    </m:r>
                    <m:r>
                      <a:rPr lang="en-US" altLang="zh-CN" sz="2300" i="1" kern="100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+</m:t>
                    </m:r>
                    <m:r>
                      <a:rPr lang="en-US" altLang="zh-CN" sz="2300" i="1" kern="100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𝑏𝑋</m:t>
                    </m:r>
                  </m:oMath>
                </a14:m>
                <a:r>
                  <a:rPr lang="zh-CN" altLang="en-US" sz="2300" kern="100" dirty="0">
                    <a:latin typeface="Cambria Math" panose="02040503050406030204" pitchFamily="18" charset="0"/>
                    <a:cs typeface="Times New Roman" panose="02020603050405020304" pitchFamily="18" charset="0"/>
                  </a:rPr>
                  <a:t>近似表达</a:t>
                </a:r>
                <a14:m>
                  <m:oMath xmlns:m="http://schemas.openxmlformats.org/officeDocument/2006/math">
                    <m:r>
                      <a:rPr lang="en-US" altLang="zh-CN" sz="2300" i="1" kern="100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𝑌</m:t>
                    </m:r>
                  </m:oMath>
                </a14:m>
                <a:r>
                  <a:rPr lang="zh-CN" altLang="en-US" sz="2300" kern="100" dirty="0">
                    <a:latin typeface="Cambria Math" panose="02040503050406030204" pitchFamily="18" charset="0"/>
                    <a:cs typeface="Times New Roman" panose="02020603050405020304" pitchFamily="18" charset="0"/>
                  </a:rPr>
                  <a:t>的好坏程度。</a:t>
                </a:r>
                <a:endParaRPr lang="en-US" altLang="zh-CN" sz="2300" kern="100" dirty="0">
                  <a:latin typeface="Cambria Math" panose="020405030504060302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lnSpc>
                    <a:spcPct val="150000"/>
                  </a:lnSpc>
                  <a:buNone/>
                </a:pPr>
                <a14:m>
                  <m:oMath xmlns:m="http://schemas.openxmlformats.org/officeDocument/2006/math">
                    <m:r>
                      <a:rPr lang="en-US" altLang="zh-CN" sz="2300" i="1" kern="100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𝑒</m:t>
                    </m:r>
                  </m:oMath>
                </a14:m>
                <a:r>
                  <a:rPr lang="zh-CN" altLang="en-US" sz="2300" kern="100" dirty="0">
                    <a:latin typeface="Cambria Math" panose="02040503050406030204" pitchFamily="18" charset="0"/>
                    <a:cs typeface="Times New Roman" panose="02020603050405020304" pitchFamily="18" charset="0"/>
                  </a:rPr>
                  <a:t>的值越小表示</a:t>
                </a:r>
                <a14:m>
                  <m:oMath xmlns:m="http://schemas.openxmlformats.org/officeDocument/2006/math">
                    <m:r>
                      <a:rPr lang="en-US" altLang="zh-CN" sz="2300" i="1" kern="100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𝑎</m:t>
                    </m:r>
                    <m:r>
                      <a:rPr lang="en-US" altLang="zh-CN" sz="2300" i="1" kern="100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+</m:t>
                    </m:r>
                    <m:r>
                      <a:rPr lang="en-US" altLang="zh-CN" sz="2300" i="1" kern="100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𝑏𝑋</m:t>
                    </m:r>
                  </m:oMath>
                </a14:m>
                <a:r>
                  <a:rPr lang="zh-CN" altLang="en-US" sz="2300" kern="100" dirty="0">
                    <a:latin typeface="Cambria Math" panose="02040503050406030204" pitchFamily="18" charset="0"/>
                    <a:cs typeface="Times New Roman" panose="02020603050405020304" pitchFamily="18" charset="0"/>
                  </a:rPr>
                  <a:t>与</a:t>
                </a:r>
                <a14:m>
                  <m:oMath xmlns:m="http://schemas.openxmlformats.org/officeDocument/2006/math">
                    <m:r>
                      <a:rPr lang="en-US" altLang="zh-CN" sz="2300" i="1" kern="100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𝑌</m:t>
                    </m:r>
                  </m:oMath>
                </a14:m>
                <a:r>
                  <a:rPr lang="zh-CN" altLang="en-US" sz="2300" kern="100" dirty="0">
                    <a:latin typeface="Cambria Math" panose="02040503050406030204" pitchFamily="18" charset="0"/>
                    <a:cs typeface="Times New Roman" panose="02020603050405020304" pitchFamily="18" charset="0"/>
                  </a:rPr>
                  <a:t>的近似程度越好。</a:t>
                </a:r>
              </a:p>
            </p:txBody>
          </p:sp>
        </mc:Choice>
        <mc:Fallback xmlns="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A72D8AD7-8336-85D3-E5BC-8CC0BB0C864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71450" y="942975"/>
                <a:ext cx="8780690" cy="5192486"/>
              </a:xfrm>
              <a:blipFill>
                <a:blip r:embed="rId2"/>
                <a:stretch>
                  <a:fillRect l="-101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文本框 3">
                <a:extLst>
                  <a:ext uri="{FF2B5EF4-FFF2-40B4-BE49-F238E27FC236}">
                    <a16:creationId xmlns:a16="http://schemas.microsoft.com/office/drawing/2014/main" id="{A815A731-AC96-4269-C5EF-0DCAA22FD978}"/>
                  </a:ext>
                </a:extLst>
              </p:cNvPr>
              <p:cNvSpPr txBox="1"/>
              <p:nvPr/>
            </p:nvSpPr>
            <p:spPr>
              <a:xfrm>
                <a:off x="2186940" y="313460"/>
                <a:ext cx="4572000" cy="70788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zh-CN" altLang="en-US" sz="400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STXinwei" panose="02010800040101010101" pitchFamily="2" charset="-122"/>
                        </a:rPr>
                        <m:t>相关系数</m:t>
                      </m:r>
                      <m:r>
                        <a:rPr kumimoji="1" lang="zh-CN" altLang="en-US" sz="4000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STXinwei" panose="02010800040101010101" pitchFamily="2" charset="-122"/>
                        </a:rPr>
                        <m:t>的</m:t>
                      </m:r>
                      <m:r>
                        <a:rPr kumimoji="1" lang="zh-CN" altLang="en-US" sz="400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STXinwei" panose="02010800040101010101" pitchFamily="2" charset="-122"/>
                        </a:rPr>
                        <m:t>意义</m:t>
                      </m:r>
                    </m:oMath>
                  </m:oMathPara>
                </a14:m>
                <a:endParaRPr lang="zh-CN" altLang="en-US" sz="4000" dirty="0">
                  <a:solidFill>
                    <a:srgbClr val="FF0000"/>
                  </a:solidFill>
                  <a:latin typeface="STXinwei" panose="02010800040101010101" pitchFamily="2" charset="-122"/>
                  <a:ea typeface="STXinwei" panose="02010800040101010101" pitchFamily="2" charset="-122"/>
                </a:endParaRPr>
              </a:p>
            </p:txBody>
          </p:sp>
        </mc:Choice>
        <mc:Fallback xmlns="">
          <p:sp>
            <p:nvSpPr>
              <p:cNvPr id="4" name="文本框 3">
                <a:extLst>
                  <a:ext uri="{FF2B5EF4-FFF2-40B4-BE49-F238E27FC236}">
                    <a16:creationId xmlns:a16="http://schemas.microsoft.com/office/drawing/2014/main" id="{A815A731-AC96-4269-C5EF-0DCAA22FD97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86940" y="313460"/>
                <a:ext cx="4572000" cy="707886"/>
              </a:xfrm>
              <a:prstGeom prst="rect">
                <a:avLst/>
              </a:prstGeom>
              <a:blipFill>
                <a:blip r:embed="rId3"/>
                <a:stretch>
                  <a:fillRect b="-1228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7" name="直线连接符 6">
            <a:extLst>
              <a:ext uri="{FF2B5EF4-FFF2-40B4-BE49-F238E27FC236}">
                <a16:creationId xmlns:a16="http://schemas.microsoft.com/office/drawing/2014/main" id="{C2B35054-428C-83F6-8878-2F664809319E}"/>
              </a:ext>
            </a:extLst>
          </p:cNvPr>
          <p:cNvCxnSpPr/>
          <p:nvPr/>
        </p:nvCxnSpPr>
        <p:spPr>
          <a:xfrm>
            <a:off x="0" y="1082842"/>
            <a:ext cx="9144000" cy="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文本框 4">
                <a:extLst>
                  <a:ext uri="{FF2B5EF4-FFF2-40B4-BE49-F238E27FC236}">
                    <a16:creationId xmlns:a16="http://schemas.microsoft.com/office/drawing/2014/main" id="{001BA9B1-8411-9B01-659A-C35566D1456E}"/>
                  </a:ext>
                </a:extLst>
              </p:cNvPr>
              <p:cNvSpPr txBox="1"/>
              <p:nvPr/>
            </p:nvSpPr>
            <p:spPr>
              <a:xfrm>
                <a:off x="417910" y="4926208"/>
                <a:ext cx="8111728" cy="77585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eqArr>
                        <m:eqArrPr>
                          <m:ctrlPr>
                            <a:rPr lang="zh-CN" altLang="zh-CN" sz="2300" i="1" kern="10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eqArrPr>
                        <m:e/>
                        <m:e>
                          <m:r>
                            <a:rPr lang="en-US" altLang="zh-CN" sz="2300" b="0" i="1" kern="10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𝑒</m:t>
                          </m:r>
                          <m:r>
                            <a:rPr lang="en-US" altLang="zh-CN" sz="2300" kern="10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=</m:t>
                          </m:r>
                          <m:r>
                            <a:rPr lang="en-US" altLang="zh-CN" sz="2300" kern="10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𝐸</m:t>
                          </m:r>
                          <m:r>
                            <a:rPr lang="en-US" altLang="zh-CN" sz="2300" kern="10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(</m:t>
                          </m:r>
                          <m:sSup>
                            <m:sSupPr>
                              <m:ctrlPr>
                                <a:rPr lang="zh-CN" altLang="zh-CN" sz="2300" i="1" kern="10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sz="2300" kern="10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𝑌</m:t>
                              </m:r>
                            </m:e>
                            <m:sup>
                              <m:r>
                                <a:rPr lang="en-US" altLang="zh-CN" sz="2300" kern="10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US" altLang="zh-CN" sz="2300" kern="10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)+</m:t>
                          </m:r>
                          <m:sSup>
                            <m:sSupPr>
                              <m:ctrlPr>
                                <a:rPr lang="zh-CN" altLang="zh-CN" sz="2300" i="1" kern="10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sz="2300" kern="10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𝑏</m:t>
                              </m:r>
                            </m:e>
                            <m:sup>
                              <m:r>
                                <a:rPr lang="en-US" altLang="zh-CN" sz="2300" kern="10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US" altLang="zh-CN" sz="2300" kern="10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𝐸</m:t>
                          </m:r>
                          <m:r>
                            <a:rPr lang="en-US" altLang="zh-CN" sz="2300" kern="10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(</m:t>
                          </m:r>
                          <m:sSup>
                            <m:sSupPr>
                              <m:ctrlPr>
                                <a:rPr lang="zh-CN" altLang="zh-CN" sz="2300" i="1" kern="10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sz="2300" kern="10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𝑋</m:t>
                              </m:r>
                            </m:e>
                            <m:sup>
                              <m:r>
                                <a:rPr lang="en-US" altLang="zh-CN" sz="2300" kern="10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US" altLang="zh-CN" sz="2300" kern="10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)+</m:t>
                          </m:r>
                          <m:sSup>
                            <m:sSupPr>
                              <m:ctrlPr>
                                <a:rPr lang="zh-CN" altLang="zh-CN" sz="2300" i="1" kern="10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sz="2300" kern="10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𝑎</m:t>
                              </m:r>
                            </m:e>
                            <m:sup>
                              <m:r>
                                <a:rPr lang="en-US" altLang="zh-CN" sz="2300" kern="10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US" altLang="zh-CN" sz="2300" kern="10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−2</m:t>
                          </m:r>
                          <m:r>
                            <a:rPr lang="en-US" altLang="zh-CN" sz="2300" kern="10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𝑏𝐸</m:t>
                          </m:r>
                          <m:r>
                            <a:rPr lang="en-US" altLang="zh-CN" sz="2300" kern="10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(</m:t>
                          </m:r>
                          <m:r>
                            <a:rPr lang="en-US" altLang="zh-CN" sz="2300" kern="10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𝑋𝑌</m:t>
                          </m:r>
                          <m:r>
                            <a:rPr lang="en-US" altLang="zh-CN" sz="2300" kern="10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)+2</m:t>
                          </m:r>
                          <m:r>
                            <a:rPr lang="en-US" altLang="zh-CN" sz="2300" kern="10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𝑎𝑏𝐸</m:t>
                          </m:r>
                          <m:r>
                            <a:rPr lang="en-US" altLang="zh-CN" sz="2300" kern="10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(</m:t>
                          </m:r>
                          <m:r>
                            <a:rPr lang="en-US" altLang="zh-CN" sz="2300" kern="10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𝑋</m:t>
                          </m:r>
                          <m:r>
                            <a:rPr lang="en-US" altLang="zh-CN" sz="2300" kern="10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)−2</m:t>
                          </m:r>
                          <m:r>
                            <a:rPr lang="en-US" altLang="zh-CN" sz="2300" kern="10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𝑎𝐸</m:t>
                          </m:r>
                          <m:r>
                            <a:rPr lang="en-US" altLang="zh-CN" sz="2300" kern="10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(</m:t>
                          </m:r>
                          <m:r>
                            <a:rPr lang="en-US" altLang="zh-CN" sz="2300" kern="10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𝑌</m:t>
                          </m:r>
                          <m:r>
                            <a:rPr lang="en-US" altLang="zh-CN" sz="2300" kern="10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)</m:t>
                          </m:r>
                        </m:e>
                      </m:eqArr>
                    </m:oMath>
                  </m:oMathPara>
                </a14:m>
                <a:endParaRPr lang="zh-CN" altLang="en-US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5" name="文本框 4">
                <a:extLst>
                  <a:ext uri="{FF2B5EF4-FFF2-40B4-BE49-F238E27FC236}">
                    <a16:creationId xmlns:a16="http://schemas.microsoft.com/office/drawing/2014/main" id="{001BA9B1-8411-9B01-659A-C35566D1456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7910" y="4926208"/>
                <a:ext cx="8111728" cy="775853"/>
              </a:xfrm>
              <a:prstGeom prst="rect">
                <a:avLst/>
              </a:prstGeom>
              <a:blipFill>
                <a:blip r:embed="rId4"/>
                <a:stretch>
                  <a:fillRect b="-1290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8841824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4" name="内容占位符 2">
                <a:extLst>
                  <a:ext uri="{FF2B5EF4-FFF2-40B4-BE49-F238E27FC236}">
                    <a16:creationId xmlns:a16="http://schemas.microsoft.com/office/drawing/2014/main" id="{43B505FB-2DFB-3D2A-4624-D30E086849E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81655" y="1991347"/>
                <a:ext cx="8780690" cy="5192486"/>
              </a:xfrm>
            </p:spPr>
            <p:txBody>
              <a:bodyPr>
                <a:noAutofit/>
              </a:bodyPr>
              <a:lstStyle/>
              <a:p>
                <a:pPr marL="0" indent="0">
                  <a:lnSpc>
                    <a:spcPct val="100000"/>
                  </a:lnSpc>
                  <a:buNone/>
                </a:pPr>
                <a:r>
                  <a:rPr lang="zh-CN" altLang="en-US" sz="2100" kern="100" dirty="0">
                    <a:latin typeface="Cambria Math" panose="02040503050406030204" pitchFamily="18" charset="0"/>
                    <a:cs typeface="Times New Roman" panose="02020603050405020304" pitchFamily="18" charset="0"/>
                  </a:rPr>
                  <a:t>取</a:t>
                </a:r>
                <a14:m>
                  <m:oMath xmlns:m="http://schemas.openxmlformats.org/officeDocument/2006/math">
                    <m:r>
                      <a:rPr lang="en-US" altLang="zh-CN" sz="2100" i="1" kern="100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𝑎</m:t>
                    </m:r>
                    <m:r>
                      <a:rPr lang="zh-CN" altLang="en-US" sz="2100" i="1" kern="100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，</m:t>
                    </m:r>
                    <m:r>
                      <a:rPr lang="en-US" altLang="zh-CN" sz="2100" i="1" kern="100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𝑏</m:t>
                    </m:r>
                  </m:oMath>
                </a14:m>
                <a:r>
                  <a:rPr lang="zh-CN" altLang="en-US" sz="2100" kern="100" dirty="0">
                    <a:latin typeface="Cambria Math" panose="02040503050406030204" pitchFamily="18" charset="0"/>
                    <a:cs typeface="Times New Roman" panose="02020603050405020304" pitchFamily="18" charset="0"/>
                  </a:rPr>
                  <a:t>使</a:t>
                </a:r>
                <a14:m>
                  <m:oMath xmlns:m="http://schemas.openxmlformats.org/officeDocument/2006/math">
                    <m:r>
                      <a:rPr lang="en-US" altLang="zh-CN" sz="2100" i="1" kern="100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𝑒</m:t>
                    </m:r>
                  </m:oMath>
                </a14:m>
                <a:r>
                  <a:rPr lang="zh-CN" altLang="en-US" sz="2100" kern="100" dirty="0">
                    <a:latin typeface="Cambria Math" panose="02040503050406030204" pitchFamily="18" charset="0"/>
                    <a:cs typeface="Times New Roman" panose="02020603050405020304" pitchFamily="18" charset="0"/>
                  </a:rPr>
                  <a:t>取到最小，求最佳近似式</a:t>
                </a:r>
                <a14:m>
                  <m:oMath xmlns:m="http://schemas.openxmlformats.org/officeDocument/2006/math">
                    <m:r>
                      <a:rPr lang="en-US" altLang="zh-CN" sz="2100" i="1" kern="100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𝑎</m:t>
                    </m:r>
                    <m:r>
                      <a:rPr lang="en-US" altLang="zh-CN" sz="2100" i="1" kern="100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+</m:t>
                    </m:r>
                    <m:r>
                      <a:rPr lang="en-US" altLang="zh-CN" sz="2100" i="1" kern="100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𝑏𝑋</m:t>
                    </m:r>
                  </m:oMath>
                </a14:m>
                <a:r>
                  <a:rPr lang="zh-CN" altLang="en-US" sz="2100" kern="100" dirty="0">
                    <a:latin typeface="Cambria Math" panose="02040503050406030204" pitchFamily="18" charset="0"/>
                    <a:cs typeface="Times New Roman" panose="02020603050405020304" pitchFamily="18" charset="0"/>
                  </a:rPr>
                  <a:t>中的</a:t>
                </a:r>
                <a14:m>
                  <m:oMath xmlns:m="http://schemas.openxmlformats.org/officeDocument/2006/math">
                    <m:r>
                      <a:rPr lang="en-US" altLang="zh-CN" sz="2100" i="1" kern="100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𝑎</m:t>
                    </m:r>
                    <m:r>
                      <a:rPr lang="zh-CN" altLang="en-US" sz="2100" i="1" kern="100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，</m:t>
                    </m:r>
                    <m:r>
                      <a:rPr lang="en-US" altLang="zh-CN" sz="2100" i="1" kern="100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𝑏</m:t>
                    </m:r>
                    <m:r>
                      <a:rPr lang="en-US" altLang="zh-CN" sz="2100" i="1" kern="100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</m:oMath>
                </a14:m>
                <a:r>
                  <a:rPr lang="zh-CN" altLang="en-US" sz="2100" kern="100" dirty="0">
                    <a:latin typeface="Cambria Math" panose="02040503050406030204" pitchFamily="18" charset="0"/>
                    <a:cs typeface="Times New Roman" panose="02020603050405020304" pitchFamily="18" charset="0"/>
                  </a:rPr>
                  <a:t>。</a:t>
                </a:r>
                <a:endParaRPr lang="en-US" altLang="zh-CN" sz="2100" kern="100" dirty="0">
                  <a:latin typeface="Cambria Math" panose="020405030504060302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lnSpc>
                    <a:spcPct val="100000"/>
                  </a:lnSpc>
                  <a:buNone/>
                </a:pPr>
                <a:r>
                  <a:rPr lang="zh-CN" altLang="en-US" sz="2100" kern="100" dirty="0">
                    <a:latin typeface="Cambria Math" panose="02040503050406030204" pitchFamily="18" charset="0"/>
                    <a:cs typeface="Times New Roman" panose="02020603050405020304" pitchFamily="18" charset="0"/>
                  </a:rPr>
                  <a:t>为此，将</a:t>
                </a:r>
                <a14:m>
                  <m:oMath xmlns:m="http://schemas.openxmlformats.org/officeDocument/2006/math">
                    <m:r>
                      <a:rPr lang="en-US" altLang="zh-CN" sz="2100" i="1" kern="100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𝑒</m:t>
                    </m:r>
                  </m:oMath>
                </a14:m>
                <a:r>
                  <a:rPr lang="zh-CN" altLang="en-US" sz="2100" kern="100" dirty="0">
                    <a:latin typeface="Cambria Math" panose="02040503050406030204" pitchFamily="18" charset="0"/>
                    <a:cs typeface="Times New Roman" panose="02020603050405020304" pitchFamily="18" charset="0"/>
                  </a:rPr>
                  <a:t>分别关于</a:t>
                </a:r>
                <a14:m>
                  <m:oMath xmlns:m="http://schemas.openxmlformats.org/officeDocument/2006/math">
                    <m:r>
                      <a:rPr lang="en-US" altLang="zh-CN" sz="2100" i="1" kern="100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𝑎</m:t>
                    </m:r>
                    <m:r>
                      <a:rPr lang="zh-CN" altLang="en-US" sz="2100" i="1" kern="100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，</m:t>
                    </m:r>
                    <m:r>
                      <a:rPr lang="en-US" altLang="zh-CN" sz="2100" i="1" kern="100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𝑏</m:t>
                    </m:r>
                  </m:oMath>
                </a14:m>
                <a:r>
                  <a:rPr lang="zh-CN" altLang="en-US" sz="2100" kern="100" dirty="0">
                    <a:latin typeface="Cambria Math" panose="02040503050406030204" pitchFamily="18" charset="0"/>
                    <a:cs typeface="Times New Roman" panose="02020603050405020304" pitchFamily="18" charset="0"/>
                  </a:rPr>
                  <a:t>求偏导数，并令它们等于零，</a:t>
                </a:r>
                <a:endParaRPr lang="en-US" altLang="zh-CN" sz="2100" kern="100" dirty="0">
                  <a:latin typeface="Cambria Math" panose="020405030504060302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lnSpc>
                    <a:spcPct val="10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{"/>
                          <m:endChr m:val=""/>
                          <m:ctrlPr>
                            <a:rPr lang="en-US" altLang="zh-CN" sz="21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US" altLang="zh-CN" sz="21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eqArrPr>
                            <m:e>
                              <m:f>
                                <m:fPr>
                                  <m:ctrlPr>
                                    <a:rPr lang="zh-CN" altLang="zh-CN" sz="21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altLang="zh-CN" sz="2100">
                                      <a:latin typeface="Cambria Math" panose="02040503050406030204" pitchFamily="18" charset="0"/>
                                      <a:ea typeface="等线" panose="02010600030101010101" pitchFamily="2" charset="-122"/>
                                      <a:cs typeface="Times New Roman" panose="02020603050405020304" pitchFamily="18" charset="0"/>
                                    </a:rPr>
                                    <m:t>𝜕</m:t>
                                  </m:r>
                                  <m:r>
                                    <a:rPr lang="en-US" altLang="zh-CN" sz="2100">
                                      <a:latin typeface="Cambria Math" panose="02040503050406030204" pitchFamily="18" charset="0"/>
                                      <a:ea typeface="等线" panose="02010600030101010101" pitchFamily="2" charset="-122"/>
                                      <a:cs typeface="Times New Roman" panose="02020603050405020304" pitchFamily="18" charset="0"/>
                                    </a:rPr>
                                    <m:t>𝑒</m:t>
                                  </m:r>
                                </m:num>
                                <m:den>
                                  <m:r>
                                    <a:rPr lang="en-US" altLang="zh-CN" sz="2100">
                                      <a:latin typeface="Cambria Math" panose="02040503050406030204" pitchFamily="18" charset="0"/>
                                      <a:ea typeface="等线" panose="02010600030101010101" pitchFamily="2" charset="-122"/>
                                      <a:cs typeface="Times New Roman" panose="02020603050405020304" pitchFamily="18" charset="0"/>
                                    </a:rPr>
                                    <m:t>𝜕</m:t>
                                  </m:r>
                                  <m:r>
                                    <a:rPr lang="en-US" altLang="zh-CN" sz="2100">
                                      <a:latin typeface="Cambria Math" panose="02040503050406030204" pitchFamily="18" charset="0"/>
                                      <a:ea typeface="等线" panose="02010600030101010101" pitchFamily="2" charset="-122"/>
                                      <a:cs typeface="Times New Roman" panose="02020603050405020304" pitchFamily="18" charset="0"/>
                                    </a:rPr>
                                    <m:t>𝑎</m:t>
                                  </m:r>
                                </m:den>
                              </m:f>
                              <m:r>
                                <a:rPr lang="en-US" altLang="zh-CN" sz="2100"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  <m:t>=2</m:t>
                              </m:r>
                              <m:r>
                                <a:rPr lang="en-US" altLang="zh-CN" sz="2100"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  <m:t>𝑎</m:t>
                              </m:r>
                              <m:r>
                                <a:rPr lang="en-US" altLang="zh-CN" sz="2100"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  <m:t>+2</m:t>
                              </m:r>
                              <m:r>
                                <a:rPr lang="en-US" altLang="zh-CN" sz="2100"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  <m:t>𝑏𝐸</m:t>
                              </m:r>
                              <m:r>
                                <a:rPr lang="en-US" altLang="zh-CN" sz="2100"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  <m:t>(</m:t>
                              </m:r>
                              <m:r>
                                <a:rPr lang="en-US" altLang="zh-CN" sz="2100"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  <m:t>𝑋</m:t>
                              </m:r>
                              <m:r>
                                <a:rPr lang="en-US" altLang="zh-CN" sz="2100"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  <m:t>)−2</m:t>
                              </m:r>
                              <m:r>
                                <a:rPr lang="en-US" altLang="zh-CN" sz="2100"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  <m:t>𝐸</m:t>
                              </m:r>
                              <m:r>
                                <a:rPr lang="en-US" altLang="zh-CN" sz="2100"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  <m:t>(</m:t>
                              </m:r>
                              <m:r>
                                <a:rPr lang="en-US" altLang="zh-CN" sz="2100"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  <m:t>𝑌</m:t>
                              </m:r>
                              <m:r>
                                <a:rPr lang="en-US" altLang="zh-CN" sz="2100"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  <m:t>)=0</m:t>
                              </m:r>
                            </m:e>
                            <m:e>
                              <m:eqArr>
                                <m:eqArrPr>
                                  <m:ctrlPr>
                                    <a:rPr lang="zh-CN" altLang="zh-CN" sz="21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eqArrPr>
                                <m:e>
                                  <m:r>
                                    <a:rPr lang="en-US" altLang="zh-CN" sz="21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 </m:t>
                                  </m:r>
                                </m:e>
                                <m:e>
                                  <m:r>
                                    <a:rPr lang="en-US" altLang="zh-CN" sz="21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               </m:t>
                                  </m:r>
                                  <m:f>
                                    <m:fPr>
                                      <m:ctrlPr>
                                        <a:rPr lang="zh-CN" altLang="zh-CN" sz="21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en-US" altLang="zh-CN" sz="2100">
                                          <a:latin typeface="Cambria Math" panose="02040503050406030204" pitchFamily="18" charset="0"/>
                                          <a:ea typeface="等线" panose="02010600030101010101" pitchFamily="2" charset="-122"/>
                                          <a:cs typeface="Times New Roman" panose="02020603050405020304" pitchFamily="18" charset="0"/>
                                        </a:rPr>
                                        <m:t>𝜕</m:t>
                                      </m:r>
                                      <m:r>
                                        <a:rPr lang="en-US" altLang="zh-CN" sz="2100">
                                          <a:latin typeface="Cambria Math" panose="02040503050406030204" pitchFamily="18" charset="0"/>
                                          <a:ea typeface="等线" panose="02010600030101010101" pitchFamily="2" charset="-122"/>
                                          <a:cs typeface="Times New Roman" panose="02020603050405020304" pitchFamily="18" charset="0"/>
                                        </a:rPr>
                                        <m:t>𝑒</m:t>
                                      </m:r>
                                    </m:num>
                                    <m:den>
                                      <m:r>
                                        <a:rPr lang="en-US" altLang="zh-CN" sz="2100">
                                          <a:latin typeface="Cambria Math" panose="02040503050406030204" pitchFamily="18" charset="0"/>
                                          <a:ea typeface="等线" panose="02010600030101010101" pitchFamily="2" charset="-122"/>
                                          <a:cs typeface="Times New Roman" panose="02020603050405020304" pitchFamily="18" charset="0"/>
                                        </a:rPr>
                                        <m:t>𝜕</m:t>
                                      </m:r>
                                      <m:r>
                                        <a:rPr lang="en-US" altLang="zh-CN" sz="2100">
                                          <a:latin typeface="Cambria Math" panose="02040503050406030204" pitchFamily="18" charset="0"/>
                                          <a:ea typeface="等线" panose="02010600030101010101" pitchFamily="2" charset="-122"/>
                                          <a:cs typeface="Times New Roman" panose="02020603050405020304" pitchFamily="18" charset="0"/>
                                        </a:rPr>
                                        <m:t>𝑏</m:t>
                                      </m:r>
                                    </m:den>
                                  </m:f>
                                  <m:r>
                                    <a:rPr lang="en-US" altLang="zh-CN" sz="2100">
                                      <a:latin typeface="Cambria Math" panose="02040503050406030204" pitchFamily="18" charset="0"/>
                                      <a:ea typeface="等线" panose="02010600030101010101" pitchFamily="2" charset="-122"/>
                                      <a:cs typeface="Times New Roman" panose="02020603050405020304" pitchFamily="18" charset="0"/>
                                    </a:rPr>
                                    <m:t>=2</m:t>
                                  </m:r>
                                  <m:r>
                                    <a:rPr lang="en-US" altLang="zh-CN" sz="2100">
                                      <a:latin typeface="Cambria Math" panose="02040503050406030204" pitchFamily="18" charset="0"/>
                                      <a:ea typeface="等线" panose="02010600030101010101" pitchFamily="2" charset="-122"/>
                                      <a:cs typeface="Times New Roman" panose="02020603050405020304" pitchFamily="18" charset="0"/>
                                    </a:rPr>
                                    <m:t>𝑏𝐸</m:t>
                                  </m:r>
                                  <m:r>
                                    <a:rPr lang="en-US" altLang="zh-CN" sz="2100">
                                      <a:latin typeface="Cambria Math" panose="02040503050406030204" pitchFamily="18" charset="0"/>
                                      <a:ea typeface="等线" panose="02010600030101010101" pitchFamily="2" charset="-122"/>
                                      <a:cs typeface="Times New Roman" panose="02020603050405020304" pitchFamily="18" charset="0"/>
                                    </a:rPr>
                                    <m:t>(</m:t>
                                  </m:r>
                                  <m:sSup>
                                    <m:sSupPr>
                                      <m:ctrlPr>
                                        <a:rPr lang="zh-CN" altLang="zh-CN" sz="21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altLang="zh-CN" sz="2100">
                                          <a:latin typeface="Cambria Math" panose="02040503050406030204" pitchFamily="18" charset="0"/>
                                          <a:ea typeface="等线" panose="02010600030101010101" pitchFamily="2" charset="-122"/>
                                          <a:cs typeface="Times New Roman" panose="02020603050405020304" pitchFamily="18" charset="0"/>
                                        </a:rPr>
                                        <m:t>𝑋</m:t>
                                      </m:r>
                                    </m:e>
                                    <m:sup>
                                      <m:r>
                                        <a:rPr lang="en-US" altLang="zh-CN" sz="2100">
                                          <a:latin typeface="Cambria Math" panose="02040503050406030204" pitchFamily="18" charset="0"/>
                                          <a:ea typeface="等线" panose="02010600030101010101" pitchFamily="2" charset="-122"/>
                                          <a:cs typeface="Times New Roman" panose="020206030504050203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  <m:r>
                                    <a:rPr lang="en-US" altLang="zh-CN" sz="2100">
                                      <a:latin typeface="Cambria Math" panose="02040503050406030204" pitchFamily="18" charset="0"/>
                                      <a:ea typeface="等线" panose="02010600030101010101" pitchFamily="2" charset="-122"/>
                                      <a:cs typeface="Times New Roman" panose="02020603050405020304" pitchFamily="18" charset="0"/>
                                    </a:rPr>
                                    <m:t>)−2</m:t>
                                  </m:r>
                                  <m:r>
                                    <a:rPr lang="en-US" altLang="zh-CN" sz="2100">
                                      <a:latin typeface="Cambria Math" panose="02040503050406030204" pitchFamily="18" charset="0"/>
                                      <a:ea typeface="等线" panose="02010600030101010101" pitchFamily="2" charset="-122"/>
                                      <a:cs typeface="Times New Roman" panose="02020603050405020304" pitchFamily="18" charset="0"/>
                                    </a:rPr>
                                    <m:t>𝐸</m:t>
                                  </m:r>
                                  <m:r>
                                    <a:rPr lang="en-US" altLang="zh-CN" sz="2100">
                                      <a:latin typeface="Cambria Math" panose="02040503050406030204" pitchFamily="18" charset="0"/>
                                      <a:ea typeface="等线" panose="02010600030101010101" pitchFamily="2" charset="-122"/>
                                      <a:cs typeface="Times New Roman" panose="02020603050405020304" pitchFamily="18" charset="0"/>
                                    </a:rPr>
                                    <m:t>(</m:t>
                                  </m:r>
                                  <m:r>
                                    <a:rPr lang="en-US" altLang="zh-CN" sz="2100">
                                      <a:latin typeface="Cambria Math" panose="02040503050406030204" pitchFamily="18" charset="0"/>
                                      <a:ea typeface="等线" panose="02010600030101010101" pitchFamily="2" charset="-122"/>
                                      <a:cs typeface="Times New Roman" panose="02020603050405020304" pitchFamily="18" charset="0"/>
                                    </a:rPr>
                                    <m:t>𝑋𝑌</m:t>
                                  </m:r>
                                  <m:r>
                                    <a:rPr lang="en-US" altLang="zh-CN" sz="2100">
                                      <a:latin typeface="Cambria Math" panose="02040503050406030204" pitchFamily="18" charset="0"/>
                                      <a:ea typeface="等线" panose="02010600030101010101" pitchFamily="2" charset="-122"/>
                                      <a:cs typeface="Times New Roman" panose="02020603050405020304" pitchFamily="18" charset="0"/>
                                    </a:rPr>
                                    <m:t>)+2</m:t>
                                  </m:r>
                                  <m:r>
                                    <a:rPr lang="en-US" altLang="zh-CN" sz="2100">
                                      <a:latin typeface="Cambria Math" panose="02040503050406030204" pitchFamily="18" charset="0"/>
                                      <a:ea typeface="等线" panose="02010600030101010101" pitchFamily="2" charset="-122"/>
                                      <a:cs typeface="Times New Roman" panose="02020603050405020304" pitchFamily="18" charset="0"/>
                                    </a:rPr>
                                    <m:t>𝑎𝐸</m:t>
                                  </m:r>
                                  <m:r>
                                    <a:rPr lang="en-US" altLang="zh-CN" sz="2100">
                                      <a:latin typeface="Cambria Math" panose="02040503050406030204" pitchFamily="18" charset="0"/>
                                      <a:ea typeface="等线" panose="02010600030101010101" pitchFamily="2" charset="-122"/>
                                      <a:cs typeface="Times New Roman" panose="02020603050405020304" pitchFamily="18" charset="0"/>
                                    </a:rPr>
                                    <m:t>(</m:t>
                                  </m:r>
                                  <m:r>
                                    <a:rPr lang="en-US" altLang="zh-CN" sz="2100">
                                      <a:latin typeface="Cambria Math" panose="02040503050406030204" pitchFamily="18" charset="0"/>
                                      <a:ea typeface="等线" panose="02010600030101010101" pitchFamily="2" charset="-122"/>
                                      <a:cs typeface="Times New Roman" panose="02020603050405020304" pitchFamily="18" charset="0"/>
                                    </a:rPr>
                                    <m:t>𝑋</m:t>
                                  </m:r>
                                  <m:r>
                                    <a:rPr lang="en-US" altLang="zh-CN" sz="2100">
                                      <a:latin typeface="Cambria Math" panose="02040503050406030204" pitchFamily="18" charset="0"/>
                                      <a:ea typeface="等线" panose="02010600030101010101" pitchFamily="2" charset="-122"/>
                                      <a:cs typeface="Times New Roman" panose="02020603050405020304" pitchFamily="18" charset="0"/>
                                    </a:rPr>
                                    <m:t>)=0</m:t>
                                  </m:r>
                                </m:e>
                              </m:eqArr>
                            </m:e>
                          </m:eqArr>
                        </m:e>
                      </m:d>
                    </m:oMath>
                  </m:oMathPara>
                </a14:m>
                <a:endParaRPr lang="en-US" altLang="zh-CN" sz="2100" kern="100" dirty="0">
                  <a:latin typeface="Cambria Math" panose="020405030504060302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lnSpc>
                    <a:spcPct val="100000"/>
                  </a:lnSpc>
                  <a:buNone/>
                </a:pPr>
                <a:r>
                  <a:rPr lang="zh-CN" altLang="en-US" sz="2100" kern="100" dirty="0">
                    <a:latin typeface="Cambria Math" panose="02040503050406030204" pitchFamily="18" charset="0"/>
                    <a:cs typeface="Times New Roman" panose="02020603050405020304" pitchFamily="18" charset="0"/>
                  </a:rPr>
                  <a:t>解</a:t>
                </a:r>
                <a:r>
                  <a:rPr lang="zh-CN" altLang="en-US" sz="2100" dirty="0">
                    <a:latin typeface="Cambria Math" panose="02040503050406030204" pitchFamily="18" charset="0"/>
                    <a:cs typeface="Times New Roman" panose="02020603050405020304" pitchFamily="18" charset="0"/>
                  </a:rPr>
                  <a:t>得 </a:t>
                </a:r>
                <a14:m>
                  <m:oMath xmlns:m="http://schemas.openxmlformats.org/officeDocument/2006/math">
                    <m:r>
                      <a:rPr lang="en-US" altLang="zh-CN" sz="2100"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                                   </m:t>
                    </m:r>
                    <m:sSub>
                      <m:sSubPr>
                        <m:ctrlPr>
                          <a:rPr lang="zh-CN" altLang="zh-CN" sz="210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sz="210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𝑏</m:t>
                        </m:r>
                      </m:e>
                      <m:sub>
                        <m:r>
                          <a:rPr lang="en-US" altLang="zh-CN" sz="210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0</m:t>
                        </m:r>
                      </m:sub>
                    </m:sSub>
                    <m:r>
                      <a:rPr lang="en-US" altLang="zh-CN" sz="210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=</m:t>
                    </m:r>
                    <m:f>
                      <m:fPr>
                        <m:ctrlPr>
                          <a:rPr lang="zh-CN" altLang="zh-CN" sz="21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n-US" altLang="zh-CN" sz="21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𝐶𝑜𝑣</m:t>
                        </m:r>
                        <m:r>
                          <a:rPr lang="en-US" altLang="zh-CN" sz="210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⁡(</m:t>
                        </m:r>
                        <m:r>
                          <a:rPr lang="en-US" altLang="zh-CN" sz="210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𝑋</m:t>
                        </m:r>
                        <m:r>
                          <a:rPr lang="en-US" altLang="zh-CN" sz="2100" b="0" i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,  </m:t>
                        </m:r>
                        <m:r>
                          <a:rPr lang="en-US" altLang="zh-CN" sz="210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𝑌</m:t>
                        </m:r>
                        <m:r>
                          <a:rPr lang="en-US" altLang="zh-CN" sz="210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)</m:t>
                        </m:r>
                      </m:num>
                      <m:den>
                        <m:r>
                          <a:rPr lang="en-US" altLang="zh-CN" sz="210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𝐷</m:t>
                        </m:r>
                        <m:r>
                          <a:rPr lang="en-US" altLang="zh-CN" sz="210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(</m:t>
                        </m:r>
                        <m:r>
                          <a:rPr lang="en-US" altLang="zh-CN" sz="210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𝑋</m:t>
                        </m:r>
                        <m:r>
                          <a:rPr lang="en-US" altLang="zh-CN" sz="210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)</m:t>
                        </m:r>
                      </m:den>
                    </m:f>
                  </m:oMath>
                </a14:m>
                <a:r>
                  <a:rPr lang="zh-CN" altLang="en-US" sz="2100" dirty="0">
                    <a:latin typeface="Cambria Math" panose="02040503050406030204" pitchFamily="18" charset="0"/>
                    <a:cs typeface="Times New Roman" panose="02020603050405020304" pitchFamily="18" charset="0"/>
                  </a:rPr>
                  <a:t>，</a:t>
                </a:r>
                <a:endParaRPr lang="zh-CN" altLang="zh-CN" sz="2100" dirty="0">
                  <a:latin typeface="Cambria Math" panose="020405030504060302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lnSpc>
                    <a:spcPct val="10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CN" altLang="zh-CN" sz="2100" i="1" kern="10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altLang="zh-CN" sz="2100" kern="10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US" altLang="zh-CN" sz="2100" kern="10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altLang="zh-CN" sz="2100" kern="10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=</m:t>
                      </m:r>
                      <m:r>
                        <a:rPr lang="en-US" altLang="zh-CN" sz="2100" kern="10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𝐸</m:t>
                      </m:r>
                      <m:r>
                        <a:rPr lang="en-US" altLang="zh-CN" sz="2100" kern="10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(</m:t>
                      </m:r>
                      <m:r>
                        <a:rPr lang="en-US" altLang="zh-CN" sz="2100" kern="10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𝑌</m:t>
                      </m:r>
                      <m:r>
                        <a:rPr lang="en-US" altLang="zh-CN" sz="2100" kern="10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)−</m:t>
                      </m:r>
                      <m:sSub>
                        <m:sSubPr>
                          <m:ctrlPr>
                            <a:rPr lang="zh-CN" altLang="zh-CN" sz="2100" i="1" kern="10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altLang="zh-CN" sz="2100" kern="10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𝑏</m:t>
                          </m:r>
                        </m:e>
                        <m:sub>
                          <m:r>
                            <a:rPr lang="en-US" altLang="zh-CN" sz="2100" kern="10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altLang="zh-CN" sz="2100" kern="10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𝐸</m:t>
                      </m:r>
                      <m:r>
                        <a:rPr lang="en-US" altLang="zh-CN" sz="2100" kern="10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(</m:t>
                      </m:r>
                      <m:r>
                        <a:rPr lang="en-US" altLang="zh-CN" sz="2100" kern="10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𝑋</m:t>
                      </m:r>
                      <m:r>
                        <a:rPr lang="en-US" altLang="zh-CN" sz="2100" kern="10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)=</m:t>
                      </m:r>
                      <m:r>
                        <a:rPr lang="en-US" altLang="zh-CN" sz="2100" kern="10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𝐸</m:t>
                      </m:r>
                      <m:r>
                        <a:rPr lang="en-US" altLang="zh-CN" sz="2100" kern="10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(</m:t>
                      </m:r>
                      <m:r>
                        <a:rPr lang="en-US" altLang="zh-CN" sz="2100" kern="10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𝑌</m:t>
                      </m:r>
                      <m:r>
                        <a:rPr lang="en-US" altLang="zh-CN" sz="2100" kern="10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)−</m:t>
                      </m:r>
                      <m:r>
                        <a:rPr lang="en-US" altLang="zh-CN" sz="2100" kern="10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𝐸</m:t>
                      </m:r>
                      <m:r>
                        <a:rPr lang="en-US" altLang="zh-CN" sz="2100" kern="10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(</m:t>
                      </m:r>
                      <m:r>
                        <a:rPr lang="en-US" altLang="zh-CN" sz="2100" kern="10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𝑋</m:t>
                      </m:r>
                      <m:r>
                        <a:rPr lang="en-US" altLang="zh-CN" sz="2100" kern="10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)</m:t>
                      </m:r>
                      <m:f>
                        <m:fPr>
                          <m:ctrlPr>
                            <a:rPr lang="zh-CN" altLang="zh-CN" sz="2100" i="1" kern="10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a:rPr lang="en-US" altLang="zh-CN" sz="2100" b="0" i="1" kern="10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𝐶</m:t>
                          </m:r>
                          <m:r>
                            <a:rPr lang="en-US" altLang="zh-CN" sz="2100" kern="10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𝑜𝑣</m:t>
                          </m:r>
                          <m:r>
                            <a:rPr lang="en-US" altLang="zh-CN" sz="2100" kern="10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(</m:t>
                          </m:r>
                          <m:r>
                            <a:rPr lang="en-US" altLang="zh-CN" sz="2100" kern="10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𝑋</m:t>
                          </m:r>
                          <m:r>
                            <a:rPr lang="en-US" altLang="zh-CN" sz="2100" kern="10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,</m:t>
                          </m:r>
                          <m:r>
                            <a:rPr lang="en-US" altLang="zh-CN" sz="2100" kern="10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𝑌</m:t>
                          </m:r>
                          <m:r>
                            <a:rPr lang="en-US" altLang="zh-CN" sz="2100" kern="10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)</m:t>
                          </m:r>
                        </m:num>
                        <m:den>
                          <m:r>
                            <a:rPr lang="en-US" altLang="zh-CN" sz="2100" kern="10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𝐷</m:t>
                          </m:r>
                          <m:r>
                            <a:rPr lang="en-US" altLang="zh-CN" sz="2100" kern="10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(</m:t>
                          </m:r>
                          <m:r>
                            <a:rPr lang="en-US" altLang="zh-CN" sz="2100" kern="10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𝑋</m:t>
                          </m:r>
                          <m:r>
                            <a:rPr lang="en-US" altLang="zh-CN" sz="2100" kern="10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)</m:t>
                          </m:r>
                        </m:den>
                      </m:f>
                    </m:oMath>
                  </m:oMathPara>
                </a14:m>
                <a:endParaRPr lang="zh-CN" altLang="zh-CN" sz="2100" kern="100" dirty="0">
                  <a:solidFill>
                    <a:srgbClr val="FF0000"/>
                  </a:solidFill>
                  <a:latin typeface="KaiTi" panose="02010609060101010101" pitchFamily="49" charset="-122"/>
                  <a:cs typeface="Times New Roman" panose="02020603050405020304" pitchFamily="18" charset="0"/>
                </a:endParaRPr>
              </a:p>
              <a:p>
                <a:pPr marL="0" indent="0">
                  <a:lnSpc>
                    <a:spcPct val="100000"/>
                  </a:lnSpc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sz="2100" i="1" kern="10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zh-CN" altLang="en-US" sz="2100" i="1" kern="10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将</m:t>
                        </m:r>
                        <m:r>
                          <a:rPr lang="en-US" altLang="zh-CN" sz="2100" kern="100"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zh-CN" sz="2100" kern="100"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altLang="zh-CN" sz="2100" kern="100" dirty="0">
                    <a:latin typeface="Cambria Math" panose="02040503050406030204" pitchFamily="18" charset="0"/>
                    <a:cs typeface="Times New Roman" panose="02020603050405020304" pitchFamily="18" charset="0"/>
                  </a:rPr>
                  <a:t>,</a:t>
                </a:r>
                <a:r>
                  <a:rPr lang="zh-CN" altLang="zh-CN" sz="2100" kern="100" dirty="0">
                    <a:ea typeface="Cambria Math" panose="020405030504060302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sz="2100" i="1" kern="10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sz="2100" kern="100"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𝑏</m:t>
                        </m:r>
                      </m:e>
                      <m:sub>
                        <m:r>
                          <a:rPr lang="en-US" altLang="zh-CN" sz="2100" kern="100"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zh-CN" altLang="en-US" sz="2100" kern="100" dirty="0">
                    <a:latin typeface="Cambria Math" panose="02040503050406030204" pitchFamily="18" charset="0"/>
                    <a:cs typeface="Times New Roman" panose="02020603050405020304" pitchFamily="18" charset="0"/>
                  </a:rPr>
                  <a:t>代入（</a:t>
                </a:r>
                <a:r>
                  <a:rPr lang="en-US" altLang="zh-CN" sz="2100" kern="100" dirty="0">
                    <a:latin typeface="Cambria Math" panose="02040503050406030204" pitchFamily="18" charset="0"/>
                    <a:cs typeface="Times New Roman" panose="02020603050405020304" pitchFamily="18" charset="0"/>
                  </a:rPr>
                  <a:t>3.3</a:t>
                </a:r>
                <a:r>
                  <a:rPr lang="zh-CN" altLang="en-US" sz="2100" kern="100" dirty="0">
                    <a:latin typeface="Cambria Math" panose="02040503050406030204" pitchFamily="18" charset="0"/>
                    <a:cs typeface="Times New Roman" panose="02020603050405020304" pitchFamily="18" charset="0"/>
                  </a:rPr>
                  <a:t>）式得</a:t>
                </a:r>
                <a:endParaRPr lang="en-US" altLang="zh-CN" sz="2100" kern="100" dirty="0">
                  <a:latin typeface="Cambria Math" panose="020405030504060302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lnSpc>
                    <a:spcPct val="100000"/>
                  </a:lnSpc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sz="2100" i="1" kern="10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CN" sz="2100" kern="100"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min</m:t>
                        </m:r>
                      </m:e>
                      <m:sub>
                        <m:r>
                          <a:rPr lang="en-US" altLang="zh-CN" sz="2100" kern="100"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𝑎</m:t>
                        </m:r>
                        <m:r>
                          <a:rPr lang="en-US" altLang="zh-CN" sz="2100" kern="100"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,</m:t>
                        </m:r>
                        <m:r>
                          <a:rPr lang="en-US" altLang="zh-CN" sz="2100" kern="100"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𝑏</m:t>
                        </m:r>
                      </m:sub>
                    </m:sSub>
                    <m:r>
                      <a:rPr lang="en-US" altLang="zh-CN" sz="2100" kern="100"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𝐸</m:t>
                    </m:r>
                    <m:r>
                      <a:rPr lang="en-US" altLang="zh-CN" sz="2100" kern="100"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⁡{[</m:t>
                    </m:r>
                    <m:r>
                      <a:rPr lang="en-US" altLang="zh-CN" sz="2100" kern="100"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𝑌</m:t>
                    </m:r>
                    <m:r>
                      <a:rPr lang="en-US" altLang="zh-CN" sz="2100" kern="100"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−(</m:t>
                    </m:r>
                    <m:r>
                      <a:rPr lang="en-US" altLang="zh-CN" sz="2100" kern="100"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𝑎</m:t>
                    </m:r>
                    <m:r>
                      <a:rPr lang="en-US" altLang="zh-CN" sz="2100" kern="100"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+</m:t>
                    </m:r>
                    <m:r>
                      <a:rPr lang="en-US" altLang="zh-CN" sz="2100" kern="100"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𝑏𝑋</m:t>
                    </m:r>
                    <m:r>
                      <a:rPr lang="en-US" altLang="zh-CN" sz="2100" kern="100"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)</m:t>
                    </m:r>
                    <m:sSup>
                      <m:sSupPr>
                        <m:ctrlPr>
                          <a:rPr lang="zh-CN" altLang="zh-CN" sz="2100" i="1" kern="10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altLang="zh-CN" sz="2100" kern="100"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]</m:t>
                        </m:r>
                      </m:e>
                      <m:sup>
                        <m:r>
                          <a:rPr lang="en-US" altLang="zh-CN" sz="2100" kern="100"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2</m:t>
                        </m:r>
                      </m:sup>
                    </m:sSup>
                    <m:r>
                      <a:rPr lang="en-US" altLang="zh-CN" sz="2100" kern="100"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}=</m:t>
                    </m:r>
                    <m:r>
                      <a:rPr lang="en-US" altLang="zh-CN" sz="2100" kern="100"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𝐸</m:t>
                    </m:r>
                    <m:r>
                      <a:rPr lang="en-US" altLang="zh-CN" sz="2100" kern="100"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{[</m:t>
                    </m:r>
                    <m:r>
                      <a:rPr lang="en-US" altLang="zh-CN" sz="2100" kern="100"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𝑌</m:t>
                    </m:r>
                    <m:r>
                      <a:rPr lang="en-US" altLang="zh-CN" sz="2100" kern="100"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−(</m:t>
                    </m:r>
                    <m:sSub>
                      <m:sSubPr>
                        <m:ctrlPr>
                          <a:rPr lang="zh-CN" altLang="zh-CN" sz="2100" i="1" kern="10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sz="2100" kern="100"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zh-CN" sz="2100" kern="100"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0</m:t>
                        </m:r>
                      </m:sub>
                    </m:sSub>
                    <m:r>
                      <a:rPr lang="en-US" altLang="zh-CN" sz="2100" kern="100"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+</m:t>
                    </m:r>
                    <m:sSub>
                      <m:sSubPr>
                        <m:ctrlPr>
                          <a:rPr lang="zh-CN" altLang="zh-CN" sz="2100" i="1" kern="10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sz="2100" kern="100"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𝑏</m:t>
                        </m:r>
                      </m:e>
                      <m:sub>
                        <m:r>
                          <a:rPr lang="en-US" altLang="zh-CN" sz="2100" kern="100"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0</m:t>
                        </m:r>
                      </m:sub>
                    </m:sSub>
                    <m:r>
                      <a:rPr lang="en-US" altLang="zh-CN" sz="2100" kern="100"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𝑋</m:t>
                    </m:r>
                    <m:r>
                      <a:rPr lang="en-US" altLang="zh-CN" sz="2100" kern="100"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)</m:t>
                    </m:r>
                    <m:sSup>
                      <m:sSupPr>
                        <m:ctrlPr>
                          <a:rPr lang="zh-CN" altLang="zh-CN" sz="2100" i="1" kern="10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altLang="zh-CN" sz="2100" kern="100"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]</m:t>
                        </m:r>
                      </m:e>
                      <m:sup>
                        <m:r>
                          <a:rPr lang="en-US" altLang="zh-CN" sz="2100" kern="100"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2</m:t>
                        </m:r>
                      </m:sup>
                    </m:sSup>
                    <m:r>
                      <a:rPr lang="en-US" altLang="zh-CN" sz="2100" kern="100"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}=</m:t>
                    </m:r>
                    <m:r>
                      <a:rPr lang="en-US" altLang="zh-CN" sz="2100" kern="10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(1−</m:t>
                    </m:r>
                    <m:sSubSup>
                      <m:sSubSupPr>
                        <m:ctrlPr>
                          <a:rPr lang="en-US" altLang="zh-CN" sz="2100" i="1" kern="10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</m:ctrlPr>
                      </m:sSubSupPr>
                      <m:e>
                        <m:r>
                          <a:rPr lang="zh-CN" altLang="en-US" sz="2100" kern="10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𝜌</m:t>
                        </m:r>
                      </m:e>
                      <m:sub>
                        <m:r>
                          <a:rPr lang="en-US" altLang="zh-CN" sz="2100" kern="10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𝑋𝑌</m:t>
                        </m:r>
                      </m:sub>
                      <m:sup>
                        <m:r>
                          <a:rPr lang="en-US" altLang="zh-CN" sz="2100" kern="10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2</m:t>
                        </m:r>
                      </m:sup>
                    </m:sSubSup>
                    <m:r>
                      <a:rPr lang="en-US" altLang="zh-CN" sz="2100" kern="10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)</m:t>
                    </m:r>
                    <m:r>
                      <a:rPr lang="en-US" altLang="zh-CN" sz="2100" kern="10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𝐷</m:t>
                    </m:r>
                    <m:r>
                      <a:rPr lang="en-US" altLang="zh-CN" sz="2100" kern="10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(</m:t>
                    </m:r>
                    <m:r>
                      <a:rPr lang="en-US" altLang="zh-CN" sz="2100" kern="10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𝑌</m:t>
                    </m:r>
                    <m:r>
                      <a:rPr lang="en-US" altLang="zh-CN" sz="2100" kern="10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)</m:t>
                    </m:r>
                  </m:oMath>
                </a14:m>
                <a:r>
                  <a:rPr lang="en-US" altLang="zh-CN" sz="2100" kern="100" dirty="0">
                    <a:solidFill>
                      <a:srgbClr val="FF0000"/>
                    </a:solidFill>
                    <a:latin typeface="KaiTi" panose="02010609060101010101" pitchFamily="49" charset="-122"/>
                    <a:cs typeface="Times New Roman" panose="02020603050405020304" pitchFamily="18" charset="0"/>
                  </a:rPr>
                  <a:t>       </a:t>
                </a:r>
                <a:endParaRPr lang="zh-CN" altLang="zh-CN" sz="2100" kern="100" dirty="0">
                  <a:latin typeface="KaiTi" panose="02010609060101010101" pitchFamily="49" charset="-122"/>
                  <a:cs typeface="Times New Roman" panose="02020603050405020304" pitchFamily="18" charset="0"/>
                </a:endParaRPr>
              </a:p>
              <a:p>
                <a:pPr marL="0" indent="0">
                  <a:lnSpc>
                    <a:spcPct val="100000"/>
                  </a:lnSpc>
                  <a:buNone/>
                </a:pPr>
                <a:endParaRPr lang="en-US" altLang="zh-CN" sz="2100" kern="100" dirty="0">
                  <a:latin typeface="Cambria Math" panose="020405030504060302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4" name="内容占位符 2">
                <a:extLst>
                  <a:ext uri="{FF2B5EF4-FFF2-40B4-BE49-F238E27FC236}">
                    <a16:creationId xmlns:a16="http://schemas.microsoft.com/office/drawing/2014/main" id="{43B505FB-2DFB-3D2A-4624-D30E086849E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81655" y="1991347"/>
                <a:ext cx="8780690" cy="5192486"/>
              </a:xfrm>
              <a:blipFill>
                <a:blip r:embed="rId2"/>
                <a:stretch>
                  <a:fillRect l="-867" t="-122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文本框 4">
                <a:extLst>
                  <a:ext uri="{FF2B5EF4-FFF2-40B4-BE49-F238E27FC236}">
                    <a16:creationId xmlns:a16="http://schemas.microsoft.com/office/drawing/2014/main" id="{72227C6C-F6CD-B471-08F3-09AD04FA730B}"/>
                  </a:ext>
                </a:extLst>
              </p:cNvPr>
              <p:cNvSpPr txBox="1"/>
              <p:nvPr/>
            </p:nvSpPr>
            <p:spPr>
              <a:xfrm>
                <a:off x="2186940" y="313460"/>
                <a:ext cx="4572000" cy="70788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zh-CN" altLang="en-US" sz="400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STXinwei" panose="02010800040101010101" pitchFamily="2" charset="-122"/>
                        </a:rPr>
                        <m:t>相关系数</m:t>
                      </m:r>
                      <m:r>
                        <a:rPr kumimoji="1" lang="zh-CN" altLang="en-US" sz="4000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STXinwei" panose="02010800040101010101" pitchFamily="2" charset="-122"/>
                        </a:rPr>
                        <m:t>的</m:t>
                      </m:r>
                      <m:r>
                        <a:rPr kumimoji="1" lang="zh-CN" altLang="en-US" sz="400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STXinwei" panose="02010800040101010101" pitchFamily="2" charset="-122"/>
                        </a:rPr>
                        <m:t>意义</m:t>
                      </m:r>
                    </m:oMath>
                  </m:oMathPara>
                </a14:m>
                <a:endParaRPr lang="zh-CN" altLang="en-US" sz="4000" dirty="0">
                  <a:solidFill>
                    <a:srgbClr val="FF0000"/>
                  </a:solidFill>
                  <a:latin typeface="STXinwei" panose="02010800040101010101" pitchFamily="2" charset="-122"/>
                  <a:ea typeface="STXinwei" panose="02010800040101010101" pitchFamily="2" charset="-122"/>
                </a:endParaRPr>
              </a:p>
            </p:txBody>
          </p:sp>
        </mc:Choice>
        <mc:Fallback xmlns="">
          <p:sp>
            <p:nvSpPr>
              <p:cNvPr id="5" name="文本框 4">
                <a:extLst>
                  <a:ext uri="{FF2B5EF4-FFF2-40B4-BE49-F238E27FC236}">
                    <a16:creationId xmlns:a16="http://schemas.microsoft.com/office/drawing/2014/main" id="{72227C6C-F6CD-B471-08F3-09AD04FA730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86940" y="313460"/>
                <a:ext cx="4572000" cy="707886"/>
              </a:xfrm>
              <a:prstGeom prst="rect">
                <a:avLst/>
              </a:prstGeom>
              <a:blipFill>
                <a:blip r:embed="rId3"/>
                <a:stretch>
                  <a:fillRect b="-1228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" name="直线连接符 1">
            <a:extLst>
              <a:ext uri="{FF2B5EF4-FFF2-40B4-BE49-F238E27FC236}">
                <a16:creationId xmlns:a16="http://schemas.microsoft.com/office/drawing/2014/main" id="{11876001-34B7-F562-057F-480B4188AED9}"/>
              </a:ext>
            </a:extLst>
          </p:cNvPr>
          <p:cNvCxnSpPr/>
          <p:nvPr/>
        </p:nvCxnSpPr>
        <p:spPr>
          <a:xfrm>
            <a:off x="0" y="1082842"/>
            <a:ext cx="9144000" cy="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文本框 2">
                <a:extLst>
                  <a:ext uri="{FF2B5EF4-FFF2-40B4-BE49-F238E27FC236}">
                    <a16:creationId xmlns:a16="http://schemas.microsoft.com/office/drawing/2014/main" id="{ECB535B3-911E-A975-9027-189304B85A47}"/>
                  </a:ext>
                </a:extLst>
              </p:cNvPr>
              <p:cNvSpPr txBox="1"/>
              <p:nvPr/>
            </p:nvSpPr>
            <p:spPr>
              <a:xfrm>
                <a:off x="0" y="1021346"/>
                <a:ext cx="8111728" cy="77585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eqArr>
                        <m:eqArrPr>
                          <m:ctrlPr>
                            <a:rPr lang="zh-CN" altLang="zh-CN" sz="2300" i="1" kern="10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eqArrPr>
                        <m:e/>
                        <m:e>
                          <m:r>
                            <a:rPr lang="en-US" altLang="zh-CN" sz="2300" b="0" i="1" kern="10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𝑒</m:t>
                          </m:r>
                          <m:r>
                            <a:rPr lang="en-US" altLang="zh-CN" sz="2300" kern="10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=</m:t>
                          </m:r>
                          <m:r>
                            <a:rPr lang="en-US" altLang="zh-CN" sz="2300" kern="10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𝐸</m:t>
                          </m:r>
                          <m:r>
                            <a:rPr lang="en-US" altLang="zh-CN" sz="2300" kern="10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(</m:t>
                          </m:r>
                          <m:sSup>
                            <m:sSupPr>
                              <m:ctrlPr>
                                <a:rPr lang="zh-CN" altLang="zh-CN" sz="2300" i="1" kern="10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sz="2300" kern="10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𝑌</m:t>
                              </m:r>
                            </m:e>
                            <m:sup>
                              <m:r>
                                <a:rPr lang="en-US" altLang="zh-CN" sz="2300" kern="10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US" altLang="zh-CN" sz="2300" kern="10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)+</m:t>
                          </m:r>
                          <m:sSup>
                            <m:sSupPr>
                              <m:ctrlPr>
                                <a:rPr lang="zh-CN" altLang="zh-CN" sz="2300" i="1" kern="10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sz="2300" kern="10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𝑏</m:t>
                              </m:r>
                            </m:e>
                            <m:sup>
                              <m:r>
                                <a:rPr lang="en-US" altLang="zh-CN" sz="2300" kern="10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US" altLang="zh-CN" sz="2300" kern="10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𝐸</m:t>
                          </m:r>
                          <m:r>
                            <a:rPr lang="en-US" altLang="zh-CN" sz="2300" kern="10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(</m:t>
                          </m:r>
                          <m:sSup>
                            <m:sSupPr>
                              <m:ctrlPr>
                                <a:rPr lang="zh-CN" altLang="zh-CN" sz="2300" i="1" kern="10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sz="2300" kern="10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𝑋</m:t>
                              </m:r>
                            </m:e>
                            <m:sup>
                              <m:r>
                                <a:rPr lang="en-US" altLang="zh-CN" sz="2300" kern="10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US" altLang="zh-CN" sz="2300" kern="10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)+</m:t>
                          </m:r>
                          <m:sSup>
                            <m:sSupPr>
                              <m:ctrlPr>
                                <a:rPr lang="zh-CN" altLang="zh-CN" sz="2300" i="1" kern="10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sz="2300" kern="10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𝑎</m:t>
                              </m:r>
                            </m:e>
                            <m:sup>
                              <m:r>
                                <a:rPr lang="en-US" altLang="zh-CN" sz="2300" kern="10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US" altLang="zh-CN" sz="2300" kern="10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−2</m:t>
                          </m:r>
                          <m:r>
                            <a:rPr lang="en-US" altLang="zh-CN" sz="2300" kern="10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𝑏𝐸</m:t>
                          </m:r>
                          <m:r>
                            <a:rPr lang="en-US" altLang="zh-CN" sz="2300" kern="10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(</m:t>
                          </m:r>
                          <m:r>
                            <a:rPr lang="en-US" altLang="zh-CN" sz="2300" kern="10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𝑋𝑌</m:t>
                          </m:r>
                          <m:r>
                            <a:rPr lang="en-US" altLang="zh-CN" sz="2300" kern="10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)+2</m:t>
                          </m:r>
                          <m:r>
                            <a:rPr lang="en-US" altLang="zh-CN" sz="2300" kern="10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𝑎𝑏𝐸</m:t>
                          </m:r>
                          <m:r>
                            <a:rPr lang="en-US" altLang="zh-CN" sz="2300" kern="10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(</m:t>
                          </m:r>
                          <m:r>
                            <a:rPr lang="en-US" altLang="zh-CN" sz="2300" kern="10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𝑋</m:t>
                          </m:r>
                          <m:r>
                            <a:rPr lang="en-US" altLang="zh-CN" sz="2300" kern="10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)−2</m:t>
                          </m:r>
                          <m:r>
                            <a:rPr lang="en-US" altLang="zh-CN" sz="2300" kern="10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𝑎𝐸</m:t>
                          </m:r>
                          <m:r>
                            <a:rPr lang="en-US" altLang="zh-CN" sz="2300" kern="10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(</m:t>
                          </m:r>
                          <m:r>
                            <a:rPr lang="en-US" altLang="zh-CN" sz="2300" kern="10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𝑌</m:t>
                          </m:r>
                          <m:r>
                            <a:rPr lang="en-US" altLang="zh-CN" sz="2300" kern="10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)</m:t>
                          </m:r>
                        </m:e>
                      </m:eqArr>
                    </m:oMath>
                  </m:oMathPara>
                </a14:m>
                <a:endParaRPr lang="zh-CN" altLang="en-US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3" name="文本框 2">
                <a:extLst>
                  <a:ext uri="{FF2B5EF4-FFF2-40B4-BE49-F238E27FC236}">
                    <a16:creationId xmlns:a16="http://schemas.microsoft.com/office/drawing/2014/main" id="{ECB535B3-911E-A975-9027-189304B85A4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1021346"/>
                <a:ext cx="8111728" cy="775853"/>
              </a:xfrm>
              <a:prstGeom prst="rect">
                <a:avLst/>
              </a:prstGeom>
              <a:blipFill>
                <a:blip r:embed="rId4"/>
                <a:stretch>
                  <a:fillRect b="-1129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9962069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4" name="内容占位符 2">
                <a:extLst>
                  <a:ext uri="{FF2B5EF4-FFF2-40B4-BE49-F238E27FC236}">
                    <a16:creationId xmlns:a16="http://schemas.microsoft.com/office/drawing/2014/main" id="{43B505FB-2DFB-3D2A-4624-D30E086849E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81655" y="1579827"/>
                <a:ext cx="8780690" cy="5192486"/>
              </a:xfrm>
            </p:spPr>
            <p:txBody>
              <a:bodyPr>
                <a:noAutofit/>
              </a:bodyPr>
              <a:lstStyle/>
              <a:p>
                <a:pPr marL="0" indent="0">
                  <a:lnSpc>
                    <a:spcPct val="100000"/>
                  </a:lnSpc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sz="2100" i="1" kern="10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CN" sz="2100" kern="100"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min</m:t>
                        </m:r>
                      </m:e>
                      <m:sub>
                        <m:r>
                          <a:rPr lang="en-US" altLang="zh-CN" sz="2100" kern="100"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𝑎</m:t>
                        </m:r>
                        <m:r>
                          <a:rPr lang="en-US" altLang="zh-CN" sz="2100" kern="100"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,</m:t>
                        </m:r>
                        <m:r>
                          <a:rPr lang="en-US" altLang="zh-CN" sz="2100" kern="100"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𝑏</m:t>
                        </m:r>
                      </m:sub>
                    </m:sSub>
                    <m:r>
                      <a:rPr lang="en-US" altLang="zh-CN" sz="2100" kern="100"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𝐸</m:t>
                    </m:r>
                    <m:r>
                      <a:rPr lang="en-US" altLang="zh-CN" sz="2100" kern="100"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⁡{[</m:t>
                    </m:r>
                    <m:r>
                      <a:rPr lang="en-US" altLang="zh-CN" sz="2100" kern="100"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𝑌</m:t>
                    </m:r>
                    <m:r>
                      <a:rPr lang="en-US" altLang="zh-CN" sz="2100" kern="100"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−(</m:t>
                    </m:r>
                    <m:r>
                      <a:rPr lang="en-US" altLang="zh-CN" sz="2100" kern="100"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𝑎</m:t>
                    </m:r>
                    <m:r>
                      <a:rPr lang="en-US" altLang="zh-CN" sz="2100" kern="100"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+</m:t>
                    </m:r>
                    <m:r>
                      <a:rPr lang="en-US" altLang="zh-CN" sz="2100" kern="100"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𝑏𝑋</m:t>
                    </m:r>
                    <m:r>
                      <a:rPr lang="en-US" altLang="zh-CN" sz="2100" kern="100"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)</m:t>
                    </m:r>
                    <m:sSup>
                      <m:sSupPr>
                        <m:ctrlPr>
                          <a:rPr lang="zh-CN" altLang="zh-CN" sz="2100" i="1" kern="10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altLang="zh-CN" sz="2100" kern="100"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]</m:t>
                        </m:r>
                      </m:e>
                      <m:sup>
                        <m:r>
                          <a:rPr lang="en-US" altLang="zh-CN" sz="2100" kern="100"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2</m:t>
                        </m:r>
                      </m:sup>
                    </m:sSup>
                    <m:r>
                      <a:rPr lang="en-US" altLang="zh-CN" sz="2100" kern="100"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}=</m:t>
                    </m:r>
                    <m:r>
                      <a:rPr lang="en-US" altLang="zh-CN" sz="2100" kern="100"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𝐸</m:t>
                    </m:r>
                    <m:r>
                      <a:rPr lang="en-US" altLang="zh-CN" sz="2100" kern="100"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{[</m:t>
                    </m:r>
                    <m:r>
                      <a:rPr lang="en-US" altLang="zh-CN" sz="2100" kern="100"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𝑌</m:t>
                    </m:r>
                    <m:r>
                      <a:rPr lang="en-US" altLang="zh-CN" sz="2100" kern="100"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−(</m:t>
                    </m:r>
                    <m:sSub>
                      <m:sSubPr>
                        <m:ctrlPr>
                          <a:rPr lang="zh-CN" altLang="zh-CN" sz="2100" i="1" kern="10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sz="2100" kern="100"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zh-CN" sz="2100" kern="100"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0</m:t>
                        </m:r>
                      </m:sub>
                    </m:sSub>
                    <m:r>
                      <a:rPr lang="en-US" altLang="zh-CN" sz="2100" kern="100"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+</m:t>
                    </m:r>
                    <m:sSub>
                      <m:sSubPr>
                        <m:ctrlPr>
                          <a:rPr lang="zh-CN" altLang="zh-CN" sz="2100" i="1" kern="10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sz="2100" kern="100"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𝑏</m:t>
                        </m:r>
                      </m:e>
                      <m:sub>
                        <m:r>
                          <a:rPr lang="en-US" altLang="zh-CN" sz="2100" kern="100"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0</m:t>
                        </m:r>
                      </m:sub>
                    </m:sSub>
                    <m:r>
                      <a:rPr lang="en-US" altLang="zh-CN" sz="2100" kern="100"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𝑋</m:t>
                    </m:r>
                    <m:r>
                      <a:rPr lang="en-US" altLang="zh-CN" sz="2100" kern="100"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)</m:t>
                    </m:r>
                    <m:sSup>
                      <m:sSupPr>
                        <m:ctrlPr>
                          <a:rPr lang="zh-CN" altLang="zh-CN" sz="2100" i="1" kern="10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altLang="zh-CN" sz="2100" kern="100"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]</m:t>
                        </m:r>
                      </m:e>
                      <m:sup>
                        <m:r>
                          <a:rPr lang="en-US" altLang="zh-CN" sz="2100" kern="100"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2</m:t>
                        </m:r>
                      </m:sup>
                    </m:sSup>
                    <m:r>
                      <a:rPr lang="en-US" altLang="zh-CN" sz="2100" kern="100"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}=(1−</m:t>
                    </m:r>
                    <m:sSubSup>
                      <m:sSubSupPr>
                        <m:ctrlPr>
                          <a:rPr lang="en-US" altLang="zh-CN" sz="2100" i="1" kern="100"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</m:ctrlPr>
                      </m:sSubSupPr>
                      <m:e>
                        <m:r>
                          <a:rPr lang="zh-CN" altLang="en-US" sz="2100" kern="100"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𝜌</m:t>
                        </m:r>
                      </m:e>
                      <m:sub>
                        <m:r>
                          <a:rPr lang="en-US" altLang="zh-CN" sz="2100" kern="100"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𝑋𝑌</m:t>
                        </m:r>
                      </m:sub>
                      <m:sup>
                        <m:r>
                          <a:rPr lang="en-US" altLang="zh-CN" sz="2100" kern="100"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2</m:t>
                        </m:r>
                      </m:sup>
                    </m:sSubSup>
                    <m:r>
                      <a:rPr lang="en-US" altLang="zh-CN" sz="2100" kern="100"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)</m:t>
                    </m:r>
                    <m:r>
                      <a:rPr lang="en-US" altLang="zh-CN" sz="2100" kern="100"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𝐷</m:t>
                    </m:r>
                    <m:r>
                      <a:rPr lang="en-US" altLang="zh-CN" sz="2100" kern="100"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(</m:t>
                    </m:r>
                    <m:r>
                      <a:rPr lang="en-US" altLang="zh-CN" sz="2100" kern="100"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𝑌</m:t>
                    </m:r>
                    <m:r>
                      <a:rPr lang="en-US" altLang="zh-CN" sz="2100" kern="100"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)</m:t>
                    </m:r>
                  </m:oMath>
                </a14:m>
                <a:r>
                  <a:rPr lang="en-US" altLang="zh-CN" sz="2100" kern="100" dirty="0">
                    <a:latin typeface="KaiTi" panose="02010609060101010101" pitchFamily="49" charset="-122"/>
                    <a:cs typeface="Times New Roman" panose="02020603050405020304" pitchFamily="18" charset="0"/>
                  </a:rPr>
                  <a:t>        </a:t>
                </a:r>
                <a:endParaRPr lang="zh-CN" altLang="zh-CN" sz="2100" kern="100" dirty="0">
                  <a:latin typeface="KaiTi" panose="02010609060101010101" pitchFamily="49" charset="-122"/>
                  <a:cs typeface="Times New Roman" panose="02020603050405020304" pitchFamily="18" charset="0"/>
                </a:endParaRPr>
              </a:p>
              <a:p>
                <a:pPr marL="0" indent="0">
                  <a:lnSpc>
                    <a:spcPct val="100000"/>
                  </a:lnSpc>
                  <a:buNone/>
                </a:pPr>
                <a:endParaRPr lang="en-US" altLang="zh-CN" sz="2100" kern="100" dirty="0">
                  <a:latin typeface="Cambria Math" panose="020405030504060302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lnSpc>
                    <a:spcPct val="100000"/>
                  </a:lnSpc>
                  <a:buNone/>
                </a:pPr>
                <a:r>
                  <a:rPr lang="zh-CN" altLang="en-US" sz="2100" kern="100" dirty="0">
                    <a:latin typeface="Cambria Math" panose="02040503050406030204" pitchFamily="18" charset="0"/>
                    <a:cs typeface="Times New Roman" panose="02020603050405020304" pitchFamily="18" charset="0"/>
                  </a:rPr>
                  <a:t>由（</a:t>
                </a:r>
                <a:r>
                  <a:rPr lang="en-US" altLang="zh-CN" sz="2100" kern="100" dirty="0">
                    <a:latin typeface="Cambria Math" panose="02040503050406030204" pitchFamily="18" charset="0"/>
                    <a:cs typeface="Times New Roman" panose="02020603050405020304" pitchFamily="18" charset="0"/>
                  </a:rPr>
                  <a:t>3.4</a:t>
                </a:r>
                <a:r>
                  <a:rPr lang="zh-CN" altLang="en-US" sz="2100" kern="100" dirty="0">
                    <a:latin typeface="Cambria Math" panose="02040503050406030204" pitchFamily="18" charset="0"/>
                    <a:cs typeface="Times New Roman" panose="02020603050405020304" pitchFamily="18" charset="0"/>
                  </a:rPr>
                  <a:t>）式容易得到下述定理：</a:t>
                </a:r>
                <a:endParaRPr lang="en-US" altLang="zh-CN" sz="2100" kern="100" dirty="0">
                  <a:latin typeface="Cambria Math" panose="020405030504060302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lnSpc>
                    <a:spcPct val="100000"/>
                  </a:lnSpc>
                  <a:buNone/>
                </a:pPr>
                <a:endParaRPr lang="en-US" altLang="zh-CN" sz="2100" kern="100" dirty="0">
                  <a:latin typeface="Cambria Math" panose="020405030504060302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lnSpc>
                    <a:spcPct val="100000"/>
                  </a:lnSpc>
                  <a:buNone/>
                </a:pPr>
                <a:r>
                  <a:rPr lang="zh-CN" altLang="en-US" sz="2100" kern="100" dirty="0">
                    <a:latin typeface="Cambria Math" panose="02040503050406030204" pitchFamily="18" charset="0"/>
                    <a:cs typeface="Times New Roman" panose="02020603050405020304" pitchFamily="18" charset="0"/>
                  </a:rPr>
                  <a:t>定理：   </a:t>
                </a:r>
                <a:r>
                  <a:rPr lang="en-US" altLang="zh-CN" sz="2100" kern="100" dirty="0">
                    <a:solidFill>
                      <a:srgbClr val="FF0000"/>
                    </a:solidFill>
                    <a:latin typeface="Cambria Math" panose="02040503050406030204" pitchFamily="18" charset="0"/>
                    <a:cs typeface="Times New Roman" panose="02020603050405020304" pitchFamily="18" charset="0"/>
                  </a:rPr>
                  <a:t>1°  |</a:t>
                </a:r>
                <a:r>
                  <a:rPr lang="en-US" altLang="zh-CN" sz="2100" kern="100" dirty="0">
                    <a:solidFill>
                      <a:srgbClr val="FF0000"/>
                    </a:solidFill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zh-CN" sz="2100" i="1" kern="10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</m:ctrlPr>
                      </m:sSubSupPr>
                      <m:e>
                        <m:r>
                          <a:rPr lang="zh-CN" altLang="en-US" sz="2100" kern="10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𝜌</m:t>
                        </m:r>
                      </m:e>
                      <m:sub>
                        <m:r>
                          <a:rPr lang="en-US" altLang="zh-CN" sz="2100" kern="10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𝑋𝑌</m:t>
                        </m:r>
                      </m:sub>
                      <m:sup>
                        <m:r>
                          <a:rPr lang="en-US" altLang="zh-CN" sz="2100" kern="10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 </m:t>
                        </m:r>
                      </m:sup>
                    </m:sSubSup>
                    <m:r>
                      <a:rPr lang="en-US" altLang="zh-CN" sz="2100" kern="10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 </m:t>
                    </m:r>
                  </m:oMath>
                </a14:m>
                <a:r>
                  <a:rPr lang="en-US" altLang="zh-CN" sz="2100" kern="100" dirty="0">
                    <a:solidFill>
                      <a:srgbClr val="FF0000"/>
                    </a:solidFill>
                    <a:latin typeface="Cambria Math" panose="02040503050406030204" pitchFamily="18" charset="0"/>
                    <a:cs typeface="Times New Roman" panose="02020603050405020304" pitchFamily="18" charset="0"/>
                  </a:rPr>
                  <a:t>|≤1.</a:t>
                </a:r>
              </a:p>
              <a:p>
                <a:pPr marL="0" indent="0">
                  <a:lnSpc>
                    <a:spcPct val="100000"/>
                  </a:lnSpc>
                  <a:buNone/>
                </a:pPr>
                <a:endParaRPr lang="en-US" altLang="zh-CN" sz="2100" kern="100" dirty="0">
                  <a:solidFill>
                    <a:srgbClr val="FF0000"/>
                  </a:solidFill>
                  <a:latin typeface="Cambria Math" panose="020405030504060302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lnSpc>
                    <a:spcPct val="100000"/>
                  </a:lnSpc>
                  <a:buNone/>
                </a:pPr>
                <a:r>
                  <a:rPr lang="en-US" altLang="zh-CN" sz="2100" kern="100" dirty="0">
                    <a:solidFill>
                      <a:srgbClr val="FF0000"/>
                    </a:solidFill>
                    <a:latin typeface="Cambria Math" panose="02040503050406030204" pitchFamily="18" charset="0"/>
                    <a:cs typeface="Times New Roman" panose="02020603050405020304" pitchFamily="18" charset="0"/>
                  </a:rPr>
                  <a:t>                 2°  |</a:t>
                </a:r>
                <a:r>
                  <a:rPr lang="en-US" altLang="zh-CN" sz="2100" kern="100" dirty="0">
                    <a:solidFill>
                      <a:srgbClr val="FF0000"/>
                    </a:solidFill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zh-CN" sz="2100" i="1" kern="10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</m:ctrlPr>
                      </m:sSubSupPr>
                      <m:e>
                        <m:r>
                          <a:rPr lang="zh-CN" altLang="en-US" sz="2100" kern="10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𝜌</m:t>
                        </m:r>
                      </m:e>
                      <m:sub>
                        <m:r>
                          <a:rPr lang="en-US" altLang="zh-CN" sz="2100" kern="10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𝑋𝑌</m:t>
                        </m:r>
                      </m:sub>
                      <m:sup>
                        <m:r>
                          <a:rPr lang="en-US" altLang="zh-CN" sz="2100" kern="10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 </m:t>
                        </m:r>
                      </m:sup>
                    </m:sSubSup>
                    <m:r>
                      <a:rPr lang="en-US" altLang="zh-CN" sz="2100" kern="10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 </m:t>
                    </m:r>
                  </m:oMath>
                </a14:m>
                <a:r>
                  <a:rPr lang="en-US" altLang="zh-CN" sz="2100" kern="100" dirty="0">
                    <a:solidFill>
                      <a:srgbClr val="FF0000"/>
                    </a:solidFill>
                    <a:latin typeface="Cambria Math" panose="02040503050406030204" pitchFamily="18" charset="0"/>
                    <a:cs typeface="Times New Roman" panose="02020603050405020304" pitchFamily="18" charset="0"/>
                  </a:rPr>
                  <a:t>|=1 </a:t>
                </a:r>
                <a:r>
                  <a:rPr lang="zh-CN" altLang="en-US" sz="2100" kern="100" dirty="0">
                    <a:solidFill>
                      <a:srgbClr val="FF0000"/>
                    </a:solidFill>
                    <a:latin typeface="Cambria Math" panose="02040503050406030204" pitchFamily="18" charset="0"/>
                    <a:cs typeface="Times New Roman" panose="02020603050405020304" pitchFamily="18" charset="0"/>
                  </a:rPr>
                  <a:t>的充要条件是，存在常数</a:t>
                </a:r>
                <a14:m>
                  <m:oMath xmlns:m="http://schemas.openxmlformats.org/officeDocument/2006/math">
                    <m:r>
                      <a:rPr lang="en-US" altLang="zh-CN" sz="2100" i="1" kern="100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𝑎</m:t>
                    </m:r>
                  </m:oMath>
                </a14:m>
                <a:r>
                  <a:rPr lang="zh-CN" altLang="en-US" sz="2100" kern="100" dirty="0">
                    <a:solidFill>
                      <a:srgbClr val="FF0000"/>
                    </a:solidFill>
                    <a:latin typeface="Cambria Math" panose="02040503050406030204" pitchFamily="18" charset="0"/>
                    <a:cs typeface="Times New Roman" panose="02020603050405020304" pitchFamily="18" charset="0"/>
                  </a:rPr>
                  <a:t>，</a:t>
                </a:r>
                <a14:m>
                  <m:oMath xmlns:m="http://schemas.openxmlformats.org/officeDocument/2006/math">
                    <m:r>
                      <a:rPr lang="en-US" altLang="zh-CN" sz="2100" i="1" kern="100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𝑏</m:t>
                    </m:r>
                  </m:oMath>
                </a14:m>
                <a:r>
                  <a:rPr lang="zh-CN" altLang="en-US" sz="2100" kern="100" dirty="0">
                    <a:solidFill>
                      <a:srgbClr val="FF0000"/>
                    </a:solidFill>
                    <a:latin typeface="Cambria Math" panose="02040503050406030204" pitchFamily="18" charset="0"/>
                    <a:cs typeface="Times New Roman" panose="02020603050405020304" pitchFamily="18" charset="0"/>
                  </a:rPr>
                  <a:t>使</a:t>
                </a:r>
                <a14:m>
                  <m:oMath xmlns:m="http://schemas.openxmlformats.org/officeDocument/2006/math">
                    <m:r>
                      <a:rPr lang="en-US" altLang="zh-CN" sz="210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US" altLang="zh-CN" sz="210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US" altLang="zh-CN" sz="210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𝑌</m:t>
                    </m:r>
                    <m:r>
                      <a:rPr lang="en-US" altLang="zh-CN" sz="210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sz="210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altLang="zh-CN" sz="210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altLang="zh-CN" sz="210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𝑏𝑋</m:t>
                    </m:r>
                    <m:r>
                      <a:rPr lang="en-US" altLang="zh-CN" sz="210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}=1</m:t>
                    </m:r>
                  </m:oMath>
                </a14:m>
                <a:endParaRPr lang="zh-CN" altLang="zh-CN" sz="2100" dirty="0">
                  <a:solidFill>
                    <a:srgbClr val="FF0000"/>
                  </a:solidFill>
                </a:endParaRPr>
              </a:p>
              <a:p>
                <a:pPr marL="0" indent="0">
                  <a:lnSpc>
                    <a:spcPct val="100000"/>
                  </a:lnSpc>
                  <a:buNone/>
                </a:pPr>
                <a:endParaRPr lang="en-US" altLang="zh-CN" sz="2100" kern="100" dirty="0">
                  <a:latin typeface="Cambria Math" panose="020405030504060302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4" name="内容占位符 2">
                <a:extLst>
                  <a:ext uri="{FF2B5EF4-FFF2-40B4-BE49-F238E27FC236}">
                    <a16:creationId xmlns:a16="http://schemas.microsoft.com/office/drawing/2014/main" id="{43B505FB-2DFB-3D2A-4624-D30E086849E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81655" y="1579827"/>
                <a:ext cx="8780690" cy="5192486"/>
              </a:xfrm>
              <a:blipFill>
                <a:blip r:embed="rId2"/>
                <a:stretch>
                  <a:fillRect l="-86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文本框 5">
                <a:extLst>
                  <a:ext uri="{FF2B5EF4-FFF2-40B4-BE49-F238E27FC236}">
                    <a16:creationId xmlns:a16="http://schemas.microsoft.com/office/drawing/2014/main" id="{5A3EF9B5-BDFF-3856-DEDF-520B05EC2CCD}"/>
                  </a:ext>
                </a:extLst>
              </p:cNvPr>
              <p:cNvSpPr txBox="1"/>
              <p:nvPr/>
            </p:nvSpPr>
            <p:spPr>
              <a:xfrm>
                <a:off x="2186940" y="313460"/>
                <a:ext cx="4572000" cy="70788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zh-CN" altLang="en-US" sz="400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STXinwei" panose="02010800040101010101" pitchFamily="2" charset="-122"/>
                        </a:rPr>
                        <m:t>相关系数</m:t>
                      </m:r>
                      <m:r>
                        <a:rPr kumimoji="1" lang="zh-CN" altLang="en-US" sz="4000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STXinwei" panose="02010800040101010101" pitchFamily="2" charset="-122"/>
                        </a:rPr>
                        <m:t>的</m:t>
                      </m:r>
                      <m:r>
                        <a:rPr kumimoji="1" lang="zh-CN" altLang="en-US" sz="400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STXinwei" panose="02010800040101010101" pitchFamily="2" charset="-122"/>
                        </a:rPr>
                        <m:t>意义</m:t>
                      </m:r>
                    </m:oMath>
                  </m:oMathPara>
                </a14:m>
                <a:endParaRPr lang="zh-CN" altLang="en-US" sz="4000" dirty="0">
                  <a:solidFill>
                    <a:srgbClr val="FF0000"/>
                  </a:solidFill>
                  <a:latin typeface="STXinwei" panose="02010800040101010101" pitchFamily="2" charset="-122"/>
                  <a:ea typeface="STXinwei" panose="02010800040101010101" pitchFamily="2" charset="-122"/>
                </a:endParaRPr>
              </a:p>
            </p:txBody>
          </p:sp>
        </mc:Choice>
        <mc:Fallback xmlns="">
          <p:sp>
            <p:nvSpPr>
              <p:cNvPr id="6" name="文本框 5">
                <a:extLst>
                  <a:ext uri="{FF2B5EF4-FFF2-40B4-BE49-F238E27FC236}">
                    <a16:creationId xmlns:a16="http://schemas.microsoft.com/office/drawing/2014/main" id="{5A3EF9B5-BDFF-3856-DEDF-520B05EC2CC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86940" y="313460"/>
                <a:ext cx="4572000" cy="707886"/>
              </a:xfrm>
              <a:prstGeom prst="rect">
                <a:avLst/>
              </a:prstGeom>
              <a:blipFill>
                <a:blip r:embed="rId4"/>
                <a:stretch>
                  <a:fillRect b="-1228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" name="直线连接符 1">
            <a:extLst>
              <a:ext uri="{FF2B5EF4-FFF2-40B4-BE49-F238E27FC236}">
                <a16:creationId xmlns:a16="http://schemas.microsoft.com/office/drawing/2014/main" id="{2E061752-41B8-1847-A927-CB28E9B5306D}"/>
              </a:ext>
            </a:extLst>
          </p:cNvPr>
          <p:cNvCxnSpPr/>
          <p:nvPr/>
        </p:nvCxnSpPr>
        <p:spPr>
          <a:xfrm>
            <a:off x="0" y="1082842"/>
            <a:ext cx="9144000" cy="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965878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4" name="内容占位符 2">
                <a:extLst>
                  <a:ext uri="{FF2B5EF4-FFF2-40B4-BE49-F238E27FC236}">
                    <a16:creationId xmlns:a16="http://schemas.microsoft.com/office/drawing/2014/main" id="{61F71134-B3F1-03AD-2904-4D2C8C5ECD3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71450" y="2142827"/>
                <a:ext cx="8780690" cy="5192486"/>
              </a:xfrm>
            </p:spPr>
            <p:txBody>
              <a:bodyPr>
                <a:normAutofit/>
              </a:bodyPr>
              <a:lstStyle/>
              <a:p>
                <a:pPr marL="0" indent="0">
                  <a:lnSpc>
                    <a:spcPct val="170000"/>
                  </a:lnSpc>
                  <a:buNone/>
                </a:pPr>
                <a:r>
                  <a:rPr lang="zh-CN" altLang="en-US" sz="2300" kern="100" dirty="0">
                    <a:latin typeface="Cambria Math" panose="02040503050406030204" pitchFamily="18" charset="0"/>
                    <a:cs typeface="Times New Roman" panose="02020603050405020304" pitchFamily="18" charset="0"/>
                  </a:rPr>
                  <a:t>证      由（</a:t>
                </a:r>
                <a:r>
                  <a:rPr lang="en-US" altLang="zh-CN" sz="2300" kern="100" dirty="0">
                    <a:latin typeface="Cambria Math" panose="02040503050406030204" pitchFamily="18" charset="0"/>
                    <a:cs typeface="Times New Roman" panose="02020603050405020304" pitchFamily="18" charset="0"/>
                  </a:rPr>
                  <a:t>3.4</a:t>
                </a:r>
                <a:r>
                  <a:rPr lang="zh-CN" altLang="en-US" sz="2300" kern="100" dirty="0">
                    <a:latin typeface="Cambria Math" panose="02040503050406030204" pitchFamily="18" charset="0"/>
                    <a:cs typeface="Times New Roman" panose="02020603050405020304" pitchFamily="18" charset="0"/>
                  </a:rPr>
                  <a:t>）式与</a:t>
                </a:r>
                <a14:m>
                  <m:oMath xmlns:m="http://schemas.openxmlformats.org/officeDocument/2006/math">
                    <m:r>
                      <a:rPr lang="en-US" altLang="zh-CN" sz="2300" kern="100"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𝐸</m:t>
                    </m:r>
                    <m:r>
                      <a:rPr lang="en-US" altLang="zh-CN" sz="2300" kern="100"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{[</m:t>
                    </m:r>
                    <m:r>
                      <a:rPr lang="en-US" altLang="zh-CN" sz="2300" kern="100"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𝑌</m:t>
                    </m:r>
                    <m:r>
                      <a:rPr lang="en-US" altLang="zh-CN" sz="2300" kern="100"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−(</m:t>
                    </m:r>
                    <m:sSub>
                      <m:sSubPr>
                        <m:ctrlPr>
                          <a:rPr lang="zh-CN" altLang="zh-CN" sz="2300" i="1" kern="100"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sz="2300" kern="100"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zh-CN" sz="2300" kern="100"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0</m:t>
                        </m:r>
                      </m:sub>
                    </m:sSub>
                    <m:r>
                      <a:rPr lang="en-US" altLang="zh-CN" sz="2300" kern="100"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+</m:t>
                    </m:r>
                    <m:sSub>
                      <m:sSubPr>
                        <m:ctrlPr>
                          <a:rPr lang="zh-CN" altLang="zh-CN" sz="2300" i="1" kern="100"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sz="2300" kern="100"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𝑏</m:t>
                        </m:r>
                      </m:e>
                      <m:sub>
                        <m:r>
                          <a:rPr lang="en-US" altLang="zh-CN" sz="2300" kern="100"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0</m:t>
                        </m:r>
                      </m:sub>
                    </m:sSub>
                    <m:r>
                      <a:rPr lang="en-US" altLang="zh-CN" sz="2300" kern="100"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𝑋</m:t>
                    </m:r>
                    <m:r>
                      <a:rPr lang="en-US" altLang="zh-CN" sz="2300" kern="100"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)</m:t>
                    </m:r>
                    <m:sSup>
                      <m:sSupPr>
                        <m:ctrlPr>
                          <a:rPr lang="zh-CN" altLang="zh-CN" sz="2300" i="1" kern="100"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altLang="zh-CN" sz="2300" kern="100"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]</m:t>
                        </m:r>
                      </m:e>
                      <m:sup>
                        <m:r>
                          <a:rPr lang="en-US" altLang="zh-CN" sz="2300" kern="100"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2</m:t>
                        </m:r>
                      </m:sup>
                    </m:sSup>
                    <m:r>
                      <a:rPr lang="en-US" altLang="zh-CN" sz="2300" kern="100"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}</m:t>
                    </m:r>
                  </m:oMath>
                </a14:m>
                <a:r>
                  <a:rPr lang="zh-CN" altLang="en-US" sz="2300" kern="100" dirty="0">
                    <a:latin typeface="Cambria Math" panose="02040503050406030204" pitchFamily="18" charset="0"/>
                    <a:cs typeface="Times New Roman" panose="02020603050405020304" pitchFamily="18" charset="0"/>
                  </a:rPr>
                  <a:t>及</a:t>
                </a:r>
                <a14:m>
                  <m:oMath xmlns:m="http://schemas.openxmlformats.org/officeDocument/2006/math">
                    <m:r>
                      <a:rPr lang="en-US" altLang="zh-CN" sz="2300" kern="100"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𝐷</m:t>
                    </m:r>
                    <m:r>
                      <a:rPr lang="en-US" altLang="zh-CN" sz="2300" kern="100"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(</m:t>
                    </m:r>
                    <m:r>
                      <a:rPr lang="en-US" altLang="zh-CN" sz="2300" kern="100"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𝑋</m:t>
                    </m:r>
                    <m:r>
                      <a:rPr lang="en-US" altLang="zh-CN" sz="2300" kern="100"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)</m:t>
                    </m:r>
                  </m:oMath>
                </a14:m>
                <a:r>
                  <a:rPr lang="zh-CN" altLang="en-US" sz="2300" kern="100" dirty="0">
                    <a:latin typeface="Cambria Math" panose="02040503050406030204" pitchFamily="18" charset="0"/>
                    <a:cs typeface="Times New Roman" panose="02020603050405020304" pitchFamily="18" charset="0"/>
                  </a:rPr>
                  <a:t>的非负性，知</a:t>
                </a:r>
                <a14:m>
                  <m:oMath xmlns:m="http://schemas.openxmlformats.org/officeDocument/2006/math">
                    <m:r>
                      <a:rPr lang="en-US" altLang="zh-CN" sz="2300" kern="100"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1−</m:t>
                    </m:r>
                    <m:sSubSup>
                      <m:sSubSupPr>
                        <m:ctrlPr>
                          <a:rPr lang="zh-CN" altLang="zh-CN" sz="2300" i="1" kern="100"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</m:ctrlPr>
                      </m:sSubSupPr>
                      <m:e>
                        <m:r>
                          <m:rPr>
                            <m:sty m:val="p"/>
                          </m:rPr>
                          <a:rPr lang="el-GR" altLang="zh-CN" sz="2300" i="1" kern="10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ρ</m:t>
                        </m:r>
                      </m:e>
                      <m:sub>
                        <m:r>
                          <a:rPr lang="en-US" altLang="zh-CN" sz="2300" kern="100"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𝑥𝑦</m:t>
                        </m:r>
                      </m:sub>
                      <m:sup>
                        <m:r>
                          <a:rPr lang="en-US" altLang="zh-CN" sz="2300" kern="100"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2</m:t>
                        </m:r>
                      </m:sup>
                    </m:sSubSup>
                    <m:r>
                      <a:rPr lang="en-US" altLang="zh-CN" sz="2300" kern="100"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≥0</m:t>
                    </m:r>
                  </m:oMath>
                </a14:m>
                <a:r>
                  <a:rPr lang="zh-CN" altLang="en-US" sz="2300" kern="100" dirty="0">
                    <a:latin typeface="Cambria Math" panose="02040503050406030204" pitchFamily="18" charset="0"/>
                    <a:cs typeface="Times New Roman" panose="02020603050405020304" pitchFamily="18" charset="0"/>
                  </a:rPr>
                  <a:t>，亦即</a:t>
                </a:r>
                <a14:m>
                  <m:oMath xmlns:m="http://schemas.openxmlformats.org/officeDocument/2006/math">
                    <m:r>
                      <a:rPr lang="en-US" altLang="zh-CN" sz="2300" kern="100"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|</m:t>
                    </m:r>
                    <m:sSub>
                      <m:sSubPr>
                        <m:ctrlPr>
                          <a:rPr lang="zh-CN" altLang="zh-CN" sz="2300" i="1" kern="100"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l-GR" altLang="zh-CN" sz="2300" i="1" kern="10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ρ</m:t>
                        </m:r>
                      </m:e>
                      <m:sub>
                        <m:r>
                          <a:rPr lang="en-US" altLang="zh-CN" sz="2300" kern="100"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𝑥𝑦</m:t>
                        </m:r>
                      </m:sub>
                    </m:sSub>
                    <m:r>
                      <a:rPr lang="en-US" altLang="zh-CN" sz="2300" kern="100"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|≤1</m:t>
                    </m:r>
                  </m:oMath>
                </a14:m>
                <a:endParaRPr lang="zh-CN" altLang="zh-CN" sz="2300" kern="100" dirty="0">
                  <a:latin typeface="Cambria Math" panose="020405030504060302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lnSpc>
                    <a:spcPct val="170000"/>
                  </a:lnSpc>
                  <a:buNone/>
                </a:pPr>
                <a:endParaRPr lang="en-US" altLang="zh-CN" sz="1800" kern="100" dirty="0">
                  <a:latin typeface="Cambria Math" panose="020405030504060302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4" name="内容占位符 2">
                <a:extLst>
                  <a:ext uri="{FF2B5EF4-FFF2-40B4-BE49-F238E27FC236}">
                    <a16:creationId xmlns:a16="http://schemas.microsoft.com/office/drawing/2014/main" id="{61F71134-B3F1-03AD-2904-4D2C8C5ECD3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71450" y="2142827"/>
                <a:ext cx="8780690" cy="5192486"/>
              </a:xfrm>
              <a:blipFill>
                <a:blip r:embed="rId2"/>
                <a:stretch>
                  <a:fillRect l="-101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" name="直线连接符 1">
            <a:extLst>
              <a:ext uri="{FF2B5EF4-FFF2-40B4-BE49-F238E27FC236}">
                <a16:creationId xmlns:a16="http://schemas.microsoft.com/office/drawing/2014/main" id="{873E8DF9-E9CA-DE9D-9C1B-7CFBE5EAED5E}"/>
              </a:ext>
            </a:extLst>
          </p:cNvPr>
          <p:cNvCxnSpPr/>
          <p:nvPr/>
        </p:nvCxnSpPr>
        <p:spPr>
          <a:xfrm>
            <a:off x="0" y="1082842"/>
            <a:ext cx="9144000" cy="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文本框 2">
                <a:extLst>
                  <a:ext uri="{FF2B5EF4-FFF2-40B4-BE49-F238E27FC236}">
                    <a16:creationId xmlns:a16="http://schemas.microsoft.com/office/drawing/2014/main" id="{0237675E-C0DB-46A9-A73E-6CF7027EEA7A}"/>
                  </a:ext>
                </a:extLst>
              </p:cNvPr>
              <p:cNvSpPr txBox="1"/>
              <p:nvPr/>
            </p:nvSpPr>
            <p:spPr>
              <a:xfrm>
                <a:off x="2186940" y="313460"/>
                <a:ext cx="4572000" cy="70788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zh-CN" altLang="en-US" sz="400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STXinwei" panose="02010800040101010101" pitchFamily="2" charset="-122"/>
                        </a:rPr>
                        <m:t>相关系数</m:t>
                      </m:r>
                      <m:r>
                        <a:rPr kumimoji="1" lang="zh-CN" altLang="en-US" sz="4000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STXinwei" panose="02010800040101010101" pitchFamily="2" charset="-122"/>
                        </a:rPr>
                        <m:t>的</m:t>
                      </m:r>
                      <m:r>
                        <a:rPr kumimoji="1" lang="zh-CN" altLang="en-US" sz="400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STXinwei" panose="02010800040101010101" pitchFamily="2" charset="-122"/>
                        </a:rPr>
                        <m:t>意义</m:t>
                      </m:r>
                    </m:oMath>
                  </m:oMathPara>
                </a14:m>
                <a:endParaRPr lang="zh-CN" altLang="en-US" sz="4000" dirty="0">
                  <a:solidFill>
                    <a:srgbClr val="FF0000"/>
                  </a:solidFill>
                  <a:latin typeface="STXinwei" panose="02010800040101010101" pitchFamily="2" charset="-122"/>
                  <a:ea typeface="STXinwei" panose="02010800040101010101" pitchFamily="2" charset="-122"/>
                </a:endParaRPr>
              </a:p>
            </p:txBody>
          </p:sp>
        </mc:Choice>
        <mc:Fallback xmlns="">
          <p:sp>
            <p:nvSpPr>
              <p:cNvPr id="3" name="文本框 2">
                <a:extLst>
                  <a:ext uri="{FF2B5EF4-FFF2-40B4-BE49-F238E27FC236}">
                    <a16:creationId xmlns:a16="http://schemas.microsoft.com/office/drawing/2014/main" id="{0237675E-C0DB-46A9-A73E-6CF7027EEA7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86940" y="313460"/>
                <a:ext cx="4572000" cy="707886"/>
              </a:xfrm>
              <a:prstGeom prst="rect">
                <a:avLst/>
              </a:prstGeom>
              <a:blipFill>
                <a:blip r:embed="rId3"/>
                <a:stretch>
                  <a:fillRect b="-1228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文本框 5">
                <a:extLst>
                  <a:ext uri="{FF2B5EF4-FFF2-40B4-BE49-F238E27FC236}">
                    <a16:creationId xmlns:a16="http://schemas.microsoft.com/office/drawing/2014/main" id="{81062880-2E43-1315-535F-526678F2C670}"/>
                  </a:ext>
                </a:extLst>
              </p:cNvPr>
              <p:cNvSpPr txBox="1"/>
              <p:nvPr/>
            </p:nvSpPr>
            <p:spPr>
              <a:xfrm>
                <a:off x="171450" y="4739070"/>
                <a:ext cx="8972549" cy="47461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indent="0">
                  <a:lnSpc>
                    <a:spcPct val="100000"/>
                  </a:lnSpc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sz="2300" i="1" kern="10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CN" sz="2300" kern="100"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min</m:t>
                        </m:r>
                      </m:e>
                      <m:sub>
                        <m:r>
                          <a:rPr lang="en-US" altLang="zh-CN" sz="2300" kern="100"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𝑎</m:t>
                        </m:r>
                        <m:r>
                          <a:rPr lang="en-US" altLang="zh-CN" sz="2300" kern="100"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,</m:t>
                        </m:r>
                        <m:r>
                          <a:rPr lang="en-US" altLang="zh-CN" sz="2300" kern="100"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𝑏</m:t>
                        </m:r>
                      </m:sub>
                    </m:sSub>
                    <m:r>
                      <a:rPr lang="en-US" altLang="zh-CN" sz="2300" kern="100"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𝐸</m:t>
                    </m:r>
                    <m:r>
                      <a:rPr lang="en-US" altLang="zh-CN" sz="2300" kern="100"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⁡{[</m:t>
                    </m:r>
                    <m:r>
                      <a:rPr lang="en-US" altLang="zh-CN" sz="2300" kern="100"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𝑌</m:t>
                    </m:r>
                    <m:r>
                      <a:rPr lang="en-US" altLang="zh-CN" sz="2300" kern="100"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−(</m:t>
                    </m:r>
                    <m:r>
                      <a:rPr lang="en-US" altLang="zh-CN" sz="2300" kern="100"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𝑎</m:t>
                    </m:r>
                    <m:r>
                      <a:rPr lang="en-US" altLang="zh-CN" sz="2300" kern="100"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+</m:t>
                    </m:r>
                    <m:r>
                      <a:rPr lang="en-US" altLang="zh-CN" sz="2300" kern="100"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𝑏𝑋</m:t>
                    </m:r>
                    <m:r>
                      <a:rPr lang="en-US" altLang="zh-CN" sz="2300" kern="100"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)</m:t>
                    </m:r>
                    <m:sSup>
                      <m:sSupPr>
                        <m:ctrlPr>
                          <a:rPr lang="zh-CN" altLang="zh-CN" sz="2300" i="1" kern="10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altLang="zh-CN" sz="2300" kern="100"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]</m:t>
                        </m:r>
                      </m:e>
                      <m:sup>
                        <m:r>
                          <a:rPr lang="en-US" altLang="zh-CN" sz="2300" kern="100"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2</m:t>
                        </m:r>
                      </m:sup>
                    </m:sSup>
                    <m:r>
                      <a:rPr lang="en-US" altLang="zh-CN" sz="2300" kern="100"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}=</m:t>
                    </m:r>
                    <m:r>
                      <a:rPr lang="en-US" altLang="zh-CN" sz="2300" kern="100"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𝐸</m:t>
                    </m:r>
                    <m:r>
                      <a:rPr lang="en-US" altLang="zh-CN" sz="2300" kern="100"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{[</m:t>
                    </m:r>
                    <m:r>
                      <a:rPr lang="en-US" altLang="zh-CN" sz="2300" kern="100"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𝑌</m:t>
                    </m:r>
                    <m:r>
                      <a:rPr lang="en-US" altLang="zh-CN" sz="2300" kern="100"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−(</m:t>
                    </m:r>
                    <m:sSub>
                      <m:sSubPr>
                        <m:ctrlPr>
                          <a:rPr lang="zh-CN" altLang="zh-CN" sz="2300" i="1" kern="10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sz="2300" kern="100"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zh-CN" sz="2300" kern="100"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0</m:t>
                        </m:r>
                      </m:sub>
                    </m:sSub>
                    <m:r>
                      <a:rPr lang="en-US" altLang="zh-CN" sz="2300" kern="100"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+</m:t>
                    </m:r>
                    <m:sSub>
                      <m:sSubPr>
                        <m:ctrlPr>
                          <a:rPr lang="zh-CN" altLang="zh-CN" sz="2300" i="1" kern="10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sz="2300" kern="100"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𝑏</m:t>
                        </m:r>
                      </m:e>
                      <m:sub>
                        <m:r>
                          <a:rPr lang="en-US" altLang="zh-CN" sz="2300" kern="100"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0</m:t>
                        </m:r>
                      </m:sub>
                    </m:sSub>
                    <m:r>
                      <a:rPr lang="en-US" altLang="zh-CN" sz="2300" kern="100"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𝑋</m:t>
                    </m:r>
                    <m:r>
                      <a:rPr lang="en-US" altLang="zh-CN" sz="2300" kern="100"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)</m:t>
                    </m:r>
                    <m:sSup>
                      <m:sSupPr>
                        <m:ctrlPr>
                          <a:rPr lang="zh-CN" altLang="zh-CN" sz="2300" i="1" kern="10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altLang="zh-CN" sz="2300" kern="100"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]</m:t>
                        </m:r>
                      </m:e>
                      <m:sup>
                        <m:r>
                          <a:rPr lang="en-US" altLang="zh-CN" sz="2300" kern="100"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2</m:t>
                        </m:r>
                      </m:sup>
                    </m:sSup>
                    <m:r>
                      <a:rPr lang="en-US" altLang="zh-CN" sz="2300" kern="100"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}=(1−</m:t>
                    </m:r>
                    <m:sSubSup>
                      <m:sSubSupPr>
                        <m:ctrlPr>
                          <a:rPr lang="en-US" altLang="zh-CN" sz="2300" i="1" kern="100"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</m:ctrlPr>
                      </m:sSubSupPr>
                      <m:e>
                        <m:r>
                          <a:rPr lang="zh-CN" altLang="en-US" sz="2300" kern="100"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𝜌</m:t>
                        </m:r>
                      </m:e>
                      <m:sub>
                        <m:r>
                          <a:rPr lang="en-US" altLang="zh-CN" sz="2300" kern="100"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𝑋𝑌</m:t>
                        </m:r>
                      </m:sub>
                      <m:sup>
                        <m:r>
                          <a:rPr lang="en-US" altLang="zh-CN" sz="2300" kern="100"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2</m:t>
                        </m:r>
                      </m:sup>
                    </m:sSubSup>
                    <m:r>
                      <a:rPr lang="en-US" altLang="zh-CN" sz="2300" kern="100"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)</m:t>
                    </m:r>
                    <m:r>
                      <a:rPr lang="en-US" altLang="zh-CN" sz="2300" kern="100"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𝐷</m:t>
                    </m:r>
                    <m:r>
                      <a:rPr lang="en-US" altLang="zh-CN" sz="2300" kern="100"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(</m:t>
                    </m:r>
                    <m:r>
                      <a:rPr lang="en-US" altLang="zh-CN" sz="2300" kern="100"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𝑌</m:t>
                    </m:r>
                    <m:r>
                      <a:rPr lang="en-US" altLang="zh-CN" sz="2300" kern="100"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)</m:t>
                    </m:r>
                  </m:oMath>
                </a14:m>
                <a:r>
                  <a:rPr lang="en-US" altLang="zh-CN" sz="2300" kern="100" dirty="0">
                    <a:latin typeface="KaiTi" panose="02010609060101010101" pitchFamily="49" charset="-122"/>
                    <a:cs typeface="Times New Roman" panose="02020603050405020304" pitchFamily="18" charset="0"/>
                  </a:rPr>
                  <a:t>        </a:t>
                </a:r>
                <a:endParaRPr lang="zh-CN" altLang="zh-CN" sz="2300" kern="100" dirty="0">
                  <a:latin typeface="KaiTi" panose="02010609060101010101" pitchFamily="49" charset="-122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6" name="文本框 5">
                <a:extLst>
                  <a:ext uri="{FF2B5EF4-FFF2-40B4-BE49-F238E27FC236}">
                    <a16:creationId xmlns:a16="http://schemas.microsoft.com/office/drawing/2014/main" id="{81062880-2E43-1315-535F-526678F2C67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1450" y="4739070"/>
                <a:ext cx="8972549" cy="474617"/>
              </a:xfrm>
              <a:prstGeom prst="rect">
                <a:avLst/>
              </a:prstGeom>
              <a:blipFill>
                <a:blip r:embed="rId4"/>
                <a:stretch>
                  <a:fillRect l="-141" b="-1538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文本框 6">
                <a:extLst>
                  <a:ext uri="{FF2B5EF4-FFF2-40B4-BE49-F238E27FC236}">
                    <a16:creationId xmlns:a16="http://schemas.microsoft.com/office/drawing/2014/main" id="{733CCFC0-AE7D-A26D-5246-511F27C5183D}"/>
                  </a:ext>
                </a:extLst>
              </p:cNvPr>
              <p:cNvSpPr txBox="1"/>
              <p:nvPr/>
            </p:nvSpPr>
            <p:spPr>
              <a:xfrm>
                <a:off x="171450" y="1493084"/>
                <a:ext cx="4579144" cy="41549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lvl="0" defTabSz="914400">
                  <a:spcBef>
                    <a:spcPts val="1000"/>
                  </a:spcBef>
                </a:pPr>
                <a:r>
                  <a:rPr lang="en-US" altLang="zh-CN" sz="2100" kern="100" dirty="0">
                    <a:solidFill>
                      <a:srgbClr val="FF0000"/>
                    </a:solidFill>
                    <a:latin typeface="Cambria Math" panose="02040503050406030204" pitchFamily="18" charset="0"/>
                    <a:ea typeface="KaiTi" panose="02010609060101010101" pitchFamily="49" charset="-122"/>
                    <a:cs typeface="Times New Roman" panose="02020603050405020304" pitchFamily="18" charset="0"/>
                  </a:rPr>
                  <a:t>1°  |</a:t>
                </a:r>
                <a:r>
                  <a:rPr lang="en-US" altLang="zh-CN" sz="2100" kern="100" dirty="0">
                    <a:solidFill>
                      <a:srgbClr val="FF0000"/>
                    </a:solidFill>
                    <a:ea typeface="KaiTi" panose="02010609060101010101" pitchFamily="49" charset="-122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zh-CN" sz="2100" i="1" kern="10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SupPr>
                      <m:e>
                        <m:r>
                          <a:rPr lang="zh-CN" altLang="en-US" sz="2100" kern="10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𝜌</m:t>
                        </m:r>
                      </m:e>
                      <m:sub>
                        <m:r>
                          <a:rPr lang="en-US" altLang="zh-CN" sz="2100" kern="10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𝑋𝑌</m:t>
                        </m:r>
                      </m:sub>
                      <m:sup>
                        <m:r>
                          <a:rPr lang="en-US" altLang="zh-CN" sz="2100" kern="10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 </m:t>
                        </m:r>
                      </m:sup>
                    </m:sSubSup>
                    <m:r>
                      <a:rPr lang="en-US" altLang="zh-CN" sz="2100" kern="10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</m:oMath>
                </a14:m>
                <a:r>
                  <a:rPr lang="en-US" altLang="zh-CN" sz="2100" kern="100" dirty="0">
                    <a:solidFill>
                      <a:srgbClr val="FF0000"/>
                    </a:solidFill>
                    <a:latin typeface="Cambria Math" panose="02040503050406030204" pitchFamily="18" charset="0"/>
                    <a:ea typeface="KaiTi" panose="02010609060101010101" pitchFamily="49" charset="-122"/>
                    <a:cs typeface="Times New Roman" panose="02020603050405020304" pitchFamily="18" charset="0"/>
                  </a:rPr>
                  <a:t>|≤1.</a:t>
                </a:r>
              </a:p>
            </p:txBody>
          </p:sp>
        </mc:Choice>
        <mc:Fallback xmlns="">
          <p:sp>
            <p:nvSpPr>
              <p:cNvPr id="7" name="文本框 6">
                <a:extLst>
                  <a:ext uri="{FF2B5EF4-FFF2-40B4-BE49-F238E27FC236}">
                    <a16:creationId xmlns:a16="http://schemas.microsoft.com/office/drawing/2014/main" id="{733CCFC0-AE7D-A26D-5246-511F27C5183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1450" y="1493084"/>
                <a:ext cx="4579144" cy="415498"/>
              </a:xfrm>
              <a:prstGeom prst="rect">
                <a:avLst/>
              </a:prstGeom>
              <a:blipFill>
                <a:blip r:embed="rId5"/>
                <a:stretch>
                  <a:fillRect l="-1385" t="-14706" b="-2647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5940801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4" name="内容占位符 2">
                <a:extLst>
                  <a:ext uri="{FF2B5EF4-FFF2-40B4-BE49-F238E27FC236}">
                    <a16:creationId xmlns:a16="http://schemas.microsoft.com/office/drawing/2014/main" id="{61F71134-B3F1-03AD-2904-4D2C8C5ECD3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710292" y="2269107"/>
                <a:ext cx="8780690" cy="5192486"/>
              </a:xfrm>
            </p:spPr>
            <p:txBody>
              <a:bodyPr>
                <a:noAutofit/>
              </a:bodyPr>
              <a:lstStyle/>
              <a:p>
                <a:pPr marL="0" indent="0">
                  <a:lnSpc>
                    <a:spcPct val="150000"/>
                  </a:lnSpc>
                  <a:buNone/>
                </a:pPr>
                <a:r>
                  <a:rPr lang="zh-CN" altLang="en-US" sz="2200" kern="100" dirty="0">
                    <a:latin typeface="Cambria Math" panose="02040503050406030204" pitchFamily="18" charset="0"/>
                    <a:cs typeface="Times New Roman" panose="02020603050405020304" pitchFamily="18" charset="0"/>
                  </a:rPr>
                  <a:t>证       </a:t>
                </a:r>
                <a:r>
                  <a:rPr lang="en-US" altLang="zh-CN" sz="2200" kern="100" dirty="0">
                    <a:latin typeface="Cambria Math" panose="020405030504060302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zh-CN" altLang="en-US" sz="2200" kern="100" dirty="0">
                    <a:latin typeface="Cambria Math" panose="02040503050406030204" pitchFamily="18" charset="0"/>
                    <a:cs typeface="Times New Roman" panose="02020603050405020304" pitchFamily="18" charset="0"/>
                  </a:rPr>
                  <a:t>若</a:t>
                </a:r>
                <a14:m>
                  <m:oMath xmlns:m="http://schemas.openxmlformats.org/officeDocument/2006/math">
                    <m:r>
                      <a:rPr lang="en-US" altLang="zh-CN" sz="2200" kern="100"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|</m:t>
                    </m:r>
                    <m:sSub>
                      <m:sSubPr>
                        <m:ctrlPr>
                          <a:rPr lang="zh-CN" altLang="zh-CN" sz="2200" i="1" kern="100"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zh-CN" altLang="en-US" sz="2200" kern="100"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𝜌</m:t>
                        </m:r>
                      </m:e>
                      <m:sub>
                        <m:r>
                          <a:rPr lang="en-US" altLang="zh-CN" sz="2200" kern="100"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𝑥𝑦</m:t>
                        </m:r>
                      </m:sub>
                    </m:sSub>
                    <m:r>
                      <a:rPr lang="en-US" altLang="zh-CN" sz="2200" kern="100"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|=1</m:t>
                    </m:r>
                  </m:oMath>
                </a14:m>
                <a:r>
                  <a:rPr lang="zh-CN" altLang="en-US" sz="2200" kern="100" dirty="0">
                    <a:latin typeface="Cambria Math" panose="02040503050406030204" pitchFamily="18" charset="0"/>
                    <a:cs typeface="Times New Roman" panose="02020603050405020304" pitchFamily="18" charset="0"/>
                  </a:rPr>
                  <a:t>，由（</a:t>
                </a:r>
                <a:r>
                  <a:rPr lang="en-US" altLang="zh-CN" sz="2200" kern="100" dirty="0">
                    <a:latin typeface="Cambria Math" panose="02040503050406030204" pitchFamily="18" charset="0"/>
                    <a:cs typeface="Times New Roman" panose="02020603050405020304" pitchFamily="18" charset="0"/>
                  </a:rPr>
                  <a:t>3.4</a:t>
                </a:r>
                <a:r>
                  <a:rPr lang="zh-CN" altLang="en-US" sz="2200" kern="100" dirty="0">
                    <a:latin typeface="Cambria Math" panose="02040503050406030204" pitchFamily="18" charset="0"/>
                    <a:cs typeface="Times New Roman" panose="02020603050405020304" pitchFamily="18" charset="0"/>
                  </a:rPr>
                  <a:t>）式得</a:t>
                </a:r>
                <a:endParaRPr lang="zh-CN" altLang="zh-CN" sz="2200" kern="100" dirty="0">
                  <a:latin typeface="Cambria Math" panose="020405030504060302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lnSpc>
                    <a:spcPct val="150000"/>
                  </a:lnSpc>
                  <a:buNone/>
                </a:pPr>
                <a:r>
                  <a:rPr lang="en-US" altLang="zh-CN" sz="2200" kern="100" dirty="0">
                    <a:ea typeface="等线" panose="02010600030101010101" pitchFamily="2" charset="-122"/>
                    <a:cs typeface="Times New Roman" panose="02020603050405020304" pitchFamily="18" charset="0"/>
                  </a:rPr>
                  <a:t>                       </a:t>
                </a:r>
                <a14:m>
                  <m:oMath xmlns:m="http://schemas.openxmlformats.org/officeDocument/2006/math">
                    <m:r>
                      <a:rPr lang="en-US" altLang="zh-CN" sz="2200" kern="100"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𝐸</m:t>
                    </m:r>
                    <m:r>
                      <a:rPr lang="en-US" altLang="zh-CN" sz="2200" kern="100"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{[</m:t>
                    </m:r>
                    <m:r>
                      <a:rPr lang="en-US" altLang="zh-CN" sz="2200" kern="100"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𝑌</m:t>
                    </m:r>
                    <m:r>
                      <a:rPr lang="en-US" altLang="zh-CN" sz="2200" kern="100"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−(</m:t>
                    </m:r>
                    <m:sSub>
                      <m:sSubPr>
                        <m:ctrlPr>
                          <a:rPr lang="zh-CN" altLang="zh-CN" sz="2200" i="1" kern="100"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sz="2200" kern="100"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zh-CN" sz="2200" kern="100"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0</m:t>
                        </m:r>
                      </m:sub>
                    </m:sSub>
                    <m:r>
                      <a:rPr lang="en-US" altLang="zh-CN" sz="2200" kern="100"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+</m:t>
                    </m:r>
                    <m:sSub>
                      <m:sSubPr>
                        <m:ctrlPr>
                          <a:rPr lang="zh-CN" altLang="zh-CN" sz="2200" i="1" kern="100"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sz="2200" kern="100"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𝑏</m:t>
                        </m:r>
                      </m:e>
                      <m:sub>
                        <m:r>
                          <a:rPr lang="en-US" altLang="zh-CN" sz="2200" kern="100"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0</m:t>
                        </m:r>
                      </m:sub>
                    </m:sSub>
                    <m:r>
                      <a:rPr lang="en-US" altLang="zh-CN" sz="2200" kern="100"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𝑋</m:t>
                    </m:r>
                    <m:r>
                      <a:rPr lang="en-US" altLang="zh-CN" sz="2200" kern="100"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)</m:t>
                    </m:r>
                    <m:sSup>
                      <m:sSupPr>
                        <m:ctrlPr>
                          <a:rPr lang="zh-CN" altLang="zh-CN" sz="2200" i="1" kern="100"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altLang="zh-CN" sz="2200" kern="100"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]</m:t>
                        </m:r>
                      </m:e>
                      <m:sup>
                        <m:r>
                          <a:rPr lang="en-US" altLang="zh-CN" sz="2200" kern="100"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2</m:t>
                        </m:r>
                      </m:sup>
                    </m:sSup>
                    <m:r>
                      <a:rPr lang="en-US" altLang="zh-CN" sz="2200" kern="100"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}=0</m:t>
                    </m:r>
                  </m:oMath>
                </a14:m>
                <a:endParaRPr lang="zh-CN" altLang="zh-CN" sz="2200" kern="100" dirty="0">
                  <a:latin typeface="Cambria Math" panose="020405030504060302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lnSpc>
                    <a:spcPct val="15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200" kern="100"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𝐷</m:t>
                      </m:r>
                      <m:r>
                        <a:rPr lang="en-US" altLang="zh-CN" sz="2200" kern="100"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[</m:t>
                      </m:r>
                      <m:r>
                        <a:rPr lang="en-US" altLang="zh-CN" sz="2200" kern="100"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𝑌</m:t>
                      </m:r>
                      <m:r>
                        <a:rPr lang="en-US" altLang="zh-CN" sz="2200" kern="100"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−(</m:t>
                      </m:r>
                      <m:sSub>
                        <m:sSubPr>
                          <m:ctrlPr>
                            <a:rPr lang="zh-CN" altLang="zh-CN" sz="2200" i="1" kern="100"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altLang="zh-CN" sz="2200" kern="100"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US" altLang="zh-CN" sz="2200" kern="100"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altLang="zh-CN" sz="2200" kern="100"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+</m:t>
                      </m:r>
                      <m:sSub>
                        <m:sSubPr>
                          <m:ctrlPr>
                            <a:rPr lang="zh-CN" altLang="zh-CN" sz="2200" i="1" kern="100"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altLang="zh-CN" sz="2200" kern="100"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𝑏</m:t>
                          </m:r>
                        </m:e>
                        <m:sub>
                          <m:r>
                            <a:rPr lang="en-US" altLang="zh-CN" sz="2200" kern="100"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altLang="zh-CN" sz="2200" kern="100"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𝑋</m:t>
                      </m:r>
                      <m:r>
                        <a:rPr lang="en-US" altLang="zh-CN" sz="2200" kern="100"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)]+{</m:t>
                      </m:r>
                      <m:r>
                        <a:rPr lang="en-US" altLang="zh-CN" sz="2200" kern="100"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𝐸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zh-CN" sz="2200" i="1" kern="100"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US" altLang="zh-CN" sz="2200" kern="100"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𝑌</m:t>
                          </m:r>
                          <m:r>
                            <a:rPr lang="en-US" altLang="zh-CN" sz="2200" kern="100"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−</m:t>
                          </m:r>
                          <m:d>
                            <m:dPr>
                              <m:ctrlPr>
                                <a:rPr lang="en-US" altLang="zh-CN" sz="2200" i="1" kern="100"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zh-CN" altLang="zh-CN" sz="2200" i="1" kern="100">
                                      <a:latin typeface="Cambria Math" panose="02040503050406030204" pitchFamily="18" charset="0"/>
                                      <a:ea typeface="等线" panose="02010600030101010101" pitchFamily="2" charset="-122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200" kern="100">
                                      <a:latin typeface="Cambria Math" panose="02040503050406030204" pitchFamily="18" charset="0"/>
                                      <a:ea typeface="等线" panose="02010600030101010101" pitchFamily="2" charset="-122"/>
                                      <a:cs typeface="Times New Roman" panose="02020603050405020304" pitchFamily="18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en-US" altLang="zh-CN" sz="2200" kern="100">
                                      <a:latin typeface="Cambria Math" panose="02040503050406030204" pitchFamily="18" charset="0"/>
                                      <a:ea typeface="等线" panose="02010600030101010101" pitchFamily="2" charset="-122"/>
                                      <a:cs typeface="Times New Roman" panose="02020603050405020304" pitchFamily="18" charset="0"/>
                                    </a:rPr>
                                    <m:t>0</m:t>
                                  </m:r>
                                </m:sub>
                              </m:sSub>
                              <m:r>
                                <a:rPr lang="en-US" altLang="zh-CN" sz="2200" kern="100"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zh-CN" altLang="zh-CN" sz="2200" i="1" kern="100">
                                      <a:latin typeface="Cambria Math" panose="02040503050406030204" pitchFamily="18" charset="0"/>
                                      <a:ea typeface="等线" panose="02010600030101010101" pitchFamily="2" charset="-122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200" kern="100">
                                      <a:latin typeface="Cambria Math" panose="02040503050406030204" pitchFamily="18" charset="0"/>
                                      <a:ea typeface="等线" panose="02010600030101010101" pitchFamily="2" charset="-122"/>
                                      <a:cs typeface="Times New Roman" panose="02020603050405020304" pitchFamily="18" charset="0"/>
                                    </a:rPr>
                                    <m:t>𝑏</m:t>
                                  </m:r>
                                </m:e>
                                <m:sub>
                                  <m:r>
                                    <a:rPr lang="en-US" altLang="zh-CN" sz="2200" kern="100">
                                      <a:latin typeface="Cambria Math" panose="02040503050406030204" pitchFamily="18" charset="0"/>
                                      <a:ea typeface="等线" panose="02010600030101010101" pitchFamily="2" charset="-122"/>
                                      <a:cs typeface="Times New Roman" panose="02020603050405020304" pitchFamily="18" charset="0"/>
                                    </a:rPr>
                                    <m:t>0</m:t>
                                  </m:r>
                                </m:sub>
                              </m:sSub>
                              <m:r>
                                <a:rPr lang="en-US" altLang="zh-CN" sz="2200" kern="100"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  <m:t>𝑋</m:t>
                              </m:r>
                            </m:e>
                          </m:d>
                        </m:e>
                      </m:d>
                      <m:sSup>
                        <m:sSupPr>
                          <m:ctrlPr>
                            <a:rPr lang="zh-CN" altLang="zh-CN" sz="2200" i="1" kern="100"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r>
                            <a:rPr lang="en-US" altLang="zh-CN" sz="2200" kern="100"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}</m:t>
                          </m:r>
                        </m:e>
                        <m:sup>
                          <m:r>
                            <a:rPr lang="en-US" altLang="zh-CN" sz="2200" kern="100"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altLang="zh-CN" sz="2200" b="0" i="1" kern="100" smtClean="0"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=0</m:t>
                      </m:r>
                    </m:oMath>
                  </m:oMathPara>
                </a14:m>
                <a:endParaRPr lang="zh-CN" altLang="zh-CN" sz="2200" kern="100" dirty="0">
                  <a:latin typeface="Cambria Math" panose="020405030504060302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lnSpc>
                    <a:spcPct val="150000"/>
                  </a:lnSpc>
                  <a:buNone/>
                </a:pPr>
                <a:r>
                  <a:rPr lang="zh-CN" altLang="en-US" sz="2200" kern="100" dirty="0">
                    <a:latin typeface="Cambria Math" panose="02040503050406030204" pitchFamily="18" charset="0"/>
                    <a:cs typeface="Times New Roman" panose="02020603050405020304" pitchFamily="18" charset="0"/>
                  </a:rPr>
                  <a:t>故有               </a:t>
                </a:r>
                <a14:m>
                  <m:oMath xmlns:m="http://schemas.openxmlformats.org/officeDocument/2006/math">
                    <m:eqArr>
                      <m:eqArrPr>
                        <m:ctrlPr>
                          <a:rPr lang="zh-CN" altLang="zh-CN" sz="2200" i="1" kern="100"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</m:ctrlPr>
                      </m:eqArrPr>
                      <m:e>
                        <m:r>
                          <a:rPr lang="en-US" altLang="zh-CN" sz="2200" kern="100"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𝐷</m:t>
                        </m:r>
                        <m:r>
                          <a:rPr lang="en-US" altLang="zh-CN" sz="2200" kern="100"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[</m:t>
                        </m:r>
                        <m:r>
                          <a:rPr lang="en-US" altLang="zh-CN" sz="2200" kern="100"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𝑌</m:t>
                        </m:r>
                        <m:r>
                          <a:rPr lang="en-US" altLang="zh-CN" sz="2200" kern="100"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−(</m:t>
                        </m:r>
                        <m:sSub>
                          <m:sSubPr>
                            <m:ctrlPr>
                              <a:rPr lang="zh-CN" altLang="zh-CN" sz="2200" i="1" kern="100">
                                <a:latin typeface="Cambria Math" panose="02040503050406030204" pitchFamily="18" charset="0"/>
                                <a:ea typeface="等线" panose="02010600030101010101" pitchFamily="2" charset="-122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200" kern="100">
                                <a:latin typeface="Cambria Math" panose="02040503050406030204" pitchFamily="18" charset="0"/>
                                <a:ea typeface="等线" panose="02010600030101010101" pitchFamily="2" charset="-122"/>
                                <a:cs typeface="Times New Roman" panose="020206030504050203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US" altLang="zh-CN" sz="2200" kern="100">
                                <a:latin typeface="Cambria Math" panose="02040503050406030204" pitchFamily="18" charset="0"/>
                                <a:ea typeface="等线" panose="02010600030101010101" pitchFamily="2" charset="-122"/>
                                <a:cs typeface="Times New Roman" panose="02020603050405020304" pitchFamily="18" charset="0"/>
                              </a:rPr>
                              <m:t>0</m:t>
                            </m:r>
                          </m:sub>
                        </m:sSub>
                        <m:r>
                          <a:rPr lang="en-US" altLang="zh-CN" sz="2200" kern="100"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zh-CN" altLang="zh-CN" sz="2200" i="1" kern="100">
                                <a:latin typeface="Cambria Math" panose="02040503050406030204" pitchFamily="18" charset="0"/>
                                <a:ea typeface="等线" panose="02010600030101010101" pitchFamily="2" charset="-122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200" kern="100">
                                <a:latin typeface="Cambria Math" panose="02040503050406030204" pitchFamily="18" charset="0"/>
                                <a:ea typeface="等线" panose="02010600030101010101" pitchFamily="2" charset="-122"/>
                                <a:cs typeface="Times New Roman" panose="02020603050405020304" pitchFamily="18" charset="0"/>
                              </a:rPr>
                              <m:t>𝑏</m:t>
                            </m:r>
                          </m:e>
                          <m:sub>
                            <m:r>
                              <a:rPr lang="en-US" altLang="zh-CN" sz="2200" kern="100">
                                <a:latin typeface="Cambria Math" panose="02040503050406030204" pitchFamily="18" charset="0"/>
                                <a:ea typeface="等线" panose="02010600030101010101" pitchFamily="2" charset="-122"/>
                                <a:cs typeface="Times New Roman" panose="02020603050405020304" pitchFamily="18" charset="0"/>
                              </a:rPr>
                              <m:t>0</m:t>
                            </m:r>
                          </m:sub>
                        </m:sSub>
                        <m:r>
                          <a:rPr lang="en-US" altLang="zh-CN" sz="2200" kern="100"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𝑋</m:t>
                        </m:r>
                        <m:r>
                          <a:rPr lang="en-US" altLang="zh-CN" sz="2200" kern="100"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)]=0</m:t>
                        </m:r>
                      </m:e>
                      <m:e>
                        <m:r>
                          <a:rPr lang="en-US" altLang="zh-CN" sz="2200" kern="100"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𝐸</m:t>
                        </m:r>
                        <m:r>
                          <a:rPr lang="en-US" altLang="zh-CN" sz="2200" kern="100"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[</m:t>
                        </m:r>
                        <m:r>
                          <a:rPr lang="en-US" altLang="zh-CN" sz="2200" kern="100"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𝑌</m:t>
                        </m:r>
                        <m:r>
                          <a:rPr lang="en-US" altLang="zh-CN" sz="2200" kern="100"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−(</m:t>
                        </m:r>
                        <m:sSub>
                          <m:sSubPr>
                            <m:ctrlPr>
                              <a:rPr lang="zh-CN" altLang="zh-CN" sz="2200" i="1" kern="100">
                                <a:latin typeface="Cambria Math" panose="02040503050406030204" pitchFamily="18" charset="0"/>
                                <a:ea typeface="等线" panose="02010600030101010101" pitchFamily="2" charset="-122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200" kern="100">
                                <a:latin typeface="Cambria Math" panose="02040503050406030204" pitchFamily="18" charset="0"/>
                                <a:ea typeface="等线" panose="02010600030101010101" pitchFamily="2" charset="-122"/>
                                <a:cs typeface="Times New Roman" panose="020206030504050203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US" altLang="zh-CN" sz="2200" kern="100">
                                <a:latin typeface="Cambria Math" panose="02040503050406030204" pitchFamily="18" charset="0"/>
                                <a:ea typeface="等线" panose="02010600030101010101" pitchFamily="2" charset="-122"/>
                                <a:cs typeface="Times New Roman" panose="02020603050405020304" pitchFamily="18" charset="0"/>
                              </a:rPr>
                              <m:t>0</m:t>
                            </m:r>
                          </m:sub>
                        </m:sSub>
                        <m:r>
                          <a:rPr lang="en-US" altLang="zh-CN" sz="2200" kern="100"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zh-CN" altLang="zh-CN" sz="2200" i="1" kern="100">
                                <a:latin typeface="Cambria Math" panose="02040503050406030204" pitchFamily="18" charset="0"/>
                                <a:ea typeface="等线" panose="02010600030101010101" pitchFamily="2" charset="-122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200" kern="100">
                                <a:latin typeface="Cambria Math" panose="02040503050406030204" pitchFamily="18" charset="0"/>
                                <a:ea typeface="等线" panose="02010600030101010101" pitchFamily="2" charset="-122"/>
                                <a:cs typeface="Times New Roman" panose="02020603050405020304" pitchFamily="18" charset="0"/>
                              </a:rPr>
                              <m:t>𝑏</m:t>
                            </m:r>
                          </m:e>
                          <m:sub>
                            <m:r>
                              <a:rPr lang="en-US" altLang="zh-CN" sz="2200" kern="100">
                                <a:latin typeface="Cambria Math" panose="02040503050406030204" pitchFamily="18" charset="0"/>
                                <a:ea typeface="等线" panose="02010600030101010101" pitchFamily="2" charset="-122"/>
                                <a:cs typeface="Times New Roman" panose="02020603050405020304" pitchFamily="18" charset="0"/>
                              </a:rPr>
                              <m:t>0</m:t>
                            </m:r>
                          </m:sub>
                        </m:sSub>
                        <m:r>
                          <a:rPr lang="en-US" altLang="zh-CN" sz="2200" kern="100"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𝑋</m:t>
                        </m:r>
                        <m:r>
                          <a:rPr lang="en-US" altLang="zh-CN" sz="2200" kern="100"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)]=0</m:t>
                        </m:r>
                      </m:e>
                    </m:eqArr>
                  </m:oMath>
                </a14:m>
                <a:endParaRPr lang="zh-CN" altLang="zh-CN" sz="2200" kern="100" dirty="0">
                  <a:latin typeface="Cambria Math" panose="020405030504060302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lnSpc>
                    <a:spcPct val="150000"/>
                  </a:lnSpc>
                  <a:buNone/>
                </a:pPr>
                <a:r>
                  <a:rPr lang="zh-CN" altLang="en-US" sz="2200" kern="100" dirty="0">
                    <a:latin typeface="Cambria Math" panose="02040503050406030204" pitchFamily="18" charset="0"/>
                    <a:cs typeface="Times New Roman" panose="02020603050405020304" pitchFamily="18" charset="0"/>
                  </a:rPr>
                  <a:t>又由方差的性质</a:t>
                </a:r>
                <a:r>
                  <a:rPr lang="en-US" altLang="zh-CN" sz="2200" kern="100" dirty="0">
                    <a:latin typeface="Cambria Math" panose="02040503050406030204" pitchFamily="18" charset="0"/>
                    <a:cs typeface="Times New Roman" panose="02020603050405020304" pitchFamily="18" charset="0"/>
                  </a:rPr>
                  <a:t>4°</a:t>
                </a:r>
                <a:r>
                  <a:rPr lang="zh-CN" altLang="en-US" sz="2200" kern="100" dirty="0">
                    <a:latin typeface="Cambria Math" panose="02040503050406030204" pitchFamily="18" charset="0"/>
                    <a:cs typeface="Times New Roman" panose="02020603050405020304" pitchFamily="18" charset="0"/>
                  </a:rPr>
                  <a:t>知</a:t>
                </a:r>
                <a:endParaRPr lang="zh-CN" altLang="zh-CN" sz="2200" kern="100" dirty="0">
                  <a:latin typeface="Cambria Math" panose="020405030504060302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lnSpc>
                    <a:spcPct val="15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200" kern="100"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𝑃</m:t>
                      </m:r>
                      <m:r>
                        <a:rPr lang="en-US" altLang="zh-CN" sz="2200" kern="100"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{</m:t>
                      </m:r>
                      <m:r>
                        <a:rPr lang="en-US" altLang="zh-CN" sz="2200" kern="100"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𝑌</m:t>
                      </m:r>
                      <m:r>
                        <a:rPr lang="en-US" altLang="zh-CN" sz="2200" kern="100"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−(</m:t>
                      </m:r>
                      <m:sSub>
                        <m:sSubPr>
                          <m:ctrlPr>
                            <a:rPr lang="zh-CN" altLang="zh-CN" sz="2200" i="1" kern="100"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altLang="zh-CN" sz="2200" kern="100"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US" altLang="zh-CN" sz="2200" kern="100"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altLang="zh-CN" sz="2200" kern="100"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+</m:t>
                      </m:r>
                      <m:sSub>
                        <m:sSubPr>
                          <m:ctrlPr>
                            <a:rPr lang="zh-CN" altLang="zh-CN" sz="2200" i="1" kern="100"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altLang="zh-CN" sz="2200" kern="100"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𝑏</m:t>
                          </m:r>
                        </m:e>
                        <m:sub>
                          <m:r>
                            <a:rPr lang="en-US" altLang="zh-CN" sz="2200" kern="100"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altLang="zh-CN" sz="2200" kern="100"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𝑋</m:t>
                      </m:r>
                      <m:r>
                        <a:rPr lang="en-US" altLang="zh-CN" sz="2200" kern="100"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)=0}=1,</m:t>
                      </m:r>
                      <m:r>
                        <m:rPr>
                          <m:nor/>
                        </m:rPr>
                        <a:rPr lang="zh-CN" altLang="en-US" sz="2200" i="0" kern="100">
                          <a:latin typeface="KaiTi" panose="02010609060101010101" pitchFamily="49" charset="-122"/>
                          <a:cs typeface="Times New Roman" panose="02020603050405020304" pitchFamily="18" charset="0"/>
                        </a:rPr>
                        <m:t>即</m:t>
                      </m:r>
                      <m:r>
                        <a:rPr lang="en-US" altLang="zh-CN" sz="2200" kern="100"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𝑃</m:t>
                      </m:r>
                      <m:r>
                        <a:rPr lang="en-US" altLang="zh-CN" sz="2200" kern="100"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{</m:t>
                      </m:r>
                      <m:r>
                        <a:rPr lang="en-US" altLang="zh-CN" sz="2200" kern="100"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𝑌</m:t>
                      </m:r>
                      <m:r>
                        <a:rPr lang="en-US" altLang="zh-CN" sz="2200" kern="100"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=</m:t>
                      </m:r>
                      <m:sSub>
                        <m:sSubPr>
                          <m:ctrlPr>
                            <a:rPr lang="zh-CN" altLang="zh-CN" sz="2200" i="1" kern="100"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altLang="zh-CN" sz="2200" kern="100"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US" altLang="zh-CN" sz="2200" kern="100"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altLang="zh-CN" sz="2200" kern="100"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+</m:t>
                      </m:r>
                      <m:sSub>
                        <m:sSubPr>
                          <m:ctrlPr>
                            <a:rPr lang="zh-CN" altLang="zh-CN" sz="2200" i="1" kern="100"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altLang="zh-CN" sz="2200" kern="100"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𝑏</m:t>
                          </m:r>
                        </m:e>
                        <m:sub>
                          <m:r>
                            <a:rPr lang="en-US" altLang="zh-CN" sz="2200" kern="100"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altLang="zh-CN" sz="2200" kern="100"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𝑋</m:t>
                      </m:r>
                      <m:r>
                        <a:rPr lang="en-US" altLang="zh-CN" sz="2200" kern="100"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}=1</m:t>
                      </m:r>
                    </m:oMath>
                  </m:oMathPara>
                </a14:m>
                <a:endParaRPr lang="zh-CN" altLang="zh-CN" sz="2200" kern="100" dirty="0">
                  <a:latin typeface="Cambria Math" panose="020405030504060302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lnSpc>
                    <a:spcPct val="150000"/>
                  </a:lnSpc>
                  <a:buNone/>
                </a:pPr>
                <a:endParaRPr lang="en-US" altLang="zh-CN" sz="2200" kern="100" dirty="0">
                  <a:latin typeface="Cambria Math" panose="020405030504060302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4" name="内容占位符 2">
                <a:extLst>
                  <a:ext uri="{FF2B5EF4-FFF2-40B4-BE49-F238E27FC236}">
                    <a16:creationId xmlns:a16="http://schemas.microsoft.com/office/drawing/2014/main" id="{61F71134-B3F1-03AD-2904-4D2C8C5ECD3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710292" y="2269107"/>
                <a:ext cx="8780690" cy="5192486"/>
              </a:xfrm>
              <a:blipFill>
                <a:blip r:embed="rId2"/>
                <a:stretch>
                  <a:fillRect l="-101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" name="直线连接符 1">
            <a:extLst>
              <a:ext uri="{FF2B5EF4-FFF2-40B4-BE49-F238E27FC236}">
                <a16:creationId xmlns:a16="http://schemas.microsoft.com/office/drawing/2014/main" id="{873E8DF9-E9CA-DE9D-9C1B-7CFBE5EAED5E}"/>
              </a:ext>
            </a:extLst>
          </p:cNvPr>
          <p:cNvCxnSpPr/>
          <p:nvPr/>
        </p:nvCxnSpPr>
        <p:spPr>
          <a:xfrm>
            <a:off x="0" y="1082842"/>
            <a:ext cx="9144000" cy="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文本框 2">
                <a:extLst>
                  <a:ext uri="{FF2B5EF4-FFF2-40B4-BE49-F238E27FC236}">
                    <a16:creationId xmlns:a16="http://schemas.microsoft.com/office/drawing/2014/main" id="{0237675E-C0DB-46A9-A73E-6CF7027EEA7A}"/>
                  </a:ext>
                </a:extLst>
              </p:cNvPr>
              <p:cNvSpPr txBox="1"/>
              <p:nvPr/>
            </p:nvSpPr>
            <p:spPr>
              <a:xfrm>
                <a:off x="2186940" y="313460"/>
                <a:ext cx="4572000" cy="70788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zh-CN" altLang="en-US" sz="400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STXinwei" panose="02010800040101010101" pitchFamily="2" charset="-122"/>
                        </a:rPr>
                        <m:t>相关系数</m:t>
                      </m:r>
                      <m:r>
                        <a:rPr kumimoji="1" lang="zh-CN" altLang="en-US" sz="4000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STXinwei" panose="02010800040101010101" pitchFamily="2" charset="-122"/>
                        </a:rPr>
                        <m:t>的</m:t>
                      </m:r>
                      <m:r>
                        <a:rPr kumimoji="1" lang="zh-CN" altLang="en-US" sz="400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STXinwei" panose="02010800040101010101" pitchFamily="2" charset="-122"/>
                        </a:rPr>
                        <m:t>意义</m:t>
                      </m:r>
                    </m:oMath>
                  </m:oMathPara>
                </a14:m>
                <a:endParaRPr lang="zh-CN" altLang="en-US" sz="4000" dirty="0">
                  <a:solidFill>
                    <a:srgbClr val="FF0000"/>
                  </a:solidFill>
                  <a:latin typeface="STXinwei" panose="02010800040101010101" pitchFamily="2" charset="-122"/>
                  <a:ea typeface="STXinwei" panose="02010800040101010101" pitchFamily="2" charset="-122"/>
                </a:endParaRPr>
              </a:p>
            </p:txBody>
          </p:sp>
        </mc:Choice>
        <mc:Fallback xmlns="">
          <p:sp>
            <p:nvSpPr>
              <p:cNvPr id="3" name="文本框 2">
                <a:extLst>
                  <a:ext uri="{FF2B5EF4-FFF2-40B4-BE49-F238E27FC236}">
                    <a16:creationId xmlns:a16="http://schemas.microsoft.com/office/drawing/2014/main" id="{0237675E-C0DB-46A9-A73E-6CF7027EEA7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86940" y="313460"/>
                <a:ext cx="4572000" cy="707886"/>
              </a:xfrm>
              <a:prstGeom prst="rect">
                <a:avLst/>
              </a:prstGeom>
              <a:blipFill>
                <a:blip r:embed="rId3"/>
                <a:stretch>
                  <a:fillRect b="-1228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文本框 5">
                <a:extLst>
                  <a:ext uri="{FF2B5EF4-FFF2-40B4-BE49-F238E27FC236}">
                    <a16:creationId xmlns:a16="http://schemas.microsoft.com/office/drawing/2014/main" id="{CFE74F6D-E302-A257-2F8E-29518D6F3EDB}"/>
                  </a:ext>
                </a:extLst>
              </p:cNvPr>
              <p:cNvSpPr txBox="1"/>
              <p:nvPr/>
            </p:nvSpPr>
            <p:spPr>
              <a:xfrm>
                <a:off x="181654" y="1452837"/>
                <a:ext cx="8780690" cy="44627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altLang="zh-CN" sz="2300" kern="100" dirty="0">
                    <a:solidFill>
                      <a:srgbClr val="FF0000"/>
                    </a:solidFill>
                    <a:latin typeface="Cambria Math" panose="02040503050406030204" pitchFamily="18" charset="0"/>
                    <a:ea typeface="KaiTi" panose="02010609060101010101" pitchFamily="49" charset="-122"/>
                    <a:cs typeface="Times New Roman" panose="02020603050405020304" pitchFamily="18" charset="0"/>
                  </a:rPr>
                  <a:t> 2°  |</a:t>
                </a:r>
                <a:r>
                  <a:rPr lang="en-US" altLang="zh-CN" sz="2300" kern="100" dirty="0">
                    <a:solidFill>
                      <a:srgbClr val="FF0000"/>
                    </a:solidFill>
                    <a:ea typeface="KaiTi" panose="02010609060101010101" pitchFamily="49" charset="-122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zh-CN" sz="2300" i="1" kern="10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SupPr>
                      <m:e>
                        <m:r>
                          <a:rPr lang="zh-CN" altLang="en-US" sz="2300" kern="10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𝜌</m:t>
                        </m:r>
                      </m:e>
                      <m:sub>
                        <m:r>
                          <a:rPr lang="en-US" altLang="zh-CN" sz="2300" kern="10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𝑋𝑌</m:t>
                        </m:r>
                      </m:sub>
                      <m:sup>
                        <m:r>
                          <a:rPr lang="en-US" altLang="zh-CN" sz="2300" kern="10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 </m:t>
                        </m:r>
                      </m:sup>
                    </m:sSubSup>
                    <m:r>
                      <a:rPr lang="en-US" altLang="zh-CN" sz="2300" kern="10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</m:oMath>
                </a14:m>
                <a:r>
                  <a:rPr lang="en-US" altLang="zh-CN" sz="2300" kern="100" dirty="0">
                    <a:solidFill>
                      <a:srgbClr val="FF0000"/>
                    </a:solidFill>
                    <a:latin typeface="Cambria Math" panose="02040503050406030204" pitchFamily="18" charset="0"/>
                    <a:ea typeface="KaiTi" panose="02010609060101010101" pitchFamily="49" charset="-122"/>
                    <a:cs typeface="Times New Roman" panose="02020603050405020304" pitchFamily="18" charset="0"/>
                  </a:rPr>
                  <a:t>|=1 </a:t>
                </a:r>
                <a:r>
                  <a:rPr lang="zh-CN" altLang="en-US" sz="2300" kern="100" dirty="0">
                    <a:solidFill>
                      <a:srgbClr val="FF0000"/>
                    </a:solidFill>
                    <a:latin typeface="Cambria Math" panose="02040503050406030204" pitchFamily="18" charset="0"/>
                    <a:ea typeface="KaiTi" panose="02010609060101010101" pitchFamily="49" charset="-122"/>
                    <a:cs typeface="Times New Roman" panose="02020603050405020304" pitchFamily="18" charset="0"/>
                  </a:rPr>
                  <a:t>的充要条件是，存在常数</a:t>
                </a:r>
                <a14:m>
                  <m:oMath xmlns:m="http://schemas.openxmlformats.org/officeDocument/2006/math">
                    <m:r>
                      <a:rPr lang="en-US" altLang="zh-CN" sz="2300" i="1" kern="100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𝑎</m:t>
                    </m:r>
                  </m:oMath>
                </a14:m>
                <a:r>
                  <a:rPr lang="zh-CN" altLang="en-US" sz="2300" kern="100" dirty="0">
                    <a:solidFill>
                      <a:srgbClr val="FF0000"/>
                    </a:solidFill>
                    <a:latin typeface="Cambria Math" panose="02040503050406030204" pitchFamily="18" charset="0"/>
                    <a:ea typeface="KaiTi" panose="02010609060101010101" pitchFamily="49" charset="-122"/>
                    <a:cs typeface="Times New Roman" panose="02020603050405020304" pitchFamily="18" charset="0"/>
                  </a:rPr>
                  <a:t>，</a:t>
                </a:r>
                <a14:m>
                  <m:oMath xmlns:m="http://schemas.openxmlformats.org/officeDocument/2006/math">
                    <m:r>
                      <a:rPr lang="en-US" altLang="zh-CN" sz="2300" i="1" kern="100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𝑏</m:t>
                    </m:r>
                  </m:oMath>
                </a14:m>
                <a:r>
                  <a:rPr lang="zh-CN" altLang="en-US" sz="2300" kern="100" dirty="0">
                    <a:solidFill>
                      <a:srgbClr val="FF0000"/>
                    </a:solidFill>
                    <a:latin typeface="Cambria Math" panose="02040503050406030204" pitchFamily="18" charset="0"/>
                    <a:ea typeface="KaiTi" panose="02010609060101010101" pitchFamily="49" charset="-122"/>
                    <a:cs typeface="Times New Roman" panose="02020603050405020304" pitchFamily="18" charset="0"/>
                  </a:rPr>
                  <a:t>使</a:t>
                </a:r>
                <a14:m>
                  <m:oMath xmlns:m="http://schemas.openxmlformats.org/officeDocument/2006/math">
                    <m:r>
                      <a:rPr lang="en-US" altLang="zh-CN" sz="230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US" altLang="zh-CN" sz="230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US" altLang="zh-CN" sz="230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𝑌</m:t>
                    </m:r>
                    <m:r>
                      <a:rPr lang="en-US" altLang="zh-CN" sz="230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sz="230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altLang="zh-CN" sz="230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altLang="zh-CN" sz="230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𝑏𝑋</m:t>
                    </m:r>
                    <m:r>
                      <a:rPr lang="en-US" altLang="zh-CN" sz="230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}=1</m:t>
                    </m:r>
                  </m:oMath>
                </a14:m>
                <a:endParaRPr lang="zh-CN" altLang="en-US" sz="23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6" name="文本框 5">
                <a:extLst>
                  <a:ext uri="{FF2B5EF4-FFF2-40B4-BE49-F238E27FC236}">
                    <a16:creationId xmlns:a16="http://schemas.microsoft.com/office/drawing/2014/main" id="{CFE74F6D-E302-A257-2F8E-29518D6F3ED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1654" y="1452837"/>
                <a:ext cx="8780690" cy="446276"/>
              </a:xfrm>
              <a:prstGeom prst="rect">
                <a:avLst/>
              </a:prstGeom>
              <a:blipFill>
                <a:blip r:embed="rId4"/>
                <a:stretch>
                  <a:fillRect l="-289" t="-16667" b="-3055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9056509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4" name="内容占位符 2">
                <a:extLst>
                  <a:ext uri="{FF2B5EF4-FFF2-40B4-BE49-F238E27FC236}">
                    <a16:creationId xmlns:a16="http://schemas.microsoft.com/office/drawing/2014/main" id="{61F71134-B3F1-03AD-2904-4D2C8C5ECD3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363310" y="2564552"/>
                <a:ext cx="8780690" cy="5192486"/>
              </a:xfrm>
            </p:spPr>
            <p:txBody>
              <a:bodyPr>
                <a:noAutofit/>
              </a:bodyPr>
              <a:lstStyle/>
              <a:p>
                <a:pPr marL="0" indent="0">
                  <a:lnSpc>
                    <a:spcPct val="150000"/>
                  </a:lnSpc>
                  <a:buNone/>
                </a:pPr>
                <a:r>
                  <a:rPr lang="zh-CN" altLang="en-US" sz="2200" kern="100" dirty="0">
                    <a:latin typeface="Cambria Math" panose="02040503050406030204" pitchFamily="18" charset="0"/>
                    <a:cs typeface="Times New Roman" panose="02020603050405020304" pitchFamily="18" charset="0"/>
                  </a:rPr>
                  <a:t>反之，若存在常数</a:t>
                </a:r>
                <a14:m>
                  <m:oMath xmlns:m="http://schemas.openxmlformats.org/officeDocument/2006/math">
                    <m:r>
                      <a:rPr lang="en-US" altLang="zh-CN" sz="2200" i="1" kern="100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𝑎</m:t>
                    </m:r>
                    <m:r>
                      <a:rPr lang="zh-CN" altLang="en-US" sz="2200" i="1" kern="100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∗</m:t>
                    </m:r>
                  </m:oMath>
                </a14:m>
                <a:r>
                  <a:rPr lang="zh-CN" altLang="en-US" sz="2200" kern="100" dirty="0">
                    <a:latin typeface="Cambria Math" panose="02040503050406030204" pitchFamily="18" charset="0"/>
                    <a:cs typeface="Times New Roman" panose="02020603050405020304" pitchFamily="18" charset="0"/>
                  </a:rPr>
                  <a:t>，</a:t>
                </a:r>
                <a14:m>
                  <m:oMath xmlns:m="http://schemas.openxmlformats.org/officeDocument/2006/math">
                    <m:r>
                      <a:rPr lang="en-US" altLang="zh-CN" sz="2200" i="1" kern="100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𝑏</m:t>
                    </m:r>
                    <m:r>
                      <a:rPr lang="zh-CN" altLang="en-US" sz="2200" i="1" kern="100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∗</m:t>
                    </m:r>
                  </m:oMath>
                </a14:m>
                <a:r>
                  <a:rPr lang="zh-CN" altLang="en-US" sz="2200" kern="100" dirty="0">
                    <a:latin typeface="Cambria Math" panose="02040503050406030204" pitchFamily="18" charset="0"/>
                    <a:cs typeface="Times New Roman" panose="02020603050405020304" pitchFamily="18" charset="0"/>
                  </a:rPr>
                  <a:t>使</a:t>
                </a:r>
                <a:endParaRPr lang="zh-CN" altLang="zh-CN" sz="2200" kern="100" dirty="0">
                  <a:latin typeface="Cambria Math" panose="020405030504060302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lnSpc>
                    <a:spcPct val="15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200" kern="100"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𝑃</m:t>
                      </m:r>
                      <m:r>
                        <a:rPr lang="en-US" altLang="zh-CN" sz="2200" kern="100"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{</m:t>
                      </m:r>
                      <m:r>
                        <a:rPr lang="en-US" altLang="zh-CN" sz="2200" kern="100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𝑌</m:t>
                      </m:r>
                      <m:r>
                        <a:rPr lang="en-US" altLang="zh-CN" sz="2200" kern="100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=</m:t>
                      </m:r>
                      <m:sSup>
                        <m:sSupPr>
                          <m:ctrlPr>
                            <a:rPr lang="zh-CN" altLang="zh-CN" sz="2200" i="1" kern="10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r>
                            <a:rPr lang="en-US" altLang="zh-CN" sz="2200" kern="10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𝑎</m:t>
                          </m:r>
                        </m:e>
                        <m:sup>
                          <m:r>
                            <a:rPr lang="en-US" altLang="zh-CN" sz="2200" kern="10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∗</m:t>
                          </m:r>
                        </m:sup>
                      </m:sSup>
                      <m:r>
                        <a:rPr lang="en-US" altLang="zh-CN" sz="2200" kern="10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+</m:t>
                      </m:r>
                      <m:sSup>
                        <m:sSupPr>
                          <m:ctrlPr>
                            <a:rPr lang="zh-CN" altLang="zh-CN" sz="2200" i="1" kern="10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r>
                            <a:rPr lang="en-US" altLang="zh-CN" sz="2200" kern="10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𝑏</m:t>
                          </m:r>
                        </m:e>
                        <m:sup>
                          <m:r>
                            <a:rPr lang="en-US" altLang="zh-CN" sz="2200" kern="10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∗</m:t>
                          </m:r>
                        </m:sup>
                      </m:sSup>
                      <m:r>
                        <a:rPr lang="en-US" altLang="zh-CN" sz="2200" kern="10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𝑋</m:t>
                      </m:r>
                      <m:r>
                        <a:rPr lang="en-US" altLang="zh-CN" sz="2200" kern="100"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}=1,</m:t>
                      </m:r>
                      <m:r>
                        <m:rPr>
                          <m:nor/>
                        </m:rPr>
                        <a:rPr lang="zh-CN" altLang="en-US" sz="2200" i="0" kern="100">
                          <a:latin typeface="KaiTi" panose="02010609060101010101" pitchFamily="49" charset="-122"/>
                          <a:cs typeface="Times New Roman" panose="02020603050405020304" pitchFamily="18" charset="0"/>
                        </a:rPr>
                        <m:t>即</m:t>
                      </m:r>
                      <m:r>
                        <a:rPr lang="en-US" altLang="zh-CN" sz="2200" kern="100"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𝑃</m:t>
                      </m:r>
                      <m:r>
                        <a:rPr lang="en-US" altLang="zh-CN" sz="2200" kern="100"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{</m:t>
                      </m:r>
                      <m:r>
                        <a:rPr lang="en-US" altLang="zh-CN" sz="2200" kern="100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𝑌</m:t>
                      </m:r>
                      <m:r>
                        <a:rPr lang="en-US" altLang="zh-CN" sz="2200" kern="100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−(</m:t>
                      </m:r>
                      <m:sSup>
                        <m:sSupPr>
                          <m:ctrlPr>
                            <a:rPr lang="zh-CN" altLang="zh-CN" sz="2200" i="1" kern="10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r>
                            <a:rPr lang="en-US" altLang="zh-CN" sz="2200" kern="10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𝑎</m:t>
                          </m:r>
                        </m:e>
                        <m:sup>
                          <m:r>
                            <a:rPr lang="en-US" altLang="zh-CN" sz="2200" kern="10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∗</m:t>
                          </m:r>
                        </m:sup>
                      </m:sSup>
                      <m:r>
                        <a:rPr lang="en-US" altLang="zh-CN" sz="2200" kern="10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+</m:t>
                      </m:r>
                      <m:sSup>
                        <m:sSupPr>
                          <m:ctrlPr>
                            <a:rPr lang="zh-CN" altLang="zh-CN" sz="2200" i="1" kern="10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r>
                            <a:rPr lang="en-US" altLang="zh-CN" sz="2200" kern="10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𝑏</m:t>
                          </m:r>
                        </m:e>
                        <m:sup>
                          <m:r>
                            <a:rPr lang="en-US" altLang="zh-CN" sz="2200" kern="10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∗</m:t>
                          </m:r>
                        </m:sup>
                      </m:sSup>
                      <m:r>
                        <a:rPr lang="en-US" altLang="zh-CN" sz="2200" kern="10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𝑋</m:t>
                      </m:r>
                      <m:r>
                        <a:rPr lang="en-US" altLang="zh-CN" sz="2200" kern="10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)=0}=1</m:t>
                      </m:r>
                    </m:oMath>
                  </m:oMathPara>
                </a14:m>
                <a:endParaRPr lang="zh-CN" altLang="zh-CN" sz="2200" kern="100" dirty="0">
                  <a:latin typeface="Cambria Math" panose="020405030504060302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lnSpc>
                    <a:spcPct val="150000"/>
                  </a:lnSpc>
                  <a:buNone/>
                </a:pPr>
                <a:r>
                  <a:rPr lang="zh-CN" altLang="en-US" sz="2200" kern="100" dirty="0">
                    <a:latin typeface="Cambria Math" panose="02040503050406030204" pitchFamily="18" charset="0"/>
                    <a:cs typeface="Times New Roman" panose="02020603050405020304" pitchFamily="18" charset="0"/>
                  </a:rPr>
                  <a:t>于是 </a:t>
                </a:r>
                <a14:m>
                  <m:oMath xmlns:m="http://schemas.openxmlformats.org/officeDocument/2006/math">
                    <m:r>
                      <a:rPr lang="en-US" altLang="zh-CN" sz="2200" kern="100"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                               </m:t>
                    </m:r>
                    <m:r>
                      <a:rPr lang="en-US" altLang="zh-CN" sz="2200" kern="100"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𝑃</m:t>
                    </m:r>
                    <m:r>
                      <a:rPr lang="en-US" altLang="zh-CN" sz="2200" kern="10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{</m:t>
                    </m:r>
                    <m:r>
                      <a:rPr lang="en-US" altLang="zh-CN" sz="2200" kern="100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[</m:t>
                    </m:r>
                    <m:r>
                      <a:rPr lang="en-US" altLang="zh-CN" sz="2200" kern="100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𝑌</m:t>
                    </m:r>
                    <m:r>
                      <a:rPr lang="en-US" altLang="zh-CN" sz="2200" kern="100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−(</m:t>
                    </m:r>
                    <m:sSup>
                      <m:sSupPr>
                        <m:ctrlPr>
                          <a:rPr lang="zh-CN" altLang="zh-CN" sz="2200" i="1" kern="10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altLang="zh-CN" sz="2200" kern="10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𝑎</m:t>
                        </m:r>
                      </m:e>
                      <m:sup>
                        <m:r>
                          <a:rPr lang="en-US" altLang="zh-CN" sz="2200" kern="10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∗</m:t>
                        </m:r>
                      </m:sup>
                    </m:sSup>
                    <m:r>
                      <a:rPr lang="en-US" altLang="zh-CN" sz="2200" kern="100">
                        <a:solidFill>
                          <a:srgbClr val="0000FF"/>
                        </a:solidFill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+</m:t>
                    </m:r>
                    <m:sSup>
                      <m:sSupPr>
                        <m:ctrlPr>
                          <a:rPr lang="zh-CN" altLang="zh-CN" sz="2200" i="1" kern="10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altLang="zh-CN" sz="2200" kern="10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𝑏</m:t>
                        </m:r>
                      </m:e>
                      <m:sup>
                        <m:r>
                          <a:rPr lang="en-US" altLang="zh-CN" sz="2200" kern="10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∗</m:t>
                        </m:r>
                      </m:sup>
                    </m:sSup>
                    <m:r>
                      <a:rPr lang="en-US" altLang="zh-CN" sz="2200" kern="100">
                        <a:solidFill>
                          <a:srgbClr val="0000FF"/>
                        </a:solidFill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𝑋</m:t>
                    </m:r>
                    <m:r>
                      <a:rPr lang="en-US" altLang="zh-CN" sz="2200" kern="100">
                        <a:solidFill>
                          <a:srgbClr val="0000FF"/>
                        </a:solidFill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)</m:t>
                    </m:r>
                    <m:sSup>
                      <m:sSupPr>
                        <m:ctrlPr>
                          <a:rPr lang="zh-CN" altLang="zh-CN" sz="2200" i="1" kern="10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altLang="zh-CN" sz="2200" kern="10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]</m:t>
                        </m:r>
                      </m:e>
                      <m:sup>
                        <m:r>
                          <a:rPr lang="en-US" altLang="zh-CN" sz="2200" kern="10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2</m:t>
                        </m:r>
                      </m:sup>
                    </m:sSup>
                    <m:r>
                      <a:rPr lang="en-US" altLang="zh-CN" sz="2200" kern="100">
                        <a:solidFill>
                          <a:srgbClr val="0000FF"/>
                        </a:solidFill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=0</m:t>
                    </m:r>
                    <m:r>
                      <a:rPr lang="en-US" altLang="zh-CN" sz="2200" kern="100"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}=1</m:t>
                    </m:r>
                  </m:oMath>
                </a14:m>
                <a:endParaRPr lang="zh-CN" altLang="zh-CN" sz="2200" kern="100" dirty="0">
                  <a:latin typeface="Cambria Math" panose="020405030504060302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lnSpc>
                    <a:spcPct val="150000"/>
                  </a:lnSpc>
                  <a:buNone/>
                </a:pPr>
                <a:r>
                  <a:rPr lang="zh-CN" altLang="en-US" sz="2200" kern="100" dirty="0">
                    <a:latin typeface="Cambria Math" panose="02040503050406030204" pitchFamily="18" charset="0"/>
                    <a:cs typeface="Times New Roman" panose="02020603050405020304" pitchFamily="18" charset="0"/>
                  </a:rPr>
                  <a:t>即得</a:t>
                </a:r>
                <a14:m>
                  <m:oMath xmlns:m="http://schemas.openxmlformats.org/officeDocument/2006/math">
                    <m:r>
                      <a:rPr lang="en-US" altLang="zh-CN" sz="2200" kern="100"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                                 </m:t>
                    </m:r>
                    <m:r>
                      <a:rPr lang="en-US" altLang="zh-CN" sz="2200" kern="100"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𝐸</m:t>
                    </m:r>
                    <m:r>
                      <a:rPr lang="en-US" altLang="zh-CN" sz="2200" kern="100"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{[</m:t>
                    </m:r>
                    <m:r>
                      <a:rPr lang="en-US" altLang="zh-CN" sz="2200" kern="100"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𝑌</m:t>
                    </m:r>
                    <m:r>
                      <a:rPr lang="en-US" altLang="zh-CN" sz="2200" kern="100"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−(</m:t>
                    </m:r>
                    <m:sSup>
                      <m:sSupPr>
                        <m:ctrlPr>
                          <a:rPr lang="zh-CN" altLang="zh-CN" sz="2200" i="1" kern="100"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altLang="zh-CN" sz="2200" kern="100"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𝑎</m:t>
                        </m:r>
                      </m:e>
                      <m:sup>
                        <m:r>
                          <a:rPr lang="en-US" altLang="zh-CN" sz="2200" kern="100"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∗</m:t>
                        </m:r>
                      </m:sup>
                    </m:sSup>
                    <m:r>
                      <a:rPr lang="en-US" altLang="zh-CN" sz="2200" kern="100"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+</m:t>
                    </m:r>
                    <m:sSup>
                      <m:sSupPr>
                        <m:ctrlPr>
                          <a:rPr lang="zh-CN" altLang="zh-CN" sz="2200" i="1" kern="100"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altLang="zh-CN" sz="2200" kern="100"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𝑏</m:t>
                        </m:r>
                      </m:e>
                      <m:sup>
                        <m:r>
                          <a:rPr lang="en-US" altLang="zh-CN" sz="2200" kern="100"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∗</m:t>
                        </m:r>
                      </m:sup>
                    </m:sSup>
                    <m:r>
                      <a:rPr lang="en-US" altLang="zh-CN" sz="2200" kern="100"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𝑋</m:t>
                    </m:r>
                    <m:r>
                      <a:rPr lang="en-US" altLang="zh-CN" sz="2200" kern="100"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)</m:t>
                    </m:r>
                    <m:sSup>
                      <m:sSupPr>
                        <m:ctrlPr>
                          <a:rPr lang="zh-CN" altLang="zh-CN" sz="2200" i="1" kern="100"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altLang="zh-CN" sz="2200" kern="100"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]</m:t>
                        </m:r>
                      </m:e>
                      <m:sup>
                        <m:r>
                          <a:rPr lang="en-US" altLang="zh-CN" sz="2200" kern="100"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2</m:t>
                        </m:r>
                      </m:sup>
                    </m:sSup>
                    <m:r>
                      <a:rPr lang="en-US" altLang="zh-CN" sz="2200" kern="100"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}=0</m:t>
                    </m:r>
                  </m:oMath>
                </a14:m>
                <a:endParaRPr lang="zh-CN" altLang="zh-CN" sz="2200" kern="100" dirty="0">
                  <a:latin typeface="Cambria Math" panose="020405030504060302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lnSpc>
                    <a:spcPct val="150000"/>
                  </a:lnSpc>
                  <a:buNone/>
                </a:pPr>
                <a:r>
                  <a:rPr lang="zh-CN" altLang="en-US" sz="2200" kern="100" dirty="0">
                    <a:latin typeface="Cambria Math" panose="02040503050406030204" pitchFamily="18" charset="0"/>
                    <a:cs typeface="Times New Roman" panose="02020603050405020304" pitchFamily="18" charset="0"/>
                  </a:rPr>
                  <a:t>故有 </a:t>
                </a:r>
                <a14:m>
                  <m:oMath xmlns:m="http://schemas.openxmlformats.org/officeDocument/2006/math">
                    <m:r>
                      <a:rPr lang="en-US" altLang="zh-CN" sz="2200" kern="100"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            </m:t>
                    </m:r>
                    <m:r>
                      <a:rPr lang="zh-CN" altLang="en-US" sz="2200" b="0" i="0" kern="100" smtClean="0"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 </m:t>
                    </m:r>
                    <m:r>
                      <a:rPr lang="en-US" altLang="zh-CN" sz="2200" kern="100"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  0=</m:t>
                    </m:r>
                    <m:r>
                      <a:rPr lang="en-US" altLang="zh-CN" sz="2200" kern="100"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𝐸</m:t>
                    </m:r>
                    <m:r>
                      <a:rPr lang="en-US" altLang="zh-CN" sz="2200" kern="100"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{[</m:t>
                    </m:r>
                    <m:r>
                      <a:rPr lang="en-US" altLang="zh-CN" sz="2200" kern="100"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𝑌</m:t>
                    </m:r>
                    <m:r>
                      <a:rPr lang="en-US" altLang="zh-CN" sz="2200" kern="100"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−(</m:t>
                    </m:r>
                    <m:sSup>
                      <m:sSupPr>
                        <m:ctrlPr>
                          <a:rPr lang="zh-CN" altLang="zh-CN" sz="2200" i="1" kern="100"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altLang="zh-CN" sz="2200" kern="100"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𝑎</m:t>
                        </m:r>
                      </m:e>
                      <m:sup>
                        <m:r>
                          <a:rPr lang="en-US" altLang="zh-CN" sz="2200" kern="100"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∗</m:t>
                        </m:r>
                      </m:sup>
                    </m:sSup>
                    <m:r>
                      <a:rPr lang="en-US" altLang="zh-CN" sz="2200" kern="100"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+</m:t>
                    </m:r>
                    <m:sSup>
                      <m:sSupPr>
                        <m:ctrlPr>
                          <a:rPr lang="zh-CN" altLang="zh-CN" sz="2200" i="1" kern="100"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altLang="zh-CN" sz="2200" kern="100"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𝑏</m:t>
                        </m:r>
                      </m:e>
                      <m:sup>
                        <m:r>
                          <a:rPr lang="en-US" altLang="zh-CN" sz="2200" kern="100"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∗</m:t>
                        </m:r>
                      </m:sup>
                    </m:sSup>
                    <m:r>
                      <a:rPr lang="en-US" altLang="zh-CN" sz="2200" kern="100"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𝑋</m:t>
                    </m:r>
                    <m:r>
                      <a:rPr lang="en-US" altLang="zh-CN" sz="2200" kern="100"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)</m:t>
                    </m:r>
                    <m:sSup>
                      <m:sSupPr>
                        <m:ctrlPr>
                          <a:rPr lang="zh-CN" altLang="zh-CN" sz="2200" i="1" kern="100"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altLang="zh-CN" sz="2200" kern="100"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]</m:t>
                        </m:r>
                      </m:e>
                      <m:sup>
                        <m:r>
                          <a:rPr lang="en-US" altLang="zh-CN" sz="2200" kern="100"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2</m:t>
                        </m:r>
                      </m:sup>
                    </m:sSup>
                    <m:r>
                      <a:rPr lang="en-US" altLang="zh-CN" sz="2200" kern="100"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}≥</m:t>
                    </m:r>
                    <m:sSub>
                      <m:sSubPr>
                        <m:ctrlPr>
                          <a:rPr lang="zh-CN" altLang="zh-CN" sz="2200" i="1" kern="10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CN" sz="2200" kern="100"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min</m:t>
                        </m:r>
                      </m:e>
                      <m:sub>
                        <m:r>
                          <a:rPr lang="en-US" altLang="zh-CN" sz="2200" kern="100"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𝑎</m:t>
                        </m:r>
                        <m:r>
                          <a:rPr lang="en-US" altLang="zh-CN" sz="2200" kern="100"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,</m:t>
                        </m:r>
                        <m:r>
                          <a:rPr lang="en-US" altLang="zh-CN" sz="2200" kern="100"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𝑏</m:t>
                        </m:r>
                      </m:sub>
                    </m:sSub>
                    <m:r>
                      <a:rPr lang="en-US" altLang="zh-CN" sz="2200" kern="100"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𝐸</m:t>
                    </m:r>
                    <m:r>
                      <a:rPr lang="en-US" altLang="zh-CN" sz="2200" kern="100"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{[</m:t>
                    </m:r>
                    <m:r>
                      <a:rPr lang="en-US" altLang="zh-CN" sz="2200" kern="100"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𝑌</m:t>
                    </m:r>
                    <m:r>
                      <a:rPr lang="en-US" altLang="zh-CN" sz="2200" kern="100"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−(</m:t>
                    </m:r>
                    <m:r>
                      <a:rPr lang="en-US" altLang="zh-CN" sz="2200" kern="100"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𝑎</m:t>
                    </m:r>
                    <m:r>
                      <a:rPr lang="en-US" altLang="zh-CN" sz="2200" kern="100"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+</m:t>
                    </m:r>
                    <m:r>
                      <a:rPr lang="en-US" altLang="zh-CN" sz="2200" kern="100"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𝑏𝑋</m:t>
                    </m:r>
                    <m:r>
                      <a:rPr lang="en-US" altLang="zh-CN" sz="2200" kern="100"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)</m:t>
                    </m:r>
                    <m:sSup>
                      <m:sSupPr>
                        <m:ctrlPr>
                          <a:rPr lang="zh-CN" altLang="zh-CN" sz="2200" i="1" kern="100"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altLang="zh-CN" sz="2200" kern="100"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]</m:t>
                        </m:r>
                      </m:e>
                      <m:sup>
                        <m:r>
                          <a:rPr lang="en-US" altLang="zh-CN" sz="2200" kern="100"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2</m:t>
                        </m:r>
                      </m:sup>
                    </m:sSup>
                    <m:r>
                      <a:rPr lang="en-US" altLang="zh-CN" sz="2200" kern="100"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}</m:t>
                    </m:r>
                  </m:oMath>
                </a14:m>
                <a:endParaRPr lang="zh-CN" altLang="zh-CN" sz="2200" kern="100" dirty="0">
                  <a:latin typeface="Cambria Math" panose="020405030504060302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lnSpc>
                    <a:spcPct val="15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200" kern="100"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=</m:t>
                      </m:r>
                      <m:r>
                        <a:rPr lang="en-US" altLang="zh-CN" sz="2200" kern="100"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𝐸</m:t>
                      </m:r>
                      <m:r>
                        <a:rPr lang="en-US" altLang="zh-CN" sz="2200" kern="100"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{[</m:t>
                      </m:r>
                      <m:r>
                        <a:rPr lang="en-US" altLang="zh-CN" sz="2200" kern="100"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𝑌</m:t>
                      </m:r>
                      <m:r>
                        <a:rPr lang="en-US" altLang="zh-CN" sz="2200" kern="100"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−(</m:t>
                      </m:r>
                      <m:sSub>
                        <m:sSubPr>
                          <m:ctrlPr>
                            <a:rPr lang="zh-CN" altLang="zh-CN" sz="2200" i="1" kern="10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altLang="zh-CN" sz="2200" kern="100"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𝛼</m:t>
                          </m:r>
                        </m:e>
                        <m:sub>
                          <m:r>
                            <a:rPr lang="en-US" altLang="zh-CN" sz="2200" kern="100"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altLang="zh-CN" sz="2200" kern="100"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+</m:t>
                      </m:r>
                      <m:sSub>
                        <m:sSubPr>
                          <m:ctrlPr>
                            <a:rPr lang="zh-CN" altLang="zh-CN" sz="2200" i="1" kern="10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altLang="zh-CN" sz="2200" kern="100"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𝑏</m:t>
                          </m:r>
                        </m:e>
                        <m:sub>
                          <m:r>
                            <a:rPr lang="en-US" altLang="zh-CN" sz="2200" kern="100"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altLang="zh-CN" sz="2200" kern="100"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𝑋</m:t>
                      </m:r>
                      <m:r>
                        <a:rPr lang="en-US" altLang="zh-CN" sz="2200" kern="100"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)</m:t>
                      </m:r>
                      <m:sSup>
                        <m:sSupPr>
                          <m:ctrlPr>
                            <a:rPr lang="zh-CN" altLang="zh-CN" sz="2200" i="1" kern="10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r>
                            <a:rPr lang="en-US" altLang="zh-CN" sz="2200" kern="100"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]</m:t>
                          </m:r>
                        </m:e>
                        <m:sup>
                          <m:r>
                            <a:rPr lang="en-US" altLang="zh-CN" sz="2200" kern="100"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altLang="zh-CN" sz="2200" kern="100"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}=(1−</m:t>
                      </m:r>
                      <m:sSubSup>
                        <m:sSubSupPr>
                          <m:ctrlPr>
                            <a:rPr lang="zh-CN" altLang="zh-CN" sz="2200" i="1" kern="100"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lang="el-GR" altLang="zh-CN" sz="2200" i="1" kern="10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ρ</m:t>
                          </m:r>
                        </m:e>
                        <m:sub>
                          <m:r>
                            <a:rPr lang="en-US" altLang="zh-CN" sz="2200" kern="100"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𝑥𝑦</m:t>
                          </m:r>
                        </m:sub>
                        <m:sup>
                          <m:r>
                            <a:rPr lang="en-US" altLang="zh-CN" sz="2200" kern="100"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2</m:t>
                          </m:r>
                        </m:sup>
                      </m:sSubSup>
                      <m:r>
                        <a:rPr lang="en-US" altLang="zh-CN" sz="2200" kern="100"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)</m:t>
                      </m:r>
                      <m:r>
                        <a:rPr lang="en-US" altLang="zh-CN" sz="2200" kern="100"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𝐷</m:t>
                      </m:r>
                      <m:r>
                        <a:rPr lang="en-US" altLang="zh-CN" sz="2200" kern="100"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(</m:t>
                      </m:r>
                      <m:r>
                        <a:rPr lang="en-US" altLang="zh-CN" sz="2200" kern="100"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𝑌</m:t>
                      </m:r>
                      <m:r>
                        <a:rPr lang="en-US" altLang="zh-CN" sz="2200" kern="100"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)</m:t>
                      </m:r>
                    </m:oMath>
                  </m:oMathPara>
                </a14:m>
                <a:endParaRPr lang="zh-CN" altLang="zh-CN" sz="2200" kern="100" dirty="0">
                  <a:latin typeface="KaiTi" panose="02010609060101010101" pitchFamily="49" charset="-122"/>
                  <a:cs typeface="Times New Roman" panose="02020603050405020304" pitchFamily="18" charset="0"/>
                </a:endParaRPr>
              </a:p>
              <a:p>
                <a:pPr marL="0" indent="0">
                  <a:lnSpc>
                    <a:spcPct val="150000"/>
                  </a:lnSpc>
                  <a:buNone/>
                </a:pPr>
                <a:endParaRPr lang="en-US" altLang="zh-CN" sz="2200" kern="100" dirty="0">
                  <a:latin typeface="Cambria Math" panose="020405030504060302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4" name="内容占位符 2">
                <a:extLst>
                  <a:ext uri="{FF2B5EF4-FFF2-40B4-BE49-F238E27FC236}">
                    <a16:creationId xmlns:a16="http://schemas.microsoft.com/office/drawing/2014/main" id="{61F71134-B3F1-03AD-2904-4D2C8C5ECD3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63310" y="2564552"/>
                <a:ext cx="8780690" cy="5192486"/>
              </a:xfrm>
              <a:blipFill>
                <a:blip r:embed="rId2"/>
                <a:stretch>
                  <a:fillRect l="-86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" name="直线连接符 1">
            <a:extLst>
              <a:ext uri="{FF2B5EF4-FFF2-40B4-BE49-F238E27FC236}">
                <a16:creationId xmlns:a16="http://schemas.microsoft.com/office/drawing/2014/main" id="{873E8DF9-E9CA-DE9D-9C1B-7CFBE5EAED5E}"/>
              </a:ext>
            </a:extLst>
          </p:cNvPr>
          <p:cNvCxnSpPr/>
          <p:nvPr/>
        </p:nvCxnSpPr>
        <p:spPr>
          <a:xfrm>
            <a:off x="0" y="1082842"/>
            <a:ext cx="9144000" cy="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文本框 2">
                <a:extLst>
                  <a:ext uri="{FF2B5EF4-FFF2-40B4-BE49-F238E27FC236}">
                    <a16:creationId xmlns:a16="http://schemas.microsoft.com/office/drawing/2014/main" id="{0237675E-C0DB-46A9-A73E-6CF7027EEA7A}"/>
                  </a:ext>
                </a:extLst>
              </p:cNvPr>
              <p:cNvSpPr txBox="1"/>
              <p:nvPr/>
            </p:nvSpPr>
            <p:spPr>
              <a:xfrm>
                <a:off x="2186940" y="313460"/>
                <a:ext cx="4572000" cy="70788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zh-CN" altLang="en-US" sz="400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STXinwei" panose="02010800040101010101" pitchFamily="2" charset="-122"/>
                        </a:rPr>
                        <m:t>相关系数</m:t>
                      </m:r>
                      <m:r>
                        <a:rPr kumimoji="1" lang="zh-CN" altLang="en-US" sz="4000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STXinwei" panose="02010800040101010101" pitchFamily="2" charset="-122"/>
                        </a:rPr>
                        <m:t>的</m:t>
                      </m:r>
                      <m:r>
                        <a:rPr kumimoji="1" lang="zh-CN" altLang="en-US" sz="400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STXinwei" panose="02010800040101010101" pitchFamily="2" charset="-122"/>
                        </a:rPr>
                        <m:t>意义</m:t>
                      </m:r>
                    </m:oMath>
                  </m:oMathPara>
                </a14:m>
                <a:endParaRPr lang="zh-CN" altLang="en-US" sz="4000" dirty="0">
                  <a:solidFill>
                    <a:srgbClr val="FF0000"/>
                  </a:solidFill>
                  <a:latin typeface="STXinwei" panose="02010800040101010101" pitchFamily="2" charset="-122"/>
                  <a:ea typeface="STXinwei" panose="02010800040101010101" pitchFamily="2" charset="-122"/>
                </a:endParaRPr>
              </a:p>
            </p:txBody>
          </p:sp>
        </mc:Choice>
        <mc:Fallback xmlns="">
          <p:sp>
            <p:nvSpPr>
              <p:cNvPr id="3" name="文本框 2">
                <a:extLst>
                  <a:ext uri="{FF2B5EF4-FFF2-40B4-BE49-F238E27FC236}">
                    <a16:creationId xmlns:a16="http://schemas.microsoft.com/office/drawing/2014/main" id="{0237675E-C0DB-46A9-A73E-6CF7027EEA7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86940" y="313460"/>
                <a:ext cx="4572000" cy="707886"/>
              </a:xfrm>
              <a:prstGeom prst="rect">
                <a:avLst/>
              </a:prstGeom>
              <a:blipFill>
                <a:blip r:embed="rId3"/>
                <a:stretch>
                  <a:fillRect b="-1228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文本框 4">
                <a:extLst>
                  <a:ext uri="{FF2B5EF4-FFF2-40B4-BE49-F238E27FC236}">
                    <a16:creationId xmlns:a16="http://schemas.microsoft.com/office/drawing/2014/main" id="{D898FCA6-45FD-AFB7-74C5-063BC3FC1170}"/>
                  </a:ext>
                </a:extLst>
              </p:cNvPr>
              <p:cNvSpPr txBox="1"/>
              <p:nvPr/>
            </p:nvSpPr>
            <p:spPr>
              <a:xfrm>
                <a:off x="181654" y="1452837"/>
                <a:ext cx="8780690" cy="44627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altLang="zh-CN" sz="2300" kern="100" dirty="0">
                    <a:solidFill>
                      <a:srgbClr val="FF0000"/>
                    </a:solidFill>
                    <a:latin typeface="Cambria Math" panose="02040503050406030204" pitchFamily="18" charset="0"/>
                    <a:ea typeface="KaiTi" panose="02010609060101010101" pitchFamily="49" charset="-122"/>
                    <a:cs typeface="Times New Roman" panose="02020603050405020304" pitchFamily="18" charset="0"/>
                  </a:rPr>
                  <a:t> 2°  |</a:t>
                </a:r>
                <a:r>
                  <a:rPr lang="en-US" altLang="zh-CN" sz="2300" kern="100" dirty="0">
                    <a:solidFill>
                      <a:srgbClr val="FF0000"/>
                    </a:solidFill>
                    <a:ea typeface="KaiTi" panose="02010609060101010101" pitchFamily="49" charset="-122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zh-CN" sz="2300" i="1" kern="10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SupPr>
                      <m:e>
                        <m:r>
                          <a:rPr lang="zh-CN" altLang="en-US" sz="2300" kern="10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𝜌</m:t>
                        </m:r>
                      </m:e>
                      <m:sub>
                        <m:r>
                          <a:rPr lang="en-US" altLang="zh-CN" sz="2300" kern="10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𝑋𝑌</m:t>
                        </m:r>
                      </m:sub>
                      <m:sup>
                        <m:r>
                          <a:rPr lang="en-US" altLang="zh-CN" sz="2300" kern="10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 </m:t>
                        </m:r>
                      </m:sup>
                    </m:sSubSup>
                    <m:r>
                      <a:rPr lang="en-US" altLang="zh-CN" sz="2300" kern="10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</m:oMath>
                </a14:m>
                <a:r>
                  <a:rPr lang="en-US" altLang="zh-CN" sz="2300" kern="100" dirty="0">
                    <a:solidFill>
                      <a:srgbClr val="FF0000"/>
                    </a:solidFill>
                    <a:latin typeface="Cambria Math" panose="02040503050406030204" pitchFamily="18" charset="0"/>
                    <a:ea typeface="KaiTi" panose="02010609060101010101" pitchFamily="49" charset="-122"/>
                    <a:cs typeface="Times New Roman" panose="02020603050405020304" pitchFamily="18" charset="0"/>
                  </a:rPr>
                  <a:t>|=1 </a:t>
                </a:r>
                <a:r>
                  <a:rPr lang="zh-CN" altLang="en-US" sz="2300" kern="100" dirty="0">
                    <a:solidFill>
                      <a:srgbClr val="FF0000"/>
                    </a:solidFill>
                    <a:latin typeface="Cambria Math" panose="02040503050406030204" pitchFamily="18" charset="0"/>
                    <a:ea typeface="KaiTi" panose="02010609060101010101" pitchFamily="49" charset="-122"/>
                    <a:cs typeface="Times New Roman" panose="02020603050405020304" pitchFamily="18" charset="0"/>
                  </a:rPr>
                  <a:t>的充要条件是，存在常数</a:t>
                </a:r>
                <a14:m>
                  <m:oMath xmlns:m="http://schemas.openxmlformats.org/officeDocument/2006/math">
                    <m:r>
                      <a:rPr lang="en-US" altLang="zh-CN" sz="2300" i="1" kern="100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𝑎</m:t>
                    </m:r>
                  </m:oMath>
                </a14:m>
                <a:r>
                  <a:rPr lang="zh-CN" altLang="en-US" sz="2300" kern="100" dirty="0">
                    <a:solidFill>
                      <a:srgbClr val="FF0000"/>
                    </a:solidFill>
                    <a:latin typeface="Cambria Math" panose="02040503050406030204" pitchFamily="18" charset="0"/>
                    <a:ea typeface="KaiTi" panose="02010609060101010101" pitchFamily="49" charset="-122"/>
                    <a:cs typeface="Times New Roman" panose="02020603050405020304" pitchFamily="18" charset="0"/>
                  </a:rPr>
                  <a:t>，</a:t>
                </a:r>
                <a14:m>
                  <m:oMath xmlns:m="http://schemas.openxmlformats.org/officeDocument/2006/math">
                    <m:r>
                      <a:rPr lang="en-US" altLang="zh-CN" sz="2300" i="1" kern="100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𝑏</m:t>
                    </m:r>
                  </m:oMath>
                </a14:m>
                <a:r>
                  <a:rPr lang="zh-CN" altLang="en-US" sz="2300" kern="100" dirty="0">
                    <a:solidFill>
                      <a:srgbClr val="FF0000"/>
                    </a:solidFill>
                    <a:latin typeface="Cambria Math" panose="02040503050406030204" pitchFamily="18" charset="0"/>
                    <a:ea typeface="KaiTi" panose="02010609060101010101" pitchFamily="49" charset="-122"/>
                    <a:cs typeface="Times New Roman" panose="02020603050405020304" pitchFamily="18" charset="0"/>
                  </a:rPr>
                  <a:t>使</a:t>
                </a:r>
                <a14:m>
                  <m:oMath xmlns:m="http://schemas.openxmlformats.org/officeDocument/2006/math">
                    <m:r>
                      <a:rPr lang="en-US" altLang="zh-CN" sz="230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US" altLang="zh-CN" sz="230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US" altLang="zh-CN" sz="230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𝑌</m:t>
                    </m:r>
                    <m:r>
                      <a:rPr lang="en-US" altLang="zh-CN" sz="230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sz="230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altLang="zh-CN" sz="230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altLang="zh-CN" sz="230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𝑏𝑋</m:t>
                    </m:r>
                    <m:r>
                      <a:rPr lang="en-US" altLang="zh-CN" sz="230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}=1</m:t>
                    </m:r>
                  </m:oMath>
                </a14:m>
                <a:endParaRPr lang="zh-CN" altLang="en-US" sz="23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5" name="文本框 4">
                <a:extLst>
                  <a:ext uri="{FF2B5EF4-FFF2-40B4-BE49-F238E27FC236}">
                    <a16:creationId xmlns:a16="http://schemas.microsoft.com/office/drawing/2014/main" id="{D898FCA6-45FD-AFB7-74C5-063BC3FC117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1654" y="1452837"/>
                <a:ext cx="8780690" cy="446276"/>
              </a:xfrm>
              <a:prstGeom prst="rect">
                <a:avLst/>
              </a:prstGeom>
              <a:blipFill>
                <a:blip r:embed="rId4"/>
                <a:stretch>
                  <a:fillRect l="-289" t="-16667" b="-3055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7" name="图片 6" descr="公司名称&#10;&#10;低可信度描述已自动生成">
            <a:extLst>
              <a:ext uri="{FF2B5EF4-FFF2-40B4-BE49-F238E27FC236}">
                <a16:creationId xmlns:a16="http://schemas.microsoft.com/office/drawing/2014/main" id="{7081BF0A-E8B6-8F15-DE68-CA660F19F0B1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3310" y="2564552"/>
            <a:ext cx="7868254" cy="1182989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2945823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3" presetClass="exit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1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内容占位符 4" descr="图表, 散点图&#10;&#10;描述已自动生成">
            <a:extLst>
              <a:ext uri="{FF2B5EF4-FFF2-40B4-BE49-F238E27FC236}">
                <a16:creationId xmlns:a16="http://schemas.microsoft.com/office/drawing/2014/main" id="{FA5F7F39-D02A-6B50-20DE-3C0B2EF6EB3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l="66052" b="48841"/>
          <a:stretch/>
        </p:blipFill>
        <p:spPr>
          <a:xfrm>
            <a:off x="1069137" y="3163170"/>
            <a:ext cx="3440234" cy="3694830"/>
          </a:xfr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6" name="文本框 5">
                <a:extLst>
                  <a:ext uri="{FF2B5EF4-FFF2-40B4-BE49-F238E27FC236}">
                    <a16:creationId xmlns:a16="http://schemas.microsoft.com/office/drawing/2014/main" id="{94C8F9F9-8E84-0A88-67B1-D30FDFB6351A}"/>
                  </a:ext>
                </a:extLst>
              </p:cNvPr>
              <p:cNvSpPr txBox="1"/>
              <p:nvPr/>
            </p:nvSpPr>
            <p:spPr>
              <a:xfrm>
                <a:off x="2186940" y="313460"/>
                <a:ext cx="4572000" cy="70788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zh-CN" altLang="en-US" sz="400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STXinwei" panose="02010800040101010101" pitchFamily="2" charset="-122"/>
                        </a:rPr>
                        <m:t>相关系数</m:t>
                      </m:r>
                      <m:r>
                        <m:rPr>
                          <m:nor/>
                        </m:rPr>
                        <a:rPr kumimoji="1" lang="zh-CN" altLang="en-US" sz="4000" i="0" smtClean="0">
                          <a:solidFill>
                            <a:srgbClr val="FF0000"/>
                          </a:solidFill>
                          <a:latin typeface="STXinwei" panose="02010800040101010101" pitchFamily="2" charset="-122"/>
                          <a:ea typeface="STXinwei" panose="02010800040101010101" pitchFamily="2" charset="-122"/>
                        </a:rPr>
                        <m:t>的</m:t>
                      </m:r>
                      <m:r>
                        <a:rPr kumimoji="1" lang="zh-CN" altLang="en-US" sz="4000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STXinwei" panose="02010800040101010101" pitchFamily="2" charset="-122"/>
                        </a:rPr>
                        <m:t>意义</m:t>
                      </m:r>
                    </m:oMath>
                  </m:oMathPara>
                </a14:m>
                <a:endParaRPr lang="zh-CN" altLang="en-US" sz="4000" dirty="0">
                  <a:solidFill>
                    <a:srgbClr val="FF0000"/>
                  </a:solidFill>
                  <a:latin typeface="STXinwei" panose="02010800040101010101" pitchFamily="2" charset="-122"/>
                  <a:ea typeface="STXinwei" panose="02010800040101010101" pitchFamily="2" charset="-122"/>
                </a:endParaRPr>
              </a:p>
            </p:txBody>
          </p:sp>
        </mc:Choice>
        <mc:Fallback xmlns="">
          <p:sp>
            <p:nvSpPr>
              <p:cNvPr id="6" name="文本框 5">
                <a:extLst>
                  <a:ext uri="{FF2B5EF4-FFF2-40B4-BE49-F238E27FC236}">
                    <a16:creationId xmlns:a16="http://schemas.microsoft.com/office/drawing/2014/main" id="{94C8F9F9-8E84-0A88-67B1-D30FDFB6351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86940" y="313460"/>
                <a:ext cx="4572000" cy="707886"/>
              </a:xfrm>
              <a:prstGeom prst="rect">
                <a:avLst/>
              </a:prstGeom>
              <a:blipFill>
                <a:blip r:embed="rId3"/>
                <a:stretch>
                  <a:fillRect b="-1228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8" name="内容占位符 4" descr="图表, 散点图&#10;&#10;描述已自动生成">
            <a:extLst>
              <a:ext uri="{FF2B5EF4-FFF2-40B4-BE49-F238E27FC236}">
                <a16:creationId xmlns:a16="http://schemas.microsoft.com/office/drawing/2014/main" id="{C5CAEA9B-27D8-02C5-51EA-657F7326D0B6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66052" t="48841"/>
          <a:stretch/>
        </p:blipFill>
        <p:spPr>
          <a:xfrm>
            <a:off x="4810789" y="3015936"/>
            <a:ext cx="3440234" cy="3694830"/>
          </a:xfrm>
          <a:prstGeom prst="rect">
            <a:avLst/>
          </a:prstGeom>
        </p:spPr>
      </p:pic>
      <p:cxnSp>
        <p:nvCxnSpPr>
          <p:cNvPr id="2" name="直线连接符 1">
            <a:extLst>
              <a:ext uri="{FF2B5EF4-FFF2-40B4-BE49-F238E27FC236}">
                <a16:creationId xmlns:a16="http://schemas.microsoft.com/office/drawing/2014/main" id="{8CD6577F-310F-0CA5-D275-B900F98F069C}"/>
              </a:ext>
            </a:extLst>
          </p:cNvPr>
          <p:cNvCxnSpPr/>
          <p:nvPr/>
        </p:nvCxnSpPr>
        <p:spPr>
          <a:xfrm>
            <a:off x="0" y="1082842"/>
            <a:ext cx="9144000" cy="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文本框 2">
                <a:extLst>
                  <a:ext uri="{FF2B5EF4-FFF2-40B4-BE49-F238E27FC236}">
                    <a16:creationId xmlns:a16="http://schemas.microsoft.com/office/drawing/2014/main" id="{2C1D0591-D4E4-54D2-16C6-FCEB18B3B569}"/>
                  </a:ext>
                </a:extLst>
              </p:cNvPr>
              <p:cNvSpPr txBox="1"/>
              <p:nvPr/>
            </p:nvSpPr>
            <p:spPr>
              <a:xfrm>
                <a:off x="1938337" y="1595714"/>
                <a:ext cx="5267325" cy="105458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lnSpc>
                    <a:spcPct val="150000"/>
                  </a:lnSpc>
                </a:pP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zh-CN" sz="2100" i="1">
                            <a:latin typeface="Cambria Math" panose="02040503050406030204" pitchFamily="18" charset="0"/>
                            <a:ea typeface="KaiTi" panose="02010609060101010101" pitchFamily="49" charset="-122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kumimoji="1" lang="en-US" altLang="zh-CN" sz="21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𝜌</m:t>
                        </m:r>
                      </m:e>
                      <m:sub>
                        <m:r>
                          <a:rPr kumimoji="1" lang="en-US" altLang="zh-CN" sz="2100" i="1">
                            <a:latin typeface="Cambria Math" panose="02040503050406030204" pitchFamily="18" charset="0"/>
                            <a:ea typeface="KaiTi" panose="02010609060101010101" pitchFamily="49" charset="-122"/>
                            <a:cs typeface="Times New Roman" panose="02020603050405020304" pitchFamily="18" charset="0"/>
                          </a:rPr>
                          <m:t>𝑋</m:t>
                        </m:r>
                        <m:r>
                          <a:rPr kumimoji="1" lang="en-US" altLang="zh-CN" sz="2100" i="1">
                            <a:latin typeface="Cambria Math" panose="02040503050406030204" pitchFamily="18" charset="0"/>
                            <a:ea typeface="KaiTi" panose="02010609060101010101" pitchFamily="49" charset="-122"/>
                            <a:cs typeface="Times New Roman" panose="02020603050405020304" pitchFamily="18" charset="0"/>
                          </a:rPr>
                          <m:t>,</m:t>
                        </m:r>
                        <m:r>
                          <a:rPr kumimoji="1" lang="en-US" altLang="zh-CN" sz="2100" i="1">
                            <a:latin typeface="Cambria Math" panose="02040503050406030204" pitchFamily="18" charset="0"/>
                            <a:ea typeface="KaiTi" panose="02010609060101010101" pitchFamily="49" charset="-122"/>
                            <a:cs typeface="Times New Roman" panose="02020603050405020304" pitchFamily="18" charset="0"/>
                          </a:rPr>
                          <m:t>𝑌</m:t>
                        </m:r>
                      </m:sub>
                    </m:sSub>
                    <m:r>
                      <a:rPr kumimoji="1" lang="en-US" altLang="zh-CN" sz="2100" i="1" dirty="0">
                        <a:latin typeface="Cambria Math" panose="02040503050406030204" pitchFamily="18" charset="0"/>
                        <a:ea typeface="KaiTi" panose="02010609060101010101" pitchFamily="49" charset="-122"/>
                        <a:cs typeface="Times New Roman" panose="02020603050405020304" pitchFamily="18" charset="0"/>
                      </a:rPr>
                      <m:t>=</m:t>
                    </m:r>
                  </m:oMath>
                </a14:m>
                <a:r>
                  <a:rPr kumimoji="1" lang="en-US" altLang="zh-CN" sz="2100" b="0" dirty="0"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1</a:t>
                </a:r>
                <a:r>
                  <a:rPr kumimoji="1" lang="zh-CN" altLang="en-US" sz="2100" b="0" dirty="0"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 （</a:t>
                </a:r>
                <a:r>
                  <a:rPr kumimoji="1" lang="zh-CN" altLang="en-US" sz="2100" b="0" dirty="0">
                    <a:solidFill>
                      <a:srgbClr val="FF0000"/>
                    </a:solidFill>
                    <a:latin typeface="KaiTi" panose="02010609060101010101" pitchFamily="49" charset="-122"/>
                    <a:ea typeface="KaiTi" panose="02010609060101010101" pitchFamily="49" charset="-122"/>
                    <a:cs typeface="Times New Roman" panose="02020603050405020304" pitchFamily="18" charset="0"/>
                  </a:rPr>
                  <a:t>完全正相关</a:t>
                </a:r>
                <a:r>
                  <a:rPr kumimoji="1" lang="zh-CN" altLang="en-US" sz="2100" b="0" dirty="0"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）</a:t>
                </a:r>
                <a:endParaRPr kumimoji="1" lang="en-US" altLang="zh-CN" sz="2100" b="0" dirty="0">
                  <a:latin typeface="Times New Roman" panose="02020603050405020304" pitchFamily="18" charset="0"/>
                  <a:ea typeface="Cambria Math" panose="02040503050406030204" pitchFamily="18" charset="0"/>
                  <a:cs typeface="Times New Roman" panose="02020603050405020304" pitchFamily="18" charset="0"/>
                </a:endParaRPr>
              </a:p>
              <a:p>
                <a:pPr>
                  <a:lnSpc>
                    <a:spcPct val="150000"/>
                  </a:lnSpc>
                </a:pP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zh-CN" sz="2100" i="1">
                            <a:latin typeface="Cambria Math" panose="02040503050406030204" pitchFamily="18" charset="0"/>
                            <a:ea typeface="KaiTi" panose="02010609060101010101" pitchFamily="49" charset="-122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kumimoji="1" lang="en-US" altLang="zh-CN" sz="21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𝜌</m:t>
                        </m:r>
                      </m:e>
                      <m:sub>
                        <m:r>
                          <a:rPr kumimoji="1" lang="en-US" altLang="zh-CN" sz="2100" i="1">
                            <a:latin typeface="Cambria Math" panose="02040503050406030204" pitchFamily="18" charset="0"/>
                            <a:ea typeface="KaiTi" panose="02010609060101010101" pitchFamily="49" charset="-122"/>
                            <a:cs typeface="Times New Roman" panose="02020603050405020304" pitchFamily="18" charset="0"/>
                          </a:rPr>
                          <m:t>𝑋</m:t>
                        </m:r>
                        <m:r>
                          <a:rPr kumimoji="1" lang="en-US" altLang="zh-CN" sz="2100" i="1">
                            <a:latin typeface="Cambria Math" panose="02040503050406030204" pitchFamily="18" charset="0"/>
                            <a:ea typeface="KaiTi" panose="02010609060101010101" pitchFamily="49" charset="-122"/>
                            <a:cs typeface="Times New Roman" panose="02020603050405020304" pitchFamily="18" charset="0"/>
                          </a:rPr>
                          <m:t>,</m:t>
                        </m:r>
                        <m:r>
                          <a:rPr kumimoji="1" lang="en-US" altLang="zh-CN" sz="2100" i="1">
                            <a:latin typeface="Cambria Math" panose="02040503050406030204" pitchFamily="18" charset="0"/>
                            <a:ea typeface="KaiTi" panose="02010609060101010101" pitchFamily="49" charset="-122"/>
                            <a:cs typeface="Times New Roman" panose="02020603050405020304" pitchFamily="18" charset="0"/>
                          </a:rPr>
                          <m:t>𝑌</m:t>
                        </m:r>
                      </m:sub>
                    </m:sSub>
                    <m:r>
                      <a:rPr kumimoji="1" lang="en-US" altLang="zh-CN" sz="2100" i="1" dirty="0">
                        <a:latin typeface="Cambria Math" panose="02040503050406030204" pitchFamily="18" charset="0"/>
                        <a:ea typeface="KaiTi" panose="02010609060101010101" pitchFamily="49" charset="-122"/>
                        <a:cs typeface="Times New Roman" panose="02020603050405020304" pitchFamily="18" charset="0"/>
                      </a:rPr>
                      <m:t>=</m:t>
                    </m:r>
                    <m:r>
                      <a:rPr kumimoji="1" lang="en-US" altLang="zh-CN" sz="210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−</m:t>
                    </m:r>
                  </m:oMath>
                </a14:m>
                <a:r>
                  <a:rPr kumimoji="1" lang="en-US" altLang="zh-CN" sz="2100" dirty="0"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1</a:t>
                </a:r>
                <a:r>
                  <a:rPr kumimoji="1" lang="zh-CN" altLang="en-US" sz="2100" dirty="0"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  （</a:t>
                </a:r>
                <a:r>
                  <a:rPr kumimoji="1" lang="zh-CN" altLang="en-US" sz="2100" dirty="0">
                    <a:solidFill>
                      <a:srgbClr val="FF0000"/>
                    </a:solidFill>
                    <a:latin typeface="KaiTi" panose="02010609060101010101" pitchFamily="49" charset="-122"/>
                    <a:ea typeface="KaiTi" panose="02010609060101010101" pitchFamily="49" charset="-122"/>
                    <a:cs typeface="Times New Roman" panose="02020603050405020304" pitchFamily="18" charset="0"/>
                  </a:rPr>
                  <a:t>完全负相关</a:t>
                </a:r>
                <a:r>
                  <a:rPr kumimoji="1" lang="zh-CN" altLang="en-US" sz="2100" dirty="0"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）</a:t>
                </a:r>
                <a:endParaRPr kumimoji="1" lang="en-US" altLang="zh-CN" sz="2100" dirty="0">
                  <a:latin typeface="Times New Roman" panose="02020603050405020304" pitchFamily="18" charset="0"/>
                  <a:ea typeface="Cambria Math" panose="020405030504060302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" name="文本框 2">
                <a:extLst>
                  <a:ext uri="{FF2B5EF4-FFF2-40B4-BE49-F238E27FC236}">
                    <a16:creationId xmlns:a16="http://schemas.microsoft.com/office/drawing/2014/main" id="{2C1D0591-D4E4-54D2-16C6-FCEB18B3B56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38337" y="1595714"/>
                <a:ext cx="5267325" cy="1054584"/>
              </a:xfrm>
              <a:prstGeom prst="rect">
                <a:avLst/>
              </a:prstGeom>
              <a:blipFill>
                <a:blip r:embed="rId4"/>
                <a:stretch>
                  <a:fillRect b="-952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7958126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内容占位符 4" descr="图表, 散点图&#10;&#10;描述已自动生成">
            <a:extLst>
              <a:ext uri="{FF2B5EF4-FFF2-40B4-BE49-F238E27FC236}">
                <a16:creationId xmlns:a16="http://schemas.microsoft.com/office/drawing/2014/main" id="{FA5F7F39-D02A-6B50-20DE-3C0B2EF6EB3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r="33947"/>
          <a:stretch/>
        </p:blipFill>
        <p:spPr>
          <a:xfrm>
            <a:off x="1999281" y="1292033"/>
            <a:ext cx="4868148" cy="5252507"/>
          </a:xfr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6" name="文本框 5">
                <a:extLst>
                  <a:ext uri="{FF2B5EF4-FFF2-40B4-BE49-F238E27FC236}">
                    <a16:creationId xmlns:a16="http://schemas.microsoft.com/office/drawing/2014/main" id="{94C8F9F9-8E84-0A88-67B1-D30FDFB6351A}"/>
                  </a:ext>
                </a:extLst>
              </p:cNvPr>
              <p:cNvSpPr txBox="1"/>
              <p:nvPr/>
            </p:nvSpPr>
            <p:spPr>
              <a:xfrm>
                <a:off x="2186940" y="313460"/>
                <a:ext cx="4572000" cy="70788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zh-CN" altLang="en-US" sz="400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STXinwei" panose="02010800040101010101" pitchFamily="2" charset="-122"/>
                        </a:rPr>
                        <m:t>相关系数</m:t>
                      </m:r>
                      <m:r>
                        <m:rPr>
                          <m:nor/>
                        </m:rPr>
                        <a:rPr kumimoji="1" lang="zh-CN" altLang="en-US" sz="4000" i="0" smtClean="0">
                          <a:solidFill>
                            <a:srgbClr val="FF0000"/>
                          </a:solidFill>
                          <a:latin typeface="STXinwei" panose="02010800040101010101" pitchFamily="2" charset="-122"/>
                          <a:ea typeface="STXinwei" panose="02010800040101010101" pitchFamily="2" charset="-122"/>
                        </a:rPr>
                        <m:t>的</m:t>
                      </m:r>
                      <m:r>
                        <a:rPr kumimoji="1" lang="zh-CN" altLang="en-US" sz="4000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STXinwei" panose="02010800040101010101" pitchFamily="2" charset="-122"/>
                        </a:rPr>
                        <m:t>意义</m:t>
                      </m:r>
                    </m:oMath>
                  </m:oMathPara>
                </a14:m>
                <a:endParaRPr lang="zh-CN" altLang="en-US" sz="4000" dirty="0">
                  <a:solidFill>
                    <a:srgbClr val="FF0000"/>
                  </a:solidFill>
                  <a:latin typeface="STXinwei" panose="02010800040101010101" pitchFamily="2" charset="-122"/>
                  <a:ea typeface="STXinwei" panose="02010800040101010101" pitchFamily="2" charset="-122"/>
                </a:endParaRPr>
              </a:p>
            </p:txBody>
          </p:sp>
        </mc:Choice>
        <mc:Fallback xmlns="">
          <p:sp>
            <p:nvSpPr>
              <p:cNvPr id="6" name="文本框 5">
                <a:extLst>
                  <a:ext uri="{FF2B5EF4-FFF2-40B4-BE49-F238E27FC236}">
                    <a16:creationId xmlns:a16="http://schemas.microsoft.com/office/drawing/2014/main" id="{94C8F9F9-8E84-0A88-67B1-D30FDFB6351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86940" y="313460"/>
                <a:ext cx="4572000" cy="707886"/>
              </a:xfrm>
              <a:prstGeom prst="rect">
                <a:avLst/>
              </a:prstGeom>
              <a:blipFill>
                <a:blip r:embed="rId3"/>
                <a:stretch>
                  <a:fillRect b="-1228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" name="直线连接符 1">
            <a:extLst>
              <a:ext uri="{FF2B5EF4-FFF2-40B4-BE49-F238E27FC236}">
                <a16:creationId xmlns:a16="http://schemas.microsoft.com/office/drawing/2014/main" id="{4D41C827-C765-F15D-F9AE-1AE414CA4261}"/>
              </a:ext>
            </a:extLst>
          </p:cNvPr>
          <p:cNvCxnSpPr/>
          <p:nvPr/>
        </p:nvCxnSpPr>
        <p:spPr>
          <a:xfrm>
            <a:off x="0" y="1082842"/>
            <a:ext cx="9144000" cy="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406998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4" name="内容占位符 2">
                <a:extLst>
                  <a:ext uri="{FF2B5EF4-FFF2-40B4-BE49-F238E27FC236}">
                    <a16:creationId xmlns:a16="http://schemas.microsoft.com/office/drawing/2014/main" id="{55CDE8FD-2E32-E8D0-A305-3E495F401DF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81655" y="1552575"/>
                <a:ext cx="8780690" cy="5192486"/>
              </a:xfrm>
            </p:spPr>
            <p:txBody>
              <a:bodyPr>
                <a:noAutofit/>
              </a:bodyPr>
              <a:lstStyle/>
              <a:p>
                <a:pPr marL="0" indent="0">
                  <a:lnSpc>
                    <a:spcPct val="100000"/>
                  </a:lnSpc>
                  <a:buNone/>
                </a:pPr>
                <a:r>
                  <a:rPr lang="zh-CN" altLang="en-US" sz="2100" kern="100" dirty="0">
                    <a:latin typeface="Cambria Math" panose="02040503050406030204" pitchFamily="18" charset="0"/>
                    <a:cs typeface="Times New Roman" panose="02020603050405020304" pitchFamily="18" charset="0"/>
                  </a:rPr>
                  <a:t>由</a:t>
                </a:r>
                <a:r>
                  <a:rPr lang="en-US" altLang="zh-CN" sz="2100" kern="100" dirty="0">
                    <a:latin typeface="Cambria Math" panose="02040503050406030204" pitchFamily="18" charset="0"/>
                    <a:cs typeface="Times New Roman" panose="02020603050405020304" pitchFamily="18" charset="0"/>
                  </a:rPr>
                  <a:t>(3.4)</a:t>
                </a:r>
                <a:r>
                  <a:rPr lang="zh-CN" altLang="en-US" sz="2100" kern="100" dirty="0">
                    <a:latin typeface="Cambria Math" panose="02040503050406030204" pitchFamily="18" charset="0"/>
                    <a:cs typeface="Times New Roman" panose="02020603050405020304" pitchFamily="18" charset="0"/>
                  </a:rPr>
                  <a:t>式知，均方误差</a:t>
                </a:r>
                <a14:m>
                  <m:oMath xmlns:m="http://schemas.openxmlformats.org/officeDocument/2006/math">
                    <m:r>
                      <a:rPr lang="en-US" altLang="zh-CN" sz="2100" i="1" kern="100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𝑒</m:t>
                    </m:r>
                  </m:oMath>
                </a14:m>
                <a:r>
                  <a:rPr lang="zh-CN" altLang="en-US" sz="2100" kern="100" dirty="0">
                    <a:latin typeface="Cambria Math" panose="02040503050406030204" pitchFamily="18" charset="0"/>
                    <a:cs typeface="Times New Roman" panose="02020603050405020304" pitchFamily="18" charset="0"/>
                  </a:rPr>
                  <a:t>是</a:t>
                </a:r>
                <a14:m>
                  <m:oMath xmlns:m="http://schemas.openxmlformats.org/officeDocument/2006/math">
                    <m:r>
                      <a:rPr lang="en-US" altLang="zh-CN" sz="2100" kern="100"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|</m:t>
                    </m:r>
                    <m:sSub>
                      <m:sSubPr>
                        <m:ctrlPr>
                          <a:rPr lang="zh-CN" altLang="zh-CN" sz="2100" i="1" kern="100"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sz="2100" kern="100"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𝜌</m:t>
                        </m:r>
                      </m:e>
                      <m:sub>
                        <m:r>
                          <a:rPr lang="en-US" altLang="zh-CN" sz="2100" kern="100"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𝑥𝑦</m:t>
                        </m:r>
                      </m:sub>
                    </m:sSub>
                    <m:r>
                      <a:rPr lang="en-US" altLang="zh-CN" sz="2100" kern="100"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|</m:t>
                    </m:r>
                  </m:oMath>
                </a14:m>
                <a:r>
                  <a:rPr lang="zh-CN" altLang="en-US" sz="2100" i="0" kern="100" dirty="0">
                    <a:latin typeface="楷体" panose="02010609060101010101" pitchFamily="49" charset="-122"/>
                    <a:ea typeface="楷体" panose="02010609060101010101" pitchFamily="49" charset="-122"/>
                    <a:cs typeface="Times New Roman" panose="02020603050405020304" pitchFamily="18" charset="0"/>
                  </a:rPr>
                  <a:t>的严格单调减少函数</a:t>
                </a:r>
                <a:r>
                  <a:rPr lang="zh-CN" altLang="en-US" sz="2100" kern="100" dirty="0">
                    <a:latin typeface="Cambria Math" panose="02040503050406030204" pitchFamily="18" charset="0"/>
                    <a:cs typeface="Times New Roman" panose="02020603050405020304" pitchFamily="18" charset="0"/>
                  </a:rPr>
                  <a:t>。</a:t>
                </a:r>
                <a:endParaRPr lang="en-US" altLang="zh-CN" sz="2100" kern="100" dirty="0">
                  <a:latin typeface="Cambria Math" panose="020405030504060302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lnSpc>
                    <a:spcPct val="100000"/>
                  </a:lnSpc>
                  <a:buNone/>
                </a:pPr>
                <a:endParaRPr lang="en-US" altLang="zh-CN" sz="2100" kern="100" dirty="0">
                  <a:latin typeface="Cambria Math" panose="020405030504060302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lnSpc>
                    <a:spcPct val="100000"/>
                  </a:lnSpc>
                  <a:buNone/>
                </a:pPr>
                <a:r>
                  <a:rPr lang="zh-CN" altLang="en-US" sz="2100" kern="100" dirty="0">
                    <a:latin typeface="Cambria Math" panose="02040503050406030204" pitchFamily="18" charset="0"/>
                    <a:cs typeface="Times New Roman" panose="02020603050405020304" pitchFamily="18" charset="0"/>
                  </a:rPr>
                  <a:t>当</a:t>
                </a:r>
                <a14:m>
                  <m:oMath xmlns:m="http://schemas.openxmlformats.org/officeDocument/2006/math">
                    <m:r>
                      <a:rPr lang="en-US" altLang="zh-CN" sz="2100" kern="100"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|</m:t>
                    </m:r>
                    <m:sSub>
                      <m:sSubPr>
                        <m:ctrlPr>
                          <a:rPr lang="zh-CN" altLang="zh-CN" sz="2100" i="1" kern="100"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sz="2100" kern="100"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𝜌</m:t>
                        </m:r>
                      </m:e>
                      <m:sub>
                        <m:r>
                          <a:rPr lang="en-US" altLang="zh-CN" sz="2100" kern="100"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𝑥𝑦</m:t>
                        </m:r>
                      </m:sub>
                    </m:sSub>
                    <m:r>
                      <a:rPr lang="en-US" altLang="zh-CN" sz="2100" kern="100"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|</m:t>
                    </m:r>
                  </m:oMath>
                </a14:m>
                <a:r>
                  <a:rPr lang="zh-CN" altLang="en-US" sz="2100" kern="100" dirty="0">
                    <a:latin typeface="Cambria Math" panose="02040503050406030204" pitchFamily="18" charset="0"/>
                    <a:cs typeface="Times New Roman" panose="02020603050405020304" pitchFamily="18" charset="0"/>
                  </a:rPr>
                  <a:t>较大时</a:t>
                </a:r>
                <a14:m>
                  <m:oMath xmlns:m="http://schemas.openxmlformats.org/officeDocument/2006/math">
                    <m:r>
                      <a:rPr lang="en-US" altLang="zh-CN" sz="2100" i="1" kern="100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𝑒</m:t>
                    </m:r>
                  </m:oMath>
                </a14:m>
                <a:r>
                  <a:rPr lang="zh-CN" altLang="en-US" sz="2100" kern="100" dirty="0">
                    <a:latin typeface="Cambria Math" panose="02040503050406030204" pitchFamily="18" charset="0"/>
                    <a:cs typeface="Times New Roman" panose="02020603050405020304" pitchFamily="18" charset="0"/>
                  </a:rPr>
                  <a:t>较小，表明</a:t>
                </a:r>
                <a14:m>
                  <m:oMath xmlns:m="http://schemas.openxmlformats.org/officeDocument/2006/math">
                    <m:r>
                      <a:rPr lang="en-US" altLang="zh-CN" sz="2100" i="1" kern="100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𝑋</m:t>
                    </m:r>
                    <m:r>
                      <a:rPr lang="en-US" altLang="zh-CN" sz="2100" i="1" kern="100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,</m:t>
                    </m:r>
                    <m:r>
                      <a:rPr lang="en-US" altLang="zh-CN" sz="2100" i="1" kern="100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𝑌</m:t>
                    </m:r>
                  </m:oMath>
                </a14:m>
                <a:r>
                  <a:rPr lang="zh-CN" altLang="en-US" sz="2100" kern="100" dirty="0">
                    <a:latin typeface="Cambria Math" panose="02040503050406030204" pitchFamily="18" charset="0"/>
                    <a:cs typeface="Times New Roman" panose="02020603050405020304" pitchFamily="18" charset="0"/>
                  </a:rPr>
                  <a:t>（就线性关系来说）联系较紧密。</a:t>
                </a:r>
                <a:endParaRPr lang="en-US" altLang="zh-CN" sz="2100" kern="100" dirty="0">
                  <a:latin typeface="Cambria Math" panose="020405030504060302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lnSpc>
                    <a:spcPct val="100000"/>
                  </a:lnSpc>
                  <a:buNone/>
                </a:pPr>
                <a:r>
                  <a:rPr lang="zh-CN" altLang="en-US" sz="2100" kern="100" dirty="0">
                    <a:latin typeface="Cambria Math" panose="02040503050406030204" pitchFamily="18" charset="0"/>
                    <a:cs typeface="Times New Roman" panose="02020603050405020304" pitchFamily="18" charset="0"/>
                  </a:rPr>
                  <a:t>特别当</a:t>
                </a:r>
                <a14:m>
                  <m:oMath xmlns:m="http://schemas.openxmlformats.org/officeDocument/2006/math">
                    <m:r>
                      <a:rPr lang="en-US" altLang="zh-CN" sz="2100" kern="100"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|</m:t>
                    </m:r>
                    <m:sSub>
                      <m:sSubPr>
                        <m:ctrlPr>
                          <a:rPr lang="zh-CN" altLang="zh-CN" sz="2100" i="1" kern="100"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sz="2100" kern="100"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𝜌</m:t>
                        </m:r>
                      </m:e>
                      <m:sub>
                        <m:r>
                          <a:rPr lang="en-US" altLang="zh-CN" sz="2100" kern="100"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𝑥𝑦</m:t>
                        </m:r>
                      </m:sub>
                    </m:sSub>
                    <m:r>
                      <a:rPr lang="en-US" altLang="zh-CN" sz="2100" kern="100"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|</m:t>
                    </m:r>
                  </m:oMath>
                </a14:m>
                <a:r>
                  <a:rPr lang="en-US" altLang="zh-CN" sz="2100" kern="100" dirty="0">
                    <a:latin typeface="Cambria Math" panose="02040503050406030204" pitchFamily="18" charset="0"/>
                    <a:cs typeface="Times New Roman" panose="02020603050405020304" pitchFamily="18" charset="0"/>
                  </a:rPr>
                  <a:t>=1</a:t>
                </a:r>
                <a:r>
                  <a:rPr lang="zh-CN" altLang="en-US" sz="2100" kern="100" dirty="0">
                    <a:latin typeface="Cambria Math" panose="02040503050406030204" pitchFamily="18" charset="0"/>
                    <a:cs typeface="Times New Roman" panose="02020603050405020304" pitchFamily="18" charset="0"/>
                  </a:rPr>
                  <a:t>时，由定理中的</a:t>
                </a:r>
                <a:r>
                  <a:rPr lang="en-US" altLang="zh-CN" sz="2100" kern="100" dirty="0">
                    <a:latin typeface="Cambria Math" panose="02040503050406030204" pitchFamily="18" charset="0"/>
                    <a:cs typeface="Times New Roman" panose="02020603050405020304" pitchFamily="18" charset="0"/>
                  </a:rPr>
                  <a:t>2°</a:t>
                </a:r>
                <a:r>
                  <a:rPr lang="zh-CN" altLang="en-US" sz="2100" kern="100" dirty="0">
                    <a:latin typeface="Cambria Math" panose="02040503050406030204" pitchFamily="18" charset="0"/>
                    <a:cs typeface="Times New Roman" panose="02020603050405020304" pitchFamily="18" charset="0"/>
                  </a:rPr>
                  <a:t>，</a:t>
                </a:r>
                <a:r>
                  <a:rPr lang="en-US" altLang="zh-CN" sz="2100" kern="100" dirty="0"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sz="2100" i="1" kern="100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𝑋</m:t>
                    </m:r>
                    <m:r>
                      <a:rPr lang="en-US" altLang="zh-CN" sz="2100" i="1" kern="100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,</m:t>
                    </m:r>
                    <m:r>
                      <a:rPr lang="en-US" altLang="zh-CN" sz="2100" i="1" kern="100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𝑌</m:t>
                    </m:r>
                  </m:oMath>
                </a14:m>
                <a:r>
                  <a:rPr lang="zh-CN" altLang="en-US" sz="2100" kern="100" dirty="0">
                    <a:latin typeface="Cambria Math" panose="02040503050406030204" pitchFamily="18" charset="0"/>
                    <a:cs typeface="Times New Roman" panose="02020603050405020304" pitchFamily="18" charset="0"/>
                  </a:rPr>
                  <a:t>之间以概率</a:t>
                </a:r>
                <a:r>
                  <a:rPr lang="en-US" altLang="zh-CN" sz="2100" kern="100" dirty="0">
                    <a:latin typeface="Cambria Math" panose="02040503050406030204" pitchFamily="18" charset="0"/>
                    <a:cs typeface="Times New Roman" panose="02020603050405020304" pitchFamily="18" charset="0"/>
                  </a:rPr>
                  <a:t>1</a:t>
                </a:r>
                <a:r>
                  <a:rPr lang="zh-CN" altLang="en-US" sz="2100" kern="100" dirty="0">
                    <a:latin typeface="Cambria Math" panose="02040503050406030204" pitchFamily="18" charset="0"/>
                    <a:cs typeface="Times New Roman" panose="02020603050405020304" pitchFamily="18" charset="0"/>
                  </a:rPr>
                  <a:t>存在着线性关系。</a:t>
                </a:r>
                <a:endParaRPr lang="en-US" altLang="zh-CN" sz="2100" kern="100" dirty="0">
                  <a:latin typeface="Cambria Math" panose="020405030504060302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lnSpc>
                    <a:spcPct val="100000"/>
                  </a:lnSpc>
                  <a:buNone/>
                </a:pPr>
                <a:endParaRPr lang="en-US" altLang="zh-CN" sz="2100" kern="100" dirty="0">
                  <a:latin typeface="Cambria Math" panose="020405030504060302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lnSpc>
                    <a:spcPct val="100000"/>
                  </a:lnSpc>
                  <a:buNone/>
                </a:pPr>
                <a:r>
                  <a:rPr lang="zh-CN" altLang="en-US" sz="2100" kern="100" dirty="0">
                    <a:latin typeface="Cambria Math" panose="02040503050406030204" pitchFamily="18" charset="0"/>
                    <a:cs typeface="Times New Roman" panose="02020603050405020304" pitchFamily="18" charset="0"/>
                  </a:rPr>
                  <a:t>于是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sz="2100" i="1" kern="100"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sz="2100" kern="100"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𝜌</m:t>
                        </m:r>
                      </m:e>
                      <m:sub>
                        <m:r>
                          <a:rPr lang="en-US" altLang="zh-CN" sz="2100" kern="100"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𝑥𝑦</m:t>
                        </m:r>
                      </m:sub>
                    </m:sSub>
                  </m:oMath>
                </a14:m>
                <a:r>
                  <a:rPr lang="zh-CN" altLang="en-US" sz="2100" kern="100" dirty="0">
                    <a:latin typeface="Cambria Math" panose="02040503050406030204" pitchFamily="18" charset="0"/>
                    <a:cs typeface="Times New Roman" panose="02020603050405020304" pitchFamily="18" charset="0"/>
                  </a:rPr>
                  <a:t>是一个可以用来表征</a:t>
                </a:r>
                <a14:m>
                  <m:oMath xmlns:m="http://schemas.openxmlformats.org/officeDocument/2006/math">
                    <m:r>
                      <a:rPr lang="en-US" altLang="zh-CN" sz="2100" i="1" kern="100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𝑋</m:t>
                    </m:r>
                    <m:r>
                      <a:rPr lang="en-US" altLang="zh-CN" sz="2100" i="1" kern="100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,</m:t>
                    </m:r>
                    <m:r>
                      <a:rPr lang="en-US" altLang="zh-CN" sz="2100" i="1" kern="100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𝑌</m:t>
                    </m:r>
                  </m:oMath>
                </a14:m>
                <a:r>
                  <a:rPr lang="zh-CN" altLang="en-US" sz="2100" kern="100" dirty="0">
                    <a:latin typeface="Cambria Math" panose="02040503050406030204" pitchFamily="18" charset="0"/>
                    <a:cs typeface="Times New Roman" panose="02020603050405020304" pitchFamily="18" charset="0"/>
                  </a:rPr>
                  <a:t>之间线性关系紧密程度的量。</a:t>
                </a:r>
                <a:endParaRPr lang="en-US" altLang="zh-CN" sz="2100" kern="100" dirty="0">
                  <a:latin typeface="Cambria Math" panose="020405030504060302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lnSpc>
                    <a:spcPct val="100000"/>
                  </a:lnSpc>
                  <a:buNone/>
                </a:pPr>
                <a:r>
                  <a:rPr lang="zh-CN" altLang="en-US" sz="2100" kern="100" dirty="0">
                    <a:latin typeface="Cambria Math" panose="02040503050406030204" pitchFamily="18" charset="0"/>
                    <a:cs typeface="Times New Roman" panose="02020603050405020304" pitchFamily="18" charset="0"/>
                  </a:rPr>
                  <a:t>当</a:t>
                </a:r>
                <a14:m>
                  <m:oMath xmlns:m="http://schemas.openxmlformats.org/officeDocument/2006/math">
                    <m:r>
                      <a:rPr lang="en-US" altLang="zh-CN" sz="2100" kern="100"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|</m:t>
                    </m:r>
                    <m:sSub>
                      <m:sSubPr>
                        <m:ctrlPr>
                          <a:rPr lang="zh-CN" altLang="zh-CN" sz="2100" i="1" kern="100"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sz="2100" kern="100"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𝜌</m:t>
                        </m:r>
                      </m:e>
                      <m:sub>
                        <m:r>
                          <a:rPr lang="en-US" altLang="zh-CN" sz="2100" kern="100"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𝑥𝑦</m:t>
                        </m:r>
                      </m:sub>
                    </m:sSub>
                    <m:r>
                      <a:rPr lang="en-US" altLang="zh-CN" sz="2100" kern="100"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|</m:t>
                    </m:r>
                  </m:oMath>
                </a14:m>
                <a:r>
                  <a:rPr lang="zh-CN" altLang="en-US" sz="2100" kern="100" dirty="0">
                    <a:latin typeface="Cambria Math" panose="02040503050406030204" pitchFamily="18" charset="0"/>
                    <a:cs typeface="Times New Roman" panose="02020603050405020304" pitchFamily="18" charset="0"/>
                  </a:rPr>
                  <a:t>较大时，</a:t>
                </a:r>
                <a14:m>
                  <m:oMath xmlns:m="http://schemas.openxmlformats.org/officeDocument/2006/math">
                    <m:r>
                      <a:rPr lang="en-US" altLang="zh-CN" sz="2100" i="1" kern="100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𝑋</m:t>
                    </m:r>
                    <m:r>
                      <a:rPr lang="en-US" altLang="zh-CN" sz="2100" i="1" kern="100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,</m:t>
                    </m:r>
                    <m:r>
                      <a:rPr lang="en-US" altLang="zh-CN" sz="2100" i="1" kern="100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𝑌</m:t>
                    </m:r>
                  </m:oMath>
                </a14:m>
                <a:r>
                  <a:rPr lang="zh-CN" altLang="en-US" sz="2100" kern="100" dirty="0">
                    <a:latin typeface="Cambria Math" panose="02040503050406030204" pitchFamily="18" charset="0"/>
                    <a:cs typeface="Times New Roman" panose="02020603050405020304" pitchFamily="18" charset="0"/>
                  </a:rPr>
                  <a:t>线性相关的程度较好；</a:t>
                </a:r>
                <a:endParaRPr lang="en-US" altLang="zh-CN" sz="2100" kern="100" dirty="0">
                  <a:latin typeface="Cambria Math" panose="020405030504060302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lnSpc>
                    <a:spcPct val="100000"/>
                  </a:lnSpc>
                  <a:buNone/>
                </a:pPr>
                <a:r>
                  <a:rPr lang="zh-CN" altLang="en-US" sz="2100" kern="100" dirty="0">
                    <a:latin typeface="Cambria Math" panose="02040503050406030204" pitchFamily="18" charset="0"/>
                    <a:cs typeface="Times New Roman" panose="02020603050405020304" pitchFamily="18" charset="0"/>
                  </a:rPr>
                  <a:t>当</a:t>
                </a:r>
                <a14:m>
                  <m:oMath xmlns:m="http://schemas.openxmlformats.org/officeDocument/2006/math">
                    <m:r>
                      <a:rPr lang="en-US" altLang="zh-CN" sz="2100" kern="100"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|</m:t>
                    </m:r>
                    <m:sSub>
                      <m:sSubPr>
                        <m:ctrlPr>
                          <a:rPr lang="zh-CN" altLang="zh-CN" sz="2100" i="1" kern="100"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sz="2100" kern="100"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𝜌</m:t>
                        </m:r>
                      </m:e>
                      <m:sub>
                        <m:r>
                          <a:rPr lang="en-US" altLang="zh-CN" sz="2100" kern="100"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𝑥𝑦</m:t>
                        </m:r>
                      </m:sub>
                    </m:sSub>
                    <m:r>
                      <a:rPr lang="en-US" altLang="zh-CN" sz="2100" kern="100"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|</m:t>
                    </m:r>
                  </m:oMath>
                </a14:m>
                <a:r>
                  <a:rPr lang="zh-CN" altLang="en-US" sz="2100" kern="100" dirty="0">
                    <a:latin typeface="Cambria Math" panose="02040503050406030204" pitchFamily="18" charset="0"/>
                    <a:cs typeface="Times New Roman" panose="02020603050405020304" pitchFamily="18" charset="0"/>
                  </a:rPr>
                  <a:t>较小时，</a:t>
                </a:r>
                <a14:m>
                  <m:oMath xmlns:m="http://schemas.openxmlformats.org/officeDocument/2006/math">
                    <m:r>
                      <a:rPr lang="en-US" altLang="zh-CN" sz="2100" i="1" kern="100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𝑋</m:t>
                    </m:r>
                    <m:r>
                      <a:rPr lang="en-US" altLang="zh-CN" sz="2100" i="1" kern="100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,</m:t>
                    </m:r>
                    <m:r>
                      <a:rPr lang="en-US" altLang="zh-CN" sz="2100" i="1" kern="100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𝑌</m:t>
                    </m:r>
                  </m:oMath>
                </a14:m>
                <a:r>
                  <a:rPr lang="zh-CN" altLang="en-US" sz="2100" kern="100" dirty="0">
                    <a:latin typeface="Cambria Math" panose="02040503050406030204" pitchFamily="18" charset="0"/>
                    <a:cs typeface="Times New Roman" panose="02020603050405020304" pitchFamily="18" charset="0"/>
                  </a:rPr>
                  <a:t>线性相关的程度较差。</a:t>
                </a:r>
                <a:endParaRPr lang="zh-CN" altLang="zh-CN" sz="2100" kern="100" dirty="0">
                  <a:latin typeface="Cambria Math" panose="020405030504060302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lnSpc>
                    <a:spcPct val="100000"/>
                  </a:lnSpc>
                  <a:buNone/>
                </a:pPr>
                <a:r>
                  <a:rPr lang="zh-CN" altLang="en-US" sz="2100" kern="100" dirty="0">
                    <a:latin typeface="Cambria Math" panose="02040503050406030204" pitchFamily="18" charset="0"/>
                    <a:cs typeface="Times New Roman" panose="02020603050405020304" pitchFamily="18" charset="0"/>
                  </a:rPr>
                  <a:t>当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sz="2100" i="1" kern="100"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sz="2100" kern="100"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𝜌</m:t>
                        </m:r>
                      </m:e>
                      <m:sub>
                        <m:r>
                          <a:rPr lang="en-US" altLang="zh-CN" sz="2100" kern="100"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𝑥𝑦</m:t>
                        </m:r>
                      </m:sub>
                    </m:sSub>
                    <m:r>
                      <a:rPr lang="en-US" altLang="zh-CN" sz="2100" kern="100"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=</m:t>
                    </m:r>
                  </m:oMath>
                </a14:m>
                <a:r>
                  <a:rPr lang="en-US" altLang="zh-CN" sz="2100" kern="100" dirty="0">
                    <a:latin typeface="Cambria Math" panose="02040503050406030204" pitchFamily="18" charset="0"/>
                    <a:cs typeface="Times New Roman" panose="02020603050405020304" pitchFamily="18" charset="0"/>
                  </a:rPr>
                  <a:t>0</a:t>
                </a:r>
                <a:r>
                  <a:rPr lang="zh-CN" altLang="en-US" sz="2100" kern="100" dirty="0">
                    <a:latin typeface="Cambria Math" panose="02040503050406030204" pitchFamily="18" charset="0"/>
                    <a:cs typeface="Times New Roman" panose="02020603050405020304" pitchFamily="18" charset="0"/>
                  </a:rPr>
                  <a:t>时，称</a:t>
                </a:r>
                <a14:m>
                  <m:oMath xmlns:m="http://schemas.openxmlformats.org/officeDocument/2006/math">
                    <m:r>
                      <a:rPr lang="en-US" altLang="zh-CN" sz="2100" i="1" kern="100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𝑋</m:t>
                    </m:r>
                  </m:oMath>
                </a14:m>
                <a:r>
                  <a:rPr lang="zh-CN" altLang="en-US" sz="2100" kern="100" dirty="0">
                    <a:latin typeface="Cambria Math" panose="02040503050406030204" pitchFamily="18" charset="0"/>
                    <a:cs typeface="Times New Roman" panose="02020603050405020304" pitchFamily="18" charset="0"/>
                  </a:rPr>
                  <a:t>和</a:t>
                </a:r>
                <a14:m>
                  <m:oMath xmlns:m="http://schemas.openxmlformats.org/officeDocument/2006/math">
                    <m:r>
                      <a:rPr lang="en-US" altLang="zh-CN" sz="2100" i="1" kern="100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𝑌</m:t>
                    </m:r>
                  </m:oMath>
                </a14:m>
                <a:r>
                  <a:rPr lang="zh-CN" altLang="en-US" sz="2100" kern="100" dirty="0">
                    <a:latin typeface="Cambria Math" panose="02040503050406030204" pitchFamily="18" charset="0"/>
                    <a:cs typeface="Times New Roman" panose="02020603050405020304" pitchFamily="18" charset="0"/>
                  </a:rPr>
                  <a:t>不相关</a:t>
                </a:r>
                <a:endParaRPr lang="en-US" altLang="zh-CN" sz="2100" kern="100" dirty="0">
                  <a:latin typeface="Cambria Math" panose="020405030504060302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lnSpc>
                    <a:spcPct val="100000"/>
                  </a:lnSpc>
                  <a:buNone/>
                </a:pPr>
                <a:r>
                  <a:rPr lang="zh-CN" altLang="en-US" sz="2100" kern="100" dirty="0">
                    <a:latin typeface="Cambria Math" panose="02040503050406030204" pitchFamily="18" charset="0"/>
                    <a:cs typeface="Times New Roman" panose="02020603050405020304" pitchFamily="18" charset="0"/>
                  </a:rPr>
                  <a:t>      </a:t>
                </a:r>
                <a:endParaRPr lang="en-US" altLang="zh-CN" sz="2100" kern="100" dirty="0">
                  <a:latin typeface="Cambria Math" panose="020405030504060302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lnSpc>
                    <a:spcPct val="100000"/>
                  </a:lnSpc>
                  <a:buNone/>
                </a:pPr>
                <a:endParaRPr lang="en-US" altLang="zh-CN" sz="2100" kern="100" dirty="0">
                  <a:latin typeface="Cambria Math" panose="020405030504060302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4" name="内容占位符 2">
                <a:extLst>
                  <a:ext uri="{FF2B5EF4-FFF2-40B4-BE49-F238E27FC236}">
                    <a16:creationId xmlns:a16="http://schemas.microsoft.com/office/drawing/2014/main" id="{55CDE8FD-2E32-E8D0-A305-3E495F401DF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81655" y="1552575"/>
                <a:ext cx="8780690" cy="5192486"/>
              </a:xfrm>
              <a:blipFill>
                <a:blip r:embed="rId2"/>
                <a:stretch>
                  <a:fillRect l="-867" t="-122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文本框 2">
                <a:extLst>
                  <a:ext uri="{FF2B5EF4-FFF2-40B4-BE49-F238E27FC236}">
                    <a16:creationId xmlns:a16="http://schemas.microsoft.com/office/drawing/2014/main" id="{5BF58225-4B6B-83C4-99E7-A162638451D1}"/>
                  </a:ext>
                </a:extLst>
              </p:cNvPr>
              <p:cNvSpPr txBox="1"/>
              <p:nvPr/>
            </p:nvSpPr>
            <p:spPr>
              <a:xfrm>
                <a:off x="2186940" y="313460"/>
                <a:ext cx="4572000" cy="70788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zh-CN" altLang="en-US" sz="400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STXinwei" panose="02010800040101010101" pitchFamily="2" charset="-122"/>
                        </a:rPr>
                        <m:t>相关系数</m:t>
                      </m:r>
                      <m:r>
                        <m:rPr>
                          <m:nor/>
                        </m:rPr>
                        <a:rPr kumimoji="1" lang="zh-CN" altLang="en-US" sz="4000" i="0" smtClean="0">
                          <a:solidFill>
                            <a:srgbClr val="FF0000"/>
                          </a:solidFill>
                          <a:latin typeface="STXinwei" panose="02010800040101010101" pitchFamily="2" charset="-122"/>
                          <a:ea typeface="STXinwei" panose="02010800040101010101" pitchFamily="2" charset="-122"/>
                        </a:rPr>
                        <m:t>的</m:t>
                      </m:r>
                      <m:r>
                        <a:rPr kumimoji="1" lang="zh-CN" altLang="en-US" sz="4000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STXinwei" panose="02010800040101010101" pitchFamily="2" charset="-122"/>
                        </a:rPr>
                        <m:t>意义</m:t>
                      </m:r>
                    </m:oMath>
                  </m:oMathPara>
                </a14:m>
                <a:endParaRPr lang="zh-CN" altLang="en-US" sz="4000" dirty="0">
                  <a:solidFill>
                    <a:srgbClr val="FF0000"/>
                  </a:solidFill>
                  <a:latin typeface="STXinwei" panose="02010800040101010101" pitchFamily="2" charset="-122"/>
                  <a:ea typeface="STXinwei" panose="02010800040101010101" pitchFamily="2" charset="-122"/>
                </a:endParaRPr>
              </a:p>
            </p:txBody>
          </p:sp>
        </mc:Choice>
        <mc:Fallback xmlns="">
          <p:sp>
            <p:nvSpPr>
              <p:cNvPr id="3" name="文本框 2">
                <a:extLst>
                  <a:ext uri="{FF2B5EF4-FFF2-40B4-BE49-F238E27FC236}">
                    <a16:creationId xmlns:a16="http://schemas.microsoft.com/office/drawing/2014/main" id="{5BF58225-4B6B-83C4-99E7-A162638451D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86940" y="313460"/>
                <a:ext cx="4572000" cy="707886"/>
              </a:xfrm>
              <a:prstGeom prst="rect">
                <a:avLst/>
              </a:prstGeom>
              <a:blipFill>
                <a:blip r:embed="rId3"/>
                <a:stretch>
                  <a:fillRect b="-1228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" name="直线连接符 1">
            <a:extLst>
              <a:ext uri="{FF2B5EF4-FFF2-40B4-BE49-F238E27FC236}">
                <a16:creationId xmlns:a16="http://schemas.microsoft.com/office/drawing/2014/main" id="{89067296-56AF-ADF2-B701-9F2B9E5F9CF2}"/>
              </a:ext>
            </a:extLst>
          </p:cNvPr>
          <p:cNvCxnSpPr/>
          <p:nvPr/>
        </p:nvCxnSpPr>
        <p:spPr>
          <a:xfrm>
            <a:off x="0" y="1082842"/>
            <a:ext cx="9144000" cy="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663801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4" name="内容占位符 2">
                <a:extLst>
                  <a:ext uri="{FF2B5EF4-FFF2-40B4-BE49-F238E27FC236}">
                    <a16:creationId xmlns:a16="http://schemas.microsoft.com/office/drawing/2014/main" id="{97C2BDF8-51E9-5D1B-9082-E86FA307EDC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363310" y="1352054"/>
                <a:ext cx="8780690" cy="5192486"/>
              </a:xfrm>
            </p:spPr>
            <p:txBody>
              <a:bodyPr>
                <a:noAutofit/>
              </a:bodyPr>
              <a:lstStyle/>
              <a:p>
                <a:pPr marL="0" indent="0">
                  <a:lnSpc>
                    <a:spcPct val="100000"/>
                  </a:lnSpc>
                  <a:buNone/>
                </a:pPr>
                <a:r>
                  <a:rPr lang="en-US" altLang="zh-CN" sz="2200" kern="100" dirty="0">
                    <a:latin typeface="Cambria Math" panose="020405030504060302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zh-CN" altLang="en-US" sz="2200" kern="100" dirty="0">
                    <a:latin typeface="Cambria Math" panose="02040503050406030204" pitchFamily="18" charset="0"/>
                    <a:cs typeface="Times New Roman" panose="02020603050405020304" pitchFamily="18" charset="0"/>
                  </a:rPr>
                  <a:t>设</a:t>
                </a:r>
                <a14:m>
                  <m:oMath xmlns:m="http://schemas.openxmlformats.org/officeDocument/2006/math">
                    <m:r>
                      <a:rPr lang="en-US" altLang="zh-CN" sz="2200" i="1" kern="100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(</m:t>
                    </m:r>
                    <m:r>
                      <a:rPr lang="en-US" altLang="zh-CN" sz="2200" i="1" kern="100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𝑋</m:t>
                    </m:r>
                    <m:r>
                      <a:rPr lang="en-US" altLang="zh-CN" sz="2200" i="1" kern="100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, </m:t>
                    </m:r>
                    <m:r>
                      <a:rPr lang="en-US" altLang="zh-CN" sz="2200" i="1" kern="100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𝑌</m:t>
                    </m:r>
                    <m:r>
                      <a:rPr lang="en-US" altLang="zh-CN" sz="2200" i="1" kern="100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)</m:t>
                    </m:r>
                  </m:oMath>
                </a14:m>
                <a:r>
                  <a:rPr lang="zh-CN" altLang="en-US" sz="2200" kern="100" dirty="0">
                    <a:latin typeface="Cambria Math" panose="02040503050406030204" pitchFamily="18" charset="0"/>
                    <a:cs typeface="Times New Roman" panose="02020603050405020304" pitchFamily="18" charset="0"/>
                  </a:rPr>
                  <a:t>的分布律为</a:t>
                </a:r>
                <a:endParaRPr lang="en-US" altLang="zh-CN" sz="2200" kern="100" dirty="0">
                  <a:latin typeface="Cambria Math" panose="020405030504060302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lnSpc>
                    <a:spcPct val="100000"/>
                  </a:lnSpc>
                  <a:buNone/>
                </a:pPr>
                <a:endParaRPr lang="en-US" altLang="zh-CN" sz="2200" kern="100" dirty="0">
                  <a:latin typeface="Cambria Math" panose="020405030504060302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lnSpc>
                    <a:spcPct val="100000"/>
                  </a:lnSpc>
                  <a:buNone/>
                </a:pPr>
                <a:endParaRPr lang="en-US" altLang="zh-CN" sz="2200" kern="100" dirty="0">
                  <a:latin typeface="Cambria Math" panose="020405030504060302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lnSpc>
                    <a:spcPct val="100000"/>
                  </a:lnSpc>
                  <a:buNone/>
                </a:pPr>
                <a:endParaRPr lang="en-US" altLang="zh-CN" sz="2200" kern="100" dirty="0">
                  <a:latin typeface="Cambria Math" panose="020405030504060302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lnSpc>
                    <a:spcPct val="100000"/>
                  </a:lnSpc>
                  <a:buNone/>
                </a:pPr>
                <a:endParaRPr lang="en-US" altLang="zh-CN" sz="2200" kern="100" dirty="0">
                  <a:latin typeface="Cambria Math" panose="020405030504060302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lnSpc>
                    <a:spcPct val="100000"/>
                  </a:lnSpc>
                  <a:buNone/>
                </a:pPr>
                <a:r>
                  <a:rPr lang="en-US" altLang="zh-CN" sz="2200" kern="100" dirty="0">
                    <a:latin typeface="Cambria Math" panose="02040503050406030204" pitchFamily="18" charset="0"/>
                    <a:cs typeface="Times New Roman" panose="02020603050405020304" pitchFamily="18" charset="0"/>
                  </a:rPr>
                  <a:t>1) </a:t>
                </a:r>
                <a:r>
                  <a:rPr lang="zh-CN" altLang="en-US" sz="2200" kern="100" dirty="0">
                    <a:latin typeface="Cambria Math" panose="02040503050406030204" pitchFamily="18" charset="0"/>
                    <a:cs typeface="Times New Roman" panose="02020603050405020304" pitchFamily="18" charset="0"/>
                  </a:rPr>
                  <a:t>计算相关系数，</a:t>
                </a:r>
                <a:r>
                  <a:rPr lang="en-US" altLang="zh-CN" sz="2200" kern="100" dirty="0">
                    <a:latin typeface="Cambria Math" panose="02040503050406030204" pitchFamily="18" charset="0"/>
                    <a:cs typeface="Times New Roman" panose="02020603050405020304" pitchFamily="18" charset="0"/>
                  </a:rPr>
                  <a:t>2) </a:t>
                </a:r>
                <a:r>
                  <a:rPr lang="zh-CN" altLang="en-US" sz="2200" kern="100" dirty="0">
                    <a:latin typeface="Cambria Math" panose="02040503050406030204" pitchFamily="18" charset="0"/>
                    <a:cs typeface="Times New Roman" panose="02020603050405020304" pitchFamily="18" charset="0"/>
                  </a:rPr>
                  <a:t>判断是否独立</a:t>
                </a:r>
                <a:endParaRPr lang="en-US" altLang="zh-CN" sz="2200" kern="100" dirty="0">
                  <a:latin typeface="Cambria Math" panose="020405030504060302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lnSpc>
                    <a:spcPct val="100000"/>
                  </a:lnSpc>
                  <a:buNone/>
                </a:pPr>
                <a:r>
                  <a:rPr lang="zh-CN" altLang="en-US" sz="2200" kern="100" dirty="0">
                    <a:latin typeface="Cambria Math" panose="02040503050406030204" pitchFamily="18" charset="0"/>
                    <a:cs typeface="Times New Roman" panose="02020603050405020304" pitchFamily="18" charset="0"/>
                  </a:rPr>
                  <a:t>易知</a:t>
                </a:r>
                <a14:m>
                  <m:oMath xmlns:m="http://schemas.openxmlformats.org/officeDocument/2006/math">
                    <m:r>
                      <a:rPr lang="en-US" altLang="zh-CN" sz="2200" i="1" kern="100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𝐸</m:t>
                    </m:r>
                    <m:r>
                      <a:rPr lang="en-US" altLang="zh-CN" sz="2200" i="1" kern="100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(</m:t>
                    </m:r>
                    <m:r>
                      <a:rPr lang="en-US" altLang="zh-CN" sz="2200" i="1" kern="100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𝑋</m:t>
                    </m:r>
                    <m:r>
                      <a:rPr lang="en-US" altLang="zh-CN" sz="2200" i="1" kern="100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)=0, </m:t>
                    </m:r>
                    <m:r>
                      <a:rPr lang="en-US" altLang="zh-CN" sz="2200" i="1" kern="100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𝐸</m:t>
                    </m:r>
                    <m:r>
                      <a:rPr lang="en-US" altLang="zh-CN" sz="2200" i="1" kern="100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(</m:t>
                    </m:r>
                    <m:r>
                      <a:rPr lang="en-US" altLang="zh-CN" sz="2200" i="1" kern="100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𝑌</m:t>
                    </m:r>
                    <m:r>
                      <a:rPr lang="en-US" altLang="zh-CN" sz="2200" i="1" kern="100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)=5/2,</m:t>
                    </m:r>
                    <m:r>
                      <a:rPr lang="en-US" altLang="zh-CN" sz="2200" i="1" kern="100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𝐸</m:t>
                    </m:r>
                    <m:r>
                      <a:rPr lang="en-US" altLang="zh-CN" sz="2200" i="1" kern="100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(</m:t>
                    </m:r>
                    <m:r>
                      <a:rPr lang="en-US" altLang="zh-CN" sz="2200" i="1" kern="100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𝑋𝑌</m:t>
                    </m:r>
                    <m:r>
                      <a:rPr lang="en-US" altLang="zh-CN" sz="2200" i="1" kern="100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)=0</m:t>
                    </m:r>
                  </m:oMath>
                </a14:m>
                <a:r>
                  <a:rPr lang="en-US" altLang="zh-CN" sz="2200" kern="100" dirty="0">
                    <a:latin typeface="Cambria Math" panose="02040503050406030204" pitchFamily="18" charset="0"/>
                    <a:cs typeface="Times New Roman" panose="02020603050405020304" pitchFamily="18" charset="0"/>
                  </a:rPr>
                  <a:t>, </a:t>
                </a:r>
                <a:r>
                  <a:rPr lang="zh-CN" altLang="en-US" sz="2200" kern="100" dirty="0">
                    <a:latin typeface="Cambria Math" panose="02040503050406030204" pitchFamily="18" charset="0"/>
                    <a:cs typeface="Times New Roman" panose="02020603050405020304" pitchFamily="18" charset="0"/>
                  </a:rPr>
                  <a:t>于是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sz="2200" i="1" kern="100"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sz="2200" kern="100"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𝜌</m:t>
                        </m:r>
                      </m:e>
                      <m:sub>
                        <m:r>
                          <a:rPr lang="en-US" altLang="zh-CN" sz="2200" kern="100"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𝑥𝑦</m:t>
                        </m:r>
                      </m:sub>
                    </m:sSub>
                  </m:oMath>
                </a14:m>
                <a:r>
                  <a:rPr lang="en-US" altLang="zh-CN" sz="2200" kern="100" dirty="0">
                    <a:latin typeface="Cambria Math" panose="02040503050406030204" pitchFamily="18" charset="0"/>
                    <a:cs typeface="Times New Roman" panose="02020603050405020304" pitchFamily="18" charset="0"/>
                  </a:rPr>
                  <a:t>=0</a:t>
                </a:r>
                <a:r>
                  <a:rPr lang="zh-CN" altLang="en-US" sz="2200" kern="100" dirty="0">
                    <a:latin typeface="Cambria Math" panose="02040503050406030204" pitchFamily="18" charset="0"/>
                    <a:cs typeface="Times New Roman" panose="02020603050405020304" pitchFamily="18" charset="0"/>
                  </a:rPr>
                  <a:t>，</a:t>
                </a:r>
                <a14:m>
                  <m:oMath xmlns:m="http://schemas.openxmlformats.org/officeDocument/2006/math">
                    <m:r>
                      <a:rPr lang="en-US" altLang="zh-CN" sz="2200" i="1" kern="100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𝑋</m:t>
                    </m:r>
                    <m:r>
                      <a:rPr lang="en-US" altLang="zh-CN" sz="2200" i="1" kern="100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, </m:t>
                    </m:r>
                    <m:r>
                      <a:rPr lang="en-US" altLang="zh-CN" sz="2200" i="1" kern="100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𝑌</m:t>
                    </m:r>
                  </m:oMath>
                </a14:m>
                <a:r>
                  <a:rPr lang="zh-CN" altLang="en-US" sz="2200" kern="100" dirty="0">
                    <a:latin typeface="Cambria Math" panose="02040503050406030204" pitchFamily="18" charset="0"/>
                    <a:cs typeface="Times New Roman" panose="02020603050405020304" pitchFamily="18" charset="0"/>
                  </a:rPr>
                  <a:t>不相关。</a:t>
                </a:r>
                <a:endParaRPr lang="en-US" altLang="zh-CN" sz="2200" kern="100" dirty="0">
                  <a:latin typeface="Cambria Math" panose="020405030504060302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lnSpc>
                    <a:spcPct val="100000"/>
                  </a:lnSpc>
                  <a:buNone/>
                </a:pPr>
                <a:r>
                  <a:rPr lang="zh-CN" altLang="en-US" sz="2200" kern="100" dirty="0">
                    <a:solidFill>
                      <a:srgbClr val="FF0000"/>
                    </a:solidFill>
                    <a:latin typeface="Cambria Math" panose="02040503050406030204" pitchFamily="18" charset="0"/>
                    <a:cs typeface="Times New Roman" panose="02020603050405020304" pitchFamily="18" charset="0"/>
                  </a:rPr>
                  <a:t>这表示</a:t>
                </a:r>
                <a14:m>
                  <m:oMath xmlns:m="http://schemas.openxmlformats.org/officeDocument/2006/math">
                    <m:r>
                      <a:rPr lang="en-US" altLang="zh-CN" sz="2200" i="1" kern="100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𝑋</m:t>
                    </m:r>
                    <m:r>
                      <a:rPr lang="en-US" altLang="zh-CN" sz="2200" i="1" kern="100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, </m:t>
                    </m:r>
                    <m:r>
                      <a:rPr lang="en-US" altLang="zh-CN" sz="2200" i="1" kern="100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𝑌</m:t>
                    </m:r>
                  </m:oMath>
                </a14:m>
                <a:r>
                  <a:rPr lang="zh-CN" altLang="en-US" sz="2200" kern="100" dirty="0">
                    <a:solidFill>
                      <a:srgbClr val="FF0000"/>
                    </a:solidFill>
                    <a:latin typeface="Cambria Math" panose="02040503050406030204" pitchFamily="18" charset="0"/>
                    <a:cs typeface="Times New Roman" panose="02020603050405020304" pitchFamily="18" charset="0"/>
                  </a:rPr>
                  <a:t>不存在线性关系。</a:t>
                </a:r>
                <a:endParaRPr lang="en-US" altLang="zh-CN" sz="2200" kern="100" dirty="0">
                  <a:solidFill>
                    <a:srgbClr val="FF0000"/>
                  </a:solidFill>
                  <a:latin typeface="Cambria Math" panose="020405030504060302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lnSpc>
                    <a:spcPct val="100000"/>
                  </a:lnSpc>
                  <a:buNone/>
                </a:pPr>
                <a:r>
                  <a:rPr lang="en-US" altLang="zh-CN" sz="2200" kern="100" dirty="0">
                    <a:latin typeface="Cambria Math" panose="02040503050406030204" pitchFamily="18" charset="0"/>
                    <a:cs typeface="Times New Roman" panose="02020603050405020304" pitchFamily="18" charset="0"/>
                  </a:rPr>
                  <a:t>2) </a:t>
                </a:r>
                <a14:m>
                  <m:oMath xmlns:m="http://schemas.openxmlformats.org/officeDocument/2006/math">
                    <m:r>
                      <a:rPr lang="en-US" altLang="zh-CN" sz="2200" kern="100"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𝑃</m:t>
                    </m:r>
                    <m:r>
                      <a:rPr lang="en-US" altLang="zh-CN" sz="2200" kern="100"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{</m:t>
                    </m:r>
                    <m:r>
                      <a:rPr lang="en-US" altLang="zh-CN" sz="2200" kern="100"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𝑋</m:t>
                    </m:r>
                    <m:r>
                      <a:rPr lang="en-US" altLang="zh-CN" sz="2200" kern="100"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=−2,</m:t>
                    </m:r>
                    <m:r>
                      <a:rPr lang="en-US" altLang="zh-CN" sz="2200" kern="100"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𝑌</m:t>
                    </m:r>
                    <m:r>
                      <a:rPr lang="en-US" altLang="zh-CN" sz="2200" kern="100"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=1}=0≠</m:t>
                    </m:r>
                    <m:r>
                      <a:rPr lang="en-US" altLang="zh-CN" sz="2200" kern="100"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𝑃</m:t>
                    </m:r>
                    <m:r>
                      <a:rPr lang="en-US" altLang="zh-CN" sz="2200" kern="100"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{</m:t>
                    </m:r>
                    <m:r>
                      <a:rPr lang="en-US" altLang="zh-CN" sz="2200" kern="100"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𝑋</m:t>
                    </m:r>
                    <m:r>
                      <a:rPr lang="en-US" altLang="zh-CN" sz="2200" kern="100"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=−2}</m:t>
                    </m:r>
                    <m:r>
                      <a:rPr lang="en-US" altLang="zh-CN" sz="2200" kern="100"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𝑃</m:t>
                    </m:r>
                    <m:r>
                      <a:rPr lang="en-US" altLang="zh-CN" sz="2200" kern="100"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{</m:t>
                    </m:r>
                    <m:r>
                      <a:rPr lang="en-US" altLang="zh-CN" sz="2200" kern="100"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𝑌</m:t>
                    </m:r>
                    <m:r>
                      <a:rPr lang="en-US" altLang="zh-CN" sz="2200" kern="100"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=1}</m:t>
                    </m:r>
                  </m:oMath>
                </a14:m>
                <a:r>
                  <a:rPr lang="zh-CN" altLang="en-US" sz="2200" kern="100" dirty="0">
                    <a:latin typeface="Cambria Math" panose="02040503050406030204" pitchFamily="18" charset="0"/>
                    <a:cs typeface="Times New Roman" panose="02020603050405020304" pitchFamily="18" charset="0"/>
                  </a:rPr>
                  <a:t>，</a:t>
                </a:r>
                <a:r>
                  <a:rPr lang="zh-CN" altLang="en-US" sz="2200" kern="100" dirty="0">
                    <a:solidFill>
                      <a:srgbClr val="FF0000"/>
                    </a:solidFill>
                    <a:latin typeface="Cambria Math" panose="02040503050406030204" pitchFamily="18" charset="0"/>
                    <a:cs typeface="Times New Roman" panose="02020603050405020304" pitchFamily="18" charset="0"/>
                  </a:rPr>
                  <a:t>知</a:t>
                </a:r>
                <a14:m>
                  <m:oMath xmlns:m="http://schemas.openxmlformats.org/officeDocument/2006/math">
                    <m:r>
                      <a:rPr lang="en-US" altLang="zh-CN" sz="2200" i="1" kern="100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𝑋</m:t>
                    </m:r>
                    <m:r>
                      <a:rPr lang="en-US" altLang="zh-CN" sz="2200" i="1" kern="100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, </m:t>
                    </m:r>
                    <m:r>
                      <a:rPr lang="en-US" altLang="zh-CN" sz="2200" i="1" kern="100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𝑌</m:t>
                    </m:r>
                  </m:oMath>
                </a14:m>
                <a:r>
                  <a:rPr lang="zh-CN" altLang="en-US" sz="2200" kern="100" dirty="0">
                    <a:solidFill>
                      <a:srgbClr val="FF0000"/>
                    </a:solidFill>
                    <a:latin typeface="Cambria Math" panose="02040503050406030204" pitchFamily="18" charset="0"/>
                    <a:cs typeface="Times New Roman" panose="02020603050405020304" pitchFamily="18" charset="0"/>
                  </a:rPr>
                  <a:t>不相互独立，存在某种关系。</a:t>
                </a:r>
                <a:endParaRPr lang="en-US" altLang="zh-CN" sz="2200" kern="100" dirty="0">
                  <a:latin typeface="Cambria Math" panose="020405030504060302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lnSpc>
                    <a:spcPct val="100000"/>
                  </a:lnSpc>
                  <a:buNone/>
                </a:pPr>
                <a:endParaRPr lang="en-US" altLang="zh-CN" sz="2200" kern="100" dirty="0">
                  <a:latin typeface="Cambria Math" panose="020405030504060302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lnSpc>
                    <a:spcPct val="100000"/>
                  </a:lnSpc>
                  <a:buNone/>
                </a:pPr>
                <a:r>
                  <a:rPr lang="zh-CN" altLang="en-US" sz="2200" kern="100" dirty="0">
                    <a:latin typeface="Cambria Math" panose="02040503050406030204" pitchFamily="18" charset="0"/>
                    <a:cs typeface="Times New Roman" panose="02020603050405020304" pitchFamily="18" charset="0"/>
                  </a:rPr>
                  <a:t>事实上，</a:t>
                </a:r>
                <a:r>
                  <a:rPr lang="en-US" altLang="zh-CN" sz="2200" kern="100" dirty="0"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sz="2200" i="1" kern="100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𝑋</m:t>
                    </m:r>
                    <m:r>
                      <a:rPr lang="en-US" altLang="zh-CN" sz="2200" i="1" kern="100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, </m:t>
                    </m:r>
                    <m:r>
                      <a:rPr lang="en-US" altLang="zh-CN" sz="2200" i="1" kern="100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𝑌</m:t>
                    </m:r>
                  </m:oMath>
                </a14:m>
                <a:r>
                  <a:rPr lang="zh-CN" altLang="en-US" sz="2200" kern="100" dirty="0">
                    <a:latin typeface="Cambria Math" panose="02040503050406030204" pitchFamily="18" charset="0"/>
                    <a:cs typeface="Times New Roman" panose="02020603050405020304" pitchFamily="18" charset="0"/>
                  </a:rPr>
                  <a:t>具有关系：</a:t>
                </a:r>
                <a:r>
                  <a:rPr lang="en-US" altLang="zh-CN" sz="2200" kern="100" dirty="0">
                    <a:latin typeface="Cambria Math" panose="020405030504060302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sz="2200" kern="100"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𝑌</m:t>
                    </m:r>
                    <m:r>
                      <a:rPr lang="en-US" altLang="zh-CN" sz="2200" kern="100"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=</m:t>
                    </m:r>
                    <m:sSup>
                      <m:sSupPr>
                        <m:ctrlPr>
                          <a:rPr lang="zh-CN" altLang="zh-CN" sz="2200" i="1" kern="100"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altLang="zh-CN" sz="2200" kern="100"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𝑋</m:t>
                        </m:r>
                      </m:e>
                      <m:sup>
                        <m:r>
                          <a:rPr lang="en-US" altLang="zh-CN" sz="2200" kern="100"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2</m:t>
                        </m:r>
                      </m:sup>
                    </m:sSup>
                    <m:r>
                      <a:rPr lang="en-US" altLang="zh-CN" sz="2200" kern="100"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,</m:t>
                    </m:r>
                    <m:r>
                      <a:rPr lang="zh-CN" altLang="en-US" sz="2200" b="0" i="0" kern="100" smtClean="0"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  </m:t>
                    </m:r>
                    <m:r>
                      <a:rPr lang="en-US" altLang="zh-CN" sz="2200" kern="100"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𝑌</m:t>
                    </m:r>
                  </m:oMath>
                </a14:m>
                <a:r>
                  <a:rPr lang="zh-CN" altLang="en-US" sz="2200" kern="100" dirty="0">
                    <a:latin typeface="Cambria Math" panose="02040503050406030204" pitchFamily="18" charset="0"/>
                    <a:cs typeface="Times New Roman" panose="02020603050405020304" pitchFamily="18" charset="0"/>
                  </a:rPr>
                  <a:t>的值完全可由</a:t>
                </a:r>
                <a14:m>
                  <m:oMath xmlns:m="http://schemas.openxmlformats.org/officeDocument/2006/math">
                    <m:r>
                      <a:rPr lang="en-US" altLang="zh-CN" sz="2200" i="1" kern="100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𝑋</m:t>
                    </m:r>
                  </m:oMath>
                </a14:m>
                <a:r>
                  <a:rPr lang="zh-CN" altLang="en-US" sz="2200" kern="100" dirty="0">
                    <a:latin typeface="Cambria Math" panose="02040503050406030204" pitchFamily="18" charset="0"/>
                    <a:cs typeface="Times New Roman" panose="02020603050405020304" pitchFamily="18" charset="0"/>
                  </a:rPr>
                  <a:t>的值所确定</a:t>
                </a:r>
                <a:endParaRPr lang="zh-CN" altLang="zh-CN" sz="2200" kern="100" dirty="0">
                  <a:latin typeface="Cambria Math" panose="020405030504060302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lnSpc>
                    <a:spcPct val="100000"/>
                  </a:lnSpc>
                  <a:buNone/>
                </a:pPr>
                <a:endParaRPr lang="en-US" altLang="zh-CN" sz="2200" kern="100" dirty="0">
                  <a:latin typeface="Cambria Math" panose="020405030504060302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4" name="内容占位符 2">
                <a:extLst>
                  <a:ext uri="{FF2B5EF4-FFF2-40B4-BE49-F238E27FC236}">
                    <a16:creationId xmlns:a16="http://schemas.microsoft.com/office/drawing/2014/main" id="{97C2BDF8-51E9-5D1B-9082-E86FA307EDC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63310" y="1352054"/>
                <a:ext cx="8780690" cy="5192486"/>
              </a:xfrm>
              <a:blipFill>
                <a:blip r:embed="rId2"/>
                <a:stretch>
                  <a:fillRect l="-867" t="-1220" b="-609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2" name="表格 2">
                <a:extLst>
                  <a:ext uri="{FF2B5EF4-FFF2-40B4-BE49-F238E27FC236}">
                    <a16:creationId xmlns:a16="http://schemas.microsoft.com/office/drawing/2014/main" id="{1D333AD5-1725-77E4-536A-2C9C2B00D4A1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182113035"/>
                  </p:ext>
                </p:extLst>
              </p:nvPr>
            </p:nvGraphicFramePr>
            <p:xfrm>
              <a:off x="1294549" y="1945640"/>
              <a:ext cx="6554904" cy="148336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092484">
                      <a:extLst>
                        <a:ext uri="{9D8B030D-6E8A-4147-A177-3AD203B41FA5}">
                          <a16:colId xmlns:a16="http://schemas.microsoft.com/office/drawing/2014/main" val="2076953552"/>
                        </a:ext>
                      </a:extLst>
                    </a:gridCol>
                    <a:gridCol w="1092484">
                      <a:extLst>
                        <a:ext uri="{9D8B030D-6E8A-4147-A177-3AD203B41FA5}">
                          <a16:colId xmlns:a16="http://schemas.microsoft.com/office/drawing/2014/main" val="822950794"/>
                        </a:ext>
                      </a:extLst>
                    </a:gridCol>
                    <a:gridCol w="1092484">
                      <a:extLst>
                        <a:ext uri="{9D8B030D-6E8A-4147-A177-3AD203B41FA5}">
                          <a16:colId xmlns:a16="http://schemas.microsoft.com/office/drawing/2014/main" val="1066881906"/>
                        </a:ext>
                      </a:extLst>
                    </a:gridCol>
                    <a:gridCol w="1092484">
                      <a:extLst>
                        <a:ext uri="{9D8B030D-6E8A-4147-A177-3AD203B41FA5}">
                          <a16:colId xmlns:a16="http://schemas.microsoft.com/office/drawing/2014/main" val="2148077728"/>
                        </a:ext>
                      </a:extLst>
                    </a:gridCol>
                    <a:gridCol w="1092484">
                      <a:extLst>
                        <a:ext uri="{9D8B030D-6E8A-4147-A177-3AD203B41FA5}">
                          <a16:colId xmlns:a16="http://schemas.microsoft.com/office/drawing/2014/main" val="4004989707"/>
                        </a:ext>
                      </a:extLst>
                    </a:gridCol>
                    <a:gridCol w="1092484">
                      <a:extLst>
                        <a:ext uri="{9D8B030D-6E8A-4147-A177-3AD203B41FA5}">
                          <a16:colId xmlns:a16="http://schemas.microsoft.com/office/drawing/2014/main" val="2030703328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endParaRPr lang="zh-CN" alt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-2</a:t>
                          </a:r>
                          <a:endParaRPr lang="zh-CN" altLang="en-US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-1</a:t>
                          </a:r>
                          <a:endParaRPr lang="zh-CN" altLang="en-US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</a:t>
                          </a:r>
                          <a:endParaRPr lang="zh-CN" altLang="en-US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2</a:t>
                          </a:r>
                          <a:endParaRPr lang="zh-CN" altLang="en-US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CN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𝑃</m:t>
                                </m:r>
                                <m:r>
                                  <a:rPr lang="en-US" altLang="zh-CN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{</m:t>
                                </m:r>
                                <m:r>
                                  <a:rPr lang="en-US" altLang="zh-CN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𝑌</m:t>
                                </m:r>
                                <m:r>
                                  <a:rPr lang="en-US" altLang="zh-CN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=</m:t>
                                </m:r>
                                <m:r>
                                  <a:rPr lang="en-US" altLang="zh-CN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𝑗</m:t>
                                </m:r>
                                <m:r>
                                  <a:rPr lang="en-US" altLang="zh-CN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}</m:t>
                                </m:r>
                              </m:oMath>
                            </m:oMathPara>
                          </a14:m>
                          <a:endParaRPr lang="zh-CN" altLang="en-US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83293231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b="1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</a:t>
                          </a:r>
                          <a:endParaRPr lang="zh-CN" altLang="en-US" b="1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</a:t>
                          </a:r>
                          <a:endParaRPr lang="zh-CN" altLang="en-US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1/4</a:t>
                          </a:r>
                          <a:endParaRPr lang="zh-CN" altLang="en-US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1/4</a:t>
                          </a:r>
                          <a:endParaRPr lang="zh-CN" altLang="en-US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</a:t>
                          </a:r>
                          <a:endParaRPr lang="zh-CN" altLang="en-US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1/2</a:t>
                          </a:r>
                          <a:endParaRPr lang="zh-CN" altLang="en-US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46779622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b="1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4</a:t>
                          </a:r>
                          <a:endParaRPr lang="zh-CN" altLang="en-US" b="1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1/4</a:t>
                          </a:r>
                          <a:endParaRPr lang="zh-CN" altLang="en-US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</a:t>
                          </a:r>
                          <a:endParaRPr lang="zh-CN" altLang="en-US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</a:t>
                          </a:r>
                          <a:endParaRPr lang="zh-CN" altLang="en-US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1/4</a:t>
                          </a:r>
                          <a:endParaRPr lang="zh-CN" altLang="en-US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1/2</a:t>
                          </a:r>
                          <a:endParaRPr lang="zh-CN" altLang="en-US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931395862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CN" b="1" i="1" dirty="0" smtClean="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𝑷</m:t>
                                </m:r>
                                <m:r>
                                  <a:rPr lang="en-US" altLang="zh-CN" b="1" i="1" dirty="0" smtClean="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{</m:t>
                                </m:r>
                                <m:r>
                                  <a:rPr lang="en-US" altLang="zh-CN" b="1" i="1" dirty="0" smtClean="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𝑿</m:t>
                                </m:r>
                                <m:r>
                                  <a:rPr lang="en-US" altLang="zh-CN" b="1" i="1" dirty="0" smtClean="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=</m:t>
                                </m:r>
                                <m:r>
                                  <a:rPr lang="en-US" altLang="zh-CN" b="1" i="1" dirty="0" err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𝒊</m:t>
                                </m:r>
                                <m:r>
                                  <a:rPr lang="en-US" altLang="zh-CN" b="1" i="1" dirty="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}</m:t>
                                </m:r>
                              </m:oMath>
                            </m:oMathPara>
                          </a14:m>
                          <a:endParaRPr lang="zh-CN" altLang="en-US" b="1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1/4</a:t>
                          </a:r>
                          <a:endParaRPr lang="zh-CN" altLang="en-US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CN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1/4</a:t>
                          </a:r>
                          <a:endParaRPr lang="zh-CN" altLang="en-US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CN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1/4</a:t>
                          </a:r>
                          <a:endParaRPr lang="zh-CN" altLang="en-US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CN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1/4</a:t>
                          </a:r>
                          <a:endParaRPr lang="zh-CN" altLang="en-US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</a:t>
                          </a:r>
                          <a:endParaRPr lang="zh-CN" altLang="en-US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70834061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2" name="表格 2">
                <a:extLst>
                  <a:ext uri="{FF2B5EF4-FFF2-40B4-BE49-F238E27FC236}">
                    <a16:creationId xmlns:a16="http://schemas.microsoft.com/office/drawing/2014/main" id="{1D333AD5-1725-77E4-536A-2C9C2B00D4A1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182113035"/>
                  </p:ext>
                </p:extLst>
              </p:nvPr>
            </p:nvGraphicFramePr>
            <p:xfrm>
              <a:off x="1294549" y="1945640"/>
              <a:ext cx="6554904" cy="148336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092484">
                      <a:extLst>
                        <a:ext uri="{9D8B030D-6E8A-4147-A177-3AD203B41FA5}">
                          <a16:colId xmlns:a16="http://schemas.microsoft.com/office/drawing/2014/main" val="2076953552"/>
                        </a:ext>
                      </a:extLst>
                    </a:gridCol>
                    <a:gridCol w="1092484">
                      <a:extLst>
                        <a:ext uri="{9D8B030D-6E8A-4147-A177-3AD203B41FA5}">
                          <a16:colId xmlns:a16="http://schemas.microsoft.com/office/drawing/2014/main" val="822950794"/>
                        </a:ext>
                      </a:extLst>
                    </a:gridCol>
                    <a:gridCol w="1092484">
                      <a:extLst>
                        <a:ext uri="{9D8B030D-6E8A-4147-A177-3AD203B41FA5}">
                          <a16:colId xmlns:a16="http://schemas.microsoft.com/office/drawing/2014/main" val="1066881906"/>
                        </a:ext>
                      </a:extLst>
                    </a:gridCol>
                    <a:gridCol w="1092484">
                      <a:extLst>
                        <a:ext uri="{9D8B030D-6E8A-4147-A177-3AD203B41FA5}">
                          <a16:colId xmlns:a16="http://schemas.microsoft.com/office/drawing/2014/main" val="2148077728"/>
                        </a:ext>
                      </a:extLst>
                    </a:gridCol>
                    <a:gridCol w="1092484">
                      <a:extLst>
                        <a:ext uri="{9D8B030D-6E8A-4147-A177-3AD203B41FA5}">
                          <a16:colId xmlns:a16="http://schemas.microsoft.com/office/drawing/2014/main" val="4004989707"/>
                        </a:ext>
                      </a:extLst>
                    </a:gridCol>
                    <a:gridCol w="1092484">
                      <a:extLst>
                        <a:ext uri="{9D8B030D-6E8A-4147-A177-3AD203B41FA5}">
                          <a16:colId xmlns:a16="http://schemas.microsoft.com/office/drawing/2014/main" val="2030703328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endParaRPr lang="zh-CN" alt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-2</a:t>
                          </a:r>
                          <a:endParaRPr lang="zh-CN" altLang="en-US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-1</a:t>
                          </a:r>
                          <a:endParaRPr lang="zh-CN" altLang="en-US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</a:t>
                          </a:r>
                          <a:endParaRPr lang="zh-CN" altLang="en-US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2</a:t>
                          </a:r>
                          <a:endParaRPr lang="zh-CN" altLang="en-US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"/>
                          <a:stretch>
                            <a:fillRect l="-502326" t="-6897" r="-1163" b="-327586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83293231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b="1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</a:t>
                          </a:r>
                          <a:endParaRPr lang="zh-CN" altLang="en-US" b="1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</a:t>
                          </a:r>
                          <a:endParaRPr lang="zh-CN" altLang="en-US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1/4</a:t>
                          </a:r>
                          <a:endParaRPr lang="zh-CN" altLang="en-US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1/4</a:t>
                          </a:r>
                          <a:endParaRPr lang="zh-CN" altLang="en-US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</a:t>
                          </a:r>
                          <a:endParaRPr lang="zh-CN" altLang="en-US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1/2</a:t>
                          </a:r>
                          <a:endParaRPr lang="zh-CN" altLang="en-US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46779622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b="1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4</a:t>
                          </a:r>
                          <a:endParaRPr lang="zh-CN" altLang="en-US" b="1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1/4</a:t>
                          </a:r>
                          <a:endParaRPr lang="zh-CN" altLang="en-US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</a:t>
                          </a:r>
                          <a:endParaRPr lang="zh-CN" altLang="en-US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</a:t>
                          </a:r>
                          <a:endParaRPr lang="zh-CN" altLang="en-US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1/4</a:t>
                          </a:r>
                          <a:endParaRPr lang="zh-CN" altLang="en-US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1/2</a:t>
                          </a:r>
                          <a:endParaRPr lang="zh-CN" altLang="en-US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931395862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"/>
                          <a:stretch>
                            <a:fillRect t="-310345" r="-503488" b="-2413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1/4</a:t>
                          </a:r>
                          <a:endParaRPr lang="zh-CN" altLang="en-US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CN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1/4</a:t>
                          </a:r>
                          <a:endParaRPr lang="zh-CN" altLang="en-US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CN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1/4</a:t>
                          </a:r>
                          <a:endParaRPr lang="zh-CN" altLang="en-US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CN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1/4</a:t>
                          </a:r>
                          <a:endParaRPr lang="zh-CN" altLang="en-US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</a:t>
                          </a:r>
                          <a:endParaRPr lang="zh-CN" altLang="en-US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70834061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文本框 2">
                <a:extLst>
                  <a:ext uri="{FF2B5EF4-FFF2-40B4-BE49-F238E27FC236}">
                    <a16:creationId xmlns:a16="http://schemas.microsoft.com/office/drawing/2014/main" id="{61596DA9-FE1C-6CCA-CE0C-BFB6880C3CE2}"/>
                  </a:ext>
                </a:extLst>
              </p:cNvPr>
              <p:cNvSpPr txBox="1"/>
              <p:nvPr/>
            </p:nvSpPr>
            <p:spPr>
              <a:xfrm>
                <a:off x="1924050" y="1850266"/>
                <a:ext cx="39709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i="1" dirty="0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𝑋</m:t>
                      </m:r>
                    </m:oMath>
                  </m:oMathPara>
                </a14:m>
                <a:endParaRPr lang="zh-CN" altLang="en-US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" name="文本框 2">
                <a:extLst>
                  <a:ext uri="{FF2B5EF4-FFF2-40B4-BE49-F238E27FC236}">
                    <a16:creationId xmlns:a16="http://schemas.microsoft.com/office/drawing/2014/main" id="{61596DA9-FE1C-6CCA-CE0C-BFB6880C3CE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24050" y="1850266"/>
                <a:ext cx="397096" cy="36933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文本框 6">
                <a:extLst>
                  <a:ext uri="{FF2B5EF4-FFF2-40B4-BE49-F238E27FC236}">
                    <a16:creationId xmlns:a16="http://schemas.microsoft.com/office/drawing/2014/main" id="{C85407E1-142D-BA43-B6F5-88C073D30DC2}"/>
                  </a:ext>
                </a:extLst>
              </p:cNvPr>
              <p:cNvSpPr txBox="1"/>
              <p:nvPr/>
            </p:nvSpPr>
            <p:spPr>
              <a:xfrm>
                <a:off x="1294549" y="2034932"/>
                <a:ext cx="387477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i="1" dirty="0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𝑌</m:t>
                      </m:r>
                    </m:oMath>
                  </m:oMathPara>
                </a14:m>
                <a:endParaRPr lang="zh-CN" altLang="en-US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7" name="文本框 6">
                <a:extLst>
                  <a:ext uri="{FF2B5EF4-FFF2-40B4-BE49-F238E27FC236}">
                    <a16:creationId xmlns:a16="http://schemas.microsoft.com/office/drawing/2014/main" id="{C85407E1-142D-BA43-B6F5-88C073D30DC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94549" y="2034932"/>
                <a:ext cx="387477" cy="36933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9" name="直接连接符 8">
            <a:extLst>
              <a:ext uri="{FF2B5EF4-FFF2-40B4-BE49-F238E27FC236}">
                <a16:creationId xmlns:a16="http://schemas.microsoft.com/office/drawing/2014/main" id="{C32E9540-D360-63AF-641A-02F7556A4FF9}"/>
              </a:ext>
            </a:extLst>
          </p:cNvPr>
          <p:cNvCxnSpPr>
            <a:cxnSpLocks/>
          </p:cNvCxnSpPr>
          <p:nvPr/>
        </p:nvCxnSpPr>
        <p:spPr>
          <a:xfrm>
            <a:off x="1294549" y="1945640"/>
            <a:ext cx="1020026" cy="336159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" name="直线连接符 5">
            <a:extLst>
              <a:ext uri="{FF2B5EF4-FFF2-40B4-BE49-F238E27FC236}">
                <a16:creationId xmlns:a16="http://schemas.microsoft.com/office/drawing/2014/main" id="{ACB8491B-3D0B-52D1-BEB2-C7191FD7124D}"/>
              </a:ext>
            </a:extLst>
          </p:cNvPr>
          <p:cNvCxnSpPr/>
          <p:nvPr/>
        </p:nvCxnSpPr>
        <p:spPr>
          <a:xfrm>
            <a:off x="0" y="1082842"/>
            <a:ext cx="9144000" cy="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直线连接符 7">
            <a:extLst>
              <a:ext uri="{FF2B5EF4-FFF2-40B4-BE49-F238E27FC236}">
                <a16:creationId xmlns:a16="http://schemas.microsoft.com/office/drawing/2014/main" id="{663CD7F6-09F1-2180-E757-B2E63C2CC124}"/>
              </a:ext>
            </a:extLst>
          </p:cNvPr>
          <p:cNvCxnSpPr/>
          <p:nvPr/>
        </p:nvCxnSpPr>
        <p:spPr>
          <a:xfrm>
            <a:off x="0" y="1082842"/>
            <a:ext cx="9144000" cy="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矩形 9">
            <a:extLst>
              <a:ext uri="{FF2B5EF4-FFF2-40B4-BE49-F238E27FC236}">
                <a16:creationId xmlns:a16="http://schemas.microsoft.com/office/drawing/2014/main" id="{BC7BCF26-19BB-F21F-3148-5E8D8C60E7C0}"/>
              </a:ext>
            </a:extLst>
          </p:cNvPr>
          <p:cNvSpPr/>
          <p:nvPr/>
        </p:nvSpPr>
        <p:spPr bwMode="auto">
          <a:xfrm>
            <a:off x="0" y="0"/>
            <a:ext cx="260169" cy="6858000"/>
          </a:xfrm>
          <a:prstGeom prst="rect">
            <a:avLst/>
          </a:prstGeom>
          <a:solidFill>
            <a:srgbClr val="0070C0"/>
          </a:solidFill>
          <a:ln w="9525" cap="flat" cmpd="sng" algn="ctr">
            <a:solidFill>
              <a:srgbClr val="0070C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28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32D28AAA-6DC0-3E8B-9074-FA1C0B458642}"/>
              </a:ext>
            </a:extLst>
          </p:cNvPr>
          <p:cNvSpPr txBox="1"/>
          <p:nvPr/>
        </p:nvSpPr>
        <p:spPr>
          <a:xfrm>
            <a:off x="2186940" y="313460"/>
            <a:ext cx="457200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1" lang="en-US" altLang="zh-CN" sz="4000" b="0" i="0" dirty="0">
                <a:solidFill>
                  <a:srgbClr val="FF0000"/>
                </a:solidFill>
                <a:latin typeface="Arial" panose="020B0604020202020204" pitchFamily="34" charset="0"/>
                <a:ea typeface="STXinwei" panose="02010800040101010101" pitchFamily="2" charset="-122"/>
                <a:cs typeface="Arial" panose="020B0604020202020204" pitchFamily="34" charset="0"/>
              </a:rPr>
              <a:t>Practice </a:t>
            </a:r>
            <a:r>
              <a:rPr lang="en-US" altLang="zh-CN" sz="4000" dirty="0">
                <a:solidFill>
                  <a:srgbClr val="FF0000"/>
                </a:solidFill>
                <a:latin typeface="Arial" panose="020B0604020202020204" pitchFamily="34" charset="0"/>
                <a:ea typeface="STXinwei" panose="02010800040101010101" pitchFamily="2" charset="-122"/>
                <a:cs typeface="Arial" panose="020B0604020202020204" pitchFamily="34" charset="0"/>
              </a:rPr>
              <a:t>#7</a:t>
            </a:r>
            <a:endParaRPr lang="zh-CN" altLang="en-US" sz="4000" dirty="0">
              <a:solidFill>
                <a:srgbClr val="FF0000"/>
              </a:solidFill>
              <a:latin typeface="Arial" panose="020B0604020202020204" pitchFamily="34" charset="0"/>
              <a:ea typeface="STXinwei" panose="02010800040101010101" pitchFamily="2" charset="-122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407202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4" name="内容占位符 2">
                <a:extLst>
                  <a:ext uri="{FF2B5EF4-FFF2-40B4-BE49-F238E27FC236}">
                    <a16:creationId xmlns:a16="http://schemas.microsoft.com/office/drawing/2014/main" id="{55CDE8FD-2E32-E8D0-A305-3E495F401DF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254157" y="1447304"/>
                <a:ext cx="8780690" cy="5192486"/>
              </a:xfrm>
            </p:spPr>
            <p:txBody>
              <a:bodyPr>
                <a:noAutofit/>
              </a:bodyPr>
              <a:lstStyle/>
              <a:p>
                <a:pPr marL="0" indent="0">
                  <a:lnSpc>
                    <a:spcPct val="100000"/>
                  </a:lnSpc>
                  <a:buNone/>
                </a:pPr>
                <a:r>
                  <a:rPr lang="zh-CN" altLang="en-US" sz="2300" kern="100" dirty="0">
                    <a:latin typeface="Cambria Math" panose="02040503050406030204" pitchFamily="18" charset="0"/>
                    <a:cs typeface="Times New Roman" panose="02020603050405020304" pitchFamily="18" charset="0"/>
                  </a:rPr>
                  <a:t>当</a:t>
                </a:r>
                <a14:m>
                  <m:oMath xmlns:m="http://schemas.openxmlformats.org/officeDocument/2006/math">
                    <m:r>
                      <a:rPr lang="en-US" altLang="zh-CN" sz="2300" i="1" kern="100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𝑋</m:t>
                    </m:r>
                  </m:oMath>
                </a14:m>
                <a:r>
                  <a:rPr lang="zh-CN" altLang="en-US" sz="2300" kern="100" dirty="0">
                    <a:latin typeface="Cambria Math" panose="02040503050406030204" pitchFamily="18" charset="0"/>
                    <a:cs typeface="Times New Roman" panose="02020603050405020304" pitchFamily="18" charset="0"/>
                  </a:rPr>
                  <a:t>和</a:t>
                </a:r>
                <a14:m>
                  <m:oMath xmlns:m="http://schemas.openxmlformats.org/officeDocument/2006/math">
                    <m:r>
                      <a:rPr lang="en-US" altLang="zh-CN" sz="2300" i="1" kern="100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𝑌</m:t>
                    </m:r>
                  </m:oMath>
                </a14:m>
                <a:r>
                  <a:rPr lang="zh-CN" altLang="en-US" sz="2300" kern="100" dirty="0">
                    <a:latin typeface="Cambria Math" panose="02040503050406030204" pitchFamily="18" charset="0"/>
                    <a:cs typeface="Times New Roman" panose="02020603050405020304" pitchFamily="18" charset="0"/>
                  </a:rPr>
                  <a:t>相互独立时，由数学期望的性质</a:t>
                </a:r>
                <a:r>
                  <a:rPr lang="en-US" altLang="zh-CN" sz="2300" kern="100" dirty="0">
                    <a:latin typeface="Cambria Math" panose="02040503050406030204" pitchFamily="18" charset="0"/>
                    <a:cs typeface="Times New Roman" panose="02020603050405020304" pitchFamily="18" charset="0"/>
                  </a:rPr>
                  <a:t>4°</a:t>
                </a:r>
                <a:r>
                  <a:rPr lang="zh-CN" altLang="en-US" sz="2300" kern="100" dirty="0">
                    <a:latin typeface="Cambria Math" panose="02040503050406030204" pitchFamily="18" charset="0"/>
                    <a:cs typeface="Times New Roman" panose="02020603050405020304" pitchFamily="18" charset="0"/>
                  </a:rPr>
                  <a:t>及</a:t>
                </a:r>
                <a:r>
                  <a:rPr lang="en-US" altLang="zh-CN" sz="2300" kern="100" dirty="0">
                    <a:latin typeface="Cambria Math" panose="02040503050406030204" pitchFamily="18" charset="0"/>
                    <a:cs typeface="Times New Roman" panose="02020603050405020304" pitchFamily="18" charset="0"/>
                  </a:rPr>
                  <a:t>(3.2)</a:t>
                </a:r>
                <a:r>
                  <a:rPr lang="zh-CN" altLang="en-US" sz="2300" kern="100" dirty="0">
                    <a:latin typeface="Cambria Math" panose="02040503050406030204" pitchFamily="18" charset="0"/>
                    <a:cs typeface="Times New Roman" panose="02020603050405020304" pitchFamily="18" charset="0"/>
                  </a:rPr>
                  <a:t>式知</a:t>
                </a:r>
                <a14:m>
                  <m:oMath xmlns:m="http://schemas.openxmlformats.org/officeDocument/2006/math">
                    <m:r>
                      <a:rPr lang="en-US" altLang="zh-CN" sz="2300" i="1" kern="100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𝐶𝑜𝑣</m:t>
                    </m:r>
                    <m:r>
                      <a:rPr lang="en-US" altLang="zh-CN" sz="2300" i="1" kern="100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(</m:t>
                    </m:r>
                    <m:r>
                      <a:rPr lang="en-US" altLang="zh-CN" sz="2300" i="1" kern="100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𝑋</m:t>
                    </m:r>
                    <m:r>
                      <a:rPr lang="en-US" altLang="zh-CN" sz="2300" i="1" kern="100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,</m:t>
                    </m:r>
                    <m:r>
                      <a:rPr lang="en-US" altLang="zh-CN" sz="2300" i="1" kern="100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𝑌</m:t>
                    </m:r>
                    <m:r>
                      <a:rPr lang="en-US" altLang="zh-CN" sz="2300" i="1" kern="100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)=0</m:t>
                    </m:r>
                  </m:oMath>
                </a14:m>
                <a:r>
                  <a:rPr lang="en-US" altLang="zh-CN" sz="2300" kern="100" dirty="0">
                    <a:latin typeface="Cambria Math" panose="02040503050406030204" pitchFamily="18" charset="0"/>
                    <a:cs typeface="Times New Roman" panose="02020603050405020304" pitchFamily="18" charset="0"/>
                  </a:rPr>
                  <a:t>,</a:t>
                </a:r>
                <a:r>
                  <a:rPr lang="zh-CN" altLang="en-US" sz="2300" kern="100" dirty="0">
                    <a:latin typeface="Cambria Math" panose="02040503050406030204" pitchFamily="18" charset="0"/>
                    <a:cs typeface="Times New Roman" panose="02020603050405020304" pitchFamily="18" charset="0"/>
                  </a:rPr>
                  <a:t>从而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sz="2300" i="1" kern="100"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sz="2300" kern="100"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𝜌</m:t>
                        </m:r>
                      </m:e>
                      <m:sub>
                        <m:r>
                          <a:rPr lang="en-US" altLang="zh-CN" sz="2300" kern="100"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𝑥𝑦</m:t>
                        </m:r>
                      </m:sub>
                    </m:sSub>
                  </m:oMath>
                </a14:m>
                <a:r>
                  <a:rPr lang="en-US" altLang="zh-CN" sz="2300" kern="100" dirty="0">
                    <a:latin typeface="Cambria Math" panose="02040503050406030204" pitchFamily="18" charset="0"/>
                    <a:cs typeface="Times New Roman" panose="02020603050405020304" pitchFamily="18" charset="0"/>
                  </a:rPr>
                  <a:t>=0</a:t>
                </a:r>
                <a:r>
                  <a:rPr lang="zh-CN" altLang="en-US" sz="2300" kern="100" dirty="0">
                    <a:latin typeface="Cambria Math" panose="02040503050406030204" pitchFamily="18" charset="0"/>
                    <a:cs typeface="Times New Roman" panose="02020603050405020304" pitchFamily="18" charset="0"/>
                  </a:rPr>
                  <a:t>，即</a:t>
                </a:r>
                <a14:m>
                  <m:oMath xmlns:m="http://schemas.openxmlformats.org/officeDocument/2006/math">
                    <m:r>
                      <a:rPr lang="en-US" altLang="zh-CN" sz="2300" i="1" kern="100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𝑋</m:t>
                    </m:r>
                    <m:r>
                      <a:rPr lang="en-US" altLang="zh-CN" sz="2300" i="1" kern="100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,</m:t>
                    </m:r>
                    <m:r>
                      <a:rPr lang="en-US" altLang="zh-CN" sz="2300" i="1" kern="100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𝑌</m:t>
                    </m:r>
                  </m:oMath>
                </a14:m>
                <a:r>
                  <a:rPr lang="zh-CN" altLang="en-US" sz="2300" kern="100" dirty="0">
                    <a:latin typeface="Cambria Math" panose="02040503050406030204" pitchFamily="18" charset="0"/>
                    <a:cs typeface="Times New Roman" panose="02020603050405020304" pitchFamily="18" charset="0"/>
                  </a:rPr>
                  <a:t>不相关。</a:t>
                </a:r>
                <a:endParaRPr lang="en-US" altLang="zh-CN" sz="2300" kern="100" dirty="0">
                  <a:latin typeface="Cambria Math" panose="020405030504060302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lnSpc>
                    <a:spcPct val="100000"/>
                  </a:lnSpc>
                  <a:buNone/>
                </a:pPr>
                <a:endParaRPr lang="en-US" altLang="zh-CN" sz="2300" kern="100" dirty="0">
                  <a:latin typeface="Cambria Math" panose="020405030504060302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lnSpc>
                    <a:spcPct val="100000"/>
                  </a:lnSpc>
                  <a:buNone/>
                </a:pPr>
                <a:r>
                  <a:rPr lang="zh-CN" altLang="en-US" sz="2300" kern="100" dirty="0">
                    <a:latin typeface="Cambria Math" panose="02040503050406030204" pitchFamily="18" charset="0"/>
                    <a:cs typeface="Times New Roman" panose="02020603050405020304" pitchFamily="18" charset="0"/>
                  </a:rPr>
                  <a:t>反之，若</a:t>
                </a:r>
                <a14:m>
                  <m:oMath xmlns:m="http://schemas.openxmlformats.org/officeDocument/2006/math">
                    <m:r>
                      <a:rPr lang="en-US" altLang="zh-CN" sz="2300" i="1" kern="100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𝑋</m:t>
                    </m:r>
                    <m:r>
                      <a:rPr lang="en-US" altLang="zh-CN" sz="2300" i="1" kern="100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,</m:t>
                    </m:r>
                    <m:r>
                      <a:rPr lang="en-US" altLang="zh-CN" sz="2300" i="1" kern="100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𝑌</m:t>
                    </m:r>
                  </m:oMath>
                </a14:m>
                <a:r>
                  <a:rPr lang="zh-CN" altLang="en-US" sz="2300" kern="100" dirty="0">
                    <a:latin typeface="Cambria Math" panose="02040503050406030204" pitchFamily="18" charset="0"/>
                    <a:cs typeface="Times New Roman" panose="02020603050405020304" pitchFamily="18" charset="0"/>
                  </a:rPr>
                  <a:t>不相关（不存在线性关系），</a:t>
                </a:r>
                <a14:m>
                  <m:oMath xmlns:m="http://schemas.openxmlformats.org/officeDocument/2006/math">
                    <m:r>
                      <a:rPr lang="en-US" altLang="zh-CN" sz="2300" i="1" kern="100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𝑋</m:t>
                    </m:r>
                  </m:oMath>
                </a14:m>
                <a:r>
                  <a:rPr lang="zh-CN" altLang="en-US" sz="2300" kern="100" dirty="0">
                    <a:latin typeface="Cambria Math" panose="02040503050406030204" pitchFamily="18" charset="0"/>
                    <a:cs typeface="Times New Roman" panose="02020603050405020304" pitchFamily="18" charset="0"/>
                  </a:rPr>
                  <a:t>和</a:t>
                </a:r>
                <a14:m>
                  <m:oMath xmlns:m="http://schemas.openxmlformats.org/officeDocument/2006/math">
                    <m:r>
                      <a:rPr lang="en-US" altLang="zh-CN" sz="2300" i="1" kern="100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𝑌</m:t>
                    </m:r>
                  </m:oMath>
                </a14:m>
                <a:r>
                  <a:rPr lang="zh-CN" altLang="en-US" sz="2300" kern="100" dirty="0">
                    <a:latin typeface="Cambria Math" panose="02040503050406030204" pitchFamily="18" charset="0"/>
                    <a:cs typeface="Times New Roman" panose="02020603050405020304" pitchFamily="18" charset="0"/>
                  </a:rPr>
                  <a:t>却不一定相互独立</a:t>
                </a:r>
                <a:r>
                  <a:rPr lang="en-US" altLang="zh-CN" sz="2300" kern="100" dirty="0">
                    <a:latin typeface="Cambria Math" panose="02040503050406030204" pitchFamily="18" charset="0"/>
                    <a:cs typeface="Times New Roman" panose="02020603050405020304" pitchFamily="18" charset="0"/>
                  </a:rPr>
                  <a:t>(</a:t>
                </a:r>
                <a:r>
                  <a:rPr lang="zh-CN" altLang="en-US" sz="2300" kern="100" dirty="0">
                    <a:latin typeface="Cambria Math" panose="02040503050406030204" pitchFamily="18" charset="0"/>
                    <a:cs typeface="Times New Roman" panose="02020603050405020304" pitchFamily="18" charset="0"/>
                  </a:rPr>
                  <a:t>见上例，可能存在非线性关系</a:t>
                </a:r>
                <a:r>
                  <a:rPr lang="en-US" altLang="zh-CN" sz="2300" kern="100" dirty="0">
                    <a:latin typeface="Cambria Math" panose="02040503050406030204" pitchFamily="18" charset="0"/>
                    <a:cs typeface="Times New Roman" panose="02020603050405020304" pitchFamily="18" charset="0"/>
                  </a:rPr>
                  <a:t>)</a:t>
                </a:r>
                <a:r>
                  <a:rPr lang="zh-CN" altLang="en-US" sz="2300" kern="100" dirty="0">
                    <a:latin typeface="Cambria Math" panose="02040503050406030204" pitchFamily="18" charset="0"/>
                    <a:cs typeface="Times New Roman" panose="02020603050405020304" pitchFamily="18" charset="0"/>
                  </a:rPr>
                  <a:t>。</a:t>
                </a:r>
                <a:endParaRPr lang="en-US" altLang="zh-CN" sz="2300" kern="100" dirty="0">
                  <a:latin typeface="Cambria Math" panose="020405030504060302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lnSpc>
                    <a:spcPct val="100000"/>
                  </a:lnSpc>
                  <a:buNone/>
                </a:pPr>
                <a:endParaRPr lang="en-US" altLang="zh-CN" sz="2300" kern="100" dirty="0">
                  <a:latin typeface="Cambria Math" panose="020405030504060302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lnSpc>
                    <a:spcPct val="100000"/>
                  </a:lnSpc>
                  <a:buNone/>
                </a:pPr>
                <a:r>
                  <a:rPr lang="zh-CN" altLang="en-US" sz="2300" kern="100" dirty="0">
                    <a:latin typeface="Cambria Math" panose="02040503050406030204" pitchFamily="18" charset="0"/>
                    <a:cs typeface="Times New Roman" panose="02020603050405020304" pitchFamily="18" charset="0"/>
                  </a:rPr>
                  <a:t>这是因为不相关只是就线性关系来说的，而相互独立是就一般关系而言的</a:t>
                </a:r>
                <a:endParaRPr lang="en-US" altLang="zh-CN" sz="2300" kern="100" dirty="0">
                  <a:latin typeface="Cambria Math" panose="020405030504060302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lnSpc>
                    <a:spcPct val="100000"/>
                  </a:lnSpc>
                  <a:buNone/>
                </a:pPr>
                <a:endParaRPr lang="en-US" altLang="zh-CN" sz="2300" kern="100" dirty="0">
                  <a:latin typeface="Cambria Math" panose="020405030504060302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4" name="内容占位符 2">
                <a:extLst>
                  <a:ext uri="{FF2B5EF4-FFF2-40B4-BE49-F238E27FC236}">
                    <a16:creationId xmlns:a16="http://schemas.microsoft.com/office/drawing/2014/main" id="{55CDE8FD-2E32-E8D0-A305-3E495F401DF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54157" y="1447304"/>
                <a:ext cx="8780690" cy="5192486"/>
              </a:xfrm>
              <a:blipFill>
                <a:blip r:embed="rId2"/>
                <a:stretch>
                  <a:fillRect l="-1156" t="-122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文本框 2">
                <a:extLst>
                  <a:ext uri="{FF2B5EF4-FFF2-40B4-BE49-F238E27FC236}">
                    <a16:creationId xmlns:a16="http://schemas.microsoft.com/office/drawing/2014/main" id="{03FC47B1-B4D6-BA84-57BC-DF0790187F7C}"/>
                  </a:ext>
                </a:extLst>
              </p:cNvPr>
              <p:cNvSpPr txBox="1"/>
              <p:nvPr/>
            </p:nvSpPr>
            <p:spPr>
              <a:xfrm>
                <a:off x="2514599" y="218210"/>
                <a:ext cx="4572000" cy="70788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zh-CN" altLang="en-US" sz="400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STXinwei" panose="02010800040101010101" pitchFamily="2" charset="-122"/>
                      </a:rPr>
                      <m:t>不相关</m:t>
                    </m:r>
                  </m:oMath>
                </a14:m>
                <a:r>
                  <a:rPr lang="zh-CN" altLang="en-US" sz="4000" dirty="0">
                    <a:solidFill>
                      <a:srgbClr val="FF0000"/>
                    </a:solidFill>
                    <a:latin typeface="STXinwei" panose="02010800040101010101" pitchFamily="2" charset="-122"/>
                    <a:ea typeface="STXinwei" panose="02010800040101010101" pitchFamily="2" charset="-122"/>
                  </a:rPr>
                  <a:t> </a:t>
                </a:r>
                <a:r>
                  <a:rPr lang="en-US" altLang="zh-CN" sz="4000" dirty="0">
                    <a:solidFill>
                      <a:srgbClr val="FF0000"/>
                    </a:solidFill>
                    <a:latin typeface="STXinwei" panose="02010800040101010101" pitchFamily="2" charset="-122"/>
                    <a:ea typeface="STXinwei" panose="02010800040101010101" pitchFamily="2" charset="-122"/>
                  </a:rPr>
                  <a:t>vs</a:t>
                </a:r>
                <a:r>
                  <a:rPr lang="zh-CN" altLang="en-US" sz="4000" dirty="0">
                    <a:solidFill>
                      <a:srgbClr val="FF0000"/>
                    </a:solidFill>
                    <a:latin typeface="STXinwei" panose="02010800040101010101" pitchFamily="2" charset="-122"/>
                    <a:ea typeface="STXinwei" panose="02010800040101010101" pitchFamily="2" charset="-122"/>
                  </a:rPr>
                  <a:t> 独立性</a:t>
                </a:r>
                <a:endParaRPr lang="en-US" altLang="zh-CN" sz="4000" dirty="0">
                  <a:solidFill>
                    <a:srgbClr val="FF0000"/>
                  </a:solidFill>
                  <a:latin typeface="STXinwei" panose="02010800040101010101" pitchFamily="2" charset="-122"/>
                  <a:ea typeface="STXinwei" panose="02010800040101010101" pitchFamily="2" charset="-122"/>
                </a:endParaRPr>
              </a:p>
            </p:txBody>
          </p:sp>
        </mc:Choice>
        <mc:Fallback xmlns="">
          <p:sp>
            <p:nvSpPr>
              <p:cNvPr id="3" name="文本框 2">
                <a:extLst>
                  <a:ext uri="{FF2B5EF4-FFF2-40B4-BE49-F238E27FC236}">
                    <a16:creationId xmlns:a16="http://schemas.microsoft.com/office/drawing/2014/main" id="{03FC47B1-B4D6-BA84-57BC-DF0790187F7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14599" y="218210"/>
                <a:ext cx="4572000" cy="707886"/>
              </a:xfrm>
              <a:prstGeom prst="rect">
                <a:avLst/>
              </a:prstGeom>
              <a:blipFill>
                <a:blip r:embed="rId3"/>
                <a:stretch>
                  <a:fillRect l="-1662" t="-16071" b="-3750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" name="直线连接符 1">
            <a:extLst>
              <a:ext uri="{FF2B5EF4-FFF2-40B4-BE49-F238E27FC236}">
                <a16:creationId xmlns:a16="http://schemas.microsoft.com/office/drawing/2014/main" id="{F97C6FD8-E92D-DF6F-4EB6-1668DAC5C073}"/>
              </a:ext>
            </a:extLst>
          </p:cNvPr>
          <p:cNvCxnSpPr/>
          <p:nvPr/>
        </p:nvCxnSpPr>
        <p:spPr>
          <a:xfrm>
            <a:off x="0" y="1082842"/>
            <a:ext cx="9144000" cy="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773938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文本框 2">
                <a:extLst>
                  <a:ext uri="{FF2B5EF4-FFF2-40B4-BE49-F238E27FC236}">
                    <a16:creationId xmlns:a16="http://schemas.microsoft.com/office/drawing/2014/main" id="{03FC47B1-B4D6-BA84-57BC-DF0790187F7C}"/>
                  </a:ext>
                </a:extLst>
              </p:cNvPr>
              <p:cNvSpPr txBox="1"/>
              <p:nvPr/>
            </p:nvSpPr>
            <p:spPr>
              <a:xfrm>
                <a:off x="2514599" y="218210"/>
                <a:ext cx="4572000" cy="70788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zh-CN" altLang="en-US" sz="400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STXinwei" panose="02010800040101010101" pitchFamily="2" charset="-122"/>
                      </a:rPr>
                      <m:t>不相关</m:t>
                    </m:r>
                  </m:oMath>
                </a14:m>
                <a:r>
                  <a:rPr lang="zh-CN" altLang="en-US" sz="4000" dirty="0">
                    <a:solidFill>
                      <a:srgbClr val="FF0000"/>
                    </a:solidFill>
                    <a:latin typeface="STXinwei" panose="02010800040101010101" pitchFamily="2" charset="-122"/>
                    <a:ea typeface="STXinwei" panose="02010800040101010101" pitchFamily="2" charset="-122"/>
                  </a:rPr>
                  <a:t> </a:t>
                </a:r>
                <a:r>
                  <a:rPr lang="en-US" altLang="zh-CN" sz="4000" dirty="0">
                    <a:solidFill>
                      <a:srgbClr val="FF0000"/>
                    </a:solidFill>
                    <a:latin typeface="STXinwei" panose="02010800040101010101" pitchFamily="2" charset="-122"/>
                    <a:ea typeface="STXinwei" panose="02010800040101010101" pitchFamily="2" charset="-122"/>
                  </a:rPr>
                  <a:t>vs</a:t>
                </a:r>
                <a:r>
                  <a:rPr lang="zh-CN" altLang="en-US" sz="4000" dirty="0">
                    <a:solidFill>
                      <a:srgbClr val="FF0000"/>
                    </a:solidFill>
                    <a:latin typeface="STXinwei" panose="02010800040101010101" pitchFamily="2" charset="-122"/>
                    <a:ea typeface="STXinwei" panose="02010800040101010101" pitchFamily="2" charset="-122"/>
                  </a:rPr>
                  <a:t> 独立性</a:t>
                </a:r>
                <a:endParaRPr lang="en-US" altLang="zh-CN" sz="4000" dirty="0">
                  <a:solidFill>
                    <a:srgbClr val="FF0000"/>
                  </a:solidFill>
                  <a:latin typeface="STXinwei" panose="02010800040101010101" pitchFamily="2" charset="-122"/>
                  <a:ea typeface="STXinwei" panose="02010800040101010101" pitchFamily="2" charset="-122"/>
                </a:endParaRPr>
              </a:p>
            </p:txBody>
          </p:sp>
        </mc:Choice>
        <mc:Fallback xmlns="">
          <p:sp>
            <p:nvSpPr>
              <p:cNvPr id="3" name="文本框 2">
                <a:extLst>
                  <a:ext uri="{FF2B5EF4-FFF2-40B4-BE49-F238E27FC236}">
                    <a16:creationId xmlns:a16="http://schemas.microsoft.com/office/drawing/2014/main" id="{03FC47B1-B4D6-BA84-57BC-DF0790187F7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14599" y="218210"/>
                <a:ext cx="4572000" cy="707886"/>
              </a:xfrm>
              <a:prstGeom prst="rect">
                <a:avLst/>
              </a:prstGeom>
              <a:blipFill>
                <a:blip r:embed="rId2"/>
                <a:stretch>
                  <a:fillRect l="-2216" t="-16071" b="-3750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图片 4">
            <a:extLst>
              <a:ext uri="{FF2B5EF4-FFF2-40B4-BE49-F238E27FC236}">
                <a16:creationId xmlns:a16="http://schemas.microsoft.com/office/drawing/2014/main" id="{F11D986D-E896-D629-C220-FB6359F9A993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F9F9F9"/>
              </a:clrFrom>
              <a:clrTo>
                <a:srgbClr val="F9F9F9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92597" y="2139987"/>
            <a:ext cx="6584685" cy="3847447"/>
          </a:xfrm>
          <a:prstGeom prst="rect">
            <a:avLst/>
          </a:prstGeom>
        </p:spPr>
      </p:pic>
      <p:cxnSp>
        <p:nvCxnSpPr>
          <p:cNvPr id="2" name="直线连接符 1">
            <a:extLst>
              <a:ext uri="{FF2B5EF4-FFF2-40B4-BE49-F238E27FC236}">
                <a16:creationId xmlns:a16="http://schemas.microsoft.com/office/drawing/2014/main" id="{F97C6FD8-E92D-DF6F-4EB6-1668DAC5C073}"/>
              </a:ext>
            </a:extLst>
          </p:cNvPr>
          <p:cNvCxnSpPr/>
          <p:nvPr/>
        </p:nvCxnSpPr>
        <p:spPr>
          <a:xfrm>
            <a:off x="0" y="1082842"/>
            <a:ext cx="9144000" cy="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058026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5058" name="Object 3">
            <a:extLst>
              <a:ext uri="{FF2B5EF4-FFF2-40B4-BE49-F238E27FC236}">
                <a16:creationId xmlns:a16="http://schemas.microsoft.com/office/drawing/2014/main" id="{1D4588C0-D216-E771-9616-9C3077A8465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638300" y="2008188"/>
          <a:ext cx="952500" cy="501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6" name="公式" r:id="rId3" imgW="7607300" imgH="4686300" progId="Equation.3">
                  <p:embed/>
                </p:oleObj>
              </mc:Choice>
              <mc:Fallback>
                <p:oleObj name="公式" r:id="rId3" imgW="7607300" imgH="4686300" progId="Equation.3">
                  <p:embed/>
                  <p:pic>
                    <p:nvPicPr>
                      <p:cNvPr id="45058" name="Object 3">
                        <a:extLst>
                          <a:ext uri="{FF2B5EF4-FFF2-40B4-BE49-F238E27FC236}">
                            <a16:creationId xmlns:a16="http://schemas.microsoft.com/office/drawing/2014/main" id="{1D4588C0-D216-E771-9616-9C3077A8465B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38300" y="2008188"/>
                        <a:ext cx="952500" cy="5016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5059" name="Text Box 4">
            <a:extLst>
              <a:ext uri="{FF2B5EF4-FFF2-40B4-BE49-F238E27FC236}">
                <a16:creationId xmlns:a16="http://schemas.microsoft.com/office/drawing/2014/main" id="{2C10012F-0CA5-C62B-47B4-52076008B4A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11413" y="1916113"/>
            <a:ext cx="2244525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r>
              <a:rPr lang="zh-CN" altLang="en-US" sz="3200" b="1" dirty="0">
                <a:solidFill>
                  <a:srgbClr val="FF0000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线性不相关</a:t>
            </a:r>
          </a:p>
        </p:txBody>
      </p:sp>
      <p:graphicFrame>
        <p:nvGraphicFramePr>
          <p:cNvPr id="45060" name="Object 5">
            <a:extLst>
              <a:ext uri="{FF2B5EF4-FFF2-40B4-BE49-F238E27FC236}">
                <a16:creationId xmlns:a16="http://schemas.microsoft.com/office/drawing/2014/main" id="{59C0E0EB-32BB-BA1A-E043-5C2F10F4AEC2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192213" y="2565400"/>
          <a:ext cx="1936750" cy="622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7" name="公式" r:id="rId5" imgW="17259300" imgH="5562600" progId="Equation.3">
                  <p:embed/>
                </p:oleObj>
              </mc:Choice>
              <mc:Fallback>
                <p:oleObj name="公式" r:id="rId5" imgW="17259300" imgH="5562600" progId="Equation.3">
                  <p:embed/>
                  <p:pic>
                    <p:nvPicPr>
                      <p:cNvPr id="45060" name="Object 5">
                        <a:extLst>
                          <a:ext uri="{FF2B5EF4-FFF2-40B4-BE49-F238E27FC236}">
                            <a16:creationId xmlns:a16="http://schemas.microsoft.com/office/drawing/2014/main" id="{59C0E0EB-32BB-BA1A-E043-5C2F10F4AEC2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92213" y="2565400"/>
                        <a:ext cx="1936750" cy="622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9945" name="Object 9">
            <a:extLst>
              <a:ext uri="{FF2B5EF4-FFF2-40B4-BE49-F238E27FC236}">
                <a16:creationId xmlns:a16="http://schemas.microsoft.com/office/drawing/2014/main" id="{EA71DA97-2F9E-57D1-1049-64DBCB1DE83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187450" y="5468826"/>
          <a:ext cx="1368425" cy="4683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8" name="公式" r:id="rId7" imgW="11696700" imgH="4686300" progId="Equation.3">
                  <p:embed/>
                </p:oleObj>
              </mc:Choice>
              <mc:Fallback>
                <p:oleObj name="公式" r:id="rId7" imgW="11696700" imgH="4686300" progId="Equation.3">
                  <p:embed/>
                  <p:pic>
                    <p:nvPicPr>
                      <p:cNvPr id="39945" name="Object 9">
                        <a:extLst>
                          <a:ext uri="{FF2B5EF4-FFF2-40B4-BE49-F238E27FC236}">
                            <a16:creationId xmlns:a16="http://schemas.microsoft.com/office/drawing/2014/main" id="{EA71DA97-2F9E-57D1-1049-64DBCB1DE838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87450" y="5468826"/>
                        <a:ext cx="1368425" cy="4683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9946" name="Text Box 10">
            <a:extLst>
              <a:ext uri="{FF2B5EF4-FFF2-40B4-BE49-F238E27FC236}">
                <a16:creationId xmlns:a16="http://schemas.microsoft.com/office/drawing/2014/main" id="{F03093C2-782E-21B5-D984-D63D1F23097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84438" y="5395801"/>
            <a:ext cx="1832553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r>
              <a:rPr lang="zh-CN" altLang="en-US" sz="3200" b="1" dirty="0">
                <a:solidFill>
                  <a:srgbClr val="FF0000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相互独立</a:t>
            </a:r>
          </a:p>
        </p:txBody>
      </p:sp>
      <p:pic>
        <p:nvPicPr>
          <p:cNvPr id="3" name="图片 2" descr="图表, 散点图&#10;&#10;描述已自动生成">
            <a:extLst>
              <a:ext uri="{FF2B5EF4-FFF2-40B4-BE49-F238E27FC236}">
                <a16:creationId xmlns:a16="http://schemas.microsoft.com/office/drawing/2014/main" id="{C1C8A5E6-798A-7C66-2A60-F8FF4E80F746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710817" y="3990335"/>
            <a:ext cx="2805542" cy="2805542"/>
          </a:xfrm>
          <a:prstGeom prst="rect">
            <a:avLst/>
          </a:prstGeom>
        </p:spPr>
      </p:pic>
      <p:pic>
        <p:nvPicPr>
          <p:cNvPr id="13" name="图片 12" descr="散点图&#10;&#10;描述已自动生成">
            <a:extLst>
              <a:ext uri="{FF2B5EF4-FFF2-40B4-BE49-F238E27FC236}">
                <a16:creationId xmlns:a16="http://schemas.microsoft.com/office/drawing/2014/main" id="{D695FCCE-326F-BFFE-1722-0780CC95F642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410200" y="1512854"/>
            <a:ext cx="2548556" cy="2477481"/>
          </a:xfrm>
          <a:prstGeom prst="rect">
            <a:avLst/>
          </a:prstGeom>
        </p:spPr>
      </p:pic>
      <p:cxnSp>
        <p:nvCxnSpPr>
          <p:cNvPr id="2" name="直线连接符 1">
            <a:extLst>
              <a:ext uri="{FF2B5EF4-FFF2-40B4-BE49-F238E27FC236}">
                <a16:creationId xmlns:a16="http://schemas.microsoft.com/office/drawing/2014/main" id="{23186E90-8185-02A5-8BDA-CCDEC3EB1EBA}"/>
              </a:ext>
            </a:extLst>
          </p:cNvPr>
          <p:cNvCxnSpPr/>
          <p:nvPr/>
        </p:nvCxnSpPr>
        <p:spPr>
          <a:xfrm>
            <a:off x="0" y="1082842"/>
            <a:ext cx="9144000" cy="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文本框 3">
                <a:extLst>
                  <a:ext uri="{FF2B5EF4-FFF2-40B4-BE49-F238E27FC236}">
                    <a16:creationId xmlns:a16="http://schemas.microsoft.com/office/drawing/2014/main" id="{2F7C7A05-F40A-3F07-43B7-694F58B8CE43}"/>
                  </a:ext>
                </a:extLst>
              </p:cNvPr>
              <p:cNvSpPr txBox="1"/>
              <p:nvPr/>
            </p:nvSpPr>
            <p:spPr>
              <a:xfrm>
                <a:off x="2514599" y="218210"/>
                <a:ext cx="4572000" cy="70788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zh-CN" altLang="en-US" sz="400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STXinwei" panose="02010800040101010101" pitchFamily="2" charset="-122"/>
                      </a:rPr>
                      <m:t>不相关</m:t>
                    </m:r>
                  </m:oMath>
                </a14:m>
                <a:r>
                  <a:rPr lang="zh-CN" altLang="en-US" sz="4000" dirty="0">
                    <a:solidFill>
                      <a:srgbClr val="FF0000"/>
                    </a:solidFill>
                    <a:latin typeface="STXinwei" panose="02010800040101010101" pitchFamily="2" charset="-122"/>
                    <a:ea typeface="STXinwei" panose="02010800040101010101" pitchFamily="2" charset="-122"/>
                  </a:rPr>
                  <a:t> </a:t>
                </a:r>
                <a:r>
                  <a:rPr lang="en-US" altLang="zh-CN" sz="4000" dirty="0">
                    <a:solidFill>
                      <a:srgbClr val="FF0000"/>
                    </a:solidFill>
                    <a:latin typeface="STXinwei" panose="02010800040101010101" pitchFamily="2" charset="-122"/>
                    <a:ea typeface="STXinwei" panose="02010800040101010101" pitchFamily="2" charset="-122"/>
                  </a:rPr>
                  <a:t>vs</a:t>
                </a:r>
                <a:r>
                  <a:rPr lang="zh-CN" altLang="en-US" sz="4000" dirty="0">
                    <a:solidFill>
                      <a:srgbClr val="FF0000"/>
                    </a:solidFill>
                    <a:latin typeface="STXinwei" panose="02010800040101010101" pitchFamily="2" charset="-122"/>
                    <a:ea typeface="STXinwei" panose="02010800040101010101" pitchFamily="2" charset="-122"/>
                  </a:rPr>
                  <a:t> 独立性</a:t>
                </a:r>
                <a:endParaRPr lang="en-US" altLang="zh-CN" sz="4000" dirty="0">
                  <a:solidFill>
                    <a:srgbClr val="FF0000"/>
                  </a:solidFill>
                  <a:latin typeface="STXinwei" panose="02010800040101010101" pitchFamily="2" charset="-122"/>
                  <a:ea typeface="STXinwei" panose="02010800040101010101" pitchFamily="2" charset="-122"/>
                </a:endParaRPr>
              </a:p>
            </p:txBody>
          </p:sp>
        </mc:Choice>
        <mc:Fallback xmlns="">
          <p:sp>
            <p:nvSpPr>
              <p:cNvPr id="4" name="文本框 3">
                <a:extLst>
                  <a:ext uri="{FF2B5EF4-FFF2-40B4-BE49-F238E27FC236}">
                    <a16:creationId xmlns:a16="http://schemas.microsoft.com/office/drawing/2014/main" id="{2F7C7A05-F40A-3F07-43B7-694F58B8CE4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14599" y="218210"/>
                <a:ext cx="4572000" cy="707886"/>
              </a:xfrm>
              <a:prstGeom prst="rect">
                <a:avLst/>
              </a:prstGeom>
              <a:blipFill>
                <a:blip r:embed="rId16"/>
                <a:stretch>
                  <a:fillRect l="-2216" t="-16071" b="-3750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7" name="组合 6">
            <a:extLst>
              <a:ext uri="{FF2B5EF4-FFF2-40B4-BE49-F238E27FC236}">
                <a16:creationId xmlns:a16="http://schemas.microsoft.com/office/drawing/2014/main" id="{AF013536-BE63-84CA-CDCC-9FD5089CA499}"/>
              </a:ext>
            </a:extLst>
          </p:cNvPr>
          <p:cNvGrpSpPr/>
          <p:nvPr/>
        </p:nvGrpSpPr>
        <p:grpSpPr>
          <a:xfrm>
            <a:off x="1187450" y="4003914"/>
            <a:ext cx="4222750" cy="525462"/>
            <a:chOff x="1187450" y="4003914"/>
            <a:chExt cx="4222750" cy="525462"/>
          </a:xfrm>
        </p:grpSpPr>
        <mc:AlternateContent xmlns:mc="http://schemas.openxmlformats.org/markup-compatibility/2006" xmlns:a14="http://schemas.microsoft.com/office/drawing/2010/main">
          <mc:Choice Requires="a14">
            <p:graphicFrame>
              <p:nvGraphicFramePr>
                <p:cNvPr id="39943" name="Object 7">
                  <a:extLst>
                    <a:ext uri="{FF2B5EF4-FFF2-40B4-BE49-F238E27FC236}">
                      <a16:creationId xmlns:a16="http://schemas.microsoft.com/office/drawing/2014/main" id="{91C69EC6-5CB7-3829-0D29-923745FE3FB3}"/>
                    </a:ext>
                  </a:extLst>
                </p:cNvPr>
                <p:cNvGraphicFramePr>
                  <a:graphicFrameLocks noChangeAspect="1"/>
                </p:cNvGraphicFramePr>
                <p:nvPr>
                  <p:extLst>
                    <p:ext uri="{D42A27DB-BD31-4B8C-83A1-F6EECF244321}">
                      <p14:modId xmlns:p14="http://schemas.microsoft.com/office/powerpoint/2010/main" val="1363068051"/>
                    </p:ext>
                  </p:extLst>
                </p:nvPr>
              </p:nvGraphicFramePr>
              <p:xfrm>
                <a:off x="1187450" y="4003914"/>
                <a:ext cx="4222750" cy="525462"/>
              </p:xfrm>
              <a:graphic>
                <a:graphicData uri="http://schemas.openxmlformats.org/presentationml/2006/ole">
                  <mc:AlternateContent>
                    <mc:Choice xmlns:v="urn:schemas-microsoft-com:vml" Requires="v">
                      <p:oleObj spid="_x0000_s2059" name="公式" r:id="rId17" imgW="36283900" imgH="4686300" progId="Equation.3">
                        <p:embed/>
                      </p:oleObj>
                    </mc:Choice>
                    <mc:Fallback>
                      <p:oleObj name="公式" r:id="rId17" imgW="36283900" imgH="4686300" progId="Equation.3">
                        <p:embed/>
                        <p:pic>
                          <p:nvPicPr>
                            <p:cNvPr id="39943" name="Object 7">
                              <a:extLst>
                                <a:ext uri="{FF2B5EF4-FFF2-40B4-BE49-F238E27FC236}">
                                  <a16:creationId xmlns:a16="http://schemas.microsoft.com/office/drawing/2014/main" id="{91C69EC6-5CB7-3829-0D29-923745FE3FB3}"/>
                                </a:ext>
                              </a:extLst>
                            </p:cNvPr>
                            <p:cNvPicPr>
                              <a:picLocks noChangeAspect="1" noChangeArrowheads="1"/>
                            </p:cNvPicPr>
                            <p:nvPr/>
                          </p:nvPicPr>
                          <p:blipFill>
                            <a:blip r:embed="rId18">
                              <a:extLst>
                                <a:ext uri="{28A0092B-C50C-407E-A947-70E740481C1C}">
                                  <a14:useLocalDpi val="0"/>
                                </a:ext>
                              </a:extLst>
                            </a:blip>
                            <a:srcRect/>
                            <a:stretch>
                              <a:fillRect/>
                            </a:stretch>
                          </p:blipFill>
                          <p:spPr bwMode="auto">
                            <a:xfrm>
                              <a:off x="1187450" y="4003914"/>
                              <a:ext cx="4222750" cy="525462"/>
                            </a:xfrm>
                            <a:prstGeom prst="rect">
                              <a:avLst/>
                            </a:prstGeom>
                            <a:noFill/>
                            <a:ln>
                              <a:noFill/>
                            </a:ln>
                            <a:effectLst/>
                            <a:extLst>
                              <a:ext uri="{909E8E84-426E-40DD-AFC4-6F175D3DCCD1}">
                                <a14:hiddenFill>
                                  <a:solidFill>
                                    <a:srgbClr val="FFFFFF"/>
                                  </a:solidFill>
                                </a14:hiddenFill>
                              </a:ext>
                              <a:ext uri="{91240B29-F687-4F45-9708-019B960494DF}">
                                <a14:hiddenLine w="9525">
                                  <a:solidFill>
                                    <a:srgbClr val="000000"/>
                                  </a:solidFill>
                                  <a:miter lim="800000"/>
                                  <a:headEnd/>
                                  <a:tailEnd/>
                                </a14:hiddenLine>
                              </a:ext>
                              <a:ext uri="{AF507438-7753-43E0-B8FC-AC1667EBCBE1}">
                                <a14:hiddenEffects>
                                  <a:effectLst>
                                    <a:outerShdw dist="35921" dir="2700000" algn="ctr" rotWithShape="0">
                                      <a:srgbClr val="808080"/>
                                    </a:outerShdw>
                                  </a:effectLst>
                                </a14:hiddenEffects>
                              </a:ext>
                            </a:extLst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</mc:Choice>
          <mc:Fallback xmlns="">
            <p:graphicFrame>
              <p:nvGraphicFramePr>
                <p:cNvPr id="39943" name="Object 7">
                  <a:extLst>
                    <a:ext uri="{FF2B5EF4-FFF2-40B4-BE49-F238E27FC236}">
                      <a16:creationId xmlns:a16="http://schemas.microsoft.com/office/drawing/2014/main" id="{91C69EC6-5CB7-3829-0D29-923745FE3FB3}"/>
                    </a:ext>
                  </a:extLst>
                </p:cNvPr>
                <p:cNvGraphicFramePr>
                  <a:graphicFrameLocks noChangeAspect="1"/>
                </p:cNvGraphicFramePr>
                <p:nvPr>
                  <p:extLst>
                    <p:ext uri="{D42A27DB-BD31-4B8C-83A1-F6EECF244321}">
                      <p14:modId xmlns:p14="http://schemas.microsoft.com/office/powerpoint/2010/main" val="1363068051"/>
                    </p:ext>
                  </p:extLst>
                </p:nvPr>
              </p:nvGraphicFramePr>
              <p:xfrm>
                <a:off x="1187450" y="4003914"/>
                <a:ext cx="4222750" cy="525462"/>
              </p:xfrm>
              <a:graphic>
                <a:graphicData uri="http://schemas.openxmlformats.org/presentationml/2006/ole">
                  <mc:AlternateContent>
                    <mc:Choice xmlns:v="urn:schemas-microsoft-com:vml" Requires="v">
                      <p:oleObj name="公式" r:id="rId19" imgW="36283900" imgH="4686300" progId="Equation.3">
                        <p:embed/>
                      </p:oleObj>
                    </mc:Choice>
                    <mc:Fallback>
                      <p:oleObj name="公式" r:id="rId19" imgW="36283900" imgH="4686300" progId="Equation.3">
                        <p:embed/>
                        <p:pic>
                          <p:nvPicPr>
                            <p:cNvPr id="39943" name="Object 7">
                              <a:extLst>
                                <a:ext uri="{FF2B5EF4-FFF2-40B4-BE49-F238E27FC236}">
                                  <a16:creationId xmlns:a16="http://schemas.microsoft.com/office/drawing/2014/main" id="{91C69EC6-5CB7-3829-0D29-923745FE3FB3}"/>
                                </a:ext>
                              </a:extLst>
                            </p:cNvPr>
                            <p:cNvPicPr>
                              <a:picLocks noChangeAspect="1" noChangeArrowheads="1"/>
                            </p:cNvPicPr>
                            <p:nvPr/>
                          </p:nvPicPr>
                          <p:blipFill>
                            <a:blip r:embed="rId20">
                              <a:extLst>
                                <a:ext uri="{28A0092B-C50C-407E-A947-70E740481C1C}">
                                  <a14:useLocalDpi xmlns:a14="http://schemas.microsoft.com/office/drawing/2010/main" val="0"/>
                                </a:ext>
                              </a:extLst>
                            </a:blip>
                            <a:srcRect/>
                            <a:stretch>
                              <a:fillRect/>
                            </a:stretch>
                          </p:blipFill>
                          <p:spPr bwMode="auto">
                            <a:xfrm>
                              <a:off x="1187450" y="4003914"/>
                              <a:ext cx="4222750" cy="525462"/>
                            </a:xfrm>
                            <a:prstGeom prst="rect">
                              <a:avLst/>
                            </a:prstGeom>
                            <a:noFill/>
                            <a:ln>
                              <a:noFill/>
                            </a:ln>
                            <a:effectLst/>
                            <a:extLst>
                              <a:ext uri="{909E8E84-426E-40DD-AFC4-6F175D3DCCD1}">
                                <a14:hiddenFill xmlns:a14="http://schemas.microsoft.com/office/drawing/2010/main">
                                  <a:solidFill>
                                    <a:srgbClr val="FFFFFF"/>
                                  </a:solidFill>
                                </a14:hiddenFill>
                              </a:ext>
                              <a:ext uri="{91240B29-F687-4F45-9708-019B960494DF}">
                                <a14:hiddenLine xmlns:a14="http://schemas.microsoft.com/office/drawing/2010/main" w="9525">
                                  <a:solidFill>
                                    <a:srgbClr val="000000"/>
                                  </a:solidFill>
                                  <a:miter lim="800000"/>
                                  <a:headEnd/>
                                  <a:tailEnd/>
                                </a14:hiddenLine>
                              </a:ext>
                              <a:ext uri="{AF507438-7753-43E0-B8FC-AC1667EBCBE1}">
                                <a14:hiddenEffects xmlns:a14="http://schemas.microsoft.com/office/drawing/2010/main">
                                  <a:effectLst>
                                    <a:outerShdw dist="35921" dir="2700000" algn="ctr" rotWithShape="0">
                                      <a:srgbClr val="808080"/>
                                    </a:outerShdw>
                                  </a:effectLst>
                                </a14:hiddenEffects>
                              </a:ext>
                            </a:extLst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" name="文本框 4">
                  <a:extLst>
                    <a:ext uri="{FF2B5EF4-FFF2-40B4-BE49-F238E27FC236}">
                      <a16:creationId xmlns:a16="http://schemas.microsoft.com/office/drawing/2014/main" id="{B77FF151-DBE6-C00D-5E23-0731F55024F2}"/>
                    </a:ext>
                  </a:extLst>
                </p:cNvPr>
                <p:cNvSpPr txBox="1"/>
                <p:nvPr/>
              </p:nvSpPr>
              <p:spPr>
                <a:xfrm>
                  <a:off x="1707482" y="4037023"/>
                  <a:ext cx="3621504" cy="461665"/>
                </a:xfrm>
                <a:prstGeom prst="rect">
                  <a:avLst/>
                </a:prstGeom>
                <a:solidFill>
                  <a:schemeClr val="bg1"/>
                </a:solidFill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1" lang="en-US" altLang="zh-CN" sz="2400" i="1" dirty="0" smtClean="0">
                            <a:latin typeface="Cambria Math" panose="02040503050406030204" pitchFamily="18" charset="0"/>
                          </a:rPr>
                          <m:t>𝐷</m:t>
                        </m:r>
                        <m:r>
                          <a:rPr kumimoji="1" lang="en-US" altLang="zh-CN" sz="2400" i="1" dirty="0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kumimoji="1" lang="en-US" altLang="zh-CN" sz="2400" i="1" dirty="0" smtClean="0">
                            <a:latin typeface="Cambria Math" panose="02040503050406030204" pitchFamily="18" charset="0"/>
                          </a:rPr>
                          <m:t>𝑋</m:t>
                        </m:r>
                        <m:r>
                          <a:rPr kumimoji="1" lang="en-US" altLang="zh-CN" sz="2400" i="1" dirty="0" smtClean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kumimoji="1" lang="en-US" altLang="zh-CN" sz="2400" i="1" dirty="0" smtClean="0">
                            <a:latin typeface="Cambria Math" panose="02040503050406030204" pitchFamily="18" charset="0"/>
                          </a:rPr>
                          <m:t>𝑌</m:t>
                        </m:r>
                        <m:r>
                          <a:rPr kumimoji="1" lang="en-US" altLang="zh-CN" sz="2400" i="1" dirty="0" smtClean="0">
                            <a:latin typeface="Cambria Math" panose="02040503050406030204" pitchFamily="18" charset="0"/>
                          </a:rPr>
                          <m:t>)=</m:t>
                        </m:r>
                        <m:r>
                          <a:rPr kumimoji="1" lang="en-US" altLang="zh-CN" sz="2400" i="1" dirty="0" smtClean="0">
                            <a:latin typeface="Cambria Math" panose="02040503050406030204" pitchFamily="18" charset="0"/>
                          </a:rPr>
                          <m:t>𝐷</m:t>
                        </m:r>
                        <m:r>
                          <a:rPr kumimoji="1" lang="en-US" altLang="zh-CN" sz="2400" i="1" dirty="0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kumimoji="1" lang="en-US" altLang="zh-CN" sz="2400" i="1" dirty="0" smtClean="0">
                            <a:latin typeface="Cambria Math" panose="02040503050406030204" pitchFamily="18" charset="0"/>
                          </a:rPr>
                          <m:t>𝑋</m:t>
                        </m:r>
                        <m:r>
                          <a:rPr kumimoji="1" lang="en-US" altLang="zh-CN" sz="2400" i="1" dirty="0" smtClean="0">
                            <a:latin typeface="Cambria Math" panose="02040503050406030204" pitchFamily="18" charset="0"/>
                          </a:rPr>
                          <m:t>)+</m:t>
                        </m:r>
                        <m:r>
                          <a:rPr kumimoji="1" lang="en-US" altLang="zh-CN" sz="2400" i="1" dirty="0" smtClean="0">
                            <a:latin typeface="Cambria Math" panose="02040503050406030204" pitchFamily="18" charset="0"/>
                          </a:rPr>
                          <m:t>𝐷</m:t>
                        </m:r>
                        <m:r>
                          <a:rPr kumimoji="1" lang="en-US" altLang="zh-CN" sz="2400" i="1" dirty="0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kumimoji="1" lang="en-US" altLang="zh-CN" sz="2400" i="1" dirty="0" smtClean="0">
                            <a:latin typeface="Cambria Math" panose="02040503050406030204" pitchFamily="18" charset="0"/>
                          </a:rPr>
                          <m:t>𝑌</m:t>
                        </m:r>
                        <m:r>
                          <a:rPr kumimoji="1" lang="en-US" altLang="zh-CN" sz="2400" i="1" dirty="0" smtClean="0"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kumimoji="1" lang="zh-CN" altLang="en-US" sz="2400" dirty="0"/>
                </a:p>
              </p:txBody>
            </p:sp>
          </mc:Choice>
          <mc:Fallback xmlns="">
            <p:sp>
              <p:nvSpPr>
                <p:cNvPr id="5" name="文本框 4">
                  <a:extLst>
                    <a:ext uri="{FF2B5EF4-FFF2-40B4-BE49-F238E27FC236}">
                      <a16:creationId xmlns:a16="http://schemas.microsoft.com/office/drawing/2014/main" id="{B77FF151-DBE6-C00D-5E23-0731F55024F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707482" y="4037023"/>
                  <a:ext cx="3621504" cy="461665"/>
                </a:xfrm>
                <a:prstGeom prst="rect">
                  <a:avLst/>
                </a:prstGeom>
                <a:blipFill>
                  <a:blip r:embed="rId21"/>
                  <a:stretch>
                    <a:fillRect b="-15789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8" name="组合 7">
            <a:extLst>
              <a:ext uri="{FF2B5EF4-FFF2-40B4-BE49-F238E27FC236}">
                <a16:creationId xmlns:a16="http://schemas.microsoft.com/office/drawing/2014/main" id="{9A89F5AE-606E-B4EF-3037-5979A830440F}"/>
              </a:ext>
            </a:extLst>
          </p:cNvPr>
          <p:cNvGrpSpPr/>
          <p:nvPr/>
        </p:nvGrpSpPr>
        <p:grpSpPr>
          <a:xfrm>
            <a:off x="1187450" y="3300761"/>
            <a:ext cx="3650214" cy="526027"/>
            <a:chOff x="1187450" y="3300761"/>
            <a:chExt cx="3650214" cy="526027"/>
          </a:xfrm>
        </p:grpSpPr>
        <mc:AlternateContent xmlns:mc="http://schemas.openxmlformats.org/markup-compatibility/2006" xmlns:a14="http://schemas.microsoft.com/office/drawing/2010/main">
          <mc:Choice Requires="a14">
            <p:graphicFrame>
              <p:nvGraphicFramePr>
                <p:cNvPr id="39942" name="Object 6">
                  <a:extLst>
                    <a:ext uri="{FF2B5EF4-FFF2-40B4-BE49-F238E27FC236}">
                      <a16:creationId xmlns:a16="http://schemas.microsoft.com/office/drawing/2014/main" id="{FD44C113-E306-5F6E-D782-CD062276C733}"/>
                    </a:ext>
                  </a:extLst>
                </p:cNvPr>
                <p:cNvGraphicFramePr>
                  <a:graphicFrameLocks noChangeAspect="1"/>
                </p:cNvGraphicFramePr>
                <p:nvPr/>
              </p:nvGraphicFramePr>
              <p:xfrm>
                <a:off x="1187450" y="3306088"/>
                <a:ext cx="3155950" cy="520700"/>
              </p:xfrm>
              <a:graphic>
                <a:graphicData uri="http://schemas.openxmlformats.org/presentationml/2006/ole">
                  <mc:AlternateContent>
                    <mc:Choice xmlns:v="urn:schemas-microsoft-com:vml" Requires="v">
                      <p:oleObj spid="_x0000_s2060" name="公式" r:id="rId22" imgW="24866600" imgH="4686300" progId="Equation.3">
                        <p:embed/>
                      </p:oleObj>
                    </mc:Choice>
                    <mc:Fallback>
                      <p:oleObj name="公式" r:id="rId22" imgW="24866600" imgH="4686300" progId="Equation.3">
                        <p:embed/>
                        <p:pic>
                          <p:nvPicPr>
                            <p:cNvPr id="39942" name="Object 6">
                              <a:extLst>
                                <a:ext uri="{FF2B5EF4-FFF2-40B4-BE49-F238E27FC236}">
                                  <a16:creationId xmlns:a16="http://schemas.microsoft.com/office/drawing/2014/main" id="{FD44C113-E306-5F6E-D782-CD062276C733}"/>
                                </a:ext>
                              </a:extLst>
                            </p:cNvPr>
                            <p:cNvPicPr>
                              <a:picLocks noChangeAspect="1" noChangeArrowheads="1"/>
                            </p:cNvPicPr>
                            <p:nvPr/>
                          </p:nvPicPr>
                          <p:blipFill>
                            <a:blip r:embed="rId23">
                              <a:extLst>
                                <a:ext uri="{28A0092B-C50C-407E-A947-70E740481C1C}">
                                  <a14:useLocalDpi val="0"/>
                                </a:ext>
                              </a:extLst>
                            </a:blip>
                            <a:srcRect/>
                            <a:stretch>
                              <a:fillRect/>
                            </a:stretch>
                          </p:blipFill>
                          <p:spPr bwMode="auto">
                            <a:xfrm>
                              <a:off x="1187450" y="3306088"/>
                              <a:ext cx="3155950" cy="520700"/>
                            </a:xfrm>
                            <a:prstGeom prst="rect">
                              <a:avLst/>
                            </a:prstGeom>
                            <a:noFill/>
                            <a:ln>
                              <a:noFill/>
                            </a:ln>
                            <a:effectLst/>
                            <a:extLst>
                              <a:ext uri="{909E8E84-426E-40DD-AFC4-6F175D3DCCD1}">
                                <a14:hiddenFill>
                                  <a:solidFill>
                                    <a:srgbClr val="FFFFFF"/>
                                  </a:solidFill>
                                </a14:hiddenFill>
                              </a:ext>
                              <a:ext uri="{91240B29-F687-4F45-9708-019B960494DF}">
                                <a14:hiddenLine w="9525">
                                  <a:solidFill>
                                    <a:srgbClr val="000000"/>
                                  </a:solidFill>
                                  <a:miter lim="800000"/>
                                  <a:headEnd/>
                                  <a:tailEnd/>
                                </a14:hiddenLine>
                              </a:ext>
                              <a:ext uri="{AF507438-7753-43E0-B8FC-AC1667EBCBE1}">
                                <a14:hiddenEffects>
                                  <a:effectLst>
                                    <a:outerShdw dist="35921" dir="2700000" algn="ctr" rotWithShape="0">
                                      <a:srgbClr val="808080"/>
                                    </a:outerShdw>
                                  </a:effectLst>
                                </a14:hiddenEffects>
                              </a:ext>
                            </a:extLst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</mc:Choice>
          <mc:Fallback xmlns="">
            <p:graphicFrame>
              <p:nvGraphicFramePr>
                <p:cNvPr id="39942" name="Object 6">
                  <a:extLst>
                    <a:ext uri="{FF2B5EF4-FFF2-40B4-BE49-F238E27FC236}">
                      <a16:creationId xmlns:a16="http://schemas.microsoft.com/office/drawing/2014/main" id="{FD44C113-E306-5F6E-D782-CD062276C733}"/>
                    </a:ext>
                  </a:extLst>
                </p:cNvPr>
                <p:cNvGraphicFramePr>
                  <a:graphicFrameLocks noChangeAspect="1"/>
                </p:cNvGraphicFramePr>
                <p:nvPr/>
              </p:nvGraphicFramePr>
              <p:xfrm>
                <a:off x="1187450" y="3306088"/>
                <a:ext cx="3155950" cy="520700"/>
              </p:xfrm>
              <a:graphic>
                <a:graphicData uri="http://schemas.openxmlformats.org/presentationml/2006/ole">
                  <mc:AlternateContent>
                    <mc:Choice xmlns:v="urn:schemas-microsoft-com:vml" Requires="v">
                      <p:oleObj name="公式" r:id="rId24" imgW="24866600" imgH="4686300" progId="Equation.3">
                        <p:embed/>
                      </p:oleObj>
                    </mc:Choice>
                    <mc:Fallback>
                      <p:oleObj name="公式" r:id="rId24" imgW="24866600" imgH="4686300" progId="Equation.3">
                        <p:embed/>
                        <p:pic>
                          <p:nvPicPr>
                            <p:cNvPr id="39942" name="Object 6">
                              <a:extLst>
                                <a:ext uri="{FF2B5EF4-FFF2-40B4-BE49-F238E27FC236}">
                                  <a16:creationId xmlns:a16="http://schemas.microsoft.com/office/drawing/2014/main" id="{FD44C113-E306-5F6E-D782-CD062276C733}"/>
                                </a:ext>
                              </a:extLst>
                            </p:cNvPr>
                            <p:cNvPicPr>
                              <a:picLocks noChangeAspect="1" noChangeArrowheads="1"/>
                            </p:cNvPicPr>
                            <p:nvPr/>
                          </p:nvPicPr>
                          <p:blipFill>
                            <a:blip r:embed="rId25">
                              <a:extLst>
                                <a:ext uri="{28A0092B-C50C-407E-A947-70E740481C1C}">
                                  <a14:useLocalDpi xmlns:a14="http://schemas.microsoft.com/office/drawing/2010/main" val="0"/>
                                </a:ext>
                              </a:extLst>
                            </a:blip>
                            <a:srcRect/>
                            <a:stretch>
                              <a:fillRect/>
                            </a:stretch>
                          </p:blipFill>
                          <p:spPr bwMode="auto">
                            <a:xfrm>
                              <a:off x="1187450" y="3306088"/>
                              <a:ext cx="3155950" cy="520700"/>
                            </a:xfrm>
                            <a:prstGeom prst="rect">
                              <a:avLst/>
                            </a:prstGeom>
                            <a:noFill/>
                            <a:ln>
                              <a:noFill/>
                            </a:ln>
                            <a:effectLst/>
                            <a:extLst>
                              <a:ext uri="{909E8E84-426E-40DD-AFC4-6F175D3DCCD1}">
                                <a14:hiddenFill xmlns:a14="http://schemas.microsoft.com/office/drawing/2010/main">
                                  <a:solidFill>
                                    <a:srgbClr val="FFFFFF"/>
                                  </a:solidFill>
                                </a14:hiddenFill>
                              </a:ext>
                              <a:ext uri="{91240B29-F687-4F45-9708-019B960494DF}">
                                <a14:hiddenLine xmlns:a14="http://schemas.microsoft.com/office/drawing/2010/main" w="9525">
                                  <a:solidFill>
                                    <a:srgbClr val="000000"/>
                                  </a:solidFill>
                                  <a:miter lim="800000"/>
                                  <a:headEnd/>
                                  <a:tailEnd/>
                                </a14:hiddenLine>
                              </a:ext>
                              <a:ext uri="{AF507438-7753-43E0-B8FC-AC1667EBCBE1}">
                                <a14:hiddenEffects xmlns:a14="http://schemas.microsoft.com/office/drawing/2010/main">
                                  <a:effectLst>
                                    <a:outerShdw dist="35921" dir="2700000" algn="ctr" rotWithShape="0">
                                      <a:srgbClr val="808080"/>
                                    </a:outerShdw>
                                  </a:effectLst>
                                </a14:hiddenEffects>
                              </a:ext>
                            </a:extLst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" name="文本框 5">
                  <a:extLst>
                    <a:ext uri="{FF2B5EF4-FFF2-40B4-BE49-F238E27FC236}">
                      <a16:creationId xmlns:a16="http://schemas.microsoft.com/office/drawing/2014/main" id="{4980AF9E-1ECC-50CE-BFCE-D20370AB4D36}"/>
                    </a:ext>
                  </a:extLst>
                </p:cNvPr>
                <p:cNvSpPr txBox="1"/>
                <p:nvPr/>
              </p:nvSpPr>
              <p:spPr>
                <a:xfrm>
                  <a:off x="1759985" y="3300761"/>
                  <a:ext cx="3077679" cy="461665"/>
                </a:xfrm>
                <a:prstGeom prst="rect">
                  <a:avLst/>
                </a:prstGeom>
                <a:solidFill>
                  <a:schemeClr val="bg1"/>
                </a:solidFill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kumimoji="1" lang="en-US" altLang="zh-CN" sz="2400" b="0" i="1" dirty="0" smtClean="0">
                            <a:latin typeface="Cambria Math" panose="02040503050406030204" pitchFamily="18" charset="0"/>
                          </a:rPr>
                          <m:t>𝐶𝑜𝑣</m:t>
                        </m:r>
                        <m:r>
                          <a:rPr kumimoji="1" lang="en-US" altLang="zh-CN" sz="2400" i="1" dirty="0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kumimoji="1" lang="en-US" altLang="zh-CN" sz="2400" i="1" dirty="0" smtClean="0">
                            <a:latin typeface="Cambria Math" panose="02040503050406030204" pitchFamily="18" charset="0"/>
                          </a:rPr>
                          <m:t>𝑋</m:t>
                        </m:r>
                        <m:r>
                          <a:rPr kumimoji="1" lang="en-US" altLang="zh-CN" sz="2400" b="0" i="1" dirty="0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kumimoji="1" lang="en-US" altLang="zh-CN" sz="2400" i="1" dirty="0" smtClean="0">
                            <a:latin typeface="Cambria Math" panose="02040503050406030204" pitchFamily="18" charset="0"/>
                          </a:rPr>
                          <m:t>𝑌</m:t>
                        </m:r>
                        <m:r>
                          <a:rPr kumimoji="1" lang="en-US" altLang="zh-CN" sz="2400" i="1" dirty="0" smtClean="0">
                            <a:latin typeface="Cambria Math" panose="02040503050406030204" pitchFamily="18" charset="0"/>
                          </a:rPr>
                          <m:t>)=0</m:t>
                        </m:r>
                      </m:oMath>
                    </m:oMathPara>
                  </a14:m>
                  <a:endParaRPr kumimoji="1" lang="zh-CN" altLang="en-US" sz="2400" dirty="0"/>
                </a:p>
              </p:txBody>
            </p:sp>
          </mc:Choice>
          <mc:Fallback xmlns="">
            <p:sp>
              <p:nvSpPr>
                <p:cNvPr id="6" name="文本框 5">
                  <a:extLst>
                    <a:ext uri="{FF2B5EF4-FFF2-40B4-BE49-F238E27FC236}">
                      <a16:creationId xmlns:a16="http://schemas.microsoft.com/office/drawing/2014/main" id="{4980AF9E-1ECC-50CE-BFCE-D20370AB4D3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759985" y="3300761"/>
                  <a:ext cx="3077679" cy="461665"/>
                </a:xfrm>
                <a:prstGeom prst="rect">
                  <a:avLst/>
                </a:prstGeom>
                <a:blipFill>
                  <a:blip r:embed="rId26"/>
                  <a:stretch>
                    <a:fillRect l="-410" b="-15789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0" name="组合 9">
            <a:extLst>
              <a:ext uri="{FF2B5EF4-FFF2-40B4-BE49-F238E27FC236}">
                <a16:creationId xmlns:a16="http://schemas.microsoft.com/office/drawing/2014/main" id="{18A96EBE-A25B-2A04-8CDE-F8F651D83C33}"/>
              </a:ext>
            </a:extLst>
          </p:cNvPr>
          <p:cNvGrpSpPr/>
          <p:nvPr/>
        </p:nvGrpSpPr>
        <p:grpSpPr>
          <a:xfrm>
            <a:off x="1189038" y="4737580"/>
            <a:ext cx="3596123" cy="508000"/>
            <a:chOff x="1189038" y="4737580"/>
            <a:chExt cx="3596123" cy="508000"/>
          </a:xfrm>
        </p:grpSpPr>
        <mc:AlternateContent xmlns:mc="http://schemas.openxmlformats.org/markup-compatibility/2006" xmlns:a14="http://schemas.microsoft.com/office/drawing/2010/main">
          <mc:Choice Requires="a14">
            <p:graphicFrame>
              <p:nvGraphicFramePr>
                <p:cNvPr id="39944" name="Object 8">
                  <a:extLst>
                    <a:ext uri="{FF2B5EF4-FFF2-40B4-BE49-F238E27FC236}">
                      <a16:creationId xmlns:a16="http://schemas.microsoft.com/office/drawing/2014/main" id="{312D1BE8-7F74-F418-5A07-E8313060B9C1}"/>
                    </a:ext>
                  </a:extLst>
                </p:cNvPr>
                <p:cNvGraphicFramePr>
                  <a:graphicFrameLocks noChangeAspect="1"/>
                </p:cNvGraphicFramePr>
                <p:nvPr/>
              </p:nvGraphicFramePr>
              <p:xfrm>
                <a:off x="1189038" y="4737580"/>
                <a:ext cx="2949009" cy="508000"/>
              </p:xfrm>
              <a:graphic>
                <a:graphicData uri="http://schemas.openxmlformats.org/presentationml/2006/ole">
                  <mc:AlternateContent>
                    <mc:Choice xmlns:v="urn:schemas-microsoft-com:vml" Requires="v">
                      <p:oleObj spid="_x0000_s2061" name="Equation" r:id="rId27" imgW="25742900" imgH="4686300" progId="Equation.3">
                        <p:embed/>
                      </p:oleObj>
                    </mc:Choice>
                    <mc:Fallback>
                      <p:oleObj name="Equation" r:id="rId27" imgW="25742900" imgH="4686300" progId="Equation.3">
                        <p:embed/>
                        <p:pic>
                          <p:nvPicPr>
                            <p:cNvPr id="39944" name="Object 8">
                              <a:extLst>
                                <a:ext uri="{FF2B5EF4-FFF2-40B4-BE49-F238E27FC236}">
                                  <a16:creationId xmlns:a16="http://schemas.microsoft.com/office/drawing/2014/main" id="{312D1BE8-7F74-F418-5A07-E8313060B9C1}"/>
                                </a:ext>
                              </a:extLst>
                            </p:cNvPr>
                            <p:cNvPicPr>
                              <a:picLocks noChangeAspect="1" noChangeArrowheads="1"/>
                            </p:cNvPicPr>
                            <p:nvPr/>
                          </p:nvPicPr>
                          <p:blipFill>
                            <a:blip r:embed="rId20">
                              <a:extLst>
                                <a:ext uri="{28A0092B-C50C-407E-A947-70E740481C1C}">
                                  <a14:useLocalDpi val="0"/>
                                </a:ext>
                              </a:extLst>
                            </a:blip>
                            <a:srcRect/>
                            <a:stretch>
                              <a:fillRect/>
                            </a:stretch>
                          </p:blipFill>
                          <p:spPr bwMode="auto">
                            <a:xfrm>
                              <a:off x="1189038" y="4737580"/>
                              <a:ext cx="2949009" cy="508000"/>
                            </a:xfrm>
                            <a:prstGeom prst="rect">
                              <a:avLst/>
                            </a:prstGeom>
                            <a:noFill/>
                            <a:ln>
                              <a:noFill/>
                            </a:ln>
                            <a:effectLst/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</mc:Choice>
          <mc:Fallback xmlns="">
            <p:graphicFrame>
              <p:nvGraphicFramePr>
                <p:cNvPr id="39944" name="Object 8">
                  <a:extLst>
                    <a:ext uri="{FF2B5EF4-FFF2-40B4-BE49-F238E27FC236}">
                      <a16:creationId xmlns:a16="http://schemas.microsoft.com/office/drawing/2014/main" id="{312D1BE8-7F74-F418-5A07-E8313060B9C1}"/>
                    </a:ext>
                  </a:extLst>
                </p:cNvPr>
                <p:cNvGraphicFramePr>
                  <a:graphicFrameLocks noChangeAspect="1"/>
                </p:cNvGraphicFramePr>
                <p:nvPr/>
              </p:nvGraphicFramePr>
              <p:xfrm>
                <a:off x="1189038" y="4737580"/>
                <a:ext cx="2949009" cy="508000"/>
              </p:xfrm>
              <a:graphic>
                <a:graphicData uri="http://schemas.openxmlformats.org/presentationml/2006/ole">
                  <mc:AlternateContent>
                    <mc:Choice xmlns:v="urn:schemas-microsoft-com:vml" Requires="v">
                      <p:oleObj name="Equation" r:id="rId29" imgW="25742900" imgH="4686300" progId="Equation.3">
                        <p:embed/>
                      </p:oleObj>
                    </mc:Choice>
                    <mc:Fallback>
                      <p:oleObj name="Equation" r:id="rId29" imgW="25742900" imgH="4686300" progId="Equation.3">
                        <p:embed/>
                        <p:pic>
                          <p:nvPicPr>
                            <p:cNvPr id="39944" name="Object 8">
                              <a:extLst>
                                <a:ext uri="{FF2B5EF4-FFF2-40B4-BE49-F238E27FC236}">
                                  <a16:creationId xmlns:a16="http://schemas.microsoft.com/office/drawing/2014/main" id="{312D1BE8-7F74-F418-5A07-E8313060B9C1}"/>
                                </a:ext>
                              </a:extLst>
                            </p:cNvPr>
                            <p:cNvPicPr>
                              <a:picLocks noChangeAspect="1" noChangeArrowheads="1"/>
                            </p:cNvPicPr>
                            <p:nvPr/>
                          </p:nvPicPr>
                          <p:blipFill>
                            <a:blip r:embed="rId30">
                              <a:extLst>
                                <a:ext uri="{28A0092B-C50C-407E-A947-70E740481C1C}">
                                  <a14:useLocalDpi xmlns:a14="http://schemas.microsoft.com/office/drawing/2010/main" val="0"/>
                                </a:ext>
                              </a:extLst>
                            </a:blip>
                            <a:srcRect/>
                            <a:stretch>
                              <a:fillRect/>
                            </a:stretch>
                          </p:blipFill>
                          <p:spPr bwMode="auto">
                            <a:xfrm>
                              <a:off x="1189038" y="4737580"/>
                              <a:ext cx="2949009" cy="508000"/>
                            </a:xfrm>
                            <a:prstGeom prst="rect">
                              <a:avLst/>
                            </a:prstGeom>
                            <a:noFill/>
                            <a:ln>
                              <a:noFill/>
                            </a:ln>
                            <a:effectLst/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" name="文本框 8">
                  <a:extLst>
                    <a:ext uri="{FF2B5EF4-FFF2-40B4-BE49-F238E27FC236}">
                      <a16:creationId xmlns:a16="http://schemas.microsoft.com/office/drawing/2014/main" id="{43E1D2AE-4F0F-DCF9-D4EA-BE5B7C515148}"/>
                    </a:ext>
                  </a:extLst>
                </p:cNvPr>
                <p:cNvSpPr txBox="1"/>
                <p:nvPr/>
              </p:nvSpPr>
              <p:spPr>
                <a:xfrm>
                  <a:off x="1707482" y="4739816"/>
                  <a:ext cx="3077679" cy="461665"/>
                </a:xfrm>
                <a:prstGeom prst="rect">
                  <a:avLst/>
                </a:prstGeom>
                <a:solidFill>
                  <a:schemeClr val="bg1"/>
                </a:solidFill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kumimoji="1" lang="en-US" altLang="zh-CN" sz="2400" b="0" i="1" dirty="0" smtClean="0">
                            <a:latin typeface="Cambria Math" panose="02040503050406030204" pitchFamily="18" charset="0"/>
                          </a:rPr>
                          <m:t>𝐸</m:t>
                        </m:r>
                        <m:r>
                          <a:rPr kumimoji="1" lang="en-US" altLang="zh-CN" sz="2400" i="1" dirty="0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kumimoji="1" lang="en-US" altLang="zh-CN" sz="2400" i="1" dirty="0" smtClean="0">
                            <a:latin typeface="Cambria Math" panose="02040503050406030204" pitchFamily="18" charset="0"/>
                          </a:rPr>
                          <m:t>𝑋𝑌</m:t>
                        </m:r>
                        <m:r>
                          <a:rPr kumimoji="1" lang="en-US" altLang="zh-CN" sz="2400" i="1" dirty="0" smtClean="0">
                            <a:latin typeface="Cambria Math" panose="02040503050406030204" pitchFamily="18" charset="0"/>
                          </a:rPr>
                          <m:t>)=</m:t>
                        </m:r>
                        <m:r>
                          <a:rPr kumimoji="1" lang="en-US" altLang="zh-CN" sz="2400" b="0" i="1" dirty="0" smtClean="0">
                            <a:latin typeface="Cambria Math" panose="02040503050406030204" pitchFamily="18" charset="0"/>
                          </a:rPr>
                          <m:t>𝐸</m:t>
                        </m:r>
                        <m:d>
                          <m:dPr>
                            <m:ctrlPr>
                              <a:rPr kumimoji="1" lang="en-US" altLang="zh-CN" sz="2400" b="0" i="1" dirty="0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kumimoji="1" lang="en-US" altLang="zh-CN" sz="2400" b="0" i="1" dirty="0" smtClean="0"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</m:d>
                        <m:r>
                          <a:rPr kumimoji="1" lang="en-US" altLang="zh-CN" sz="2400" b="0" i="1" dirty="0" smtClean="0">
                            <a:latin typeface="Cambria Math" panose="02040503050406030204" pitchFamily="18" charset="0"/>
                          </a:rPr>
                          <m:t>𝐸</m:t>
                        </m:r>
                        <m:r>
                          <a:rPr kumimoji="1" lang="en-US" altLang="zh-CN" sz="2400" b="0" i="1" dirty="0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kumimoji="1" lang="en-US" altLang="zh-CN" sz="2400" b="0" i="1" dirty="0" smtClean="0">
                            <a:latin typeface="Cambria Math" panose="02040503050406030204" pitchFamily="18" charset="0"/>
                          </a:rPr>
                          <m:t>𝑌</m:t>
                        </m:r>
                        <m:r>
                          <a:rPr kumimoji="1" lang="en-US" altLang="zh-CN" sz="2400" b="0" i="1" dirty="0" smtClean="0"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kumimoji="1" lang="zh-CN" altLang="en-US" sz="2400" dirty="0"/>
                </a:p>
              </p:txBody>
            </p:sp>
          </mc:Choice>
          <mc:Fallback xmlns="">
            <p:sp>
              <p:nvSpPr>
                <p:cNvPr id="9" name="文本框 8">
                  <a:extLst>
                    <a:ext uri="{FF2B5EF4-FFF2-40B4-BE49-F238E27FC236}">
                      <a16:creationId xmlns:a16="http://schemas.microsoft.com/office/drawing/2014/main" id="{43E1D2AE-4F0F-DCF9-D4EA-BE5B7C51514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707482" y="4739816"/>
                  <a:ext cx="3077679" cy="461665"/>
                </a:xfrm>
                <a:prstGeom prst="rect">
                  <a:avLst/>
                </a:prstGeom>
                <a:blipFill>
                  <a:blip r:embed="rId31"/>
                  <a:stretch>
                    <a:fillRect l="-412" b="-18919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399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99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 prLst="gradientSize: 0.1">
                                      <p:cBhvr>
                                        <p:cTn id="9" dur="1000"/>
                                        <p:tgtEl>
                                          <p:spTgt spid="399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2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399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399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 prLst="gradientSize: 0.1">
                                      <p:cBhvr>
                                        <p:cTn id="14" dur="1000"/>
                                        <p:tgtEl>
                                          <p:spTgt spid="399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9946" grpId="0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文本框 2">
                <a:extLst>
                  <a:ext uri="{FF2B5EF4-FFF2-40B4-BE49-F238E27FC236}">
                    <a16:creationId xmlns:a16="http://schemas.microsoft.com/office/drawing/2014/main" id="{2FBC1791-7922-17CB-2EDF-7C94796B3F85}"/>
                  </a:ext>
                </a:extLst>
              </p:cNvPr>
              <p:cNvSpPr txBox="1"/>
              <p:nvPr/>
            </p:nvSpPr>
            <p:spPr>
              <a:xfrm>
                <a:off x="366712" y="2499033"/>
                <a:ext cx="8486776" cy="306596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indent="0">
                  <a:lnSpc>
                    <a:spcPct val="150000"/>
                  </a:lnSpc>
                  <a:buNone/>
                </a:pPr>
                <a:r>
                  <a:rPr lang="zh-CN" altLang="en-US" sz="2400" kern="100" dirty="0"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</a:rPr>
                  <a:t>设</a:t>
                </a:r>
                <a14:m>
                  <m:oMath xmlns:m="http://schemas.openxmlformats.org/officeDocument/2006/math">
                    <m:r>
                      <a:rPr lang="en-US" altLang="zh-CN" sz="2400" i="1" kern="100" dirty="0" smtClean="0">
                        <a:latin typeface="Cambria Math" panose="02040503050406030204" pitchFamily="18" charset="0"/>
                        <a:ea typeface="楷体" panose="02010609060101010101" pitchFamily="49" charset="-122"/>
                        <a:cs typeface="Times New Roman" panose="02020603050405020304" pitchFamily="18" charset="0"/>
                      </a:rPr>
                      <m:t>(</m:t>
                    </m:r>
                    <m:r>
                      <a:rPr lang="en-US" altLang="zh-CN" sz="2400" i="1" kern="100" dirty="0" smtClean="0">
                        <a:latin typeface="Cambria Math" panose="02040503050406030204" pitchFamily="18" charset="0"/>
                        <a:ea typeface="楷体" panose="02010609060101010101" pitchFamily="49" charset="-122"/>
                        <a:cs typeface="Times New Roman" panose="02020603050405020304" pitchFamily="18" charset="0"/>
                      </a:rPr>
                      <m:t>𝑋</m:t>
                    </m:r>
                    <m:r>
                      <a:rPr lang="en-US" altLang="zh-CN" sz="2400" i="1" kern="100" dirty="0" smtClean="0">
                        <a:latin typeface="Cambria Math" panose="02040503050406030204" pitchFamily="18" charset="0"/>
                        <a:ea typeface="楷体" panose="02010609060101010101" pitchFamily="49" charset="-122"/>
                        <a:cs typeface="Times New Roman" panose="02020603050405020304" pitchFamily="18" charset="0"/>
                      </a:rPr>
                      <m:t> , </m:t>
                    </m:r>
                    <m:r>
                      <a:rPr lang="en-US" altLang="zh-CN" sz="2400" i="1" kern="100" dirty="0" smtClean="0">
                        <a:latin typeface="Cambria Math" panose="02040503050406030204" pitchFamily="18" charset="0"/>
                        <a:ea typeface="楷体" panose="02010609060101010101" pitchFamily="49" charset="-122"/>
                        <a:cs typeface="Times New Roman" panose="02020603050405020304" pitchFamily="18" charset="0"/>
                      </a:rPr>
                      <m:t>𝑌</m:t>
                    </m:r>
                    <m:r>
                      <a:rPr lang="en-US" altLang="zh-CN" sz="2400" i="1" kern="100" dirty="0">
                        <a:latin typeface="Cambria Math" panose="02040503050406030204" pitchFamily="18" charset="0"/>
                        <a:ea typeface="楷体" panose="02010609060101010101" pitchFamily="49" charset="-122"/>
                        <a:cs typeface="Times New Roman" panose="02020603050405020304" pitchFamily="18" charset="0"/>
                      </a:rPr>
                      <m:t>)</m:t>
                    </m:r>
                  </m:oMath>
                </a14:m>
                <a:r>
                  <a:rPr lang="zh-CN" altLang="en-US" sz="2400" kern="100" dirty="0"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</a:rPr>
                  <a:t>服从二维正态分布，它的概率密度为</a:t>
                </a:r>
                <a:endParaRPr lang="zh-CN" altLang="zh-CN" sz="2400" kern="100" dirty="0"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endParaRPr>
              </a:p>
              <a:p>
                <a:pPr marL="0" indent="0">
                  <a:lnSpc>
                    <a:spcPct val="150000"/>
                  </a:lnSpc>
                  <a:buNone/>
                </a:pPr>
                <a14:m>
                  <m:oMath xmlns:m="http://schemas.openxmlformats.org/officeDocument/2006/math">
                    <m:r>
                      <a:rPr lang="en-US" altLang="zh-CN" sz="2400" kern="10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altLang="zh-CN" sz="2400" kern="10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sz="2400" kern="10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altLang="zh-CN" sz="2400" kern="10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zh-CN" sz="2400" kern="10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altLang="zh-CN" sz="2400" kern="100">
                        <a:latin typeface="Cambria Math" panose="02040503050406030204" pitchFamily="18" charset="0"/>
                      </a:rPr>
                      <m:t>)=</m:t>
                    </m:r>
                    <m:f>
                      <m:fPr>
                        <m:ctrlPr>
                          <a:rPr lang="zh-CN" altLang="zh-CN" sz="2400" i="1" kern="10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sz="2400" kern="10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altLang="zh-CN" sz="2400" kern="100"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US" altLang="zh-CN" sz="2400" kern="100">
                            <a:latin typeface="Cambria Math" panose="02040503050406030204" pitchFamily="18" charset="0"/>
                          </a:rPr>
                          <m:t>𝜋</m:t>
                        </m:r>
                        <m:sSub>
                          <m:sSubPr>
                            <m:ctrlPr>
                              <a:rPr lang="zh-CN" altLang="zh-CN" sz="2400" i="1" kern="10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CN" altLang="en-US" sz="2400" kern="100">
                                <a:latin typeface="Cambria Math" panose="02040503050406030204" pitchFamily="18" charset="0"/>
                              </a:rPr>
                              <m:t>𝜎</m:t>
                            </m:r>
                          </m:e>
                          <m:sub>
                            <m:r>
                              <a:rPr lang="en-US" altLang="zh-CN" sz="2400" kern="10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sSub>
                          <m:sSubPr>
                            <m:ctrlPr>
                              <a:rPr lang="zh-CN" altLang="zh-CN" sz="2400" i="1" kern="10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CN" altLang="en-US" sz="2400" kern="100">
                                <a:latin typeface="Cambria Math" panose="02040503050406030204" pitchFamily="18" charset="0"/>
                              </a:rPr>
                              <m:t>𝜎</m:t>
                            </m:r>
                          </m:e>
                          <m:sub>
                            <m:r>
                              <a:rPr lang="en-US" altLang="zh-CN" sz="2400" kern="10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ad>
                          <m:radPr>
                            <m:degHide m:val="on"/>
                            <m:ctrlPr>
                              <a:rPr lang="zh-CN" altLang="zh-CN" sz="2400" i="1" kern="100"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US" altLang="zh-CN" sz="2400" kern="100">
                                <a:latin typeface="Cambria Math" panose="02040503050406030204" pitchFamily="18" charset="0"/>
                              </a:rPr>
                              <m:t>1−</m:t>
                            </m:r>
                            <m:sSup>
                              <m:sSupPr>
                                <m:ctrlPr>
                                  <a:rPr lang="zh-CN" altLang="zh-CN" sz="2400" i="1" kern="10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zh-CN" altLang="en-US" sz="2400" kern="100">
                                    <a:latin typeface="Cambria Math" panose="02040503050406030204" pitchFamily="18" charset="0"/>
                                  </a:rPr>
                                  <m:t>𝜌</m:t>
                                </m:r>
                              </m:e>
                              <m:sup>
                                <m:r>
                                  <a:rPr lang="en-US" altLang="zh-CN" sz="2400" kern="10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e>
                        </m:rad>
                      </m:den>
                    </m:f>
                    <m:r>
                      <a:rPr lang="en-US" altLang="zh-CN" sz="2400" kern="100">
                        <a:latin typeface="Cambria Math" panose="02040503050406030204" pitchFamily="18" charset="0"/>
                      </a:rPr>
                      <m:t>𝑒𝑥𝑝</m:t>
                    </m:r>
                    <m:r>
                      <a:rPr lang="en-US" altLang="zh-CN" sz="2400" kern="100">
                        <a:latin typeface="Cambria Math" panose="02040503050406030204" pitchFamily="18" charset="0"/>
                      </a:rPr>
                      <m:t>{</m:t>
                    </m:r>
                    <m:f>
                      <m:fPr>
                        <m:ctrlPr>
                          <a:rPr lang="zh-CN" altLang="zh-CN" sz="2400" i="1" kern="10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sz="2400" kern="100">
                            <a:latin typeface="Cambria Math" panose="02040503050406030204" pitchFamily="18" charset="0"/>
                          </a:rPr>
                          <m:t>−1</m:t>
                        </m:r>
                      </m:num>
                      <m:den>
                        <m:r>
                          <a:rPr lang="en-US" altLang="zh-CN" sz="2400" kern="100">
                            <a:latin typeface="Cambria Math" panose="02040503050406030204" pitchFamily="18" charset="0"/>
                          </a:rPr>
                          <m:t>2(1−</m:t>
                        </m:r>
                        <m:sSup>
                          <m:sSupPr>
                            <m:ctrlPr>
                              <a:rPr lang="zh-CN" altLang="zh-CN" sz="2400" i="1" kern="10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zh-CN" altLang="en-US" sz="2400" kern="100">
                                <a:latin typeface="Cambria Math" panose="02040503050406030204" pitchFamily="18" charset="0"/>
                              </a:rPr>
                              <m:t>𝜌</m:t>
                            </m:r>
                          </m:e>
                          <m:sup>
                            <m:r>
                              <a:rPr lang="en-US" altLang="zh-CN" sz="2400" kern="10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US" altLang="zh-CN" sz="2400" kern="100"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  <m:r>
                      <a:rPr lang="en-US" altLang="zh-CN" sz="2400" kern="100">
                        <a:latin typeface="Cambria Math" panose="02040503050406030204" pitchFamily="18" charset="0"/>
                      </a:rPr>
                      <m:t>[</m:t>
                    </m:r>
                    <m:f>
                      <m:fPr>
                        <m:ctrlPr>
                          <a:rPr lang="zh-CN" altLang="zh-CN" sz="2400" i="1" kern="10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sz="2400" kern="10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altLang="zh-CN" sz="2400" kern="10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altLang="zh-CN" sz="2400" kern="100"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zh-CN" altLang="zh-CN" sz="2400" i="1" kern="10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CN" altLang="en-US" sz="2400" kern="100">
                                <a:latin typeface="Cambria Math" panose="02040503050406030204" pitchFamily="18" charset="0"/>
                              </a:rPr>
                              <m:t>𝜇</m:t>
                            </m:r>
                          </m:e>
                          <m:sub>
                            <m:r>
                              <a:rPr lang="en-US" altLang="zh-CN" sz="2400" kern="10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sSup>
                          <m:sSupPr>
                            <m:ctrlPr>
                              <a:rPr lang="zh-CN" altLang="zh-CN" sz="2400" i="1" kern="10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sz="2400" kern="100"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US" altLang="zh-CN" sz="2400" kern="10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sSubSup>
                          <m:sSubSupPr>
                            <m:ctrlPr>
                              <a:rPr lang="zh-CN" altLang="zh-CN" sz="2400" i="1" kern="10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zh-CN" altLang="en-US" sz="2400" kern="100">
                                <a:latin typeface="Cambria Math" panose="02040503050406030204" pitchFamily="18" charset="0"/>
                              </a:rPr>
                              <m:t>𝜎</m:t>
                            </m:r>
                          </m:e>
                          <m:sub>
                            <m:r>
                              <a:rPr lang="en-US" altLang="zh-CN" sz="2400" kern="10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  <m:sup>
                            <m:r>
                              <a:rPr lang="en-US" altLang="zh-CN" sz="2400" kern="10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bSup>
                      </m:den>
                    </m:f>
                  </m:oMath>
                </a14:m>
                <a:r>
                  <a:rPr lang="en-US" altLang="zh-CN" sz="2400" kern="100" dirty="0"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sz="2400" kern="100">
                        <a:latin typeface="Cambria Math" panose="02040503050406030204" pitchFamily="18" charset="0"/>
                      </a:rPr>
                      <m:t>−2</m:t>
                    </m:r>
                    <m:r>
                      <a:rPr lang="zh-CN" altLang="en-US" sz="2400" kern="100">
                        <a:latin typeface="Cambria Math" panose="02040503050406030204" pitchFamily="18" charset="0"/>
                      </a:rPr>
                      <m:t>𝜌</m:t>
                    </m:r>
                    <m:f>
                      <m:fPr>
                        <m:ctrlPr>
                          <a:rPr lang="zh-CN" altLang="zh-CN" sz="2400" i="1" kern="10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sz="2400" kern="10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altLang="zh-CN" sz="2400" kern="10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altLang="zh-CN" sz="2400" kern="100"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en-US" altLang="zh-CN" sz="2400" i="1" kern="10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CN" altLang="en-US" sz="2400" kern="100">
                                <a:latin typeface="Cambria Math" panose="02040503050406030204" pitchFamily="18" charset="0"/>
                              </a:rPr>
                              <m:t>𝜇</m:t>
                            </m:r>
                          </m:e>
                          <m:sub>
                            <m:r>
                              <a:rPr lang="en-US" altLang="zh-CN" sz="2400" kern="10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altLang="zh-CN" sz="2400" kern="100">
                            <a:latin typeface="Cambria Math" panose="02040503050406030204" pitchFamily="18" charset="0"/>
                          </a:rPr>
                          <m:t>)(</m:t>
                        </m:r>
                        <m:r>
                          <a:rPr lang="en-US" altLang="zh-CN" sz="2400" kern="100"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a:rPr lang="en-US" altLang="zh-CN" sz="2400" kern="100"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en-US" altLang="zh-CN" sz="2400" i="1" kern="10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CN" altLang="en-US" sz="2400" kern="100">
                                <a:latin typeface="Cambria Math" panose="02040503050406030204" pitchFamily="18" charset="0"/>
                              </a:rPr>
                              <m:t>𝜇</m:t>
                            </m:r>
                          </m:e>
                          <m:sub>
                            <m:r>
                              <a:rPr lang="en-US" altLang="zh-CN" sz="2400" kern="10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altLang="zh-CN" sz="2400" kern="100"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sSub>
                          <m:sSubPr>
                            <m:ctrlPr>
                              <a:rPr lang="zh-CN" altLang="zh-CN" sz="2400" i="1" kern="10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CN" altLang="en-US" sz="2400" kern="100">
                                <a:latin typeface="Cambria Math" panose="02040503050406030204" pitchFamily="18" charset="0"/>
                              </a:rPr>
                              <m:t>𝜎</m:t>
                            </m:r>
                          </m:e>
                          <m:sub>
                            <m:r>
                              <a:rPr lang="en-US" altLang="zh-CN" sz="2400" kern="10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sSub>
                          <m:sSubPr>
                            <m:ctrlPr>
                              <a:rPr lang="zh-CN" altLang="zh-CN" sz="2400" i="1" kern="10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CN" altLang="en-US" sz="2400" kern="100">
                                <a:latin typeface="Cambria Math" panose="02040503050406030204" pitchFamily="18" charset="0"/>
                              </a:rPr>
                              <m:t>𝜎</m:t>
                            </m:r>
                          </m:e>
                          <m:sub>
                            <m:r>
                              <a:rPr lang="en-US" altLang="zh-CN" sz="2400" kern="10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den>
                    </m:f>
                    <m:r>
                      <a:rPr lang="en-US" altLang="zh-CN" sz="2400" kern="100"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ctrlPr>
                          <a:rPr lang="zh-CN" altLang="zh-CN" sz="2400" i="1" kern="10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sz="2400" kern="10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altLang="zh-CN" sz="2400" kern="100"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a:rPr lang="en-US" altLang="zh-CN" sz="2400" kern="100"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en-US" altLang="zh-CN" sz="2400" i="1" kern="10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CN" altLang="en-US" sz="2400" kern="100">
                                <a:latin typeface="Cambria Math" panose="02040503050406030204" pitchFamily="18" charset="0"/>
                              </a:rPr>
                              <m:t>𝜇</m:t>
                            </m:r>
                          </m:e>
                          <m:sub>
                            <m:r>
                              <a:rPr lang="en-US" altLang="zh-CN" sz="2400" kern="10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sSup>
                          <m:sSupPr>
                            <m:ctrlPr>
                              <a:rPr lang="zh-CN" altLang="zh-CN" sz="2400" i="1" kern="10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sz="2400" kern="100"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US" altLang="zh-CN" sz="2400" kern="10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sSubSup>
                          <m:sSubSupPr>
                            <m:ctrlPr>
                              <a:rPr lang="en-US" altLang="zh-CN" sz="2400" i="1" kern="10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zh-CN" altLang="en-US" sz="2400" kern="100">
                                <a:latin typeface="Cambria Math" panose="02040503050406030204" pitchFamily="18" charset="0"/>
                              </a:rPr>
                              <m:t>𝜎</m:t>
                            </m:r>
                          </m:e>
                          <m:sub>
                            <m:r>
                              <a:rPr lang="en-US" altLang="zh-CN" sz="2400" kern="10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  <m:sup>
                            <m:r>
                              <a:rPr lang="en-US" altLang="zh-CN" sz="2400" kern="10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bSup>
                      </m:den>
                    </m:f>
                    <m:r>
                      <a:rPr lang="en-US" altLang="zh-CN" sz="2400" kern="100">
                        <a:latin typeface="Cambria Math" panose="02040503050406030204" pitchFamily="18" charset="0"/>
                      </a:rPr>
                      <m:t>]}</m:t>
                    </m:r>
                  </m:oMath>
                </a14:m>
                <a:endParaRPr lang="zh-CN" altLang="zh-CN" sz="2400" kern="100" dirty="0"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endParaRPr>
              </a:p>
              <a:p>
                <a:pPr marL="0" indent="0">
                  <a:lnSpc>
                    <a:spcPct val="150000"/>
                  </a:lnSpc>
                  <a:buNone/>
                </a:pPr>
                <a:r>
                  <a:rPr lang="zh-CN" altLang="en-US" sz="2400" kern="100" dirty="0"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</a:rPr>
                  <a:t>求</a:t>
                </a:r>
                <a14:m>
                  <m:oMath xmlns:m="http://schemas.openxmlformats.org/officeDocument/2006/math">
                    <m:r>
                      <a:rPr lang="en-US" altLang="zh-CN" sz="2400" i="1" kern="100" dirty="0" smtClean="0">
                        <a:latin typeface="Cambria Math" panose="02040503050406030204" pitchFamily="18" charset="0"/>
                        <a:ea typeface="楷体" panose="02010609060101010101" pitchFamily="49" charset="-122"/>
                        <a:cs typeface="Times New Roman" panose="02020603050405020304" pitchFamily="18" charset="0"/>
                      </a:rPr>
                      <m:t>𝑋</m:t>
                    </m:r>
                  </m:oMath>
                </a14:m>
                <a:r>
                  <a:rPr lang="zh-CN" altLang="en-US" sz="2400" kern="100" dirty="0"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</a:rPr>
                  <a:t>和</a:t>
                </a:r>
                <a14:m>
                  <m:oMath xmlns:m="http://schemas.openxmlformats.org/officeDocument/2006/math">
                    <m:r>
                      <a:rPr lang="en-US" altLang="zh-CN" sz="2400" i="1" kern="100" dirty="0" smtClean="0">
                        <a:latin typeface="Cambria Math" panose="02040503050406030204" pitchFamily="18" charset="0"/>
                        <a:ea typeface="楷体" panose="02010609060101010101" pitchFamily="49" charset="-122"/>
                        <a:cs typeface="Times New Roman" panose="02020603050405020304" pitchFamily="18" charset="0"/>
                      </a:rPr>
                      <m:t>𝑌</m:t>
                    </m:r>
                  </m:oMath>
                </a14:m>
                <a:r>
                  <a:rPr lang="zh-CN" altLang="en-US" sz="2400" kern="100" dirty="0"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</a:rPr>
                  <a:t>的相关系数。</a:t>
                </a:r>
                <a:endParaRPr lang="zh-CN" altLang="zh-CN" sz="2400" kern="100" dirty="0"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" name="文本框 2">
                <a:extLst>
                  <a:ext uri="{FF2B5EF4-FFF2-40B4-BE49-F238E27FC236}">
                    <a16:creationId xmlns:a16="http://schemas.microsoft.com/office/drawing/2014/main" id="{2FBC1791-7922-17CB-2EDF-7C94796B3F8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6712" y="2499033"/>
                <a:ext cx="8486776" cy="3065968"/>
              </a:xfrm>
              <a:prstGeom prst="rect">
                <a:avLst/>
              </a:prstGeom>
              <a:blipFill>
                <a:blip r:embed="rId2"/>
                <a:stretch>
                  <a:fillRect l="-1046" b="-288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ext Box 14">
            <a:extLst>
              <a:ext uri="{FF2B5EF4-FFF2-40B4-BE49-F238E27FC236}">
                <a16:creationId xmlns:a16="http://schemas.microsoft.com/office/drawing/2014/main" id="{1D4684A5-15BC-4733-F5BB-3EECD20C402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00100" y="270750"/>
            <a:ext cx="7620000" cy="70173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defTabSz="914400">
              <a:lnSpc>
                <a:spcPct val="90000"/>
              </a:lnSpc>
              <a:spcBef>
                <a:spcPct val="0"/>
              </a:spcBef>
              <a:buNone/>
              <a:defRPr sz="4400">
                <a:solidFill>
                  <a:srgbClr val="0432FF"/>
                </a:solidFill>
                <a:latin typeface="STXinwei" panose="02010800040101010101" pitchFamily="2" charset="-122"/>
                <a:ea typeface="STXinwei" panose="02010800040101010101" pitchFamily="2" charset="-122"/>
                <a:cs typeface="+mj-cs"/>
              </a:defRPr>
            </a:lvl1pPr>
          </a:lstStyle>
          <a:p>
            <a:pPr algn="ctr"/>
            <a:r>
              <a:rPr lang="zh-CN" altLang="en-US" sz="3600" dirty="0">
                <a:solidFill>
                  <a:srgbClr val="FF0000"/>
                </a:solidFill>
              </a:rPr>
              <a:t>二元正态分布向量的相关系数</a:t>
            </a:r>
          </a:p>
        </p:txBody>
      </p:sp>
      <p:cxnSp>
        <p:nvCxnSpPr>
          <p:cNvPr id="2" name="直线连接符 1">
            <a:extLst>
              <a:ext uri="{FF2B5EF4-FFF2-40B4-BE49-F238E27FC236}">
                <a16:creationId xmlns:a16="http://schemas.microsoft.com/office/drawing/2014/main" id="{FEE3A795-B861-B50A-91BF-BF79D6406C63}"/>
              </a:ext>
            </a:extLst>
          </p:cNvPr>
          <p:cNvCxnSpPr/>
          <p:nvPr/>
        </p:nvCxnSpPr>
        <p:spPr>
          <a:xfrm>
            <a:off x="0" y="1082842"/>
            <a:ext cx="9144000" cy="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191064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4" name="内容占位符 2">
                <a:extLst>
                  <a:ext uri="{FF2B5EF4-FFF2-40B4-BE49-F238E27FC236}">
                    <a16:creationId xmlns:a16="http://schemas.microsoft.com/office/drawing/2014/main" id="{7EC69F48-5E1F-D8B9-B8FB-132856BEB5A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363310" y="1371376"/>
                <a:ext cx="8780690" cy="5192486"/>
              </a:xfrm>
            </p:spPr>
            <p:txBody>
              <a:bodyPr>
                <a:noAutofit/>
              </a:bodyPr>
              <a:lstStyle/>
              <a:p>
                <a:pPr marL="0" indent="0">
                  <a:lnSpc>
                    <a:spcPct val="100000"/>
                  </a:lnSpc>
                  <a:buNone/>
                </a:pPr>
                <a:r>
                  <a:rPr lang="zh-CN" altLang="en-US" sz="2200" kern="100" dirty="0">
                    <a:latin typeface="Cambria Math" panose="02040503050406030204" pitchFamily="18" charset="0"/>
                    <a:cs typeface="Times New Roman" panose="02020603050405020304" pitchFamily="18" charset="0"/>
                  </a:rPr>
                  <a:t>在第三章第二节例</a:t>
                </a:r>
                <a:r>
                  <a:rPr lang="en-US" altLang="zh-CN" sz="2200" kern="100" dirty="0">
                    <a:latin typeface="Cambria Math" panose="02040503050406030204" pitchFamily="18" charset="0"/>
                    <a:cs typeface="Times New Roman" panose="02020603050405020304" pitchFamily="18" charset="0"/>
                  </a:rPr>
                  <a:t>3</a:t>
                </a:r>
                <a:r>
                  <a:rPr lang="zh-CN" altLang="en-US" sz="2200" kern="100" dirty="0">
                    <a:latin typeface="Cambria Math" panose="02040503050406030204" pitchFamily="18" charset="0"/>
                    <a:cs typeface="Times New Roman" panose="02020603050405020304" pitchFamily="18" charset="0"/>
                  </a:rPr>
                  <a:t>中已经知道</a:t>
                </a:r>
                <a14:m>
                  <m:oMath xmlns:m="http://schemas.openxmlformats.org/officeDocument/2006/math">
                    <m:r>
                      <a:rPr lang="en-US" altLang="zh-CN" sz="2000" i="1" kern="100" dirty="0" smtClean="0">
                        <a:latin typeface="Cambria Math" panose="02040503050406030204" pitchFamily="18" charset="0"/>
                        <a:ea typeface="楷体" panose="02010609060101010101" pitchFamily="49" charset="-122"/>
                        <a:cs typeface="Times New Roman" panose="02020603050405020304" pitchFamily="18" charset="0"/>
                      </a:rPr>
                      <m:t>(</m:t>
                    </m:r>
                    <m:r>
                      <a:rPr lang="en-US" altLang="zh-CN" sz="2000" i="1" kern="100" dirty="0" smtClean="0">
                        <a:latin typeface="Cambria Math" panose="02040503050406030204" pitchFamily="18" charset="0"/>
                        <a:ea typeface="楷体" panose="02010609060101010101" pitchFamily="49" charset="-122"/>
                        <a:cs typeface="Times New Roman" panose="02020603050405020304" pitchFamily="18" charset="0"/>
                      </a:rPr>
                      <m:t>𝑋</m:t>
                    </m:r>
                    <m:r>
                      <a:rPr lang="en-US" altLang="zh-CN" sz="2000" i="1" kern="100" dirty="0" smtClean="0">
                        <a:latin typeface="Cambria Math" panose="02040503050406030204" pitchFamily="18" charset="0"/>
                        <a:ea typeface="楷体" panose="02010609060101010101" pitchFamily="49" charset="-122"/>
                        <a:cs typeface="Times New Roman" panose="02020603050405020304" pitchFamily="18" charset="0"/>
                      </a:rPr>
                      <m:t> , </m:t>
                    </m:r>
                    <m:r>
                      <a:rPr lang="en-US" altLang="zh-CN" sz="2000" i="1" kern="100" dirty="0" smtClean="0">
                        <a:latin typeface="Cambria Math" panose="02040503050406030204" pitchFamily="18" charset="0"/>
                        <a:ea typeface="楷体" panose="02010609060101010101" pitchFamily="49" charset="-122"/>
                        <a:cs typeface="Times New Roman" panose="02020603050405020304" pitchFamily="18" charset="0"/>
                      </a:rPr>
                      <m:t>𝑌</m:t>
                    </m:r>
                    <m:r>
                      <a:rPr lang="en-US" altLang="zh-CN" sz="2000" i="1" kern="100" dirty="0">
                        <a:latin typeface="Cambria Math" panose="02040503050406030204" pitchFamily="18" charset="0"/>
                        <a:ea typeface="楷体" panose="02010609060101010101" pitchFamily="49" charset="-122"/>
                        <a:cs typeface="Times New Roman" panose="02020603050405020304" pitchFamily="18" charset="0"/>
                      </a:rPr>
                      <m:t>)</m:t>
                    </m:r>
                  </m:oMath>
                </a14:m>
                <a:r>
                  <a:rPr lang="zh-CN" altLang="en-US" sz="2200" kern="100" dirty="0">
                    <a:latin typeface="Cambria Math" panose="02040503050406030204" pitchFamily="18" charset="0"/>
                    <a:cs typeface="Times New Roman" panose="02020603050405020304" pitchFamily="18" charset="0"/>
                  </a:rPr>
                  <a:t>的边缘概率密度为</a:t>
                </a:r>
                <a:endParaRPr lang="en-US" altLang="zh-CN" sz="2200" kern="100" dirty="0">
                  <a:latin typeface="Cambria Math" panose="02040503050406030204" pitchFamily="18" charset="0"/>
                  <a:cs typeface="Times New Roman" panose="02020603050405020304" pitchFamily="18" charset="0"/>
                </a:endParaRPr>
              </a:p>
              <a:p>
                <a:pPr marL="0" indent="0" algn="ctr">
                  <a:lnSpc>
                    <a:spcPct val="100000"/>
                  </a:lnSpc>
                  <a:buNone/>
                </a:pPr>
                <a:r>
                  <a:rPr lang="en-US" altLang="zh-CN" sz="2200" kern="100" dirty="0">
                    <a:latin typeface="Cambria Math" panose="02040503050406030204" pitchFamily="18" charset="0"/>
                    <a:cs typeface="Times New Roman" panose="02020603050405020304" pitchFamily="18" charset="0"/>
                  </a:rPr>
                  <a:t>      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sz="2200" i="1" kern="100"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sz="2200" kern="100"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𝑓</m:t>
                        </m:r>
                      </m:e>
                      <m:sub>
                        <m:r>
                          <a:rPr lang="en-US" altLang="zh-CN" sz="2200" kern="100"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𝑋</m:t>
                        </m:r>
                      </m:sub>
                    </m:sSub>
                    <m:r>
                      <a:rPr lang="en-US" altLang="zh-CN" sz="2200" kern="100"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(</m:t>
                    </m:r>
                    <m:r>
                      <a:rPr lang="en-US" altLang="zh-CN" sz="2200" kern="100"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𝑥</m:t>
                    </m:r>
                    <m:r>
                      <a:rPr lang="en-US" altLang="zh-CN" sz="2200" kern="100"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)=</m:t>
                    </m:r>
                    <m:f>
                      <m:fPr>
                        <m:ctrlPr>
                          <a:rPr lang="zh-CN" altLang="zh-CN" sz="2200" i="1" kern="100"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n-US" altLang="zh-CN" sz="2200" kern="100"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1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zh-CN" altLang="zh-CN" sz="2200" i="1" kern="100">
                                <a:latin typeface="Cambria Math" panose="02040503050406030204" pitchFamily="18" charset="0"/>
                                <a:ea typeface="等线" panose="02010600030101010101" pitchFamily="2" charset="-122"/>
                                <a:cs typeface="Times New Roman" panose="020206030504050203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US" altLang="zh-CN" sz="2200" kern="100">
                                <a:latin typeface="Cambria Math" panose="02040503050406030204" pitchFamily="18" charset="0"/>
                                <a:ea typeface="等线" panose="02010600030101010101" pitchFamily="2" charset="-122"/>
                                <a:cs typeface="Times New Roman" panose="02020603050405020304" pitchFamily="18" charset="0"/>
                              </a:rPr>
                              <m:t>2</m:t>
                            </m:r>
                            <m:r>
                              <a:rPr lang="en-US" altLang="zh-CN" sz="2200" kern="100">
                                <a:latin typeface="Cambria Math" panose="02040503050406030204" pitchFamily="18" charset="0"/>
                                <a:ea typeface="等线" panose="02010600030101010101" pitchFamily="2" charset="-122"/>
                                <a:cs typeface="Times New Roman" panose="02020603050405020304" pitchFamily="18" charset="0"/>
                              </a:rPr>
                              <m:t>𝜋</m:t>
                            </m:r>
                          </m:e>
                        </m:rad>
                        <m:sSub>
                          <m:sSubPr>
                            <m:ctrlPr>
                              <a:rPr lang="en-US" altLang="zh-CN" sz="2200" i="1" kern="100">
                                <a:latin typeface="Cambria Math" panose="02040503050406030204" pitchFamily="18" charset="0"/>
                                <a:ea typeface="等线" panose="02010600030101010101" pitchFamily="2" charset="-122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zh-CN" altLang="en-US" sz="2200" kern="100">
                                <a:latin typeface="Cambria Math" panose="02040503050406030204" pitchFamily="18" charset="0"/>
                                <a:ea typeface="等线" panose="02010600030101010101" pitchFamily="2" charset="-122"/>
                                <a:cs typeface="Times New Roman" panose="02020603050405020304" pitchFamily="18" charset="0"/>
                              </a:rPr>
                              <m:t>𝜎</m:t>
                            </m:r>
                          </m:e>
                          <m:sub>
                            <m:r>
                              <a:rPr lang="en-US" altLang="zh-CN" sz="2200" kern="100">
                                <a:latin typeface="Cambria Math" panose="02040503050406030204" pitchFamily="18" charset="0"/>
                                <a:ea typeface="等线" panose="02010600030101010101" pitchFamily="2" charset="-122"/>
                                <a:cs typeface="Times New Roman" panose="02020603050405020304" pitchFamily="18" charset="0"/>
                              </a:rPr>
                              <m:t>1</m:t>
                            </m:r>
                          </m:sub>
                        </m:sSub>
                      </m:den>
                    </m:f>
                    <m:sSup>
                      <m:sSupPr>
                        <m:ctrlPr>
                          <a:rPr lang="zh-CN" altLang="zh-CN" sz="2200" i="1" kern="100"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altLang="zh-CN" sz="2200" kern="100"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𝑒</m:t>
                        </m:r>
                      </m:e>
                      <m:sup>
                        <m:r>
                          <a:rPr lang="en-US" altLang="zh-CN" sz="2200" kern="100"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−</m:t>
                        </m:r>
                        <m:f>
                          <m:fPr>
                            <m:ctrlPr>
                              <a:rPr lang="zh-CN" altLang="zh-CN" sz="2200" i="1" kern="100">
                                <a:latin typeface="Cambria Math" panose="02040503050406030204" pitchFamily="18" charset="0"/>
                                <a:ea typeface="等线" panose="02010600030101010101" pitchFamily="2" charset="-122"/>
                                <a:cs typeface="Times New Roman" panose="02020603050405020304" pitchFamily="18" charset="0"/>
                              </a:rPr>
                            </m:ctrlPr>
                          </m:fPr>
                          <m:num>
                            <m:r>
                              <a:rPr lang="en-US" altLang="zh-CN" sz="2200" kern="100">
                                <a:latin typeface="Cambria Math" panose="02040503050406030204" pitchFamily="18" charset="0"/>
                                <a:ea typeface="等线" panose="02010600030101010101" pitchFamily="2" charset="-122"/>
                                <a:cs typeface="Times New Roman" panose="02020603050405020304" pitchFamily="18" charset="0"/>
                              </a:rPr>
                              <m:t>(</m:t>
                            </m:r>
                            <m:r>
                              <a:rPr lang="en-US" altLang="zh-CN" sz="2200" kern="100">
                                <a:latin typeface="Cambria Math" panose="02040503050406030204" pitchFamily="18" charset="0"/>
                                <a:ea typeface="等线" panose="02010600030101010101" pitchFamily="2" charset="-122"/>
                                <a:cs typeface="Times New Roman" panose="02020603050405020304" pitchFamily="18" charset="0"/>
                              </a:rPr>
                              <m:t>𝑥</m:t>
                            </m:r>
                            <m:r>
                              <a:rPr lang="en-US" altLang="zh-CN" sz="2200" kern="100">
                                <a:latin typeface="Cambria Math" panose="02040503050406030204" pitchFamily="18" charset="0"/>
                                <a:ea typeface="等线" panose="02010600030101010101" pitchFamily="2" charset="-122"/>
                                <a:cs typeface="Times New Roman" panose="02020603050405020304" pitchFamily="18" charset="0"/>
                              </a:rPr>
                              <m:t>−</m:t>
                            </m:r>
                            <m:sSub>
                              <m:sSubPr>
                                <m:ctrlPr>
                                  <a:rPr lang="en-US" altLang="zh-CN" sz="2200" i="1" kern="100">
                                    <a:latin typeface="Cambria Math" panose="02040503050406030204" pitchFamily="18" charset="0"/>
                                    <a:ea typeface="等线" panose="02010600030101010101" pitchFamily="2" charset="-122"/>
                                    <a:cs typeface="Times New Roman" panose="020206030504050203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zh-CN" altLang="en-US" sz="2200" kern="100">
                                    <a:latin typeface="Cambria Math" panose="02040503050406030204" pitchFamily="18" charset="0"/>
                                    <a:ea typeface="等线" panose="02010600030101010101" pitchFamily="2" charset="-122"/>
                                    <a:cs typeface="Times New Roman" panose="02020603050405020304" pitchFamily="18" charset="0"/>
                                  </a:rPr>
                                  <m:t>𝜇</m:t>
                                </m:r>
                              </m:e>
                              <m:sub>
                                <m:r>
                                  <a:rPr lang="en-US" altLang="zh-CN" sz="2200" kern="100">
                                    <a:latin typeface="Cambria Math" panose="02040503050406030204" pitchFamily="18" charset="0"/>
                                    <a:ea typeface="等线" panose="02010600030101010101" pitchFamily="2" charset="-122"/>
                                    <a:cs typeface="Times New Roman" panose="02020603050405020304" pitchFamily="18" charset="0"/>
                                  </a:rPr>
                                  <m:t>1</m:t>
                                </m:r>
                              </m:sub>
                            </m:sSub>
                            <m:sSup>
                              <m:sSupPr>
                                <m:ctrlPr>
                                  <a:rPr lang="zh-CN" altLang="zh-CN" sz="2200" i="1" kern="100">
                                    <a:latin typeface="Cambria Math" panose="02040503050406030204" pitchFamily="18" charset="0"/>
                                    <a:ea typeface="等线" panose="02010600030101010101" pitchFamily="2" charset="-122"/>
                                    <a:cs typeface="Times New Roman" panose="020206030504050203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zh-CN" sz="2200" kern="100">
                                    <a:latin typeface="Cambria Math" panose="02040503050406030204" pitchFamily="18" charset="0"/>
                                    <a:ea typeface="等线" panose="02010600030101010101" pitchFamily="2" charset="-122"/>
                                    <a:cs typeface="Times New Roman" panose="02020603050405020304" pitchFamily="18" charset="0"/>
                                  </a:rPr>
                                  <m:t>)</m:t>
                                </m:r>
                              </m:e>
                              <m:sup>
                                <m:r>
                                  <a:rPr lang="en-US" altLang="zh-CN" sz="2200" kern="100">
                                    <a:latin typeface="Cambria Math" panose="02040503050406030204" pitchFamily="18" charset="0"/>
                                    <a:ea typeface="等线" panose="02010600030101010101" pitchFamily="2" charset="-122"/>
                                    <a:cs typeface="Times New Roman" panose="02020603050405020304" pitchFamily="18" charset="0"/>
                                  </a:rPr>
                                  <m:t>2</m:t>
                                </m:r>
                              </m:sup>
                            </m:sSup>
                          </m:num>
                          <m:den>
                            <m:r>
                              <a:rPr lang="en-US" altLang="zh-CN" sz="2200" kern="100">
                                <a:latin typeface="Cambria Math" panose="02040503050406030204" pitchFamily="18" charset="0"/>
                                <a:ea typeface="等线" panose="02010600030101010101" pitchFamily="2" charset="-122"/>
                                <a:cs typeface="Times New Roman" panose="02020603050405020304" pitchFamily="18" charset="0"/>
                              </a:rPr>
                              <m:t>2</m:t>
                            </m:r>
                            <m:sSubSup>
                              <m:sSubSupPr>
                                <m:ctrlPr>
                                  <a:rPr lang="en-US" altLang="zh-CN" sz="2200" i="1" kern="100">
                                    <a:latin typeface="Cambria Math" panose="02040503050406030204" pitchFamily="18" charset="0"/>
                                    <a:ea typeface="等线" panose="02010600030101010101" pitchFamily="2" charset="-122"/>
                                    <a:cs typeface="Times New Roman" panose="020206030504050203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zh-CN" altLang="en-US" sz="2200" kern="100">
                                    <a:latin typeface="Cambria Math" panose="02040503050406030204" pitchFamily="18" charset="0"/>
                                    <a:ea typeface="等线" panose="02010600030101010101" pitchFamily="2" charset="-122"/>
                                    <a:cs typeface="Times New Roman" panose="02020603050405020304" pitchFamily="18" charset="0"/>
                                  </a:rPr>
                                  <m:t>𝜎</m:t>
                                </m:r>
                              </m:e>
                              <m:sub>
                                <m:r>
                                  <a:rPr lang="en-US" altLang="zh-CN" sz="2200" kern="100">
                                    <a:latin typeface="Cambria Math" panose="02040503050406030204" pitchFamily="18" charset="0"/>
                                    <a:ea typeface="等线" panose="02010600030101010101" pitchFamily="2" charset="-122"/>
                                    <a:cs typeface="Times New Roman" panose="02020603050405020304" pitchFamily="18" charset="0"/>
                                  </a:rPr>
                                  <m:t>1</m:t>
                                </m:r>
                              </m:sub>
                              <m:sup>
                                <m:r>
                                  <a:rPr lang="en-US" altLang="zh-CN" sz="2200" kern="100">
                                    <a:latin typeface="Cambria Math" panose="02040503050406030204" pitchFamily="18" charset="0"/>
                                    <a:ea typeface="等线" panose="02010600030101010101" pitchFamily="2" charset="-122"/>
                                    <a:cs typeface="Times New Roman" panose="02020603050405020304" pitchFamily="18" charset="0"/>
                                  </a:rPr>
                                  <m:t>2</m:t>
                                </m:r>
                              </m:sup>
                            </m:sSubSup>
                          </m:den>
                        </m:f>
                      </m:sup>
                    </m:sSup>
                    <m:r>
                      <a:rPr lang="en-US" altLang="zh-CN" sz="2200" kern="100"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,−∞&lt;</m:t>
                    </m:r>
                    <m:r>
                      <a:rPr lang="en-US" altLang="zh-CN" sz="2200" kern="100"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𝑥</m:t>
                    </m:r>
                    <m:r>
                      <a:rPr lang="en-US" altLang="zh-CN" sz="2200" kern="100"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&lt;∞</m:t>
                    </m:r>
                  </m:oMath>
                </a14:m>
                <a:endParaRPr lang="zh-CN" altLang="zh-CN" sz="2200" kern="100" dirty="0">
                  <a:latin typeface="Cambria Math" panose="02040503050406030204" pitchFamily="18" charset="0"/>
                  <a:cs typeface="Times New Roman" panose="02020603050405020304" pitchFamily="18" charset="0"/>
                </a:endParaRPr>
              </a:p>
              <a:p>
                <a:pPr marL="0" indent="0" algn="ctr">
                  <a:lnSpc>
                    <a:spcPct val="10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CN" altLang="zh-CN" sz="2200" i="1" kern="100"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altLang="zh-CN" sz="2200" kern="100"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          </m:t>
                          </m:r>
                          <m:r>
                            <a:rPr lang="en-US" altLang="zh-CN" sz="2200" kern="100"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𝑓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altLang="zh-CN" sz="2200" kern="100"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Y</m:t>
                          </m:r>
                        </m:sub>
                      </m:sSub>
                      <m:r>
                        <a:rPr lang="en-US" altLang="zh-CN" sz="2200" kern="100"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(</m:t>
                      </m:r>
                      <m:r>
                        <a:rPr lang="en-US" altLang="zh-CN" sz="2200" kern="100"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𝑦</m:t>
                      </m:r>
                      <m:r>
                        <a:rPr lang="en-US" altLang="zh-CN" sz="2200" kern="100"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)=</m:t>
                      </m:r>
                      <m:f>
                        <m:fPr>
                          <m:ctrlPr>
                            <a:rPr lang="zh-CN" altLang="zh-CN" sz="2200" i="1" kern="100"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a:rPr lang="en-US" altLang="zh-CN" sz="2200" kern="100"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1</m:t>
                          </m:r>
                        </m:num>
                        <m:den>
                          <m:rad>
                            <m:radPr>
                              <m:degHide m:val="on"/>
                              <m:ctrlPr>
                                <a:rPr lang="zh-CN" altLang="zh-CN" sz="2200" i="1" kern="100"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US" altLang="zh-CN" sz="2200" kern="100"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  <m:t>2</m:t>
                              </m:r>
                              <m:sSub>
                                <m:sSubPr>
                                  <m:ctrlPr>
                                    <a:rPr lang="zh-CN" altLang="zh-CN" sz="2200" i="1" kern="100">
                                      <a:latin typeface="Cambria Math" panose="02040503050406030204" pitchFamily="18" charset="0"/>
                                      <a:ea typeface="等线" panose="02010600030101010101" pitchFamily="2" charset="-122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200" kern="100">
                                      <a:latin typeface="Cambria Math" panose="02040503050406030204" pitchFamily="18" charset="0"/>
                                      <a:ea typeface="等线" panose="02010600030101010101" pitchFamily="2" charset="-122"/>
                                      <a:cs typeface="Times New Roman" panose="02020603050405020304" pitchFamily="18" charset="0"/>
                                    </a:rPr>
                                    <m:t>𝜋</m:t>
                                  </m:r>
                                </m:e>
                                <m:sub>
                                  <m:r>
                                    <a:rPr lang="en-US" altLang="zh-CN" sz="2200" kern="100">
                                      <a:latin typeface="Cambria Math" panose="02040503050406030204" pitchFamily="18" charset="0"/>
                                      <a:ea typeface="等线" panose="02010600030101010101" pitchFamily="2" charset="-122"/>
                                      <a:cs typeface="Times New Roman" panose="02020603050405020304" pitchFamily="18" charset="0"/>
                                    </a:rPr>
                                    <m:t> </m:t>
                                  </m:r>
                                </m:sub>
                              </m:sSub>
                            </m:e>
                          </m:rad>
                          <m:sSub>
                            <m:sSubPr>
                              <m:ctrlPr>
                                <a:rPr lang="en-US" altLang="zh-CN" sz="2200" i="1" kern="100"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sz="2200" kern="100"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  <m:t>𝜎</m:t>
                              </m:r>
                            </m:e>
                            <m:sub>
                              <m:r>
                                <a:rPr lang="en-US" altLang="zh-CN" sz="2200" kern="100"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  <m:t>2</m:t>
                              </m:r>
                            </m:sub>
                          </m:sSub>
                        </m:den>
                      </m:f>
                      <m:sSup>
                        <m:sSupPr>
                          <m:ctrlPr>
                            <a:rPr lang="zh-CN" altLang="zh-CN" sz="2200" i="1" kern="100"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r>
                            <a:rPr lang="en-US" altLang="zh-CN" sz="2200" kern="100"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US" altLang="zh-CN" sz="2200" kern="100"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−</m:t>
                          </m:r>
                          <m:f>
                            <m:fPr>
                              <m:ctrlPr>
                                <a:rPr lang="zh-CN" altLang="zh-CN" sz="2200" i="1" kern="100"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</m:ctrlPr>
                            </m:fPr>
                            <m:num>
                              <m:r>
                                <a:rPr lang="en-US" altLang="zh-CN" sz="2200" kern="100"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  <m:t>(</m:t>
                              </m:r>
                              <m:r>
                                <a:rPr lang="en-US" altLang="zh-CN" sz="2200" kern="100"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  <m:t>𝑦</m:t>
                              </m:r>
                              <m:r>
                                <a:rPr lang="en-US" altLang="zh-CN" sz="2200" kern="100"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zh-CN" altLang="zh-CN" sz="2200" i="1" kern="100">
                                      <a:latin typeface="Cambria Math" panose="02040503050406030204" pitchFamily="18" charset="0"/>
                                      <a:ea typeface="等线" panose="02010600030101010101" pitchFamily="2" charset="-122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el-GR" altLang="zh-CN" sz="2200" i="1" kern="10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μ</m:t>
                                  </m:r>
                                </m:e>
                                <m:sub>
                                  <m:r>
                                    <a:rPr lang="en-US" altLang="zh-CN" sz="2200" kern="100">
                                      <a:latin typeface="Cambria Math" panose="02040503050406030204" pitchFamily="18" charset="0"/>
                                      <a:ea typeface="等线" panose="02010600030101010101" pitchFamily="2" charset="-122"/>
                                      <a:cs typeface="Times New Roman" panose="020206030504050203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sSup>
                                <m:sSupPr>
                                  <m:ctrlPr>
                                    <a:rPr lang="zh-CN" altLang="zh-CN" sz="2200" i="1" kern="100">
                                      <a:latin typeface="Cambria Math" panose="02040503050406030204" pitchFamily="18" charset="0"/>
                                      <a:ea typeface="等线" panose="02010600030101010101" pitchFamily="2" charset="-122"/>
                                      <a:cs typeface="Times New Roman" panose="020206030504050203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CN" sz="2200" kern="100">
                                      <a:latin typeface="Cambria Math" panose="02040503050406030204" pitchFamily="18" charset="0"/>
                                      <a:ea typeface="等线" panose="02010600030101010101" pitchFamily="2" charset="-122"/>
                                      <a:cs typeface="Times New Roman" panose="02020603050405020304" pitchFamily="18" charset="0"/>
                                    </a:rPr>
                                    <m:t>)</m:t>
                                  </m:r>
                                </m:e>
                                <m:sup>
                                  <m:r>
                                    <a:rPr lang="en-US" altLang="zh-CN" sz="2200" kern="100">
                                      <a:latin typeface="Cambria Math" panose="02040503050406030204" pitchFamily="18" charset="0"/>
                                      <a:ea typeface="等线" panose="02010600030101010101" pitchFamily="2" charset="-122"/>
                                      <a:cs typeface="Times New Roman" panose="020206030504050203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num>
                            <m:den>
                              <m:r>
                                <a:rPr lang="en-US" altLang="zh-CN" sz="2200" kern="100"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  <m:t>2</m:t>
                              </m:r>
                              <m:sSubSup>
                                <m:sSubSupPr>
                                  <m:ctrlPr>
                                    <a:rPr lang="en-US" altLang="zh-CN" sz="2200" i="1" kern="100">
                                      <a:latin typeface="Cambria Math" panose="02040503050406030204" pitchFamily="18" charset="0"/>
                                      <a:ea typeface="等线" panose="02010600030101010101" pitchFamily="2" charset="-122"/>
                                      <a:cs typeface="Times New Roman" panose="020206030504050203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zh-CN" altLang="en-US" sz="2200" kern="100">
                                      <a:latin typeface="Cambria Math" panose="02040503050406030204" pitchFamily="18" charset="0"/>
                                      <a:ea typeface="等线" panose="02010600030101010101" pitchFamily="2" charset="-122"/>
                                      <a:cs typeface="Times New Roman" panose="02020603050405020304" pitchFamily="18" charset="0"/>
                                    </a:rPr>
                                    <m:t>𝜎</m:t>
                                  </m:r>
                                </m:e>
                                <m:sub>
                                  <m:r>
                                    <a:rPr lang="en-US" altLang="zh-CN" sz="2200" kern="100">
                                      <a:latin typeface="Cambria Math" panose="02040503050406030204" pitchFamily="18" charset="0"/>
                                      <a:ea typeface="等线" panose="02010600030101010101" pitchFamily="2" charset="-122"/>
                                      <a:cs typeface="Times New Roman" panose="02020603050405020304" pitchFamily="18" charset="0"/>
                                    </a:rPr>
                                    <m:t>2</m:t>
                                  </m:r>
                                </m:sub>
                                <m:sup>
                                  <m:r>
                                    <a:rPr lang="en-US" altLang="zh-CN" sz="2200" kern="100">
                                      <a:latin typeface="Cambria Math" panose="02040503050406030204" pitchFamily="18" charset="0"/>
                                      <a:ea typeface="等线" panose="02010600030101010101" pitchFamily="2" charset="-122"/>
                                      <a:cs typeface="Times New Roman" panose="02020603050405020304" pitchFamily="18" charset="0"/>
                                    </a:rPr>
                                    <m:t>2</m:t>
                                  </m:r>
                                </m:sup>
                              </m:sSubSup>
                            </m:den>
                          </m:f>
                        </m:sup>
                      </m:sSup>
                      <m:r>
                        <a:rPr lang="en-US" altLang="zh-CN" sz="2200" kern="100"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,−∞&lt;</m:t>
                      </m:r>
                      <m:r>
                        <a:rPr lang="en-US" altLang="zh-CN" sz="2200" kern="100"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𝑦</m:t>
                      </m:r>
                      <m:r>
                        <a:rPr lang="en-US" altLang="zh-CN" sz="2200" kern="100"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&lt;∞</m:t>
                      </m:r>
                    </m:oMath>
                  </m:oMathPara>
                </a14:m>
                <a:endParaRPr lang="en-US" altLang="zh-CN" sz="2200" kern="100" dirty="0">
                  <a:latin typeface="Cambria Math" panose="02040503050406030204" pitchFamily="18" charset="0"/>
                  <a:cs typeface="Times New Roman" panose="02020603050405020304" pitchFamily="18" charset="0"/>
                </a:endParaRPr>
              </a:p>
              <a:p>
                <a:pPr marL="0" indent="0" algn="ctr">
                  <a:lnSpc>
                    <a:spcPct val="100000"/>
                  </a:lnSpc>
                  <a:buNone/>
                </a:pPr>
                <a:endParaRPr lang="zh-CN" altLang="zh-CN" sz="2200" kern="100" dirty="0">
                  <a:latin typeface="Cambria Math" panose="020405030504060302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lnSpc>
                    <a:spcPct val="100000"/>
                  </a:lnSpc>
                  <a:buNone/>
                </a:pPr>
                <a:r>
                  <a:rPr lang="zh-CN" altLang="en-US" sz="2200" kern="100" dirty="0">
                    <a:latin typeface="Cambria Math" panose="02040503050406030204" pitchFamily="18" charset="0"/>
                    <a:cs typeface="Times New Roman" panose="02020603050405020304" pitchFamily="18" charset="0"/>
                  </a:rPr>
                  <a:t>故知</a:t>
                </a:r>
                <a14:m>
                  <m:oMath xmlns:m="http://schemas.openxmlformats.org/officeDocument/2006/math">
                    <m:r>
                      <a:rPr lang="en-US" altLang="zh-CN" sz="2200" kern="100"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𝐸</m:t>
                    </m:r>
                    <m:r>
                      <a:rPr lang="en-US" altLang="zh-CN" sz="2200" kern="100"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(</m:t>
                    </m:r>
                    <m:r>
                      <a:rPr lang="en-US" altLang="zh-CN" sz="2200" kern="100"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𝑋</m:t>
                    </m:r>
                    <m:r>
                      <a:rPr lang="en-US" altLang="zh-CN" sz="2200" kern="100"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)=</m:t>
                    </m:r>
                    <m:sSub>
                      <m:sSubPr>
                        <m:ctrlPr>
                          <a:rPr lang="en-US" altLang="zh-CN" sz="2200" i="1" kern="100"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zh-CN" altLang="en-US" sz="2200" kern="100"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𝜇</m:t>
                        </m:r>
                      </m:e>
                      <m:sub>
                        <m:r>
                          <a:rPr lang="en-US" altLang="zh-CN" sz="2200" kern="100"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CN" sz="2200" kern="100"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,</m:t>
                    </m:r>
                    <m:r>
                      <a:rPr lang="en-US" altLang="zh-CN" sz="2200" kern="100"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𝐸</m:t>
                    </m:r>
                    <m:r>
                      <a:rPr lang="en-US" altLang="zh-CN" sz="2200" kern="100"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(</m:t>
                    </m:r>
                    <m:r>
                      <a:rPr lang="en-US" altLang="zh-CN" sz="2200" kern="100"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𝑌</m:t>
                    </m:r>
                    <m:r>
                      <a:rPr lang="en-US" altLang="zh-CN" sz="2200" kern="100"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)=</m:t>
                    </m:r>
                    <m:sSub>
                      <m:sSubPr>
                        <m:ctrlPr>
                          <a:rPr lang="en-US" altLang="zh-CN" sz="2200" i="1" kern="100"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zh-CN" altLang="en-US" sz="2200" kern="100"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𝜇</m:t>
                        </m:r>
                      </m:e>
                      <m:sub>
                        <m:r>
                          <a:rPr lang="en-US" altLang="zh-CN" sz="2200" kern="100"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2</m:t>
                        </m:r>
                      </m:sub>
                    </m:sSub>
                    <m:r>
                      <a:rPr lang="en-US" altLang="zh-CN" sz="2200" kern="100"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,</m:t>
                    </m:r>
                    <m:r>
                      <a:rPr lang="en-US" altLang="zh-CN" sz="2200" kern="100"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𝐷</m:t>
                    </m:r>
                    <m:r>
                      <a:rPr lang="en-US" altLang="zh-CN" sz="2200" kern="100"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(</m:t>
                    </m:r>
                    <m:r>
                      <a:rPr lang="en-US" altLang="zh-CN" sz="2200" kern="100"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𝑋</m:t>
                    </m:r>
                    <m:r>
                      <a:rPr lang="en-US" altLang="zh-CN" sz="2200" kern="100"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)=</m:t>
                    </m:r>
                    <m:sSubSup>
                      <m:sSubSupPr>
                        <m:ctrlPr>
                          <a:rPr lang="en-US" altLang="zh-CN" sz="2200" i="1" kern="100"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</m:ctrlPr>
                      </m:sSubSupPr>
                      <m:e>
                        <m:r>
                          <a:rPr lang="zh-CN" altLang="en-US" sz="2200" kern="100"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𝜎</m:t>
                        </m:r>
                      </m:e>
                      <m:sub>
                        <m:r>
                          <a:rPr lang="en-US" altLang="zh-CN" sz="2200" kern="100"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1</m:t>
                        </m:r>
                      </m:sub>
                      <m:sup>
                        <m:r>
                          <a:rPr lang="en-US" altLang="zh-CN" sz="2200" kern="100"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2</m:t>
                        </m:r>
                      </m:sup>
                    </m:sSubSup>
                    <m:r>
                      <a:rPr lang="en-US" altLang="zh-CN" sz="2200" kern="100"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,</m:t>
                    </m:r>
                    <m:r>
                      <a:rPr lang="en-US" altLang="zh-CN" sz="2200" kern="100"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𝐷</m:t>
                    </m:r>
                    <m:r>
                      <a:rPr lang="en-US" altLang="zh-CN" sz="2200" kern="100"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(</m:t>
                    </m:r>
                    <m:r>
                      <a:rPr lang="en-US" altLang="zh-CN" sz="2200" kern="100"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𝑌</m:t>
                    </m:r>
                    <m:r>
                      <a:rPr lang="en-US" altLang="zh-CN" sz="2200" kern="100"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)=</m:t>
                    </m:r>
                    <m:sSubSup>
                      <m:sSubSupPr>
                        <m:ctrlPr>
                          <a:rPr lang="en-US" altLang="zh-CN" sz="2200" i="1" kern="100"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</m:ctrlPr>
                      </m:sSubSupPr>
                      <m:e>
                        <m:r>
                          <a:rPr lang="zh-CN" altLang="en-US" sz="2200" kern="100"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𝜎</m:t>
                        </m:r>
                      </m:e>
                      <m:sub>
                        <m:r>
                          <a:rPr lang="en-US" altLang="zh-CN" sz="2200" kern="100"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2</m:t>
                        </m:r>
                      </m:sub>
                      <m:sup>
                        <m:r>
                          <a:rPr lang="en-US" altLang="zh-CN" sz="2200" kern="100"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2</m:t>
                        </m:r>
                      </m:sup>
                    </m:sSubSup>
                  </m:oMath>
                </a14:m>
                <a:r>
                  <a:rPr lang="zh-CN" altLang="en-US" sz="2200" kern="100" dirty="0">
                    <a:latin typeface="Cambria Math" panose="02040503050406030204" pitchFamily="18" charset="0"/>
                    <a:cs typeface="Times New Roman" panose="02020603050405020304" pitchFamily="18" charset="0"/>
                  </a:rPr>
                  <a:t>而</a:t>
                </a:r>
                <a:endParaRPr lang="zh-CN" altLang="zh-CN" sz="2200" kern="100" dirty="0">
                  <a:latin typeface="Cambria Math" panose="020405030504060302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lnSpc>
                    <a:spcPct val="10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zh-CN" sz="2200" i="1" kern="100"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𝐶𝑜𝑣</m:t>
                      </m:r>
                      <m:r>
                        <a:rPr lang="en-US" altLang="zh-CN" sz="2200" kern="100"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⁡(</m:t>
                      </m:r>
                      <m:r>
                        <a:rPr lang="en-US" altLang="zh-CN" sz="2200" kern="100"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𝑋</m:t>
                      </m:r>
                      <m:r>
                        <a:rPr lang="en-US" altLang="zh-CN" sz="2200" kern="100"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,</m:t>
                      </m:r>
                      <m:r>
                        <a:rPr lang="en-US" altLang="zh-CN" sz="2200" kern="100"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𝑌</m:t>
                      </m:r>
                      <m:r>
                        <a:rPr lang="en-US" altLang="zh-CN" sz="2200" kern="100"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)=</m:t>
                      </m:r>
                      <m:nary>
                        <m:naryPr>
                          <m:limLoc m:val="subSup"/>
                          <m:grow m:val="on"/>
                          <m:ctrlPr>
                            <a:rPr lang="zh-CN" altLang="zh-CN" sz="2200" i="1" kern="100"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</m:ctrlPr>
                        </m:naryPr>
                        <m:sub>
                          <m:r>
                            <a:rPr lang="en-US" altLang="zh-CN" sz="2200" kern="100"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−∞</m:t>
                          </m:r>
                        </m:sub>
                        <m:sup>
                          <m:r>
                            <a:rPr lang="en-US" altLang="zh-CN" sz="2200" kern="100"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∞</m:t>
                          </m:r>
                        </m:sup>
                        <m:e>
                          <m:r>
                            <a:rPr lang="en-US" altLang="zh-CN" sz="2200" kern="100"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 </m:t>
                          </m:r>
                        </m:e>
                      </m:nary>
                      <m:nary>
                        <m:naryPr>
                          <m:limLoc m:val="subSup"/>
                          <m:grow m:val="on"/>
                          <m:ctrlPr>
                            <a:rPr lang="zh-CN" altLang="zh-CN" sz="2200" i="1" kern="100"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</m:ctrlPr>
                        </m:naryPr>
                        <m:sub>
                          <m:r>
                            <a:rPr lang="en-US" altLang="zh-CN" sz="2200" kern="100"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−∞</m:t>
                          </m:r>
                        </m:sub>
                        <m:sup>
                          <m:r>
                            <a:rPr lang="en-US" altLang="zh-CN" sz="2200" kern="100"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∞</m:t>
                          </m:r>
                        </m:sup>
                        <m:e>
                          <m:r>
                            <a:rPr lang="en-US" altLang="zh-CN" sz="2200" kern="100"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 </m:t>
                          </m:r>
                        </m:e>
                      </m:nary>
                      <m:r>
                        <a:rPr lang="en-US" altLang="zh-CN" sz="2200" kern="100"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(</m:t>
                      </m:r>
                      <m:r>
                        <a:rPr lang="en-US" altLang="zh-CN" sz="2200" kern="100"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𝑥</m:t>
                      </m:r>
                      <m:r>
                        <a:rPr lang="en-US" altLang="zh-CN" sz="2200" kern="100"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US" altLang="zh-CN" sz="2200" i="1" kern="100"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zh-CN" altLang="en-US" sz="2200" kern="100"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𝜇</m:t>
                          </m:r>
                        </m:e>
                        <m:sub>
                          <m:r>
                            <a:rPr lang="en-US" altLang="zh-CN" sz="2200" kern="100"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altLang="zh-CN" sz="2200" kern="100"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)(</m:t>
                      </m:r>
                      <m:r>
                        <a:rPr lang="en-US" altLang="zh-CN" sz="2200" kern="100"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𝑦</m:t>
                      </m:r>
                      <m:r>
                        <a:rPr lang="en-US" altLang="zh-CN" sz="2200" kern="100"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US" altLang="zh-CN" sz="2200" i="1" kern="100"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zh-CN" altLang="en-US" sz="2200" kern="100"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𝜇</m:t>
                          </m:r>
                        </m:e>
                        <m:sub>
                          <m:r>
                            <a:rPr lang="en-US" altLang="zh-CN" sz="2200" kern="100"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altLang="zh-CN" sz="2200" kern="100"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)</m:t>
                      </m:r>
                      <m:r>
                        <a:rPr lang="en-US" altLang="zh-CN" sz="2200" kern="100"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𝑓</m:t>
                      </m:r>
                      <m:r>
                        <a:rPr lang="en-US" altLang="zh-CN" sz="2200" kern="100"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(</m:t>
                      </m:r>
                      <m:r>
                        <a:rPr lang="en-US" altLang="zh-CN" sz="2200" kern="100"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𝑥</m:t>
                      </m:r>
                      <m:r>
                        <a:rPr lang="en-US" altLang="zh-CN" sz="2200" kern="100"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,</m:t>
                      </m:r>
                      <m:r>
                        <a:rPr lang="en-US" altLang="zh-CN" sz="2200" kern="100"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𝑦</m:t>
                      </m:r>
                      <m:r>
                        <a:rPr lang="en-US" altLang="zh-CN" sz="2200" kern="100"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)</m:t>
                      </m:r>
                      <m:r>
                        <a:rPr lang="en-US" altLang="zh-CN" sz="2200" kern="100"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𝑑𝑥𝑑𝑦</m:t>
                      </m:r>
                    </m:oMath>
                  </m:oMathPara>
                </a14:m>
                <a:endParaRPr lang="zh-CN" altLang="zh-CN" sz="2200" kern="100" dirty="0">
                  <a:latin typeface="Cambria Math" panose="020405030504060302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lnSpc>
                    <a:spcPct val="10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200" b="0" i="0" kern="100" smtClean="0"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                    </m:t>
                      </m:r>
                      <m:r>
                        <a:rPr lang="en-US" altLang="zh-CN" sz="2200" kern="100"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=</m:t>
                      </m:r>
                      <m:f>
                        <m:fPr>
                          <m:ctrlPr>
                            <a:rPr lang="zh-CN" altLang="zh-CN" sz="2200" i="1" kern="100"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a:rPr lang="en-US" altLang="zh-CN" sz="2200" kern="100"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altLang="zh-CN" sz="2200" kern="100"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2</m:t>
                          </m:r>
                          <m:r>
                            <a:rPr lang="en-US" altLang="zh-CN" sz="2200" kern="100"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𝜋</m:t>
                          </m:r>
                          <m:sSub>
                            <m:sSubPr>
                              <m:ctrlPr>
                                <a:rPr lang="zh-CN" altLang="zh-CN" sz="2200" i="1" kern="10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sz="2200" kern="100">
                                  <a:latin typeface="Cambria Math" panose="02040503050406030204" pitchFamily="18" charset="0"/>
                                </a:rPr>
                                <m:t>𝜎</m:t>
                              </m:r>
                            </m:e>
                            <m:sub>
                              <m:r>
                                <a:rPr lang="en-US" altLang="zh-CN" sz="2200" kern="10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sSub>
                            <m:sSubPr>
                              <m:ctrlPr>
                                <a:rPr lang="zh-CN" altLang="zh-CN" sz="2200" i="1" kern="10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sz="2200" kern="100">
                                  <a:latin typeface="Cambria Math" panose="02040503050406030204" pitchFamily="18" charset="0"/>
                                </a:rPr>
                                <m:t>𝜎</m:t>
                              </m:r>
                            </m:e>
                            <m:sub>
                              <m:r>
                                <a:rPr lang="en-US" altLang="zh-CN" sz="2200" kern="10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ad>
                            <m:radPr>
                              <m:degHide m:val="on"/>
                              <m:ctrlPr>
                                <a:rPr lang="zh-CN" altLang="zh-CN" sz="2200" i="1" kern="100"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US" altLang="zh-CN" sz="2200" kern="100"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  <m:t>1−</m:t>
                              </m:r>
                              <m:sSup>
                                <m:sSupPr>
                                  <m:ctrlPr>
                                    <a:rPr lang="zh-CN" altLang="zh-CN" sz="2200" i="1" kern="100">
                                      <a:latin typeface="Cambria Math" panose="02040503050406030204" pitchFamily="18" charset="0"/>
                                      <a:ea typeface="等线" panose="02010600030101010101" pitchFamily="2" charset="-122"/>
                                      <a:cs typeface="Times New Roman" panose="020206030504050203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m:rPr>
                                      <m:sty m:val="p"/>
                                    </m:rPr>
                                    <a:rPr lang="el-GR" altLang="zh-CN" sz="2200" i="1" kern="10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ρ</m:t>
                                  </m:r>
                                </m:e>
                                <m:sup>
                                  <m:r>
                                    <a:rPr lang="en-US" altLang="zh-CN" sz="2200" kern="100">
                                      <a:latin typeface="Cambria Math" panose="02040503050406030204" pitchFamily="18" charset="0"/>
                                      <a:ea typeface="等线" panose="02010600030101010101" pitchFamily="2" charset="-122"/>
                                      <a:cs typeface="Times New Roman" panose="020206030504050203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</m:rad>
                        </m:den>
                      </m:f>
                      <m:nary>
                        <m:naryPr>
                          <m:limLoc m:val="subSup"/>
                          <m:grow m:val="on"/>
                          <m:ctrlPr>
                            <a:rPr lang="zh-CN" altLang="zh-CN" sz="2200" i="1" kern="100"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</m:ctrlPr>
                        </m:naryPr>
                        <m:sub>
                          <m:r>
                            <a:rPr lang="en-US" altLang="zh-CN" sz="2200" kern="100"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−∞</m:t>
                          </m:r>
                        </m:sub>
                        <m:sup>
                          <m:r>
                            <a:rPr lang="en-US" altLang="zh-CN" sz="2200" kern="100"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∞</m:t>
                          </m:r>
                        </m:sup>
                        <m:e>
                          <m:r>
                            <a:rPr lang="en-US" altLang="zh-CN" sz="2200" kern="100"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 </m:t>
                          </m:r>
                        </m:e>
                      </m:nary>
                      <m:nary>
                        <m:naryPr>
                          <m:limLoc m:val="subSup"/>
                          <m:grow m:val="on"/>
                          <m:ctrlPr>
                            <a:rPr lang="zh-CN" altLang="zh-CN" sz="2200" i="1" kern="100"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</m:ctrlPr>
                        </m:naryPr>
                        <m:sub>
                          <m:r>
                            <a:rPr lang="en-US" altLang="zh-CN" sz="2200" kern="100"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−∞</m:t>
                          </m:r>
                        </m:sub>
                        <m:sup>
                          <m:r>
                            <a:rPr lang="en-US" altLang="zh-CN" sz="2200" kern="100"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∞</m:t>
                          </m:r>
                        </m:sup>
                        <m:e>
                          <m:r>
                            <a:rPr lang="en-US" altLang="zh-CN" sz="2200" kern="100"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 </m:t>
                          </m:r>
                        </m:e>
                      </m:nary>
                      <m:r>
                        <a:rPr lang="en-US" altLang="zh-CN" sz="2200" kern="100"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(</m:t>
                      </m:r>
                      <m:r>
                        <a:rPr lang="en-US" altLang="zh-CN" sz="2200" kern="100"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𝑥</m:t>
                      </m:r>
                      <m:r>
                        <a:rPr lang="en-US" altLang="zh-CN" sz="2200" kern="100"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US" altLang="zh-CN" sz="2200" i="1" kern="100"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zh-CN" altLang="en-US" sz="2200" kern="100"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𝜇</m:t>
                          </m:r>
                        </m:e>
                        <m:sub>
                          <m:r>
                            <a:rPr lang="en-US" altLang="zh-CN" sz="2200" kern="100"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altLang="zh-CN" sz="2200" kern="100"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)(</m:t>
                      </m:r>
                      <m:r>
                        <a:rPr lang="en-US" altLang="zh-CN" sz="2200" kern="100"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𝑦</m:t>
                      </m:r>
                      <m:r>
                        <a:rPr lang="en-US" altLang="zh-CN" sz="2200" kern="100"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US" altLang="zh-CN" sz="2200" i="1" kern="100"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zh-CN" altLang="en-US" sz="2200" kern="100"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𝜇</m:t>
                          </m:r>
                        </m:e>
                        <m:sub>
                          <m:r>
                            <a:rPr lang="en-US" altLang="zh-CN" sz="2200" kern="100"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altLang="zh-CN" sz="2200" kern="100"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)</m:t>
                      </m:r>
                    </m:oMath>
                  </m:oMathPara>
                </a14:m>
                <a:endParaRPr lang="zh-CN" altLang="zh-CN" sz="2200" kern="100" dirty="0">
                  <a:latin typeface="Cambria Math" panose="020405030504060302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lnSpc>
                    <a:spcPct val="10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200" i="1" kern="10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×</m:t>
                      </m:r>
                      <m:r>
                        <m:rPr>
                          <m:sty m:val="p"/>
                        </m:rPr>
                        <a:rPr lang="en-US" altLang="zh-CN" sz="2200" kern="100"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exp</m:t>
                      </m:r>
                      <m:r>
                        <a:rPr lang="en-US" altLang="zh-CN" sz="2200" kern="100"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⁡{</m:t>
                      </m:r>
                      <m:f>
                        <m:fPr>
                          <m:ctrlPr>
                            <a:rPr lang="zh-CN" altLang="zh-CN" sz="2200" i="1" kern="100"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a:rPr lang="en-US" altLang="zh-CN" sz="2200" kern="100"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−1</m:t>
                          </m:r>
                        </m:num>
                        <m:den>
                          <m:r>
                            <a:rPr lang="en-US" altLang="zh-CN" sz="2200" kern="100"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2(1−</m:t>
                          </m:r>
                          <m:sSup>
                            <m:sSupPr>
                              <m:ctrlPr>
                                <a:rPr lang="zh-CN" altLang="zh-CN" sz="2200" i="1" kern="100"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</m:ctrlPr>
                            </m:sSupPr>
                            <m:e>
                              <m:r>
                                <m:rPr>
                                  <m:sty m:val="p"/>
                                </m:rPr>
                                <a:rPr lang="el-GR" altLang="zh-CN" sz="2200" i="1" kern="10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ρ</m:t>
                              </m:r>
                            </m:e>
                            <m:sup>
                              <m:r>
                                <a:rPr lang="en-US" altLang="zh-CN" sz="2200" kern="100"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US" altLang="zh-CN" sz="2200" kern="100"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)</m:t>
                          </m:r>
                        </m:den>
                      </m:f>
                      <m:r>
                        <a:rPr lang="en-US" altLang="zh-CN" sz="2200" kern="100"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(</m:t>
                      </m:r>
                      <m:f>
                        <m:fPr>
                          <m:ctrlPr>
                            <a:rPr lang="zh-CN" altLang="zh-CN" sz="2200" i="1" kern="100"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a:rPr lang="en-US" altLang="zh-CN" sz="2200" kern="100"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𝑦</m:t>
                          </m:r>
                          <m:r>
                            <a:rPr lang="en-US" altLang="zh-CN" sz="2200" kern="100"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altLang="zh-CN" sz="2200" i="1" kern="100"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sz="2200" kern="100"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  <m:t>𝜇</m:t>
                              </m:r>
                            </m:e>
                            <m:sub>
                              <m:r>
                                <a:rPr lang="en-US" altLang="zh-CN" sz="2200" kern="100"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  <m:t>2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US" altLang="zh-CN" sz="2200" i="1" kern="100"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sz="2200" kern="100"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  <m:t>𝜎</m:t>
                              </m:r>
                            </m:e>
                            <m:sub>
                              <m:r>
                                <a:rPr lang="en-US" altLang="zh-CN" sz="2200" kern="100"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  <m:t>2</m:t>
                              </m:r>
                            </m:sub>
                          </m:sSub>
                        </m:den>
                      </m:f>
                      <m:r>
                        <a:rPr lang="en-US" altLang="zh-CN" sz="2200" kern="100"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−</m:t>
                      </m:r>
                      <m:r>
                        <m:rPr>
                          <m:sty m:val="p"/>
                        </m:rPr>
                        <a:rPr lang="el-GR" altLang="zh-CN" sz="2200" i="1" kern="10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ρ</m:t>
                      </m:r>
                      <m:f>
                        <m:fPr>
                          <m:ctrlPr>
                            <a:rPr lang="zh-CN" altLang="zh-CN" sz="2200" i="1" kern="100"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a:rPr lang="en-US" altLang="zh-CN" sz="2200" kern="100"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𝑥</m:t>
                          </m:r>
                          <m:r>
                            <a:rPr lang="en-US" altLang="zh-CN" sz="2200" kern="100"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altLang="zh-CN" sz="2200" i="1" kern="100"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sz="2200" kern="100"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  <m:t>𝜇</m:t>
                              </m:r>
                            </m:e>
                            <m:sub>
                              <m:r>
                                <a:rPr lang="en-US" altLang="zh-CN" sz="2200" kern="100"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  <m:t>1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zh-CN" altLang="zh-CN" sz="2200" i="1" kern="100"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l-GR" altLang="zh-CN" sz="2200" i="1" kern="10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σ</m:t>
                              </m:r>
                            </m:e>
                            <m:sub>
                              <m:r>
                                <a:rPr lang="en-US" altLang="zh-CN" sz="2200" kern="100"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  <m:t>1</m:t>
                              </m:r>
                            </m:sub>
                          </m:sSub>
                        </m:den>
                      </m:f>
                      <m:sSup>
                        <m:sSupPr>
                          <m:ctrlPr>
                            <a:rPr lang="zh-CN" altLang="zh-CN" sz="2200" i="1" kern="100"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r>
                            <a:rPr lang="en-US" altLang="zh-CN" sz="2200" kern="100"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)</m:t>
                          </m:r>
                        </m:e>
                        <m:sup>
                          <m:r>
                            <a:rPr lang="en-US" altLang="zh-CN" sz="2200" kern="100"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altLang="zh-CN" sz="2200" kern="100"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−</m:t>
                      </m:r>
                      <m:f>
                        <m:fPr>
                          <m:ctrlPr>
                            <a:rPr lang="zh-CN" altLang="zh-CN" sz="2200" i="1" kern="100"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a:rPr lang="en-US" altLang="zh-CN" sz="2200" kern="100"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(</m:t>
                          </m:r>
                          <m:r>
                            <a:rPr lang="en-US" altLang="zh-CN" sz="2200" kern="100"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𝑥</m:t>
                          </m:r>
                          <m:r>
                            <a:rPr lang="en-US" altLang="zh-CN" sz="2200" kern="100"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altLang="zh-CN" sz="2200" i="1" kern="100"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sz="2200" kern="100"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  <m:t>𝜇</m:t>
                              </m:r>
                            </m:e>
                            <m:sub>
                              <m:r>
                                <a:rPr lang="en-US" altLang="zh-CN" sz="2200" kern="100"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  <m:t>1</m:t>
                              </m:r>
                            </m:sub>
                          </m:sSub>
                          <m:sSup>
                            <m:sSupPr>
                              <m:ctrlPr>
                                <a:rPr lang="zh-CN" altLang="zh-CN" sz="2200" i="1" kern="100"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sz="2200" kern="100"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  <m:t>)</m:t>
                              </m:r>
                            </m:e>
                            <m:sup>
                              <m:r>
                                <a:rPr lang="en-US" altLang="zh-CN" sz="2200" kern="100"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  <m:t>2</m:t>
                              </m:r>
                            </m:sup>
                          </m:sSup>
                        </m:num>
                        <m:den>
                          <m:r>
                            <a:rPr lang="en-US" altLang="zh-CN" sz="2200" kern="100"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2</m:t>
                          </m:r>
                          <m:sSubSup>
                            <m:sSubSupPr>
                              <m:ctrlPr>
                                <a:rPr lang="en-US" altLang="zh-CN" sz="2200" i="1" kern="100"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</m:ctrlPr>
                            </m:sSubSupPr>
                            <m:e>
                              <m:r>
                                <a:rPr lang="zh-CN" altLang="en-US" sz="2200" kern="100"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  <m:t>𝜎</m:t>
                              </m:r>
                            </m:e>
                            <m:sub>
                              <m:r>
                                <a:rPr lang="en-US" altLang="zh-CN" sz="2200" kern="100"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  <m:t>1</m:t>
                              </m:r>
                            </m:sub>
                            <m:sup>
                              <m:r>
                                <a:rPr lang="en-US" altLang="zh-CN" sz="2200" kern="100"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  <m:t>2</m:t>
                              </m:r>
                            </m:sup>
                          </m:sSubSup>
                        </m:den>
                      </m:f>
                      <m:r>
                        <a:rPr lang="en-US" altLang="zh-CN" sz="2200" kern="100"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}</m:t>
                      </m:r>
                      <m:r>
                        <a:rPr lang="en-US" altLang="zh-CN" sz="2200" kern="100"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𝑑𝑦𝑑𝑥</m:t>
                      </m:r>
                    </m:oMath>
                  </m:oMathPara>
                </a14:m>
                <a:endParaRPr lang="zh-CN" altLang="zh-CN" sz="2200" kern="100" dirty="0">
                  <a:latin typeface="Cambria Math" panose="020405030504060302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4" name="内容占位符 2">
                <a:extLst>
                  <a:ext uri="{FF2B5EF4-FFF2-40B4-BE49-F238E27FC236}">
                    <a16:creationId xmlns:a16="http://schemas.microsoft.com/office/drawing/2014/main" id="{7EC69F48-5E1F-D8B9-B8FB-132856BEB5A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63310" y="1371376"/>
                <a:ext cx="8780690" cy="5192486"/>
              </a:xfrm>
              <a:blipFill>
                <a:blip r:embed="rId2"/>
                <a:stretch>
                  <a:fillRect l="-867" t="-1467" b="-2616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" name="直线连接符 1">
            <a:extLst>
              <a:ext uri="{FF2B5EF4-FFF2-40B4-BE49-F238E27FC236}">
                <a16:creationId xmlns:a16="http://schemas.microsoft.com/office/drawing/2014/main" id="{1CAA6405-5346-65BC-FE66-58108076F142}"/>
              </a:ext>
            </a:extLst>
          </p:cNvPr>
          <p:cNvCxnSpPr/>
          <p:nvPr/>
        </p:nvCxnSpPr>
        <p:spPr>
          <a:xfrm>
            <a:off x="0" y="1082842"/>
            <a:ext cx="9144000" cy="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 Box 14">
            <a:extLst>
              <a:ext uri="{FF2B5EF4-FFF2-40B4-BE49-F238E27FC236}">
                <a16:creationId xmlns:a16="http://schemas.microsoft.com/office/drawing/2014/main" id="{0864B778-3031-1761-392E-03756B37B7E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00100" y="270750"/>
            <a:ext cx="7620000" cy="70173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defTabSz="914400">
              <a:lnSpc>
                <a:spcPct val="90000"/>
              </a:lnSpc>
              <a:spcBef>
                <a:spcPct val="0"/>
              </a:spcBef>
              <a:buNone/>
              <a:defRPr sz="4400">
                <a:solidFill>
                  <a:srgbClr val="0432FF"/>
                </a:solidFill>
                <a:latin typeface="STXinwei" panose="02010800040101010101" pitchFamily="2" charset="-122"/>
                <a:ea typeface="STXinwei" panose="02010800040101010101" pitchFamily="2" charset="-122"/>
                <a:cs typeface="+mj-cs"/>
              </a:defRPr>
            </a:lvl1pPr>
          </a:lstStyle>
          <a:p>
            <a:pPr algn="ctr"/>
            <a:r>
              <a:rPr lang="zh-CN" altLang="en-US" sz="3600" dirty="0">
                <a:solidFill>
                  <a:srgbClr val="FF0000"/>
                </a:solidFill>
              </a:rPr>
              <a:t>二元正态分布向量的相关系数</a:t>
            </a:r>
          </a:p>
        </p:txBody>
      </p:sp>
    </p:spTree>
    <p:extLst>
      <p:ext uri="{BB962C8B-B14F-4D97-AF65-F5344CB8AC3E}">
        <p14:creationId xmlns:p14="http://schemas.microsoft.com/office/powerpoint/2010/main" val="16393504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4" name="内容占位符 2">
                <a:extLst>
                  <a:ext uri="{FF2B5EF4-FFF2-40B4-BE49-F238E27FC236}">
                    <a16:creationId xmlns:a16="http://schemas.microsoft.com/office/drawing/2014/main" id="{7EC69F48-5E1F-D8B9-B8FB-132856BEB5A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363310" y="1371376"/>
                <a:ext cx="8780690" cy="5192486"/>
              </a:xfrm>
            </p:spPr>
            <p:txBody>
              <a:bodyPr>
                <a:noAutofit/>
              </a:bodyPr>
              <a:lstStyle/>
              <a:p>
                <a:pPr marL="0" indent="0">
                  <a:lnSpc>
                    <a:spcPct val="120000"/>
                  </a:lnSpc>
                  <a:buNone/>
                </a:pPr>
                <a:r>
                  <a:rPr lang="zh-CN" altLang="en-US" sz="2300" kern="100" dirty="0">
                    <a:latin typeface="Cambria Math" panose="02040503050406030204" pitchFamily="18" charset="0"/>
                    <a:cs typeface="Times New Roman" panose="02020603050405020304" pitchFamily="18" charset="0"/>
                  </a:rPr>
                  <a:t>令</a:t>
                </a:r>
                <a14:m>
                  <m:oMath xmlns:m="http://schemas.openxmlformats.org/officeDocument/2006/math">
                    <m:r>
                      <a:rPr lang="en-US" altLang="zh-CN" sz="2300" kern="100"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𝑡</m:t>
                    </m:r>
                    <m:r>
                      <a:rPr lang="en-US" altLang="zh-CN" sz="2300" kern="100"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=</m:t>
                    </m:r>
                    <m:f>
                      <m:fPr>
                        <m:ctrlPr>
                          <a:rPr lang="zh-CN" altLang="zh-CN" sz="2300" i="1" kern="100"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n-US" altLang="zh-CN" sz="2300" kern="100"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1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zh-CN" altLang="zh-CN" sz="2300" i="1" kern="100">
                                <a:latin typeface="Cambria Math" panose="02040503050406030204" pitchFamily="18" charset="0"/>
                                <a:ea typeface="等线" panose="02010600030101010101" pitchFamily="2" charset="-122"/>
                                <a:cs typeface="Times New Roman" panose="020206030504050203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US" altLang="zh-CN" sz="2300" kern="100">
                                <a:latin typeface="Cambria Math" panose="02040503050406030204" pitchFamily="18" charset="0"/>
                                <a:ea typeface="等线" panose="02010600030101010101" pitchFamily="2" charset="-122"/>
                                <a:cs typeface="Times New Roman" panose="02020603050405020304" pitchFamily="18" charset="0"/>
                              </a:rPr>
                              <m:t>1−</m:t>
                            </m:r>
                            <m:sSup>
                              <m:sSupPr>
                                <m:ctrlPr>
                                  <a:rPr lang="zh-CN" altLang="zh-CN" sz="2300" i="1" kern="100">
                                    <a:latin typeface="Cambria Math" panose="02040503050406030204" pitchFamily="18" charset="0"/>
                                    <a:ea typeface="等线" panose="02010600030101010101" pitchFamily="2" charset="-122"/>
                                    <a:cs typeface="Times New Roman" panose="02020603050405020304" pitchFamily="18" charset="0"/>
                                  </a:rPr>
                                </m:ctrlPr>
                              </m:sSupPr>
                              <m:e>
                                <m:r>
                                  <m:rPr>
                                    <m:sty m:val="p"/>
                                  </m:rPr>
                                  <a:rPr lang="el-GR" altLang="zh-CN" sz="2300" i="1" kern="10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ρ</m:t>
                                </m:r>
                              </m:e>
                              <m:sup>
                                <m:r>
                                  <a:rPr lang="en-US" altLang="zh-CN" sz="2300" kern="100">
                                    <a:latin typeface="Cambria Math" panose="02040503050406030204" pitchFamily="18" charset="0"/>
                                    <a:ea typeface="等线" panose="02010600030101010101" pitchFamily="2" charset="-122"/>
                                    <a:cs typeface="Times New Roman" panose="02020603050405020304" pitchFamily="18" charset="0"/>
                                  </a:rPr>
                                  <m:t>2</m:t>
                                </m:r>
                              </m:sup>
                            </m:sSup>
                          </m:e>
                        </m:rad>
                      </m:den>
                    </m:f>
                    <m:d>
                      <m:dPr>
                        <m:ctrlPr>
                          <a:rPr lang="en-US" altLang="zh-CN" sz="2300" i="1" kern="100"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zh-CN" altLang="zh-CN" sz="2300" i="1" kern="100">
                                <a:latin typeface="Cambria Math" panose="02040503050406030204" pitchFamily="18" charset="0"/>
                                <a:ea typeface="等线" panose="02010600030101010101" pitchFamily="2" charset="-122"/>
                                <a:cs typeface="Times New Roman" panose="02020603050405020304" pitchFamily="18" charset="0"/>
                              </a:rPr>
                            </m:ctrlPr>
                          </m:fPr>
                          <m:num>
                            <m:r>
                              <a:rPr lang="en-US" altLang="zh-CN" sz="2300" kern="100">
                                <a:latin typeface="Cambria Math" panose="02040503050406030204" pitchFamily="18" charset="0"/>
                                <a:ea typeface="等线" panose="02010600030101010101" pitchFamily="2" charset="-122"/>
                                <a:cs typeface="Times New Roman" panose="02020603050405020304" pitchFamily="18" charset="0"/>
                              </a:rPr>
                              <m:t>𝑦</m:t>
                            </m:r>
                            <m:r>
                              <a:rPr lang="en-US" altLang="zh-CN" sz="2300" kern="100">
                                <a:latin typeface="Cambria Math" panose="02040503050406030204" pitchFamily="18" charset="0"/>
                                <a:ea typeface="等线" panose="02010600030101010101" pitchFamily="2" charset="-122"/>
                                <a:cs typeface="Times New Roman" panose="02020603050405020304" pitchFamily="18" charset="0"/>
                              </a:rPr>
                              <m:t>−</m:t>
                            </m:r>
                            <m:sSub>
                              <m:sSubPr>
                                <m:ctrlPr>
                                  <a:rPr lang="en-US" altLang="zh-CN" sz="2300" i="1" kern="100">
                                    <a:latin typeface="Cambria Math" panose="02040503050406030204" pitchFamily="18" charset="0"/>
                                    <a:ea typeface="等线" panose="02010600030101010101" pitchFamily="2" charset="-122"/>
                                    <a:cs typeface="Times New Roman" panose="020206030504050203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zh-CN" altLang="en-US" sz="2300" kern="100">
                                    <a:latin typeface="Cambria Math" panose="02040503050406030204" pitchFamily="18" charset="0"/>
                                    <a:ea typeface="等线" panose="02010600030101010101" pitchFamily="2" charset="-122"/>
                                    <a:cs typeface="Times New Roman" panose="02020603050405020304" pitchFamily="18" charset="0"/>
                                  </a:rPr>
                                  <m:t>𝜇</m:t>
                                </m:r>
                              </m:e>
                              <m:sub>
                                <m:r>
                                  <a:rPr lang="en-US" altLang="zh-CN" sz="2300" kern="100">
                                    <a:latin typeface="Cambria Math" panose="02040503050406030204" pitchFamily="18" charset="0"/>
                                    <a:ea typeface="等线" panose="02010600030101010101" pitchFamily="2" charset="-122"/>
                                    <a:cs typeface="Times New Roman" panose="02020603050405020304" pitchFamily="18" charset="0"/>
                                  </a:rPr>
                                  <m:t>2</m:t>
                                </m:r>
                              </m:sub>
                            </m:sSub>
                          </m:num>
                          <m:den>
                            <m:sSub>
                              <m:sSubPr>
                                <m:ctrlPr>
                                  <a:rPr lang="zh-CN" altLang="zh-CN" sz="2300" i="1" kern="100">
                                    <a:latin typeface="Cambria Math" panose="02040503050406030204" pitchFamily="18" charset="0"/>
                                    <a:ea typeface="等线" panose="02010600030101010101" pitchFamily="2" charset="-122"/>
                                    <a:cs typeface="Times New Roman" panose="02020603050405020304" pitchFamily="18" charset="0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sty m:val="p"/>
                                  </m:rPr>
                                  <a:rPr lang="el-GR" altLang="zh-CN" sz="2300" i="1" kern="10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σ</m:t>
                                </m:r>
                              </m:e>
                              <m:sub>
                                <m:r>
                                  <a:rPr lang="en-US" altLang="zh-CN" sz="2300" kern="100">
                                    <a:latin typeface="Cambria Math" panose="02040503050406030204" pitchFamily="18" charset="0"/>
                                    <a:ea typeface="等线" panose="02010600030101010101" pitchFamily="2" charset="-122"/>
                                    <a:cs typeface="Times New Roman" panose="02020603050405020304" pitchFamily="18" charset="0"/>
                                  </a:rPr>
                                  <m:t>2</m:t>
                                </m:r>
                              </m:sub>
                            </m:sSub>
                          </m:den>
                        </m:f>
                        <m:r>
                          <a:rPr lang="en-US" altLang="zh-CN" sz="2300" kern="100"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−</m:t>
                        </m:r>
                        <m:r>
                          <m:rPr>
                            <m:sty m:val="p"/>
                          </m:rPr>
                          <a:rPr lang="el-GR" altLang="zh-CN" sz="2300" i="1" kern="10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ρ</m:t>
                        </m:r>
                        <m:f>
                          <m:fPr>
                            <m:ctrlPr>
                              <a:rPr lang="zh-CN" altLang="zh-CN" sz="2300" i="1" kern="100">
                                <a:latin typeface="Cambria Math" panose="02040503050406030204" pitchFamily="18" charset="0"/>
                                <a:ea typeface="等线" panose="02010600030101010101" pitchFamily="2" charset="-122"/>
                                <a:cs typeface="Times New Roman" panose="02020603050405020304" pitchFamily="18" charset="0"/>
                              </a:rPr>
                            </m:ctrlPr>
                          </m:fPr>
                          <m:num>
                            <m:r>
                              <a:rPr lang="en-US" altLang="zh-CN" sz="2300" kern="100">
                                <a:latin typeface="Cambria Math" panose="02040503050406030204" pitchFamily="18" charset="0"/>
                                <a:ea typeface="等线" panose="02010600030101010101" pitchFamily="2" charset="-122"/>
                                <a:cs typeface="Times New Roman" panose="02020603050405020304" pitchFamily="18" charset="0"/>
                              </a:rPr>
                              <m:t>𝑥</m:t>
                            </m:r>
                            <m:r>
                              <a:rPr lang="en-US" altLang="zh-CN" sz="2300" kern="100">
                                <a:latin typeface="Cambria Math" panose="02040503050406030204" pitchFamily="18" charset="0"/>
                                <a:ea typeface="等线" panose="02010600030101010101" pitchFamily="2" charset="-122"/>
                                <a:cs typeface="Times New Roman" panose="02020603050405020304" pitchFamily="18" charset="0"/>
                              </a:rPr>
                              <m:t>−</m:t>
                            </m:r>
                            <m:sSub>
                              <m:sSubPr>
                                <m:ctrlPr>
                                  <a:rPr lang="zh-CN" altLang="zh-CN" sz="2300" i="1" kern="100">
                                    <a:latin typeface="Cambria Math" panose="02040503050406030204" pitchFamily="18" charset="0"/>
                                    <a:ea typeface="等线" panose="02010600030101010101" pitchFamily="2" charset="-122"/>
                                    <a:cs typeface="Times New Roman" panose="02020603050405020304" pitchFamily="18" charset="0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sty m:val="p"/>
                                  </m:rPr>
                                  <a:rPr lang="el-GR" altLang="zh-CN" sz="2300" i="1" kern="10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μ</m:t>
                                </m:r>
                              </m:e>
                              <m:sub>
                                <m:r>
                                  <a:rPr lang="en-US" altLang="zh-CN" sz="2300" kern="100">
                                    <a:latin typeface="Cambria Math" panose="02040503050406030204" pitchFamily="18" charset="0"/>
                                    <a:ea typeface="等线" panose="02010600030101010101" pitchFamily="2" charset="-122"/>
                                    <a:cs typeface="Times New Roman" panose="02020603050405020304" pitchFamily="18" charset="0"/>
                                  </a:rPr>
                                  <m:t>1</m:t>
                                </m:r>
                              </m:sub>
                            </m:sSub>
                          </m:num>
                          <m:den>
                            <m:sSub>
                              <m:sSubPr>
                                <m:ctrlPr>
                                  <a:rPr lang="zh-CN" altLang="zh-CN" sz="2300" i="1" kern="100">
                                    <a:latin typeface="Cambria Math" panose="02040503050406030204" pitchFamily="18" charset="0"/>
                                    <a:ea typeface="等线" panose="02010600030101010101" pitchFamily="2" charset="-122"/>
                                    <a:cs typeface="Times New Roman" panose="02020603050405020304" pitchFamily="18" charset="0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sty m:val="p"/>
                                  </m:rPr>
                                  <a:rPr lang="el-GR" altLang="zh-CN" sz="2300" i="1" kern="10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σ</m:t>
                                </m:r>
                              </m:e>
                              <m:sub>
                                <m:r>
                                  <a:rPr lang="en-US" altLang="zh-CN" sz="2300" kern="100">
                                    <a:latin typeface="Cambria Math" panose="02040503050406030204" pitchFamily="18" charset="0"/>
                                    <a:ea typeface="等线" panose="02010600030101010101" pitchFamily="2" charset="-122"/>
                                    <a:cs typeface="Times New Roman" panose="02020603050405020304" pitchFamily="18" charset="0"/>
                                  </a:rPr>
                                  <m:t>1</m:t>
                                </m:r>
                              </m:sub>
                            </m:sSub>
                          </m:den>
                        </m:f>
                      </m:e>
                    </m:d>
                    <m:r>
                      <a:rPr lang="en-US" altLang="zh-CN" sz="2300" kern="100"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,  </m:t>
                    </m:r>
                    <m:r>
                      <a:rPr lang="en-US" altLang="zh-CN" sz="2300" kern="100"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𝑢</m:t>
                    </m:r>
                    <m:r>
                      <a:rPr lang="en-US" altLang="zh-CN" sz="2300" kern="100"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=</m:t>
                    </m:r>
                    <m:f>
                      <m:fPr>
                        <m:ctrlPr>
                          <a:rPr lang="zh-CN" altLang="zh-CN" sz="2300" i="1" kern="100"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n-US" altLang="zh-CN" sz="2300" kern="100"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𝑥</m:t>
                        </m:r>
                        <m:r>
                          <a:rPr lang="en-US" altLang="zh-CN" sz="2300" kern="100"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zh-CN" altLang="zh-CN" sz="2300" i="1" kern="100">
                                <a:latin typeface="Cambria Math" panose="02040503050406030204" pitchFamily="18" charset="0"/>
                                <a:ea typeface="等线" panose="02010600030101010101" pitchFamily="2" charset="-122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l-GR" altLang="zh-CN" sz="2300" i="1" kern="10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μ</m:t>
                            </m:r>
                          </m:e>
                          <m:sub>
                            <m:r>
                              <a:rPr lang="en-US" altLang="zh-CN" sz="2300" kern="100">
                                <a:latin typeface="Cambria Math" panose="02040503050406030204" pitchFamily="18" charset="0"/>
                                <a:ea typeface="等线" panose="02010600030101010101" pitchFamily="2" charset="-122"/>
                                <a:cs typeface="Times New Roman" panose="02020603050405020304" pitchFamily="18" charset="0"/>
                              </a:rPr>
                              <m:t>1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zh-CN" altLang="zh-CN" sz="2300" i="1" kern="100">
                                <a:latin typeface="Cambria Math" panose="02040503050406030204" pitchFamily="18" charset="0"/>
                                <a:ea typeface="等线" panose="02010600030101010101" pitchFamily="2" charset="-122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l-GR" altLang="zh-CN" sz="2300" i="1" kern="10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σ</m:t>
                            </m:r>
                          </m:e>
                          <m:sub>
                            <m:r>
                              <a:rPr lang="en-US" altLang="zh-CN" sz="2300" kern="100">
                                <a:latin typeface="Cambria Math" panose="02040503050406030204" pitchFamily="18" charset="0"/>
                                <a:ea typeface="等线" panose="02010600030101010101" pitchFamily="2" charset="-122"/>
                                <a:cs typeface="Times New Roman" panose="02020603050405020304" pitchFamily="18" charset="0"/>
                              </a:rPr>
                              <m:t>1</m:t>
                            </m:r>
                          </m:sub>
                        </m:sSub>
                      </m:den>
                    </m:f>
                    <m:r>
                      <a:rPr lang="zh-CN" altLang="en-US" sz="2300" kern="100"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，则</m:t>
                    </m:r>
                  </m:oMath>
                </a14:m>
                <a:r>
                  <a:rPr lang="zh-CN" altLang="en-US" sz="2300" kern="100" dirty="0">
                    <a:latin typeface="Cambria Math" panose="02040503050406030204" pitchFamily="18" charset="0"/>
                    <a:cs typeface="Times New Roman" panose="02020603050405020304" pitchFamily="18" charset="0"/>
                  </a:rPr>
                  <a:t>有</a:t>
                </a:r>
                <a:endParaRPr lang="zh-CN" altLang="zh-CN" sz="2300" kern="100" dirty="0">
                  <a:latin typeface="Cambria Math" panose="020405030504060302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lnSpc>
                    <a:spcPct val="12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US" altLang="zh-CN" sz="2300" i="1" kern="100"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</m:ctrlPr>
                        </m:funcPr>
                        <m:fName>
                          <m:r>
                            <a:rPr lang="en-US" altLang="zh-CN" sz="2300" i="1" kern="100"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𝐶𝑜𝑣</m:t>
                          </m:r>
                        </m:fName>
                        <m:e>
                          <m:d>
                            <m:dPr>
                              <m:ctrlPr>
                                <a:rPr lang="en-US" altLang="zh-CN" sz="2300" i="1" kern="100"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sz="2300" kern="100"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  <m:t>𝑋</m:t>
                              </m:r>
                              <m:r>
                                <a:rPr lang="en-US" altLang="zh-CN" sz="2300" kern="100"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  <m:t>,</m:t>
                              </m:r>
                              <m:r>
                                <a:rPr lang="en-US" altLang="zh-CN" sz="2300" kern="100"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  <m:t>𝑌</m:t>
                              </m:r>
                            </m:e>
                          </m:d>
                        </m:e>
                      </m:func>
                      <m:r>
                        <a:rPr lang="en-US" altLang="zh-CN" sz="2300" kern="100"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=</m:t>
                      </m:r>
                      <m:f>
                        <m:fPr>
                          <m:ctrlPr>
                            <a:rPr lang="zh-CN" altLang="zh-CN" sz="2300" i="1" kern="100"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a:rPr lang="en-US" altLang="zh-CN" sz="2300" kern="100"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altLang="zh-CN" sz="2300" kern="100"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2</m:t>
                          </m:r>
                          <m:r>
                            <a:rPr lang="en-US" altLang="zh-CN" sz="2300" kern="100"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𝜋</m:t>
                          </m:r>
                        </m:den>
                      </m:f>
                      <m:nary>
                        <m:naryPr>
                          <m:limLoc m:val="subSup"/>
                          <m:grow m:val="on"/>
                          <m:ctrlPr>
                            <a:rPr lang="zh-CN" altLang="zh-CN" sz="2300" i="1" kern="100"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</m:ctrlPr>
                        </m:naryPr>
                        <m:sub>
                          <m:r>
                            <a:rPr lang="en-US" altLang="zh-CN" sz="2300" kern="100"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−∞</m:t>
                          </m:r>
                        </m:sub>
                        <m:sup>
                          <m:r>
                            <a:rPr lang="en-US" altLang="zh-CN" sz="2300" kern="100"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∞</m:t>
                          </m:r>
                        </m:sup>
                        <m:e>
                          <m:r>
                            <a:rPr lang="en-US" altLang="zh-CN" sz="2300" kern="100"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 </m:t>
                          </m:r>
                        </m:e>
                      </m:nary>
                      <m:nary>
                        <m:naryPr>
                          <m:limLoc m:val="subSup"/>
                          <m:grow m:val="on"/>
                          <m:ctrlPr>
                            <a:rPr lang="zh-CN" altLang="zh-CN" sz="2300" i="1" kern="100"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</m:ctrlPr>
                        </m:naryPr>
                        <m:sub>
                          <m:r>
                            <a:rPr lang="en-US" altLang="zh-CN" sz="2300" kern="100"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−∞</m:t>
                          </m:r>
                        </m:sub>
                        <m:sup>
                          <m:r>
                            <a:rPr lang="en-US" altLang="zh-CN" sz="2300" kern="100"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∞</m:t>
                          </m:r>
                        </m:sup>
                        <m:e>
                          <m:r>
                            <a:rPr lang="en-US" altLang="zh-CN" sz="2300" kern="100"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 </m:t>
                          </m:r>
                        </m:e>
                      </m:nary>
                      <m:d>
                        <m:dPr>
                          <m:ctrlPr>
                            <a:rPr lang="en-US" altLang="zh-CN" sz="2300" i="1" kern="100"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zh-CN" altLang="zh-CN" sz="2300" i="1" kern="10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sz="2300" kern="100">
                                  <a:latin typeface="Cambria Math" panose="02040503050406030204" pitchFamily="18" charset="0"/>
                                </a:rPr>
                                <m:t>𝜎</m:t>
                              </m:r>
                            </m:e>
                            <m:sub>
                              <m:r>
                                <a:rPr lang="en-US" altLang="zh-CN" sz="2300" kern="10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sSub>
                            <m:sSubPr>
                              <m:ctrlPr>
                                <a:rPr lang="zh-CN" altLang="zh-CN" sz="2300" i="1" kern="10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sz="2300" kern="100">
                                  <a:latin typeface="Cambria Math" panose="02040503050406030204" pitchFamily="18" charset="0"/>
                                </a:rPr>
                                <m:t>𝜎</m:t>
                              </m:r>
                            </m:e>
                            <m:sub>
                              <m:r>
                                <a:rPr lang="en-US" altLang="zh-CN" sz="2300" kern="10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ad>
                            <m:radPr>
                              <m:degHide m:val="on"/>
                              <m:ctrlPr>
                                <a:rPr lang="zh-CN" altLang="zh-CN" sz="2300" i="1" kern="100"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US" altLang="zh-CN" sz="2300" kern="100"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  <m:t>1−</m:t>
                              </m:r>
                              <m:sSup>
                                <m:sSupPr>
                                  <m:ctrlPr>
                                    <a:rPr lang="zh-CN" altLang="zh-CN" sz="2300" i="1" kern="100">
                                      <a:latin typeface="Cambria Math" panose="02040503050406030204" pitchFamily="18" charset="0"/>
                                      <a:ea typeface="等线" panose="02010600030101010101" pitchFamily="2" charset="-122"/>
                                      <a:cs typeface="Times New Roman" panose="020206030504050203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m:rPr>
                                      <m:sty m:val="p"/>
                                    </m:rPr>
                                    <a:rPr lang="el-GR" altLang="zh-CN" sz="2300" i="1" kern="10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ρ</m:t>
                                  </m:r>
                                </m:e>
                                <m:sup>
                                  <m:r>
                                    <a:rPr lang="en-US" altLang="zh-CN" sz="2300" kern="100">
                                      <a:latin typeface="Cambria Math" panose="02040503050406030204" pitchFamily="18" charset="0"/>
                                      <a:ea typeface="等线" panose="02010600030101010101" pitchFamily="2" charset="-122"/>
                                      <a:cs typeface="Times New Roman" panose="020206030504050203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</m:rad>
                          <m:r>
                            <a:rPr lang="en-US" altLang="zh-CN" sz="2300" kern="100"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𝑡𝑢</m:t>
                          </m:r>
                          <m:r>
                            <a:rPr lang="en-US" altLang="zh-CN" sz="2300" kern="100"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+</m:t>
                          </m:r>
                          <m:r>
                            <m:rPr>
                              <m:sty m:val="p"/>
                            </m:rPr>
                            <a:rPr lang="el-GR" altLang="zh-CN" sz="2300" i="1" kern="10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ρ</m:t>
                          </m:r>
                          <m:sSub>
                            <m:sSubPr>
                              <m:ctrlPr>
                                <a:rPr lang="zh-CN" altLang="zh-CN" sz="2300" i="1" kern="10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sz="2300" kern="100">
                                  <a:latin typeface="Cambria Math" panose="02040503050406030204" pitchFamily="18" charset="0"/>
                                </a:rPr>
                                <m:t>𝜎</m:t>
                              </m:r>
                            </m:e>
                            <m:sub>
                              <m:r>
                                <a:rPr lang="en-US" altLang="zh-CN" sz="2300" kern="10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sSub>
                            <m:sSubPr>
                              <m:ctrlPr>
                                <a:rPr lang="zh-CN" altLang="zh-CN" sz="2300" i="1" kern="10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sz="2300" kern="100">
                                  <a:latin typeface="Cambria Math" panose="02040503050406030204" pitchFamily="18" charset="0"/>
                                </a:rPr>
                                <m:t>𝜎</m:t>
                              </m:r>
                            </m:e>
                            <m:sub>
                              <m:r>
                                <a:rPr lang="en-US" altLang="zh-CN" sz="2300" kern="10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sSup>
                            <m:sSupPr>
                              <m:ctrlPr>
                                <a:rPr lang="en-US" altLang="zh-CN" sz="2300" i="1" kern="10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sz="2300" kern="100">
                                  <a:latin typeface="Cambria Math" panose="02040503050406030204" pitchFamily="18" charset="0"/>
                                </a:rPr>
                                <m:t>𝑢</m:t>
                              </m:r>
                            </m:e>
                            <m:sup>
                              <m:r>
                                <a:rPr lang="en-US" altLang="zh-CN" sz="2300" kern="10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d>
                      <m:sSup>
                        <m:sSupPr>
                          <m:ctrlPr>
                            <a:rPr lang="zh-CN" altLang="zh-CN" sz="2300" i="1" kern="100"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r>
                            <a:rPr lang="en-US" altLang="zh-CN" sz="2300" kern="100"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US" altLang="zh-CN" sz="2300" kern="100"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−</m:t>
                          </m:r>
                          <m:f>
                            <m:fPr>
                              <m:ctrlPr>
                                <a:rPr lang="en-US" altLang="zh-CN" sz="2300" i="1" kern="100"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</m:ctrlPr>
                            </m:fPr>
                            <m:num>
                              <m:sSup>
                                <m:sSupPr>
                                  <m:ctrlPr>
                                    <a:rPr lang="en-US" altLang="zh-CN" sz="2300" i="1" kern="10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CN" sz="2300" kern="100">
                                      <a:latin typeface="Cambria Math" panose="02040503050406030204" pitchFamily="18" charset="0"/>
                                    </a:rPr>
                                    <m:t>𝑢</m:t>
                                  </m:r>
                                </m:e>
                                <m:sup>
                                  <m:r>
                                    <a:rPr lang="en-US" altLang="zh-CN" sz="2300" kern="10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a:rPr lang="en-US" altLang="zh-CN" sz="2300" kern="100"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  <m:t>+</m:t>
                              </m:r>
                              <m:sSup>
                                <m:sSupPr>
                                  <m:ctrlPr>
                                    <a:rPr lang="en-US" altLang="zh-CN" sz="2300" i="1" kern="100">
                                      <a:latin typeface="Cambria Math" panose="02040503050406030204" pitchFamily="18" charset="0"/>
                                      <a:ea typeface="等线" panose="02010600030101010101" pitchFamily="2" charset="-122"/>
                                      <a:cs typeface="Times New Roman" panose="020206030504050203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CN" sz="2300" kern="100">
                                      <a:latin typeface="Cambria Math" panose="02040503050406030204" pitchFamily="18" charset="0"/>
                                      <a:ea typeface="等线" panose="02010600030101010101" pitchFamily="2" charset="-122"/>
                                      <a:cs typeface="Times New Roman" panose="02020603050405020304" pitchFamily="18" charset="0"/>
                                    </a:rPr>
                                    <m:t>𝑡</m:t>
                                  </m:r>
                                </m:e>
                                <m:sup>
                                  <m:r>
                                    <a:rPr lang="en-US" altLang="zh-CN" sz="2300" kern="100">
                                      <a:latin typeface="Cambria Math" panose="02040503050406030204" pitchFamily="18" charset="0"/>
                                      <a:ea typeface="等线" panose="02010600030101010101" pitchFamily="2" charset="-122"/>
                                      <a:cs typeface="Times New Roman" panose="020206030504050203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num>
                            <m:den>
                              <m:r>
                                <a:rPr lang="en-US" altLang="zh-CN" sz="2300" kern="100"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  <m:t>2</m:t>
                              </m:r>
                            </m:den>
                          </m:f>
                        </m:sup>
                      </m:sSup>
                      <m:r>
                        <a:rPr lang="en-US" altLang="zh-CN" sz="2300" kern="100"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𝑑𝑡𝑑𝑢</m:t>
                      </m:r>
                    </m:oMath>
                  </m:oMathPara>
                </a14:m>
                <a:endParaRPr lang="en-US" altLang="zh-CN" sz="2300" kern="100" dirty="0">
                  <a:latin typeface="Cambria Math" panose="02040503050406030204" pitchFamily="18" charset="0"/>
                  <a:ea typeface="等线" panose="02010600030101010101" pitchFamily="2" charset="-122"/>
                  <a:cs typeface="Times New Roman" panose="02020603050405020304" pitchFamily="18" charset="0"/>
                </a:endParaRPr>
              </a:p>
              <a:p>
                <a:pPr marL="0" indent="0">
                  <a:lnSpc>
                    <a:spcPct val="12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300" kern="100" smtClean="0"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=</m:t>
                      </m:r>
                      <m:f>
                        <m:fPr>
                          <m:ctrlPr>
                            <a:rPr lang="zh-CN" altLang="zh-CN" sz="2300" i="1" kern="10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a:rPr lang="zh-CN" altLang="en-US" sz="2300" i="1" kern="10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𝜌</m:t>
                          </m:r>
                          <m:sSub>
                            <m:sSubPr>
                              <m:ctrlPr>
                                <a:rPr lang="zh-CN" altLang="zh-CN" sz="2300" i="1" kern="10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sz="2300" kern="100">
                                  <a:latin typeface="Cambria Math" panose="02040503050406030204" pitchFamily="18" charset="0"/>
                                </a:rPr>
                                <m:t>𝜎</m:t>
                              </m:r>
                            </m:e>
                            <m:sub>
                              <m:r>
                                <a:rPr lang="en-US" altLang="zh-CN" sz="2300" kern="10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sSub>
                            <m:sSubPr>
                              <m:ctrlPr>
                                <a:rPr lang="zh-CN" altLang="zh-CN" sz="2300" i="1" kern="10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sz="2300" kern="100">
                                  <a:latin typeface="Cambria Math" panose="02040503050406030204" pitchFamily="18" charset="0"/>
                                </a:rPr>
                                <m:t>𝜎</m:t>
                              </m:r>
                            </m:e>
                            <m:sub>
                              <m:r>
                                <a:rPr lang="en-US" altLang="zh-CN" sz="2300" kern="10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num>
                        <m:den>
                          <m:r>
                            <a:rPr lang="en-US" altLang="zh-CN" sz="2300" kern="100"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2</m:t>
                          </m:r>
                          <m:r>
                            <a:rPr lang="en-US" altLang="zh-CN" sz="2300" kern="100"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𝜋</m:t>
                          </m:r>
                        </m:den>
                      </m:f>
                      <m:r>
                        <a:rPr lang="en-US" altLang="zh-CN" sz="2300" kern="100"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(</m:t>
                      </m:r>
                      <m:nary>
                        <m:naryPr>
                          <m:limLoc m:val="subSup"/>
                          <m:grow m:val="on"/>
                          <m:ctrlPr>
                            <a:rPr lang="zh-CN" altLang="zh-CN" sz="2300" i="1" kern="10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naryPr>
                        <m:sub>
                          <m:r>
                            <a:rPr lang="en-US" altLang="zh-CN" sz="2300" kern="100"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−∞</m:t>
                          </m:r>
                        </m:sub>
                        <m:sup>
                          <m:r>
                            <a:rPr lang="en-US" altLang="zh-CN" sz="2300" kern="100"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∞</m:t>
                          </m:r>
                        </m:sup>
                        <m:e>
                          <m:r>
                            <a:rPr lang="en-US" altLang="zh-CN" sz="2300" kern="100"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 </m:t>
                          </m:r>
                        </m:e>
                      </m:nary>
                      <m:sSup>
                        <m:sSupPr>
                          <m:ctrlPr>
                            <a:rPr lang="zh-CN" altLang="zh-CN" sz="2300" i="1" kern="10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r>
                            <a:rPr lang="en-US" altLang="zh-CN" sz="2300" kern="100"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𝑢</m:t>
                          </m:r>
                        </m:e>
                        <m:sup>
                          <m:r>
                            <a:rPr lang="en-US" altLang="zh-CN" sz="2300" kern="100"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2</m:t>
                          </m:r>
                        </m:sup>
                      </m:sSup>
                      <m:sSup>
                        <m:sSupPr>
                          <m:ctrlPr>
                            <a:rPr lang="zh-CN" altLang="zh-CN" sz="2300" i="1" kern="10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r>
                            <a:rPr lang="en-US" altLang="zh-CN" sz="2300" kern="100"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US" altLang="zh-CN" sz="2300" kern="100"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−</m:t>
                          </m:r>
                          <m:f>
                            <m:fPr>
                              <m:ctrlPr>
                                <a:rPr lang="zh-CN" altLang="zh-CN" sz="2300" i="1" kern="10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fPr>
                            <m:num>
                              <m:sSup>
                                <m:sSupPr>
                                  <m:ctrlPr>
                                    <a:rPr lang="en-US" altLang="zh-CN" sz="2300" i="1" kern="10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CN" sz="2300" i="1" kern="10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𝑢</m:t>
                                  </m:r>
                                </m:e>
                                <m:sup>
                                  <m:r>
                                    <a:rPr lang="en-US" altLang="zh-CN" sz="2300" i="1" kern="10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num>
                            <m:den>
                              <m:r>
                                <a:rPr lang="en-US" altLang="zh-CN" sz="2300" kern="100"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  <m:t>2</m:t>
                              </m:r>
                            </m:den>
                          </m:f>
                        </m:sup>
                      </m:sSup>
                      <m:r>
                        <a:rPr lang="en-US" altLang="zh-CN" sz="2300" kern="100"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𝑑𝑢</m:t>
                      </m:r>
                      <m:r>
                        <a:rPr lang="en-US" altLang="zh-CN" sz="2300" kern="100"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)(</m:t>
                      </m:r>
                      <m:nary>
                        <m:naryPr>
                          <m:limLoc m:val="subSup"/>
                          <m:grow m:val="on"/>
                          <m:ctrlPr>
                            <a:rPr lang="zh-CN" altLang="zh-CN" sz="2300" i="1" kern="10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naryPr>
                        <m:sub>
                          <m:r>
                            <a:rPr lang="en-US" altLang="zh-CN" sz="2300" kern="100"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−∞</m:t>
                          </m:r>
                        </m:sub>
                        <m:sup>
                          <m:r>
                            <a:rPr lang="en-US" altLang="zh-CN" sz="2300" kern="100"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∞</m:t>
                          </m:r>
                        </m:sup>
                        <m:e>
                          <m:r>
                            <a:rPr lang="en-US" altLang="zh-CN" sz="2300" kern="100"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 </m:t>
                          </m:r>
                        </m:e>
                      </m:nary>
                      <m:sSup>
                        <m:sSupPr>
                          <m:ctrlPr>
                            <a:rPr lang="zh-CN" altLang="zh-CN" sz="2300" i="1" kern="10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r>
                            <a:rPr lang="en-US" altLang="zh-CN" sz="2300" kern="100"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US" altLang="zh-CN" sz="2300" kern="100"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−</m:t>
                          </m:r>
                          <m:f>
                            <m:fPr>
                              <m:ctrlPr>
                                <a:rPr lang="zh-CN" altLang="zh-CN" sz="2300" i="1" kern="10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fPr>
                            <m:num>
                              <m:sSup>
                                <m:sSupPr>
                                  <m:ctrlPr>
                                    <a:rPr lang="zh-CN" altLang="zh-CN" sz="2300" i="1" kern="10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CN" sz="2300" kern="100">
                                      <a:latin typeface="Cambria Math" panose="02040503050406030204" pitchFamily="18" charset="0"/>
                                      <a:ea typeface="等线" panose="02010600030101010101" pitchFamily="2" charset="-122"/>
                                      <a:cs typeface="Times New Roman" panose="02020603050405020304" pitchFamily="18" charset="0"/>
                                    </a:rPr>
                                    <m:t>𝑡</m:t>
                                  </m:r>
                                </m:e>
                                <m:sup>
                                  <m:r>
                                    <a:rPr lang="en-US" altLang="zh-CN" sz="2300" kern="100">
                                      <a:latin typeface="Cambria Math" panose="02040503050406030204" pitchFamily="18" charset="0"/>
                                      <a:ea typeface="等线" panose="02010600030101010101" pitchFamily="2" charset="-122"/>
                                      <a:cs typeface="Times New Roman" panose="020206030504050203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num>
                            <m:den>
                              <m:r>
                                <a:rPr lang="en-US" altLang="zh-CN" sz="2300" kern="100"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  <m:t>2</m:t>
                              </m:r>
                            </m:den>
                          </m:f>
                        </m:sup>
                      </m:sSup>
                      <m:r>
                        <a:rPr lang="en-US" altLang="zh-CN" sz="2300" kern="100"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𝑑𝑡</m:t>
                      </m:r>
                      <m:r>
                        <a:rPr lang="en-US" altLang="zh-CN" sz="2300" kern="100"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)+</m:t>
                      </m:r>
                      <m:f>
                        <m:fPr>
                          <m:ctrlPr>
                            <a:rPr lang="zh-CN" altLang="zh-CN" sz="2300" i="1" kern="100"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func>
                            <m:funcPr>
                              <m:ctrlPr>
                                <a:rPr lang="zh-CN" altLang="zh-CN" sz="2300" i="1" kern="100"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</m:ctrlPr>
                            </m:funcPr>
                            <m:fName>
                              <m:sSub>
                                <m:sSubPr>
                                  <m:ctrlPr>
                                    <a:rPr lang="zh-CN" altLang="zh-CN" sz="2300" i="1" kern="10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en-US" sz="2300" kern="100">
                                      <a:latin typeface="Cambria Math" panose="02040503050406030204" pitchFamily="18" charset="0"/>
                                    </a:rPr>
                                    <m:t>𝜎</m:t>
                                  </m:r>
                                </m:e>
                                <m:sub>
                                  <m:r>
                                    <a:rPr lang="en-US" altLang="zh-CN" sz="2300" kern="10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zh-CN" altLang="zh-CN" sz="2300" i="1" kern="10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en-US" sz="2300" kern="100">
                                      <a:latin typeface="Cambria Math" panose="02040503050406030204" pitchFamily="18" charset="0"/>
                                    </a:rPr>
                                    <m:t>𝜎</m:t>
                                  </m:r>
                                </m:e>
                                <m:sub>
                                  <m:r>
                                    <a:rPr lang="en-US" altLang="zh-CN" sz="2300" kern="10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fName>
                            <m:e>
                              <m:rad>
                                <m:radPr>
                                  <m:degHide m:val="on"/>
                                  <m:ctrlPr>
                                    <a:rPr lang="zh-CN" altLang="zh-CN" sz="2300" i="1" kern="100">
                                      <a:latin typeface="Cambria Math" panose="02040503050406030204" pitchFamily="18" charset="0"/>
                                      <a:ea typeface="等线" panose="02010600030101010101" pitchFamily="2" charset="-122"/>
                                      <a:cs typeface="Times New Roman" panose="02020603050405020304" pitchFamily="18" charset="0"/>
                                    </a:rPr>
                                  </m:ctrlPr>
                                </m:radPr>
                                <m:deg/>
                                <m:e>
                                  <m:r>
                                    <a:rPr lang="en-US" altLang="zh-CN" sz="2300" kern="100">
                                      <a:latin typeface="Cambria Math" panose="02040503050406030204" pitchFamily="18" charset="0"/>
                                      <a:ea typeface="等线" panose="02010600030101010101" pitchFamily="2" charset="-122"/>
                                      <a:cs typeface="Times New Roman" panose="02020603050405020304" pitchFamily="18" charset="0"/>
                                    </a:rPr>
                                    <m:t>1−</m:t>
                                  </m:r>
                                  <m:sSup>
                                    <m:sSupPr>
                                      <m:ctrlPr>
                                        <a:rPr lang="zh-CN" altLang="zh-CN" sz="2300" i="1" kern="100">
                                          <a:latin typeface="Cambria Math" panose="02040503050406030204" pitchFamily="18" charset="0"/>
                                          <a:ea typeface="等线" panose="02010600030101010101" pitchFamily="2" charset="-122"/>
                                          <a:cs typeface="Times New Roman" panose="020206030504050203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zh-CN" altLang="en-US" sz="2300" kern="100">
                                          <a:latin typeface="Cambria Math" panose="02040503050406030204" pitchFamily="18" charset="0"/>
                                          <a:ea typeface="等线" panose="02010600030101010101" pitchFamily="2" charset="-122"/>
                                          <a:cs typeface="Times New Roman" panose="02020603050405020304" pitchFamily="18" charset="0"/>
                                        </a:rPr>
                                        <m:t>𝜌</m:t>
                                      </m:r>
                                    </m:e>
                                    <m:sup>
                                      <m:r>
                                        <a:rPr lang="en-US" altLang="zh-CN" sz="2300" kern="100">
                                          <a:latin typeface="Cambria Math" panose="02040503050406030204" pitchFamily="18" charset="0"/>
                                          <a:ea typeface="等线" panose="02010600030101010101" pitchFamily="2" charset="-122"/>
                                          <a:cs typeface="Times New Roman" panose="020206030504050203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</m:e>
                              </m:rad>
                            </m:e>
                          </m:func>
                        </m:num>
                        <m:den>
                          <m:r>
                            <a:rPr lang="en-US" altLang="zh-CN" sz="2300" kern="100"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2</m:t>
                          </m:r>
                          <m:r>
                            <a:rPr lang="en-US" altLang="zh-CN" sz="2300" kern="100"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𝜋</m:t>
                          </m:r>
                        </m:den>
                      </m:f>
                      <m:r>
                        <a:rPr lang="en-US" altLang="zh-CN" sz="2300" kern="100"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(</m:t>
                      </m:r>
                      <m:nary>
                        <m:naryPr>
                          <m:limLoc m:val="subSup"/>
                          <m:grow m:val="on"/>
                          <m:ctrlPr>
                            <a:rPr lang="zh-CN" altLang="zh-CN" sz="2300" i="1" kern="100"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</m:ctrlPr>
                        </m:naryPr>
                        <m:sub>
                          <m:r>
                            <a:rPr lang="en-US" altLang="zh-CN" sz="2300" kern="100"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−∞</m:t>
                          </m:r>
                        </m:sub>
                        <m:sup>
                          <m:r>
                            <a:rPr lang="en-US" altLang="zh-CN" sz="2300" kern="100"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∞</m:t>
                          </m:r>
                        </m:sup>
                        <m:e>
                          <m:r>
                            <a:rPr lang="en-US" altLang="zh-CN" sz="2300" kern="100"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 </m:t>
                          </m:r>
                        </m:e>
                      </m:nary>
                      <m:r>
                        <a:rPr lang="en-US" altLang="zh-CN" sz="2300" kern="100"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𝑢</m:t>
                      </m:r>
                      <m:sSup>
                        <m:sSupPr>
                          <m:ctrlPr>
                            <a:rPr lang="zh-CN" altLang="zh-CN" sz="2300" i="1" kern="100"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r>
                            <a:rPr lang="en-US" altLang="zh-CN" sz="2300" kern="100"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US" altLang="zh-CN" sz="2300" kern="100"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−</m:t>
                          </m:r>
                          <m:f>
                            <m:fPr>
                              <m:ctrlPr>
                                <a:rPr lang="en-US" altLang="zh-CN" sz="2300" i="1" kern="100"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</m:ctrlPr>
                            </m:fPr>
                            <m:num>
                              <m:sSup>
                                <m:sSupPr>
                                  <m:ctrlPr>
                                    <a:rPr lang="en-US" altLang="zh-CN" sz="2300" i="1" kern="100">
                                      <a:latin typeface="Cambria Math" panose="02040503050406030204" pitchFamily="18" charset="0"/>
                                      <a:ea typeface="等线" panose="02010600030101010101" pitchFamily="2" charset="-122"/>
                                      <a:cs typeface="Times New Roman" panose="020206030504050203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CN" sz="2300" kern="100">
                                      <a:latin typeface="Cambria Math" panose="02040503050406030204" pitchFamily="18" charset="0"/>
                                      <a:ea typeface="等线" panose="02010600030101010101" pitchFamily="2" charset="-122"/>
                                      <a:cs typeface="Times New Roman" panose="02020603050405020304" pitchFamily="18" charset="0"/>
                                    </a:rPr>
                                    <m:t>𝑢</m:t>
                                  </m:r>
                                </m:e>
                                <m:sup>
                                  <m:r>
                                    <a:rPr lang="en-US" altLang="zh-CN" sz="2300" kern="100">
                                      <a:latin typeface="Cambria Math" panose="02040503050406030204" pitchFamily="18" charset="0"/>
                                      <a:ea typeface="等线" panose="02010600030101010101" pitchFamily="2" charset="-122"/>
                                      <a:cs typeface="Times New Roman" panose="020206030504050203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num>
                            <m:den>
                              <m:r>
                                <a:rPr lang="en-US" altLang="zh-CN" sz="2300" kern="100"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  <m:t>2</m:t>
                              </m:r>
                            </m:den>
                          </m:f>
                        </m:sup>
                      </m:sSup>
                      <m:r>
                        <a:rPr lang="en-US" altLang="zh-CN" sz="2300" kern="100"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𝑑𝑢</m:t>
                      </m:r>
                      <m:r>
                        <a:rPr lang="en-US" altLang="zh-CN" sz="2300" kern="100"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)(</m:t>
                      </m:r>
                      <m:nary>
                        <m:naryPr>
                          <m:limLoc m:val="subSup"/>
                          <m:grow m:val="on"/>
                          <m:ctrlPr>
                            <a:rPr lang="zh-CN" altLang="zh-CN" sz="2300" i="1" kern="100"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</m:ctrlPr>
                        </m:naryPr>
                        <m:sub>
                          <m:r>
                            <a:rPr lang="en-US" altLang="zh-CN" sz="2300" kern="100"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−∞</m:t>
                          </m:r>
                        </m:sub>
                        <m:sup>
                          <m:r>
                            <a:rPr lang="en-US" altLang="zh-CN" sz="2300" kern="100"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∞</m:t>
                          </m:r>
                        </m:sup>
                        <m:e>
                          <m:r>
                            <a:rPr lang="en-US" altLang="zh-CN" sz="2300" kern="100"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 </m:t>
                          </m:r>
                        </m:e>
                      </m:nary>
                      <m:r>
                        <a:rPr lang="en-US" altLang="zh-CN" sz="2300" kern="100"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𝑡</m:t>
                      </m:r>
                      <m:sSup>
                        <m:sSupPr>
                          <m:ctrlPr>
                            <a:rPr lang="zh-CN" altLang="zh-CN" sz="2300" i="1" kern="100"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r>
                            <a:rPr lang="en-US" altLang="zh-CN" sz="2300" kern="100"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US" altLang="zh-CN" sz="2300" kern="100"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−</m:t>
                          </m:r>
                          <m:f>
                            <m:fPr>
                              <m:ctrlPr>
                                <a:rPr lang="zh-CN" altLang="zh-CN" sz="2300" i="1" kern="100"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</m:ctrlPr>
                            </m:fPr>
                            <m:num>
                              <m:sSup>
                                <m:sSupPr>
                                  <m:ctrlPr>
                                    <a:rPr lang="zh-CN" altLang="zh-CN" sz="2300" i="1" kern="100">
                                      <a:latin typeface="Cambria Math" panose="02040503050406030204" pitchFamily="18" charset="0"/>
                                      <a:ea typeface="等线" panose="02010600030101010101" pitchFamily="2" charset="-122"/>
                                      <a:cs typeface="Times New Roman" panose="020206030504050203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CN" sz="2300" kern="100">
                                      <a:latin typeface="Cambria Math" panose="02040503050406030204" pitchFamily="18" charset="0"/>
                                      <a:ea typeface="等线" panose="02010600030101010101" pitchFamily="2" charset="-122"/>
                                      <a:cs typeface="Times New Roman" panose="02020603050405020304" pitchFamily="18" charset="0"/>
                                    </a:rPr>
                                    <m:t>𝑡</m:t>
                                  </m:r>
                                </m:e>
                                <m:sup>
                                  <m:r>
                                    <a:rPr lang="en-US" altLang="zh-CN" sz="2300" kern="100">
                                      <a:latin typeface="Cambria Math" panose="02040503050406030204" pitchFamily="18" charset="0"/>
                                      <a:ea typeface="等线" panose="02010600030101010101" pitchFamily="2" charset="-122"/>
                                      <a:cs typeface="Times New Roman" panose="020206030504050203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num>
                            <m:den>
                              <m:r>
                                <a:rPr lang="en-US" altLang="zh-CN" sz="2300" kern="100"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  <m:t>2</m:t>
                              </m:r>
                            </m:den>
                          </m:f>
                        </m:sup>
                      </m:sSup>
                      <m:r>
                        <a:rPr lang="en-US" altLang="zh-CN" sz="2300" kern="100"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𝑑𝑡</m:t>
                      </m:r>
                      <m:r>
                        <a:rPr lang="en-US" altLang="zh-CN" sz="2300" kern="100"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)</m:t>
                      </m:r>
                    </m:oMath>
                  </m:oMathPara>
                </a14:m>
                <a:endParaRPr lang="zh-CN" altLang="zh-CN" sz="2300" kern="100" dirty="0">
                  <a:latin typeface="Cambria Math" panose="020405030504060302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lnSpc>
                    <a:spcPct val="120000"/>
                  </a:lnSpc>
                  <a:buNone/>
                </a:pPr>
                <a:r>
                  <a:rPr lang="zh-CN" altLang="en-US" sz="2300" kern="100" dirty="0">
                    <a:ea typeface="等线" panose="02010600030101010101" pitchFamily="2" charset="-122"/>
                    <a:cs typeface="Times New Roman" panose="02020603050405020304" pitchFamily="18" charset="0"/>
                  </a:rPr>
                  <a:t>                      </a:t>
                </a:r>
                <a14:m>
                  <m:oMath xmlns:m="http://schemas.openxmlformats.org/officeDocument/2006/math">
                    <m:r>
                      <a:rPr lang="en-US" altLang="zh-CN" sz="2300" kern="100"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=</m:t>
                    </m:r>
                    <m:f>
                      <m:fPr>
                        <m:ctrlPr>
                          <a:rPr lang="zh-CN" altLang="zh-CN" sz="2300" i="1" kern="100"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zh-CN" altLang="en-US" sz="2300" kern="100"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𝜌</m:t>
                        </m:r>
                        <m:sSub>
                          <m:sSubPr>
                            <m:ctrlPr>
                              <a:rPr lang="zh-CN" altLang="zh-CN" sz="2300" i="1" kern="10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CN" altLang="en-US" sz="2300" kern="100">
                                <a:latin typeface="Cambria Math" panose="02040503050406030204" pitchFamily="18" charset="0"/>
                              </a:rPr>
                              <m:t>𝜎</m:t>
                            </m:r>
                          </m:e>
                          <m:sub>
                            <m:r>
                              <a:rPr lang="en-US" altLang="zh-CN" sz="2300" kern="10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sSub>
                          <m:sSubPr>
                            <m:ctrlPr>
                              <a:rPr lang="zh-CN" altLang="zh-CN" sz="2300" i="1" kern="10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CN" altLang="en-US" sz="2300" kern="100">
                                <a:latin typeface="Cambria Math" panose="02040503050406030204" pitchFamily="18" charset="0"/>
                              </a:rPr>
                              <m:t>𝜎</m:t>
                            </m:r>
                          </m:e>
                          <m:sub>
                            <m:r>
                              <a:rPr lang="en-US" altLang="zh-CN" sz="2300" kern="10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num>
                      <m:den>
                        <m:r>
                          <a:rPr lang="en-US" altLang="zh-CN" sz="2300" kern="100"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2</m:t>
                        </m:r>
                        <m:r>
                          <a:rPr lang="en-US" altLang="zh-CN" sz="2300" kern="100"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𝜋</m:t>
                        </m:r>
                      </m:den>
                    </m:f>
                    <m:rad>
                      <m:radPr>
                        <m:degHide m:val="on"/>
                        <m:ctrlPr>
                          <a:rPr lang="zh-CN" altLang="zh-CN" sz="2300" i="1" kern="100"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</m:ctrlPr>
                      </m:radPr>
                      <m:deg/>
                      <m:e>
                        <m:r>
                          <a:rPr lang="en-US" altLang="zh-CN" sz="2300" kern="100"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2</m:t>
                        </m:r>
                        <m:r>
                          <a:rPr lang="en-US" altLang="zh-CN" sz="2300" kern="100"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𝜋</m:t>
                        </m:r>
                      </m:e>
                    </m:rad>
                    <m:r>
                      <a:rPr lang="en-US" altLang="zh-CN" sz="2300" kern="100"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⋅</m:t>
                    </m:r>
                    <m:rad>
                      <m:radPr>
                        <m:degHide m:val="on"/>
                        <m:ctrlPr>
                          <a:rPr lang="zh-CN" altLang="zh-CN" sz="2300" i="1" kern="100"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</m:ctrlPr>
                      </m:radPr>
                      <m:deg/>
                      <m:e>
                        <m:r>
                          <a:rPr lang="en-US" altLang="zh-CN" sz="2300" kern="100"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2</m:t>
                        </m:r>
                        <m:r>
                          <a:rPr lang="en-US" altLang="zh-CN" sz="2300" kern="100"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𝜋</m:t>
                        </m:r>
                      </m:e>
                    </m:rad>
                  </m:oMath>
                </a14:m>
                <a:endParaRPr lang="zh-CN" altLang="zh-CN" sz="2300" kern="100" dirty="0">
                  <a:latin typeface="Cambria Math" panose="020405030504060302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lnSpc>
                    <a:spcPct val="120000"/>
                  </a:lnSpc>
                  <a:buNone/>
                </a:pPr>
                <a:r>
                  <a:rPr lang="zh-CN" altLang="en-US" sz="2300" kern="100" dirty="0">
                    <a:latin typeface="Cambria Math" panose="02040503050406030204" pitchFamily="18" charset="0"/>
                    <a:cs typeface="Times New Roman" panose="02020603050405020304" pitchFamily="18" charset="0"/>
                  </a:rPr>
                  <a:t>即有  </a:t>
                </a:r>
                <a14:m>
                  <m:oMath xmlns:m="http://schemas.openxmlformats.org/officeDocument/2006/math">
                    <m:r>
                      <a:rPr lang="en-US" altLang="zh-CN" sz="2300" i="1" kern="100"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𝐶𝑜𝑣</m:t>
                    </m:r>
                    <m:r>
                      <a:rPr lang="en-US" altLang="zh-CN" sz="2300" kern="100"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⁡(</m:t>
                    </m:r>
                    <m:r>
                      <a:rPr lang="en-US" altLang="zh-CN" sz="2300" kern="100"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𝑋</m:t>
                    </m:r>
                    <m:r>
                      <a:rPr lang="en-US" altLang="zh-CN" sz="2300" kern="100"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,</m:t>
                    </m:r>
                    <m:r>
                      <a:rPr lang="en-US" altLang="zh-CN" sz="2300" kern="100"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𝑌</m:t>
                    </m:r>
                    <m:r>
                      <a:rPr lang="en-US" altLang="zh-CN" sz="2300" kern="100"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)=</m:t>
                    </m:r>
                    <m:r>
                      <a:rPr lang="zh-CN" altLang="en-US" sz="2300" i="1" kern="10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𝜌</m:t>
                    </m:r>
                    <m:sSub>
                      <m:sSubPr>
                        <m:ctrlPr>
                          <a:rPr lang="zh-CN" altLang="zh-CN" sz="2300" i="1" kern="10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sz="2300" kern="100">
                            <a:latin typeface="Cambria Math" panose="02040503050406030204" pitchFamily="18" charset="0"/>
                          </a:rPr>
                          <m:t>𝜎</m:t>
                        </m:r>
                      </m:e>
                      <m:sub>
                        <m:r>
                          <a:rPr lang="en-US" altLang="zh-CN" sz="2300" kern="10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sSubPr>
                        <m:ctrlPr>
                          <a:rPr lang="zh-CN" altLang="zh-CN" sz="2300" i="1" kern="10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sz="2300" kern="100">
                            <a:latin typeface="Cambria Math" panose="02040503050406030204" pitchFamily="18" charset="0"/>
                          </a:rPr>
                          <m:t>𝜎</m:t>
                        </m:r>
                      </m:e>
                      <m:sub>
                        <m:r>
                          <a:rPr lang="en-US" altLang="zh-CN" sz="2300" kern="10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zh-CN" altLang="en-US" sz="2300" kern="100" dirty="0">
                    <a:latin typeface="Cambria Math" panose="02040503050406030204" pitchFamily="18" charset="0"/>
                    <a:cs typeface="Times New Roman" panose="02020603050405020304" pitchFamily="18" charset="0"/>
                  </a:rPr>
                  <a:t>            于是     </a:t>
                </a:r>
                <a14:m>
                  <m:oMath xmlns:m="http://schemas.openxmlformats.org/officeDocument/2006/math">
                    <m:r>
                      <a:rPr lang="en-US" altLang="zh-CN" sz="2300" kern="100"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 </m:t>
                    </m:r>
                    <m:sSub>
                      <m:sSubPr>
                        <m:ctrlPr>
                          <a:rPr lang="zh-CN" altLang="zh-CN" sz="2300" i="1" kern="100"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zh-CN" altLang="en-US" sz="2300" kern="100"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𝜌</m:t>
                        </m:r>
                      </m:e>
                      <m:sub>
                        <m:r>
                          <a:rPr lang="en-US" altLang="zh-CN" sz="2300" kern="100"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𝑥𝑦</m:t>
                        </m:r>
                      </m:sub>
                    </m:sSub>
                    <m:r>
                      <a:rPr lang="en-US" altLang="zh-CN" sz="2300" kern="100"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=</m:t>
                    </m:r>
                    <m:f>
                      <m:fPr>
                        <m:ctrlPr>
                          <a:rPr lang="zh-CN" altLang="zh-CN" sz="2300" i="1" kern="100"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US" altLang="zh-CN" sz="2300" kern="100"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Cov</m:t>
                        </m:r>
                        <m:r>
                          <a:rPr lang="en-US" altLang="zh-CN" sz="2300" kern="100"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⁡(</m:t>
                        </m:r>
                        <m:r>
                          <a:rPr lang="en-US" altLang="zh-CN" sz="2300" kern="100"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𝑋</m:t>
                        </m:r>
                        <m:r>
                          <a:rPr lang="en-US" altLang="zh-CN" sz="2300" kern="100"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,</m:t>
                        </m:r>
                        <m:r>
                          <a:rPr lang="en-US" altLang="zh-CN" sz="2300" kern="100"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𝑌</m:t>
                        </m:r>
                        <m:r>
                          <a:rPr lang="en-US" altLang="zh-CN" sz="2300" kern="100"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)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zh-CN" altLang="zh-CN" sz="2300" i="1" kern="100">
                                <a:latin typeface="Cambria Math" panose="02040503050406030204" pitchFamily="18" charset="0"/>
                                <a:ea typeface="等线" panose="02010600030101010101" pitchFamily="2" charset="-122"/>
                                <a:cs typeface="Times New Roman" panose="020206030504050203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US" altLang="zh-CN" sz="2300" kern="100">
                                <a:latin typeface="Cambria Math" panose="02040503050406030204" pitchFamily="18" charset="0"/>
                                <a:ea typeface="等线" panose="02010600030101010101" pitchFamily="2" charset="-122"/>
                                <a:cs typeface="Times New Roman" panose="02020603050405020304" pitchFamily="18" charset="0"/>
                              </a:rPr>
                              <m:t>𝐷</m:t>
                            </m:r>
                            <m:r>
                              <a:rPr lang="en-US" altLang="zh-CN" sz="2300" kern="100">
                                <a:latin typeface="Cambria Math" panose="02040503050406030204" pitchFamily="18" charset="0"/>
                                <a:ea typeface="等线" panose="02010600030101010101" pitchFamily="2" charset="-122"/>
                                <a:cs typeface="Times New Roman" panose="02020603050405020304" pitchFamily="18" charset="0"/>
                              </a:rPr>
                              <m:t>(</m:t>
                            </m:r>
                            <m:r>
                              <a:rPr lang="en-US" altLang="zh-CN" sz="2300" kern="100">
                                <a:latin typeface="Cambria Math" panose="02040503050406030204" pitchFamily="18" charset="0"/>
                                <a:ea typeface="等线" panose="02010600030101010101" pitchFamily="2" charset="-122"/>
                                <a:cs typeface="Times New Roman" panose="02020603050405020304" pitchFamily="18" charset="0"/>
                              </a:rPr>
                              <m:t>𝑋</m:t>
                            </m:r>
                            <m:r>
                              <a:rPr lang="en-US" altLang="zh-CN" sz="2300" kern="100">
                                <a:latin typeface="Cambria Math" panose="02040503050406030204" pitchFamily="18" charset="0"/>
                                <a:ea typeface="等线" panose="02010600030101010101" pitchFamily="2" charset="-122"/>
                                <a:cs typeface="Times New Roman" panose="02020603050405020304" pitchFamily="18" charset="0"/>
                              </a:rPr>
                              <m:t>)</m:t>
                            </m:r>
                          </m:e>
                        </m:rad>
                        <m:rad>
                          <m:radPr>
                            <m:degHide m:val="on"/>
                            <m:ctrlPr>
                              <a:rPr lang="zh-CN" altLang="zh-CN" sz="2300" i="1" kern="100">
                                <a:latin typeface="Cambria Math" panose="02040503050406030204" pitchFamily="18" charset="0"/>
                                <a:ea typeface="等线" panose="02010600030101010101" pitchFamily="2" charset="-122"/>
                                <a:cs typeface="Times New Roman" panose="020206030504050203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US" altLang="zh-CN" sz="2300" kern="100">
                                <a:latin typeface="Cambria Math" panose="02040503050406030204" pitchFamily="18" charset="0"/>
                                <a:ea typeface="等线" panose="02010600030101010101" pitchFamily="2" charset="-122"/>
                                <a:cs typeface="Times New Roman" panose="02020603050405020304" pitchFamily="18" charset="0"/>
                              </a:rPr>
                              <m:t>𝐷</m:t>
                            </m:r>
                            <m:r>
                              <a:rPr lang="en-US" altLang="zh-CN" sz="2300" kern="100">
                                <a:latin typeface="Cambria Math" panose="02040503050406030204" pitchFamily="18" charset="0"/>
                                <a:ea typeface="等线" panose="02010600030101010101" pitchFamily="2" charset="-122"/>
                                <a:cs typeface="Times New Roman" panose="02020603050405020304" pitchFamily="18" charset="0"/>
                              </a:rPr>
                              <m:t>(</m:t>
                            </m:r>
                            <m:r>
                              <a:rPr lang="en-US" altLang="zh-CN" sz="2300" kern="100">
                                <a:latin typeface="Cambria Math" panose="02040503050406030204" pitchFamily="18" charset="0"/>
                                <a:ea typeface="等线" panose="02010600030101010101" pitchFamily="2" charset="-122"/>
                                <a:cs typeface="Times New Roman" panose="02020603050405020304" pitchFamily="18" charset="0"/>
                              </a:rPr>
                              <m:t>𝑌</m:t>
                            </m:r>
                            <m:r>
                              <a:rPr lang="en-US" altLang="zh-CN" sz="2300" kern="100">
                                <a:latin typeface="Cambria Math" panose="02040503050406030204" pitchFamily="18" charset="0"/>
                                <a:ea typeface="等线" panose="02010600030101010101" pitchFamily="2" charset="-122"/>
                                <a:cs typeface="Times New Roman" panose="02020603050405020304" pitchFamily="18" charset="0"/>
                              </a:rPr>
                              <m:t>)</m:t>
                            </m:r>
                          </m:e>
                        </m:rad>
                      </m:den>
                    </m:f>
                    <m:r>
                      <a:rPr lang="en-US" altLang="zh-CN" sz="2300" kern="100"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=</m:t>
                    </m:r>
                    <m:r>
                      <a:rPr lang="zh-CN" altLang="en-US" sz="2300" kern="100"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𝜌</m:t>
                    </m:r>
                  </m:oMath>
                </a14:m>
                <a:endParaRPr lang="zh-CN" altLang="zh-CN" sz="2300" kern="100" dirty="0">
                  <a:latin typeface="Cambria Math" panose="020405030504060302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lnSpc>
                    <a:spcPct val="120000"/>
                  </a:lnSpc>
                  <a:buNone/>
                </a:pPr>
                <a:endParaRPr lang="zh-CN" altLang="zh-CN" sz="2300" kern="100" dirty="0">
                  <a:latin typeface="Cambria Math" panose="020405030504060302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lnSpc>
                    <a:spcPct val="120000"/>
                  </a:lnSpc>
                  <a:buNone/>
                </a:pPr>
                <a:endParaRPr lang="en-US" altLang="zh-CN" sz="2300" kern="100" dirty="0">
                  <a:latin typeface="Cambria Math" panose="020405030504060302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4" name="内容占位符 2">
                <a:extLst>
                  <a:ext uri="{FF2B5EF4-FFF2-40B4-BE49-F238E27FC236}">
                    <a16:creationId xmlns:a16="http://schemas.microsoft.com/office/drawing/2014/main" id="{7EC69F48-5E1F-D8B9-B8FB-132856BEB5A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63310" y="1371376"/>
                <a:ext cx="8780690" cy="5192486"/>
              </a:xfrm>
              <a:blipFill>
                <a:blip r:embed="rId2"/>
                <a:stretch>
                  <a:fillRect l="-1012" t="-10513" b="-1075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" name="直线连接符 1">
            <a:extLst>
              <a:ext uri="{FF2B5EF4-FFF2-40B4-BE49-F238E27FC236}">
                <a16:creationId xmlns:a16="http://schemas.microsoft.com/office/drawing/2014/main" id="{1CAA6405-5346-65BC-FE66-58108076F142}"/>
              </a:ext>
            </a:extLst>
          </p:cNvPr>
          <p:cNvCxnSpPr/>
          <p:nvPr/>
        </p:nvCxnSpPr>
        <p:spPr>
          <a:xfrm>
            <a:off x="0" y="1082842"/>
            <a:ext cx="9144000" cy="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 Box 14">
            <a:extLst>
              <a:ext uri="{FF2B5EF4-FFF2-40B4-BE49-F238E27FC236}">
                <a16:creationId xmlns:a16="http://schemas.microsoft.com/office/drawing/2014/main" id="{0864B778-3031-1761-392E-03756B37B7E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00100" y="270750"/>
            <a:ext cx="7620000" cy="70173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defTabSz="914400">
              <a:lnSpc>
                <a:spcPct val="90000"/>
              </a:lnSpc>
              <a:spcBef>
                <a:spcPct val="0"/>
              </a:spcBef>
              <a:buNone/>
              <a:defRPr sz="4400">
                <a:solidFill>
                  <a:srgbClr val="0432FF"/>
                </a:solidFill>
                <a:latin typeface="STXinwei" panose="02010800040101010101" pitchFamily="2" charset="-122"/>
                <a:ea typeface="STXinwei" panose="02010800040101010101" pitchFamily="2" charset="-122"/>
                <a:cs typeface="+mj-cs"/>
              </a:defRPr>
            </a:lvl1pPr>
          </a:lstStyle>
          <a:p>
            <a:pPr algn="ctr"/>
            <a:r>
              <a:rPr lang="zh-CN" altLang="en-US" sz="3600" dirty="0">
                <a:solidFill>
                  <a:srgbClr val="FF0000"/>
                </a:solidFill>
              </a:rPr>
              <a:t>二元正态分布向量的相关系数</a:t>
            </a:r>
          </a:p>
        </p:txBody>
      </p:sp>
    </p:spTree>
    <p:extLst>
      <p:ext uri="{BB962C8B-B14F-4D97-AF65-F5344CB8AC3E}">
        <p14:creationId xmlns:p14="http://schemas.microsoft.com/office/powerpoint/2010/main" val="24133351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4" name="内容占位符 2">
                <a:extLst>
                  <a:ext uri="{FF2B5EF4-FFF2-40B4-BE49-F238E27FC236}">
                    <a16:creationId xmlns:a16="http://schemas.microsoft.com/office/drawing/2014/main" id="{27947B47-0199-C8B4-C0B0-9033619D98C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71450" y="942975"/>
                <a:ext cx="8780690" cy="5192486"/>
              </a:xfrm>
            </p:spPr>
            <p:txBody>
              <a:bodyPr>
                <a:noAutofit/>
              </a:bodyPr>
              <a:lstStyle/>
              <a:p>
                <a:pPr marL="0" indent="0">
                  <a:lnSpc>
                    <a:spcPct val="150000"/>
                  </a:lnSpc>
                  <a:buNone/>
                </a:pPr>
                <a:endParaRPr lang="en-US" altLang="zh-CN" sz="2300" kern="100" dirty="0">
                  <a:latin typeface="Cambria Math" panose="020405030504060302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lnSpc>
                    <a:spcPct val="150000"/>
                  </a:lnSpc>
                  <a:buNone/>
                </a:pPr>
                <a:r>
                  <a:rPr lang="zh-CN" altLang="en-US" sz="2300" kern="100" dirty="0">
                    <a:latin typeface="Cambria Math" panose="02040503050406030204" pitchFamily="18" charset="0"/>
                    <a:cs typeface="Times New Roman" panose="02020603050405020304" pitchFamily="18" charset="0"/>
                  </a:rPr>
                  <a:t>二维正态随机变量</a:t>
                </a:r>
                <a14:m>
                  <m:oMath xmlns:m="http://schemas.openxmlformats.org/officeDocument/2006/math">
                    <m:r>
                      <a:rPr lang="en-US" altLang="zh-CN" sz="2300" i="1" kern="100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(</m:t>
                    </m:r>
                    <m:r>
                      <a:rPr lang="en-US" altLang="zh-CN" sz="2300" i="1" kern="100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𝑋</m:t>
                    </m:r>
                    <m:r>
                      <a:rPr lang="en-US" altLang="zh-CN" sz="2300" i="1" kern="100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,</m:t>
                    </m:r>
                    <m:r>
                      <a:rPr lang="en-US" altLang="zh-CN" sz="2300" i="1" kern="100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𝑌</m:t>
                    </m:r>
                    <m:r>
                      <a:rPr lang="en-US" altLang="zh-CN" sz="2300" i="1" kern="100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)</m:t>
                    </m:r>
                  </m:oMath>
                </a14:m>
                <a:r>
                  <a:rPr lang="zh-CN" altLang="en-US" sz="2300" kern="100" dirty="0">
                    <a:latin typeface="Cambria Math" panose="02040503050406030204" pitchFamily="18" charset="0"/>
                    <a:cs typeface="Times New Roman" panose="02020603050405020304" pitchFamily="18" charset="0"/>
                  </a:rPr>
                  <a:t>的概率密度中的参数</a:t>
                </a:r>
                <a14:m>
                  <m:oMath xmlns:m="http://schemas.openxmlformats.org/officeDocument/2006/math">
                    <m:r>
                      <a:rPr lang="zh-CN" altLang="en-US" sz="2300" i="1" kern="10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𝜌</m:t>
                    </m:r>
                  </m:oMath>
                </a14:m>
                <a:r>
                  <a:rPr lang="zh-CN" altLang="en-US" sz="2300" kern="100" dirty="0">
                    <a:latin typeface="Cambria Math" panose="02040503050406030204" pitchFamily="18" charset="0"/>
                    <a:cs typeface="Times New Roman" panose="02020603050405020304" pitchFamily="18" charset="0"/>
                  </a:rPr>
                  <a:t>就是</a:t>
                </a:r>
                <a14:m>
                  <m:oMath xmlns:m="http://schemas.openxmlformats.org/officeDocument/2006/math">
                    <m:r>
                      <a:rPr lang="en-US" altLang="zh-CN" sz="2300" i="1" kern="100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𝑋</m:t>
                    </m:r>
                  </m:oMath>
                </a14:m>
                <a:r>
                  <a:rPr lang="zh-CN" altLang="en-US" sz="2300" kern="100" dirty="0">
                    <a:latin typeface="Cambria Math" panose="02040503050406030204" pitchFamily="18" charset="0"/>
                    <a:cs typeface="Times New Roman" panose="02020603050405020304" pitchFamily="18" charset="0"/>
                  </a:rPr>
                  <a:t>和</a:t>
                </a:r>
                <a14:m>
                  <m:oMath xmlns:m="http://schemas.openxmlformats.org/officeDocument/2006/math">
                    <m:r>
                      <a:rPr lang="en-US" altLang="zh-CN" sz="2300" i="1" kern="100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𝑌</m:t>
                    </m:r>
                  </m:oMath>
                </a14:m>
                <a:r>
                  <a:rPr lang="zh-CN" altLang="en-US" sz="2300" kern="100" dirty="0">
                    <a:latin typeface="Cambria Math" panose="02040503050406030204" pitchFamily="18" charset="0"/>
                    <a:cs typeface="Times New Roman" panose="02020603050405020304" pitchFamily="18" charset="0"/>
                  </a:rPr>
                  <a:t>的相关系数</a:t>
                </a:r>
                <a:endParaRPr lang="en-US" altLang="zh-CN" sz="2300" kern="100" dirty="0">
                  <a:latin typeface="Cambria Math" panose="020405030504060302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lnSpc>
                    <a:spcPct val="150000"/>
                  </a:lnSpc>
                  <a:buNone/>
                </a:pPr>
                <a:endParaRPr lang="en-US" altLang="zh-CN" sz="2300" kern="100" dirty="0">
                  <a:latin typeface="Cambria Math" panose="020405030504060302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lnSpc>
                    <a:spcPct val="150000"/>
                  </a:lnSpc>
                  <a:buNone/>
                </a:pPr>
                <a:r>
                  <a:rPr lang="zh-CN" altLang="en-US" sz="2300" kern="100" dirty="0">
                    <a:latin typeface="Cambria Math" panose="02040503050406030204" pitchFamily="18" charset="0"/>
                    <a:cs typeface="Times New Roman" panose="02020603050405020304" pitchFamily="18" charset="0"/>
                  </a:rPr>
                  <a:t>若</a:t>
                </a:r>
                <a14:m>
                  <m:oMath xmlns:m="http://schemas.openxmlformats.org/officeDocument/2006/math">
                    <m:r>
                      <a:rPr lang="en-US" altLang="zh-CN" sz="2300" i="1" kern="100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(</m:t>
                    </m:r>
                    <m:r>
                      <a:rPr lang="en-US" altLang="zh-CN" sz="2300" i="1" kern="100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𝑋</m:t>
                    </m:r>
                    <m:r>
                      <a:rPr lang="en-US" altLang="zh-CN" sz="2300" i="1" kern="100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,</m:t>
                    </m:r>
                    <m:r>
                      <a:rPr lang="en-US" altLang="zh-CN" sz="2300" i="1" kern="100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𝑌</m:t>
                    </m:r>
                    <m:r>
                      <a:rPr lang="en-US" altLang="zh-CN" sz="2300" i="1" kern="100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)</m:t>
                    </m:r>
                  </m:oMath>
                </a14:m>
                <a:r>
                  <a:rPr lang="zh-CN" altLang="en-US" sz="2300" kern="100" dirty="0">
                    <a:latin typeface="Cambria Math" panose="02040503050406030204" pitchFamily="18" charset="0"/>
                    <a:cs typeface="Times New Roman" panose="02020603050405020304" pitchFamily="18" charset="0"/>
                  </a:rPr>
                  <a:t>服从二维正态分布，那么</a:t>
                </a:r>
                <a14:m>
                  <m:oMath xmlns:m="http://schemas.openxmlformats.org/officeDocument/2006/math">
                    <m:r>
                      <a:rPr lang="en-US" altLang="zh-CN" sz="2300" i="1" kern="100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𝑋</m:t>
                    </m:r>
                  </m:oMath>
                </a14:m>
                <a:r>
                  <a:rPr lang="zh-CN" altLang="en-US" sz="2300" kern="100" dirty="0">
                    <a:latin typeface="Cambria Math" panose="02040503050406030204" pitchFamily="18" charset="0"/>
                    <a:cs typeface="Times New Roman" panose="02020603050405020304" pitchFamily="18" charset="0"/>
                  </a:rPr>
                  <a:t>和</a:t>
                </a:r>
                <a14:m>
                  <m:oMath xmlns:m="http://schemas.openxmlformats.org/officeDocument/2006/math">
                    <m:r>
                      <a:rPr lang="en-US" altLang="zh-CN" sz="2300" i="1" kern="100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𝑌</m:t>
                    </m:r>
                  </m:oMath>
                </a14:m>
                <a:r>
                  <a:rPr lang="zh-CN" altLang="en-US" sz="2300" kern="100" dirty="0">
                    <a:latin typeface="Cambria Math" panose="02040503050406030204" pitchFamily="18" charset="0"/>
                    <a:cs typeface="Times New Roman" panose="02020603050405020304" pitchFamily="18" charset="0"/>
                  </a:rPr>
                  <a:t>相互独立的充要条件为</a:t>
                </a:r>
                <a14:m>
                  <m:oMath xmlns:m="http://schemas.openxmlformats.org/officeDocument/2006/math">
                    <m:r>
                      <a:rPr lang="zh-CN" altLang="en-US" sz="2300" kern="100"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𝜌</m:t>
                    </m:r>
                  </m:oMath>
                </a14:m>
                <a:r>
                  <a:rPr lang="en-US" altLang="zh-CN" sz="2300" kern="100" dirty="0">
                    <a:latin typeface="Cambria Math" panose="02040503050406030204" pitchFamily="18" charset="0"/>
                    <a:cs typeface="Times New Roman" panose="02020603050405020304" pitchFamily="18" charset="0"/>
                  </a:rPr>
                  <a:t>=0</a:t>
                </a:r>
                <a:r>
                  <a:rPr lang="zh-CN" altLang="en-US" sz="2300" kern="100" dirty="0">
                    <a:latin typeface="Cambria Math" panose="02040503050406030204" pitchFamily="18" charset="0"/>
                    <a:cs typeface="Times New Roman" panose="02020603050405020304" pitchFamily="18" charset="0"/>
                  </a:rPr>
                  <a:t> </a:t>
                </a:r>
                <a:endParaRPr lang="en-US" altLang="zh-CN" sz="2300" kern="100" dirty="0">
                  <a:latin typeface="Cambria Math" panose="020405030504060302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lnSpc>
                    <a:spcPct val="150000"/>
                  </a:lnSpc>
                  <a:buNone/>
                </a:pPr>
                <a:endParaRPr lang="en-US" altLang="zh-CN" sz="2300" kern="100" dirty="0">
                  <a:latin typeface="Cambria Math" panose="020405030504060302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lnSpc>
                    <a:spcPct val="150000"/>
                  </a:lnSpc>
                  <a:buNone/>
                </a:pPr>
                <a:r>
                  <a:rPr lang="zh-CN" altLang="en-US" sz="2300" kern="100" dirty="0">
                    <a:latin typeface="Cambria Math" panose="02040503050406030204" pitchFamily="18" charset="0"/>
                    <a:cs typeface="Times New Roman" panose="02020603050405020304" pitchFamily="18" charset="0"/>
                  </a:rPr>
                  <a:t>现在知道</a:t>
                </a:r>
                <a14:m>
                  <m:oMath xmlns:m="http://schemas.openxmlformats.org/officeDocument/2006/math">
                    <m:r>
                      <a:rPr lang="zh-CN" altLang="en-US" sz="2300" kern="100"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𝜌</m:t>
                    </m:r>
                  </m:oMath>
                </a14:m>
                <a:r>
                  <a:rPr lang="en-US" altLang="zh-CN" sz="2300" kern="100" dirty="0">
                    <a:latin typeface="Cambria Math" panose="02040503050406030204" pitchFamily="18" charset="0"/>
                    <a:cs typeface="Times New Roman" panose="02020603050405020304" pitchFamily="18" charset="0"/>
                  </a:rPr>
                  <a:t>=</a:t>
                </a:r>
                <a:r>
                  <a:rPr lang="zh-CN" altLang="zh-CN" sz="2300" kern="100" dirty="0"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sz="2300" i="1" kern="100"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zh-CN" altLang="en-US" sz="2300" kern="100"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𝜌</m:t>
                        </m:r>
                      </m:e>
                      <m:sub>
                        <m:r>
                          <a:rPr lang="en-US" altLang="zh-CN" sz="2300" kern="100"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𝑥𝑦</m:t>
                        </m:r>
                      </m:sub>
                    </m:sSub>
                    <m:r>
                      <a:rPr lang="zh-CN" altLang="en-US" sz="2300" kern="100"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，</m:t>
                    </m:r>
                  </m:oMath>
                </a14:m>
                <a:r>
                  <a:rPr lang="zh-CN" altLang="en-US" sz="2300" kern="100" dirty="0">
                    <a:latin typeface="Cambria Math" panose="02040503050406030204" pitchFamily="18" charset="0"/>
                    <a:cs typeface="Times New Roman" panose="02020603050405020304" pitchFamily="18" charset="0"/>
                  </a:rPr>
                  <a:t>故知</a:t>
                </a:r>
                <a:r>
                  <a:rPr lang="zh-CN" altLang="en-US" sz="2300" kern="100" dirty="0">
                    <a:solidFill>
                      <a:srgbClr val="FF0000"/>
                    </a:solidFill>
                    <a:latin typeface="Cambria Math" panose="02040503050406030204" pitchFamily="18" charset="0"/>
                    <a:cs typeface="Times New Roman" panose="02020603050405020304" pitchFamily="18" charset="0"/>
                  </a:rPr>
                  <a:t>对于二维正态随机变量</a:t>
                </a:r>
                <a14:m>
                  <m:oMath xmlns:m="http://schemas.openxmlformats.org/officeDocument/2006/math">
                    <m:r>
                      <a:rPr lang="en-US" altLang="zh-CN" sz="2300" i="1" kern="100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(</m:t>
                    </m:r>
                    <m:r>
                      <a:rPr lang="en-US" altLang="zh-CN" sz="2300" i="1" kern="100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𝑋</m:t>
                    </m:r>
                    <m:r>
                      <a:rPr lang="en-US" altLang="zh-CN" sz="2300" i="1" kern="100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,</m:t>
                    </m:r>
                    <m:r>
                      <a:rPr lang="en-US" altLang="zh-CN" sz="2300" i="1" kern="100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𝑌</m:t>
                    </m:r>
                    <m:r>
                      <a:rPr lang="en-US" altLang="zh-CN" sz="2300" i="1" kern="100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)</m:t>
                    </m:r>
                  </m:oMath>
                </a14:m>
                <a:r>
                  <a:rPr lang="zh-CN" altLang="en-US" sz="2300" kern="100" dirty="0">
                    <a:solidFill>
                      <a:srgbClr val="FF0000"/>
                    </a:solidFill>
                    <a:latin typeface="Cambria Math" panose="02040503050406030204" pitchFamily="18" charset="0"/>
                    <a:cs typeface="Times New Roman" panose="02020603050405020304" pitchFamily="18" charset="0"/>
                  </a:rPr>
                  <a:t>来说，</a:t>
                </a:r>
                <a:r>
                  <a:rPr lang="en-US" altLang="zh-CN" sz="2300" kern="100" dirty="0">
                    <a:solidFill>
                      <a:srgbClr val="FF0000"/>
                    </a:solidFill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sz="2300" i="1" kern="100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𝑋</m:t>
                    </m:r>
                  </m:oMath>
                </a14:m>
                <a:r>
                  <a:rPr lang="zh-CN" altLang="en-US" sz="2300" kern="100" dirty="0">
                    <a:solidFill>
                      <a:srgbClr val="FF0000"/>
                    </a:solidFill>
                    <a:latin typeface="Cambria Math" panose="02040503050406030204" pitchFamily="18" charset="0"/>
                    <a:cs typeface="Times New Roman" panose="02020603050405020304" pitchFamily="18" charset="0"/>
                  </a:rPr>
                  <a:t>和</a:t>
                </a:r>
                <a14:m>
                  <m:oMath xmlns:m="http://schemas.openxmlformats.org/officeDocument/2006/math">
                    <m:r>
                      <a:rPr lang="en-US" altLang="zh-CN" sz="2300" i="1" kern="100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𝑌</m:t>
                    </m:r>
                  </m:oMath>
                </a14:m>
                <a:r>
                  <a:rPr lang="zh-CN" altLang="en-US" sz="2300" kern="100" dirty="0">
                    <a:solidFill>
                      <a:srgbClr val="FF0000"/>
                    </a:solidFill>
                    <a:latin typeface="Cambria Math" panose="02040503050406030204" pitchFamily="18" charset="0"/>
                    <a:cs typeface="Times New Roman" panose="02020603050405020304" pitchFamily="18" charset="0"/>
                  </a:rPr>
                  <a:t>不相关与</a:t>
                </a:r>
                <a14:m>
                  <m:oMath xmlns:m="http://schemas.openxmlformats.org/officeDocument/2006/math">
                    <m:r>
                      <a:rPr lang="en-US" altLang="zh-CN" sz="2300" i="1" kern="100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𝑋</m:t>
                    </m:r>
                  </m:oMath>
                </a14:m>
                <a:r>
                  <a:rPr lang="zh-CN" altLang="en-US" sz="2300" kern="100" dirty="0">
                    <a:solidFill>
                      <a:srgbClr val="FF0000"/>
                    </a:solidFill>
                    <a:latin typeface="Cambria Math" panose="02040503050406030204" pitchFamily="18" charset="0"/>
                    <a:cs typeface="Times New Roman" panose="02020603050405020304" pitchFamily="18" charset="0"/>
                  </a:rPr>
                  <a:t>和</a:t>
                </a:r>
                <a14:m>
                  <m:oMath xmlns:m="http://schemas.openxmlformats.org/officeDocument/2006/math">
                    <m:r>
                      <a:rPr lang="en-US" altLang="zh-CN" sz="2300" i="1" kern="100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𝑌</m:t>
                    </m:r>
                  </m:oMath>
                </a14:m>
                <a:r>
                  <a:rPr lang="zh-CN" altLang="en-US" sz="2300" kern="100" dirty="0">
                    <a:solidFill>
                      <a:srgbClr val="FF0000"/>
                    </a:solidFill>
                    <a:latin typeface="Cambria Math" panose="02040503050406030204" pitchFamily="18" charset="0"/>
                    <a:cs typeface="Times New Roman" panose="02020603050405020304" pitchFamily="18" charset="0"/>
                  </a:rPr>
                  <a:t>相互独立是等价的</a:t>
                </a:r>
                <a:endParaRPr lang="en-US" altLang="zh-CN" sz="2300" kern="100" dirty="0">
                  <a:latin typeface="Cambria Math" panose="020405030504060302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4" name="内容占位符 2">
                <a:extLst>
                  <a:ext uri="{FF2B5EF4-FFF2-40B4-BE49-F238E27FC236}">
                    <a16:creationId xmlns:a16="http://schemas.microsoft.com/office/drawing/2014/main" id="{27947B47-0199-C8B4-C0B0-9033619D98C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71450" y="942975"/>
                <a:ext cx="8780690" cy="5192486"/>
              </a:xfrm>
              <a:blipFill>
                <a:blip r:embed="rId2"/>
                <a:stretch>
                  <a:fillRect l="-1010" r="-72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" name="直线连接符 1">
            <a:extLst>
              <a:ext uri="{FF2B5EF4-FFF2-40B4-BE49-F238E27FC236}">
                <a16:creationId xmlns:a16="http://schemas.microsoft.com/office/drawing/2014/main" id="{48932A7F-D24E-6625-56CB-341BC75AF95A}"/>
              </a:ext>
            </a:extLst>
          </p:cNvPr>
          <p:cNvCxnSpPr/>
          <p:nvPr/>
        </p:nvCxnSpPr>
        <p:spPr>
          <a:xfrm>
            <a:off x="0" y="1082842"/>
            <a:ext cx="9144000" cy="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 Box 14">
            <a:extLst>
              <a:ext uri="{FF2B5EF4-FFF2-40B4-BE49-F238E27FC236}">
                <a16:creationId xmlns:a16="http://schemas.microsoft.com/office/drawing/2014/main" id="{F1980B65-EF5B-9438-2431-20A208E553E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00100" y="270750"/>
            <a:ext cx="7620000" cy="70173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defTabSz="914400">
              <a:lnSpc>
                <a:spcPct val="90000"/>
              </a:lnSpc>
              <a:spcBef>
                <a:spcPct val="0"/>
              </a:spcBef>
              <a:buNone/>
              <a:defRPr sz="4400">
                <a:solidFill>
                  <a:srgbClr val="0432FF"/>
                </a:solidFill>
                <a:latin typeface="STXinwei" panose="02010800040101010101" pitchFamily="2" charset="-122"/>
                <a:ea typeface="STXinwei" panose="02010800040101010101" pitchFamily="2" charset="-122"/>
                <a:cs typeface="+mj-cs"/>
              </a:defRPr>
            </a:lvl1pPr>
          </a:lstStyle>
          <a:p>
            <a:pPr algn="ctr"/>
            <a:r>
              <a:rPr lang="zh-CN" altLang="en-US" sz="3600" dirty="0">
                <a:solidFill>
                  <a:srgbClr val="FF0000"/>
                </a:solidFill>
              </a:rPr>
              <a:t>二元正态分布向量的相关系数</a:t>
            </a:r>
          </a:p>
        </p:txBody>
      </p:sp>
    </p:spTree>
    <p:extLst>
      <p:ext uri="{BB962C8B-B14F-4D97-AF65-F5344CB8AC3E}">
        <p14:creationId xmlns:p14="http://schemas.microsoft.com/office/powerpoint/2010/main" val="13778485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5" name="Rectangle 3">
            <a:extLst>
              <a:ext uri="{FF2B5EF4-FFF2-40B4-BE49-F238E27FC236}">
                <a16:creationId xmlns:a16="http://schemas.microsoft.com/office/drawing/2014/main" id="{405590FB-0AD6-AC1C-112C-CEAC0813C9C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335088" y="2133600"/>
            <a:ext cx="1027112" cy="573088"/>
          </a:xfrm>
        </p:spPr>
        <p:txBody>
          <a:bodyPr/>
          <a:lstStyle/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zh-CN" altLang="en-US" dirty="0">
                <a:ea typeface="KaiTi" panose="02010609060101010101" pitchFamily="49" charset="-122"/>
              </a:rPr>
              <a:t>若</a:t>
            </a:r>
          </a:p>
        </p:txBody>
      </p:sp>
      <p:sp>
        <p:nvSpPr>
          <p:cNvPr id="47106" name="Rectangle 5">
            <a:extLst>
              <a:ext uri="{FF2B5EF4-FFF2-40B4-BE49-F238E27FC236}">
                <a16:creationId xmlns:a16="http://schemas.microsoft.com/office/drawing/2014/main" id="{C48322DB-956E-C135-52B8-CC6B463C2610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1300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endParaRPr lang="zh-CN" altLang="en-US" dirty="0">
              <a:ea typeface="KaiTi" panose="02010609060101010101" pitchFamily="49" charset="-122"/>
            </a:endParaRPr>
          </a:p>
        </p:txBody>
      </p:sp>
      <p:graphicFrame>
        <p:nvGraphicFramePr>
          <p:cNvPr id="47107" name="Object 4">
            <a:extLst>
              <a:ext uri="{FF2B5EF4-FFF2-40B4-BE49-F238E27FC236}">
                <a16:creationId xmlns:a16="http://schemas.microsoft.com/office/drawing/2014/main" id="{96577E3D-EE44-51FF-7862-BCC9B91EAF3A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057400" y="2057400"/>
          <a:ext cx="4495800" cy="596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9" name="Equation" r:id="rId3" imgW="39789100" imgH="5270500" progId="Equation.3">
                  <p:embed/>
                </p:oleObj>
              </mc:Choice>
              <mc:Fallback>
                <p:oleObj name="Equation" r:id="rId3" imgW="39789100" imgH="5270500" progId="Equation.3">
                  <p:embed/>
                  <p:pic>
                    <p:nvPicPr>
                      <p:cNvPr id="47107" name="Object 4">
                        <a:extLst>
                          <a:ext uri="{FF2B5EF4-FFF2-40B4-BE49-F238E27FC236}">
                            <a16:creationId xmlns:a16="http://schemas.microsoft.com/office/drawing/2014/main" id="{96577E3D-EE44-51FF-7862-BCC9B91EAF3A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57400" y="2057400"/>
                        <a:ext cx="4495800" cy="596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47108" name="Group 20">
            <a:extLst>
              <a:ext uri="{FF2B5EF4-FFF2-40B4-BE49-F238E27FC236}">
                <a16:creationId xmlns:a16="http://schemas.microsoft.com/office/drawing/2014/main" id="{0660B02F-2E09-F613-ACF4-107B1D465905}"/>
              </a:ext>
            </a:extLst>
          </p:cNvPr>
          <p:cNvGrpSpPr>
            <a:grpSpLocks/>
          </p:cNvGrpSpPr>
          <p:nvPr/>
        </p:nvGrpSpPr>
        <p:grpSpPr bwMode="auto">
          <a:xfrm>
            <a:off x="1371600" y="2971800"/>
            <a:ext cx="3886200" cy="644525"/>
            <a:chOff x="864" y="2016"/>
            <a:chExt cx="2448" cy="406"/>
          </a:xfrm>
        </p:grpSpPr>
        <p:sp>
          <p:nvSpPr>
            <p:cNvPr id="47118" name="Text Box 6">
              <a:extLst>
                <a:ext uri="{FF2B5EF4-FFF2-40B4-BE49-F238E27FC236}">
                  <a16:creationId xmlns:a16="http://schemas.microsoft.com/office/drawing/2014/main" id="{13480155-BB0E-4BB9-5023-E227B3362E4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64" y="2016"/>
              <a:ext cx="672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zh-CN" altLang="en-US" sz="3200" dirty="0">
                  <a:ea typeface="KaiTi" panose="02010609060101010101" pitchFamily="49" charset="-122"/>
                </a:rPr>
                <a:t>则</a:t>
              </a:r>
            </a:p>
          </p:txBody>
        </p:sp>
        <p:graphicFrame>
          <p:nvGraphicFramePr>
            <p:cNvPr id="47119" name="Object 7">
              <a:extLst>
                <a:ext uri="{FF2B5EF4-FFF2-40B4-BE49-F238E27FC236}">
                  <a16:creationId xmlns:a16="http://schemas.microsoft.com/office/drawing/2014/main" id="{592D92ED-A1A6-0D71-E056-0EB7B872A0FE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1392" y="2057"/>
            <a:ext cx="1920" cy="36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080" name="Equation" r:id="rId5" imgW="26619200" imgH="4978400" progId="Equation.3">
                    <p:embed/>
                  </p:oleObj>
                </mc:Choice>
                <mc:Fallback>
                  <p:oleObj name="Equation" r:id="rId5" imgW="26619200" imgH="4978400" progId="Equation.3">
                    <p:embed/>
                    <p:pic>
                      <p:nvPicPr>
                        <p:cNvPr id="47119" name="Object 7">
                          <a:extLst>
                            <a:ext uri="{FF2B5EF4-FFF2-40B4-BE49-F238E27FC236}">
                              <a16:creationId xmlns:a16="http://schemas.microsoft.com/office/drawing/2014/main" id="{592D92ED-A1A6-0D71-E056-0EB7B872A0FE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392" y="2057"/>
                          <a:ext cx="1920" cy="36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47109" name="Group 21">
            <a:extLst>
              <a:ext uri="{FF2B5EF4-FFF2-40B4-BE49-F238E27FC236}">
                <a16:creationId xmlns:a16="http://schemas.microsoft.com/office/drawing/2014/main" id="{3FB55FF2-7D3B-FBA7-13DA-E85CD88509F4}"/>
              </a:ext>
            </a:extLst>
          </p:cNvPr>
          <p:cNvGrpSpPr>
            <a:grpSpLocks/>
          </p:cNvGrpSpPr>
          <p:nvPr/>
        </p:nvGrpSpPr>
        <p:grpSpPr bwMode="auto">
          <a:xfrm>
            <a:off x="1447800" y="4038600"/>
            <a:ext cx="6324600" cy="579438"/>
            <a:chOff x="864" y="2784"/>
            <a:chExt cx="3984" cy="365"/>
          </a:xfrm>
        </p:grpSpPr>
        <p:sp>
          <p:nvSpPr>
            <p:cNvPr id="47114" name="Text Box 11">
              <a:extLst>
                <a:ext uri="{FF2B5EF4-FFF2-40B4-BE49-F238E27FC236}">
                  <a16:creationId xmlns:a16="http://schemas.microsoft.com/office/drawing/2014/main" id="{E88CBE42-C0EA-ACF9-CB71-DF24138410D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64" y="2784"/>
              <a:ext cx="3984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zh-CN" altLang="en-US" sz="3200" dirty="0">
                  <a:ea typeface="KaiTi" panose="02010609060101010101" pitchFamily="49" charset="-122"/>
                </a:rPr>
                <a:t>即     是        的相关系数</a:t>
              </a:r>
            </a:p>
          </p:txBody>
        </p:sp>
        <p:grpSp>
          <p:nvGrpSpPr>
            <p:cNvPr id="47115" name="Group 15">
              <a:extLst>
                <a:ext uri="{FF2B5EF4-FFF2-40B4-BE49-F238E27FC236}">
                  <a16:creationId xmlns:a16="http://schemas.microsoft.com/office/drawing/2014/main" id="{761CAB4F-7768-DF43-5C4B-FB9F0369CD2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296" y="2800"/>
              <a:ext cx="1104" cy="324"/>
              <a:chOff x="1440" y="2748"/>
              <a:chExt cx="1104" cy="324"/>
            </a:xfrm>
          </p:grpSpPr>
          <p:graphicFrame>
            <p:nvGraphicFramePr>
              <p:cNvPr id="47116" name="Object 9">
                <a:extLst>
                  <a:ext uri="{FF2B5EF4-FFF2-40B4-BE49-F238E27FC236}">
                    <a16:creationId xmlns:a16="http://schemas.microsoft.com/office/drawing/2014/main" id="{3D95A82E-5039-D055-0D2B-BC4A03901761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1440" y="2784"/>
              <a:ext cx="271" cy="288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3081" name="Equation" r:id="rId7" imgW="3505200" imgH="3797300" progId="Equation.3">
                      <p:embed/>
                    </p:oleObj>
                  </mc:Choice>
                  <mc:Fallback>
                    <p:oleObj name="Equation" r:id="rId7" imgW="3505200" imgH="3797300" progId="Equation.3">
                      <p:embed/>
                      <p:pic>
                        <p:nvPicPr>
                          <p:cNvPr id="47116" name="Object 9">
                            <a:extLst>
                              <a:ext uri="{FF2B5EF4-FFF2-40B4-BE49-F238E27FC236}">
                                <a16:creationId xmlns:a16="http://schemas.microsoft.com/office/drawing/2014/main" id="{3D95A82E-5039-D055-0D2B-BC4A03901761}"/>
                              </a:ext>
                            </a:extLst>
                          </p:cNvPr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8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1440" y="2784"/>
                            <a:ext cx="271" cy="288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47117" name="Object 12">
                <a:extLst>
                  <a:ext uri="{FF2B5EF4-FFF2-40B4-BE49-F238E27FC236}">
                    <a16:creationId xmlns:a16="http://schemas.microsoft.com/office/drawing/2014/main" id="{7EBC9924-6CA5-88AB-4B75-A89DD844B19C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2112" y="2748"/>
              <a:ext cx="432" cy="324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3082" name="Equation" r:id="rId9" imgW="6146800" imgH="4686300" progId="Equation.3">
                      <p:embed/>
                    </p:oleObj>
                  </mc:Choice>
                  <mc:Fallback>
                    <p:oleObj name="Equation" r:id="rId9" imgW="6146800" imgH="4686300" progId="Equation.3">
                      <p:embed/>
                      <p:pic>
                        <p:nvPicPr>
                          <p:cNvPr id="47117" name="Object 12">
                            <a:extLst>
                              <a:ext uri="{FF2B5EF4-FFF2-40B4-BE49-F238E27FC236}">
                                <a16:creationId xmlns:a16="http://schemas.microsoft.com/office/drawing/2014/main" id="{7EBC9924-6CA5-88AB-4B75-A89DD844B19C}"/>
                              </a:ext>
                            </a:extLst>
                          </p:cNvPr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0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2112" y="2748"/>
                            <a:ext cx="432" cy="324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</p:grpSp>
      <p:sp>
        <p:nvSpPr>
          <p:cNvPr id="47111" name="Text Box 16">
            <a:extLst>
              <a:ext uri="{FF2B5EF4-FFF2-40B4-BE49-F238E27FC236}">
                <a16:creationId xmlns:a16="http://schemas.microsoft.com/office/drawing/2014/main" id="{799BE755-CF94-4B5C-7BEC-7C2C25F38A1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4800" y="4876800"/>
            <a:ext cx="8229600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zh-CN" altLang="en-US" sz="3200" dirty="0">
                <a:ea typeface="KaiTi" panose="02010609060101010101" pitchFamily="49" charset="-122"/>
              </a:rPr>
              <a:t>因此对于二元正态的随机向量，</a:t>
            </a:r>
          </a:p>
        </p:txBody>
      </p:sp>
      <p:sp>
        <p:nvSpPr>
          <p:cNvPr id="47112" name="Rectangle 18">
            <a:extLst>
              <a:ext uri="{FF2B5EF4-FFF2-40B4-BE49-F238E27FC236}">
                <a16:creationId xmlns:a16="http://schemas.microsoft.com/office/drawing/2014/main" id="{5366AD57-31FA-AA3E-E28E-50E8058CE456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134797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endParaRPr lang="zh-CN" altLang="en-US" dirty="0">
              <a:ea typeface="KaiTi" panose="02010609060101010101" pitchFamily="49" charset="-122"/>
            </a:endParaRPr>
          </a:p>
        </p:txBody>
      </p:sp>
      <p:graphicFrame>
        <p:nvGraphicFramePr>
          <p:cNvPr id="47113" name="Object 17">
            <a:extLst>
              <a:ext uri="{FF2B5EF4-FFF2-40B4-BE49-F238E27FC236}">
                <a16:creationId xmlns:a16="http://schemas.microsoft.com/office/drawing/2014/main" id="{7FC5D313-2001-9A5E-81F4-2E5DD3B6BF5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00382910"/>
              </p:ext>
            </p:extLst>
          </p:nvPr>
        </p:nvGraphicFramePr>
        <p:xfrm>
          <a:off x="1559992" y="5853723"/>
          <a:ext cx="6024016" cy="5794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3" name="Equation" r:id="rId11" imgW="52374800" imgH="4978400" progId="Equation.3">
                  <p:embed/>
                </p:oleObj>
              </mc:Choice>
              <mc:Fallback>
                <p:oleObj name="Equation" r:id="rId11" imgW="52374800" imgH="4978400" progId="Equation.3">
                  <p:embed/>
                  <p:pic>
                    <p:nvPicPr>
                      <p:cNvPr id="47113" name="Object 17">
                        <a:extLst>
                          <a:ext uri="{FF2B5EF4-FFF2-40B4-BE49-F238E27FC236}">
                            <a16:creationId xmlns:a16="http://schemas.microsoft.com/office/drawing/2014/main" id="{7FC5D313-2001-9A5E-81F4-2E5DD3B6BF57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59992" y="5853723"/>
                        <a:ext cx="6024016" cy="5794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2" name="直线连接符 1">
            <a:extLst>
              <a:ext uri="{FF2B5EF4-FFF2-40B4-BE49-F238E27FC236}">
                <a16:creationId xmlns:a16="http://schemas.microsoft.com/office/drawing/2014/main" id="{509AD86E-F45E-07A8-0A5F-5BEBFC433331}"/>
              </a:ext>
            </a:extLst>
          </p:cNvPr>
          <p:cNvCxnSpPr/>
          <p:nvPr/>
        </p:nvCxnSpPr>
        <p:spPr>
          <a:xfrm>
            <a:off x="0" y="1082842"/>
            <a:ext cx="9144000" cy="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 Box 14">
            <a:extLst>
              <a:ext uri="{FF2B5EF4-FFF2-40B4-BE49-F238E27FC236}">
                <a16:creationId xmlns:a16="http://schemas.microsoft.com/office/drawing/2014/main" id="{3E403B93-C53E-FDF2-680C-A59A0DCAE0E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00100" y="270750"/>
            <a:ext cx="7620000" cy="70173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defTabSz="914400">
              <a:lnSpc>
                <a:spcPct val="90000"/>
              </a:lnSpc>
              <a:spcBef>
                <a:spcPct val="0"/>
              </a:spcBef>
              <a:buNone/>
              <a:defRPr sz="4400">
                <a:solidFill>
                  <a:srgbClr val="0432FF"/>
                </a:solidFill>
                <a:latin typeface="STXinwei" panose="02010800040101010101" pitchFamily="2" charset="-122"/>
                <a:ea typeface="STXinwei" panose="02010800040101010101" pitchFamily="2" charset="-122"/>
                <a:cs typeface="+mj-cs"/>
              </a:defRPr>
            </a:lvl1pPr>
          </a:lstStyle>
          <a:p>
            <a:pPr algn="ctr"/>
            <a:r>
              <a:rPr lang="zh-CN" altLang="en-US" sz="3600" dirty="0">
                <a:solidFill>
                  <a:srgbClr val="FF0000"/>
                </a:solidFill>
              </a:rPr>
              <a:t>二元正态分布向量的相关系数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3969" name="图片 2">
            <a:extLst>
              <a:ext uri="{FF2B5EF4-FFF2-40B4-BE49-F238E27FC236}">
                <a16:creationId xmlns:a16="http://schemas.microsoft.com/office/drawing/2014/main" id="{BE886FFF-6996-46EA-F03A-80D6F267182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269"/>
          <a:stretch>
            <a:fillRect/>
          </a:stretch>
        </p:blipFill>
        <p:spPr bwMode="auto">
          <a:xfrm>
            <a:off x="919163" y="1628775"/>
            <a:ext cx="7305675" cy="45704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2" name="直线连接符 1">
            <a:extLst>
              <a:ext uri="{FF2B5EF4-FFF2-40B4-BE49-F238E27FC236}">
                <a16:creationId xmlns:a16="http://schemas.microsoft.com/office/drawing/2014/main" id="{E5D01691-2E83-5DB0-924C-F5D9C2643493}"/>
              </a:ext>
            </a:extLst>
          </p:cNvPr>
          <p:cNvCxnSpPr/>
          <p:nvPr/>
        </p:nvCxnSpPr>
        <p:spPr>
          <a:xfrm>
            <a:off x="0" y="1082842"/>
            <a:ext cx="9144000" cy="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 Box 14">
            <a:extLst>
              <a:ext uri="{FF2B5EF4-FFF2-40B4-BE49-F238E27FC236}">
                <a16:creationId xmlns:a16="http://schemas.microsoft.com/office/drawing/2014/main" id="{146796C8-8307-456E-347F-1A3F115DBD9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00100" y="270750"/>
            <a:ext cx="7620000" cy="70173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defTabSz="914400">
              <a:lnSpc>
                <a:spcPct val="90000"/>
              </a:lnSpc>
              <a:spcBef>
                <a:spcPct val="0"/>
              </a:spcBef>
              <a:buNone/>
              <a:defRPr sz="4400">
                <a:solidFill>
                  <a:srgbClr val="0432FF"/>
                </a:solidFill>
                <a:latin typeface="STXinwei" panose="02010800040101010101" pitchFamily="2" charset="-122"/>
                <a:ea typeface="STXinwei" panose="02010800040101010101" pitchFamily="2" charset="-122"/>
                <a:cs typeface="+mj-cs"/>
              </a:defRPr>
            </a:lvl1pPr>
          </a:lstStyle>
          <a:p>
            <a:pPr algn="ctr"/>
            <a:r>
              <a:rPr lang="zh-CN" altLang="en-US" sz="3600" dirty="0">
                <a:solidFill>
                  <a:srgbClr val="FF0000"/>
                </a:solidFill>
              </a:rPr>
              <a:t>二元正态分布向量的相关系数</a:t>
            </a:r>
          </a:p>
        </p:txBody>
      </p:sp>
    </p:spTree>
    <p:extLst>
      <p:ext uri="{BB962C8B-B14F-4D97-AF65-F5344CB8AC3E}">
        <p14:creationId xmlns:p14="http://schemas.microsoft.com/office/powerpoint/2010/main" val="39030803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CDDDDC88-EAA2-33FB-133C-9368497343C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4059" y="1268115"/>
            <a:ext cx="8085826" cy="885046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30290C85-92D6-0EF6-A03A-E1179EA0783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63983" y="2509869"/>
            <a:ext cx="3351068" cy="2261290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E7383530-B6DD-21FF-2284-E5D497707C8B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t="9515" r="35341"/>
          <a:stretch/>
        </p:blipFill>
        <p:spPr>
          <a:xfrm>
            <a:off x="85728" y="5070763"/>
            <a:ext cx="5912427" cy="468217"/>
          </a:xfrm>
          <a:prstGeom prst="rect">
            <a:avLst/>
          </a:prstGeom>
        </p:spPr>
      </p:pic>
      <p:sp>
        <p:nvSpPr>
          <p:cNvPr id="10" name="矩形 9">
            <a:extLst>
              <a:ext uri="{FF2B5EF4-FFF2-40B4-BE49-F238E27FC236}">
                <a16:creationId xmlns:a16="http://schemas.microsoft.com/office/drawing/2014/main" id="{2F254179-0B94-FA7A-B934-A4028CB3C2F9}"/>
              </a:ext>
            </a:extLst>
          </p:cNvPr>
          <p:cNvSpPr/>
          <p:nvPr/>
        </p:nvSpPr>
        <p:spPr>
          <a:xfrm>
            <a:off x="3948545" y="3501736"/>
            <a:ext cx="550719" cy="37407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FF28B85E-3B2D-AECC-5087-0B6E77F54724}"/>
              </a:ext>
            </a:extLst>
          </p:cNvPr>
          <p:cNvSpPr/>
          <p:nvPr/>
        </p:nvSpPr>
        <p:spPr>
          <a:xfrm>
            <a:off x="4790208" y="3501735"/>
            <a:ext cx="550719" cy="37407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EBD394BA-82D6-8A90-C61C-AAB3E42A2472}"/>
              </a:ext>
            </a:extLst>
          </p:cNvPr>
          <p:cNvSpPr/>
          <p:nvPr/>
        </p:nvSpPr>
        <p:spPr>
          <a:xfrm>
            <a:off x="5556540" y="3485284"/>
            <a:ext cx="550719" cy="37407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E40C791C-DE05-ED25-8839-C92F0EEE3C26}"/>
              </a:ext>
            </a:extLst>
          </p:cNvPr>
          <p:cNvSpPr/>
          <p:nvPr/>
        </p:nvSpPr>
        <p:spPr>
          <a:xfrm>
            <a:off x="3976253" y="3913911"/>
            <a:ext cx="550719" cy="37407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60415584-5C4D-5D75-3995-6D276358DE10}"/>
              </a:ext>
            </a:extLst>
          </p:cNvPr>
          <p:cNvSpPr/>
          <p:nvPr/>
        </p:nvSpPr>
        <p:spPr>
          <a:xfrm>
            <a:off x="4817916" y="3913910"/>
            <a:ext cx="550719" cy="37407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8FB3E749-67F4-D5A2-6529-64B5EFCA70B0}"/>
              </a:ext>
            </a:extLst>
          </p:cNvPr>
          <p:cNvSpPr/>
          <p:nvPr/>
        </p:nvSpPr>
        <p:spPr>
          <a:xfrm>
            <a:off x="5584248" y="3897459"/>
            <a:ext cx="550719" cy="37407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9F37C7A4-9EB3-B70C-E215-01FE818DCB07}"/>
              </a:ext>
            </a:extLst>
          </p:cNvPr>
          <p:cNvSpPr/>
          <p:nvPr/>
        </p:nvSpPr>
        <p:spPr>
          <a:xfrm>
            <a:off x="3893125" y="4339939"/>
            <a:ext cx="550719" cy="37407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9FF876B4-71B0-AC07-5094-CDF81F64F568}"/>
              </a:ext>
            </a:extLst>
          </p:cNvPr>
          <p:cNvSpPr/>
          <p:nvPr/>
        </p:nvSpPr>
        <p:spPr>
          <a:xfrm>
            <a:off x="4734788" y="4339938"/>
            <a:ext cx="550719" cy="37407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1F437EED-00DF-E4DF-FDF9-4F8C8D1D3EA3}"/>
              </a:ext>
            </a:extLst>
          </p:cNvPr>
          <p:cNvSpPr/>
          <p:nvPr/>
        </p:nvSpPr>
        <p:spPr>
          <a:xfrm>
            <a:off x="5501120" y="4323487"/>
            <a:ext cx="550719" cy="37407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9" name="图片 18">
            <a:extLst>
              <a:ext uri="{FF2B5EF4-FFF2-40B4-BE49-F238E27FC236}">
                <a16:creationId xmlns:a16="http://schemas.microsoft.com/office/drawing/2014/main" id="{1938E966-2E27-2C80-0E45-A89D6C8822E0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64403" t="9515" b="-2408"/>
          <a:stretch/>
        </p:blipFill>
        <p:spPr>
          <a:xfrm>
            <a:off x="5946200" y="5070763"/>
            <a:ext cx="3254949" cy="480675"/>
          </a:xfrm>
          <a:prstGeom prst="rect">
            <a:avLst/>
          </a:prstGeom>
        </p:spPr>
      </p:pic>
      <p:pic>
        <p:nvPicPr>
          <p:cNvPr id="21" name="图片 20">
            <a:extLst>
              <a:ext uri="{FF2B5EF4-FFF2-40B4-BE49-F238E27FC236}">
                <a16:creationId xmlns:a16="http://schemas.microsoft.com/office/drawing/2014/main" id="{23974103-02BA-A3F4-4402-50E5CFCE091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62788" y="5705878"/>
            <a:ext cx="8700657" cy="402808"/>
          </a:xfrm>
          <a:prstGeom prst="rect">
            <a:avLst/>
          </a:prstGeom>
        </p:spPr>
      </p:pic>
      <p:pic>
        <p:nvPicPr>
          <p:cNvPr id="23" name="图片 22">
            <a:extLst>
              <a:ext uri="{FF2B5EF4-FFF2-40B4-BE49-F238E27FC236}">
                <a16:creationId xmlns:a16="http://schemas.microsoft.com/office/drawing/2014/main" id="{7B529663-C5FD-C674-09EC-B611FB12850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14743" y="6262710"/>
            <a:ext cx="6303816" cy="467193"/>
          </a:xfrm>
          <a:prstGeom prst="rect">
            <a:avLst/>
          </a:prstGeom>
        </p:spPr>
      </p:pic>
      <p:cxnSp>
        <p:nvCxnSpPr>
          <p:cNvPr id="2" name="直线连接符 1">
            <a:extLst>
              <a:ext uri="{FF2B5EF4-FFF2-40B4-BE49-F238E27FC236}">
                <a16:creationId xmlns:a16="http://schemas.microsoft.com/office/drawing/2014/main" id="{E46A9183-0C37-2A1B-EA5A-2571A00D991E}"/>
              </a:ext>
            </a:extLst>
          </p:cNvPr>
          <p:cNvCxnSpPr/>
          <p:nvPr/>
        </p:nvCxnSpPr>
        <p:spPr>
          <a:xfrm>
            <a:off x="-4768" y="1078074"/>
            <a:ext cx="9144000" cy="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矩形 2">
            <a:extLst>
              <a:ext uri="{FF2B5EF4-FFF2-40B4-BE49-F238E27FC236}">
                <a16:creationId xmlns:a16="http://schemas.microsoft.com/office/drawing/2014/main" id="{6C1B0054-ABCF-CD8D-B2B2-63D2D1D32A5D}"/>
              </a:ext>
            </a:extLst>
          </p:cNvPr>
          <p:cNvSpPr/>
          <p:nvPr/>
        </p:nvSpPr>
        <p:spPr bwMode="auto">
          <a:xfrm>
            <a:off x="-4768" y="-4768"/>
            <a:ext cx="260169" cy="6858000"/>
          </a:xfrm>
          <a:prstGeom prst="rect">
            <a:avLst/>
          </a:prstGeom>
          <a:solidFill>
            <a:srgbClr val="00B050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28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91D648E6-17B0-125D-9B4E-92FD8EFFDAD7}"/>
              </a:ext>
            </a:extLst>
          </p:cNvPr>
          <p:cNvSpPr txBox="1"/>
          <p:nvPr/>
        </p:nvSpPr>
        <p:spPr>
          <a:xfrm>
            <a:off x="2182172" y="308692"/>
            <a:ext cx="457200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1" lang="en-US" altLang="zh-CN" sz="4000" b="0" i="0" dirty="0">
                <a:solidFill>
                  <a:srgbClr val="FF0000"/>
                </a:solidFill>
                <a:latin typeface="Arial" panose="020B0604020202020204" pitchFamily="34" charset="0"/>
                <a:ea typeface="STXinwei" panose="02010800040101010101" pitchFamily="2" charset="-122"/>
                <a:cs typeface="Arial" panose="020B0604020202020204" pitchFamily="34" charset="0"/>
              </a:rPr>
              <a:t>Practice </a:t>
            </a:r>
            <a:r>
              <a:rPr lang="en-US" altLang="zh-CN" sz="4000" dirty="0">
                <a:solidFill>
                  <a:srgbClr val="FF0000"/>
                </a:solidFill>
                <a:latin typeface="Arial" panose="020B0604020202020204" pitchFamily="34" charset="0"/>
                <a:ea typeface="STXinwei" panose="02010800040101010101" pitchFamily="2" charset="-122"/>
                <a:cs typeface="Arial" panose="020B0604020202020204" pitchFamily="34" charset="0"/>
              </a:rPr>
              <a:t>#8</a:t>
            </a:r>
            <a:endParaRPr lang="zh-CN" altLang="en-US" sz="4000" dirty="0">
              <a:solidFill>
                <a:srgbClr val="FF0000"/>
              </a:solidFill>
              <a:latin typeface="Arial" panose="020B0604020202020204" pitchFamily="34" charset="0"/>
              <a:ea typeface="STXinwei" panose="02010800040101010101" pitchFamily="2" charset="-122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981033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</p:bld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1ACAB450-A97A-BC86-A693-F67BE0263D1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04155" y="1444337"/>
            <a:ext cx="5935690" cy="2487548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6A0C5A43-9862-3A56-DB75-C4FB618A67EE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5455" t="1" b="-6139"/>
          <a:stretch/>
        </p:blipFill>
        <p:spPr>
          <a:xfrm>
            <a:off x="929160" y="4316273"/>
            <a:ext cx="7414739" cy="522335"/>
          </a:xfrm>
          <a:prstGeom prst="rect">
            <a:avLst/>
          </a:prstGeom>
        </p:spPr>
      </p:pic>
      <p:pic>
        <p:nvPicPr>
          <p:cNvPr id="20" name="图片 19">
            <a:extLst>
              <a:ext uri="{FF2B5EF4-FFF2-40B4-BE49-F238E27FC236}">
                <a16:creationId xmlns:a16="http://schemas.microsoft.com/office/drawing/2014/main" id="{E0E5B89B-F3B4-4541-6EEE-415A1F78E41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0333" y="5303307"/>
            <a:ext cx="5227060" cy="462633"/>
          </a:xfrm>
          <a:prstGeom prst="rect">
            <a:avLst/>
          </a:prstGeom>
        </p:spPr>
      </p:pic>
      <p:pic>
        <p:nvPicPr>
          <p:cNvPr id="24" name="图片 23">
            <a:extLst>
              <a:ext uri="{FF2B5EF4-FFF2-40B4-BE49-F238E27FC236}">
                <a16:creationId xmlns:a16="http://schemas.microsoft.com/office/drawing/2014/main" id="{B31688D7-9BE2-28EB-72F8-04F0967263D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97987" y="6074942"/>
            <a:ext cx="4956030" cy="551400"/>
          </a:xfrm>
          <a:prstGeom prst="rect">
            <a:avLst/>
          </a:prstGeom>
        </p:spPr>
      </p:pic>
      <p:cxnSp>
        <p:nvCxnSpPr>
          <p:cNvPr id="2" name="直线连接符 1">
            <a:extLst>
              <a:ext uri="{FF2B5EF4-FFF2-40B4-BE49-F238E27FC236}">
                <a16:creationId xmlns:a16="http://schemas.microsoft.com/office/drawing/2014/main" id="{44F8D99A-8EBE-59BB-D84A-2CAF4D21F358}"/>
              </a:ext>
            </a:extLst>
          </p:cNvPr>
          <p:cNvCxnSpPr/>
          <p:nvPr/>
        </p:nvCxnSpPr>
        <p:spPr>
          <a:xfrm>
            <a:off x="-4768" y="1078074"/>
            <a:ext cx="9144000" cy="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矩形 3">
            <a:extLst>
              <a:ext uri="{FF2B5EF4-FFF2-40B4-BE49-F238E27FC236}">
                <a16:creationId xmlns:a16="http://schemas.microsoft.com/office/drawing/2014/main" id="{D9255D1C-5849-F23E-FFE5-6656E9E9E06B}"/>
              </a:ext>
            </a:extLst>
          </p:cNvPr>
          <p:cNvSpPr/>
          <p:nvPr/>
        </p:nvSpPr>
        <p:spPr bwMode="auto">
          <a:xfrm>
            <a:off x="-4768" y="-4768"/>
            <a:ext cx="260169" cy="6858000"/>
          </a:xfrm>
          <a:prstGeom prst="rect">
            <a:avLst/>
          </a:prstGeom>
          <a:solidFill>
            <a:srgbClr val="00B050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28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D3B135F6-DECC-6AC7-9FBB-A4E9499636C0}"/>
              </a:ext>
            </a:extLst>
          </p:cNvPr>
          <p:cNvSpPr txBox="1"/>
          <p:nvPr/>
        </p:nvSpPr>
        <p:spPr>
          <a:xfrm>
            <a:off x="2182172" y="308692"/>
            <a:ext cx="457200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1" lang="en-US" altLang="zh-CN" sz="4000" b="0" i="0" dirty="0">
                <a:solidFill>
                  <a:srgbClr val="FF0000"/>
                </a:solidFill>
                <a:latin typeface="Arial" panose="020B0604020202020204" pitchFamily="34" charset="0"/>
                <a:ea typeface="STXinwei" panose="02010800040101010101" pitchFamily="2" charset="-122"/>
                <a:cs typeface="Arial" panose="020B0604020202020204" pitchFamily="34" charset="0"/>
              </a:rPr>
              <a:t>Practice </a:t>
            </a:r>
            <a:r>
              <a:rPr lang="en-US" altLang="zh-CN" sz="4000" dirty="0">
                <a:solidFill>
                  <a:srgbClr val="FF0000"/>
                </a:solidFill>
                <a:latin typeface="Arial" panose="020B0604020202020204" pitchFamily="34" charset="0"/>
                <a:ea typeface="STXinwei" panose="02010800040101010101" pitchFamily="2" charset="-122"/>
                <a:cs typeface="Arial" panose="020B0604020202020204" pitchFamily="34" charset="0"/>
              </a:rPr>
              <a:t>#8</a:t>
            </a:r>
            <a:endParaRPr lang="zh-CN" altLang="en-US" sz="4000" dirty="0">
              <a:solidFill>
                <a:srgbClr val="FF0000"/>
              </a:solidFill>
              <a:latin typeface="Arial" panose="020B0604020202020204" pitchFamily="34" charset="0"/>
              <a:ea typeface="STXinwei" panose="02010800040101010101" pitchFamily="2" charset="-122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010294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FC91127A-F18D-C95D-937F-D0483F830D2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0524" y="2160917"/>
            <a:ext cx="7387936" cy="2075659"/>
          </a:xfrm>
          <a:prstGeom prst="rect">
            <a:avLst/>
          </a:prstGeom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576ACFE6-E3DA-D6EE-F474-79483740A1C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70314" y="4824420"/>
            <a:ext cx="6260522" cy="1247777"/>
          </a:xfrm>
          <a:prstGeom prst="rect">
            <a:avLst/>
          </a:prstGeom>
        </p:spPr>
      </p:pic>
      <p:cxnSp>
        <p:nvCxnSpPr>
          <p:cNvPr id="2" name="直线连接符 1">
            <a:extLst>
              <a:ext uri="{FF2B5EF4-FFF2-40B4-BE49-F238E27FC236}">
                <a16:creationId xmlns:a16="http://schemas.microsoft.com/office/drawing/2014/main" id="{659B3C01-48A2-ADCE-57EB-B4428B6021DA}"/>
              </a:ext>
            </a:extLst>
          </p:cNvPr>
          <p:cNvCxnSpPr/>
          <p:nvPr/>
        </p:nvCxnSpPr>
        <p:spPr>
          <a:xfrm>
            <a:off x="-4768" y="1078074"/>
            <a:ext cx="9144000" cy="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矩形 2">
            <a:extLst>
              <a:ext uri="{FF2B5EF4-FFF2-40B4-BE49-F238E27FC236}">
                <a16:creationId xmlns:a16="http://schemas.microsoft.com/office/drawing/2014/main" id="{B71D0574-024F-D642-D3F7-DABB99BD3960}"/>
              </a:ext>
            </a:extLst>
          </p:cNvPr>
          <p:cNvSpPr/>
          <p:nvPr/>
        </p:nvSpPr>
        <p:spPr bwMode="auto">
          <a:xfrm>
            <a:off x="-4768" y="-4768"/>
            <a:ext cx="260169" cy="6858000"/>
          </a:xfrm>
          <a:prstGeom prst="rect">
            <a:avLst/>
          </a:prstGeom>
          <a:solidFill>
            <a:srgbClr val="00B050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28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05439C5F-0AAF-9943-1F85-EB6C95445E2E}"/>
              </a:ext>
            </a:extLst>
          </p:cNvPr>
          <p:cNvSpPr txBox="1"/>
          <p:nvPr/>
        </p:nvSpPr>
        <p:spPr>
          <a:xfrm>
            <a:off x="2182172" y="308692"/>
            <a:ext cx="457200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1" lang="en-US" altLang="zh-CN" sz="4000" b="0" i="0" dirty="0">
                <a:solidFill>
                  <a:srgbClr val="FF0000"/>
                </a:solidFill>
                <a:latin typeface="Arial" panose="020B0604020202020204" pitchFamily="34" charset="0"/>
                <a:ea typeface="STXinwei" panose="02010800040101010101" pitchFamily="2" charset="-122"/>
                <a:cs typeface="Arial" panose="020B0604020202020204" pitchFamily="34" charset="0"/>
              </a:rPr>
              <a:t>Practice </a:t>
            </a:r>
            <a:r>
              <a:rPr lang="en-US" altLang="zh-CN" sz="4000" dirty="0">
                <a:solidFill>
                  <a:srgbClr val="FF0000"/>
                </a:solidFill>
                <a:latin typeface="Arial" panose="020B0604020202020204" pitchFamily="34" charset="0"/>
                <a:ea typeface="STXinwei" panose="02010800040101010101" pitchFamily="2" charset="-122"/>
                <a:cs typeface="Arial" panose="020B0604020202020204" pitchFamily="34" charset="0"/>
              </a:rPr>
              <a:t>#8</a:t>
            </a:r>
            <a:endParaRPr lang="zh-CN" altLang="en-US" sz="4000" dirty="0">
              <a:solidFill>
                <a:srgbClr val="FF0000"/>
              </a:solidFill>
              <a:latin typeface="Arial" panose="020B0604020202020204" pitchFamily="34" charset="0"/>
              <a:ea typeface="STXinwei" panose="02010800040101010101" pitchFamily="2" charset="-122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911424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80FF7E9C-0FE8-C830-4422-A8948078037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03190" y="1991695"/>
            <a:ext cx="3587100" cy="1056665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7" name="文本框 6">
                <a:extLst>
                  <a:ext uri="{FF2B5EF4-FFF2-40B4-BE49-F238E27FC236}">
                    <a16:creationId xmlns:a16="http://schemas.microsoft.com/office/drawing/2014/main" id="{5651219F-5D5C-5258-FB8F-E906A1C52F3F}"/>
                  </a:ext>
                </a:extLst>
              </p:cNvPr>
              <p:cNvSpPr txBox="1"/>
              <p:nvPr/>
            </p:nvSpPr>
            <p:spPr>
              <a:xfrm>
                <a:off x="1249680" y="1211414"/>
                <a:ext cx="6294120" cy="43088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zh-CN" altLang="en-US" sz="2200" b="0" i="0">
                    <a:solidFill>
                      <a:srgbClr val="000000"/>
                    </a:solidFill>
                    <a:effectLst/>
                    <a:latin typeface="KaiTi" panose="02010609060101010101" pitchFamily="49" charset="-122"/>
                    <a:ea typeface="KaiTi" panose="02010609060101010101" pitchFamily="49" charset="-122"/>
                  </a:rPr>
                  <a:t>设</a:t>
                </a:r>
                <a14:m>
                  <m:oMath xmlns:m="http://schemas.openxmlformats.org/officeDocument/2006/math">
                    <m:r>
                      <a:rPr lang="en-US" altLang="zh-CN" sz="2200" b="0" i="1" dirty="0" smtClean="0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KaiTi" panose="02010609060101010101" pitchFamily="49" charset="-122"/>
                      </a:rPr>
                      <m:t>𝑋</m:t>
                    </m:r>
                  </m:oMath>
                </a14:m>
                <a:r>
                  <a:rPr lang="zh-CN" altLang="en-US" sz="2200" b="0" i="0">
                    <a:solidFill>
                      <a:srgbClr val="000000"/>
                    </a:solidFill>
                    <a:effectLst/>
                    <a:latin typeface="KaiTi" panose="02010609060101010101" pitchFamily="49" charset="-122"/>
                    <a:ea typeface="KaiTi" panose="02010609060101010101" pitchFamily="49" charset="-122"/>
                  </a:rPr>
                  <a:t>的分布律，问</a:t>
                </a:r>
                <a14:m>
                  <m:oMath xmlns:m="http://schemas.openxmlformats.org/officeDocument/2006/math">
                    <m:r>
                      <a:rPr lang="en-US" altLang="zh-CN" sz="2200" b="0" i="1" dirty="0" smtClean="0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KaiTi" panose="02010609060101010101" pitchFamily="49" charset="-122"/>
                      </a:rPr>
                      <m:t>𝑋</m:t>
                    </m:r>
                  </m:oMath>
                </a14:m>
                <a:r>
                  <a:rPr lang="zh-CN" altLang="en-US" sz="2200" b="0" i="0">
                    <a:solidFill>
                      <a:srgbClr val="000000"/>
                    </a:solidFill>
                    <a:effectLst/>
                    <a:latin typeface="KaiTi" panose="02010609060101010101" pitchFamily="49" charset="-122"/>
                    <a:ea typeface="KaiTi" panose="02010609060101010101" pitchFamily="49" charset="-122"/>
                  </a:rPr>
                  <a:t>和</a:t>
                </a:r>
                <a14:m>
                  <m:oMath xmlns:m="http://schemas.openxmlformats.org/officeDocument/2006/math">
                    <m:r>
                      <a:rPr lang="en-US" altLang="zh-CN" sz="2200" b="0" i="1" dirty="0" smtClean="0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KaiTi" panose="02010609060101010101" pitchFamily="49" charset="-122"/>
                      </a:rPr>
                      <m:t>𝑋</m:t>
                    </m:r>
                    <m:r>
                      <a:rPr lang="en-US" altLang="zh-CN" sz="2200" b="0" i="1" baseline="30000" dirty="0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KaiTi" panose="02010609060101010101" pitchFamily="49" charset="-122"/>
                      </a:rPr>
                      <m:t>2</m:t>
                    </m:r>
                  </m:oMath>
                </a14:m>
                <a:r>
                  <a:rPr lang="zh-CN" altLang="en-US" sz="2200" b="0" i="0">
                    <a:solidFill>
                      <a:srgbClr val="000000"/>
                    </a:solidFill>
                    <a:effectLst/>
                    <a:latin typeface="KaiTi" panose="02010609060101010101" pitchFamily="49" charset="-122"/>
                    <a:ea typeface="KaiTi" panose="02010609060101010101" pitchFamily="49" charset="-122"/>
                  </a:rPr>
                  <a:t>是否相关，是否独立？</a:t>
                </a:r>
                <a:r>
                  <a:rPr lang="zh-CN" altLang="en-US" sz="2200"/>
                  <a:t> </a:t>
                </a:r>
              </a:p>
            </p:txBody>
          </p:sp>
        </mc:Choice>
        <mc:Fallback xmlns="">
          <p:sp>
            <p:nvSpPr>
              <p:cNvPr id="7" name="文本框 6">
                <a:extLst>
                  <a:ext uri="{FF2B5EF4-FFF2-40B4-BE49-F238E27FC236}">
                    <a16:creationId xmlns:a16="http://schemas.microsoft.com/office/drawing/2014/main" id="{5651219F-5D5C-5258-FB8F-E906A1C52F3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49680" y="1211414"/>
                <a:ext cx="6294120" cy="430887"/>
              </a:xfrm>
              <a:prstGeom prst="rect">
                <a:avLst/>
              </a:prstGeom>
              <a:blipFill>
                <a:blip r:embed="rId3"/>
                <a:stretch>
                  <a:fillRect l="-1258" t="-11429" b="-2714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" name="直线连接符 1">
            <a:extLst>
              <a:ext uri="{FF2B5EF4-FFF2-40B4-BE49-F238E27FC236}">
                <a16:creationId xmlns:a16="http://schemas.microsoft.com/office/drawing/2014/main" id="{910373A4-5514-C5FA-135C-FC52F8632E01}"/>
              </a:ext>
            </a:extLst>
          </p:cNvPr>
          <p:cNvCxnSpPr/>
          <p:nvPr/>
        </p:nvCxnSpPr>
        <p:spPr>
          <a:xfrm>
            <a:off x="0" y="1082842"/>
            <a:ext cx="9144000" cy="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矩形 2">
            <a:extLst>
              <a:ext uri="{FF2B5EF4-FFF2-40B4-BE49-F238E27FC236}">
                <a16:creationId xmlns:a16="http://schemas.microsoft.com/office/drawing/2014/main" id="{99785BD4-70DA-EC37-BA67-70E6B6446F61}"/>
              </a:ext>
            </a:extLst>
          </p:cNvPr>
          <p:cNvSpPr/>
          <p:nvPr/>
        </p:nvSpPr>
        <p:spPr bwMode="auto">
          <a:xfrm>
            <a:off x="0" y="0"/>
            <a:ext cx="260169" cy="6858000"/>
          </a:xfrm>
          <a:prstGeom prst="rect">
            <a:avLst/>
          </a:prstGeom>
          <a:solidFill>
            <a:srgbClr val="0070C0"/>
          </a:solidFill>
          <a:ln w="9525" cap="flat" cmpd="sng" algn="ctr">
            <a:solidFill>
              <a:srgbClr val="0070C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28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555B7BD0-5039-0A32-9D6C-8355B418670E}"/>
              </a:ext>
            </a:extLst>
          </p:cNvPr>
          <p:cNvSpPr txBox="1"/>
          <p:nvPr/>
        </p:nvSpPr>
        <p:spPr>
          <a:xfrm>
            <a:off x="2186940" y="313460"/>
            <a:ext cx="457200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1" lang="en-US" altLang="zh-CN" sz="4000" b="0" i="0" dirty="0">
                <a:solidFill>
                  <a:srgbClr val="FF0000"/>
                </a:solidFill>
                <a:latin typeface="Arial" panose="020B0604020202020204" pitchFamily="34" charset="0"/>
                <a:ea typeface="STXinwei" panose="02010800040101010101" pitchFamily="2" charset="-122"/>
                <a:cs typeface="Arial" panose="020B0604020202020204" pitchFamily="34" charset="0"/>
              </a:rPr>
              <a:t>Practice </a:t>
            </a:r>
            <a:r>
              <a:rPr lang="en-US" altLang="zh-CN" sz="4000" dirty="0">
                <a:solidFill>
                  <a:srgbClr val="FF0000"/>
                </a:solidFill>
                <a:latin typeface="Arial" panose="020B0604020202020204" pitchFamily="34" charset="0"/>
                <a:ea typeface="STXinwei" panose="02010800040101010101" pitchFamily="2" charset="-122"/>
                <a:cs typeface="Arial" panose="020B0604020202020204" pitchFamily="34" charset="0"/>
              </a:rPr>
              <a:t>#9</a:t>
            </a:r>
            <a:endParaRPr lang="zh-CN" altLang="en-US" sz="4000" dirty="0">
              <a:solidFill>
                <a:srgbClr val="FF0000"/>
              </a:solidFill>
              <a:latin typeface="Arial" panose="020B0604020202020204" pitchFamily="34" charset="0"/>
              <a:ea typeface="STXinwei" panose="02010800040101010101" pitchFamily="2" charset="-122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84931503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80FF7E9C-0FE8-C830-4422-A8948078037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03190" y="1991695"/>
            <a:ext cx="3587100" cy="1056665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7" name="文本框 6">
                <a:extLst>
                  <a:ext uri="{FF2B5EF4-FFF2-40B4-BE49-F238E27FC236}">
                    <a16:creationId xmlns:a16="http://schemas.microsoft.com/office/drawing/2014/main" id="{5651219F-5D5C-5258-FB8F-E906A1C52F3F}"/>
                  </a:ext>
                </a:extLst>
              </p:cNvPr>
              <p:cNvSpPr txBox="1"/>
              <p:nvPr/>
            </p:nvSpPr>
            <p:spPr>
              <a:xfrm>
                <a:off x="1249680" y="1211414"/>
                <a:ext cx="6294120" cy="43088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zh-CN" altLang="en-US" sz="2200" b="0" i="0">
                    <a:solidFill>
                      <a:srgbClr val="000000"/>
                    </a:solidFill>
                    <a:effectLst/>
                    <a:latin typeface="KaiTi" panose="02010609060101010101" pitchFamily="49" charset="-122"/>
                    <a:ea typeface="KaiTi" panose="02010609060101010101" pitchFamily="49" charset="-122"/>
                  </a:rPr>
                  <a:t>设</a:t>
                </a:r>
                <a14:m>
                  <m:oMath xmlns:m="http://schemas.openxmlformats.org/officeDocument/2006/math">
                    <m:r>
                      <a:rPr lang="en-US" altLang="zh-CN" sz="2200" b="0" i="1" dirty="0" smtClean="0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KaiTi" panose="02010609060101010101" pitchFamily="49" charset="-122"/>
                      </a:rPr>
                      <m:t>𝑋</m:t>
                    </m:r>
                  </m:oMath>
                </a14:m>
                <a:r>
                  <a:rPr lang="zh-CN" altLang="en-US" sz="2200" b="0" i="0">
                    <a:solidFill>
                      <a:srgbClr val="000000"/>
                    </a:solidFill>
                    <a:effectLst/>
                    <a:latin typeface="KaiTi" panose="02010609060101010101" pitchFamily="49" charset="-122"/>
                    <a:ea typeface="KaiTi" panose="02010609060101010101" pitchFamily="49" charset="-122"/>
                  </a:rPr>
                  <a:t>的分布律，问</a:t>
                </a:r>
                <a14:m>
                  <m:oMath xmlns:m="http://schemas.openxmlformats.org/officeDocument/2006/math">
                    <m:r>
                      <a:rPr lang="en-US" altLang="zh-CN" sz="2200" b="0" i="1" dirty="0" smtClean="0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KaiTi" panose="02010609060101010101" pitchFamily="49" charset="-122"/>
                      </a:rPr>
                      <m:t>𝑋</m:t>
                    </m:r>
                  </m:oMath>
                </a14:m>
                <a:r>
                  <a:rPr lang="zh-CN" altLang="en-US" sz="2200" b="0" i="0">
                    <a:solidFill>
                      <a:srgbClr val="000000"/>
                    </a:solidFill>
                    <a:effectLst/>
                    <a:latin typeface="KaiTi" panose="02010609060101010101" pitchFamily="49" charset="-122"/>
                    <a:ea typeface="KaiTi" panose="02010609060101010101" pitchFamily="49" charset="-122"/>
                  </a:rPr>
                  <a:t>和</a:t>
                </a:r>
                <a14:m>
                  <m:oMath xmlns:m="http://schemas.openxmlformats.org/officeDocument/2006/math">
                    <m:r>
                      <a:rPr lang="en-US" altLang="zh-CN" sz="2200" b="0" i="1" dirty="0" smtClean="0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KaiTi" panose="02010609060101010101" pitchFamily="49" charset="-122"/>
                      </a:rPr>
                      <m:t>𝑋</m:t>
                    </m:r>
                    <m:r>
                      <a:rPr lang="en-US" altLang="zh-CN" sz="2200" b="0" i="1" baseline="30000" dirty="0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KaiTi" panose="02010609060101010101" pitchFamily="49" charset="-122"/>
                      </a:rPr>
                      <m:t>2</m:t>
                    </m:r>
                  </m:oMath>
                </a14:m>
                <a:r>
                  <a:rPr lang="zh-CN" altLang="en-US" sz="2200" b="0" i="0">
                    <a:solidFill>
                      <a:srgbClr val="000000"/>
                    </a:solidFill>
                    <a:effectLst/>
                    <a:latin typeface="KaiTi" panose="02010609060101010101" pitchFamily="49" charset="-122"/>
                    <a:ea typeface="KaiTi" panose="02010609060101010101" pitchFamily="49" charset="-122"/>
                  </a:rPr>
                  <a:t>是否相关，是否独立？</a:t>
                </a:r>
                <a:r>
                  <a:rPr lang="zh-CN" altLang="en-US" sz="2200"/>
                  <a:t> </a:t>
                </a:r>
              </a:p>
            </p:txBody>
          </p:sp>
        </mc:Choice>
        <mc:Fallback xmlns="">
          <p:sp>
            <p:nvSpPr>
              <p:cNvPr id="7" name="文本框 6">
                <a:extLst>
                  <a:ext uri="{FF2B5EF4-FFF2-40B4-BE49-F238E27FC236}">
                    <a16:creationId xmlns:a16="http://schemas.microsoft.com/office/drawing/2014/main" id="{5651219F-5D5C-5258-FB8F-E906A1C52F3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49680" y="1211414"/>
                <a:ext cx="6294120" cy="430887"/>
              </a:xfrm>
              <a:prstGeom prst="rect">
                <a:avLst/>
              </a:prstGeom>
              <a:blipFill>
                <a:blip r:embed="rId3"/>
                <a:stretch>
                  <a:fillRect l="-1207" t="-14286" b="-2285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文本框 8">
            <a:extLst>
              <a:ext uri="{FF2B5EF4-FFF2-40B4-BE49-F238E27FC236}">
                <a16:creationId xmlns:a16="http://schemas.microsoft.com/office/drawing/2014/main" id="{F3CA8304-6211-34DD-D758-95BA99D3558B}"/>
              </a:ext>
            </a:extLst>
          </p:cNvPr>
          <p:cNvSpPr txBox="1"/>
          <p:nvPr/>
        </p:nvSpPr>
        <p:spPr>
          <a:xfrm>
            <a:off x="1656079" y="3429000"/>
            <a:ext cx="6294119" cy="11079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200" b="0" i="1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E </a:t>
            </a:r>
            <a:r>
              <a:rPr lang="en-US" altLang="zh-CN" sz="2200">
                <a:solidFill>
                  <a:srgbClr val="FF0000"/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(</a:t>
            </a:r>
            <a:r>
              <a:rPr lang="en-US" altLang="zh-CN" sz="2200" i="1">
                <a:solidFill>
                  <a:srgbClr val="FF0000"/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X</a:t>
            </a:r>
            <a:r>
              <a:rPr lang="zh-CN" altLang="en-US" sz="2200" i="1">
                <a:solidFill>
                  <a:srgbClr val="FF0000"/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lang="en-US" altLang="zh-CN" sz="2200" b="0" i="1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X</a:t>
            </a:r>
            <a:r>
              <a:rPr lang="en-US" altLang="zh-CN" sz="2200" b="0" i="1" baseline="3000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2</a:t>
            </a:r>
            <a:r>
              <a:rPr lang="en-US" altLang="zh-CN" sz="2200" b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) </a:t>
            </a:r>
            <a:r>
              <a:rPr lang="en-US" altLang="zh-CN" sz="2200" b="0" i="1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 =</a:t>
            </a:r>
            <a:r>
              <a:rPr lang="zh-CN" altLang="en-US" sz="2200" b="0" i="1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lang="en-US" altLang="zh-CN" sz="2200" i="1">
                <a:solidFill>
                  <a:srgbClr val="FF0000"/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E </a:t>
            </a:r>
            <a:r>
              <a:rPr lang="en-US" altLang="zh-CN" sz="2200">
                <a:solidFill>
                  <a:srgbClr val="FF0000"/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(</a:t>
            </a:r>
            <a:r>
              <a:rPr lang="en-US" altLang="zh-CN" sz="2200" i="1">
                <a:solidFill>
                  <a:srgbClr val="FF0000"/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X</a:t>
            </a:r>
            <a:r>
              <a:rPr lang="zh-CN" altLang="en-US" sz="2200" i="1">
                <a:solidFill>
                  <a:srgbClr val="FF0000"/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lang="en-US" altLang="zh-CN" sz="2200">
                <a:solidFill>
                  <a:srgbClr val="FF0000"/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)</a:t>
            </a:r>
            <a:r>
              <a:rPr lang="en-US" altLang="zh-CN" sz="2200" i="1">
                <a:solidFill>
                  <a:srgbClr val="FF0000"/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 E </a:t>
            </a:r>
            <a:r>
              <a:rPr lang="en-US" altLang="zh-CN" sz="2200">
                <a:solidFill>
                  <a:srgbClr val="FF0000"/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(</a:t>
            </a:r>
            <a:r>
              <a:rPr lang="en-US" altLang="zh-CN" sz="2200" i="1">
                <a:solidFill>
                  <a:srgbClr val="FF0000"/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X</a:t>
            </a:r>
            <a:r>
              <a:rPr lang="en-US" altLang="zh-CN" sz="2200" i="1" baseline="30000">
                <a:solidFill>
                  <a:srgbClr val="FF0000"/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2</a:t>
            </a:r>
            <a:r>
              <a:rPr lang="en-US" altLang="zh-CN" sz="2200">
                <a:solidFill>
                  <a:srgbClr val="FF0000"/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)</a:t>
            </a:r>
            <a:r>
              <a:rPr lang="zh-CN" altLang="en-US" sz="2200">
                <a:solidFill>
                  <a:srgbClr val="FF0000"/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 ，  相关系数为</a:t>
            </a:r>
            <a:r>
              <a:rPr lang="en-US" altLang="zh-CN" sz="2200">
                <a:solidFill>
                  <a:srgbClr val="FF0000"/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0</a:t>
            </a:r>
            <a:r>
              <a:rPr lang="zh-CN" altLang="en-US" sz="2200">
                <a:solidFill>
                  <a:srgbClr val="FF0000"/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，不相关</a:t>
            </a:r>
            <a:endParaRPr lang="en-US" altLang="zh-CN" sz="2200">
              <a:solidFill>
                <a:srgbClr val="FF0000"/>
              </a:solidFill>
              <a:latin typeface="Times New Roman" panose="02020603050405020304" pitchFamily="18" charset="0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endParaRPr lang="en-US" altLang="zh-CN" sz="2200">
              <a:latin typeface="Times New Roman" panose="02020603050405020304" pitchFamily="18" charset="0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endParaRPr lang="en-US" altLang="zh-CN" sz="2200">
              <a:latin typeface="Times New Roman" panose="02020603050405020304" pitchFamily="18" charset="0"/>
              <a:ea typeface="KaiTi" panose="02010609060101010101" pitchFamily="49" charset="-122"/>
              <a:cs typeface="Times New Roman" panose="02020603050405020304" pitchFamily="18" charset="0"/>
            </a:endParaRPr>
          </a:p>
        </p:txBody>
      </p:sp>
      <p:pic>
        <p:nvPicPr>
          <p:cNvPr id="11" name="图片 10">
            <a:extLst>
              <a:ext uri="{FF2B5EF4-FFF2-40B4-BE49-F238E27FC236}">
                <a16:creationId xmlns:a16="http://schemas.microsoft.com/office/drawing/2014/main" id="{053CB62B-5741-E8BC-1B63-3AB3B5F9DC5E}"/>
              </a:ext>
            </a:extLst>
          </p:cNvPr>
          <p:cNvPicPr>
            <a:picLocks noChangeAspect="1"/>
          </p:cNvPicPr>
          <p:nvPr/>
        </p:nvPicPr>
        <p:blipFill>
          <a:blip r:embed="rId4">
            <a:clrChange>
              <a:clrFrom>
                <a:srgbClr val="F9F9F9"/>
              </a:clrFrom>
              <a:clrTo>
                <a:srgbClr val="F9F9F9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1341" y="4291037"/>
            <a:ext cx="4653940" cy="1983156"/>
          </a:xfrm>
          <a:prstGeom prst="rect">
            <a:avLst/>
          </a:prstGeom>
        </p:spPr>
      </p:pic>
      <p:sp>
        <p:nvSpPr>
          <p:cNvPr id="13" name="文本框 12">
            <a:extLst>
              <a:ext uri="{FF2B5EF4-FFF2-40B4-BE49-F238E27FC236}">
                <a16:creationId xmlns:a16="http://schemas.microsoft.com/office/drawing/2014/main" id="{F0C64138-6964-2206-0ACE-DBDD3C3F8811}"/>
              </a:ext>
            </a:extLst>
          </p:cNvPr>
          <p:cNvSpPr txBox="1"/>
          <p:nvPr/>
        </p:nvSpPr>
        <p:spPr>
          <a:xfrm>
            <a:off x="841828" y="6444397"/>
            <a:ext cx="4572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800" b="0" i="0">
                <a:solidFill>
                  <a:srgbClr val="000000"/>
                </a:solidFill>
                <a:effectLst/>
                <a:latin typeface="KaiTi" panose="02010609060101010101" pitchFamily="49" charset="-122"/>
                <a:ea typeface="KaiTi" panose="02010609060101010101" pitchFamily="49" charset="-122"/>
              </a:rPr>
              <a:t>是不独立的</a:t>
            </a:r>
            <a:endParaRPr lang="zh-CN" altLang="en-US"/>
          </a:p>
        </p:txBody>
      </p:sp>
      <p:pic>
        <p:nvPicPr>
          <p:cNvPr id="15" name="图片 14">
            <a:extLst>
              <a:ext uri="{FF2B5EF4-FFF2-40B4-BE49-F238E27FC236}">
                <a16:creationId xmlns:a16="http://schemas.microsoft.com/office/drawing/2014/main" id="{3EB7A67B-8C21-1147-1DD6-BC390DD073F6}"/>
              </a:ext>
            </a:extLst>
          </p:cNvPr>
          <p:cNvPicPr>
            <a:picLocks noChangeAspect="1"/>
          </p:cNvPicPr>
          <p:nvPr/>
        </p:nvPicPr>
        <p:blipFill>
          <a:blip r:embed="rId5">
            <a:clrChange>
              <a:clrFrom>
                <a:srgbClr val="F9F9F9"/>
              </a:clrFrom>
              <a:clrTo>
                <a:srgbClr val="F9F9F9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60254" y="4732970"/>
            <a:ext cx="2362405" cy="731583"/>
          </a:xfrm>
          <a:prstGeom prst="rect">
            <a:avLst/>
          </a:prstGeom>
        </p:spPr>
      </p:pic>
      <p:cxnSp>
        <p:nvCxnSpPr>
          <p:cNvPr id="2" name="直线连接符 1">
            <a:extLst>
              <a:ext uri="{FF2B5EF4-FFF2-40B4-BE49-F238E27FC236}">
                <a16:creationId xmlns:a16="http://schemas.microsoft.com/office/drawing/2014/main" id="{910373A4-5514-C5FA-135C-FC52F8632E01}"/>
              </a:ext>
            </a:extLst>
          </p:cNvPr>
          <p:cNvCxnSpPr/>
          <p:nvPr/>
        </p:nvCxnSpPr>
        <p:spPr>
          <a:xfrm>
            <a:off x="0" y="1082842"/>
            <a:ext cx="9144000" cy="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矩形 2">
            <a:extLst>
              <a:ext uri="{FF2B5EF4-FFF2-40B4-BE49-F238E27FC236}">
                <a16:creationId xmlns:a16="http://schemas.microsoft.com/office/drawing/2014/main" id="{99785BD4-70DA-EC37-BA67-70E6B6446F61}"/>
              </a:ext>
            </a:extLst>
          </p:cNvPr>
          <p:cNvSpPr/>
          <p:nvPr/>
        </p:nvSpPr>
        <p:spPr bwMode="auto">
          <a:xfrm>
            <a:off x="0" y="0"/>
            <a:ext cx="260169" cy="6858000"/>
          </a:xfrm>
          <a:prstGeom prst="rect">
            <a:avLst/>
          </a:prstGeom>
          <a:solidFill>
            <a:srgbClr val="0070C0"/>
          </a:solidFill>
          <a:ln w="9525" cap="flat" cmpd="sng" algn="ctr">
            <a:solidFill>
              <a:srgbClr val="0070C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28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555B7BD0-5039-0A32-9D6C-8355B418670E}"/>
              </a:ext>
            </a:extLst>
          </p:cNvPr>
          <p:cNvSpPr txBox="1"/>
          <p:nvPr/>
        </p:nvSpPr>
        <p:spPr>
          <a:xfrm>
            <a:off x="2186940" y="313460"/>
            <a:ext cx="457200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1" lang="en-US" altLang="zh-CN" sz="4000" b="0" i="0" dirty="0">
                <a:solidFill>
                  <a:srgbClr val="FF0000"/>
                </a:solidFill>
                <a:latin typeface="Arial" panose="020B0604020202020204" pitchFamily="34" charset="0"/>
                <a:ea typeface="STXinwei" panose="02010800040101010101" pitchFamily="2" charset="-122"/>
                <a:cs typeface="Arial" panose="020B0604020202020204" pitchFamily="34" charset="0"/>
              </a:rPr>
              <a:t>Practice </a:t>
            </a:r>
            <a:r>
              <a:rPr lang="en-US" altLang="zh-CN" sz="4000" dirty="0">
                <a:solidFill>
                  <a:srgbClr val="FF0000"/>
                </a:solidFill>
                <a:latin typeface="Arial" panose="020B0604020202020204" pitchFamily="34" charset="0"/>
                <a:ea typeface="STXinwei" panose="02010800040101010101" pitchFamily="2" charset="-122"/>
                <a:cs typeface="Arial" panose="020B0604020202020204" pitchFamily="34" charset="0"/>
              </a:rPr>
              <a:t>#9</a:t>
            </a:r>
            <a:endParaRPr lang="zh-CN" altLang="en-US" sz="4000" dirty="0">
              <a:solidFill>
                <a:srgbClr val="FF0000"/>
              </a:solidFill>
              <a:latin typeface="Arial" panose="020B0604020202020204" pitchFamily="34" charset="0"/>
              <a:ea typeface="STXinwei" panose="02010800040101010101" pitchFamily="2" charset="-122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32639183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>
            <a:extLst>
              <a:ext uri="{FF2B5EF4-FFF2-40B4-BE49-F238E27FC236}">
                <a16:creationId xmlns:a16="http://schemas.microsoft.com/office/drawing/2014/main" id="{93D88EA7-F2F3-A820-ECD9-B08EF2B7B89A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5742" b="50000"/>
          <a:stretch/>
        </p:blipFill>
        <p:spPr bwMode="auto">
          <a:xfrm>
            <a:off x="394776" y="2346612"/>
            <a:ext cx="2764061" cy="316056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6" name="文本框 5">
                <a:extLst>
                  <a:ext uri="{FF2B5EF4-FFF2-40B4-BE49-F238E27FC236}">
                    <a16:creationId xmlns:a16="http://schemas.microsoft.com/office/drawing/2014/main" id="{55A1CC55-D2B3-7896-4D4F-73EC0DCD0F9B}"/>
                  </a:ext>
                </a:extLst>
              </p:cNvPr>
              <p:cNvSpPr txBox="1"/>
              <p:nvPr/>
            </p:nvSpPr>
            <p:spPr>
              <a:xfrm>
                <a:off x="3311745" y="3429000"/>
                <a:ext cx="6403756" cy="12003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kumimoji="1" lang="zh-CN" altLang="en-US" sz="2400" dirty="0">
                    <a:latin typeface="Times New Roman" panose="02020603050405020304" pitchFamily="18" charset="0"/>
                    <a:ea typeface="KaiTi" panose="02010609060101010101" pitchFamily="49" charset="-122"/>
                    <a:cs typeface="Times New Roman" panose="02020603050405020304" pitchFamily="18" charset="0"/>
                  </a:rPr>
                  <a:t>不相关：没有线性关系；</a:t>
                </a:r>
                <a14:m>
                  <m:oMath xmlns:m="http://schemas.openxmlformats.org/officeDocument/2006/math">
                    <m:r>
                      <a:rPr lang="zh-CN" altLang="en-US" sz="2400" i="1">
                        <a:latin typeface="Cambria Math" panose="02040503050406030204" pitchFamily="18" charset="0"/>
                      </a:rPr>
                      <m:t>𝑌</m:t>
                    </m:r>
                    <m:r>
                      <a:rPr lang="zh-CN" altLang="en-US" sz="2400">
                        <a:latin typeface="Cambria Math" panose="02040503050406030204" pitchFamily="18" charset="0"/>
                      </a:rPr>
                      <m:t>=</m:t>
                    </m:r>
                    <m:r>
                      <a:rPr lang="zh-CN" altLang="en-US" sz="2400" i="1">
                        <a:latin typeface="Cambria Math" panose="02040503050406030204" pitchFamily="18" charset="0"/>
                      </a:rPr>
                      <m:t>𝑎𝑋</m:t>
                    </m:r>
                    <m:r>
                      <a:rPr lang="zh-CN" altLang="en-US" sz="2400">
                        <a:latin typeface="Cambria Math" panose="02040503050406030204" pitchFamily="18" charset="0"/>
                      </a:rPr>
                      <m:t>+</m:t>
                    </m:r>
                    <m:r>
                      <a:rPr lang="zh-CN" altLang="en-US" sz="2400" i="1">
                        <a:latin typeface="Cambria Math" panose="02040503050406030204" pitchFamily="18" charset="0"/>
                      </a:rPr>
                      <m:t>𝑏</m:t>
                    </m:r>
                    <m:r>
                      <a:rPr lang="zh-CN" altLang="en-US" sz="2400">
                        <a:latin typeface="Cambria Math" panose="02040503050406030204" pitchFamily="18" charset="0"/>
                      </a:rPr>
                      <m:t>+</m:t>
                    </m:r>
                    <m:r>
                      <a:rPr lang="zh-CN" altLang="en-US" sz="2400" i="1">
                        <a:latin typeface="Cambria Math" panose="02040503050406030204" pitchFamily="18" charset="0"/>
                      </a:rPr>
                      <m:t>𝜀</m:t>
                    </m:r>
                  </m:oMath>
                </a14:m>
                <a:endParaRPr lang="en-US" altLang="zh-CN" sz="2400" dirty="0">
                  <a:latin typeface="Times New Roman" panose="02020603050405020304" pitchFamily="18" charset="0"/>
                </a:endParaRPr>
              </a:p>
              <a:p>
                <a:endParaRPr kumimoji="1" lang="en-US" altLang="zh-CN" sz="2400" dirty="0">
                  <a:latin typeface="Times New Roman" panose="02020603050405020304" pitchFamily="18" charset="0"/>
                  <a:ea typeface="KaiTi" panose="02010609060101010101" pitchFamily="49" charset="-122"/>
                  <a:cs typeface="Times New Roman" panose="02020603050405020304" pitchFamily="18" charset="0"/>
                </a:endParaRPr>
              </a:p>
              <a:p>
                <a:r>
                  <a:rPr kumimoji="1" lang="zh-CN" altLang="en-US" sz="2400" dirty="0">
                    <a:latin typeface="Times New Roman" panose="02020603050405020304" pitchFamily="18" charset="0"/>
                    <a:ea typeface="KaiTi" panose="02010609060101010101" pitchFamily="49" charset="-122"/>
                    <a:cs typeface="Times New Roman" panose="02020603050405020304" pitchFamily="18" charset="0"/>
                  </a:rPr>
                  <a:t>不独立：</a:t>
                </a:r>
                <a14:m>
                  <m:oMath xmlns:m="http://schemas.openxmlformats.org/officeDocument/2006/math">
                    <m:r>
                      <a:rPr kumimoji="1" lang="en-US" altLang="zh-CN" sz="2400" i="1" dirty="0" smtClean="0">
                        <a:latin typeface="Cambria Math" panose="02040503050406030204" pitchFamily="18" charset="0"/>
                        <a:ea typeface="KaiTi" panose="02010609060101010101" pitchFamily="49" charset="-122"/>
                        <a:cs typeface="Times New Roman" panose="02020603050405020304" pitchFamily="18" charset="0"/>
                      </a:rPr>
                      <m:t>𝑋</m:t>
                    </m:r>
                  </m:oMath>
                </a14:m>
                <a:r>
                  <a:rPr kumimoji="1" lang="zh-CN" altLang="en-US" sz="2400" dirty="0">
                    <a:latin typeface="Times New Roman" panose="02020603050405020304" pitchFamily="18" charset="0"/>
                    <a:ea typeface="KaiTi" panose="02010609060101010101" pitchFamily="49" charset="-122"/>
                    <a:cs typeface="Times New Roman" panose="02020603050405020304" pitchFamily="18" charset="0"/>
                  </a:rPr>
                  <a:t>的取值影响</a:t>
                </a:r>
                <a14:m>
                  <m:oMath xmlns:m="http://schemas.openxmlformats.org/officeDocument/2006/math">
                    <m:r>
                      <a:rPr kumimoji="1" lang="en-US" altLang="zh-CN" sz="2400" i="1" dirty="0" smtClean="0">
                        <a:latin typeface="Cambria Math" panose="02040503050406030204" pitchFamily="18" charset="0"/>
                        <a:ea typeface="KaiTi" panose="02010609060101010101" pitchFamily="49" charset="-122"/>
                        <a:cs typeface="Times New Roman" panose="02020603050405020304" pitchFamily="18" charset="0"/>
                      </a:rPr>
                      <m:t>𝑌</m:t>
                    </m:r>
                  </m:oMath>
                </a14:m>
                <a:r>
                  <a:rPr kumimoji="1" lang="zh-CN" altLang="en-US" sz="2400" dirty="0">
                    <a:latin typeface="Times New Roman" panose="02020603050405020304" pitchFamily="18" charset="0"/>
                    <a:ea typeface="KaiTi" panose="02010609060101010101" pitchFamily="49" charset="-122"/>
                    <a:cs typeface="Times New Roman" panose="02020603050405020304" pitchFamily="18" charset="0"/>
                  </a:rPr>
                  <a:t>的取值，</a:t>
                </a:r>
                <a14:m>
                  <m:oMath xmlns:m="http://schemas.openxmlformats.org/officeDocument/2006/math">
                    <m:r>
                      <a:rPr kumimoji="1" lang="en-US" altLang="zh-CN" sz="2400" i="1" dirty="0" smtClean="0">
                        <a:latin typeface="Cambria Math" panose="02040503050406030204" pitchFamily="18" charset="0"/>
                        <a:ea typeface="KaiTi" panose="02010609060101010101" pitchFamily="49" charset="-122"/>
                        <a:cs typeface="Times New Roman" panose="02020603050405020304" pitchFamily="18" charset="0"/>
                      </a:rPr>
                      <m:t>𝑌</m:t>
                    </m:r>
                    <m:r>
                      <a:rPr kumimoji="1" lang="en-US" altLang="zh-CN" sz="2400" i="1" dirty="0" smtClean="0">
                        <a:latin typeface="Cambria Math" panose="02040503050406030204" pitchFamily="18" charset="0"/>
                        <a:ea typeface="KaiTi" panose="02010609060101010101" pitchFamily="49" charset="-122"/>
                        <a:cs typeface="Times New Roman" panose="02020603050405020304" pitchFamily="18" charset="0"/>
                      </a:rPr>
                      <m:t>=</m:t>
                    </m:r>
                    <m:r>
                      <a:rPr kumimoji="1" lang="en-US" altLang="zh-CN" sz="2400" i="1" dirty="0" smtClean="0">
                        <a:latin typeface="Cambria Math" panose="02040503050406030204" pitchFamily="18" charset="0"/>
                        <a:ea typeface="KaiTi" panose="02010609060101010101" pitchFamily="49" charset="-122"/>
                        <a:cs typeface="Times New Roman" panose="02020603050405020304" pitchFamily="18" charset="0"/>
                      </a:rPr>
                      <m:t>𝑋</m:t>
                    </m:r>
                    <m:r>
                      <a:rPr kumimoji="1" lang="en-US" altLang="zh-CN" sz="2400" i="1" baseline="30000" dirty="0">
                        <a:latin typeface="Cambria Math" panose="02040503050406030204" pitchFamily="18" charset="0"/>
                        <a:ea typeface="KaiTi" panose="02010609060101010101" pitchFamily="49" charset="-122"/>
                        <a:cs typeface="Times New Roman" panose="02020603050405020304" pitchFamily="18" charset="0"/>
                      </a:rPr>
                      <m:t>2</m:t>
                    </m:r>
                  </m:oMath>
                </a14:m>
                <a:endParaRPr kumimoji="1" lang="zh-CN" altLang="en-US" sz="2400" dirty="0">
                  <a:latin typeface="Times New Roman" panose="02020603050405020304" pitchFamily="18" charset="0"/>
                  <a:ea typeface="KaiTi" panose="02010609060101010101" pitchFamily="49" charset="-122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6" name="文本框 5">
                <a:extLst>
                  <a:ext uri="{FF2B5EF4-FFF2-40B4-BE49-F238E27FC236}">
                    <a16:creationId xmlns:a16="http://schemas.microsoft.com/office/drawing/2014/main" id="{55A1CC55-D2B3-7896-4D4F-73EC0DCD0F9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11745" y="3429000"/>
                <a:ext cx="6403756" cy="1200329"/>
              </a:xfrm>
              <a:prstGeom prst="rect">
                <a:avLst/>
              </a:prstGeom>
              <a:blipFill>
                <a:blip r:embed="rId3"/>
                <a:stretch>
                  <a:fillRect l="-1383" t="-6316" b="-947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" name="直线连接符 1">
            <a:extLst>
              <a:ext uri="{FF2B5EF4-FFF2-40B4-BE49-F238E27FC236}">
                <a16:creationId xmlns:a16="http://schemas.microsoft.com/office/drawing/2014/main" id="{9980A4D3-F9AE-0B72-DECF-CDBFC226108D}"/>
              </a:ext>
            </a:extLst>
          </p:cNvPr>
          <p:cNvCxnSpPr/>
          <p:nvPr/>
        </p:nvCxnSpPr>
        <p:spPr>
          <a:xfrm>
            <a:off x="0" y="1082842"/>
            <a:ext cx="9144000" cy="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矩形 2">
            <a:extLst>
              <a:ext uri="{FF2B5EF4-FFF2-40B4-BE49-F238E27FC236}">
                <a16:creationId xmlns:a16="http://schemas.microsoft.com/office/drawing/2014/main" id="{E36F1759-B9FE-4B17-B9EE-3FEC119184B9}"/>
              </a:ext>
            </a:extLst>
          </p:cNvPr>
          <p:cNvSpPr/>
          <p:nvPr/>
        </p:nvSpPr>
        <p:spPr bwMode="auto">
          <a:xfrm>
            <a:off x="0" y="0"/>
            <a:ext cx="260169" cy="6858000"/>
          </a:xfrm>
          <a:prstGeom prst="rect">
            <a:avLst/>
          </a:prstGeom>
          <a:solidFill>
            <a:srgbClr val="0070C0"/>
          </a:solidFill>
          <a:ln w="9525" cap="flat" cmpd="sng" algn="ctr">
            <a:solidFill>
              <a:srgbClr val="0070C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28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7D8AB7CE-9537-5F32-9ED9-CA4878124274}"/>
              </a:ext>
            </a:extLst>
          </p:cNvPr>
          <p:cNvSpPr txBox="1"/>
          <p:nvPr/>
        </p:nvSpPr>
        <p:spPr>
          <a:xfrm>
            <a:off x="2186940" y="313460"/>
            <a:ext cx="457200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1" lang="en-US" altLang="zh-CN" sz="4000" b="0" i="0" dirty="0">
                <a:solidFill>
                  <a:srgbClr val="FF0000"/>
                </a:solidFill>
                <a:latin typeface="Arial" panose="020B0604020202020204" pitchFamily="34" charset="0"/>
                <a:ea typeface="STXinwei" panose="02010800040101010101" pitchFamily="2" charset="-122"/>
                <a:cs typeface="Arial" panose="020B0604020202020204" pitchFamily="34" charset="0"/>
              </a:rPr>
              <a:t>Practice </a:t>
            </a:r>
            <a:r>
              <a:rPr lang="en-US" altLang="zh-CN" sz="4000" dirty="0">
                <a:solidFill>
                  <a:srgbClr val="FF0000"/>
                </a:solidFill>
                <a:latin typeface="Arial" panose="020B0604020202020204" pitchFamily="34" charset="0"/>
                <a:ea typeface="STXinwei" panose="02010800040101010101" pitchFamily="2" charset="-122"/>
                <a:cs typeface="Arial" panose="020B0604020202020204" pitchFamily="34" charset="0"/>
              </a:rPr>
              <a:t>#9</a:t>
            </a:r>
            <a:endParaRPr lang="zh-CN" altLang="en-US" sz="4000" dirty="0">
              <a:solidFill>
                <a:srgbClr val="FF0000"/>
              </a:solidFill>
              <a:latin typeface="Arial" panose="020B0604020202020204" pitchFamily="34" charset="0"/>
              <a:ea typeface="STXinwei" panose="02010800040101010101" pitchFamily="2" charset="-122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18109064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内容占位符 4">
            <a:extLst>
              <a:ext uri="{FF2B5EF4-FFF2-40B4-BE49-F238E27FC236}">
                <a16:creationId xmlns:a16="http://schemas.microsoft.com/office/drawing/2014/main" id="{7600DD26-3AA7-A6BC-6B56-55E5AB36F1B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clrChange>
              <a:clrFrom>
                <a:srgbClr val="F9F9F9"/>
              </a:clrFrom>
              <a:clrTo>
                <a:srgbClr val="F9F9F9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2772" y="2079172"/>
            <a:ext cx="8338455" cy="4169228"/>
          </a:xfrm>
        </p:spPr>
      </p:pic>
      <p:sp>
        <p:nvSpPr>
          <p:cNvPr id="3" name="矩形 2">
            <a:extLst>
              <a:ext uri="{FF2B5EF4-FFF2-40B4-BE49-F238E27FC236}">
                <a16:creationId xmlns:a16="http://schemas.microsoft.com/office/drawing/2014/main" id="{75ADC5D8-D5FC-208D-A184-F8C4401008D9}"/>
              </a:ext>
            </a:extLst>
          </p:cNvPr>
          <p:cNvSpPr/>
          <p:nvPr/>
        </p:nvSpPr>
        <p:spPr>
          <a:xfrm>
            <a:off x="7815942" y="5529943"/>
            <a:ext cx="925285" cy="102325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9DC220B2-DC63-0493-1A55-7576831C0AB0}"/>
              </a:ext>
            </a:extLst>
          </p:cNvPr>
          <p:cNvSpPr/>
          <p:nvPr/>
        </p:nvSpPr>
        <p:spPr>
          <a:xfrm>
            <a:off x="97972" y="1785258"/>
            <a:ext cx="925285" cy="79465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kumimoji="1" lang="zh-CN" altLang="en-US" sz="2400" b="1">
                <a:solidFill>
                  <a:srgbClr val="0432FF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例：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897DB998-B124-6E5E-AABA-244787E0A919}"/>
              </a:ext>
            </a:extLst>
          </p:cNvPr>
          <p:cNvSpPr/>
          <p:nvPr/>
        </p:nvSpPr>
        <p:spPr>
          <a:xfrm>
            <a:off x="818147" y="3092116"/>
            <a:ext cx="4993106" cy="43313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1833D84B-7FCA-CDDD-3565-04E6F2FBFDBA}"/>
              </a:ext>
            </a:extLst>
          </p:cNvPr>
          <p:cNvSpPr/>
          <p:nvPr/>
        </p:nvSpPr>
        <p:spPr>
          <a:xfrm>
            <a:off x="818146" y="2370222"/>
            <a:ext cx="7351295" cy="83546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FB3DDD8F-BF63-49AC-46BF-2249BCA2D9CC}"/>
              </a:ext>
            </a:extLst>
          </p:cNvPr>
          <p:cNvSpPr/>
          <p:nvPr/>
        </p:nvSpPr>
        <p:spPr>
          <a:xfrm>
            <a:off x="818146" y="3633626"/>
            <a:ext cx="7724275" cy="115494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AEF9F8F7-3BA7-A704-8B61-18751E8E45E6}"/>
              </a:ext>
            </a:extLst>
          </p:cNvPr>
          <p:cNvSpPr/>
          <p:nvPr/>
        </p:nvSpPr>
        <p:spPr>
          <a:xfrm>
            <a:off x="445166" y="4788567"/>
            <a:ext cx="7724275" cy="37068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F66CD7AC-5747-5395-40D4-F2D261EC0409}"/>
              </a:ext>
            </a:extLst>
          </p:cNvPr>
          <p:cNvSpPr/>
          <p:nvPr/>
        </p:nvSpPr>
        <p:spPr>
          <a:xfrm>
            <a:off x="445166" y="5159255"/>
            <a:ext cx="8097255" cy="115494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cxnSp>
        <p:nvCxnSpPr>
          <p:cNvPr id="4" name="直线连接符 3">
            <a:extLst>
              <a:ext uri="{FF2B5EF4-FFF2-40B4-BE49-F238E27FC236}">
                <a16:creationId xmlns:a16="http://schemas.microsoft.com/office/drawing/2014/main" id="{FFEF5552-25E4-448C-D0A0-2D665FA767E3}"/>
              </a:ext>
            </a:extLst>
          </p:cNvPr>
          <p:cNvCxnSpPr/>
          <p:nvPr/>
        </p:nvCxnSpPr>
        <p:spPr>
          <a:xfrm>
            <a:off x="-4768" y="1078074"/>
            <a:ext cx="9144000" cy="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矩形 11">
            <a:extLst>
              <a:ext uri="{FF2B5EF4-FFF2-40B4-BE49-F238E27FC236}">
                <a16:creationId xmlns:a16="http://schemas.microsoft.com/office/drawing/2014/main" id="{B57A2995-8B0A-C09B-AE10-715B312D6E38}"/>
              </a:ext>
            </a:extLst>
          </p:cNvPr>
          <p:cNvSpPr/>
          <p:nvPr/>
        </p:nvSpPr>
        <p:spPr bwMode="auto">
          <a:xfrm>
            <a:off x="-4768" y="-4768"/>
            <a:ext cx="260169" cy="6858000"/>
          </a:xfrm>
          <a:prstGeom prst="rect">
            <a:avLst/>
          </a:prstGeom>
          <a:solidFill>
            <a:srgbClr val="00B050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28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C418C979-6AD7-0DB1-19D4-1DCCA66609F1}"/>
              </a:ext>
            </a:extLst>
          </p:cNvPr>
          <p:cNvSpPr txBox="1"/>
          <p:nvPr/>
        </p:nvSpPr>
        <p:spPr>
          <a:xfrm>
            <a:off x="2182172" y="308692"/>
            <a:ext cx="457200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1" lang="en-US" altLang="zh-CN" sz="4000" b="0" i="0" dirty="0">
                <a:solidFill>
                  <a:srgbClr val="FF0000"/>
                </a:solidFill>
                <a:latin typeface="Arial" panose="020B0604020202020204" pitchFamily="34" charset="0"/>
                <a:ea typeface="STXinwei" panose="02010800040101010101" pitchFamily="2" charset="-122"/>
                <a:cs typeface="Arial" panose="020B0604020202020204" pitchFamily="34" charset="0"/>
              </a:rPr>
              <a:t>Practice </a:t>
            </a:r>
            <a:r>
              <a:rPr lang="en-US" altLang="zh-CN" sz="4000" dirty="0">
                <a:solidFill>
                  <a:srgbClr val="FF0000"/>
                </a:solidFill>
                <a:latin typeface="Arial" panose="020B0604020202020204" pitchFamily="34" charset="0"/>
                <a:ea typeface="STXinwei" panose="02010800040101010101" pitchFamily="2" charset="-122"/>
                <a:cs typeface="Arial" panose="020B0604020202020204" pitchFamily="34" charset="0"/>
              </a:rPr>
              <a:t>#10</a:t>
            </a:r>
            <a:endParaRPr lang="zh-CN" altLang="en-US" sz="4000" dirty="0">
              <a:solidFill>
                <a:srgbClr val="FF0000"/>
              </a:solidFill>
              <a:latin typeface="Arial" panose="020B0604020202020204" pitchFamily="34" charset="0"/>
              <a:ea typeface="STXinwei" panose="02010800040101010101" pitchFamily="2" charset="-122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612349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1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1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2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  <p:bldP spid="9" grpId="0" animBg="1"/>
      <p:bldP spid="10" grpId="0" animBg="1"/>
    </p:bld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>
            <a:extLst>
              <a:ext uri="{FF2B5EF4-FFF2-40B4-BE49-F238E27FC236}">
                <a16:creationId xmlns:a16="http://schemas.microsoft.com/office/drawing/2014/main" id="{D1045787-0FB9-2720-6A6D-6B6AF1161F4C}"/>
              </a:ext>
            </a:extLst>
          </p:cNvPr>
          <p:cNvGrpSpPr/>
          <p:nvPr/>
        </p:nvGrpSpPr>
        <p:grpSpPr>
          <a:xfrm>
            <a:off x="358946" y="1870721"/>
            <a:ext cx="2783397" cy="2142548"/>
            <a:chOff x="-493296" y="624436"/>
            <a:chExt cx="2783397" cy="2142548"/>
          </a:xfrm>
        </p:grpSpPr>
        <p:cxnSp>
          <p:nvCxnSpPr>
            <p:cNvPr id="5" name="直线连接符 3">
              <a:extLst>
                <a:ext uri="{FF2B5EF4-FFF2-40B4-BE49-F238E27FC236}">
                  <a16:creationId xmlns:a16="http://schemas.microsoft.com/office/drawing/2014/main" id="{C1D2090A-81F2-3A24-6F06-A6AEA3519FAF}"/>
                </a:ext>
              </a:extLst>
            </p:cNvPr>
            <p:cNvCxnSpPr/>
            <p:nvPr/>
          </p:nvCxnSpPr>
          <p:spPr>
            <a:xfrm>
              <a:off x="849085" y="709866"/>
              <a:ext cx="0" cy="2057118"/>
            </a:xfrm>
            <a:prstGeom prst="line">
              <a:avLst/>
            </a:prstGeom>
            <a:ln w="19050">
              <a:solidFill>
                <a:schemeClr val="tx1"/>
              </a:solidFill>
              <a:head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" name="直线连接符 5">
              <a:extLst>
                <a:ext uri="{FF2B5EF4-FFF2-40B4-BE49-F238E27FC236}">
                  <a16:creationId xmlns:a16="http://schemas.microsoft.com/office/drawing/2014/main" id="{9EAC09AA-7B81-3E23-C73B-88BEBDD500F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-493296" y="1848570"/>
              <a:ext cx="2658979" cy="0"/>
            </a:xfrm>
            <a:prstGeom prst="line">
              <a:avLst/>
            </a:prstGeom>
            <a:ln w="19050">
              <a:solidFill>
                <a:schemeClr val="tx1"/>
              </a:solidFill>
              <a:head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" name="椭圆 6">
              <a:extLst>
                <a:ext uri="{FF2B5EF4-FFF2-40B4-BE49-F238E27FC236}">
                  <a16:creationId xmlns:a16="http://schemas.microsoft.com/office/drawing/2014/main" id="{1123D7E0-91BF-4770-1684-2D3FA95F6A29}"/>
                </a:ext>
              </a:extLst>
            </p:cNvPr>
            <p:cNvSpPr/>
            <p:nvPr/>
          </p:nvSpPr>
          <p:spPr>
            <a:xfrm>
              <a:off x="458058" y="1448456"/>
              <a:ext cx="782053" cy="770021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E9B55D60-8976-A8C5-418B-4A338FB76427}"/>
                </a:ext>
              </a:extLst>
            </p:cNvPr>
            <p:cNvSpPr txBox="1"/>
            <p:nvPr/>
          </p:nvSpPr>
          <p:spPr>
            <a:xfrm>
              <a:off x="1985209" y="1973179"/>
              <a:ext cx="30489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zh-CN" i="1"/>
                <a:t>X</a:t>
              </a:r>
              <a:endParaRPr kumimoji="1" lang="zh-CN" altLang="en-US" i="1"/>
            </a:p>
          </p:txBody>
        </p:sp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F94FF55B-E8C6-4866-253D-06EEBCB28BB3}"/>
                </a:ext>
              </a:extLst>
            </p:cNvPr>
            <p:cNvSpPr txBox="1"/>
            <p:nvPr/>
          </p:nvSpPr>
          <p:spPr>
            <a:xfrm>
              <a:off x="382926" y="624436"/>
              <a:ext cx="30489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zh-CN" i="1"/>
                <a:t>Y</a:t>
              </a:r>
              <a:endParaRPr kumimoji="1" lang="zh-CN" altLang="en-US" i="1"/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文本框 9">
                <a:extLst>
                  <a:ext uri="{FF2B5EF4-FFF2-40B4-BE49-F238E27FC236}">
                    <a16:creationId xmlns:a16="http://schemas.microsoft.com/office/drawing/2014/main" id="{2C8AA971-AA2F-36D5-ACEC-FC954288224C}"/>
                  </a:ext>
                </a:extLst>
              </p:cNvPr>
              <p:cNvSpPr txBox="1"/>
              <p:nvPr/>
            </p:nvSpPr>
            <p:spPr>
              <a:xfrm>
                <a:off x="3077211" y="2619300"/>
                <a:ext cx="6403756" cy="12003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kumimoji="1" lang="zh-CN" altLang="en-US" sz="2400" dirty="0">
                    <a:latin typeface="Times New Roman" panose="02020603050405020304" pitchFamily="18" charset="0"/>
                    <a:ea typeface="KaiTi" panose="02010609060101010101" pitchFamily="49" charset="-122"/>
                    <a:cs typeface="Times New Roman" panose="02020603050405020304" pitchFamily="18" charset="0"/>
                  </a:rPr>
                  <a:t>不相关：没有线性关系；</a:t>
                </a:r>
                <a14:m>
                  <m:oMath xmlns:m="http://schemas.openxmlformats.org/officeDocument/2006/math">
                    <m:r>
                      <a:rPr lang="zh-CN" altLang="en-US" sz="2400" i="1">
                        <a:latin typeface="Cambria Math" panose="02040503050406030204" pitchFamily="18" charset="0"/>
                      </a:rPr>
                      <m:t>𝑌</m:t>
                    </m:r>
                    <m:r>
                      <a:rPr lang="zh-CN" altLang="en-US" sz="2400">
                        <a:latin typeface="Cambria Math" panose="02040503050406030204" pitchFamily="18" charset="0"/>
                      </a:rPr>
                      <m:t>=</m:t>
                    </m:r>
                    <m:r>
                      <a:rPr lang="zh-CN" altLang="en-US" sz="2400" i="1">
                        <a:latin typeface="Cambria Math" panose="02040503050406030204" pitchFamily="18" charset="0"/>
                      </a:rPr>
                      <m:t>𝑎𝑋</m:t>
                    </m:r>
                    <m:r>
                      <a:rPr lang="zh-CN" altLang="en-US" sz="2400">
                        <a:latin typeface="Cambria Math" panose="02040503050406030204" pitchFamily="18" charset="0"/>
                      </a:rPr>
                      <m:t>+</m:t>
                    </m:r>
                    <m:r>
                      <a:rPr lang="zh-CN" altLang="en-US" sz="2400" i="1">
                        <a:latin typeface="Cambria Math" panose="02040503050406030204" pitchFamily="18" charset="0"/>
                      </a:rPr>
                      <m:t>𝑏</m:t>
                    </m:r>
                    <m:r>
                      <a:rPr lang="zh-CN" altLang="en-US" sz="2400">
                        <a:latin typeface="Cambria Math" panose="02040503050406030204" pitchFamily="18" charset="0"/>
                      </a:rPr>
                      <m:t>+</m:t>
                    </m:r>
                    <m:r>
                      <a:rPr lang="zh-CN" altLang="en-US" sz="2400" i="1">
                        <a:latin typeface="Cambria Math" panose="02040503050406030204" pitchFamily="18" charset="0"/>
                      </a:rPr>
                      <m:t>𝜀</m:t>
                    </m:r>
                  </m:oMath>
                </a14:m>
                <a:endParaRPr lang="en-US" altLang="zh-CN" sz="2400" dirty="0">
                  <a:latin typeface="Times New Roman" panose="02020603050405020304" pitchFamily="18" charset="0"/>
                </a:endParaRPr>
              </a:p>
              <a:p>
                <a:endParaRPr kumimoji="1" lang="en-US" altLang="zh-CN" sz="2400" dirty="0">
                  <a:latin typeface="Times New Roman" panose="02020603050405020304" pitchFamily="18" charset="0"/>
                  <a:ea typeface="KaiTi" panose="02010609060101010101" pitchFamily="49" charset="-122"/>
                  <a:cs typeface="Times New Roman" panose="02020603050405020304" pitchFamily="18" charset="0"/>
                </a:endParaRPr>
              </a:p>
              <a:p>
                <a:r>
                  <a:rPr kumimoji="1" lang="zh-CN" altLang="en-US" sz="2400" dirty="0">
                    <a:latin typeface="Times New Roman" panose="02020603050405020304" pitchFamily="18" charset="0"/>
                    <a:ea typeface="KaiTi" panose="02010609060101010101" pitchFamily="49" charset="-122"/>
                    <a:cs typeface="Times New Roman" panose="02020603050405020304" pitchFamily="18" charset="0"/>
                  </a:rPr>
                  <a:t>不独立：</a:t>
                </a:r>
                <a14:m>
                  <m:oMath xmlns:m="http://schemas.openxmlformats.org/officeDocument/2006/math">
                    <m:r>
                      <a:rPr kumimoji="1" lang="en-US" altLang="zh-CN" sz="2400" i="1" dirty="0" smtClean="0">
                        <a:latin typeface="Cambria Math" panose="02040503050406030204" pitchFamily="18" charset="0"/>
                        <a:ea typeface="KaiTi" panose="02010609060101010101" pitchFamily="49" charset="-122"/>
                        <a:cs typeface="Times New Roman" panose="02020603050405020304" pitchFamily="18" charset="0"/>
                      </a:rPr>
                      <m:t>𝑋</m:t>
                    </m:r>
                  </m:oMath>
                </a14:m>
                <a:r>
                  <a:rPr kumimoji="1" lang="zh-CN" altLang="en-US" sz="2400" dirty="0">
                    <a:latin typeface="Times New Roman" panose="02020603050405020304" pitchFamily="18" charset="0"/>
                    <a:ea typeface="KaiTi" panose="02010609060101010101" pitchFamily="49" charset="-122"/>
                    <a:cs typeface="Times New Roman" panose="02020603050405020304" pitchFamily="18" charset="0"/>
                  </a:rPr>
                  <a:t>的取值影响</a:t>
                </a:r>
                <a14:m>
                  <m:oMath xmlns:m="http://schemas.openxmlformats.org/officeDocument/2006/math">
                    <m:r>
                      <a:rPr kumimoji="1" lang="en-US" altLang="zh-CN" sz="2400" i="1" dirty="0" smtClean="0">
                        <a:latin typeface="Cambria Math" panose="02040503050406030204" pitchFamily="18" charset="0"/>
                        <a:ea typeface="KaiTi" panose="02010609060101010101" pitchFamily="49" charset="-122"/>
                        <a:cs typeface="Times New Roman" panose="02020603050405020304" pitchFamily="18" charset="0"/>
                      </a:rPr>
                      <m:t>𝑌</m:t>
                    </m:r>
                  </m:oMath>
                </a14:m>
                <a:r>
                  <a:rPr kumimoji="1" lang="zh-CN" altLang="en-US" sz="2400" dirty="0">
                    <a:latin typeface="Times New Roman" panose="02020603050405020304" pitchFamily="18" charset="0"/>
                    <a:ea typeface="KaiTi" panose="02010609060101010101" pitchFamily="49" charset="-122"/>
                    <a:cs typeface="Times New Roman" panose="02020603050405020304" pitchFamily="18" charset="0"/>
                  </a:rPr>
                  <a:t>的取值，</a:t>
                </a:r>
                <a14:m>
                  <m:oMath xmlns:m="http://schemas.openxmlformats.org/officeDocument/2006/math">
                    <m:r>
                      <a:rPr kumimoji="1" lang="en-US" altLang="zh-CN" sz="2400" i="1" dirty="0" smtClean="0">
                        <a:latin typeface="Cambria Math" panose="02040503050406030204" pitchFamily="18" charset="0"/>
                        <a:ea typeface="KaiTi" panose="02010609060101010101" pitchFamily="49" charset="-122"/>
                        <a:cs typeface="Times New Roman" panose="02020603050405020304" pitchFamily="18" charset="0"/>
                      </a:rPr>
                      <m:t>𝑋</m:t>
                    </m:r>
                    <m:r>
                      <a:rPr kumimoji="1" lang="en-US" altLang="zh-CN" sz="2400" i="1" baseline="30000" dirty="0">
                        <a:latin typeface="Cambria Math" panose="02040503050406030204" pitchFamily="18" charset="0"/>
                        <a:ea typeface="KaiTi" panose="02010609060101010101" pitchFamily="49" charset="-122"/>
                        <a:cs typeface="Times New Roman" panose="02020603050405020304" pitchFamily="18" charset="0"/>
                      </a:rPr>
                      <m:t>2</m:t>
                    </m:r>
                    <m:r>
                      <a:rPr kumimoji="1" lang="en-US" altLang="zh-CN" sz="2400" i="1" dirty="0">
                        <a:latin typeface="Cambria Math" panose="02040503050406030204" pitchFamily="18" charset="0"/>
                        <a:ea typeface="KaiTi" panose="02010609060101010101" pitchFamily="49" charset="-122"/>
                        <a:cs typeface="Times New Roman" panose="02020603050405020304" pitchFamily="18" charset="0"/>
                      </a:rPr>
                      <m:t>+</m:t>
                    </m:r>
                    <m:r>
                      <a:rPr kumimoji="1" lang="en-US" altLang="zh-CN" sz="2400" i="1" dirty="0">
                        <a:latin typeface="Cambria Math" panose="02040503050406030204" pitchFamily="18" charset="0"/>
                        <a:ea typeface="KaiTi" panose="02010609060101010101" pitchFamily="49" charset="-122"/>
                        <a:cs typeface="Times New Roman" panose="02020603050405020304" pitchFamily="18" charset="0"/>
                      </a:rPr>
                      <m:t>𝑌</m:t>
                    </m:r>
                    <m:r>
                      <a:rPr kumimoji="1" lang="en-US" altLang="zh-CN" sz="2400" i="1" baseline="30000" dirty="0">
                        <a:latin typeface="Cambria Math" panose="02040503050406030204" pitchFamily="18" charset="0"/>
                        <a:ea typeface="KaiTi" panose="02010609060101010101" pitchFamily="49" charset="-122"/>
                        <a:cs typeface="Times New Roman" panose="02020603050405020304" pitchFamily="18" charset="0"/>
                      </a:rPr>
                      <m:t>2</m:t>
                    </m:r>
                    <m:r>
                      <a:rPr kumimoji="1" lang="en-US" altLang="zh-CN" sz="2400" i="1" dirty="0">
                        <a:latin typeface="Cambria Math" panose="02040503050406030204" pitchFamily="18" charset="0"/>
                        <a:ea typeface="KaiTi" panose="02010609060101010101" pitchFamily="49" charset="-122"/>
                        <a:cs typeface="Times New Roman" panose="02020603050405020304" pitchFamily="18" charset="0"/>
                      </a:rPr>
                      <m:t>=</m:t>
                    </m:r>
                    <m:r>
                      <a:rPr kumimoji="1" lang="en-US" altLang="zh-CN" sz="2400" i="1" dirty="0">
                        <a:latin typeface="Cambria Math" panose="02040503050406030204" pitchFamily="18" charset="0"/>
                        <a:ea typeface="KaiTi" panose="02010609060101010101" pitchFamily="49" charset="-122"/>
                        <a:cs typeface="Times New Roman" panose="02020603050405020304" pitchFamily="18" charset="0"/>
                      </a:rPr>
                      <m:t>𝑐</m:t>
                    </m:r>
                  </m:oMath>
                </a14:m>
                <a:endParaRPr kumimoji="1" lang="zh-CN" altLang="en-US" sz="2400" dirty="0">
                  <a:latin typeface="Times New Roman" panose="02020603050405020304" pitchFamily="18" charset="0"/>
                  <a:ea typeface="KaiTi" panose="02010609060101010101" pitchFamily="49" charset="-122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0" name="文本框 9">
                <a:extLst>
                  <a:ext uri="{FF2B5EF4-FFF2-40B4-BE49-F238E27FC236}">
                    <a16:creationId xmlns:a16="http://schemas.microsoft.com/office/drawing/2014/main" id="{2C8AA971-AA2F-36D5-ACEC-FC954288224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77211" y="2619300"/>
                <a:ext cx="6403756" cy="1200329"/>
              </a:xfrm>
              <a:prstGeom prst="rect">
                <a:avLst/>
              </a:prstGeom>
              <a:blipFill>
                <a:blip r:embed="rId2"/>
                <a:stretch>
                  <a:fillRect l="-1584" t="-6316" b="-947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" name="直线连接符 1">
            <a:extLst>
              <a:ext uri="{FF2B5EF4-FFF2-40B4-BE49-F238E27FC236}">
                <a16:creationId xmlns:a16="http://schemas.microsoft.com/office/drawing/2014/main" id="{3D3584CE-0E3B-A51D-CE99-82D8D69164D6}"/>
              </a:ext>
            </a:extLst>
          </p:cNvPr>
          <p:cNvCxnSpPr/>
          <p:nvPr/>
        </p:nvCxnSpPr>
        <p:spPr>
          <a:xfrm>
            <a:off x="-4768" y="1078074"/>
            <a:ext cx="9144000" cy="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矩形 2">
            <a:extLst>
              <a:ext uri="{FF2B5EF4-FFF2-40B4-BE49-F238E27FC236}">
                <a16:creationId xmlns:a16="http://schemas.microsoft.com/office/drawing/2014/main" id="{157B7710-51F1-A051-3C78-D948EF5F56B6}"/>
              </a:ext>
            </a:extLst>
          </p:cNvPr>
          <p:cNvSpPr/>
          <p:nvPr/>
        </p:nvSpPr>
        <p:spPr bwMode="auto">
          <a:xfrm>
            <a:off x="-4768" y="-4768"/>
            <a:ext cx="260169" cy="6858000"/>
          </a:xfrm>
          <a:prstGeom prst="rect">
            <a:avLst/>
          </a:prstGeom>
          <a:solidFill>
            <a:srgbClr val="00B050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28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1936AD71-504B-0E63-8902-D4D810A77039}"/>
              </a:ext>
            </a:extLst>
          </p:cNvPr>
          <p:cNvSpPr txBox="1"/>
          <p:nvPr/>
        </p:nvSpPr>
        <p:spPr>
          <a:xfrm>
            <a:off x="2182172" y="308692"/>
            <a:ext cx="457200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1" lang="en-US" altLang="zh-CN" sz="4000" b="0" i="0" dirty="0">
                <a:solidFill>
                  <a:srgbClr val="FF0000"/>
                </a:solidFill>
                <a:latin typeface="Arial" panose="020B0604020202020204" pitchFamily="34" charset="0"/>
                <a:ea typeface="STXinwei" panose="02010800040101010101" pitchFamily="2" charset="-122"/>
                <a:cs typeface="Arial" panose="020B0604020202020204" pitchFamily="34" charset="0"/>
              </a:rPr>
              <a:t>Practice </a:t>
            </a:r>
            <a:r>
              <a:rPr lang="en-US" altLang="zh-CN" sz="4000" dirty="0">
                <a:solidFill>
                  <a:srgbClr val="FF0000"/>
                </a:solidFill>
                <a:latin typeface="Arial" panose="020B0604020202020204" pitchFamily="34" charset="0"/>
                <a:ea typeface="STXinwei" panose="02010800040101010101" pitchFamily="2" charset="-122"/>
                <a:cs typeface="Arial" panose="020B0604020202020204" pitchFamily="34" charset="0"/>
              </a:rPr>
              <a:t>#10</a:t>
            </a:r>
            <a:endParaRPr lang="zh-CN" altLang="en-US" sz="4000" dirty="0">
              <a:solidFill>
                <a:srgbClr val="FF0000"/>
              </a:solidFill>
              <a:latin typeface="Arial" panose="020B0604020202020204" pitchFamily="34" charset="0"/>
              <a:ea typeface="STXinwei" panose="02010800040101010101" pitchFamily="2" charset="-122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701581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>
            <a:extLst>
              <a:ext uri="{FF2B5EF4-FFF2-40B4-BE49-F238E27FC236}">
                <a16:creationId xmlns:a16="http://schemas.microsoft.com/office/drawing/2014/main" id="{D1045787-0FB9-2720-6A6D-6B6AF1161F4C}"/>
              </a:ext>
            </a:extLst>
          </p:cNvPr>
          <p:cNvGrpSpPr/>
          <p:nvPr/>
        </p:nvGrpSpPr>
        <p:grpSpPr>
          <a:xfrm>
            <a:off x="358946" y="1870721"/>
            <a:ext cx="2783397" cy="2142548"/>
            <a:chOff x="-493296" y="624436"/>
            <a:chExt cx="2783397" cy="2142548"/>
          </a:xfrm>
        </p:grpSpPr>
        <p:cxnSp>
          <p:nvCxnSpPr>
            <p:cNvPr id="5" name="直线连接符 3">
              <a:extLst>
                <a:ext uri="{FF2B5EF4-FFF2-40B4-BE49-F238E27FC236}">
                  <a16:creationId xmlns:a16="http://schemas.microsoft.com/office/drawing/2014/main" id="{C1D2090A-81F2-3A24-6F06-A6AEA3519FAF}"/>
                </a:ext>
              </a:extLst>
            </p:cNvPr>
            <p:cNvCxnSpPr/>
            <p:nvPr/>
          </p:nvCxnSpPr>
          <p:spPr>
            <a:xfrm>
              <a:off x="849085" y="709866"/>
              <a:ext cx="0" cy="2057118"/>
            </a:xfrm>
            <a:prstGeom prst="line">
              <a:avLst/>
            </a:prstGeom>
            <a:ln w="19050">
              <a:solidFill>
                <a:schemeClr val="tx1"/>
              </a:solidFill>
              <a:head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" name="直线连接符 5">
              <a:extLst>
                <a:ext uri="{FF2B5EF4-FFF2-40B4-BE49-F238E27FC236}">
                  <a16:creationId xmlns:a16="http://schemas.microsoft.com/office/drawing/2014/main" id="{9EAC09AA-7B81-3E23-C73B-88BEBDD500F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-493296" y="1848570"/>
              <a:ext cx="2658979" cy="0"/>
            </a:xfrm>
            <a:prstGeom prst="line">
              <a:avLst/>
            </a:prstGeom>
            <a:ln w="19050">
              <a:solidFill>
                <a:schemeClr val="tx1"/>
              </a:solidFill>
              <a:head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" name="矩形 6">
              <a:extLst>
                <a:ext uri="{FF2B5EF4-FFF2-40B4-BE49-F238E27FC236}">
                  <a16:creationId xmlns:a16="http://schemas.microsoft.com/office/drawing/2014/main" id="{1123D7E0-91BF-4770-1684-2D3FA95F6A29}"/>
                </a:ext>
              </a:extLst>
            </p:cNvPr>
            <p:cNvSpPr/>
            <p:nvPr/>
          </p:nvSpPr>
          <p:spPr>
            <a:xfrm>
              <a:off x="458058" y="1448456"/>
              <a:ext cx="782053" cy="770021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E9B55D60-8976-A8C5-418B-4A338FB76427}"/>
                </a:ext>
              </a:extLst>
            </p:cNvPr>
            <p:cNvSpPr txBox="1"/>
            <p:nvPr/>
          </p:nvSpPr>
          <p:spPr>
            <a:xfrm>
              <a:off x="1985209" y="1973179"/>
              <a:ext cx="30489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zh-CN" i="1"/>
                <a:t>X</a:t>
              </a:r>
              <a:endParaRPr kumimoji="1" lang="zh-CN" altLang="en-US" i="1"/>
            </a:p>
          </p:txBody>
        </p:sp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F94FF55B-E8C6-4866-253D-06EEBCB28BB3}"/>
                </a:ext>
              </a:extLst>
            </p:cNvPr>
            <p:cNvSpPr txBox="1"/>
            <p:nvPr/>
          </p:nvSpPr>
          <p:spPr>
            <a:xfrm>
              <a:off x="382926" y="624436"/>
              <a:ext cx="30489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zh-CN" i="1"/>
                <a:t>Y</a:t>
              </a:r>
              <a:endParaRPr kumimoji="1" lang="zh-CN" altLang="en-US" i="1"/>
            </a:p>
          </p:txBody>
        </p:sp>
      </p:grpSp>
      <p:cxnSp>
        <p:nvCxnSpPr>
          <p:cNvPr id="2" name="直线连接符 1">
            <a:extLst>
              <a:ext uri="{FF2B5EF4-FFF2-40B4-BE49-F238E27FC236}">
                <a16:creationId xmlns:a16="http://schemas.microsoft.com/office/drawing/2014/main" id="{3D3584CE-0E3B-A51D-CE99-82D8D69164D6}"/>
              </a:ext>
            </a:extLst>
          </p:cNvPr>
          <p:cNvCxnSpPr/>
          <p:nvPr/>
        </p:nvCxnSpPr>
        <p:spPr>
          <a:xfrm>
            <a:off x="-4768" y="1078074"/>
            <a:ext cx="9144000" cy="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文本框 10">
            <a:extLst>
              <a:ext uri="{FF2B5EF4-FFF2-40B4-BE49-F238E27FC236}">
                <a16:creationId xmlns:a16="http://schemas.microsoft.com/office/drawing/2014/main" id="{1936AD71-504B-0E63-8902-D4D810A77039}"/>
              </a:ext>
            </a:extLst>
          </p:cNvPr>
          <p:cNvSpPr txBox="1"/>
          <p:nvPr/>
        </p:nvSpPr>
        <p:spPr>
          <a:xfrm>
            <a:off x="2182172" y="308692"/>
            <a:ext cx="457200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1" lang="en-US" altLang="zh-CN" sz="4000" b="0" i="0" dirty="0">
                <a:solidFill>
                  <a:srgbClr val="FF0000"/>
                </a:solidFill>
                <a:latin typeface="Arial" panose="020B0604020202020204" pitchFamily="34" charset="0"/>
                <a:ea typeface="STXinwei" panose="02010800040101010101" pitchFamily="2" charset="-122"/>
                <a:cs typeface="Arial" panose="020B0604020202020204" pitchFamily="34" charset="0"/>
              </a:rPr>
              <a:t>Practice </a:t>
            </a:r>
            <a:r>
              <a:rPr lang="en-US" altLang="zh-CN" sz="4000" dirty="0">
                <a:solidFill>
                  <a:srgbClr val="FF0000"/>
                </a:solidFill>
                <a:latin typeface="Arial" panose="020B0604020202020204" pitchFamily="34" charset="0"/>
                <a:ea typeface="STXinwei" panose="02010800040101010101" pitchFamily="2" charset="-122"/>
                <a:cs typeface="Arial" panose="020B0604020202020204" pitchFamily="34" charset="0"/>
              </a:rPr>
              <a:t>#11</a:t>
            </a:r>
            <a:endParaRPr lang="zh-CN" altLang="en-US" sz="4000" dirty="0">
              <a:solidFill>
                <a:srgbClr val="FF0000"/>
              </a:solidFill>
              <a:latin typeface="Arial" panose="020B0604020202020204" pitchFamily="34" charset="0"/>
              <a:ea typeface="STXinwei" panose="02010800040101010101" pitchFamily="2" charset="-122"/>
              <a:cs typeface="Arial" panose="020B0604020202020204" pitchFamily="34" charset="0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DC0BE218-3C5F-2467-2408-31E08B71A29C}"/>
              </a:ext>
            </a:extLst>
          </p:cNvPr>
          <p:cNvSpPr/>
          <p:nvPr/>
        </p:nvSpPr>
        <p:spPr bwMode="auto">
          <a:xfrm>
            <a:off x="0" y="0"/>
            <a:ext cx="260169" cy="6858000"/>
          </a:xfrm>
          <a:prstGeom prst="rect">
            <a:avLst/>
          </a:prstGeom>
          <a:solidFill>
            <a:srgbClr val="0070C0"/>
          </a:solidFill>
          <a:ln w="9525" cap="flat" cmpd="sng" algn="ctr">
            <a:solidFill>
              <a:srgbClr val="0070C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28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585094761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>
            <a:extLst>
              <a:ext uri="{FF2B5EF4-FFF2-40B4-BE49-F238E27FC236}">
                <a16:creationId xmlns:a16="http://schemas.microsoft.com/office/drawing/2014/main" id="{D1045787-0FB9-2720-6A6D-6B6AF1161F4C}"/>
              </a:ext>
            </a:extLst>
          </p:cNvPr>
          <p:cNvGrpSpPr/>
          <p:nvPr/>
        </p:nvGrpSpPr>
        <p:grpSpPr>
          <a:xfrm>
            <a:off x="358946" y="1870721"/>
            <a:ext cx="2783397" cy="2142548"/>
            <a:chOff x="-493296" y="624436"/>
            <a:chExt cx="2783397" cy="2142548"/>
          </a:xfrm>
        </p:grpSpPr>
        <p:cxnSp>
          <p:nvCxnSpPr>
            <p:cNvPr id="5" name="直线连接符 3">
              <a:extLst>
                <a:ext uri="{FF2B5EF4-FFF2-40B4-BE49-F238E27FC236}">
                  <a16:creationId xmlns:a16="http://schemas.microsoft.com/office/drawing/2014/main" id="{C1D2090A-81F2-3A24-6F06-A6AEA3519FAF}"/>
                </a:ext>
              </a:extLst>
            </p:cNvPr>
            <p:cNvCxnSpPr/>
            <p:nvPr/>
          </p:nvCxnSpPr>
          <p:spPr>
            <a:xfrm>
              <a:off x="849085" y="709866"/>
              <a:ext cx="0" cy="2057118"/>
            </a:xfrm>
            <a:prstGeom prst="line">
              <a:avLst/>
            </a:prstGeom>
            <a:ln w="19050">
              <a:solidFill>
                <a:schemeClr val="tx1"/>
              </a:solidFill>
              <a:head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" name="直线连接符 5">
              <a:extLst>
                <a:ext uri="{FF2B5EF4-FFF2-40B4-BE49-F238E27FC236}">
                  <a16:creationId xmlns:a16="http://schemas.microsoft.com/office/drawing/2014/main" id="{9EAC09AA-7B81-3E23-C73B-88BEBDD500F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-493296" y="1848570"/>
              <a:ext cx="2658979" cy="0"/>
            </a:xfrm>
            <a:prstGeom prst="line">
              <a:avLst/>
            </a:prstGeom>
            <a:ln w="19050">
              <a:solidFill>
                <a:schemeClr val="tx1"/>
              </a:solidFill>
              <a:head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" name="矩形 6">
              <a:extLst>
                <a:ext uri="{FF2B5EF4-FFF2-40B4-BE49-F238E27FC236}">
                  <a16:creationId xmlns:a16="http://schemas.microsoft.com/office/drawing/2014/main" id="{1123D7E0-91BF-4770-1684-2D3FA95F6A29}"/>
                </a:ext>
              </a:extLst>
            </p:cNvPr>
            <p:cNvSpPr/>
            <p:nvPr/>
          </p:nvSpPr>
          <p:spPr>
            <a:xfrm>
              <a:off x="458058" y="1448456"/>
              <a:ext cx="782053" cy="770021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E9B55D60-8976-A8C5-418B-4A338FB76427}"/>
                </a:ext>
              </a:extLst>
            </p:cNvPr>
            <p:cNvSpPr txBox="1"/>
            <p:nvPr/>
          </p:nvSpPr>
          <p:spPr>
            <a:xfrm>
              <a:off x="1985209" y="1973179"/>
              <a:ext cx="30489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zh-CN" i="1"/>
                <a:t>X</a:t>
              </a:r>
              <a:endParaRPr kumimoji="1" lang="zh-CN" altLang="en-US" i="1"/>
            </a:p>
          </p:txBody>
        </p:sp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F94FF55B-E8C6-4866-253D-06EEBCB28BB3}"/>
                </a:ext>
              </a:extLst>
            </p:cNvPr>
            <p:cNvSpPr txBox="1"/>
            <p:nvPr/>
          </p:nvSpPr>
          <p:spPr>
            <a:xfrm>
              <a:off x="382926" y="624436"/>
              <a:ext cx="30489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zh-CN" i="1"/>
                <a:t>Y</a:t>
              </a:r>
              <a:endParaRPr kumimoji="1" lang="zh-CN" altLang="en-US" i="1"/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文本框 9">
                <a:extLst>
                  <a:ext uri="{FF2B5EF4-FFF2-40B4-BE49-F238E27FC236}">
                    <a16:creationId xmlns:a16="http://schemas.microsoft.com/office/drawing/2014/main" id="{2C8AA971-AA2F-36D5-ACEC-FC954288224C}"/>
                  </a:ext>
                </a:extLst>
              </p:cNvPr>
              <p:cNvSpPr txBox="1"/>
              <p:nvPr/>
            </p:nvSpPr>
            <p:spPr>
              <a:xfrm>
                <a:off x="3077211" y="2619300"/>
                <a:ext cx="6403756" cy="12003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kumimoji="1" lang="zh-CN" altLang="en-US" sz="2400" dirty="0">
                    <a:latin typeface="Times New Roman" panose="02020603050405020304" pitchFamily="18" charset="0"/>
                    <a:ea typeface="KaiTi" panose="02010609060101010101" pitchFamily="49" charset="-122"/>
                    <a:cs typeface="Times New Roman" panose="02020603050405020304" pitchFamily="18" charset="0"/>
                  </a:rPr>
                  <a:t>不相关：没有线性关系；</a:t>
                </a:r>
                <a14:m>
                  <m:oMath xmlns:m="http://schemas.openxmlformats.org/officeDocument/2006/math">
                    <m:r>
                      <a:rPr lang="zh-CN" altLang="en-US" sz="2400" i="1">
                        <a:latin typeface="Cambria Math" panose="02040503050406030204" pitchFamily="18" charset="0"/>
                      </a:rPr>
                      <m:t>𝑌</m:t>
                    </m:r>
                    <m:r>
                      <a:rPr lang="zh-CN" altLang="en-US" sz="2400">
                        <a:latin typeface="Cambria Math" panose="02040503050406030204" pitchFamily="18" charset="0"/>
                      </a:rPr>
                      <m:t>=</m:t>
                    </m:r>
                    <m:r>
                      <a:rPr lang="zh-CN" altLang="en-US" sz="2400" i="1">
                        <a:latin typeface="Cambria Math" panose="02040503050406030204" pitchFamily="18" charset="0"/>
                      </a:rPr>
                      <m:t>𝑎𝑋</m:t>
                    </m:r>
                    <m:r>
                      <a:rPr lang="zh-CN" altLang="en-US" sz="2400">
                        <a:latin typeface="Cambria Math" panose="02040503050406030204" pitchFamily="18" charset="0"/>
                      </a:rPr>
                      <m:t>+</m:t>
                    </m:r>
                    <m:r>
                      <a:rPr lang="zh-CN" altLang="en-US" sz="2400" i="1">
                        <a:latin typeface="Cambria Math" panose="02040503050406030204" pitchFamily="18" charset="0"/>
                      </a:rPr>
                      <m:t>𝑏</m:t>
                    </m:r>
                    <m:r>
                      <a:rPr lang="zh-CN" altLang="en-US" sz="2400">
                        <a:latin typeface="Cambria Math" panose="02040503050406030204" pitchFamily="18" charset="0"/>
                      </a:rPr>
                      <m:t>+</m:t>
                    </m:r>
                    <m:r>
                      <a:rPr lang="zh-CN" altLang="en-US" sz="2400" i="1">
                        <a:latin typeface="Cambria Math" panose="02040503050406030204" pitchFamily="18" charset="0"/>
                      </a:rPr>
                      <m:t>𝜀</m:t>
                    </m:r>
                  </m:oMath>
                </a14:m>
                <a:endParaRPr lang="en-US" altLang="zh-CN" sz="2400" dirty="0">
                  <a:latin typeface="Times New Roman" panose="02020603050405020304" pitchFamily="18" charset="0"/>
                </a:endParaRPr>
              </a:p>
              <a:p>
                <a:endParaRPr kumimoji="1" lang="en-US" altLang="zh-CN" sz="2400" dirty="0">
                  <a:latin typeface="Times New Roman" panose="02020603050405020304" pitchFamily="18" charset="0"/>
                  <a:ea typeface="KaiTi" panose="02010609060101010101" pitchFamily="49" charset="-122"/>
                  <a:cs typeface="Times New Roman" panose="02020603050405020304" pitchFamily="18" charset="0"/>
                </a:endParaRPr>
              </a:p>
              <a:p>
                <a:r>
                  <a:rPr kumimoji="1" lang="zh-CN" altLang="en-US" sz="2400" dirty="0">
                    <a:latin typeface="Times New Roman" panose="02020603050405020304" pitchFamily="18" charset="0"/>
                    <a:ea typeface="KaiTi" panose="02010609060101010101" pitchFamily="49" charset="-122"/>
                    <a:cs typeface="Times New Roman" panose="02020603050405020304" pitchFamily="18" charset="0"/>
                  </a:rPr>
                  <a:t>独立：</a:t>
                </a:r>
                <a14:m>
                  <m:oMath xmlns:m="http://schemas.openxmlformats.org/officeDocument/2006/math">
                    <m:r>
                      <a:rPr kumimoji="1" lang="en-US" altLang="zh-CN" sz="2400" i="1" dirty="0" smtClean="0">
                        <a:latin typeface="Cambria Math" panose="02040503050406030204" pitchFamily="18" charset="0"/>
                        <a:ea typeface="KaiTi" panose="02010609060101010101" pitchFamily="49" charset="-122"/>
                        <a:cs typeface="Times New Roman" panose="02020603050405020304" pitchFamily="18" charset="0"/>
                      </a:rPr>
                      <m:t>𝑋</m:t>
                    </m:r>
                  </m:oMath>
                </a14:m>
                <a:r>
                  <a:rPr kumimoji="1" lang="zh-CN" altLang="en-US" sz="2400" dirty="0">
                    <a:latin typeface="Times New Roman" panose="02020603050405020304" pitchFamily="18" charset="0"/>
                    <a:ea typeface="KaiTi" panose="02010609060101010101" pitchFamily="49" charset="-122"/>
                    <a:cs typeface="Times New Roman" panose="02020603050405020304" pitchFamily="18" charset="0"/>
                  </a:rPr>
                  <a:t>的取值不影响</a:t>
                </a:r>
                <a14:m>
                  <m:oMath xmlns:m="http://schemas.openxmlformats.org/officeDocument/2006/math">
                    <m:r>
                      <a:rPr kumimoji="1" lang="en-US" altLang="zh-CN" sz="2400" i="1" dirty="0" smtClean="0">
                        <a:latin typeface="Cambria Math" panose="02040503050406030204" pitchFamily="18" charset="0"/>
                        <a:ea typeface="KaiTi" panose="02010609060101010101" pitchFamily="49" charset="-122"/>
                        <a:cs typeface="Times New Roman" panose="02020603050405020304" pitchFamily="18" charset="0"/>
                      </a:rPr>
                      <m:t>𝑌</m:t>
                    </m:r>
                  </m:oMath>
                </a14:m>
                <a:r>
                  <a:rPr kumimoji="1" lang="zh-CN" altLang="en-US" sz="2400" dirty="0">
                    <a:latin typeface="Times New Roman" panose="02020603050405020304" pitchFamily="18" charset="0"/>
                    <a:ea typeface="KaiTi" panose="02010609060101010101" pitchFamily="49" charset="-122"/>
                    <a:cs typeface="Times New Roman" panose="02020603050405020304" pitchFamily="18" charset="0"/>
                  </a:rPr>
                  <a:t>的取值</a:t>
                </a:r>
              </a:p>
            </p:txBody>
          </p:sp>
        </mc:Choice>
        <mc:Fallback xmlns="">
          <p:sp>
            <p:nvSpPr>
              <p:cNvPr id="10" name="文本框 9">
                <a:extLst>
                  <a:ext uri="{FF2B5EF4-FFF2-40B4-BE49-F238E27FC236}">
                    <a16:creationId xmlns:a16="http://schemas.microsoft.com/office/drawing/2014/main" id="{2C8AA971-AA2F-36D5-ACEC-FC954288224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77211" y="2619300"/>
                <a:ext cx="6403756" cy="1200329"/>
              </a:xfrm>
              <a:prstGeom prst="rect">
                <a:avLst/>
              </a:prstGeom>
              <a:blipFill>
                <a:blip r:embed="rId2"/>
                <a:stretch>
                  <a:fillRect l="-1584" t="-6316" b="-947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" name="直线连接符 1">
            <a:extLst>
              <a:ext uri="{FF2B5EF4-FFF2-40B4-BE49-F238E27FC236}">
                <a16:creationId xmlns:a16="http://schemas.microsoft.com/office/drawing/2014/main" id="{3D3584CE-0E3B-A51D-CE99-82D8D69164D6}"/>
              </a:ext>
            </a:extLst>
          </p:cNvPr>
          <p:cNvCxnSpPr/>
          <p:nvPr/>
        </p:nvCxnSpPr>
        <p:spPr>
          <a:xfrm>
            <a:off x="-4768" y="1078074"/>
            <a:ext cx="9144000" cy="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文本框 10">
            <a:extLst>
              <a:ext uri="{FF2B5EF4-FFF2-40B4-BE49-F238E27FC236}">
                <a16:creationId xmlns:a16="http://schemas.microsoft.com/office/drawing/2014/main" id="{1936AD71-504B-0E63-8902-D4D810A77039}"/>
              </a:ext>
            </a:extLst>
          </p:cNvPr>
          <p:cNvSpPr txBox="1"/>
          <p:nvPr/>
        </p:nvSpPr>
        <p:spPr>
          <a:xfrm>
            <a:off x="2182172" y="308692"/>
            <a:ext cx="457200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1" lang="en-US" altLang="zh-CN" sz="4000" b="0" i="0" dirty="0">
                <a:solidFill>
                  <a:srgbClr val="FF0000"/>
                </a:solidFill>
                <a:latin typeface="Arial" panose="020B0604020202020204" pitchFamily="34" charset="0"/>
                <a:ea typeface="STXinwei" panose="02010800040101010101" pitchFamily="2" charset="-122"/>
                <a:cs typeface="Arial" panose="020B0604020202020204" pitchFamily="34" charset="0"/>
              </a:rPr>
              <a:t>Practice </a:t>
            </a:r>
            <a:r>
              <a:rPr lang="en-US" altLang="zh-CN" sz="4000" dirty="0">
                <a:solidFill>
                  <a:srgbClr val="FF0000"/>
                </a:solidFill>
                <a:latin typeface="Arial" panose="020B0604020202020204" pitchFamily="34" charset="0"/>
                <a:ea typeface="STXinwei" panose="02010800040101010101" pitchFamily="2" charset="-122"/>
                <a:cs typeface="Arial" panose="020B0604020202020204" pitchFamily="34" charset="0"/>
              </a:rPr>
              <a:t>#11</a:t>
            </a:r>
            <a:endParaRPr lang="zh-CN" altLang="en-US" sz="4000" dirty="0">
              <a:solidFill>
                <a:srgbClr val="FF0000"/>
              </a:solidFill>
              <a:latin typeface="Arial" panose="020B0604020202020204" pitchFamily="34" charset="0"/>
              <a:ea typeface="STXinwei" panose="02010800040101010101" pitchFamily="2" charset="-122"/>
              <a:cs typeface="Arial" panose="020B0604020202020204" pitchFamily="34" charset="0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DC0BE218-3C5F-2467-2408-31E08B71A29C}"/>
              </a:ext>
            </a:extLst>
          </p:cNvPr>
          <p:cNvSpPr/>
          <p:nvPr/>
        </p:nvSpPr>
        <p:spPr bwMode="auto">
          <a:xfrm>
            <a:off x="0" y="0"/>
            <a:ext cx="260169" cy="6858000"/>
          </a:xfrm>
          <a:prstGeom prst="rect">
            <a:avLst/>
          </a:prstGeom>
          <a:solidFill>
            <a:srgbClr val="0070C0"/>
          </a:solidFill>
          <a:ln w="9525" cap="flat" cmpd="sng" algn="ctr">
            <a:solidFill>
              <a:srgbClr val="0070C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28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58235795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">
  <a:themeElements>
    <a:clrScheme name="Office 主题​​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主题​​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2639</TotalTime>
  <Words>5815</Words>
  <Application>Microsoft Office PowerPoint</Application>
  <PresentationFormat>全屏显示(4:3)</PresentationFormat>
  <Paragraphs>414</Paragraphs>
  <Slides>59</Slides>
  <Notes>1</Notes>
  <HiddenSlides>0</HiddenSlides>
  <MMClips>0</MMClips>
  <ScaleCrop>false</ScaleCrop>
  <HeadingPairs>
    <vt:vector size="8" baseType="variant">
      <vt:variant>
        <vt:lpstr>已用的字体</vt:lpstr>
      </vt:variant>
      <vt:variant>
        <vt:i4>15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2</vt:i4>
      </vt:variant>
      <vt:variant>
        <vt:lpstr>幻灯片标题</vt:lpstr>
      </vt:variant>
      <vt:variant>
        <vt:i4>59</vt:i4>
      </vt:variant>
    </vt:vector>
  </HeadingPairs>
  <TitlesOfParts>
    <vt:vector size="77" baseType="lpstr">
      <vt:lpstr>KaiTi</vt:lpstr>
      <vt:lpstr>等线</vt:lpstr>
      <vt:lpstr>等线 Light</vt:lpstr>
      <vt:lpstr>华文楷体</vt:lpstr>
      <vt:lpstr>STXinwei</vt:lpstr>
      <vt:lpstr>STXinwei</vt:lpstr>
      <vt:lpstr>楷体</vt:lpstr>
      <vt:lpstr>宋体</vt:lpstr>
      <vt:lpstr>Arial</vt:lpstr>
      <vt:lpstr>Calibri</vt:lpstr>
      <vt:lpstr>Calibri Light</vt:lpstr>
      <vt:lpstr>Cambria Math</vt:lpstr>
      <vt:lpstr>Tahoma</vt:lpstr>
      <vt:lpstr>Times New Roman</vt:lpstr>
      <vt:lpstr>Wingdings</vt:lpstr>
      <vt:lpstr>Office 主题</vt:lpstr>
      <vt:lpstr>公式</vt:lpstr>
      <vt:lpstr>Equation</vt:lpstr>
      <vt:lpstr>  E(X)，D(X)                     ；                  E(Y)，D(Y)  </vt:lpstr>
      <vt:lpstr>  E(X)，D(X)                     ；                  E(Y)，D(Y)  </vt:lpstr>
      <vt:lpstr>PowerPoint 演示文稿</vt:lpstr>
      <vt:lpstr>PowerPoint 演示文稿</vt:lpstr>
      <vt:lpstr>协方差</vt:lpstr>
      <vt:lpstr>协方差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方差</dc:title>
  <dc:creator>qingyang li</dc:creator>
  <cp:lastModifiedBy>201</cp:lastModifiedBy>
  <cp:revision>20</cp:revision>
  <dcterms:created xsi:type="dcterms:W3CDTF">2022-05-11T03:06:23Z</dcterms:created>
  <dcterms:modified xsi:type="dcterms:W3CDTF">2023-04-18T01:40:23Z</dcterms:modified>
</cp:coreProperties>
</file>