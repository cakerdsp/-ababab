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4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310.xml" ContentType="application/vnd.openxmlformats-officedocument.presentationml.tags+xml"/>
  <Override PartName="/ppt/tags/tag410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tags/tag190.xml" ContentType="application/vnd.openxmlformats-officedocument.presentationml.tags+xml"/>
  <Override PartName="/ppt/tags/tag200.xml" ContentType="application/vnd.openxmlformats-officedocument.presentationml.tags+xml"/>
  <Override PartName="/ppt/tags/tag210.xml" ContentType="application/vnd.openxmlformats-officedocument.presentationml.tags+xml"/>
  <Override PartName="/ppt/tags/tag220.xml" ContentType="application/vnd.openxmlformats-officedocument.presentationml.tag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37"/>
  </p:notesMasterIdLst>
  <p:handoutMasterIdLst>
    <p:handoutMasterId r:id="rId38"/>
  </p:handoutMasterIdLst>
  <p:sldIdLst>
    <p:sldId id="1829" r:id="rId2"/>
    <p:sldId id="428" r:id="rId3"/>
    <p:sldId id="431" r:id="rId4"/>
    <p:sldId id="1793" r:id="rId5"/>
    <p:sldId id="442" r:id="rId6"/>
    <p:sldId id="444" r:id="rId7"/>
    <p:sldId id="1822" r:id="rId8"/>
    <p:sldId id="1823" r:id="rId9"/>
    <p:sldId id="1824" r:id="rId10"/>
    <p:sldId id="440" r:id="rId11"/>
    <p:sldId id="1825" r:id="rId12"/>
    <p:sldId id="1819" r:id="rId13"/>
    <p:sldId id="1826" r:id="rId14"/>
    <p:sldId id="349" r:id="rId15"/>
    <p:sldId id="1828" r:id="rId16"/>
    <p:sldId id="389" r:id="rId17"/>
    <p:sldId id="388" r:id="rId18"/>
    <p:sldId id="382" r:id="rId19"/>
    <p:sldId id="383" r:id="rId20"/>
    <p:sldId id="391" r:id="rId21"/>
    <p:sldId id="393" r:id="rId22"/>
    <p:sldId id="392" r:id="rId23"/>
    <p:sldId id="385" r:id="rId24"/>
    <p:sldId id="387" r:id="rId25"/>
    <p:sldId id="386" r:id="rId26"/>
    <p:sldId id="394" r:id="rId27"/>
    <p:sldId id="390" r:id="rId28"/>
    <p:sldId id="397" r:id="rId29"/>
    <p:sldId id="1831" r:id="rId30"/>
    <p:sldId id="395" r:id="rId31"/>
    <p:sldId id="1830" r:id="rId32"/>
    <p:sldId id="1833" r:id="rId33"/>
    <p:sldId id="256" r:id="rId34"/>
    <p:sldId id="1804" r:id="rId35"/>
    <p:sldId id="1827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7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498" userDrawn="1">
          <p15:clr>
            <a:srgbClr val="A4A3A4"/>
          </p15:clr>
        </p15:guide>
        <p15:guide id="5" orient="horz" pos="1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1993"/>
    <a:srgbClr val="A8A8A8"/>
    <a:srgbClr val="0000FF"/>
    <a:srgbClr val="00377A"/>
    <a:srgbClr val="024421"/>
    <a:srgbClr val="4A66AC"/>
    <a:srgbClr val="7F8FA9"/>
    <a:srgbClr val="667998"/>
    <a:srgbClr val="000000"/>
    <a:srgbClr val="2642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D2F1C2-F5D4-4241-9A17-3DF9023FAE02}" v="781" dt="2023-03-01T12:16:52.092"/>
    <p1510:client id="{3CBB1FC8-9C45-CF48-8B60-4C073653746F}" v="744" dt="2023-03-02T05:49:49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67" autoAdjust="0"/>
    <p:restoredTop sz="82143"/>
  </p:normalViewPr>
  <p:slideViewPr>
    <p:cSldViewPr snapToGrid="0" showGuides="1">
      <p:cViewPr varScale="1">
        <p:scale>
          <a:sx n="72" d="100"/>
          <a:sy n="72" d="100"/>
        </p:scale>
        <p:origin x="1541" y="53"/>
      </p:cViewPr>
      <p:guideLst>
        <p:guide orient="horz" pos="4187"/>
        <p:guide pos="249"/>
        <p:guide pos="2880"/>
        <p:guide pos="5498"/>
        <p:guide orient="horz" pos="1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Fei" userId="d19317889db4c986" providerId="LiveId" clId="{E82539A1-A32B-B246-B37F-C03E3C428AF2}"/>
    <pc:docChg chg="addSld delSld modSld">
      <pc:chgData name="Zheng Fei" userId="d19317889db4c986" providerId="LiveId" clId="{E82539A1-A32B-B246-B37F-C03E3C428AF2}" dt="2022-03-03T07:06:10.012" v="2"/>
      <pc:docMkLst>
        <pc:docMk/>
      </pc:docMkLst>
      <pc:sldChg chg="del">
        <pc:chgData name="Zheng Fei" userId="d19317889db4c986" providerId="LiveId" clId="{E82539A1-A32B-B246-B37F-C03E3C428AF2}" dt="2022-02-24T03:07:53.607" v="0" actId="2696"/>
        <pc:sldMkLst>
          <pc:docMk/>
          <pc:sldMk cId="4118158739" sldId="35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672971775" sldId="35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008951437" sldId="35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008689145" sldId="354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973379754" sldId="355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502800851" sldId="356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348524945" sldId="357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766890209" sldId="358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163972577" sldId="359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972187867" sldId="36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880097859" sldId="36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763995558" sldId="362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112065365" sldId="36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718474870" sldId="364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820094131" sldId="365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29396091" sldId="366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785641543" sldId="367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82320755" sldId="368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3352261" sldId="369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2579815030" sldId="37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10103594" sldId="371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138114101" sldId="372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418740384" sldId="373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007288480" sldId="374"/>
        </pc:sldMkLst>
      </pc:sldChg>
      <pc:sldChg chg="addSp modSp new">
        <pc:chgData name="Zheng Fei" userId="d19317889db4c986" providerId="LiveId" clId="{E82539A1-A32B-B246-B37F-C03E3C428AF2}" dt="2022-03-03T07:06:10.012" v="2"/>
        <pc:sldMkLst>
          <pc:docMk/>
          <pc:sldMk cId="174361234" sldId="380"/>
        </pc:sldMkLst>
        <pc:spChg chg="add mod">
          <ac:chgData name="Zheng Fei" userId="d19317889db4c986" providerId="LiveId" clId="{E82539A1-A32B-B246-B37F-C03E3C428AF2}" dt="2022-03-03T07:06:10.012" v="2"/>
          <ac:spMkLst>
            <pc:docMk/>
            <pc:sldMk cId="174361234" sldId="380"/>
            <ac:spMk id="2" creationId="{F125F737-D6E7-1D47-AFE5-63A7AD64CC5B}"/>
          </ac:spMkLst>
        </pc:spChg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3991378626" sldId="390"/>
        </pc:sldMkLst>
      </pc:sldChg>
      <pc:sldChg chg="del">
        <pc:chgData name="Zheng Fei" userId="d19317889db4c986" providerId="LiveId" clId="{E82539A1-A32B-B246-B37F-C03E3C428AF2}" dt="2022-02-24T03:07:53.607" v="0" actId="2696"/>
        <pc:sldMkLst>
          <pc:docMk/>
          <pc:sldMk cId="1888470829" sldId="399"/>
        </pc:sldMkLst>
      </pc:sldChg>
    </pc:docChg>
  </pc:docChgLst>
  <pc:docChgLst>
    <pc:chgData name="Fei Zheng" userId="d19317889db4c986" providerId="LiveId" clId="{32D2F1C2-F5D4-4241-9A17-3DF9023FAE02}"/>
    <pc:docChg chg="undo custSel addSld delSld modSld sldOrd">
      <pc:chgData name="Fei Zheng" userId="d19317889db4c986" providerId="LiveId" clId="{32D2F1C2-F5D4-4241-9A17-3DF9023FAE02}" dt="2023-03-01T12:17:14.815" v="3254" actId="20577"/>
      <pc:docMkLst>
        <pc:docMk/>
      </pc:docMkLst>
      <pc:sldChg chg="modSp add">
        <pc:chgData name="Fei Zheng" userId="d19317889db4c986" providerId="LiveId" clId="{32D2F1C2-F5D4-4241-9A17-3DF9023FAE02}" dt="2023-03-01T09:38:20.094" v="2895" actId="1076"/>
        <pc:sldMkLst>
          <pc:docMk/>
          <pc:sldMk cId="3952504978" sldId="349"/>
        </pc:sldMkLst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3" creationId="{A13046D6-8C50-BE45-811A-6AA1FD4A6CC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4" creationId="{48395587-44AF-FC4B-B2A9-D2220C80DA2E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5" creationId="{22050165-2A56-FB4E-9D51-664B17CF4998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6" creationId="{7902E46F-CE50-B949-97D1-1D8395EF96D0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7" creationId="{7AD05E10-4A4C-7A40-BBA2-E40D0F8699AB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18" creationId="{77F2F523-F84D-CF46-B410-718A2B109253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1" creationId="{829D59AA-AD60-B144-AD86-9D20CDCA32AB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2" creationId="{FD6F7C0F-EFAC-9942-812F-1FC751ED67F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3" creationId="{61B639E3-A9F0-8746-B4D2-C25EB522FC48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4" creationId="{F8BB9CD2-691B-5F45-BD9E-ECBD5049B0A3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5" creationId="{8C62DF35-553C-E642-882A-6AC024C837BA}"/>
          </ac:spMkLst>
        </pc:spChg>
        <pc:spChg chg="mod">
          <ac:chgData name="Fei Zheng" userId="d19317889db4c986" providerId="LiveId" clId="{32D2F1C2-F5D4-4241-9A17-3DF9023FAE02}" dt="2023-03-01T09:38:20.094" v="2895" actId="1076"/>
          <ac:spMkLst>
            <pc:docMk/>
            <pc:sldMk cId="3952504978" sldId="349"/>
            <ac:spMk id="26" creationId="{FEF3B40D-F6F0-FF48-A286-CAD207BF54E4}"/>
          </ac:spMkLst>
        </pc:spChg>
      </pc:sldChg>
      <pc:sldChg chg="ord">
        <pc:chgData name="Fei Zheng" userId="d19317889db4c986" providerId="LiveId" clId="{32D2F1C2-F5D4-4241-9A17-3DF9023FAE02}" dt="2023-03-01T09:52:20.270" v="2941" actId="20578"/>
        <pc:sldMkLst>
          <pc:docMk/>
          <pc:sldMk cId="3625832555" sldId="390"/>
        </pc:sldMkLst>
      </pc:sldChg>
      <pc:sldChg chg="addSp modSp mod modAnim">
        <pc:chgData name="Fei Zheng" userId="d19317889db4c986" providerId="LiveId" clId="{32D2F1C2-F5D4-4241-9A17-3DF9023FAE02}" dt="2023-03-01T09:50:04.688" v="2934" actId="1076"/>
        <pc:sldMkLst>
          <pc:docMk/>
          <pc:sldMk cId="3422799466" sldId="391"/>
        </pc:sldMkLst>
        <pc:spChg chg="add mod">
          <ac:chgData name="Fei Zheng" userId="d19317889db4c986" providerId="LiveId" clId="{32D2F1C2-F5D4-4241-9A17-3DF9023FAE02}" dt="2023-03-01T09:49:30.207" v="2930" actId="207"/>
          <ac:spMkLst>
            <pc:docMk/>
            <pc:sldMk cId="3422799466" sldId="391"/>
            <ac:spMk id="5" creationId="{B59C8B40-ACAD-DF9B-3A5C-567BCEDEF4C2}"/>
          </ac:spMkLst>
        </pc:spChg>
        <pc:spChg chg="add mod">
          <ac:chgData name="Fei Zheng" userId="d19317889db4c986" providerId="LiveId" clId="{32D2F1C2-F5D4-4241-9A17-3DF9023FAE02}" dt="2023-03-01T09:50:04.688" v="2934" actId="1076"/>
          <ac:spMkLst>
            <pc:docMk/>
            <pc:sldMk cId="3422799466" sldId="391"/>
            <ac:spMk id="6" creationId="{F2CBA11C-02E3-1248-4792-640278F2831A}"/>
          </ac:spMkLst>
        </pc:spChg>
      </pc:sldChg>
      <pc:sldChg chg="modSp">
        <pc:chgData name="Fei Zheng" userId="d19317889db4c986" providerId="LiveId" clId="{32D2F1C2-F5D4-4241-9A17-3DF9023FAE02}" dt="2023-03-01T09:51:10.648" v="2940" actId="207"/>
        <pc:sldMkLst>
          <pc:docMk/>
          <pc:sldMk cId="2735348982" sldId="393"/>
        </pc:sldMkLst>
        <pc:spChg chg="mod">
          <ac:chgData name="Fei Zheng" userId="d19317889db4c986" providerId="LiveId" clId="{32D2F1C2-F5D4-4241-9A17-3DF9023FAE02}" dt="2023-03-01T09:51:10.648" v="2940" actId="207"/>
          <ac:spMkLst>
            <pc:docMk/>
            <pc:sldMk cId="2735348982" sldId="393"/>
            <ac:spMk id="6" creationId="{8522911F-859C-2004-D28C-87D14CDF4983}"/>
          </ac:spMkLst>
        </pc:spChg>
      </pc:sldChg>
      <pc:sldChg chg="modSp add">
        <pc:chgData name="Fei Zheng" userId="d19317889db4c986" providerId="LiveId" clId="{32D2F1C2-F5D4-4241-9A17-3DF9023FAE02}" dt="2023-03-01T08:50:29.455" v="1453" actId="20577"/>
        <pc:sldMkLst>
          <pc:docMk/>
          <pc:sldMk cId="648539904" sldId="428"/>
        </pc:sldMkLst>
        <pc:spChg chg="mod">
          <ac:chgData name="Fei Zheng" userId="d19317889db4c986" providerId="LiveId" clId="{32D2F1C2-F5D4-4241-9A17-3DF9023FAE02}" dt="2023-03-01T08:50:29.455" v="1453" actId="20577"/>
          <ac:spMkLst>
            <pc:docMk/>
            <pc:sldMk cId="648539904" sldId="428"/>
            <ac:spMk id="4" creationId="{80252B59-50FE-47C9-53DC-5956F2801D0B}"/>
          </ac:spMkLst>
        </pc:spChg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2283196572" sldId="431"/>
        </pc:sldMkLst>
      </pc:sldChg>
      <pc:sldChg chg="delSp modSp add del mod delAnim">
        <pc:chgData name="Fei Zheng" userId="d19317889db4c986" providerId="LiveId" clId="{32D2F1C2-F5D4-4241-9A17-3DF9023FAE02}" dt="2023-03-01T07:19:20.677" v="34" actId="2696"/>
        <pc:sldMkLst>
          <pc:docMk/>
          <pc:sldMk cId="1204855515" sldId="433"/>
        </pc:sldMkLst>
        <pc:spChg chg="mod">
          <ac:chgData name="Fei Zheng" userId="d19317889db4c986" providerId="LiveId" clId="{32D2F1C2-F5D4-4241-9A17-3DF9023FAE02}" dt="2023-03-01T07:17:19.240" v="24" actId="20577"/>
          <ac:spMkLst>
            <pc:docMk/>
            <pc:sldMk cId="1204855515" sldId="433"/>
            <ac:spMk id="3" creationId="{2DE4DA09-25B7-8720-14FB-1B4F29D8CC35}"/>
          </ac:spMkLst>
        </pc:spChg>
        <pc:spChg chg="del">
          <ac:chgData name="Fei Zheng" userId="d19317889db4c986" providerId="LiveId" clId="{32D2F1C2-F5D4-4241-9A17-3DF9023FAE02}" dt="2023-03-01T07:19:05.893" v="28" actId="21"/>
          <ac:spMkLst>
            <pc:docMk/>
            <pc:sldMk cId="1204855515" sldId="433"/>
            <ac:spMk id="11" creationId="{49F42F79-752C-08A6-9EAA-D0FE6F697E3E}"/>
          </ac:spMkLst>
        </pc:spChg>
        <pc:picChg chg="del">
          <ac:chgData name="Fei Zheng" userId="d19317889db4c986" providerId="LiveId" clId="{32D2F1C2-F5D4-4241-9A17-3DF9023FAE02}" dt="2023-03-01T07:19:05.893" v="28" actId="21"/>
          <ac:picMkLst>
            <pc:docMk/>
            <pc:sldMk cId="1204855515" sldId="433"/>
            <ac:picMk id="4" creationId="{CFCADC41-ABF0-4C78-B133-1095E8B0E417}"/>
          </ac:picMkLst>
        </pc:picChg>
        <pc:picChg chg="del">
          <ac:chgData name="Fei Zheng" userId="d19317889db4c986" providerId="LiveId" clId="{32D2F1C2-F5D4-4241-9A17-3DF9023FAE02}" dt="2023-03-01T07:19:05.893" v="28" actId="21"/>
          <ac:picMkLst>
            <pc:docMk/>
            <pc:sldMk cId="1204855515" sldId="433"/>
            <ac:picMk id="5" creationId="{C3040AC5-1851-462C-90D8-F0954E31D5C4}"/>
          </ac:picMkLst>
        </pc:picChg>
      </pc:sldChg>
      <pc:sldChg chg="addSp modSp add mod ord modAnim">
        <pc:chgData name="Fei Zheng" userId="d19317889db4c986" providerId="LiveId" clId="{32D2F1C2-F5D4-4241-9A17-3DF9023FAE02}" dt="2023-03-01T10:16:34.801" v="2960" actId="12788"/>
        <pc:sldMkLst>
          <pc:docMk/>
          <pc:sldMk cId="451588013" sldId="440"/>
        </pc:sldMkLst>
        <pc:spChg chg="mod">
          <ac:chgData name="Fei Zheng" userId="d19317889db4c986" providerId="LiveId" clId="{32D2F1C2-F5D4-4241-9A17-3DF9023FAE02}" dt="2023-03-01T10:16:34.801" v="2960" actId="12788"/>
          <ac:spMkLst>
            <pc:docMk/>
            <pc:sldMk cId="451588013" sldId="440"/>
            <ac:spMk id="2" creationId="{3227B9BE-1746-A0B0-5512-78CC1B444EA7}"/>
          </ac:spMkLst>
        </pc:spChg>
        <pc:spChg chg="add mod">
          <ac:chgData name="Fei Zheng" userId="d19317889db4c986" providerId="LiveId" clId="{32D2F1C2-F5D4-4241-9A17-3DF9023FAE02}" dt="2023-03-01T07:19:12.056" v="31" actId="20577"/>
          <ac:spMkLst>
            <pc:docMk/>
            <pc:sldMk cId="451588013" sldId="440"/>
            <ac:spMk id="6" creationId="{17917BF4-43D4-3582-99B2-36398CDB0D93}"/>
          </ac:spMkLst>
        </pc:spChg>
        <pc:spChg chg="mod">
          <ac:chgData name="Fei Zheng" userId="d19317889db4c986" providerId="LiveId" clId="{32D2F1C2-F5D4-4241-9A17-3DF9023FAE02}" dt="2023-03-01T08:52:44.047" v="1822" actId="20577"/>
          <ac:spMkLst>
            <pc:docMk/>
            <pc:sldMk cId="451588013" sldId="440"/>
            <ac:spMk id="14" creationId="{05655BFC-FF2B-8057-E935-C776AA9D4138}"/>
          </ac:spMkLst>
        </pc:spChg>
        <pc:picChg chg="add mod">
          <ac:chgData name="Fei Zheng" userId="d19317889db4c986" providerId="LiveId" clId="{32D2F1C2-F5D4-4241-9A17-3DF9023FAE02}" dt="2023-03-01T07:19:14.343" v="32" actId="1076"/>
          <ac:picMkLst>
            <pc:docMk/>
            <pc:sldMk cId="451588013" sldId="440"/>
            <ac:picMk id="3" creationId="{AD332DBB-D2C5-77E1-3226-4770461B98A2}"/>
          </ac:picMkLst>
        </pc:picChg>
        <pc:picChg chg="add mod">
          <ac:chgData name="Fei Zheng" userId="d19317889db4c986" providerId="LiveId" clId="{32D2F1C2-F5D4-4241-9A17-3DF9023FAE02}" dt="2023-03-01T07:19:17.884" v="33" actId="1076"/>
          <ac:picMkLst>
            <pc:docMk/>
            <pc:sldMk cId="451588013" sldId="440"/>
            <ac:picMk id="4" creationId="{61DE8ABA-F618-1CE3-1E48-28BA02E6A4FE}"/>
          </ac:picMkLst>
        </pc:picChg>
        <pc:picChg chg="mod">
          <ac:chgData name="Fei Zheng" userId="d19317889db4c986" providerId="LiveId" clId="{32D2F1C2-F5D4-4241-9A17-3DF9023FAE02}" dt="2023-03-01T07:18:58.648" v="27" actId="1076"/>
          <ac:picMkLst>
            <pc:docMk/>
            <pc:sldMk cId="451588013" sldId="440"/>
            <ac:picMk id="7" creationId="{F4412A78-9231-451A-9E51-123F51D10284}"/>
          </ac:picMkLst>
        </pc:picChg>
        <pc:picChg chg="mod">
          <ac:chgData name="Fei Zheng" userId="d19317889db4c986" providerId="LiveId" clId="{32D2F1C2-F5D4-4241-9A17-3DF9023FAE02}" dt="2023-03-01T07:18:58.648" v="27" actId="1076"/>
          <ac:picMkLst>
            <pc:docMk/>
            <pc:sldMk cId="451588013" sldId="440"/>
            <ac:picMk id="8" creationId="{601DCC3A-15B5-4BB6-AF6F-90DD7C7C9A81}"/>
          </ac:picMkLst>
        </pc:picChg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3802030879" sldId="442"/>
        </pc:sldMkLst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4044105362" sldId="444"/>
        </pc:sldMkLst>
      </pc:sldChg>
      <pc:sldChg chg="del">
        <pc:chgData name="Fei Zheng" userId="d19317889db4c986" providerId="LiveId" clId="{32D2F1C2-F5D4-4241-9A17-3DF9023FAE02}" dt="2023-03-01T09:54:43.943" v="2944" actId="2696"/>
        <pc:sldMkLst>
          <pc:docMk/>
          <pc:sldMk cId="3752521652" sldId="1792"/>
        </pc:sldMkLst>
      </pc:sldChg>
      <pc:sldChg chg="add">
        <pc:chgData name="Fei Zheng" userId="d19317889db4c986" providerId="LiveId" clId="{32D2F1C2-F5D4-4241-9A17-3DF9023FAE02}" dt="2023-03-01T08:11:58.241" v="252"/>
        <pc:sldMkLst>
          <pc:docMk/>
          <pc:sldMk cId="4287149240" sldId="1793"/>
        </pc:sldMkLst>
      </pc:sldChg>
      <pc:sldChg chg="add del ord">
        <pc:chgData name="Fei Zheng" userId="d19317889db4c986" providerId="LiveId" clId="{32D2F1C2-F5D4-4241-9A17-3DF9023FAE02}" dt="2023-03-01T09:54:43.943" v="2944" actId="2696"/>
        <pc:sldMkLst>
          <pc:docMk/>
          <pc:sldMk cId="3770543363" sldId="1803"/>
        </pc:sldMkLst>
      </pc:sldChg>
      <pc:sldChg chg="modSp add mod">
        <pc:chgData name="Fei Zheng" userId="d19317889db4c986" providerId="LiveId" clId="{32D2F1C2-F5D4-4241-9A17-3DF9023FAE02}" dt="2023-03-01T12:17:14.815" v="3254" actId="20577"/>
        <pc:sldMkLst>
          <pc:docMk/>
          <pc:sldMk cId="525504952" sldId="1804"/>
        </pc:sldMkLst>
        <pc:spChg chg="mod">
          <ac:chgData name="Fei Zheng" userId="d19317889db4c986" providerId="LiveId" clId="{32D2F1C2-F5D4-4241-9A17-3DF9023FAE02}" dt="2023-03-01T12:17:14.815" v="3254" actId="20577"/>
          <ac:spMkLst>
            <pc:docMk/>
            <pc:sldMk cId="525504952" sldId="1804"/>
            <ac:spMk id="5" creationId="{57E5EA90-DA27-64D5-4A79-DBF86E32DFAC}"/>
          </ac:spMkLst>
        </pc:spChg>
      </pc:sldChg>
      <pc:sldChg chg="addSp delSp modSp new del mod">
        <pc:chgData name="Fei Zheng" userId="d19317889db4c986" providerId="LiveId" clId="{32D2F1C2-F5D4-4241-9A17-3DF9023FAE02}" dt="2023-03-01T08:12:01.038" v="253" actId="2696"/>
        <pc:sldMkLst>
          <pc:docMk/>
          <pc:sldMk cId="555750785" sldId="1804"/>
        </pc:sldMkLst>
        <pc:spChg chg="del">
          <ac:chgData name="Fei Zheng" userId="d19317889db4c986" providerId="LiveId" clId="{32D2F1C2-F5D4-4241-9A17-3DF9023FAE02}" dt="2023-03-01T07:15:18.569" v="3" actId="478"/>
          <ac:spMkLst>
            <pc:docMk/>
            <pc:sldMk cId="555750785" sldId="1804"/>
            <ac:spMk id="2" creationId="{121F0751-9A4A-7A9B-05EC-2170AAE57AE8}"/>
          </ac:spMkLst>
        </pc:spChg>
        <pc:spChg chg="del">
          <ac:chgData name="Fei Zheng" userId="d19317889db4c986" providerId="LiveId" clId="{32D2F1C2-F5D4-4241-9A17-3DF9023FAE02}" dt="2023-03-01T07:15:19.983" v="4" actId="478"/>
          <ac:spMkLst>
            <pc:docMk/>
            <pc:sldMk cId="555750785" sldId="1804"/>
            <ac:spMk id="3" creationId="{2D6696BB-23F6-FE46-6CDF-83DD43E71F30}"/>
          </ac:spMkLst>
        </pc:spChg>
        <pc:spChg chg="add mod">
          <ac:chgData name="Fei Zheng" userId="d19317889db4c986" providerId="LiveId" clId="{32D2F1C2-F5D4-4241-9A17-3DF9023FAE02}" dt="2023-03-01T07:15:32.129" v="16" actId="12788"/>
          <ac:spMkLst>
            <pc:docMk/>
            <pc:sldMk cId="555750785" sldId="1804"/>
            <ac:spMk id="5" creationId="{57E5EA90-DA27-64D5-4A79-DBF86E32DFAC}"/>
          </ac:spMkLst>
        </pc:spChg>
        <pc:cxnChg chg="add mod">
          <ac:chgData name="Fei Zheng" userId="d19317889db4c986" providerId="LiveId" clId="{32D2F1C2-F5D4-4241-9A17-3DF9023FAE02}" dt="2023-03-01T07:15:16.063" v="2"/>
          <ac:cxnSpMkLst>
            <pc:docMk/>
            <pc:sldMk cId="555750785" sldId="1804"/>
            <ac:cxnSpMk id="4" creationId="{067EFB38-CE22-BA5C-779B-CF64DCA39D15}"/>
          </ac:cxnSpMkLst>
        </pc:cxnChg>
      </pc:sldChg>
      <pc:sldChg chg="addSp delSp modSp add mod modAnim">
        <pc:chgData name="Fei Zheng" userId="d19317889db4c986" providerId="LiveId" clId="{32D2F1C2-F5D4-4241-9A17-3DF9023FAE02}" dt="2023-03-01T10:17:09.727" v="2965"/>
        <pc:sldMkLst>
          <pc:docMk/>
          <pc:sldMk cId="400855652" sldId="1819"/>
        </pc:sldMkLst>
        <pc:spChg chg="del mod">
          <ac:chgData name="Fei Zheng" userId="d19317889db4c986" providerId="LiveId" clId="{32D2F1C2-F5D4-4241-9A17-3DF9023FAE02}" dt="2023-03-01T10:16:40.779" v="2961" actId="478"/>
          <ac:spMkLst>
            <pc:docMk/>
            <pc:sldMk cId="400855652" sldId="1819"/>
            <ac:spMk id="2" creationId="{6911C956-EA54-4DFC-2FE9-7F0BC6301FE3}"/>
          </ac:spMkLst>
        </pc:spChg>
        <pc:spChg chg="add mod">
          <ac:chgData name="Fei Zheng" userId="d19317889db4c986" providerId="LiveId" clId="{32D2F1C2-F5D4-4241-9A17-3DF9023FAE02}" dt="2023-03-01T10:16:41.317" v="2962"/>
          <ac:spMkLst>
            <pc:docMk/>
            <pc:sldMk cId="400855652" sldId="1819"/>
            <ac:spMk id="5" creationId="{A6E74311-5974-198C-ABBB-B226CE0208C0}"/>
          </ac:spMkLst>
        </pc:spChg>
      </pc:sldChg>
      <pc:sldChg chg="addSp delSp modSp new del mod">
        <pc:chgData name="Fei Zheng" userId="d19317889db4c986" providerId="LiveId" clId="{32D2F1C2-F5D4-4241-9A17-3DF9023FAE02}" dt="2023-03-01T08:14:25.679" v="865" actId="2696"/>
        <pc:sldMkLst>
          <pc:docMk/>
          <pc:sldMk cId="4078508792" sldId="1820"/>
        </pc:sldMkLst>
        <pc:spChg chg="mod">
          <ac:chgData name="Fei Zheng" userId="d19317889db4c986" providerId="LiveId" clId="{32D2F1C2-F5D4-4241-9A17-3DF9023FAE02}" dt="2023-03-01T08:13:18.873" v="575" actId="21"/>
          <ac:spMkLst>
            <pc:docMk/>
            <pc:sldMk cId="4078508792" sldId="1820"/>
            <ac:spMk id="3" creationId="{BFE00C64-F6C4-98DB-3C9C-4B07E6DCF78F}"/>
          </ac:spMkLst>
        </pc:spChg>
        <pc:spChg chg="add del mod">
          <ac:chgData name="Fei Zheng" userId="d19317889db4c986" providerId="LiveId" clId="{32D2F1C2-F5D4-4241-9A17-3DF9023FAE02}" dt="2023-03-01T08:13:43.917" v="673"/>
          <ac:spMkLst>
            <pc:docMk/>
            <pc:sldMk cId="4078508792" sldId="1820"/>
            <ac:spMk id="4" creationId="{60B9E4F6-48B5-DB62-F2F7-AB0963EE82C4}"/>
          </ac:spMkLst>
        </pc:spChg>
        <pc:spChg chg="add del mod">
          <ac:chgData name="Fei Zheng" userId="d19317889db4c986" providerId="LiveId" clId="{32D2F1C2-F5D4-4241-9A17-3DF9023FAE02}" dt="2023-03-01T08:13:44.010" v="687"/>
          <ac:spMkLst>
            <pc:docMk/>
            <pc:sldMk cId="4078508792" sldId="1820"/>
            <ac:spMk id="5" creationId="{1639B5D9-5AD4-3274-EAE2-911A0F5EAE13}"/>
          </ac:spMkLst>
        </pc:spChg>
      </pc:sldChg>
      <pc:sldChg chg="modSp new del mod">
        <pc:chgData name="Fei Zheng" userId="d19317889db4c986" providerId="LiveId" clId="{32D2F1C2-F5D4-4241-9A17-3DF9023FAE02}" dt="2023-03-01T08:16:31.004" v="1444" actId="2696"/>
        <pc:sldMkLst>
          <pc:docMk/>
          <pc:sldMk cId="715463184" sldId="1821"/>
        </pc:sldMkLst>
        <pc:spChg chg="mod">
          <ac:chgData name="Fei Zheng" userId="d19317889db4c986" providerId="LiveId" clId="{32D2F1C2-F5D4-4241-9A17-3DF9023FAE02}" dt="2023-03-01T08:15:28.354" v="1271" actId="21"/>
          <ac:spMkLst>
            <pc:docMk/>
            <pc:sldMk cId="715463184" sldId="1821"/>
            <ac:spMk id="3" creationId="{0EC8F3DC-B379-E59D-AA3C-1FE99B90406E}"/>
          </ac:spMkLst>
        </pc:spChg>
      </pc:sldChg>
      <pc:sldChg chg="new del">
        <pc:chgData name="Fei Zheng" userId="d19317889db4c986" providerId="LiveId" clId="{32D2F1C2-F5D4-4241-9A17-3DF9023FAE02}" dt="2023-03-01T08:11:01.932" v="251" actId="2696"/>
        <pc:sldMkLst>
          <pc:docMk/>
          <pc:sldMk cId="1324826962" sldId="1822"/>
        </pc:sldMkLst>
      </pc:sldChg>
      <pc:sldChg chg="addSp delSp modSp add mod replTag">
        <pc:chgData name="Fei Zheng" userId="d19317889db4c986" providerId="LiveId" clId="{32D2F1C2-F5D4-4241-9A17-3DF9023FAE02}" dt="2023-03-01T08:50:32.932" v="1458"/>
        <pc:sldMkLst>
          <pc:docMk/>
          <pc:sldMk cId="1339304420" sldId="1822"/>
        </pc:sldMkLst>
        <pc:spChg chg="del mod">
          <ac:chgData name="Fei Zheng" userId="d19317889db4c986" providerId="LiveId" clId="{32D2F1C2-F5D4-4241-9A17-3DF9023FAE02}" dt="2023-03-01T08:12:55.566" v="256"/>
          <ac:spMkLst>
            <pc:docMk/>
            <pc:sldMk cId="1339304420" sldId="1822"/>
            <ac:spMk id="2" creationId="{17109A6C-67C4-E1D2-CB4E-F4F9E4A06FD3}"/>
          </ac:spMkLst>
        </pc:spChg>
        <pc:spChg chg="del mod">
          <ac:chgData name="Fei Zheng" userId="d19317889db4c986" providerId="LiveId" clId="{32D2F1C2-F5D4-4241-9A17-3DF9023FAE02}" dt="2023-03-01T08:12:55.566" v="256"/>
          <ac:spMkLst>
            <pc:docMk/>
            <pc:sldMk cId="1339304420" sldId="1822"/>
            <ac:spMk id="3" creationId="{F5D3CF71-E509-96B8-8412-06430865415C}"/>
          </ac:spMkLst>
        </pc:spChg>
        <pc:spChg chg="add mod replST">
          <ac:chgData name="Fei Zheng" userId="d19317889db4c986" providerId="LiveId" clId="{32D2F1C2-F5D4-4241-9A17-3DF9023FAE02}" dt="2023-03-01T08:50:32.932" v="1457"/>
          <ac:spMkLst>
            <pc:docMk/>
            <pc:sldMk cId="1339304420" sldId="1822"/>
            <ac:spMk id="6" creationId="{A774AD96-288F-F65B-3A8E-802178F8002B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7" creationId="{088C2D64-8DFC-EC14-C0C5-08E2270F0D17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8" creationId="{D0200667-5A57-1F52-04D2-F46D72340410}"/>
          </ac:spMkLst>
        </pc:spChg>
        <pc:spChg chg="add mod replST">
          <ac:chgData name="Fei Zheng" userId="d19317889db4c986" providerId="LiveId" clId="{32D2F1C2-F5D4-4241-9A17-3DF9023FAE02}" dt="2023-03-01T08:12:55.602" v="314"/>
          <ac:spMkLst>
            <pc:docMk/>
            <pc:sldMk cId="1339304420" sldId="1822"/>
            <ac:spMk id="9" creationId="{987A4B3D-C408-3B87-5559-94B129EA5F27}"/>
          </ac:spMkLst>
        </pc:spChg>
        <pc:spChg chg="add mod replST">
          <ac:chgData name="Fei Zheng" userId="d19317889db4c986" providerId="LiveId" clId="{32D2F1C2-F5D4-4241-9A17-3DF9023FAE02}" dt="2023-03-01T08:13:14.078" v="568"/>
          <ac:spMkLst>
            <pc:docMk/>
            <pc:sldMk cId="1339304420" sldId="1822"/>
            <ac:spMk id="11" creationId="{EA74CD64-CEE5-0ED6-1654-D6C2CD5E40CC}"/>
          </ac:spMkLst>
        </pc:spChg>
        <pc:spChg chg="add mod replST">
          <ac:chgData name="Fei Zheng" userId="d19317889db4c986" providerId="LiveId" clId="{32D2F1C2-F5D4-4241-9A17-3DF9023FAE02}" dt="2023-03-01T08:13:57.120" v="757" actId="255"/>
          <ac:spMkLst>
            <pc:docMk/>
            <pc:sldMk cId="1339304420" sldId="1822"/>
            <ac:spMk id="12" creationId="{CABB62ED-020F-C1D7-E1D2-A1A89876B4BC}"/>
          </ac:spMkLst>
        </pc:spChg>
        <pc:spChg chg="add mod replST">
          <ac:chgData name="Fei Zheng" userId="d19317889db4c986" providerId="LiveId" clId="{32D2F1C2-F5D4-4241-9A17-3DF9023FAE02}" dt="2023-03-01T08:13:57.120" v="757" actId="255"/>
          <ac:spMkLst>
            <pc:docMk/>
            <pc:sldMk cId="1339304420" sldId="1822"/>
            <ac:spMk id="13" creationId="{88B47B88-8938-2F86-F030-76F2A0C2EFC6}"/>
          </ac:spMkLst>
        </pc:spChg>
        <pc:spChg chg="add mod replST">
          <ac:chgData name="Fei Zheng" userId="d19317889db4c986" providerId="LiveId" clId="{32D2F1C2-F5D4-4241-9A17-3DF9023FAE02}" dt="2023-03-01T08:14:09.776" v="802" actId="1035"/>
          <ac:spMkLst>
            <pc:docMk/>
            <pc:sldMk cId="1339304420" sldId="1822"/>
            <ac:spMk id="14" creationId="{789459AA-E83C-412A-8621-C276DA35BD27}"/>
          </ac:spMkLst>
        </pc:spChg>
        <pc:spChg chg="add del mod replST">
          <ac:chgData name="Fei Zheng" userId="d19317889db4c986" providerId="LiveId" clId="{32D2F1C2-F5D4-4241-9A17-3DF9023FAE02}" dt="2023-03-01T08:13:39.137" v="653" actId="478"/>
          <ac:spMkLst>
            <pc:docMk/>
            <pc:sldMk cId="1339304420" sldId="1822"/>
            <ac:spMk id="15" creationId="{D2EC67A3-FD6D-49CE-6DE7-5EE79A5A9749}"/>
          </ac:spMkLst>
        </pc:spChg>
        <pc:spChg chg="add mod replST">
          <ac:chgData name="Fei Zheng" userId="d19317889db4c986" providerId="LiveId" clId="{32D2F1C2-F5D4-4241-9A17-3DF9023FAE02}" dt="2023-03-01T08:50:32.929" v="1454" actId="20577"/>
          <ac:spMkLst>
            <pc:docMk/>
            <pc:sldMk cId="1339304420" sldId="1822"/>
            <ac:spMk id="16" creationId="{8FCC20F6-236D-3A5C-0961-027797969D07}"/>
          </ac:spMkLst>
        </pc:spChg>
        <pc:spChg chg="add mod replST">
          <ac:chgData name="Fei Zheng" userId="d19317889db4c986" providerId="LiveId" clId="{32D2F1C2-F5D4-4241-9A17-3DF9023FAE02}" dt="2023-03-01T08:50:32.930" v="1455" actId="20577"/>
          <ac:spMkLst>
            <pc:docMk/>
            <pc:sldMk cId="1339304420" sldId="1822"/>
            <ac:spMk id="17" creationId="{98CB64CB-04F6-64C7-3B70-1DE699B949E1}"/>
          </ac:spMkLst>
        </pc:spChg>
        <pc:spChg chg="add mod replST">
          <ac:chgData name="Fei Zheng" userId="d19317889db4c986" providerId="LiveId" clId="{32D2F1C2-F5D4-4241-9A17-3DF9023FAE02}" dt="2023-03-01T08:50:32.931" v="1456" actId="20577"/>
          <ac:spMkLst>
            <pc:docMk/>
            <pc:sldMk cId="1339304420" sldId="1822"/>
            <ac:spMk id="18" creationId="{35CFD8A4-4D1F-B4C9-5CF1-3712525650DB}"/>
          </ac:spMkLst>
        </pc:spChg>
        <pc:spChg chg="add del mod replST">
          <ac:chgData name="Fei Zheng" userId="d19317889db4c986" providerId="LiveId" clId="{32D2F1C2-F5D4-4241-9A17-3DF9023FAE02}" dt="2023-03-01T08:13:43.654" v="666" actId="478"/>
          <ac:spMkLst>
            <pc:docMk/>
            <pc:sldMk cId="1339304420" sldId="1822"/>
            <ac:spMk id="19" creationId="{627E9376-D736-20C4-558B-57963CA5B692}"/>
          </ac:spMkLst>
        </pc:spChg>
        <pc:spChg chg="add mod replST">
          <ac:chgData name="Fei Zheng" userId="d19317889db4c986" providerId="LiveId" clId="{32D2F1C2-F5D4-4241-9A17-3DF9023FAE02}" dt="2023-03-01T08:12:55.690" v="506"/>
          <ac:spMkLst>
            <pc:docMk/>
            <pc:sldMk cId="1339304420" sldId="1822"/>
            <ac:spMk id="20" creationId="{90AB2948-FAA9-800A-4DA7-A1C25F85A6EA}"/>
          </ac:spMkLst>
        </pc:spChg>
        <pc:spChg chg="add del mod replST">
          <ac:chgData name="Fei Zheng" userId="d19317889db4c986" providerId="LiveId" clId="{32D2F1C2-F5D4-4241-9A17-3DF9023FAE02}" dt="2023-03-01T08:14:17.943" v="834"/>
          <ac:spMkLst>
            <pc:docMk/>
            <pc:sldMk cId="1339304420" sldId="1822"/>
            <ac:spMk id="21" creationId="{4630CED9-79CD-C057-1ABA-0BA17E24822A}"/>
          </ac:spMkLst>
        </pc:spChg>
        <pc:grpChg chg="add mod replST">
          <ac:chgData name="Fei Zheng" userId="d19317889db4c986" providerId="LiveId" clId="{32D2F1C2-F5D4-4241-9A17-3DF9023FAE02}" dt="2023-03-01T08:12:55.602" v="315"/>
          <ac:grpSpMkLst>
            <pc:docMk/>
            <pc:sldMk cId="1339304420" sldId="1822"/>
            <ac:grpSpMk id="10" creationId="{D0722C4C-625D-5D2E-8C68-363F60C3A171}"/>
          </ac:grpSpMkLst>
        </pc:grpChg>
        <pc:picChg chg="add mod replST">
          <ac:chgData name="Fei Zheng" userId="d19317889db4c986" providerId="LiveId" clId="{32D2F1C2-F5D4-4241-9A17-3DF9023FAE02}" dt="2023-03-01T08:50:32.932" v="1458"/>
          <ac:picMkLst>
            <pc:docMk/>
            <pc:sldMk cId="1339304420" sldId="1822"/>
            <ac:picMk id="5" creationId="{28C58307-12E3-3DB8-8C80-359D362C7684}"/>
          </ac:picMkLst>
        </pc:picChg>
      </pc:sldChg>
      <pc:sldChg chg="addSp delSp modSp add mod replTag">
        <pc:chgData name="Fei Zheng" userId="d19317889db4c986" providerId="LiveId" clId="{32D2F1C2-F5D4-4241-9A17-3DF9023FAE02}" dt="2023-03-01T08:50:36.335" v="1464"/>
        <pc:sldMkLst>
          <pc:docMk/>
          <pc:sldMk cId="344364597" sldId="1823"/>
        </pc:sldMkLst>
        <pc:spChg chg="add mod replST">
          <ac:chgData name="Fei Zheng" userId="d19317889db4c986" providerId="LiveId" clId="{32D2F1C2-F5D4-4241-9A17-3DF9023FAE02}" dt="2023-03-01T08:50:36.335" v="1463"/>
          <ac:spMkLst>
            <pc:docMk/>
            <pc:sldMk cId="344364597" sldId="1823"/>
            <ac:spMk id="4" creationId="{938D380B-1A7E-03D3-EDB7-596ACC516E2B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5" creationId="{A0B6940A-17E6-EFC3-0F07-FBE9BD504D8D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6" creationId="{FD9A2A58-57CC-2034-DEF5-A442839249BD}"/>
          </ac:spMkLst>
        </pc:spChg>
        <pc:spChg chg="add mod replST">
          <ac:chgData name="Fei Zheng" userId="d19317889db4c986" providerId="LiveId" clId="{32D2F1C2-F5D4-4241-9A17-3DF9023FAE02}" dt="2023-03-01T08:14:36.268" v="929"/>
          <ac:spMkLst>
            <pc:docMk/>
            <pc:sldMk cId="344364597" sldId="1823"/>
            <ac:spMk id="7" creationId="{053C6611-8A10-3B08-E0FB-05C429CB44CD}"/>
          </ac:spMkLst>
        </pc:spChg>
        <pc:spChg chg="add mod replST">
          <ac:chgData name="Fei Zheng" userId="d19317889db4c986" providerId="LiveId" clId="{32D2F1C2-F5D4-4241-9A17-3DF9023FAE02}" dt="2023-03-01T08:15:03.681" v="1186" actId="113"/>
          <ac:spMkLst>
            <pc:docMk/>
            <pc:sldMk cId="344364597" sldId="1823"/>
            <ac:spMk id="9" creationId="{E9695446-74BF-23D0-4F52-6F5D1357A3A5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0" creationId="{135F6BF7-1DD1-E0D0-8437-AB21EB92433E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1" creationId="{11C9F254-3349-FC3C-84A0-4D288D264C14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2" creationId="{F157AF2F-3127-6693-0AF4-4D82DABDCD66}"/>
          </ac:spMkLst>
        </pc:spChg>
        <pc:spChg chg="add mod replST">
          <ac:chgData name="Fei Zheng" userId="d19317889db4c986" providerId="LiveId" clId="{32D2F1C2-F5D4-4241-9A17-3DF9023FAE02}" dt="2023-03-01T08:16:17.895" v="1400" actId="113"/>
          <ac:spMkLst>
            <pc:docMk/>
            <pc:sldMk cId="344364597" sldId="1823"/>
            <ac:spMk id="13" creationId="{F9BE4790-058A-A2AD-2B67-7BB5229FCF10}"/>
          </ac:spMkLst>
        </pc:spChg>
        <pc:spChg chg="add mod replST">
          <ac:chgData name="Fei Zheng" userId="d19317889db4c986" providerId="LiveId" clId="{32D2F1C2-F5D4-4241-9A17-3DF9023FAE02}" dt="2023-03-01T08:50:36.330" v="1459" actId="20577"/>
          <ac:spMkLst>
            <pc:docMk/>
            <pc:sldMk cId="344364597" sldId="1823"/>
            <ac:spMk id="14" creationId="{BE342F1B-C215-FEAA-32BD-3DEE405FDCAC}"/>
          </ac:spMkLst>
        </pc:spChg>
        <pc:spChg chg="add mod replST">
          <ac:chgData name="Fei Zheng" userId="d19317889db4c986" providerId="LiveId" clId="{32D2F1C2-F5D4-4241-9A17-3DF9023FAE02}" dt="2023-03-01T08:50:36.331" v="1460" actId="20577"/>
          <ac:spMkLst>
            <pc:docMk/>
            <pc:sldMk cId="344364597" sldId="1823"/>
            <ac:spMk id="15" creationId="{0D3C7D0F-CF9B-8125-2D10-B42647A76304}"/>
          </ac:spMkLst>
        </pc:spChg>
        <pc:spChg chg="add mod replST">
          <ac:chgData name="Fei Zheng" userId="d19317889db4c986" providerId="LiveId" clId="{32D2F1C2-F5D4-4241-9A17-3DF9023FAE02}" dt="2023-03-01T08:50:36.332" v="1461" actId="20577"/>
          <ac:spMkLst>
            <pc:docMk/>
            <pc:sldMk cId="344364597" sldId="1823"/>
            <ac:spMk id="16" creationId="{89FDCD1C-A954-B551-2BC3-B1F35A33A799}"/>
          </ac:spMkLst>
        </pc:spChg>
        <pc:spChg chg="add mod replST">
          <ac:chgData name="Fei Zheng" userId="d19317889db4c986" providerId="LiveId" clId="{32D2F1C2-F5D4-4241-9A17-3DF9023FAE02}" dt="2023-03-01T08:50:36.333" v="1462" actId="20577"/>
          <ac:spMkLst>
            <pc:docMk/>
            <pc:sldMk cId="344364597" sldId="1823"/>
            <ac:spMk id="17" creationId="{47182577-7EFC-410C-EF6C-948392D09B79}"/>
          </ac:spMkLst>
        </pc:spChg>
        <pc:spChg chg="add mod replST">
          <ac:chgData name="Fei Zheng" userId="d19317889db4c986" providerId="LiveId" clId="{32D2F1C2-F5D4-4241-9A17-3DF9023FAE02}" dt="2023-03-01T08:14:36.338" v="1121"/>
          <ac:spMkLst>
            <pc:docMk/>
            <pc:sldMk cId="344364597" sldId="1823"/>
            <ac:spMk id="18" creationId="{1926427A-F002-73CA-D6D9-B119F50F95B9}"/>
          </ac:spMkLst>
        </pc:spChg>
        <pc:spChg chg="add del mod replST">
          <ac:chgData name="Fei Zheng" userId="d19317889db4c986" providerId="LiveId" clId="{32D2F1C2-F5D4-4241-9A17-3DF9023FAE02}" dt="2023-03-01T08:16:21.117" v="1425"/>
          <ac:spMkLst>
            <pc:docMk/>
            <pc:sldMk cId="344364597" sldId="1823"/>
            <ac:spMk id="19" creationId="{517DC8F9-A444-E5AA-3A74-00DE57C89FAA}"/>
          </ac:spMkLst>
        </pc:spChg>
        <pc:grpChg chg="add mod replST">
          <ac:chgData name="Fei Zheng" userId="d19317889db4c986" providerId="LiveId" clId="{32D2F1C2-F5D4-4241-9A17-3DF9023FAE02}" dt="2023-03-01T08:14:36.269" v="930"/>
          <ac:grpSpMkLst>
            <pc:docMk/>
            <pc:sldMk cId="344364597" sldId="1823"/>
            <ac:grpSpMk id="8" creationId="{46C4E2EF-F719-DC9A-F147-11146C889587}"/>
          </ac:grpSpMkLst>
        </pc:grpChg>
        <pc:picChg chg="add mod replST">
          <ac:chgData name="Fei Zheng" userId="d19317889db4c986" providerId="LiveId" clId="{32D2F1C2-F5D4-4241-9A17-3DF9023FAE02}" dt="2023-03-01T08:50:36.335" v="1464"/>
          <ac:picMkLst>
            <pc:docMk/>
            <pc:sldMk cId="344364597" sldId="1823"/>
            <ac:picMk id="3" creationId="{6C7B22D6-77F9-0681-AE5B-3F1550535DB7}"/>
          </ac:picMkLst>
        </pc:picChg>
      </pc:sldChg>
      <pc:sldChg chg="addSp delSp modSp add mod replTag">
        <pc:chgData name="Fei Zheng" userId="d19317889db4c986" providerId="LiveId" clId="{32D2F1C2-F5D4-4241-9A17-3DF9023FAE02}" dt="2023-03-01T08:58:11.355" v="1936"/>
        <pc:sldMkLst>
          <pc:docMk/>
          <pc:sldMk cId="4176483858" sldId="1824"/>
        </pc:sldMkLst>
        <pc:spChg chg="add mod replST">
          <ac:chgData name="Fei Zheng" userId="d19317889db4c986" providerId="LiveId" clId="{32D2F1C2-F5D4-4241-9A17-3DF9023FAE02}" dt="2023-03-01T08:58:11.355" v="1935"/>
          <ac:spMkLst>
            <pc:docMk/>
            <pc:sldMk cId="4176483858" sldId="1824"/>
            <ac:spMk id="4" creationId="{332B278F-7A44-9BEF-E5A4-52CE51E563D1}"/>
          </ac:spMkLst>
        </pc:spChg>
        <pc:spChg chg="add mod replST">
          <ac:chgData name="Fei Zheng" userId="d19317889db4c986" providerId="LiveId" clId="{32D2F1C2-F5D4-4241-9A17-3DF9023FAE02}" dt="2023-03-01T08:50:45.240" v="1523"/>
          <ac:spMkLst>
            <pc:docMk/>
            <pc:sldMk cId="4176483858" sldId="1824"/>
            <ac:spMk id="5" creationId="{408FE899-2F4B-6305-CC2B-A7BFBCD29438}"/>
          </ac:spMkLst>
        </pc:spChg>
        <pc:spChg chg="add mod replST">
          <ac:chgData name="Fei Zheng" userId="d19317889db4c986" providerId="LiveId" clId="{32D2F1C2-F5D4-4241-9A17-3DF9023FAE02}" dt="2023-03-01T08:50:45.240" v="1523"/>
          <ac:spMkLst>
            <pc:docMk/>
            <pc:sldMk cId="4176483858" sldId="1824"/>
            <ac:spMk id="6" creationId="{024B2701-CD0A-EAC8-2020-04B509D74047}"/>
          </ac:spMkLst>
        </pc:spChg>
        <pc:spChg chg="add mod replST">
          <ac:chgData name="Fei Zheng" userId="d19317889db4c986" providerId="LiveId" clId="{32D2F1C2-F5D4-4241-9A17-3DF9023FAE02}" dt="2023-03-01T08:51:39.517" v="1785" actId="20577"/>
          <ac:spMkLst>
            <pc:docMk/>
            <pc:sldMk cId="4176483858" sldId="1824"/>
            <ac:spMk id="7" creationId="{A29B65ED-E71C-86FE-7C01-89FC7C1239F6}"/>
          </ac:spMkLst>
        </pc:spChg>
        <pc:spChg chg="add mod replST">
          <ac:chgData name="Fei Zheng" userId="d19317889db4c986" providerId="LiveId" clId="{32D2F1C2-F5D4-4241-9A17-3DF9023FAE02}" dt="2023-03-01T08:52:24.449" v="1808" actId="1076"/>
          <ac:spMkLst>
            <pc:docMk/>
            <pc:sldMk cId="4176483858" sldId="1824"/>
            <ac:spMk id="9" creationId="{8F602681-7293-3868-BA9B-AED1E1D0A117}"/>
          </ac:spMkLst>
        </pc:spChg>
        <pc:spChg chg="add mod replST">
          <ac:chgData name="Fei Zheng" userId="d19317889db4c986" providerId="LiveId" clId="{32D2F1C2-F5D4-4241-9A17-3DF9023FAE02}" dt="2023-03-01T08:50:45.260" v="1563"/>
          <ac:spMkLst>
            <pc:docMk/>
            <pc:sldMk cId="4176483858" sldId="1824"/>
            <ac:spMk id="10" creationId="{0CE42914-B1F4-0C14-CD1B-C3AEB0D88B6C}"/>
          </ac:spMkLst>
        </pc:spChg>
        <pc:spChg chg="add del mod replST">
          <ac:chgData name="Fei Zheng" userId="d19317889db4c986" providerId="LiveId" clId="{32D2F1C2-F5D4-4241-9A17-3DF9023FAE02}" dt="2023-03-01T08:52:01.897" v="1791"/>
          <ac:spMkLst>
            <pc:docMk/>
            <pc:sldMk cId="4176483858" sldId="1824"/>
            <ac:spMk id="11" creationId="{8DE1C668-6389-8529-3FBC-885A6E8FAEC8}"/>
          </ac:spMkLst>
        </pc:spChg>
        <pc:grpChg chg="add mod replST">
          <ac:chgData name="Fei Zheng" userId="d19317889db4c986" providerId="LiveId" clId="{32D2F1C2-F5D4-4241-9A17-3DF9023FAE02}" dt="2023-03-01T08:50:45.241" v="1524"/>
          <ac:grpSpMkLst>
            <pc:docMk/>
            <pc:sldMk cId="4176483858" sldId="1824"/>
            <ac:grpSpMk id="8" creationId="{7C98CC92-83F6-98F6-6684-E6DD55CB91E7}"/>
          </ac:grpSpMkLst>
        </pc:grpChg>
        <pc:picChg chg="add mod replST">
          <ac:chgData name="Fei Zheng" userId="d19317889db4c986" providerId="LiveId" clId="{32D2F1C2-F5D4-4241-9A17-3DF9023FAE02}" dt="2023-03-01T08:58:11.355" v="1936"/>
          <ac:picMkLst>
            <pc:docMk/>
            <pc:sldMk cId="4176483858" sldId="1824"/>
            <ac:picMk id="3" creationId="{C8648556-6986-1EFF-BDA6-AA3F47221E6F}"/>
          </ac:picMkLst>
        </pc:picChg>
      </pc:sldChg>
      <pc:sldChg chg="addSp delSp modSp add mod replTag">
        <pc:chgData name="Fei Zheng" userId="d19317889db4c986" providerId="LiveId" clId="{32D2F1C2-F5D4-4241-9A17-3DF9023FAE02}" dt="2023-03-01T10:16:49.899" v="2964"/>
        <pc:sldMkLst>
          <pc:docMk/>
          <pc:sldMk cId="2079559613" sldId="1825"/>
        </pc:sldMkLst>
        <pc:spChg chg="add mod replST">
          <ac:chgData name="Fei Zheng" userId="d19317889db4c986" providerId="LiveId" clId="{32D2F1C2-F5D4-4241-9A17-3DF9023FAE02}" dt="2023-03-01T10:16:49.898" v="2963"/>
          <ac:spMkLst>
            <pc:docMk/>
            <pc:sldMk cId="2079559613" sldId="1825"/>
            <ac:spMk id="4" creationId="{8D57A4CF-BD1C-1B3B-1996-977462E9911D}"/>
          </ac:spMkLst>
        </pc:spChg>
        <pc:spChg chg="add mod replST">
          <ac:chgData name="Fei Zheng" userId="d19317889db4c986" providerId="LiveId" clId="{32D2F1C2-F5D4-4241-9A17-3DF9023FAE02}" dt="2023-03-01T08:51:20.761" v="1683"/>
          <ac:spMkLst>
            <pc:docMk/>
            <pc:sldMk cId="2079559613" sldId="1825"/>
            <ac:spMk id="5" creationId="{6C34B09A-09A4-AFBB-3280-0B847970A2A5}"/>
          </ac:spMkLst>
        </pc:spChg>
        <pc:spChg chg="add mod replST">
          <ac:chgData name="Fei Zheng" userId="d19317889db4c986" providerId="LiveId" clId="{32D2F1C2-F5D4-4241-9A17-3DF9023FAE02}" dt="2023-03-01T08:51:20.761" v="1683"/>
          <ac:spMkLst>
            <pc:docMk/>
            <pc:sldMk cId="2079559613" sldId="1825"/>
            <ac:spMk id="6" creationId="{D5F7BDE3-876C-0BC7-2792-41C407131A13}"/>
          </ac:spMkLst>
        </pc:spChg>
        <pc:spChg chg="add mod replST">
          <ac:chgData name="Fei Zheng" userId="d19317889db4c986" providerId="LiveId" clId="{32D2F1C2-F5D4-4241-9A17-3DF9023FAE02}" dt="2023-03-01T08:56:14.132" v="1901" actId="20577"/>
          <ac:spMkLst>
            <pc:docMk/>
            <pc:sldMk cId="2079559613" sldId="1825"/>
            <ac:spMk id="7" creationId="{F2EAB79F-5B4A-3E64-18DB-77FD5F155246}"/>
          </ac:spMkLst>
        </pc:spChg>
        <pc:spChg chg="add mod replST">
          <ac:chgData name="Fei Zheng" userId="d19317889db4c986" providerId="LiveId" clId="{32D2F1C2-F5D4-4241-9A17-3DF9023FAE02}" dt="2023-03-01T08:56:46.641" v="1911" actId="20577"/>
          <ac:spMkLst>
            <pc:docMk/>
            <pc:sldMk cId="2079559613" sldId="1825"/>
            <ac:spMk id="9" creationId="{4E223AF7-5711-040E-AC63-9B320F73981C}"/>
          </ac:spMkLst>
        </pc:spChg>
        <pc:spChg chg="add mod replST">
          <ac:chgData name="Fei Zheng" userId="d19317889db4c986" providerId="LiveId" clId="{32D2F1C2-F5D4-4241-9A17-3DF9023FAE02}" dt="2023-03-01T08:51:20.781" v="1723"/>
          <ac:spMkLst>
            <pc:docMk/>
            <pc:sldMk cId="2079559613" sldId="1825"/>
            <ac:spMk id="10" creationId="{3A3F5037-D80A-9620-3B0B-7710852106F1}"/>
          </ac:spMkLst>
        </pc:spChg>
        <pc:spChg chg="add del mod replST">
          <ac:chgData name="Fei Zheng" userId="d19317889db4c986" providerId="LiveId" clId="{32D2F1C2-F5D4-4241-9A17-3DF9023FAE02}" dt="2023-03-01T08:57:59.461" v="1932"/>
          <ac:spMkLst>
            <pc:docMk/>
            <pc:sldMk cId="2079559613" sldId="1825"/>
            <ac:spMk id="11" creationId="{BB44473D-5214-780D-6355-E7A09ABEE35A}"/>
          </ac:spMkLst>
        </pc:spChg>
        <pc:grpChg chg="add mod replST">
          <ac:chgData name="Fei Zheng" userId="d19317889db4c986" providerId="LiveId" clId="{32D2F1C2-F5D4-4241-9A17-3DF9023FAE02}" dt="2023-03-01T08:51:20.761" v="1684"/>
          <ac:grpSpMkLst>
            <pc:docMk/>
            <pc:sldMk cId="2079559613" sldId="1825"/>
            <ac:grpSpMk id="8" creationId="{5F177A00-D62C-E816-7A89-8638ABEC679E}"/>
          </ac:grpSpMkLst>
        </pc:grpChg>
        <pc:picChg chg="add mod replST">
          <ac:chgData name="Fei Zheng" userId="d19317889db4c986" providerId="LiveId" clId="{32D2F1C2-F5D4-4241-9A17-3DF9023FAE02}" dt="2023-03-01T10:16:49.899" v="2964"/>
          <ac:picMkLst>
            <pc:docMk/>
            <pc:sldMk cId="2079559613" sldId="1825"/>
            <ac:picMk id="3" creationId="{F54A65F7-FE21-738A-083E-05BB2B87C303}"/>
          </ac:picMkLst>
        </pc:picChg>
      </pc:sldChg>
      <pc:sldChg chg="addSp delSp modSp new mod delAnim modAnim">
        <pc:chgData name="Fei Zheng" userId="d19317889db4c986" providerId="LiveId" clId="{32D2F1C2-F5D4-4241-9A17-3DF9023FAE02}" dt="2023-03-01T10:23:30.789" v="2987" actId="14100"/>
        <pc:sldMkLst>
          <pc:docMk/>
          <pc:sldMk cId="2649308215" sldId="1826"/>
        </pc:sldMkLst>
        <pc:spChg chg="add mod">
          <ac:chgData name="Fei Zheng" userId="d19317889db4c986" providerId="LiveId" clId="{32D2F1C2-F5D4-4241-9A17-3DF9023FAE02}" dt="2023-03-01T09:31:08.982" v="2802" actId="1076"/>
          <ac:spMkLst>
            <pc:docMk/>
            <pc:sldMk cId="2649308215" sldId="1826"/>
            <ac:spMk id="3" creationId="{478DB9F8-BADA-147A-802A-9B3C00903501}"/>
          </ac:spMkLst>
        </pc:spChg>
        <pc:spChg chg="add mod">
          <ac:chgData name="Fei Zheng" userId="d19317889db4c986" providerId="LiveId" clId="{32D2F1C2-F5D4-4241-9A17-3DF9023FAE02}" dt="2023-03-01T10:21:33.806" v="2970" actId="20577"/>
          <ac:spMkLst>
            <pc:docMk/>
            <pc:sldMk cId="2649308215" sldId="1826"/>
            <ac:spMk id="4" creationId="{66204DCA-E8AA-BE1F-EAF2-E9F9AE9A5C90}"/>
          </ac:spMkLst>
        </pc:spChg>
        <pc:spChg chg="add mod">
          <ac:chgData name="Fei Zheng" userId="d19317889db4c986" providerId="LiveId" clId="{32D2F1C2-F5D4-4241-9A17-3DF9023FAE02}" dt="2023-03-01T09:23:18.860" v="2748" actId="14100"/>
          <ac:spMkLst>
            <pc:docMk/>
            <pc:sldMk cId="2649308215" sldId="1826"/>
            <ac:spMk id="5" creationId="{34E3F37D-EF29-4483-9C37-98BCC4306109}"/>
          </ac:spMkLst>
        </pc:spChg>
        <pc:spChg chg="add mod">
          <ac:chgData name="Fei Zheng" userId="d19317889db4c986" providerId="LiveId" clId="{32D2F1C2-F5D4-4241-9A17-3DF9023FAE02}" dt="2023-03-01T09:23:28.333" v="2751" actId="14100"/>
          <ac:spMkLst>
            <pc:docMk/>
            <pc:sldMk cId="2649308215" sldId="1826"/>
            <ac:spMk id="6" creationId="{7EBDD900-B7AE-9E20-55C4-920667EEC8C1}"/>
          </ac:spMkLst>
        </pc:spChg>
        <pc:spChg chg="add mod">
          <ac:chgData name="Fei Zheng" userId="d19317889db4c986" providerId="LiveId" clId="{32D2F1C2-F5D4-4241-9A17-3DF9023FAE02}" dt="2023-03-01T09:24:07.549" v="2760" actId="14100"/>
          <ac:spMkLst>
            <pc:docMk/>
            <pc:sldMk cId="2649308215" sldId="1826"/>
            <ac:spMk id="7" creationId="{584D4221-7A9D-3D11-50E8-B302BCE34903}"/>
          </ac:spMkLst>
        </pc:spChg>
        <pc:spChg chg="add mod">
          <ac:chgData name="Fei Zheng" userId="d19317889db4c986" providerId="LiveId" clId="{32D2F1C2-F5D4-4241-9A17-3DF9023FAE02}" dt="2023-03-01T09:25:23.412" v="2763" actId="14100"/>
          <ac:spMkLst>
            <pc:docMk/>
            <pc:sldMk cId="2649308215" sldId="1826"/>
            <ac:spMk id="8" creationId="{19D2C9ED-C1D8-875E-586B-EAD67625C687}"/>
          </ac:spMkLst>
        </pc:spChg>
        <pc:spChg chg="add mod">
          <ac:chgData name="Fei Zheng" userId="d19317889db4c986" providerId="LiveId" clId="{32D2F1C2-F5D4-4241-9A17-3DF9023FAE02}" dt="2023-03-01T10:23:30.789" v="2987" actId="14100"/>
          <ac:spMkLst>
            <pc:docMk/>
            <pc:sldMk cId="2649308215" sldId="1826"/>
            <ac:spMk id="9" creationId="{008290FF-D4EF-6C8E-4D92-8B9AF79C9AA8}"/>
          </ac:spMkLst>
        </pc:spChg>
        <pc:spChg chg="add mod">
          <ac:chgData name="Fei Zheng" userId="d19317889db4c986" providerId="LiveId" clId="{32D2F1C2-F5D4-4241-9A17-3DF9023FAE02}" dt="2023-03-01T10:23:25.252" v="2986" actId="1038"/>
          <ac:spMkLst>
            <pc:docMk/>
            <pc:sldMk cId="2649308215" sldId="1826"/>
            <ac:spMk id="10" creationId="{A18201A8-FCCB-116A-F59A-E20EC3EA006E}"/>
          </ac:spMkLst>
        </pc:spChg>
        <pc:spChg chg="add mod">
          <ac:chgData name="Fei Zheng" userId="d19317889db4c986" providerId="LiveId" clId="{32D2F1C2-F5D4-4241-9A17-3DF9023FAE02}" dt="2023-03-01T09:27:23.418" v="2781" actId="14100"/>
          <ac:spMkLst>
            <pc:docMk/>
            <pc:sldMk cId="2649308215" sldId="1826"/>
            <ac:spMk id="11" creationId="{A10F189E-4A50-EE7E-7ED4-511A0D5CC548}"/>
          </ac:spMkLst>
        </pc:spChg>
        <pc:spChg chg="add mod">
          <ac:chgData name="Fei Zheng" userId="d19317889db4c986" providerId="LiveId" clId="{32D2F1C2-F5D4-4241-9A17-3DF9023FAE02}" dt="2023-03-01T10:23:21.179" v="2983" actId="1038"/>
          <ac:spMkLst>
            <pc:docMk/>
            <pc:sldMk cId="2649308215" sldId="1826"/>
            <ac:spMk id="12" creationId="{80C4E1A3-AE97-EC8F-DC69-C8A822D96360}"/>
          </ac:spMkLst>
        </pc:spChg>
        <pc:spChg chg="add mod">
          <ac:chgData name="Fei Zheng" userId="d19317889db4c986" providerId="LiveId" clId="{32D2F1C2-F5D4-4241-9A17-3DF9023FAE02}" dt="2023-03-01T10:23:22.711" v="2984" actId="1038"/>
          <ac:spMkLst>
            <pc:docMk/>
            <pc:sldMk cId="2649308215" sldId="1826"/>
            <ac:spMk id="13" creationId="{93DF41E1-91CE-F1DE-F822-496C9B6086F9}"/>
          </ac:spMkLst>
        </pc:spChg>
        <pc:spChg chg="add del mod">
          <ac:chgData name="Fei Zheng" userId="d19317889db4c986" providerId="LiveId" clId="{32D2F1C2-F5D4-4241-9A17-3DF9023FAE02}" dt="2023-03-01T10:21:25.598" v="2966" actId="21"/>
          <ac:spMkLst>
            <pc:docMk/>
            <pc:sldMk cId="2649308215" sldId="1826"/>
            <ac:spMk id="14" creationId="{BB6C4E1A-04ED-0603-2E3E-F91B55043AD3}"/>
          </ac:spMkLst>
        </pc:spChg>
        <pc:spChg chg="add mod">
          <ac:chgData name="Fei Zheng" userId="d19317889db4c986" providerId="LiveId" clId="{32D2F1C2-F5D4-4241-9A17-3DF9023FAE02}" dt="2023-03-01T09:28:15.359" v="2791" actId="14100"/>
          <ac:spMkLst>
            <pc:docMk/>
            <pc:sldMk cId="2649308215" sldId="1826"/>
            <ac:spMk id="15" creationId="{22D4DA76-0562-58B4-FC2F-4CAB0CD45E40}"/>
          </ac:spMkLst>
        </pc:spChg>
        <pc:spChg chg="add mod">
          <ac:chgData name="Fei Zheng" userId="d19317889db4c986" providerId="LiveId" clId="{32D2F1C2-F5D4-4241-9A17-3DF9023FAE02}" dt="2023-03-01T09:32:44.314" v="2822" actId="208"/>
          <ac:spMkLst>
            <pc:docMk/>
            <pc:sldMk cId="2649308215" sldId="1826"/>
            <ac:spMk id="20" creationId="{24ABBE7C-EAF6-3A60-CF22-627B5D39AF68}"/>
          </ac:spMkLst>
        </pc:spChg>
        <pc:spChg chg="add del mod">
          <ac:chgData name="Fei Zheng" userId="d19317889db4c986" providerId="LiveId" clId="{32D2F1C2-F5D4-4241-9A17-3DF9023FAE02}" dt="2023-03-01T09:32:02.152" v="2808"/>
          <ac:spMkLst>
            <pc:docMk/>
            <pc:sldMk cId="2649308215" sldId="1826"/>
            <ac:spMk id="21" creationId="{238730A4-B2C3-2C01-7315-D354F5859BE8}"/>
          </ac:spMkLst>
        </pc:spChg>
        <pc:spChg chg="add mod">
          <ac:chgData name="Fei Zheng" userId="d19317889db4c986" providerId="LiveId" clId="{32D2F1C2-F5D4-4241-9A17-3DF9023FAE02}" dt="2023-03-01T09:32:59.375" v="2824" actId="1076"/>
          <ac:spMkLst>
            <pc:docMk/>
            <pc:sldMk cId="2649308215" sldId="1826"/>
            <ac:spMk id="22" creationId="{5D759A89-A6FE-E18E-E350-5D4BC7BE521A}"/>
          </ac:spMkLst>
        </pc:spChg>
        <pc:spChg chg="add mod">
          <ac:chgData name="Fei Zheng" userId="d19317889db4c986" providerId="LiveId" clId="{32D2F1C2-F5D4-4241-9A17-3DF9023FAE02}" dt="2023-03-01T09:36:12.733" v="2892" actId="14100"/>
          <ac:spMkLst>
            <pc:docMk/>
            <pc:sldMk cId="2649308215" sldId="1826"/>
            <ac:spMk id="23" creationId="{5EEB5177-891C-149B-7003-4BEB6DC450A0}"/>
          </ac:spMkLst>
        </pc:spChg>
        <pc:spChg chg="add mod">
          <ac:chgData name="Fei Zheng" userId="d19317889db4c986" providerId="LiveId" clId="{32D2F1C2-F5D4-4241-9A17-3DF9023FAE02}" dt="2023-03-01T10:21:41.432" v="2972" actId="166"/>
          <ac:spMkLst>
            <pc:docMk/>
            <pc:sldMk cId="2649308215" sldId="1826"/>
            <ac:spMk id="24" creationId="{5EE79231-6739-BEAD-76E6-23973D1949E6}"/>
          </ac:spMkLst>
        </pc:spChg>
        <pc:spChg chg="add mod">
          <ac:chgData name="Fei Zheng" userId="d19317889db4c986" providerId="LiveId" clId="{32D2F1C2-F5D4-4241-9A17-3DF9023FAE02}" dt="2023-03-01T10:21:35.837" v="2971"/>
          <ac:spMkLst>
            <pc:docMk/>
            <pc:sldMk cId="2649308215" sldId="1826"/>
            <ac:spMk id="25" creationId="{0633BFE5-DDD6-0FE3-355C-A8109232092E}"/>
          </ac:spMkLst>
        </pc:spChg>
        <pc:picChg chg="add mod">
          <ac:chgData name="Fei Zheng" userId="d19317889db4c986" providerId="LiveId" clId="{32D2F1C2-F5D4-4241-9A17-3DF9023FAE02}" dt="2023-03-01T09:32:08.355" v="2811" actId="14100"/>
          <ac:picMkLst>
            <pc:docMk/>
            <pc:sldMk cId="2649308215" sldId="1826"/>
            <ac:picMk id="17" creationId="{32363DFA-F983-36E8-36A3-83E94F5443F9}"/>
          </ac:picMkLst>
        </pc:picChg>
        <pc:picChg chg="add mod">
          <ac:chgData name="Fei Zheng" userId="d19317889db4c986" providerId="LiveId" clId="{32D2F1C2-F5D4-4241-9A17-3DF9023FAE02}" dt="2023-03-01T09:33:01.845" v="2825" actId="1076"/>
          <ac:picMkLst>
            <pc:docMk/>
            <pc:sldMk cId="2649308215" sldId="1826"/>
            <ac:picMk id="19" creationId="{28E18077-BE73-A406-C586-D30FD237D79F}"/>
          </ac:picMkLst>
        </pc:picChg>
        <pc:cxnChg chg="add del mod">
          <ac:chgData name="Fei Zheng" userId="d19317889db4c986" providerId="LiveId" clId="{32D2F1C2-F5D4-4241-9A17-3DF9023FAE02}" dt="2023-03-01T09:19:14.054" v="2715" actId="478"/>
          <ac:cxnSpMkLst>
            <pc:docMk/>
            <pc:sldMk cId="2649308215" sldId="1826"/>
            <ac:cxnSpMk id="2" creationId="{68C76F94-F5B1-7956-9C7D-7AA0A3BC1771}"/>
          </ac:cxnSpMkLst>
        </pc:cxnChg>
      </pc:sldChg>
      <pc:sldChg chg="addSp delSp modSp add mod">
        <pc:chgData name="Fei Zheng" userId="d19317889db4c986" providerId="LiveId" clId="{32D2F1C2-F5D4-4241-9A17-3DF9023FAE02}" dt="2023-03-01T12:16:37.486" v="3247" actId="20577"/>
        <pc:sldMkLst>
          <pc:docMk/>
          <pc:sldMk cId="1754385734" sldId="1827"/>
        </pc:sldMkLst>
        <pc:spChg chg="del mod">
          <ac:chgData name="Fei Zheng" userId="d19317889db4c986" providerId="LiveId" clId="{32D2F1C2-F5D4-4241-9A17-3DF9023FAE02}" dt="2023-03-01T12:13:33.434" v="3079" actId="478"/>
          <ac:spMkLst>
            <pc:docMk/>
            <pc:sldMk cId="1754385734" sldId="1827"/>
            <ac:spMk id="2" creationId="{6506088E-2B4B-944E-B5F5-33F75A925B4F}"/>
          </ac:spMkLst>
        </pc:spChg>
        <pc:spChg chg="add mod">
          <ac:chgData name="Fei Zheng" userId="d19317889db4c986" providerId="LiveId" clId="{32D2F1C2-F5D4-4241-9A17-3DF9023FAE02}" dt="2023-03-01T12:16:37.486" v="3247" actId="20577"/>
          <ac:spMkLst>
            <pc:docMk/>
            <pc:sldMk cId="1754385734" sldId="1827"/>
            <ac:spMk id="4" creationId="{E74633F8-868D-9B74-121F-3DD58F3F3A7D}"/>
          </ac:spMkLst>
        </pc:spChg>
        <pc:spChg chg="add mod">
          <ac:chgData name="Fei Zheng" userId="d19317889db4c986" providerId="LiveId" clId="{32D2F1C2-F5D4-4241-9A17-3DF9023FAE02}" dt="2023-03-01T12:16:22.995" v="3229" actId="20577"/>
          <ac:spMkLst>
            <pc:docMk/>
            <pc:sldMk cId="1754385734" sldId="1827"/>
            <ac:spMk id="6" creationId="{9250CB2E-F82D-9751-0454-67F6AF368160}"/>
          </ac:spMkLst>
        </pc:spChg>
        <pc:graphicFrameChg chg="add mod modGraphic">
          <ac:chgData name="Fei Zheng" userId="d19317889db4c986" providerId="LiveId" clId="{32D2F1C2-F5D4-4241-9A17-3DF9023FAE02}" dt="2023-03-01T12:15:49.818" v="3226" actId="1076"/>
          <ac:graphicFrameMkLst>
            <pc:docMk/>
            <pc:sldMk cId="1754385734" sldId="1827"/>
            <ac:graphicFrameMk id="5" creationId="{A812CB29-7859-18D2-A519-801887B2CB56}"/>
          </ac:graphicFrameMkLst>
        </pc:graphicFrameChg>
        <pc:cxnChg chg="add mod">
          <ac:chgData name="Fei Zheng" userId="d19317889db4c986" providerId="LiveId" clId="{32D2F1C2-F5D4-4241-9A17-3DF9023FAE02}" dt="2023-03-01T12:11:28.144" v="2991"/>
          <ac:cxnSpMkLst>
            <pc:docMk/>
            <pc:sldMk cId="1754385734" sldId="1827"/>
            <ac:cxnSpMk id="3" creationId="{35C6D91A-D1EC-0882-3C62-14BE2C4CB183}"/>
          </ac:cxnSpMkLst>
        </pc:cxnChg>
      </pc:sldChg>
      <pc:sldChg chg="addSp modSp new del mod">
        <pc:chgData name="Fei Zheng" userId="d19317889db4c986" providerId="LiveId" clId="{32D2F1C2-F5D4-4241-9A17-3DF9023FAE02}" dt="2023-03-01T09:22:12.597" v="2740" actId="2696"/>
        <pc:sldMkLst>
          <pc:docMk/>
          <pc:sldMk cId="2421943443" sldId="1827"/>
        </pc:sldMkLst>
        <pc:spChg chg="add mod">
          <ac:chgData name="Fei Zheng" userId="d19317889db4c986" providerId="LiveId" clId="{32D2F1C2-F5D4-4241-9A17-3DF9023FAE02}" dt="2023-03-01T09:07:37.308" v="2371" actId="20577"/>
          <ac:spMkLst>
            <pc:docMk/>
            <pc:sldMk cId="2421943443" sldId="1827"/>
            <ac:spMk id="2" creationId="{6506088E-2B4B-944E-B5F5-33F75A925B4F}"/>
          </ac:spMkLst>
        </pc:spChg>
      </pc:sldChg>
      <pc:sldChg chg="addSp delSp modSp new mod setBg">
        <pc:chgData name="Fei Zheng" userId="d19317889db4c986" providerId="LiveId" clId="{32D2F1C2-F5D4-4241-9A17-3DF9023FAE02}" dt="2023-03-01T09:41:21.523" v="2924" actId="1076"/>
        <pc:sldMkLst>
          <pc:docMk/>
          <pc:sldMk cId="4154633611" sldId="1828"/>
        </pc:sldMkLst>
        <pc:spChg chg="add del">
          <ac:chgData name="Fei Zheng" userId="d19317889db4c986" providerId="LiveId" clId="{32D2F1C2-F5D4-4241-9A17-3DF9023FAE02}" dt="2023-03-01T09:40:35.827" v="2910" actId="26606"/>
          <ac:spMkLst>
            <pc:docMk/>
            <pc:sldMk cId="4154633611" sldId="1828"/>
            <ac:spMk id="10" creationId="{A9F529C3-C941-49FD-8C67-82F134F64BDB}"/>
          </ac:spMkLst>
        </pc:spChg>
        <pc:spChg chg="add del">
          <ac:chgData name="Fei Zheng" userId="d19317889db4c986" providerId="LiveId" clId="{32D2F1C2-F5D4-4241-9A17-3DF9023FAE02}" dt="2023-03-01T09:40:35.827" v="2910" actId="26606"/>
          <ac:spMkLst>
            <pc:docMk/>
            <pc:sldMk cId="4154633611" sldId="1828"/>
            <ac:spMk id="12" creationId="{20586029-32A0-47E5-9AEC-AE3ABA6B94D0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6" creationId="{664E23E2-7440-4E36-A67B-0F88C5F7E185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7" creationId="{B06949AE-010D-4C18-8AED-7872085ADD57}"/>
          </ac:spMkLst>
        </pc:spChg>
        <pc:spChg chg="add del">
          <ac:chgData name="Fei Zheng" userId="d19317889db4c986" providerId="LiveId" clId="{32D2F1C2-F5D4-4241-9A17-3DF9023FAE02}" dt="2023-03-01T09:40:37.939" v="2912" actId="26606"/>
          <ac:spMkLst>
            <pc:docMk/>
            <pc:sldMk cId="4154633611" sldId="1828"/>
            <ac:spMk id="18" creationId="{FE54AADB-50C7-4293-94C0-27361A32B8CF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0" creationId="{2F19B711-C590-44D1-9AA8-9F143B0ED58A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1" creationId="{C0C79CF2-6A1C-4636-84CE-ABB2BE191D23}"/>
          </ac:spMkLst>
        </pc:spChg>
        <pc:spChg chg="add del">
          <ac:chgData name="Fei Zheng" userId="d19317889db4c986" providerId="LiveId" clId="{32D2F1C2-F5D4-4241-9A17-3DF9023FAE02}" dt="2023-03-01T09:40:48.476" v="2914" actId="26606"/>
          <ac:spMkLst>
            <pc:docMk/>
            <pc:sldMk cId="4154633611" sldId="1828"/>
            <ac:spMk id="22" creationId="{7A5D17DF-AD65-402C-A95C-F13C770C9FCD}"/>
          </ac:spMkLst>
        </pc:spChg>
        <pc:spChg chg="add del">
          <ac:chgData name="Fei Zheng" userId="d19317889db4c986" providerId="LiveId" clId="{32D2F1C2-F5D4-4241-9A17-3DF9023FAE02}" dt="2023-03-01T09:40:57.299" v="2917" actId="26606"/>
          <ac:spMkLst>
            <pc:docMk/>
            <pc:sldMk cId="4154633611" sldId="1828"/>
            <ac:spMk id="24" creationId="{A9F529C3-C941-49FD-8C67-82F134F64BDB}"/>
          </ac:spMkLst>
        </pc:spChg>
        <pc:spChg chg="add del">
          <ac:chgData name="Fei Zheng" userId="d19317889db4c986" providerId="LiveId" clId="{32D2F1C2-F5D4-4241-9A17-3DF9023FAE02}" dt="2023-03-01T09:40:57.299" v="2917" actId="26606"/>
          <ac:spMkLst>
            <pc:docMk/>
            <pc:sldMk cId="4154633611" sldId="1828"/>
            <ac:spMk id="25" creationId="{20586029-32A0-47E5-9AEC-AE3ABA6B94D0}"/>
          </ac:spMkLst>
        </pc:spChg>
        <pc:picChg chg="add mod ord">
          <ac:chgData name="Fei Zheng" userId="d19317889db4c986" providerId="LiveId" clId="{32D2F1C2-F5D4-4241-9A17-3DF9023FAE02}" dt="2023-03-01T09:41:19.046" v="2923" actId="1076"/>
          <ac:picMkLst>
            <pc:docMk/>
            <pc:sldMk cId="4154633611" sldId="1828"/>
            <ac:picMk id="3" creationId="{68A7B4EB-ED87-FBC5-24E7-9A6A659DAE81}"/>
          </ac:picMkLst>
        </pc:picChg>
        <pc:picChg chg="add mod">
          <ac:chgData name="Fei Zheng" userId="d19317889db4c986" providerId="LiveId" clId="{32D2F1C2-F5D4-4241-9A17-3DF9023FAE02}" dt="2023-03-01T09:41:21.523" v="2924" actId="1076"/>
          <ac:picMkLst>
            <pc:docMk/>
            <pc:sldMk cId="4154633611" sldId="1828"/>
            <ac:picMk id="5" creationId="{307BE8C0-C28F-EE44-DAAA-02929ECD5F83}"/>
          </ac:picMkLst>
        </pc:picChg>
        <pc:cxnChg chg="add del">
          <ac:chgData name="Fei Zheng" userId="d19317889db4c986" providerId="LiveId" clId="{32D2F1C2-F5D4-4241-9A17-3DF9023FAE02}" dt="2023-03-01T09:40:35.827" v="2910" actId="26606"/>
          <ac:cxnSpMkLst>
            <pc:docMk/>
            <pc:sldMk cId="4154633611" sldId="1828"/>
            <ac:cxnSpMk id="14" creationId="{8C730EAB-A532-4295-A302-FB4B90DB9F5E}"/>
          </ac:cxnSpMkLst>
        </pc:cxnChg>
        <pc:cxnChg chg="add del">
          <ac:chgData name="Fei Zheng" userId="d19317889db4c986" providerId="LiveId" clId="{32D2F1C2-F5D4-4241-9A17-3DF9023FAE02}" dt="2023-03-01T09:40:57.299" v="2917" actId="26606"/>
          <ac:cxnSpMkLst>
            <pc:docMk/>
            <pc:sldMk cId="4154633611" sldId="1828"/>
            <ac:cxnSpMk id="26" creationId="{8C730EAB-A532-4295-A302-FB4B90DB9F5E}"/>
          </ac:cxnSpMkLst>
        </pc:cxnChg>
      </pc:sldChg>
      <pc:sldChg chg="modSp add">
        <pc:chgData name="Fei Zheng" userId="d19317889db4c986" providerId="LiveId" clId="{32D2F1C2-F5D4-4241-9A17-3DF9023FAE02}" dt="2023-03-01T09:55:56.432" v="2947" actId="207"/>
        <pc:sldMkLst>
          <pc:docMk/>
          <pc:sldMk cId="266301283" sldId="1829"/>
        </pc:sldMkLst>
        <pc:spChg chg="mod">
          <ac:chgData name="Fei Zheng" userId="d19317889db4c986" providerId="LiveId" clId="{32D2F1C2-F5D4-4241-9A17-3DF9023FAE02}" dt="2023-03-01T09:55:56.432" v="2947" actId="207"/>
          <ac:spMkLst>
            <pc:docMk/>
            <pc:sldMk cId="266301283" sldId="1829"/>
            <ac:spMk id="23" creationId="{61B639E3-A9F0-8746-B4D2-C25EB522FC48}"/>
          </ac:spMkLst>
        </pc:spChg>
        <pc:spChg chg="mod">
          <ac:chgData name="Fei Zheng" userId="d19317889db4c986" providerId="LiveId" clId="{32D2F1C2-F5D4-4241-9A17-3DF9023FAE02}" dt="2023-03-01T09:55:56.432" v="2947" actId="207"/>
          <ac:spMkLst>
            <pc:docMk/>
            <pc:sldMk cId="266301283" sldId="1829"/>
            <ac:spMk id="24" creationId="{F8BB9CD2-691B-5F45-BD9E-ECBD5049B0A3}"/>
          </ac:spMkLst>
        </pc:spChg>
        <pc:spChg chg="mod">
          <ac:chgData name="Fei Zheng" userId="d19317889db4c986" providerId="LiveId" clId="{32D2F1C2-F5D4-4241-9A17-3DF9023FAE02}" dt="2023-03-01T09:55:51.943" v="2946" actId="207"/>
          <ac:spMkLst>
            <pc:docMk/>
            <pc:sldMk cId="266301283" sldId="1829"/>
            <ac:spMk id="25" creationId="{8C62DF35-553C-E642-882A-6AC024C837BA}"/>
          </ac:spMkLst>
        </pc:spChg>
        <pc:spChg chg="mod">
          <ac:chgData name="Fei Zheng" userId="d19317889db4c986" providerId="LiveId" clId="{32D2F1C2-F5D4-4241-9A17-3DF9023FAE02}" dt="2023-03-01T09:55:51.943" v="2946" actId="207"/>
          <ac:spMkLst>
            <pc:docMk/>
            <pc:sldMk cId="266301283" sldId="1829"/>
            <ac:spMk id="26" creationId="{FEF3B40D-F6F0-FF48-A286-CAD207BF54E4}"/>
          </ac:spMkLst>
        </pc:spChg>
      </pc:sldChg>
      <pc:sldChg chg="delSp modSp add mod">
        <pc:chgData name="Fei Zheng" userId="d19317889db4c986" providerId="LiveId" clId="{32D2F1C2-F5D4-4241-9A17-3DF9023FAE02}" dt="2023-03-01T12:11:17.200" v="2990" actId="20577"/>
        <pc:sldMkLst>
          <pc:docMk/>
          <pc:sldMk cId="1470924273" sldId="1830"/>
        </pc:sldMkLst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2" creationId="{467E1F10-C9D6-42A4-9E30-B15732E07D69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4" creationId="{D227CCF0-2242-446D-B284-052054243DEA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5" creationId="{6BFD9611-BBDF-465A-9201-0862821820CA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6" creationId="{8AC2B69F-C53F-4270-BDB3-A4855D7017CD}"/>
          </ac:spMkLst>
        </pc:spChg>
        <pc:spChg chg="mod">
          <ac:chgData name="Fei Zheng" userId="d19317889db4c986" providerId="LiveId" clId="{32D2F1C2-F5D4-4241-9A17-3DF9023FAE02}" dt="2023-03-01T12:11:17.200" v="2990" actId="20577"/>
          <ac:spMkLst>
            <pc:docMk/>
            <pc:sldMk cId="1470924273" sldId="1830"/>
            <ac:spMk id="7" creationId="{5F683D7F-CCB7-302B-8CF0-8751B3BF8615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10" creationId="{83E9E24D-5454-4F4E-86E0-D62504EBC7C9}"/>
          </ac:spMkLst>
        </pc:spChg>
        <pc:spChg chg="del">
          <ac:chgData name="Fei Zheng" userId="d19317889db4c986" providerId="LiveId" clId="{32D2F1C2-F5D4-4241-9A17-3DF9023FAE02}" dt="2023-03-01T12:11:14.648" v="2989" actId="478"/>
          <ac:spMkLst>
            <pc:docMk/>
            <pc:sldMk cId="1470924273" sldId="1830"/>
            <ac:spMk id="12" creationId="{CD8E9032-E798-C869-6641-DD413F0788E4}"/>
          </ac:spMkLst>
        </pc:spChg>
      </pc:sldChg>
      <pc:sldChg chg="modSp add mod">
        <pc:chgData name="Fei Zheng" userId="d19317889db4c986" providerId="LiveId" clId="{32D2F1C2-F5D4-4241-9A17-3DF9023FAE02}" dt="2023-03-01T12:16:55.430" v="3249" actId="20577"/>
        <pc:sldMkLst>
          <pc:docMk/>
          <pc:sldMk cId="2999265944" sldId="1831"/>
        </pc:sldMkLst>
        <pc:spChg chg="mod">
          <ac:chgData name="Fei Zheng" userId="d19317889db4c986" providerId="LiveId" clId="{32D2F1C2-F5D4-4241-9A17-3DF9023FAE02}" dt="2023-03-01T12:16:55.430" v="3249" actId="20577"/>
          <ac:spMkLst>
            <pc:docMk/>
            <pc:sldMk cId="2999265944" sldId="1831"/>
            <ac:spMk id="7" creationId="{5F683D7F-CCB7-302B-8CF0-8751B3BF8615}"/>
          </ac:spMkLst>
        </pc:spChg>
      </pc:sldChg>
      <pc:sldChg chg="add">
        <pc:chgData name="Fei Zheng" userId="d19317889db4c986" providerId="LiveId" clId="{32D2F1C2-F5D4-4241-9A17-3DF9023FAE02}" dt="2023-03-01T12:17:04.128" v="3250" actId="2890"/>
        <pc:sldMkLst>
          <pc:docMk/>
          <pc:sldMk cId="2772511137" sldId="1832"/>
        </pc:sldMkLst>
      </pc:sldChg>
    </pc:docChg>
  </pc:docChgLst>
  <pc:docChgLst>
    <pc:chgData name="Zheng Fei" userId="d19317889db4c986" providerId="LiveId" clId="{3861D70B-005F-4AE3-9F94-86BFD29D89F4}"/>
    <pc:docChg chg="undo redo custSel addSld delSld modSld sldOrd">
      <pc:chgData name="Zheng Fei" userId="d19317889db4c986" providerId="LiveId" clId="{3861D70B-005F-4AE3-9F94-86BFD29D89F4}" dt="2022-02-23T15:09:14.260" v="1864"/>
      <pc:docMkLst>
        <pc:docMk/>
      </pc:docMkLst>
      <pc:sldChg chg="addSp delSp modSp add mod ord modShow">
        <pc:chgData name="Zheng Fei" userId="d19317889db4c986" providerId="LiveId" clId="{3861D70B-005F-4AE3-9F94-86BFD29D89F4}" dt="2022-02-17T18:15:05.548" v="803" actId="1036"/>
        <pc:sldMkLst>
          <pc:docMk/>
          <pc:sldMk cId="3140837993" sldId="258"/>
        </pc:sldMkLst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8" creationId="{00000000-0000-0000-0000-000000000000}"/>
          </ac:spMkLst>
        </pc:spChg>
        <pc:spChg chg="add mod">
          <ac:chgData name="Zheng Fei" userId="d19317889db4c986" providerId="LiveId" clId="{3861D70B-005F-4AE3-9F94-86BFD29D89F4}" dt="2022-02-17T18:15:05.548" v="803" actId="1036"/>
          <ac:spMkLst>
            <pc:docMk/>
            <pc:sldMk cId="3140837993" sldId="258"/>
            <ac:spMk id="15" creationId="{70E23402-D9AD-4ADC-9AB9-16F13CB48B32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19" creationId="{14A0E322-51C2-3748-9018-9D449F9AB12E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20" creationId="{832CE7C9-AE8E-164F-A612-630C2CAEAF66}"/>
          </ac:spMkLst>
        </pc:spChg>
        <pc:spChg chg="del">
          <ac:chgData name="Zheng Fei" userId="d19317889db4c986" providerId="LiveId" clId="{3861D70B-005F-4AE3-9F94-86BFD29D89F4}" dt="2022-02-17T18:13:49.732" v="727" actId="478"/>
          <ac:spMkLst>
            <pc:docMk/>
            <pc:sldMk cId="3140837993" sldId="258"/>
            <ac:spMk id="23" creationId="{134965D9-6880-4F5F-A3B8-3938EBB2336A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28.891" v="765" actId="1076"/>
          <ac:spMkLst>
            <pc:docMk/>
            <pc:sldMk cId="3140837993" sldId="258"/>
            <ac:spMk id="35" creationId="{00000000-0000-0000-0000-000000000000}"/>
          </ac:spMkLst>
        </pc:spChg>
        <pc:spChg chg="mod">
          <ac:chgData name="Zheng Fei" userId="d19317889db4c986" providerId="LiveId" clId="{3861D70B-005F-4AE3-9F94-86BFD29D89F4}" dt="2022-02-17T18:14:34.439" v="778" actId="1035"/>
          <ac:spMkLst>
            <pc:docMk/>
            <pc:sldMk cId="3140837993" sldId="258"/>
            <ac:spMk id="69" creationId="{00000000-0000-0000-0000-000000000000}"/>
          </ac:spMkLst>
        </pc:spChg>
        <pc:spChg chg="mod">
          <ac:chgData name="Zheng Fei" userId="d19317889db4c986" providerId="LiveId" clId="{3861D70B-005F-4AE3-9F94-86BFD29D89F4}" dt="2022-02-11T11:36:47.711" v="14" actId="207"/>
          <ac:spMkLst>
            <pc:docMk/>
            <pc:sldMk cId="3140837993" sldId="258"/>
            <ac:spMk id="70" creationId="{00000000-0000-0000-0000-000000000000}"/>
          </ac:spMkLst>
        </pc:spChg>
      </pc:sldChg>
      <pc:sldChg chg="modSp add del mod ord modShow">
        <pc:chgData name="Zheng Fei" userId="d19317889db4c986" providerId="LiveId" clId="{3861D70B-005F-4AE3-9F94-86BFD29D89F4}" dt="2022-02-17T18:13:25.958" v="722" actId="2696"/>
        <pc:sldMkLst>
          <pc:docMk/>
          <pc:sldMk cId="3573719422" sldId="258"/>
        </pc:sldMkLst>
        <pc:spChg chg="mod">
          <ac:chgData name="Zheng Fei" userId="d19317889db4c986" providerId="LiveId" clId="{3861D70B-005F-4AE3-9F94-86BFD29D89F4}" dt="2022-02-17T18:10:45.500" v="713" actId="20577"/>
          <ac:spMkLst>
            <pc:docMk/>
            <pc:sldMk cId="3573719422" sldId="258"/>
            <ac:spMk id="23" creationId="{134965D9-6880-4F5F-A3B8-3938EBB2336A}"/>
          </ac:spMkLst>
        </pc:spChg>
      </pc:sldChg>
      <pc:sldChg chg="addSp delSp modSp mod addAnim delAnim modAnim">
        <pc:chgData name="Zheng Fei" userId="d19317889db4c986" providerId="LiveId" clId="{3861D70B-005F-4AE3-9F94-86BFD29D89F4}" dt="2022-02-17T18:41:26.824" v="1138"/>
        <pc:sldMkLst>
          <pc:docMk/>
          <pc:sldMk cId="0" sldId="269"/>
        </pc:sldMkLst>
        <pc:spChg chg="add del">
          <ac:chgData name="Zheng Fei" userId="d19317889db4c986" providerId="LiveId" clId="{3861D70B-005F-4AE3-9F94-86BFD29D89F4}" dt="2022-02-17T18:39:37.720" v="1113" actId="22"/>
          <ac:spMkLst>
            <pc:docMk/>
            <pc:sldMk cId="0" sldId="269"/>
            <ac:spMk id="15" creationId="{0C7BA4E7-8D9D-4BE1-B378-C34E9AE09423}"/>
          </ac:spMkLst>
        </pc:spChg>
        <pc:spChg chg="add mod">
          <ac:chgData name="Zheng Fei" userId="d19317889db4c986" providerId="LiveId" clId="{3861D70B-005F-4AE3-9F94-86BFD29D89F4}" dt="2022-02-17T18:39:44.667" v="1116" actId="1076"/>
          <ac:spMkLst>
            <pc:docMk/>
            <pc:sldMk cId="0" sldId="269"/>
            <ac:spMk id="17" creationId="{0A3E96BC-C269-4A33-BC8D-FA75BE56F062}"/>
          </ac:spMkLst>
        </pc:spChg>
        <pc:spChg chg="mod">
          <ac:chgData name="Zheng Fei" userId="d19317889db4c986" providerId="LiveId" clId="{3861D70B-005F-4AE3-9F94-86BFD29D89F4}" dt="2022-02-17T18:40:42.402" v="1134" actId="1037"/>
          <ac:spMkLst>
            <pc:docMk/>
            <pc:sldMk cId="0" sldId="269"/>
            <ac:spMk id="46082" creationId="{1BE94711-A3A1-4E9E-B47D-0BA91CFD30B3}"/>
          </ac:spMkLst>
        </pc:spChg>
        <pc:spChg chg="mod">
          <ac:chgData name="Zheng Fei" userId="d19317889db4c986" providerId="LiveId" clId="{3861D70B-005F-4AE3-9F94-86BFD29D89F4}" dt="2022-02-17T18:39:32.013" v="1109" actId="21"/>
          <ac:spMkLst>
            <pc:docMk/>
            <pc:sldMk cId="0" sldId="269"/>
            <ac:spMk id="46084" creationId="{30C4ECC6-CB5F-4EFA-8C96-545DEBA8260A}"/>
          </ac:spMkLst>
        </pc:spChg>
      </pc:sldChg>
      <pc:sldChg chg="modAnim">
        <pc:chgData name="Zheng Fei" userId="d19317889db4c986" providerId="LiveId" clId="{3861D70B-005F-4AE3-9F94-86BFD29D89F4}" dt="2022-02-17T18:42:15.069" v="1139"/>
        <pc:sldMkLst>
          <pc:docMk/>
          <pc:sldMk cId="0" sldId="270"/>
        </pc:sldMkLst>
      </pc:sldChg>
      <pc:sldChg chg="modSp modAnim">
        <pc:chgData name="Zheng Fei" userId="d19317889db4c986" providerId="LiveId" clId="{3861D70B-005F-4AE3-9F94-86BFD29D89F4}" dt="2022-02-17T18:43:07.956" v="1145"/>
        <pc:sldMkLst>
          <pc:docMk/>
          <pc:sldMk cId="0" sldId="271"/>
        </pc:sldMkLst>
        <pc:spChg chg="mod">
          <ac:chgData name="Zheng Fei" userId="d19317889db4c986" providerId="LiveId" clId="{3861D70B-005F-4AE3-9F94-86BFD29D89F4}" dt="2022-02-17T18:42:44.545" v="1140" actId="1076"/>
          <ac:spMkLst>
            <pc:docMk/>
            <pc:sldMk cId="0" sldId="271"/>
            <ac:spMk id="48135" creationId="{11725288-A2AE-4144-84F3-34BF36CF09B1}"/>
          </ac:spMkLst>
        </pc:spChg>
      </pc:sldChg>
      <pc:sldChg chg="addSp modSp modAnim">
        <pc:chgData name="Zheng Fei" userId="d19317889db4c986" providerId="LiveId" clId="{3861D70B-005F-4AE3-9F94-86BFD29D89F4}" dt="2022-02-17T19:17:48.860" v="1570"/>
        <pc:sldMkLst>
          <pc:docMk/>
          <pc:sldMk cId="0" sldId="273"/>
        </pc:sldMkLst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0" creationId="{1AA77A98-C0D4-40F1-8D76-CB2A92DCAEE6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1" creationId="{6683064E-9BF1-4A25-9FA8-A2AB83D1DC84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2" creationId="{D50787BD-BC42-4756-9611-A90F7A56C16E}"/>
          </ac:spMkLst>
        </pc:spChg>
        <pc:spChg chg="mod">
          <ac:chgData name="Zheng Fei" userId="d19317889db4c986" providerId="LiveId" clId="{3861D70B-005F-4AE3-9F94-86BFD29D89F4}" dt="2022-02-17T19:17:47.334" v="1569" actId="1076"/>
          <ac:spMkLst>
            <pc:docMk/>
            <pc:sldMk cId="0" sldId="273"/>
            <ac:spMk id="50193" creationId="{DDCF60D7-2D3E-4502-93FD-80035F808E6F}"/>
          </ac:spMkLst>
        </pc:spChg>
        <pc:grpChg chg="add mod">
          <ac:chgData name="Zheng Fei" userId="d19317889db4c986" providerId="LiveId" clId="{3861D70B-005F-4AE3-9F94-86BFD29D89F4}" dt="2022-02-17T19:17:47.334" v="1569" actId="1076"/>
          <ac:grpSpMkLst>
            <pc:docMk/>
            <pc:sldMk cId="0" sldId="273"/>
            <ac:grpSpMk id="2" creationId="{9BE9AC05-A465-4235-A412-FCED08B57C3A}"/>
          </ac:grpSpMkLst>
        </pc:grpChg>
        <pc:graphicFrameChg chg="mod">
          <ac:chgData name="Zheng Fei" userId="d19317889db4c986" providerId="LiveId" clId="{3861D70B-005F-4AE3-9F94-86BFD29D89F4}" dt="2022-02-17T19:17:47.334" v="1569" actId="1076"/>
          <ac:graphicFrameMkLst>
            <pc:docMk/>
            <pc:sldMk cId="0" sldId="273"/>
            <ac:graphicFrameMk id="50198" creationId="{3124B509-F292-4E84-8E3A-78F4032EE335}"/>
          </ac:graphicFrameMkLst>
        </pc:graphicFrameChg>
      </pc:sldChg>
      <pc:sldChg chg="modTransition modAnim">
        <pc:chgData name="Zheng Fei" userId="d19317889db4c986" providerId="LiveId" clId="{3861D70B-005F-4AE3-9F94-86BFD29D89F4}" dt="2022-02-17T19:18:57.541" v="1573"/>
        <pc:sldMkLst>
          <pc:docMk/>
          <pc:sldMk cId="0" sldId="274"/>
        </pc:sldMkLst>
      </pc:sldChg>
      <pc:sldChg chg="modAnim">
        <pc:chgData name="Zheng Fei" userId="d19317889db4c986" providerId="LiveId" clId="{3861D70B-005F-4AE3-9F94-86BFD29D89F4}" dt="2022-02-17T19:19:10.397" v="1574"/>
        <pc:sldMkLst>
          <pc:docMk/>
          <pc:sldMk cId="0" sldId="275"/>
        </pc:sldMkLst>
      </pc:sldChg>
      <pc:sldChg chg="modAnim">
        <pc:chgData name="Zheng Fei" userId="d19317889db4c986" providerId="LiveId" clId="{3861D70B-005F-4AE3-9F94-86BFD29D89F4}" dt="2022-02-17T19:19:19.823" v="1575"/>
        <pc:sldMkLst>
          <pc:docMk/>
          <pc:sldMk cId="0" sldId="276"/>
        </pc:sldMkLst>
      </pc:sldChg>
      <pc:sldChg chg="modSp mod modAnim">
        <pc:chgData name="Zheng Fei" userId="d19317889db4c986" providerId="LiveId" clId="{3861D70B-005F-4AE3-9F94-86BFD29D89F4}" dt="2022-02-17T19:19:49.641" v="1583" actId="20577"/>
        <pc:sldMkLst>
          <pc:docMk/>
          <pc:sldMk cId="0" sldId="277"/>
        </pc:sldMkLst>
        <pc:spChg chg="mod">
          <ac:chgData name="Zheng Fei" userId="d19317889db4c986" providerId="LiveId" clId="{3861D70B-005F-4AE3-9F94-86BFD29D89F4}" dt="2022-02-17T19:19:49.641" v="1583" actId="20577"/>
          <ac:spMkLst>
            <pc:docMk/>
            <pc:sldMk cId="0" sldId="277"/>
            <ac:spMk id="54288" creationId="{057802A1-79EB-4689-BA7F-99021B481439}"/>
          </ac:spMkLst>
        </pc:spChg>
      </pc:sldChg>
      <pc:sldChg chg="addSp modSp mod modAnim">
        <pc:chgData name="Zheng Fei" userId="d19317889db4c986" providerId="LiveId" clId="{3861D70B-005F-4AE3-9F94-86BFD29D89F4}" dt="2022-02-17T19:25:30.052" v="1619" actId="1076"/>
        <pc:sldMkLst>
          <pc:docMk/>
          <pc:sldMk cId="0" sldId="278"/>
        </pc:sldMkLst>
        <pc:spChg chg="mod">
          <ac:chgData name="Zheng Fei" userId="d19317889db4c986" providerId="LiveId" clId="{3861D70B-005F-4AE3-9F94-86BFD29D89F4}" dt="2022-02-17T19:20:28.989" v="1585" actId="1076"/>
          <ac:spMkLst>
            <pc:docMk/>
            <pc:sldMk cId="0" sldId="278"/>
            <ac:spMk id="25" creationId="{CFDBC59C-0260-4BA1-B94C-7F73E10FD2F5}"/>
          </ac:spMkLst>
        </pc:spChg>
        <pc:spChg chg="mod">
          <ac:chgData name="Zheng Fei" userId="d19317889db4c986" providerId="LiveId" clId="{3861D70B-005F-4AE3-9F94-86BFD29D89F4}" dt="2022-02-17T19:21:31.007" v="1591" actId="164"/>
          <ac:spMkLst>
            <pc:docMk/>
            <pc:sldMk cId="0" sldId="278"/>
            <ac:spMk id="55305" creationId="{9DB3E879-C867-4D17-81F0-9561C9F04A6E}"/>
          </ac:spMkLst>
        </pc:spChg>
        <pc:spChg chg="mod">
          <ac:chgData name="Zheng Fei" userId="d19317889db4c986" providerId="LiveId" clId="{3861D70B-005F-4AE3-9F94-86BFD29D89F4}" dt="2022-02-17T19:25:30.052" v="1619" actId="1076"/>
          <ac:spMkLst>
            <pc:docMk/>
            <pc:sldMk cId="0" sldId="278"/>
            <ac:spMk id="55309" creationId="{12BA403A-9A57-44F7-BFDC-340DFC6D343F}"/>
          </ac:spMkLst>
        </pc:spChg>
        <pc:spChg chg="mod">
          <ac:chgData name="Zheng Fei" userId="d19317889db4c986" providerId="LiveId" clId="{3861D70B-005F-4AE3-9F94-86BFD29D89F4}" dt="2022-02-17T19:25:30.052" v="1619" actId="1076"/>
          <ac:spMkLst>
            <pc:docMk/>
            <pc:sldMk cId="0" sldId="278"/>
            <ac:spMk id="55310" creationId="{51E5E6E5-3718-4805-B0AD-E6D46A55554B}"/>
          </ac:spMkLst>
        </pc:spChg>
        <pc:spChg chg="mod">
          <ac:chgData name="Zheng Fei" userId="d19317889db4c986" providerId="LiveId" clId="{3861D70B-005F-4AE3-9F94-86BFD29D89F4}" dt="2022-02-17T19:21:31.007" v="1591" actId="164"/>
          <ac:spMkLst>
            <pc:docMk/>
            <pc:sldMk cId="0" sldId="278"/>
            <ac:spMk id="55317" creationId="{1643FF76-4C98-4851-A9EE-F735AB5D19DE}"/>
          </ac:spMkLst>
        </pc:spChg>
        <pc:grpChg chg="add mod">
          <ac:chgData name="Zheng Fei" userId="d19317889db4c986" providerId="LiveId" clId="{3861D70B-005F-4AE3-9F94-86BFD29D89F4}" dt="2022-02-17T19:21:31.007" v="1591" actId="164"/>
          <ac:grpSpMkLst>
            <pc:docMk/>
            <pc:sldMk cId="0" sldId="278"/>
            <ac:grpSpMk id="2" creationId="{EA60A99C-EFFA-4217-82A0-D65D4586B6B5}"/>
          </ac:grpSpMkLst>
        </pc:grpChg>
        <pc:grpChg chg="mod">
          <ac:chgData name="Zheng Fei" userId="d19317889db4c986" providerId="LiveId" clId="{3861D70B-005F-4AE3-9F94-86BFD29D89F4}" dt="2022-02-17T19:25:30.052" v="1619" actId="1076"/>
          <ac:grpSpMkLst>
            <pc:docMk/>
            <pc:sldMk cId="0" sldId="278"/>
            <ac:grpSpMk id="55308" creationId="{9B0EE47A-D2D3-4A98-92BE-9130BE8D3E12}"/>
          </ac:grpSpMkLst>
        </pc:grpChg>
        <pc:graphicFrameChg chg="mod">
          <ac:chgData name="Zheng Fei" userId="d19317889db4c986" providerId="LiveId" clId="{3861D70B-005F-4AE3-9F94-86BFD29D89F4}" dt="2022-02-17T19:21:31.007" v="1591" actId="164"/>
          <ac:graphicFrameMkLst>
            <pc:docMk/>
            <pc:sldMk cId="0" sldId="278"/>
            <ac:graphicFrameMk id="55300" creationId="{23F7AEF7-B3B7-492B-9938-C5985326CC8A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1" creationId="{45468FF4-3B52-478F-94CB-D697E3334E7E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2" creationId="{AF68A8C5-DAEC-4DFE-AE07-D8325C339A10}"/>
          </ac:graphicFrameMkLst>
        </pc:graphicFrameChg>
        <pc:graphicFrameChg chg="mod">
          <ac:chgData name="Zheng Fei" userId="d19317889db4c986" providerId="LiveId" clId="{3861D70B-005F-4AE3-9F94-86BFD29D89F4}" dt="2022-02-17T19:25:30.052" v="1619" actId="1076"/>
          <ac:graphicFrameMkLst>
            <pc:docMk/>
            <pc:sldMk cId="0" sldId="278"/>
            <ac:graphicFrameMk id="55313" creationId="{C3FEF9BF-0698-4D02-AA90-D914DB06236D}"/>
          </ac:graphicFrameMkLst>
        </pc:graphicFrameChg>
      </pc:sldChg>
      <pc:sldChg chg="modAnim">
        <pc:chgData name="Zheng Fei" userId="d19317889db4c986" providerId="LiveId" clId="{3861D70B-005F-4AE3-9F94-86BFD29D89F4}" dt="2022-02-17T19:19:28.459" v="1576"/>
        <pc:sldMkLst>
          <pc:docMk/>
          <pc:sldMk cId="0" sldId="279"/>
        </pc:sldMkLst>
      </pc:sldChg>
      <pc:sldChg chg="addSp delSp modSp mod delAnim modAnim">
        <pc:chgData name="Zheng Fei" userId="d19317889db4c986" providerId="LiveId" clId="{3861D70B-005F-4AE3-9F94-86BFD29D89F4}" dt="2022-02-17T19:21:59.622" v="1594"/>
        <pc:sldMkLst>
          <pc:docMk/>
          <pc:sldMk cId="0" sldId="280"/>
        </pc:sldMkLst>
        <pc:spChg chg="del mod">
          <ac:chgData name="Zheng Fei" userId="d19317889db4c986" providerId="LiveId" clId="{3861D70B-005F-4AE3-9F94-86BFD29D89F4}" dt="2022-02-17T19:12:44.231" v="1530" actId="478"/>
          <ac:spMkLst>
            <pc:docMk/>
            <pc:sldMk cId="0" sldId="280"/>
            <ac:spMk id="3" creationId="{215AE15A-D5C7-461B-88FF-92B24D21A0D8}"/>
          </ac:spMkLst>
        </pc:spChg>
        <pc:spChg chg="add del mod">
          <ac:chgData name="Zheng Fei" userId="d19317889db4c986" providerId="LiveId" clId="{3861D70B-005F-4AE3-9F94-86BFD29D89F4}" dt="2022-02-17T19:12:44.231" v="1530" actId="478"/>
          <ac:spMkLst>
            <pc:docMk/>
            <pc:sldMk cId="0" sldId="280"/>
            <ac:spMk id="19" creationId="{8638E667-EAC2-4249-A23B-18A0E613F00B}"/>
          </ac:spMkLst>
        </pc:spChg>
        <pc:spChg chg="add mod">
          <ac:chgData name="Zheng Fei" userId="d19317889db4c986" providerId="LiveId" clId="{3861D70B-005F-4AE3-9F94-86BFD29D89F4}" dt="2022-02-17T19:13:18.963" v="1565" actId="1076"/>
          <ac:spMkLst>
            <pc:docMk/>
            <pc:sldMk cId="0" sldId="280"/>
            <ac:spMk id="20" creationId="{609A5B9A-E7E1-4125-86C5-08136BB353FD}"/>
          </ac:spMkLst>
        </pc:spChg>
        <pc:spChg chg="add mod">
          <ac:chgData name="Zheng Fei" userId="d19317889db4c986" providerId="LiveId" clId="{3861D70B-005F-4AE3-9F94-86BFD29D89F4}" dt="2022-02-17T19:13:18.963" v="1565" actId="1076"/>
          <ac:spMkLst>
            <pc:docMk/>
            <pc:sldMk cId="0" sldId="280"/>
            <ac:spMk id="21" creationId="{4C739DD1-8744-4C62-AC64-BC9A497274A8}"/>
          </ac:spMkLst>
        </pc:spChg>
        <pc:spChg chg="del mod">
          <ac:chgData name="Zheng Fei" userId="d19317889db4c986" providerId="LiveId" clId="{3861D70B-005F-4AE3-9F94-86BFD29D89F4}" dt="2022-02-17T19:08:46.258" v="1383" actId="478"/>
          <ac:spMkLst>
            <pc:docMk/>
            <pc:sldMk cId="0" sldId="280"/>
            <ac:spMk id="26" creationId="{A2550CCC-BCCF-41CC-8AE4-F4FEBBC675A8}"/>
          </ac:spMkLst>
        </pc:spChg>
        <pc:spChg chg="del mod">
          <ac:chgData name="Zheng Fei" userId="d19317889db4c986" providerId="LiveId" clId="{3861D70B-005F-4AE3-9F94-86BFD29D89F4}" dt="2022-02-17T19:10:06.360" v="1418" actId="478"/>
          <ac:spMkLst>
            <pc:docMk/>
            <pc:sldMk cId="0" sldId="280"/>
            <ac:spMk id="29" creationId="{D0BBB62B-F85E-4D31-8745-7CCB676B7BDF}"/>
          </ac:spMkLst>
        </pc:spChg>
        <pc:spChg chg="del mod">
          <ac:chgData name="Zheng Fei" userId="d19317889db4c986" providerId="LiveId" clId="{3861D70B-005F-4AE3-9F94-86BFD29D89F4}" dt="2022-02-17T19:08:57.663" v="1386" actId="478"/>
          <ac:spMkLst>
            <pc:docMk/>
            <pc:sldMk cId="0" sldId="280"/>
            <ac:spMk id="30" creationId="{24AD6BD2-8489-4DB2-BA57-A8F5DB5AE8EB}"/>
          </ac:spMkLst>
        </pc:spChg>
        <pc:spChg chg="del mod">
          <ac:chgData name="Zheng Fei" userId="d19317889db4c986" providerId="LiveId" clId="{3861D70B-005F-4AE3-9F94-86BFD29D89F4}" dt="2022-02-17T19:09:59.903" v="1417" actId="478"/>
          <ac:spMkLst>
            <pc:docMk/>
            <pc:sldMk cId="0" sldId="280"/>
            <ac:spMk id="33" creationId="{20151D39-2E55-48C6-B112-F065CB56A5B4}"/>
          </ac:spMkLst>
        </pc:spChg>
        <pc:spChg chg="mod">
          <ac:chgData name="Zheng Fei" userId="d19317889db4c986" providerId="LiveId" clId="{3861D70B-005F-4AE3-9F94-86BFD29D89F4}" dt="2022-02-17T19:12:35.586" v="1529" actId="20577"/>
          <ac:spMkLst>
            <pc:docMk/>
            <pc:sldMk cId="0" sldId="280"/>
            <ac:spMk id="57346" creationId="{2E678DED-D69C-4B5D-846E-C3C656B00904}"/>
          </ac:spMkLst>
        </pc:spChg>
        <pc:graphicFrameChg chg="del mod">
          <ac:chgData name="Zheng Fei" userId="d19317889db4c986" providerId="LiveId" clId="{3861D70B-005F-4AE3-9F94-86BFD29D89F4}" dt="2022-02-17T19:12:44.231" v="1530" actId="478"/>
          <ac:graphicFrameMkLst>
            <pc:docMk/>
            <pc:sldMk cId="0" sldId="280"/>
            <ac:graphicFrameMk id="24" creationId="{C1E1555A-6D9C-4C50-8F62-C2C8663D9B69}"/>
          </ac:graphicFrameMkLst>
        </pc:graphicFrameChg>
        <pc:graphicFrameChg chg="del mod">
          <ac:chgData name="Zheng Fei" userId="d19317889db4c986" providerId="LiveId" clId="{3861D70B-005F-4AE3-9F94-86BFD29D89F4}" dt="2022-02-17T19:12:44.231" v="1530" actId="478"/>
          <ac:graphicFrameMkLst>
            <pc:docMk/>
            <pc:sldMk cId="0" sldId="280"/>
            <ac:graphicFrameMk id="25" creationId="{2EE8083C-BADB-42D0-811F-04345CB5CE90}"/>
          </ac:graphicFrameMkLst>
        </pc:graphicFrameChg>
        <pc:graphicFrameChg chg="mod">
          <ac:chgData name="Zheng Fei" userId="d19317889db4c986" providerId="LiveId" clId="{3861D70B-005F-4AE3-9F94-86BFD29D89F4}" dt="2022-02-17T19:12:51.923" v="1531" actId="1076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mod">
          <ac:chgData name="Zheng Fei" userId="d19317889db4c986" providerId="LiveId" clId="{3861D70B-005F-4AE3-9F94-86BFD29D89F4}" dt="2022-02-17T19:12:59.088" v="1559" actId="1036"/>
          <ac:graphicFrameMkLst>
            <pc:docMk/>
            <pc:sldMk cId="0" sldId="280"/>
            <ac:graphicFrameMk id="32" creationId="{E636ECDC-D97F-4471-8C05-949D390A829A}"/>
          </ac:graphicFrameMkLst>
        </pc:graphicFrameChg>
      </pc:sldChg>
      <pc:sldChg chg="modSp del mod">
        <pc:chgData name="Zheng Fei" userId="d19317889db4c986" providerId="LiveId" clId="{3861D70B-005F-4AE3-9F94-86BFD29D89F4}" dt="2022-02-17T18:04:38.370" v="684" actId="2696"/>
        <pc:sldMkLst>
          <pc:docMk/>
          <pc:sldMk cId="2026888976" sldId="305"/>
        </pc:sldMkLst>
        <pc:spChg chg="mod">
          <ac:chgData name="Zheng Fei" userId="d19317889db4c986" providerId="LiveId" clId="{3861D70B-005F-4AE3-9F94-86BFD29D89F4}" dt="2022-02-11T11:33:55.286" v="13" actId="207"/>
          <ac:spMkLst>
            <pc:docMk/>
            <pc:sldMk cId="2026888976" sldId="305"/>
            <ac:spMk id="9" creationId="{00000000-0000-0000-0000-000000000000}"/>
          </ac:spMkLst>
        </pc:spChg>
        <pc:picChg chg="add del">
          <ac:chgData name="Zheng Fei" userId="d19317889db4c986" providerId="LiveId" clId="{3861D70B-005F-4AE3-9F94-86BFD29D89F4}" dt="2022-02-17T18:46:21.716" v="1151" actId="21"/>
          <ac:picMkLst>
            <pc:docMk/>
            <pc:sldMk cId="2026888976" sldId="305"/>
            <ac:picMk id="10" creationId="{773B033F-756F-48FB-9BDF-910A666C6E66}"/>
          </ac:picMkLst>
        </pc:picChg>
      </pc:sldChg>
      <pc:sldChg chg="addSp delSp modSp mod modAnim modNotesTx">
        <pc:chgData name="Zheng Fei" userId="d19317889db4c986" providerId="LiveId" clId="{3861D70B-005F-4AE3-9F94-86BFD29D89F4}" dt="2022-02-17T18:23:58.036" v="969"/>
        <pc:sldMkLst>
          <pc:docMk/>
          <pc:sldMk cId="2050651053" sldId="328"/>
        </pc:sldMkLst>
        <pc:spChg chg="mod">
          <ac:chgData name="Zheng Fei" userId="d19317889db4c986" providerId="LiveId" clId="{3861D70B-005F-4AE3-9F94-86BFD29D89F4}" dt="2022-02-11T11:49:52.717" v="33" actId="20577"/>
          <ac:spMkLst>
            <pc:docMk/>
            <pc:sldMk cId="2050651053" sldId="328"/>
            <ac:spMk id="5" creationId="{FB207D22-4ED1-D447-BEB1-4714B4D3A268}"/>
          </ac:spMkLst>
        </pc:spChg>
        <pc:spChg chg="del">
          <ac:chgData name="Zheng Fei" userId="d19317889db4c986" providerId="LiveId" clId="{3861D70B-005F-4AE3-9F94-86BFD29D89F4}" dt="2022-02-11T11:48:12.157" v="15" actId="478"/>
          <ac:spMkLst>
            <pc:docMk/>
            <pc:sldMk cId="2050651053" sldId="328"/>
            <ac:spMk id="9" creationId="{FC1F2C7E-793E-F441-952A-A404E4CDB1F2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0" creationId="{EB571022-F7D7-418B-889A-664DBD56A82E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1" creationId="{655A68AA-6942-4D72-841C-DF6268571E82}"/>
          </ac:spMkLst>
        </pc:spChg>
        <pc:spChg chg="add del mod">
          <ac:chgData name="Zheng Fei" userId="d19317889db4c986" providerId="LiveId" clId="{3861D70B-005F-4AE3-9F94-86BFD29D89F4}" dt="2022-02-11T11:48:40.556" v="19"/>
          <ac:spMkLst>
            <pc:docMk/>
            <pc:sldMk cId="2050651053" sldId="328"/>
            <ac:spMk id="12" creationId="{57020B2D-D36E-41B2-A4A7-715372EE4B21}"/>
          </ac:spMkLst>
        </pc:spChg>
        <pc:spChg chg="add del mod">
          <ac:chgData name="Zheng Fei" userId="d19317889db4c986" providerId="LiveId" clId="{3861D70B-005F-4AE3-9F94-86BFD29D89F4}" dt="2022-02-11T11:53:45.039" v="139" actId="478"/>
          <ac:spMkLst>
            <pc:docMk/>
            <pc:sldMk cId="2050651053" sldId="328"/>
            <ac:spMk id="13" creationId="{DBFA947A-5A2C-412A-AD19-F4786DD1BED6}"/>
          </ac:spMkLst>
        </pc:spChg>
        <pc:spChg chg="add mod">
          <ac:chgData name="Zheng Fei" userId="d19317889db4c986" providerId="LiveId" clId="{3861D70B-005F-4AE3-9F94-86BFD29D89F4}" dt="2022-02-17T18:23:58.036" v="969"/>
          <ac:spMkLst>
            <pc:docMk/>
            <pc:sldMk cId="2050651053" sldId="328"/>
            <ac:spMk id="14" creationId="{F2AFB2CF-1647-4493-B623-640AC7636180}"/>
          </ac:spMkLst>
        </pc:spChg>
        <pc:spChg chg="add mod">
          <ac:chgData name="Zheng Fei" userId="d19317889db4c986" providerId="LiveId" clId="{3861D70B-005F-4AE3-9F94-86BFD29D89F4}" dt="2022-02-17T18:20:29.669" v="863" actId="1036"/>
          <ac:spMkLst>
            <pc:docMk/>
            <pc:sldMk cId="2050651053" sldId="328"/>
            <ac:spMk id="15" creationId="{1D7D2649-5F0D-447C-A398-04B8353BB3CB}"/>
          </ac:spMkLst>
        </pc:spChg>
      </pc:sldChg>
      <pc:sldChg chg="addSp delSp modSp">
        <pc:chgData name="Zheng Fei" userId="d19317889db4c986" providerId="LiveId" clId="{3861D70B-005F-4AE3-9F94-86BFD29D89F4}" dt="2022-02-17T18:46:58.822" v="1154"/>
        <pc:sldMkLst>
          <pc:docMk/>
          <pc:sldMk cId="3688734997" sldId="331"/>
        </pc:sldMkLst>
        <pc:picChg chg="add mod">
          <ac:chgData name="Zheng Fei" userId="d19317889db4c986" providerId="LiveId" clId="{3861D70B-005F-4AE3-9F94-86BFD29D89F4}" dt="2022-02-17T18:46:58.822" v="1154"/>
          <ac:picMkLst>
            <pc:docMk/>
            <pc:sldMk cId="3688734997" sldId="331"/>
            <ac:picMk id="11" creationId="{5701C5F9-7926-4C8D-A5DD-6A29E5C5E0EA}"/>
          </ac:picMkLst>
        </pc:picChg>
        <pc:picChg chg="del mod">
          <ac:chgData name="Zheng Fei" userId="d19317889db4c986" providerId="LiveId" clId="{3861D70B-005F-4AE3-9F94-86BFD29D89F4}" dt="2022-02-17T18:46:46.502" v="1153" actId="21"/>
          <ac:picMkLst>
            <pc:docMk/>
            <pc:sldMk cId="3688734997" sldId="331"/>
            <ac:picMk id="13" creationId="{FEEC2934-791A-4E39-AB97-9AEB9ABF92A2}"/>
          </ac:picMkLst>
        </pc:picChg>
      </pc:sldChg>
      <pc:sldChg chg="modSp">
        <pc:chgData name="Zheng Fei" userId="d19317889db4c986" providerId="LiveId" clId="{3861D70B-005F-4AE3-9F94-86BFD29D89F4}" dt="2022-02-17T18:37:40.656" v="1102" actId="1038"/>
        <pc:sldMkLst>
          <pc:docMk/>
          <pc:sldMk cId="779396015" sldId="332"/>
        </pc:sldMkLst>
        <pc:spChg chg="mod">
          <ac:chgData name="Zheng Fei" userId="d19317889db4c986" providerId="LiveId" clId="{3861D70B-005F-4AE3-9F94-86BFD29D89F4}" dt="2022-02-17T18:37:40.656" v="1102" actId="1038"/>
          <ac:spMkLst>
            <pc:docMk/>
            <pc:sldMk cId="779396015" sldId="332"/>
            <ac:spMk id="12" creationId="{80130987-05DB-4278-95EC-57E6C801DA86}"/>
          </ac:spMkLst>
        </pc:spChg>
      </pc:sldChg>
      <pc:sldChg chg="addSp delSp modSp mod modAnim">
        <pc:chgData name="Zheng Fei" userId="d19317889db4c986" providerId="LiveId" clId="{3861D70B-005F-4AE3-9F94-86BFD29D89F4}" dt="2022-02-11T12:30:39.212" v="469"/>
        <pc:sldMkLst>
          <pc:docMk/>
          <pc:sldMk cId="3997665689" sldId="333"/>
        </pc:sldMkLst>
        <pc:spChg chg="mod">
          <ac:chgData name="Zheng Fei" userId="d19317889db4c986" providerId="LiveId" clId="{3861D70B-005F-4AE3-9F94-86BFD29D89F4}" dt="2022-02-11T12:00:10.101" v="207" actId="1076"/>
          <ac:spMkLst>
            <pc:docMk/>
            <pc:sldMk cId="3997665689" sldId="333"/>
            <ac:spMk id="2" creationId="{15F03666-DF88-1740-A4B1-ABCEA1F847F9}"/>
          </ac:spMkLst>
        </pc:spChg>
        <pc:spChg chg="mod">
          <ac:chgData name="Zheng Fei" userId="d19317889db4c986" providerId="LiveId" clId="{3861D70B-005F-4AE3-9F94-86BFD29D89F4}" dt="2022-02-11T12:00:19.481" v="211"/>
          <ac:spMkLst>
            <pc:docMk/>
            <pc:sldMk cId="3997665689" sldId="333"/>
            <ac:spMk id="5" creationId="{FB207D22-4ED1-D447-BEB1-4714B4D3A268}"/>
          </ac:spMkLst>
        </pc:spChg>
        <pc:spChg chg="del">
          <ac:chgData name="Zheng Fei" userId="d19317889db4c986" providerId="LiveId" clId="{3861D70B-005F-4AE3-9F94-86BFD29D89F4}" dt="2022-02-11T11:59:48.066" v="198" actId="478"/>
          <ac:spMkLst>
            <pc:docMk/>
            <pc:sldMk cId="3997665689" sldId="333"/>
            <ac:spMk id="10" creationId="{A428253B-1E8E-8845-B4FF-359F3D92CCCB}"/>
          </ac:spMkLst>
        </pc:spChg>
        <pc:spChg chg="add del mod">
          <ac:chgData name="Zheng Fei" userId="d19317889db4c986" providerId="LiveId" clId="{3861D70B-005F-4AE3-9F94-86BFD29D89F4}" dt="2022-02-11T12:00:15.891" v="209" actId="478"/>
          <ac:spMkLst>
            <pc:docMk/>
            <pc:sldMk cId="3997665689" sldId="333"/>
            <ac:spMk id="11" creationId="{8BB4F2D2-0607-47F7-AF0E-9C4B8E83E491}"/>
          </ac:spMkLst>
        </pc:spChg>
        <pc:spChg chg="add mod">
          <ac:chgData name="Zheng Fei" userId="d19317889db4c986" providerId="LiveId" clId="{3861D70B-005F-4AE3-9F94-86BFD29D89F4}" dt="2022-02-11T12:28:54.066" v="429"/>
          <ac:spMkLst>
            <pc:docMk/>
            <pc:sldMk cId="3997665689" sldId="333"/>
            <ac:spMk id="12" creationId="{DE949213-57A9-471A-92E9-4F392170874B}"/>
          </ac:spMkLst>
        </pc:spChg>
        <pc:spChg chg="add mod">
          <ac:chgData name="Zheng Fei" userId="d19317889db4c986" providerId="LiveId" clId="{3861D70B-005F-4AE3-9F94-86BFD29D89F4}" dt="2022-02-11T12:30:39.212" v="469"/>
          <ac:spMkLst>
            <pc:docMk/>
            <pc:sldMk cId="3997665689" sldId="333"/>
            <ac:spMk id="13" creationId="{02563509-D651-4247-BD85-CB5088F596B3}"/>
          </ac:spMkLst>
        </pc:spChg>
        <pc:spChg chg="add mod">
          <ac:chgData name="Zheng Fei" userId="d19317889db4c986" providerId="LiveId" clId="{3861D70B-005F-4AE3-9F94-86BFD29D89F4}" dt="2022-02-11T11:59:48.776" v="199"/>
          <ac:spMkLst>
            <pc:docMk/>
            <pc:sldMk cId="3997665689" sldId="333"/>
            <ac:spMk id="14" creationId="{7F9A0FA8-E4A4-41DF-97BA-8161C8254BA9}"/>
          </ac:spMkLst>
        </pc:spChg>
      </pc:sldChg>
      <pc:sldChg chg="addSp delSp modSp add mod ord modAnim">
        <pc:chgData name="Zheng Fei" userId="d19317889db4c986" providerId="LiveId" clId="{3861D70B-005F-4AE3-9F94-86BFD29D89F4}" dt="2022-02-11T11:53:39.922" v="138"/>
        <pc:sldMkLst>
          <pc:docMk/>
          <pc:sldMk cId="1772499561" sldId="334"/>
        </pc:sldMkLst>
        <pc:spChg chg="mod">
          <ac:chgData name="Zheng Fei" userId="d19317889db4c986" providerId="LiveId" clId="{3861D70B-005F-4AE3-9F94-86BFD29D89F4}" dt="2022-02-11T11:52:47.810" v="134" actId="20577"/>
          <ac:spMkLst>
            <pc:docMk/>
            <pc:sldMk cId="1772499561" sldId="334"/>
            <ac:spMk id="13" creationId="{DBFA947A-5A2C-412A-AD19-F4786DD1BED6}"/>
          </ac:spMkLst>
        </pc:spChg>
        <pc:spChg chg="del">
          <ac:chgData name="Zheng Fei" userId="d19317889db4c986" providerId="LiveId" clId="{3861D70B-005F-4AE3-9F94-86BFD29D89F4}" dt="2022-02-11T11:50:50.218" v="35" actId="478"/>
          <ac:spMkLst>
            <pc:docMk/>
            <pc:sldMk cId="1772499561" sldId="334"/>
            <ac:spMk id="14" creationId="{F2AFB2CF-1647-4493-B623-640AC7636180}"/>
          </ac:spMkLst>
        </pc:spChg>
        <pc:spChg chg="del">
          <ac:chgData name="Zheng Fei" userId="d19317889db4c986" providerId="LiveId" clId="{3861D70B-005F-4AE3-9F94-86BFD29D89F4}" dt="2022-02-11T11:50:52.126" v="36" actId="478"/>
          <ac:spMkLst>
            <pc:docMk/>
            <pc:sldMk cId="1772499561" sldId="334"/>
            <ac:spMk id="15" creationId="{1D7D2649-5F0D-447C-A398-04B8353BB3CB}"/>
          </ac:spMkLst>
        </pc:spChg>
        <pc:spChg chg="add del">
          <ac:chgData name="Zheng Fei" userId="d19317889db4c986" providerId="LiveId" clId="{3861D70B-005F-4AE3-9F94-86BFD29D89F4}" dt="2022-02-11T11:51:22.036" v="38" actId="478"/>
          <ac:spMkLst>
            <pc:docMk/>
            <pc:sldMk cId="1772499561" sldId="334"/>
            <ac:spMk id="16" creationId="{7C618EF3-FB18-485B-8077-DDA510F2A7F1}"/>
          </ac:spMkLst>
        </pc:spChg>
        <pc:picChg chg="add mod">
          <ac:chgData name="Zheng Fei" userId="d19317889db4c986" providerId="LiveId" clId="{3861D70B-005F-4AE3-9F94-86BFD29D89F4}" dt="2022-02-11T11:53:24.138" v="136" actId="1076"/>
          <ac:picMkLst>
            <pc:docMk/>
            <pc:sldMk cId="1772499561" sldId="334"/>
            <ac:picMk id="11" creationId="{2C721B03-C58B-4011-B173-09CC97364C74}"/>
          </ac:picMkLst>
        </pc:picChg>
      </pc:sldChg>
      <pc:sldChg chg="new del">
        <pc:chgData name="Zheng Fei" userId="d19317889db4c986" providerId="LiveId" clId="{3861D70B-005F-4AE3-9F94-86BFD29D89F4}" dt="2022-02-11T12:02:29.812" v="276" actId="47"/>
        <pc:sldMkLst>
          <pc:docMk/>
          <pc:sldMk cId="38090783" sldId="335"/>
        </pc:sldMkLst>
      </pc:sldChg>
      <pc:sldChg chg="addSp delSp modSp add mod modAnim">
        <pc:chgData name="Zheng Fei" userId="d19317889db4c986" providerId="LiveId" clId="{3861D70B-005F-4AE3-9F94-86BFD29D89F4}" dt="2022-02-17T19:00:07.065" v="1324" actId="1036"/>
        <pc:sldMkLst>
          <pc:docMk/>
          <pc:sldMk cId="1708672986" sldId="335"/>
        </pc:sldMkLst>
        <pc:spChg chg="mod">
          <ac:chgData name="Zheng Fei" userId="d19317889db4c986" providerId="LiveId" clId="{3861D70B-005F-4AE3-9F94-86BFD29D89F4}" dt="2022-02-11T12:03:03.463" v="294"/>
          <ac:spMkLst>
            <pc:docMk/>
            <pc:sldMk cId="1708672986" sldId="335"/>
            <ac:spMk id="5" creationId="{FB207D22-4ED1-D447-BEB1-4714B4D3A268}"/>
          </ac:spMkLst>
        </pc:spChg>
        <pc:spChg chg="add mod">
          <ac:chgData name="Zheng Fei" userId="d19317889db4c986" providerId="LiveId" clId="{3861D70B-005F-4AE3-9F94-86BFD29D89F4}" dt="2022-02-17T19:00:01.762" v="1306" actId="20577"/>
          <ac:spMkLst>
            <pc:docMk/>
            <pc:sldMk cId="1708672986" sldId="335"/>
            <ac:spMk id="10" creationId="{D2B5C4BD-B5DB-4D15-94BC-390712EB60C2}"/>
          </ac:spMkLst>
        </pc:spChg>
        <pc:spChg chg="add del mod">
          <ac:chgData name="Zheng Fei" userId="d19317889db4c986" providerId="LiveId" clId="{3861D70B-005F-4AE3-9F94-86BFD29D89F4}" dt="2022-02-11T12:04:01.028" v="298" actId="478"/>
          <ac:spMkLst>
            <pc:docMk/>
            <pc:sldMk cId="1708672986" sldId="335"/>
            <ac:spMk id="12" creationId="{25A03C6C-79C5-46BC-B62B-EFF0954CADBC}"/>
          </ac:spMkLst>
        </pc:spChg>
        <pc:spChg chg="del">
          <ac:chgData name="Zheng Fei" userId="d19317889db4c986" providerId="LiveId" clId="{3861D70B-005F-4AE3-9F94-86BFD29D89F4}" dt="2022-02-11T12:02:52.872" v="279" actId="478"/>
          <ac:spMkLst>
            <pc:docMk/>
            <pc:sldMk cId="1708672986" sldId="335"/>
            <ac:spMk id="14" creationId="{F2AFB2CF-1647-4493-B623-640AC7636180}"/>
          </ac:spMkLst>
        </pc:spChg>
        <pc:spChg chg="del">
          <ac:chgData name="Zheng Fei" userId="d19317889db4c986" providerId="LiveId" clId="{3861D70B-005F-4AE3-9F94-86BFD29D89F4}" dt="2022-02-11T12:02:50.003" v="278" actId="478"/>
          <ac:spMkLst>
            <pc:docMk/>
            <pc:sldMk cId="1708672986" sldId="335"/>
            <ac:spMk id="15" creationId="{1D7D2649-5F0D-447C-A398-04B8353BB3CB}"/>
          </ac:spMkLst>
        </pc:spChg>
        <pc:picChg chg="add mod">
          <ac:chgData name="Zheng Fei" userId="d19317889db4c986" providerId="LiveId" clId="{3861D70B-005F-4AE3-9F94-86BFD29D89F4}" dt="2022-02-17T19:00:07.065" v="1324" actId="1036"/>
          <ac:picMkLst>
            <pc:docMk/>
            <pc:sldMk cId="1708672986" sldId="335"/>
            <ac:picMk id="4" creationId="{8EBC94CD-B5F1-4F64-9D85-B285E73F8A0F}"/>
          </ac:picMkLst>
        </pc:picChg>
        <pc:picChg chg="del">
          <ac:chgData name="Zheng Fei" userId="d19317889db4c986" providerId="LiveId" clId="{3861D70B-005F-4AE3-9F94-86BFD29D89F4}" dt="2022-02-17T18:59:20.341" v="1298" actId="478"/>
          <ac:picMkLst>
            <pc:docMk/>
            <pc:sldMk cId="1708672986" sldId="335"/>
            <ac:picMk id="12" creationId="{B4C53081-EFDA-47B8-9C9B-19FB655C026B}"/>
          </ac:picMkLst>
        </pc:picChg>
        <pc:picChg chg="del mod">
          <ac:chgData name="Zheng Fei" userId="d19317889db4c986" providerId="LiveId" clId="{3861D70B-005F-4AE3-9F94-86BFD29D89F4}" dt="2022-02-17T18:59:20.341" v="1298" actId="478"/>
          <ac:picMkLst>
            <pc:docMk/>
            <pc:sldMk cId="1708672986" sldId="335"/>
            <ac:picMk id="14" creationId="{BCCE5CCD-082A-4B1C-814A-919AC6628489}"/>
          </ac:picMkLst>
        </pc:picChg>
      </pc:sldChg>
      <pc:sldChg chg="addSp delSp modSp add mod modAnim">
        <pc:chgData name="Zheng Fei" userId="d19317889db4c986" providerId="LiveId" clId="{3861D70B-005F-4AE3-9F94-86BFD29D89F4}" dt="2022-02-17T18:28:12.171" v="985" actId="14100"/>
        <pc:sldMkLst>
          <pc:docMk/>
          <pc:sldMk cId="4231211157" sldId="336"/>
        </pc:sldMkLst>
        <pc:spChg chg="add del mod">
          <ac:chgData name="Zheng Fei" userId="d19317889db4c986" providerId="LiveId" clId="{3861D70B-005F-4AE3-9F94-86BFD29D89F4}" dt="2022-02-17T18:26:43.817" v="974" actId="478"/>
          <ac:spMkLst>
            <pc:docMk/>
            <pc:sldMk cId="4231211157" sldId="336"/>
            <ac:spMk id="2" creationId="{10C1D3EC-69A3-4099-B88D-C1F96A64CC4B}"/>
          </ac:spMkLst>
        </pc:spChg>
        <pc:spChg chg="add mod">
          <ac:chgData name="Zheng Fei" userId="d19317889db4c986" providerId="LiveId" clId="{3861D70B-005F-4AE3-9F94-86BFD29D89F4}" dt="2022-02-17T18:28:12.171" v="985" actId="14100"/>
          <ac:spMkLst>
            <pc:docMk/>
            <pc:sldMk cId="4231211157" sldId="336"/>
            <ac:spMk id="4" creationId="{3B52550B-14F9-4C7F-9054-5358A97CC025}"/>
          </ac:spMkLst>
        </pc:spChg>
        <pc:spChg chg="mod">
          <ac:chgData name="Zheng Fei" userId="d19317889db4c986" providerId="LiveId" clId="{3861D70B-005F-4AE3-9F94-86BFD29D89F4}" dt="2022-02-11T12:34:49.101" v="497"/>
          <ac:spMkLst>
            <pc:docMk/>
            <pc:sldMk cId="4231211157" sldId="336"/>
            <ac:spMk id="5" creationId="{FB207D22-4ED1-D447-BEB1-4714B4D3A268}"/>
          </ac:spMkLst>
        </pc:spChg>
        <pc:spChg chg="del mod">
          <ac:chgData name="Zheng Fei" userId="d19317889db4c986" providerId="LiveId" clId="{3861D70B-005F-4AE3-9F94-86BFD29D89F4}" dt="2022-02-11T12:35:18.448" v="501" actId="478"/>
          <ac:spMkLst>
            <pc:docMk/>
            <pc:sldMk cId="4231211157" sldId="336"/>
            <ac:spMk id="12" creationId="{DE949213-57A9-471A-92E9-4F392170874B}"/>
          </ac:spMkLst>
        </pc:spChg>
        <pc:spChg chg="del">
          <ac:chgData name="Zheng Fei" userId="d19317889db4c986" providerId="LiveId" clId="{3861D70B-005F-4AE3-9F94-86BFD29D89F4}" dt="2022-02-11T12:34:55.776" v="499" actId="478"/>
          <ac:spMkLst>
            <pc:docMk/>
            <pc:sldMk cId="4231211157" sldId="336"/>
            <ac:spMk id="13" creationId="{02563509-D651-4247-BD85-CB5088F596B3}"/>
          </ac:spMkLst>
        </pc:spChg>
        <pc:spChg chg="del">
          <ac:chgData name="Zheng Fei" userId="d19317889db4c986" providerId="LiveId" clId="{3861D70B-005F-4AE3-9F94-86BFD29D89F4}" dt="2022-02-11T12:34:53.106" v="498" actId="478"/>
          <ac:spMkLst>
            <pc:docMk/>
            <pc:sldMk cId="4231211157" sldId="336"/>
            <ac:spMk id="14" creationId="{7F9A0FA8-E4A4-41DF-97BA-8161C8254BA9}"/>
          </ac:spMkLst>
        </pc:spChg>
        <pc:spChg chg="add mod">
          <ac:chgData name="Zheng Fei" userId="d19317889db4c986" providerId="LiveId" clId="{3861D70B-005F-4AE3-9F94-86BFD29D89F4}" dt="2022-02-11T12:36:38.740" v="571" actId="1076"/>
          <ac:spMkLst>
            <pc:docMk/>
            <pc:sldMk cId="4231211157" sldId="336"/>
            <ac:spMk id="15" creationId="{FFC6ABE9-9BFE-4ACD-A506-BA9B34043FE4}"/>
          </ac:spMkLst>
        </pc:spChg>
        <pc:spChg chg="add mod">
          <ac:chgData name="Zheng Fei" userId="d19317889db4c986" providerId="LiveId" clId="{3861D70B-005F-4AE3-9F94-86BFD29D89F4}" dt="2022-02-11T12:36:38.327" v="570" actId="1076"/>
          <ac:spMkLst>
            <pc:docMk/>
            <pc:sldMk cId="4231211157" sldId="336"/>
            <ac:spMk id="16" creationId="{87AD0794-3B8C-4675-BDC0-0314F110ABB7}"/>
          </ac:spMkLst>
        </pc:spChg>
        <pc:spChg chg="mod">
          <ac:chgData name="Zheng Fei" userId="d19317889db4c986" providerId="LiveId" clId="{3861D70B-005F-4AE3-9F94-86BFD29D89F4}" dt="2022-02-11T12:36:38.740" v="571" actId="1076"/>
          <ac:spMkLst>
            <pc:docMk/>
            <pc:sldMk cId="4231211157" sldId="336"/>
            <ac:spMk id="18" creationId="{9B0E2B81-83C2-43D3-A255-E558B7673E3B}"/>
          </ac:spMkLst>
        </pc:spChg>
        <pc:spChg chg="mod">
          <ac:chgData name="Zheng Fei" userId="d19317889db4c986" providerId="LiveId" clId="{3861D70B-005F-4AE3-9F94-86BFD29D89F4}" dt="2022-02-11T12:36:38.327" v="570" actId="1076"/>
          <ac:spMkLst>
            <pc:docMk/>
            <pc:sldMk cId="4231211157" sldId="336"/>
            <ac:spMk id="21" creationId="{37840F0A-D7E8-439E-B0D0-2E844C8A852A}"/>
          </ac:spMkLst>
        </pc:spChg>
        <pc:grpChg chg="add mod">
          <ac:chgData name="Zheng Fei" userId="d19317889db4c986" providerId="LiveId" clId="{3861D70B-005F-4AE3-9F94-86BFD29D89F4}" dt="2022-02-11T12:36:38.740" v="571" actId="1076"/>
          <ac:grpSpMkLst>
            <pc:docMk/>
            <pc:sldMk cId="4231211157" sldId="336"/>
            <ac:grpSpMk id="17" creationId="{836464A8-F224-4AD4-AC4A-27898748B960}"/>
          </ac:grpSpMkLst>
        </pc:grpChg>
        <pc:grpChg chg="add mod">
          <ac:chgData name="Zheng Fei" userId="d19317889db4c986" providerId="LiveId" clId="{3861D70B-005F-4AE3-9F94-86BFD29D89F4}" dt="2022-02-11T12:36:38.327" v="570" actId="1076"/>
          <ac:grpSpMkLst>
            <pc:docMk/>
            <pc:sldMk cId="4231211157" sldId="336"/>
            <ac:grpSpMk id="20" creationId="{7481D171-1EF2-45DE-B01F-F5FFCC7D772F}"/>
          </ac:grpSpMkLst>
        </pc:grpChg>
        <pc:graphicFrameChg chg="mod">
          <ac:chgData name="Zheng Fei" userId="d19317889db4c986" providerId="LiveId" clId="{3861D70B-005F-4AE3-9F94-86BFD29D89F4}" dt="2022-02-11T12:36:38.740" v="571" actId="1076"/>
          <ac:graphicFrameMkLst>
            <pc:docMk/>
            <pc:sldMk cId="4231211157" sldId="336"/>
            <ac:graphicFrameMk id="19" creationId="{D98BAA53-D31C-4CE1-A450-5A54BEFE3DD0}"/>
          </ac:graphicFrameMkLst>
        </pc:graphicFrameChg>
        <pc:graphicFrameChg chg="mod">
          <ac:chgData name="Zheng Fei" userId="d19317889db4c986" providerId="LiveId" clId="{3861D70B-005F-4AE3-9F94-86BFD29D89F4}" dt="2022-02-11T12:36:38.327" v="570" actId="1076"/>
          <ac:graphicFrameMkLst>
            <pc:docMk/>
            <pc:sldMk cId="4231211157" sldId="336"/>
            <ac:graphicFrameMk id="22" creationId="{5BC14C84-F269-48AB-A1D8-C433CB412C2F}"/>
          </ac:graphicFrameMkLst>
        </pc:graphicFrameChg>
      </pc:sldChg>
      <pc:sldChg chg="addSp delSp modSp add mod modAnim">
        <pc:chgData name="Zheng Fei" userId="d19317889db4c986" providerId="LiveId" clId="{3861D70B-005F-4AE3-9F94-86BFD29D89F4}" dt="2022-02-17T18:35:11.988" v="1098"/>
        <pc:sldMkLst>
          <pc:docMk/>
          <pc:sldMk cId="1151378953" sldId="337"/>
        </pc:sldMkLst>
        <pc:spChg chg="mod">
          <ac:chgData name="Zheng Fei" userId="d19317889db4c986" providerId="LiveId" clId="{3861D70B-005F-4AE3-9F94-86BFD29D89F4}" dt="2022-02-11T12:39:08.678" v="601"/>
          <ac:spMkLst>
            <pc:docMk/>
            <pc:sldMk cId="1151378953" sldId="337"/>
            <ac:spMk id="5" creationId="{FB207D22-4ED1-D447-BEB1-4714B4D3A268}"/>
          </ac:spMkLst>
        </pc:spChg>
        <pc:spChg chg="mod">
          <ac:chgData name="Zheng Fei" userId="d19317889db4c986" providerId="LiveId" clId="{3861D70B-005F-4AE3-9F94-86BFD29D89F4}" dt="2022-02-17T18:35:11.988" v="1098"/>
          <ac:spMkLst>
            <pc:docMk/>
            <pc:sldMk cId="1151378953" sldId="337"/>
            <ac:spMk id="14" creationId="{EA8DF847-F28D-40A9-9417-5596EB5131A1}"/>
          </ac:spMkLst>
        </pc:spChg>
        <pc:spChg chg="add mod">
          <ac:chgData name="Zheng Fei" userId="d19317889db4c986" providerId="LiveId" clId="{3861D70B-005F-4AE3-9F94-86BFD29D89F4}" dt="2022-02-17T18:34:05.850" v="1058" actId="403"/>
          <ac:spMkLst>
            <pc:docMk/>
            <pc:sldMk cId="1151378953" sldId="337"/>
            <ac:spMk id="15" creationId="{9FB5E257-CCC9-4783-A3C8-644175896054}"/>
          </ac:spMkLst>
        </pc:spChg>
        <pc:spChg chg="del">
          <ac:chgData name="Zheng Fei" userId="d19317889db4c986" providerId="LiveId" clId="{3861D70B-005F-4AE3-9F94-86BFD29D89F4}" dt="2022-02-11T12:39:24.458" v="602" actId="478"/>
          <ac:spMkLst>
            <pc:docMk/>
            <pc:sldMk cId="1151378953" sldId="337"/>
            <ac:spMk id="15" creationId="{FFC6ABE9-9BFE-4ACD-A506-BA9B34043FE4}"/>
          </ac:spMkLst>
        </pc:spChg>
        <pc:spChg chg="del">
          <ac:chgData name="Zheng Fei" userId="d19317889db4c986" providerId="LiveId" clId="{3861D70B-005F-4AE3-9F94-86BFD29D89F4}" dt="2022-02-11T12:39:24.458" v="602" actId="478"/>
          <ac:spMkLst>
            <pc:docMk/>
            <pc:sldMk cId="1151378953" sldId="337"/>
            <ac:spMk id="16" creationId="{87AD0794-3B8C-4675-BDC0-0314F110ABB7}"/>
          </ac:spMkLst>
        </pc:spChg>
        <pc:spChg chg="add mod">
          <ac:chgData name="Zheng Fei" userId="d19317889db4c986" providerId="LiveId" clId="{3861D70B-005F-4AE3-9F94-86BFD29D89F4}" dt="2022-02-17T18:34:28.757" v="1079"/>
          <ac:spMkLst>
            <pc:docMk/>
            <pc:sldMk cId="1151378953" sldId="337"/>
            <ac:spMk id="23" creationId="{1B88DC17-C799-4CF4-8163-4E23EA6828C6}"/>
          </ac:spMkLst>
        </pc:spChg>
        <pc:spChg chg="add mod">
          <ac:chgData name="Zheng Fei" userId="d19317889db4c986" providerId="LiveId" clId="{3861D70B-005F-4AE3-9F94-86BFD29D89F4}" dt="2022-02-11T12:39:35.058" v="603"/>
          <ac:spMkLst>
            <pc:docMk/>
            <pc:sldMk cId="1151378953" sldId="337"/>
            <ac:spMk id="24" creationId="{F57D6410-3E81-415D-A58A-4ADE1E4DBE1F}"/>
          </ac:spMkLst>
        </pc:spChg>
        <pc:grpChg chg="del">
          <ac:chgData name="Zheng Fei" userId="d19317889db4c986" providerId="LiveId" clId="{3861D70B-005F-4AE3-9F94-86BFD29D89F4}" dt="2022-02-11T12:39:24.458" v="602" actId="478"/>
          <ac:grpSpMkLst>
            <pc:docMk/>
            <pc:sldMk cId="1151378953" sldId="337"/>
            <ac:grpSpMk id="17" creationId="{836464A8-F224-4AD4-AC4A-27898748B960}"/>
          </ac:grpSpMkLst>
        </pc:grpChg>
        <pc:grpChg chg="del">
          <ac:chgData name="Zheng Fei" userId="d19317889db4c986" providerId="LiveId" clId="{3861D70B-005F-4AE3-9F94-86BFD29D89F4}" dt="2022-02-11T12:39:24.458" v="602" actId="478"/>
          <ac:grpSpMkLst>
            <pc:docMk/>
            <pc:sldMk cId="1151378953" sldId="337"/>
            <ac:grpSpMk id="20" creationId="{7481D171-1EF2-45DE-B01F-F5FFCC7D772F}"/>
          </ac:grpSpMkLst>
        </pc:grpChg>
      </pc:sldChg>
      <pc:sldChg chg="add">
        <pc:chgData name="Zheng Fei" userId="d19317889db4c986" providerId="LiveId" clId="{3861D70B-005F-4AE3-9F94-86BFD29D89F4}" dt="2022-02-11T12:52:35.623" v="604"/>
        <pc:sldMkLst>
          <pc:docMk/>
          <pc:sldMk cId="2749613802" sldId="338"/>
        </pc:sldMkLst>
      </pc:sldChg>
      <pc:sldChg chg="modSp mod">
        <pc:chgData name="Zheng Fei" userId="d19317889db4c986" providerId="LiveId" clId="{3861D70B-005F-4AE3-9F94-86BFD29D89F4}" dt="2022-02-17T17:53:14.928" v="639" actId="14734"/>
        <pc:sldMkLst>
          <pc:docMk/>
          <pc:sldMk cId="1494529122" sldId="340"/>
        </pc:sldMkLst>
        <pc:graphicFrameChg chg="mod modGraphic">
          <ac:chgData name="Zheng Fei" userId="d19317889db4c986" providerId="LiveId" clId="{3861D70B-005F-4AE3-9F94-86BFD29D89F4}" dt="2022-02-17T17:53:11.717" v="638" actId="14734"/>
          <ac:graphicFrameMkLst>
            <pc:docMk/>
            <pc:sldMk cId="1494529122" sldId="340"/>
            <ac:graphicFrameMk id="5" creationId="{3E946B92-E7B9-4296-BC5A-10396E2B07C1}"/>
          </ac:graphicFrameMkLst>
        </pc:graphicFrameChg>
        <pc:graphicFrameChg chg="mod modGraphic">
          <ac:chgData name="Zheng Fei" userId="d19317889db4c986" providerId="LiveId" clId="{3861D70B-005F-4AE3-9F94-86BFD29D89F4}" dt="2022-02-17T17:53:14.928" v="639" actId="14734"/>
          <ac:graphicFrameMkLst>
            <pc:docMk/>
            <pc:sldMk cId="1494529122" sldId="340"/>
            <ac:graphicFrameMk id="7" creationId="{76D75AE2-CC26-4ED2-A60F-1100762AEC24}"/>
          </ac:graphicFrameMkLst>
        </pc:graphicFrameChg>
      </pc:sldChg>
      <pc:sldChg chg="del">
        <pc:chgData name="Zheng Fei" userId="d19317889db4c986" providerId="LiveId" clId="{3861D70B-005F-4AE3-9F94-86BFD29D89F4}" dt="2022-02-17T18:04:47.500" v="686" actId="2696"/>
        <pc:sldMkLst>
          <pc:docMk/>
          <pc:sldMk cId="1566070332" sldId="341"/>
        </pc:sldMkLst>
      </pc:sldChg>
      <pc:sldChg chg="modSp add mod">
        <pc:chgData name="Zheng Fei" userId="d19317889db4c986" providerId="LiveId" clId="{3861D70B-005F-4AE3-9F94-86BFD29D89F4}" dt="2022-02-17T18:11:09.956" v="718"/>
        <pc:sldMkLst>
          <pc:docMk/>
          <pc:sldMk cId="2114298555" sldId="341"/>
        </pc:sldMkLst>
        <pc:spChg chg="mod">
          <ac:chgData name="Zheng Fei" userId="d19317889db4c986" providerId="LiveId" clId="{3861D70B-005F-4AE3-9F94-86BFD29D89F4}" dt="2022-02-17T18:11:09.956" v="718"/>
          <ac:spMkLst>
            <pc:docMk/>
            <pc:sldMk cId="2114298555" sldId="341"/>
            <ac:spMk id="10" creationId="{70D050DC-AA1B-4AFD-97A9-933BCB8B64D0}"/>
          </ac:spMkLst>
        </pc:spChg>
        <pc:spChg chg="mod">
          <ac:chgData name="Zheng Fei" userId="d19317889db4c986" providerId="LiveId" clId="{3861D70B-005F-4AE3-9F94-86BFD29D89F4}" dt="2022-02-17T18:09:20.261" v="699" actId="20577"/>
          <ac:spMkLst>
            <pc:docMk/>
            <pc:sldMk cId="2114298555" sldId="341"/>
            <ac:spMk id="16" creationId="{BD64B7BC-7B0B-4F4A-8C4B-DA2BE2367718}"/>
          </ac:spMkLst>
        </pc:spChg>
        <pc:spChg chg="mod">
          <ac:chgData name="Zheng Fei" userId="d19317889db4c986" providerId="LiveId" clId="{3861D70B-005F-4AE3-9F94-86BFD29D89F4}" dt="2022-02-17T18:09:42.715" v="701" actId="20577"/>
          <ac:spMkLst>
            <pc:docMk/>
            <pc:sldMk cId="2114298555" sldId="341"/>
            <ac:spMk id="17" creationId="{2D9D4399-425F-4A7A-947C-7FBCAF173685}"/>
          </ac:spMkLst>
        </pc:spChg>
        <pc:spChg chg="mod">
          <ac:chgData name="Zheng Fei" userId="d19317889db4c986" providerId="LiveId" clId="{3861D70B-005F-4AE3-9F94-86BFD29D89F4}" dt="2022-02-17T18:10:18.800" v="705" actId="20577"/>
          <ac:spMkLst>
            <pc:docMk/>
            <pc:sldMk cId="2114298555" sldId="341"/>
            <ac:spMk id="18" creationId="{E25B423D-168F-487F-8F77-4CE3D5675AEA}"/>
          </ac:spMkLst>
        </pc:spChg>
        <pc:spChg chg="mod">
          <ac:chgData name="Zheng Fei" userId="d19317889db4c986" providerId="LiveId" clId="{3861D70B-005F-4AE3-9F94-86BFD29D89F4}" dt="2022-02-17T18:10:21.976" v="707" actId="20577"/>
          <ac:spMkLst>
            <pc:docMk/>
            <pc:sldMk cId="2114298555" sldId="341"/>
            <ac:spMk id="19" creationId="{5AD71633-FDC2-4556-882D-1654D6463D40}"/>
          </ac:spMkLst>
        </pc:spChg>
        <pc:spChg chg="mod">
          <ac:chgData name="Zheng Fei" userId="d19317889db4c986" providerId="LiveId" clId="{3861D70B-005F-4AE3-9F94-86BFD29D89F4}" dt="2022-02-17T18:10:36.106" v="709" actId="20577"/>
          <ac:spMkLst>
            <pc:docMk/>
            <pc:sldMk cId="2114298555" sldId="341"/>
            <ac:spMk id="20" creationId="{646B3A50-226D-438A-8D07-1E9F0B268015}"/>
          </ac:spMkLst>
        </pc:spChg>
      </pc:sldChg>
      <pc:sldChg chg="modSp mod">
        <pc:chgData name="Zheng Fei" userId="d19317889db4c986" providerId="LiveId" clId="{3861D70B-005F-4AE3-9F94-86BFD29D89F4}" dt="2022-02-17T17:56:11.198" v="681" actId="20577"/>
        <pc:sldMkLst>
          <pc:docMk/>
          <pc:sldMk cId="382227545" sldId="342"/>
        </pc:sldMkLst>
        <pc:spChg chg="mod">
          <ac:chgData name="Zheng Fei" userId="d19317889db4c986" providerId="LiveId" clId="{3861D70B-005F-4AE3-9F94-86BFD29D89F4}" dt="2022-02-17T17:56:11.198" v="681" actId="20577"/>
          <ac:spMkLst>
            <pc:docMk/>
            <pc:sldMk cId="382227545" sldId="342"/>
            <ac:spMk id="3" creationId="{03F9E30B-88EC-490E-9F85-52DAC84B15DF}"/>
          </ac:spMkLst>
        </pc:spChg>
      </pc:sldChg>
      <pc:sldChg chg="modSp mod">
        <pc:chgData name="Zheng Fei" userId="d19317889db4c986" providerId="LiveId" clId="{3861D70B-005F-4AE3-9F94-86BFD29D89F4}" dt="2022-02-17T18:55:36.088" v="1293" actId="1035"/>
        <pc:sldMkLst>
          <pc:docMk/>
          <pc:sldMk cId="3617927023" sldId="343"/>
        </pc:sldMkLst>
        <pc:spChg chg="mod">
          <ac:chgData name="Zheng Fei" userId="d19317889db4c986" providerId="LiveId" clId="{3861D70B-005F-4AE3-9F94-86BFD29D89F4}" dt="2022-02-17T18:55:36.088" v="1293" actId="1035"/>
          <ac:spMkLst>
            <pc:docMk/>
            <pc:sldMk cId="3617927023" sldId="343"/>
            <ac:spMk id="2" creationId="{59CD368B-C60F-43CD-BA5F-8B2CCD59DD97}"/>
          </ac:spMkLst>
        </pc:spChg>
      </pc:sldChg>
      <pc:sldChg chg="modSp modAnim">
        <pc:chgData name="Zheng Fei" userId="d19317889db4c986" providerId="LiveId" clId="{3861D70B-005F-4AE3-9F94-86BFD29D89F4}" dt="2022-02-17T18:29:38.932" v="1005"/>
        <pc:sldMkLst>
          <pc:docMk/>
          <pc:sldMk cId="1214083559" sldId="346"/>
        </pc:sldMkLst>
        <pc:spChg chg="mod">
          <ac:chgData name="Zheng Fei" userId="d19317889db4c986" providerId="LiveId" clId="{3861D70B-005F-4AE3-9F94-86BFD29D89F4}" dt="2022-02-17T18:29:38.932" v="1005"/>
          <ac:spMkLst>
            <pc:docMk/>
            <pc:sldMk cId="1214083559" sldId="346"/>
            <ac:spMk id="9" creationId="{74C94C83-CB5C-4087-BBD1-9EDE4C99059F}"/>
          </ac:spMkLst>
        </pc:spChg>
      </pc:sldChg>
      <pc:sldChg chg="modAnim">
        <pc:chgData name="Zheng Fei" userId="d19317889db4c986" providerId="LiveId" clId="{3861D70B-005F-4AE3-9F94-86BFD29D89F4}" dt="2022-02-17T19:23:41.568" v="1604"/>
        <pc:sldMkLst>
          <pc:docMk/>
          <pc:sldMk cId="1161903184" sldId="348"/>
        </pc:sldMkLst>
      </pc:sldChg>
      <pc:sldChg chg="ord">
        <pc:chgData name="Zheng Fei" userId="d19317889db4c986" providerId="LiveId" clId="{3861D70B-005F-4AE3-9F94-86BFD29D89F4}" dt="2022-02-23T15:08:35.633" v="1857"/>
        <pc:sldMkLst>
          <pc:docMk/>
          <pc:sldMk cId="3952504978" sldId="349"/>
        </pc:sldMkLst>
      </pc:sldChg>
      <pc:sldChg chg="modSp mod">
        <pc:chgData name="Zheng Fei" userId="d19317889db4c986" providerId="LiveId" clId="{3861D70B-005F-4AE3-9F94-86BFD29D89F4}" dt="2022-02-22T01:02:18.274" v="1627" actId="1076"/>
        <pc:sldMkLst>
          <pc:docMk/>
          <pc:sldMk cId="2252357123" sldId="380"/>
        </pc:sldMkLst>
        <pc:picChg chg="mod">
          <ac:chgData name="Zheng Fei" userId="d19317889db4c986" providerId="LiveId" clId="{3861D70B-005F-4AE3-9F94-86BFD29D89F4}" dt="2022-02-22T01:02:18.274" v="1627" actId="1076"/>
          <ac:picMkLst>
            <pc:docMk/>
            <pc:sldMk cId="2252357123" sldId="380"/>
            <ac:picMk id="3" creationId="{C81E3126-A53D-4D19-9201-EE333BD01150}"/>
          </ac:picMkLst>
        </pc:picChg>
      </pc:sldChg>
      <pc:sldChg chg="modSp mod">
        <pc:chgData name="Zheng Fei" userId="d19317889db4c986" providerId="LiveId" clId="{3861D70B-005F-4AE3-9F94-86BFD29D89F4}" dt="2022-02-22T10:17:18.380" v="1648" actId="1036"/>
        <pc:sldMkLst>
          <pc:docMk/>
          <pc:sldMk cId="2745007930" sldId="383"/>
        </pc:sldMkLst>
        <pc:picChg chg="mod">
          <ac:chgData name="Zheng Fei" userId="d19317889db4c986" providerId="LiveId" clId="{3861D70B-005F-4AE3-9F94-86BFD29D89F4}" dt="2022-02-22T10:17:18.380" v="1648" actId="1036"/>
          <ac:picMkLst>
            <pc:docMk/>
            <pc:sldMk cId="2745007930" sldId="383"/>
            <ac:picMk id="3" creationId="{0DE83779-255D-4670-8A22-B301AC43D8BC}"/>
          </ac:picMkLst>
        </pc:picChg>
      </pc:sldChg>
      <pc:sldChg chg="addSp modSp new del mod setBg">
        <pc:chgData name="Zheng Fei" userId="d19317889db4c986" providerId="LiveId" clId="{3861D70B-005F-4AE3-9F94-86BFD29D89F4}" dt="2022-02-17T18:45:30.988" v="1149" actId="47"/>
        <pc:sldMkLst>
          <pc:docMk/>
          <pc:sldMk cId="2518600147" sldId="384"/>
        </pc:sldMkLst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8" creationId="{F3060C83-F051-4F0E-ABAD-AA0DFC48B218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0" creationId="{83C98ABE-055B-441F-B07E-44F97F083C39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2" creationId="{29FDB030-9B49-4CED-8CCD-4D99382388AC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4" creationId="{3783CA14-24A1-485C-8B30-D6A5D87987AD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6" creationId="{9A97C86A-04D6-40F7-AE84-31AB43E6A846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18" creationId="{FF9F2414-84E8-453E-B1F3-389FDE8192D9}"/>
          </ac:spMkLst>
        </pc:spChg>
        <pc:spChg chg="add">
          <ac:chgData name="Zheng Fei" userId="d19317889db4c986" providerId="LiveId" clId="{3861D70B-005F-4AE3-9F94-86BFD29D89F4}" dt="2022-02-17T18:45:00.033" v="1148" actId="26606"/>
          <ac:spMkLst>
            <pc:docMk/>
            <pc:sldMk cId="2518600147" sldId="384"/>
            <ac:spMk id="20" creationId="{3ECA69A1-7536-43AC-85EF-C7106179F5ED}"/>
          </ac:spMkLst>
        </pc:spChg>
        <pc:picChg chg="add mod">
          <ac:chgData name="Zheng Fei" userId="d19317889db4c986" providerId="LiveId" clId="{3861D70B-005F-4AE3-9F94-86BFD29D89F4}" dt="2022-02-17T18:45:00.033" v="1148" actId="26606"/>
          <ac:picMkLst>
            <pc:docMk/>
            <pc:sldMk cId="2518600147" sldId="384"/>
            <ac:picMk id="3" creationId="{C47846AE-6F74-4F5B-8EB0-868CFCFBAF9B}"/>
          </ac:picMkLst>
        </pc:picChg>
      </pc:sldChg>
      <pc:sldChg chg="addSp delSp modSp new del mod setBg setFolMasterObjs">
        <pc:chgData name="Zheng Fei" userId="d19317889db4c986" providerId="LiveId" clId="{3861D70B-005F-4AE3-9F94-86BFD29D89F4}" dt="2022-02-17T18:54:51.677" v="1261" actId="2696"/>
        <pc:sldMkLst>
          <pc:docMk/>
          <pc:sldMk cId="3040588971" sldId="384"/>
        </pc:sldMkLst>
        <pc:spChg chg="add del">
          <ac:chgData name="Zheng Fei" userId="d19317889db4c986" providerId="LiveId" clId="{3861D70B-005F-4AE3-9F94-86BFD29D89F4}" dt="2022-02-17T18:48:50.042" v="1157" actId="22"/>
          <ac:spMkLst>
            <pc:docMk/>
            <pc:sldMk cId="3040588971" sldId="384"/>
            <ac:spMk id="3" creationId="{2AEEF435-D38F-44CA-80E3-6A261FAB46ED}"/>
          </ac:spMkLst>
        </pc:spChg>
        <pc:spChg chg="add mod">
          <ac:chgData name="Zheng Fei" userId="d19317889db4c986" providerId="LiveId" clId="{3861D70B-005F-4AE3-9F94-86BFD29D89F4}" dt="2022-02-17T18:54:02.406" v="1240" actId="207"/>
          <ac:spMkLst>
            <pc:docMk/>
            <pc:sldMk cId="3040588971" sldId="384"/>
            <ac:spMk id="5" creationId="{648EE9A4-3DAB-4732-8825-F4CF86EAF2F3}"/>
          </ac:spMkLst>
        </pc:spChg>
        <pc:spChg chg="add del">
          <ac:chgData name="Zheng Fei" userId="d19317889db4c986" providerId="LiveId" clId="{3861D70B-005F-4AE3-9F94-86BFD29D89F4}" dt="2022-02-17T18:49:51.994" v="1162" actId="478"/>
          <ac:spMkLst>
            <pc:docMk/>
            <pc:sldMk cId="3040588971" sldId="384"/>
            <ac:spMk id="7" creationId="{79FAC01A-10E9-4975-93B1-00F60C53BFB2}"/>
          </ac:spMkLst>
        </pc:spChg>
        <pc:spChg chg="add mod">
          <ac:chgData name="Zheng Fei" userId="d19317889db4c986" providerId="LiveId" clId="{3861D70B-005F-4AE3-9F94-86BFD29D89F4}" dt="2022-02-17T18:54:25.578" v="1260" actId="1035"/>
          <ac:spMkLst>
            <pc:docMk/>
            <pc:sldMk cId="3040588971" sldId="384"/>
            <ac:spMk id="9" creationId="{DE7C863C-1424-4BCE-8982-C62A14CAA323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4" creationId="{F3060C83-F051-4F0E-ABAD-AA0DFC48B218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6" creationId="{83C98ABE-055B-441F-B07E-44F97F083C39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18" creationId="{29FDB030-9B49-4CED-8CCD-4D99382388AC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0" creationId="{3783CA14-24A1-485C-8B30-D6A5D87987AD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2" creationId="{9A97C86A-04D6-40F7-AE84-31AB43E6A846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4" creationId="{FF9F2414-84E8-453E-B1F3-389FDE8192D9}"/>
          </ac:spMkLst>
        </pc:spChg>
        <pc:spChg chg="add">
          <ac:chgData name="Zheng Fei" userId="d19317889db4c986" providerId="LiveId" clId="{3861D70B-005F-4AE3-9F94-86BFD29D89F4}" dt="2022-02-17T18:51:19.865" v="1174" actId="26606"/>
          <ac:spMkLst>
            <pc:docMk/>
            <pc:sldMk cId="3040588971" sldId="384"/>
            <ac:spMk id="26" creationId="{3ECA69A1-7536-43AC-85EF-C7106179F5ED}"/>
          </ac:spMkLst>
        </pc:spChg>
      </pc:sldChg>
      <pc:sldChg chg="add">
        <pc:chgData name="Zheng Fei" userId="d19317889db4c986" providerId="LiveId" clId="{3861D70B-005F-4AE3-9F94-86BFD29D89F4}" dt="2022-02-17T18:55:12.281" v="1265"/>
        <pc:sldMkLst>
          <pc:docMk/>
          <pc:sldMk cId="3703298968" sldId="384"/>
        </pc:sldMkLst>
      </pc:sldChg>
      <pc:sldChg chg="addSp delSp add del setBg delDesignElem">
        <pc:chgData name="Zheng Fei" userId="d19317889db4c986" providerId="LiveId" clId="{3861D70B-005F-4AE3-9F94-86BFD29D89F4}" dt="2022-02-17T18:55:12.250" v="1264"/>
        <pc:sldMkLst>
          <pc:docMk/>
          <pc:sldMk cId="4031512997" sldId="384"/>
        </pc:sldMkLst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4" creationId="{F3060C83-F051-4F0E-ABAD-AA0DFC48B218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6" creationId="{83C98ABE-055B-441F-B07E-44F97F083C39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18" creationId="{29FDB030-9B49-4CED-8CCD-4D99382388AC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0" creationId="{3783CA14-24A1-485C-8B30-D6A5D87987AD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2" creationId="{9A97C86A-04D6-40F7-AE84-31AB43E6A846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4" creationId="{FF9F2414-84E8-453E-B1F3-389FDE8192D9}"/>
          </ac:spMkLst>
        </pc:spChg>
        <pc:spChg chg="add del">
          <ac:chgData name="Zheng Fei" userId="d19317889db4c986" providerId="LiveId" clId="{3861D70B-005F-4AE3-9F94-86BFD29D89F4}" dt="2022-02-17T18:55:12.250" v="1264"/>
          <ac:spMkLst>
            <pc:docMk/>
            <pc:sldMk cId="4031512997" sldId="384"/>
            <ac:spMk id="26" creationId="{3ECA69A1-7536-43AC-85EF-C7106179F5ED}"/>
          </ac:spMkLst>
        </pc:spChg>
      </pc:sldChg>
      <pc:sldChg chg="addSp modSp new modAnim">
        <pc:chgData name="Zheng Fei" userId="d19317889db4c986" providerId="LiveId" clId="{3861D70B-005F-4AE3-9F94-86BFD29D89F4}" dt="2022-02-17T19:26:08.956" v="1626"/>
        <pc:sldMkLst>
          <pc:docMk/>
          <pc:sldMk cId="1171714698" sldId="385"/>
        </pc:sldMkLst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3" creationId="{6598C09C-EF0E-4F69-86F4-CBA7868D2D79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4" creationId="{AAB7B2B6-5AF4-4A4F-A0EC-062CE299C687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5" creationId="{EAD4BFFF-66D7-4281-9EAA-18C6A664FE9B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6" creationId="{ECBA4453-83F1-4DA0-A7AC-EEA248FBF2CE}"/>
          </ac:spMkLst>
        </pc:spChg>
        <pc:spChg chg="mod">
          <ac:chgData name="Zheng Fei" userId="d19317889db4c986" providerId="LiveId" clId="{3861D70B-005F-4AE3-9F94-86BFD29D89F4}" dt="2022-02-17T19:25:43.669" v="1622" actId="14100"/>
          <ac:spMkLst>
            <pc:docMk/>
            <pc:sldMk cId="1171714698" sldId="385"/>
            <ac:spMk id="7" creationId="{C4730F09-1C38-45FD-AA3B-C909E1BB083F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0" creationId="{0004C7BB-E0B5-446A-ACFC-25B72DC7D7D0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1" creationId="{73F047F9-46EB-44B1-B12C-689D8E90E8B8}"/>
          </ac:spMkLst>
        </pc:spChg>
        <pc:spChg chg="mod">
          <ac:chgData name="Zheng Fei" userId="d19317889db4c986" providerId="LiveId" clId="{3861D70B-005F-4AE3-9F94-86BFD29D89F4}" dt="2022-02-17T19:24:49.796" v="1611" actId="1076"/>
          <ac:spMkLst>
            <pc:docMk/>
            <pc:sldMk cId="1171714698" sldId="385"/>
            <ac:spMk id="12" creationId="{47154BB2-569F-4670-945F-FEB4AA04A362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7" creationId="{D3D9D7D4-C13C-43D0-9F34-EE40C6B79C4B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8" creationId="{C97F7E54-98BC-4057-9AFA-299BF27E4718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19" creationId="{0E7CA3EB-DC6F-4513-9155-43236916919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0" creationId="{34166D37-CA3C-4556-BEDC-4A0EEE38905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1" creationId="{FC59714C-3574-4A37-A9B9-3A5866B69305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2" creationId="{272E6639-A60F-4CDE-A8A2-6868DE234CF7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3" creationId="{A5D5EC97-AA45-4ED7-A6A7-949F7AFF7F0B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4" creationId="{95423472-AA96-49D1-B5F9-62387727577C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5" creationId="{D1F2F023-1E7A-453B-BDB0-ED0D6A367CB7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6" creationId="{37BF7B11-F9CB-4270-8743-8719EFC7C34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7" creationId="{25D3BFF8-0A6A-4339-B754-D11C448E333F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8" creationId="{905AC02B-D26E-4935-8029-2CD0ED65A54D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29" creationId="{0117611C-1DB3-4217-BD26-AFC06259AB25}"/>
          </ac:spMkLst>
        </pc:spChg>
        <pc:spChg chg="mod">
          <ac:chgData name="Zheng Fei" userId="d19317889db4c986" providerId="LiveId" clId="{3861D70B-005F-4AE3-9F94-86BFD29D89F4}" dt="2022-02-17T19:25:50.695" v="1623" actId="14100"/>
          <ac:spMkLst>
            <pc:docMk/>
            <pc:sldMk cId="1171714698" sldId="385"/>
            <ac:spMk id="30" creationId="{0C241C46-8B1F-4672-875A-FE1F651DA6F1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5" creationId="{49FD5B52-D10E-45FD-8A72-600B6736AE8F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6" creationId="{EF48E830-63CC-4B6F-A394-4ADEF881F498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7" creationId="{1B268E87-E599-4513-BDAA-F194C1BC6E0B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8" creationId="{EF1D36E1-8C51-4165-A189-526B949819C6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39" creationId="{9032B910-4493-4A1F-BDD8-42A708FE7FC4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0" creationId="{5E08EAEA-C4A7-4EB7-8040-A3AB140576A0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1" creationId="{1905E988-AAA6-4D57-B878-ADC403E19E1D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2" creationId="{D26F478B-F798-4B2C-AA24-355E8A2FD515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3" creationId="{A42818C1-11EF-443E-A780-75FD8B00FEEE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4" creationId="{F57F4C39-7CA4-4AB5-9E8C-4596FD998F5E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5" creationId="{CD285E60-C1F8-4DA7-80A7-1E757509ABAB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6" creationId="{322E1675-2E62-43AC-9499-55E693C40F3D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47" creationId="{8F8E2775-92DF-4321-A597-6FCD97C2EC84}"/>
          </ac:spMkLst>
        </pc:spChg>
        <pc:spChg chg="mod">
          <ac:chgData name="Zheng Fei" userId="d19317889db4c986" providerId="LiveId" clId="{3861D70B-005F-4AE3-9F94-86BFD29D89F4}" dt="2022-02-17T19:25:15.824" v="1616" actId="14100"/>
          <ac:spMkLst>
            <pc:docMk/>
            <pc:sldMk cId="1171714698" sldId="385"/>
            <ac:spMk id="51" creationId="{EB16D83E-9E88-4424-8932-115E35CCAF50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3" creationId="{8FB99C95-F807-4DE4-8B91-7613AB906420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4" creationId="{F5E744DE-B417-47D6-82AD-A4F804111775}"/>
          </ac:spMkLst>
        </pc:spChg>
        <pc:spChg chg="mod">
          <ac:chgData name="Zheng Fei" userId="d19317889db4c986" providerId="LiveId" clId="{3861D70B-005F-4AE3-9F94-86BFD29D89F4}" dt="2022-02-17T19:25:25.882" v="1618" actId="14100"/>
          <ac:spMkLst>
            <pc:docMk/>
            <pc:sldMk cId="1171714698" sldId="385"/>
            <ac:spMk id="55" creationId="{4A01B208-563B-481B-BC4B-9108E76A0FFA}"/>
          </ac:spMkLst>
        </pc:spChg>
        <pc:spChg chg="mod">
          <ac:chgData name="Zheng Fei" userId="d19317889db4c986" providerId="LiveId" clId="{3861D70B-005F-4AE3-9F94-86BFD29D89F4}" dt="2022-02-17T19:25:57.047" v="1625" actId="14100"/>
          <ac:spMkLst>
            <pc:docMk/>
            <pc:sldMk cId="1171714698" sldId="385"/>
            <ac:spMk id="60" creationId="{A6419F38-16FD-4E6A-8F0B-8A7FD7A93EB3}"/>
          </ac:spMkLst>
        </pc:spChg>
        <pc:spChg chg="mod">
          <ac:chgData name="Zheng Fei" userId="d19317889db4c986" providerId="LiveId" clId="{3861D70B-005F-4AE3-9F94-86BFD29D89F4}" dt="2022-02-17T19:25:57.047" v="1625" actId="14100"/>
          <ac:spMkLst>
            <pc:docMk/>
            <pc:sldMk cId="1171714698" sldId="385"/>
            <ac:spMk id="61" creationId="{E69B6C8B-8357-4E9A-9CCA-F9DA737B9A35}"/>
          </ac:spMkLst>
        </pc:spChg>
        <pc:grpChg chg="add mod">
          <ac:chgData name="Zheng Fei" userId="d19317889db4c986" providerId="LiveId" clId="{3861D70B-005F-4AE3-9F94-86BFD29D89F4}" dt="2022-02-17T19:25:43.669" v="1622" actId="14100"/>
          <ac:grpSpMkLst>
            <pc:docMk/>
            <pc:sldMk cId="1171714698" sldId="385"/>
            <ac:grpSpMk id="2" creationId="{14DDDC35-6C8B-404A-8DBA-0CD0BEC5D095}"/>
          </ac:grpSpMkLst>
        </pc:grpChg>
        <pc:grpChg chg="add mod">
          <ac:chgData name="Zheng Fei" userId="d19317889db4c986" providerId="LiveId" clId="{3861D70B-005F-4AE3-9F94-86BFD29D89F4}" dt="2022-02-17T19:24:49.796" v="1611" actId="1076"/>
          <ac:grpSpMkLst>
            <pc:docMk/>
            <pc:sldMk cId="1171714698" sldId="385"/>
            <ac:grpSpMk id="9" creationId="{0FE72508-5002-4D8B-8A72-190F05C032DD}"/>
          </ac:grpSpMkLst>
        </pc:grpChg>
        <pc:grpChg chg="add mod">
          <ac:chgData name="Zheng Fei" userId="d19317889db4c986" providerId="LiveId" clId="{3861D70B-005F-4AE3-9F94-86BFD29D89F4}" dt="2022-02-17T19:25:50.695" v="1623" actId="14100"/>
          <ac:grpSpMkLst>
            <pc:docMk/>
            <pc:sldMk cId="1171714698" sldId="385"/>
            <ac:grpSpMk id="16" creationId="{E15BA8C8-E4C8-498C-930D-72AF894F80A3}"/>
          </ac:grpSpMkLst>
        </pc:grpChg>
        <pc:grpChg chg="add mod">
          <ac:chgData name="Zheng Fei" userId="d19317889db4c986" providerId="LiveId" clId="{3861D70B-005F-4AE3-9F94-86BFD29D89F4}" dt="2022-02-17T19:25:15.824" v="1616" actId="14100"/>
          <ac:grpSpMkLst>
            <pc:docMk/>
            <pc:sldMk cId="1171714698" sldId="385"/>
            <ac:grpSpMk id="34" creationId="{A1DF45C0-13B4-471E-9C6D-7ED96D77FC49}"/>
          </ac:grpSpMkLst>
        </pc:grpChg>
        <pc:grpChg chg="add mod">
          <ac:chgData name="Zheng Fei" userId="d19317889db4c986" providerId="LiveId" clId="{3861D70B-005F-4AE3-9F94-86BFD29D89F4}" dt="2022-02-17T19:25:25.882" v="1618" actId="14100"/>
          <ac:grpSpMkLst>
            <pc:docMk/>
            <pc:sldMk cId="1171714698" sldId="385"/>
            <ac:grpSpMk id="52" creationId="{12E54E8B-31DD-4896-A075-B025692A25B4}"/>
          </ac:grpSpMkLst>
        </pc:grpChg>
        <pc:grpChg chg="add mod">
          <ac:chgData name="Zheng Fei" userId="d19317889db4c986" providerId="LiveId" clId="{3861D70B-005F-4AE3-9F94-86BFD29D89F4}" dt="2022-02-17T19:25:57.047" v="1625" actId="14100"/>
          <ac:grpSpMkLst>
            <pc:docMk/>
            <pc:sldMk cId="1171714698" sldId="385"/>
            <ac:grpSpMk id="59" creationId="{A30507B1-0555-454C-A2A2-24030DB78CEB}"/>
          </ac:grpSpMkLst>
        </pc:grpChg>
        <pc:graphicFrameChg chg="mod">
          <ac:chgData name="Zheng Fei" userId="d19317889db4c986" providerId="LiveId" clId="{3861D70B-005F-4AE3-9F94-86BFD29D89F4}" dt="2022-02-17T19:25:43.669" v="1622" actId="14100"/>
          <ac:graphicFrameMkLst>
            <pc:docMk/>
            <pc:sldMk cId="1171714698" sldId="385"/>
            <ac:graphicFrameMk id="8" creationId="{43A1E115-1C21-4CBF-A3A1-B5EE71846146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3" creationId="{D583A93A-E2A2-4B85-B80C-669D5AFCE865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4" creationId="{F67C650E-5F8A-49FB-BE50-F7737044CC4F}"/>
          </ac:graphicFrameMkLst>
        </pc:graphicFrameChg>
        <pc:graphicFrameChg chg="mod">
          <ac:chgData name="Zheng Fei" userId="d19317889db4c986" providerId="LiveId" clId="{3861D70B-005F-4AE3-9F94-86BFD29D89F4}" dt="2022-02-17T19:24:49.796" v="1611" actId="1076"/>
          <ac:graphicFrameMkLst>
            <pc:docMk/>
            <pc:sldMk cId="1171714698" sldId="385"/>
            <ac:graphicFrameMk id="15" creationId="{B62C8B54-40E0-44DB-A0D4-D062092F9596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1" creationId="{4BF20C73-7F51-445A-8D09-C28A4284E53F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2" creationId="{764179CF-B0B5-4A68-9E7C-DB7E462E0B29}"/>
          </ac:graphicFrameMkLst>
        </pc:graphicFrameChg>
        <pc:graphicFrameChg chg="mod">
          <ac:chgData name="Zheng Fei" userId="d19317889db4c986" providerId="LiveId" clId="{3861D70B-005F-4AE3-9F94-86BFD29D89F4}" dt="2022-02-17T19:25:50.695" v="1623" actId="14100"/>
          <ac:graphicFrameMkLst>
            <pc:docMk/>
            <pc:sldMk cId="1171714698" sldId="385"/>
            <ac:graphicFrameMk id="33" creationId="{F39A20A6-6EB3-4BF3-8060-4704CAC42706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48" creationId="{C095648B-A1F7-40BE-86DD-C1AC3F13733E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49" creationId="{35691685-A868-4B8E-B47C-93D03F138AAB}"/>
          </ac:graphicFrameMkLst>
        </pc:graphicFrameChg>
        <pc:graphicFrameChg chg="mod">
          <ac:chgData name="Zheng Fei" userId="d19317889db4c986" providerId="LiveId" clId="{3861D70B-005F-4AE3-9F94-86BFD29D89F4}" dt="2022-02-17T19:25:15.824" v="1616" actId="14100"/>
          <ac:graphicFrameMkLst>
            <pc:docMk/>
            <pc:sldMk cId="1171714698" sldId="385"/>
            <ac:graphicFrameMk id="50" creationId="{6385745D-D39F-41C7-BAE6-F1D1F5AFF2F5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6" creationId="{0C1A7DDA-21D5-49AD-856B-BADBADBE506F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7" creationId="{96102DE5-BFCD-4800-A417-8D74BBA85C46}"/>
          </ac:graphicFrameMkLst>
        </pc:graphicFrameChg>
        <pc:graphicFrameChg chg="mod">
          <ac:chgData name="Zheng Fei" userId="d19317889db4c986" providerId="LiveId" clId="{3861D70B-005F-4AE3-9F94-86BFD29D89F4}" dt="2022-02-17T19:25:25.882" v="1618" actId="14100"/>
          <ac:graphicFrameMkLst>
            <pc:docMk/>
            <pc:sldMk cId="1171714698" sldId="385"/>
            <ac:graphicFrameMk id="58" creationId="{FE5463B4-B7D7-4777-A402-DCCE2A899521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2" creationId="{689D1310-DFB0-43BE-942A-82695F5D4326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3" creationId="{F66A3C97-6FC4-492E-BACD-FF09E9ABD45F}"/>
          </ac:graphicFrameMkLst>
        </pc:graphicFrameChg>
        <pc:graphicFrameChg chg="mod">
          <ac:chgData name="Zheng Fei" userId="d19317889db4c986" providerId="LiveId" clId="{3861D70B-005F-4AE3-9F94-86BFD29D89F4}" dt="2022-02-17T19:25:57.047" v="1625" actId="14100"/>
          <ac:graphicFrameMkLst>
            <pc:docMk/>
            <pc:sldMk cId="1171714698" sldId="385"/>
            <ac:graphicFrameMk id="64" creationId="{0AEEBF04-87BD-4ED7-A747-4AE1AF53658B}"/>
          </ac:graphicFrameMkLst>
        </pc:graphicFrameChg>
      </pc:sldChg>
      <pc:sldChg chg="new del">
        <pc:chgData name="Zheng Fei" userId="d19317889db4c986" providerId="LiveId" clId="{3861D70B-005F-4AE3-9F94-86BFD29D89F4}" dt="2022-02-17T18:59:14.597" v="1297" actId="47"/>
        <pc:sldMkLst>
          <pc:docMk/>
          <pc:sldMk cId="4223432677" sldId="386"/>
        </pc:sldMkLst>
      </pc:sldChg>
      <pc:sldChg chg="modSp add mod">
        <pc:chgData name="Zheng Fei" userId="d19317889db4c986" providerId="LiveId" clId="{3861D70B-005F-4AE3-9F94-86BFD29D89F4}" dt="2022-02-17T19:00:36.970" v="1326" actId="1076"/>
        <pc:sldMkLst>
          <pc:docMk/>
          <pc:sldMk cId="2146259250" sldId="387"/>
        </pc:sldMkLst>
        <pc:spChg chg="mod">
          <ac:chgData name="Zheng Fei" userId="d19317889db4c986" providerId="LiveId" clId="{3861D70B-005F-4AE3-9F94-86BFD29D89F4}" dt="2022-02-17T19:00:31.201" v="1325" actId="20577"/>
          <ac:spMkLst>
            <pc:docMk/>
            <pc:sldMk cId="2146259250" sldId="387"/>
            <ac:spMk id="10" creationId="{D2B5C4BD-B5DB-4D15-94BC-390712EB60C2}"/>
          </ac:spMkLst>
        </pc:spChg>
        <pc:picChg chg="mod">
          <ac:chgData name="Zheng Fei" userId="d19317889db4c986" providerId="LiveId" clId="{3861D70B-005F-4AE3-9F94-86BFD29D89F4}" dt="2022-02-17T19:00:36.970" v="1326" actId="1076"/>
          <ac:picMkLst>
            <pc:docMk/>
            <pc:sldMk cId="2146259250" sldId="387"/>
            <ac:picMk id="14" creationId="{BCCE5CCD-082A-4B1C-814A-919AC6628489}"/>
          </ac:picMkLst>
        </pc:picChg>
      </pc:sldChg>
      <pc:sldChg chg="delSp modSp add mod ord delAnim modAnim">
        <pc:chgData name="Zheng Fei" userId="d19317889db4c986" providerId="LiveId" clId="{3861D70B-005F-4AE3-9F94-86BFD29D89F4}" dt="2022-02-17T19:22:13.207" v="1595"/>
        <pc:sldMkLst>
          <pc:docMk/>
          <pc:sldMk cId="848197513" sldId="388"/>
        </pc:sldMkLst>
        <pc:spChg chg="mod">
          <ac:chgData name="Zheng Fei" userId="d19317889db4c986" providerId="LiveId" clId="{3861D70B-005F-4AE3-9F94-86BFD29D89F4}" dt="2022-02-17T19:12:03.914" v="1503" actId="2710"/>
          <ac:spMkLst>
            <pc:docMk/>
            <pc:sldMk cId="848197513" sldId="388"/>
            <ac:spMk id="3" creationId="{215AE15A-D5C7-461B-88FF-92B24D21A0D8}"/>
          </ac:spMkLst>
        </pc:spChg>
        <pc:spChg chg="mod">
          <ac:chgData name="Zheng Fei" userId="d19317889db4c986" providerId="LiveId" clId="{3861D70B-005F-4AE3-9F94-86BFD29D89F4}" dt="2022-02-17T19:12:03.914" v="1503" actId="2710"/>
          <ac:spMkLst>
            <pc:docMk/>
            <pc:sldMk cId="848197513" sldId="388"/>
            <ac:spMk id="19" creationId="{8638E667-EAC2-4249-A23B-18A0E613F00B}"/>
          </ac:spMkLst>
        </pc:spChg>
        <pc:spChg chg="del">
          <ac:chgData name="Zheng Fei" userId="d19317889db4c986" providerId="LiveId" clId="{3861D70B-005F-4AE3-9F94-86BFD29D89F4}" dt="2022-02-17T19:10:57.687" v="1445" actId="478"/>
          <ac:spMkLst>
            <pc:docMk/>
            <pc:sldMk cId="848197513" sldId="388"/>
            <ac:spMk id="20" creationId="{609A5B9A-E7E1-4125-86C5-08136BB353FD}"/>
          </ac:spMkLst>
        </pc:spChg>
        <pc:spChg chg="del">
          <ac:chgData name="Zheng Fei" userId="d19317889db4c986" providerId="LiveId" clId="{3861D70B-005F-4AE3-9F94-86BFD29D89F4}" dt="2022-02-17T19:10:57.687" v="1445" actId="478"/>
          <ac:spMkLst>
            <pc:docMk/>
            <pc:sldMk cId="848197513" sldId="388"/>
            <ac:spMk id="21" creationId="{4C739DD1-8744-4C62-AC64-BC9A497274A8}"/>
          </ac:spMkLst>
        </pc:spChg>
        <pc:spChg chg="mod">
          <ac:chgData name="Zheng Fei" userId="d19317889db4c986" providerId="LiveId" clId="{3861D70B-005F-4AE3-9F94-86BFD29D89F4}" dt="2022-02-17T19:12:16.665" v="1524" actId="20577"/>
          <ac:spMkLst>
            <pc:docMk/>
            <pc:sldMk cId="848197513" sldId="388"/>
            <ac:spMk id="57346" creationId="{2E678DED-D69C-4B5D-846E-C3C656B00904}"/>
          </ac:spMkLst>
        </pc:spChg>
        <pc:graphicFrameChg chg="mod">
          <ac:chgData name="Zheng Fei" userId="d19317889db4c986" providerId="LiveId" clId="{3861D70B-005F-4AE3-9F94-86BFD29D89F4}" dt="2022-02-17T19:12:12.906" v="1523" actId="1036"/>
          <ac:graphicFrameMkLst>
            <pc:docMk/>
            <pc:sldMk cId="848197513" sldId="388"/>
            <ac:graphicFrameMk id="24" creationId="{C1E1555A-6D9C-4C50-8F62-C2C8663D9B69}"/>
          </ac:graphicFrameMkLst>
        </pc:graphicFrameChg>
        <pc:graphicFrameChg chg="mod">
          <ac:chgData name="Zheng Fei" userId="d19317889db4c986" providerId="LiveId" clId="{3861D70B-005F-4AE3-9F94-86BFD29D89F4}" dt="2022-02-17T19:11:45.615" v="1501" actId="1036"/>
          <ac:graphicFrameMkLst>
            <pc:docMk/>
            <pc:sldMk cId="848197513" sldId="388"/>
            <ac:graphicFrameMk id="25" creationId="{2EE8083C-BADB-42D0-811F-04345CB5CE90}"/>
          </ac:graphicFrameMkLst>
        </pc:graphicFrameChg>
        <pc:graphicFrameChg chg="del">
          <ac:chgData name="Zheng Fei" userId="d19317889db4c986" providerId="LiveId" clId="{3861D70B-005F-4AE3-9F94-86BFD29D89F4}" dt="2022-02-17T19:10:57.687" v="1445" actId="478"/>
          <ac:graphicFrameMkLst>
            <pc:docMk/>
            <pc:sldMk cId="848197513" sldId="388"/>
            <ac:graphicFrameMk id="31" creationId="{BB1E2794-AA43-47C2-AACC-B70B21BEF650}"/>
          </ac:graphicFrameMkLst>
        </pc:graphicFrameChg>
        <pc:graphicFrameChg chg="del">
          <ac:chgData name="Zheng Fei" userId="d19317889db4c986" providerId="LiveId" clId="{3861D70B-005F-4AE3-9F94-86BFD29D89F4}" dt="2022-02-17T19:10:57.687" v="1445" actId="478"/>
          <ac:graphicFrameMkLst>
            <pc:docMk/>
            <pc:sldMk cId="848197513" sldId="388"/>
            <ac:graphicFrameMk id="32" creationId="{E636ECDC-D97F-4471-8C05-949D390A829A}"/>
          </ac:graphicFrameMkLst>
        </pc:graphicFrameChg>
      </pc:sldChg>
      <pc:sldChg chg="addSp delSp modSp add mod modAnim">
        <pc:chgData name="Zheng Fei" userId="d19317889db4c986" providerId="LiveId" clId="{3861D70B-005F-4AE3-9F94-86BFD29D89F4}" dt="2022-02-23T15:06:45.135" v="1855"/>
        <pc:sldMkLst>
          <pc:docMk/>
          <pc:sldMk cId="2902439285" sldId="389"/>
        </pc:sldMkLst>
        <pc:spChg chg="mod">
          <ac:chgData name="Zheng Fei" userId="d19317889db4c986" providerId="LiveId" clId="{3861D70B-005F-4AE3-9F94-86BFD29D89F4}" dt="2022-02-22T10:23:47.595" v="1718" actId="1037"/>
          <ac:spMkLst>
            <pc:docMk/>
            <pc:sldMk cId="2902439285" sldId="389"/>
            <ac:spMk id="3" creationId="{9EE395DF-978B-4730-A175-4561D6EA4028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4" creationId="{DA0B3A7D-62BC-468E-B44B-6AB7E8FABE35}"/>
          </ac:spMkLst>
        </pc:spChg>
        <pc:spChg chg="add mod">
          <ac:chgData name="Zheng Fei" userId="d19317889db4c986" providerId="LiveId" clId="{3861D70B-005F-4AE3-9F94-86BFD29D89F4}" dt="2022-02-23T15:01:16.471" v="1775" actId="207"/>
          <ac:spMkLst>
            <pc:docMk/>
            <pc:sldMk cId="2902439285" sldId="389"/>
            <ac:spMk id="7" creationId="{2DC43E23-179A-4C49-92F0-7FB49530C7AC}"/>
          </ac:spMkLst>
        </pc:spChg>
        <pc:spChg chg="mod">
          <ac:chgData name="Zheng Fei" userId="d19317889db4c986" providerId="LiveId" clId="{3861D70B-005F-4AE3-9F94-86BFD29D89F4}" dt="2022-02-22T10:23:47.595" v="1718" actId="1037"/>
          <ac:spMkLst>
            <pc:docMk/>
            <pc:sldMk cId="2902439285" sldId="389"/>
            <ac:spMk id="8" creationId="{714CB9E9-5FA4-4F97-97AC-D95EFFA8C9E3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12" creationId="{26543292-1DE8-4BF3-8EBB-63DEF4D5C67C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14" creationId="{01D33357-B2C4-442E-8FFF-306CE0E91B00}"/>
          </ac:spMkLst>
        </pc:spChg>
        <pc:spChg chg="add mod">
          <ac:chgData name="Zheng Fei" userId="d19317889db4c986" providerId="LiveId" clId="{3861D70B-005F-4AE3-9F94-86BFD29D89F4}" dt="2022-02-23T15:01:47.807" v="1781" actId="12"/>
          <ac:spMkLst>
            <pc:docMk/>
            <pc:sldMk cId="2902439285" sldId="389"/>
            <ac:spMk id="18" creationId="{46D6AA57-1987-44C2-B1EC-A9FD60549C61}"/>
          </ac:spMkLst>
        </pc:spChg>
        <pc:spChg chg="add mod">
          <ac:chgData name="Zheng Fei" userId="d19317889db4c986" providerId="LiveId" clId="{3861D70B-005F-4AE3-9F94-86BFD29D89F4}" dt="2022-02-23T15:01:22.497" v="1776" actId="207"/>
          <ac:spMkLst>
            <pc:docMk/>
            <pc:sldMk cId="2902439285" sldId="389"/>
            <ac:spMk id="20" creationId="{65CC2B03-F5D1-41A0-BFEB-D798FB6D8263}"/>
          </ac:spMkLst>
        </pc:spChg>
        <pc:spChg chg="add del mod">
          <ac:chgData name="Zheng Fei" userId="d19317889db4c986" providerId="LiveId" clId="{3861D70B-005F-4AE3-9F94-86BFD29D89F4}" dt="2022-02-23T15:01:54.886" v="1783" actId="478"/>
          <ac:spMkLst>
            <pc:docMk/>
            <pc:sldMk cId="2902439285" sldId="389"/>
            <ac:spMk id="21" creationId="{2A328DF4-009A-4C77-A908-184FCAE3E7EE}"/>
          </ac:spMkLst>
        </pc:spChg>
        <pc:spChg chg="add mod">
          <ac:chgData name="Zheng Fei" userId="d19317889db4c986" providerId="LiveId" clId="{3861D70B-005F-4AE3-9F94-86BFD29D89F4}" dt="2022-02-23T15:06:32.702" v="1851" actId="14100"/>
          <ac:spMkLst>
            <pc:docMk/>
            <pc:sldMk cId="2902439285" sldId="389"/>
            <ac:spMk id="22" creationId="{EA0D8336-AB75-47AC-B3BA-F6B65DBFE872}"/>
          </ac:spMkLst>
        </pc:spChg>
        <pc:spChg chg="add del mod">
          <ac:chgData name="Zheng Fei" userId="d19317889db4c986" providerId="LiveId" clId="{3861D70B-005F-4AE3-9F94-86BFD29D89F4}" dt="2022-02-23T15:01:57.016" v="1784" actId="478"/>
          <ac:spMkLst>
            <pc:docMk/>
            <pc:sldMk cId="2902439285" sldId="389"/>
            <ac:spMk id="23" creationId="{B124EB55-54DD-43A5-BA46-EE00C077C94A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24" creationId="{8A2836BF-073B-48A1-913B-9AA1F2FF4913}"/>
          </ac:spMkLst>
        </pc:spChg>
        <pc:spChg chg="mod">
          <ac:chgData name="Zheng Fei" userId="d19317889db4c986" providerId="LiveId" clId="{3861D70B-005F-4AE3-9F94-86BFD29D89F4}" dt="2022-02-22T10:23:59.617" v="1752" actId="1038"/>
          <ac:spMkLst>
            <pc:docMk/>
            <pc:sldMk cId="2902439285" sldId="389"/>
            <ac:spMk id="25" creationId="{3E3FFA1B-6504-48E9-B6A5-FA9B5068560C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28" creationId="{04664C57-AE95-426C-B353-1C78DD6D2983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29" creationId="{7BE5A98B-B222-4C23-BDD5-97A61E48E960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0" creationId="{3FA3C658-F904-411E-93F8-61E210B3DC34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1" creationId="{6914DE78-D1E7-486B-A9C6-554A7AFD5996}"/>
          </ac:spMkLst>
        </pc:spChg>
        <pc:spChg chg="mod">
          <ac:chgData name="Zheng Fei" userId="d19317889db4c986" providerId="LiveId" clId="{3861D70B-005F-4AE3-9F94-86BFD29D89F4}" dt="2022-02-23T15:02:55.879" v="1797" actId="1076"/>
          <ac:spMkLst>
            <pc:docMk/>
            <pc:sldMk cId="2902439285" sldId="389"/>
            <ac:spMk id="32" creationId="{1032EA7A-471D-4906-8A49-42D5BC9B70C5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5" creationId="{1878C953-DF8A-4EFB-8A06-4A9A158B614A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6" creationId="{15D2A076-0A7A-4425-9B7D-2E3DDE7DA57A}"/>
          </ac:spMkLst>
        </pc:spChg>
        <pc:spChg chg="mod">
          <ac:chgData name="Zheng Fei" userId="d19317889db4c986" providerId="LiveId" clId="{3861D70B-005F-4AE3-9F94-86BFD29D89F4}" dt="2022-02-23T15:03:27.365" v="1803" actId="1076"/>
          <ac:spMkLst>
            <pc:docMk/>
            <pc:sldMk cId="2902439285" sldId="389"/>
            <ac:spMk id="37" creationId="{39A3BBFF-976A-4927-BA24-497FFBFAA418}"/>
          </ac:spMkLst>
        </pc:spChg>
        <pc:spChg chg="mod">
          <ac:chgData name="Zheng Fei" userId="d19317889db4c986" providerId="LiveId" clId="{3861D70B-005F-4AE3-9F94-86BFD29D89F4}" dt="2022-02-23T15:03:53.275" v="1809" actId="14100"/>
          <ac:spMkLst>
            <pc:docMk/>
            <pc:sldMk cId="2902439285" sldId="389"/>
            <ac:spMk id="42" creationId="{D7C7BECC-79A7-4B56-B819-E9CEF345EBD2}"/>
          </ac:spMkLst>
        </pc:spChg>
        <pc:spChg chg="mod">
          <ac:chgData name="Zheng Fei" userId="d19317889db4c986" providerId="LiveId" clId="{3861D70B-005F-4AE3-9F94-86BFD29D89F4}" dt="2022-02-23T15:03:53.275" v="1809" actId="14100"/>
          <ac:spMkLst>
            <pc:docMk/>
            <pc:sldMk cId="2902439285" sldId="389"/>
            <ac:spMk id="43" creationId="{FE13203F-6E6C-4736-B74A-CD04EE53BC22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48" creationId="{01AC12BA-EC24-4465-BE77-BC2961FCFC40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49" creationId="{4B3B3976-EFA8-4BFA-A089-5336F027570A}"/>
          </ac:spMkLst>
        </pc:spChg>
        <pc:spChg chg="mod">
          <ac:chgData name="Zheng Fei" userId="d19317889db4c986" providerId="LiveId" clId="{3861D70B-005F-4AE3-9F94-86BFD29D89F4}" dt="2022-02-23T15:05:46.184" v="1841" actId="1076"/>
          <ac:spMkLst>
            <pc:docMk/>
            <pc:sldMk cId="2902439285" sldId="389"/>
            <ac:spMk id="50" creationId="{1E0B1223-DBEE-4BC2-987B-E5EF2EB0FB23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5" creationId="{051B285B-8B96-4FDA-809A-67D6BE363F0B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6" creationId="{209DF068-FE6C-4AA7-BE97-D4F92A6C43D3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7" creationId="{8B0CE4D2-8F6A-473A-B425-E97B64446CFA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8" creationId="{D032F928-87E7-4657-BA34-1C8A545FCDC5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59" creationId="{5136899B-55F3-4F16-8B33-3629BD42DF9C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0" creationId="{ECF851EF-8F4E-4EE6-8507-E26ACF1E7331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1" creationId="{F877DE14-ECC6-46B5-9158-6E430F3715EA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2" creationId="{090CCF5C-FE1B-4B00-8B86-D26CADDDFE1E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3" creationId="{7671A6D9-66E8-4FAC-BFA9-1A0E55767A02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4" creationId="{4892C794-9C1A-4F34-B8CD-D8841104DFA8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5" creationId="{22D989BF-9333-441E-8534-F6946E640F68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6" creationId="{0A1671D1-EAB5-46A4-BAE8-DCF98CAC8ED5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7" creationId="{CDECC2E9-E14B-4B19-8DE4-9B7C87C53126}"/>
          </ac:spMkLst>
        </pc:spChg>
        <pc:spChg chg="mod">
          <ac:chgData name="Zheng Fei" userId="d19317889db4c986" providerId="LiveId" clId="{3861D70B-005F-4AE3-9F94-86BFD29D89F4}" dt="2022-02-23T15:06:24.426" v="1849" actId="14100"/>
          <ac:spMkLst>
            <pc:docMk/>
            <pc:sldMk cId="2902439285" sldId="389"/>
            <ac:spMk id="68" creationId="{6D79DDD3-F5D8-4C85-AB03-AB581D0FF059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3" creationId="{E854C573-07A1-4426-B6C2-DDE1B97817B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4" creationId="{CDAF6BDA-EF7B-44E1-88F6-DF59F62AB51C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5" creationId="{160439C6-C7AA-4C79-95EA-393C9694A304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6" creationId="{6C8CF10B-DCA3-43B3-A294-80F36CA6B863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7" creationId="{3FE38861-4E9A-435F-912D-C904272ABA7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8" creationId="{688F9277-EEB9-40E2-BAA2-26DEED636C2A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79" creationId="{EFE3293A-C3F1-4F52-829E-DDEC0DCF2C40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0" creationId="{6D312D6A-A977-4F10-AC33-7243A6A7B646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1" creationId="{19E0270C-403D-4018-8118-CF84DF87207C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2" creationId="{708351EA-2C6E-4B18-9165-B699F960A42A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3" creationId="{DBBB5BA1-E73B-46BA-B4CF-8F8E08C0839D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4" creationId="{13DBECD9-5A93-4304-B195-10EA01B93929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5" creationId="{498BECB9-0527-44D3-A850-68806A98E4B3}"/>
          </ac:spMkLst>
        </pc:spChg>
        <pc:spChg chg="mod">
          <ac:chgData name="Zheng Fei" userId="d19317889db4c986" providerId="LiveId" clId="{3861D70B-005F-4AE3-9F94-86BFD29D89F4}" dt="2022-02-23T15:06:05.672" v="1844" actId="14100"/>
          <ac:spMkLst>
            <pc:docMk/>
            <pc:sldMk cId="2902439285" sldId="389"/>
            <ac:spMk id="89" creationId="{6DC80434-1B83-4F82-A7E1-334180350A32}"/>
          </ac:spMkLst>
        </pc:spChg>
        <pc:grpChg chg="add mod">
          <ac:chgData name="Zheng Fei" userId="d19317889db4c986" providerId="LiveId" clId="{3861D70B-005F-4AE3-9F94-86BFD29D89F4}" dt="2022-02-23T15:02:55.879" v="1797" actId="1076"/>
          <ac:grpSpMkLst>
            <pc:docMk/>
            <pc:sldMk cId="2902439285" sldId="389"/>
            <ac:grpSpMk id="26" creationId="{5E22FAEB-9567-4AEE-BF52-0EBA4AF7C632}"/>
          </ac:grpSpMkLst>
        </pc:grpChg>
        <pc:grpChg chg="add mod">
          <ac:chgData name="Zheng Fei" userId="d19317889db4c986" providerId="LiveId" clId="{3861D70B-005F-4AE3-9F94-86BFD29D89F4}" dt="2022-02-23T15:03:27.365" v="1803" actId="1076"/>
          <ac:grpSpMkLst>
            <pc:docMk/>
            <pc:sldMk cId="2902439285" sldId="389"/>
            <ac:grpSpMk id="34" creationId="{C656C72D-1CC7-4102-9A5F-E89406DE5853}"/>
          </ac:grpSpMkLst>
        </pc:grpChg>
        <pc:grpChg chg="add mod">
          <ac:chgData name="Zheng Fei" userId="d19317889db4c986" providerId="LiveId" clId="{3861D70B-005F-4AE3-9F94-86BFD29D89F4}" dt="2022-02-23T15:03:53.275" v="1809" actId="14100"/>
          <ac:grpSpMkLst>
            <pc:docMk/>
            <pc:sldMk cId="2902439285" sldId="389"/>
            <ac:grpSpMk id="41" creationId="{030F714B-2D0F-44B1-B790-9419B7D7E2C8}"/>
          </ac:grpSpMkLst>
        </pc:grpChg>
        <pc:grpChg chg="add mod">
          <ac:chgData name="Zheng Fei" userId="d19317889db4c986" providerId="LiveId" clId="{3861D70B-005F-4AE3-9F94-86BFD29D89F4}" dt="2022-02-23T15:05:46.184" v="1841" actId="1076"/>
          <ac:grpSpMkLst>
            <pc:docMk/>
            <pc:sldMk cId="2902439285" sldId="389"/>
            <ac:grpSpMk id="47" creationId="{EF7305FF-AD79-454D-90CD-1FBC56B0286B}"/>
          </ac:grpSpMkLst>
        </pc:grpChg>
        <pc:grpChg chg="add mod">
          <ac:chgData name="Zheng Fei" userId="d19317889db4c986" providerId="LiveId" clId="{3861D70B-005F-4AE3-9F94-86BFD29D89F4}" dt="2022-02-23T15:06:24.426" v="1849" actId="14100"/>
          <ac:grpSpMkLst>
            <pc:docMk/>
            <pc:sldMk cId="2902439285" sldId="389"/>
            <ac:grpSpMk id="54" creationId="{EFA79FF9-B86A-45D1-BA59-75AA1F876E31}"/>
          </ac:grpSpMkLst>
        </pc:grpChg>
        <pc:grpChg chg="add mod">
          <ac:chgData name="Zheng Fei" userId="d19317889db4c986" providerId="LiveId" clId="{3861D70B-005F-4AE3-9F94-86BFD29D89F4}" dt="2022-02-23T15:06:05.672" v="1844" actId="14100"/>
          <ac:grpSpMkLst>
            <pc:docMk/>
            <pc:sldMk cId="2902439285" sldId="389"/>
            <ac:grpSpMk id="72" creationId="{9EEC88D0-53C3-4610-82C0-BCF6F104D8A8}"/>
          </ac:grpSpMkLst>
        </pc:grpChg>
        <pc:graphicFrameChg chg="mod">
          <ac:chgData name="Zheng Fei" userId="d19317889db4c986" providerId="LiveId" clId="{3861D70B-005F-4AE3-9F94-86BFD29D89F4}" dt="2022-02-22T10:24:07.495" v="1753" actId="1076"/>
          <ac:graphicFrameMkLst>
            <pc:docMk/>
            <pc:sldMk cId="2902439285" sldId="389"/>
            <ac:graphicFrameMk id="27" creationId="{13946405-5573-4285-BCD3-CAB58B3B91E4}"/>
          </ac:graphicFrameMkLst>
        </pc:graphicFrameChg>
        <pc:graphicFrameChg chg="mod">
          <ac:chgData name="Zheng Fei" userId="d19317889db4c986" providerId="LiveId" clId="{3861D70B-005F-4AE3-9F94-86BFD29D89F4}" dt="2022-02-23T15:02:55.879" v="1797" actId="1076"/>
          <ac:graphicFrameMkLst>
            <pc:docMk/>
            <pc:sldMk cId="2902439285" sldId="389"/>
            <ac:graphicFrameMk id="33" creationId="{EEC8D92D-ABB6-456D-B8C0-F3751E368B59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38" creationId="{C422A301-D589-43D1-9E50-F5B39AE6FBEE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39" creationId="{05958CCB-D415-44FA-8551-0EB16671861B}"/>
          </ac:graphicFrameMkLst>
        </pc:graphicFrameChg>
        <pc:graphicFrameChg chg="mod">
          <ac:chgData name="Zheng Fei" userId="d19317889db4c986" providerId="LiveId" clId="{3861D70B-005F-4AE3-9F94-86BFD29D89F4}" dt="2022-02-23T15:03:27.365" v="1803" actId="1076"/>
          <ac:graphicFrameMkLst>
            <pc:docMk/>
            <pc:sldMk cId="2902439285" sldId="389"/>
            <ac:graphicFrameMk id="40" creationId="{312BB0E5-3D48-4015-A407-0DA0C5CB0FCE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4" creationId="{74989E79-94F6-433F-80C9-EFFBDCE7433F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5" creationId="{08A45EF1-F0D6-4EC5-869A-5717928CA5A5}"/>
          </ac:graphicFrameMkLst>
        </pc:graphicFrameChg>
        <pc:graphicFrameChg chg="mod">
          <ac:chgData name="Zheng Fei" userId="d19317889db4c986" providerId="LiveId" clId="{3861D70B-005F-4AE3-9F94-86BFD29D89F4}" dt="2022-02-23T15:03:53.275" v="1809" actId="14100"/>
          <ac:graphicFrameMkLst>
            <pc:docMk/>
            <pc:sldMk cId="2902439285" sldId="389"/>
            <ac:graphicFrameMk id="46" creationId="{EC53A5B2-65BB-474D-8F68-C8BF6F2190F8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1" creationId="{B2CCB596-FE0D-4F38-B232-6B0B69EEAE07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2" creationId="{4AF7F613-C694-4432-B7F8-DC11C828CA1F}"/>
          </ac:graphicFrameMkLst>
        </pc:graphicFrameChg>
        <pc:graphicFrameChg chg="mod">
          <ac:chgData name="Zheng Fei" userId="d19317889db4c986" providerId="LiveId" clId="{3861D70B-005F-4AE3-9F94-86BFD29D89F4}" dt="2022-02-23T15:05:46.184" v="1841" actId="1076"/>
          <ac:graphicFrameMkLst>
            <pc:docMk/>
            <pc:sldMk cId="2902439285" sldId="389"/>
            <ac:graphicFrameMk id="53" creationId="{77635EF6-589E-47F8-BB4A-0BEC24D58396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69" creationId="{67FA26EB-D785-4E92-8F14-BB75D2064FC4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70" creationId="{BA99ECC4-0A5E-4B06-AAFA-80C251E63787}"/>
          </ac:graphicFrameMkLst>
        </pc:graphicFrameChg>
        <pc:graphicFrameChg chg="mod">
          <ac:chgData name="Zheng Fei" userId="d19317889db4c986" providerId="LiveId" clId="{3861D70B-005F-4AE3-9F94-86BFD29D89F4}" dt="2022-02-23T15:06:24.426" v="1849" actId="14100"/>
          <ac:graphicFrameMkLst>
            <pc:docMk/>
            <pc:sldMk cId="2902439285" sldId="389"/>
            <ac:graphicFrameMk id="71" creationId="{47CC72EA-F2C1-4F91-ACD7-59AC1BC24838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6" creationId="{6151429D-551B-4838-A95D-04D75550B6DD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7" creationId="{BFE4C74A-D451-4168-8519-382886D7BAB7}"/>
          </ac:graphicFrameMkLst>
        </pc:graphicFrameChg>
        <pc:graphicFrameChg chg="mod">
          <ac:chgData name="Zheng Fei" userId="d19317889db4c986" providerId="LiveId" clId="{3861D70B-005F-4AE3-9F94-86BFD29D89F4}" dt="2022-02-23T15:06:05.672" v="1844" actId="14100"/>
          <ac:graphicFrameMkLst>
            <pc:docMk/>
            <pc:sldMk cId="2902439285" sldId="389"/>
            <ac:graphicFrameMk id="88" creationId="{366E44FE-DFDF-489D-9F63-2DBCE19B8AFA}"/>
          </ac:graphicFrameMkLst>
        </pc:graphicFrameChg>
        <pc:cxnChg chg="mod">
          <ac:chgData name="Zheng Fei" userId="d19317889db4c986" providerId="LiveId" clId="{3861D70B-005F-4AE3-9F94-86BFD29D89F4}" dt="2022-02-22T10:23:47.595" v="1718" actId="1037"/>
          <ac:cxnSpMkLst>
            <pc:docMk/>
            <pc:sldMk cId="2902439285" sldId="389"/>
            <ac:cxnSpMk id="6" creationId="{4979DC70-8BC8-41FE-B1AF-592E3F35BB75}"/>
          </ac:cxnSpMkLst>
        </pc:cxnChg>
        <pc:cxnChg chg="mod">
          <ac:chgData name="Zheng Fei" userId="d19317889db4c986" providerId="LiveId" clId="{3861D70B-005F-4AE3-9F94-86BFD29D89F4}" dt="2022-02-22T10:23:59.617" v="1752" actId="1038"/>
          <ac:cxnSpMkLst>
            <pc:docMk/>
            <pc:sldMk cId="2902439285" sldId="389"/>
            <ac:cxnSpMk id="9" creationId="{93AF8ED3-76A5-4E6A-8065-FF03C4AF8A3A}"/>
          </ac:cxnSpMkLst>
        </pc:cxnChg>
        <pc:cxnChg chg="mod">
          <ac:chgData name="Zheng Fei" userId="d19317889db4c986" providerId="LiveId" clId="{3861D70B-005F-4AE3-9F94-86BFD29D89F4}" dt="2022-02-22T10:23:47.595" v="1718" actId="1037"/>
          <ac:cxnSpMkLst>
            <pc:docMk/>
            <pc:sldMk cId="2902439285" sldId="389"/>
            <ac:cxnSpMk id="17" creationId="{A05B5A6A-C2E9-4936-9CE1-FD6D3C71301E}"/>
          </ac:cxnSpMkLst>
        </pc:cxnChg>
      </pc:sldChg>
      <pc:sldChg chg="addSp modSp new mod">
        <pc:chgData name="Zheng Fei" userId="d19317889db4c986" providerId="LiveId" clId="{3861D70B-005F-4AE3-9F94-86BFD29D89F4}" dt="2022-02-23T15:09:09.240" v="1862"/>
        <pc:sldMkLst>
          <pc:docMk/>
          <pc:sldMk cId="4249073213" sldId="390"/>
        </pc:sldMkLst>
        <pc:spChg chg="add mod">
          <ac:chgData name="Zheng Fei" userId="d19317889db4c986" providerId="LiveId" clId="{3861D70B-005F-4AE3-9F94-86BFD29D89F4}" dt="2022-02-23T15:09:09.240" v="1862"/>
          <ac:spMkLst>
            <pc:docMk/>
            <pc:sldMk cId="4249073213" sldId="390"/>
            <ac:spMk id="2" creationId="{66E5855E-88D1-406E-85B8-36B4887AA64C}"/>
          </ac:spMkLst>
        </pc:spChg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431905263" sldId="391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3932442242" sldId="392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732217486" sldId="393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254709018" sldId="394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3424109515" sldId="395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926675108" sldId="396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1849299568" sldId="397"/>
        </pc:sldMkLst>
      </pc:sldChg>
      <pc:sldChg chg="add">
        <pc:chgData name="Zheng Fei" userId="d19317889db4c986" providerId="LiveId" clId="{3861D70B-005F-4AE3-9F94-86BFD29D89F4}" dt="2022-02-22T12:23:13.830" v="1771"/>
        <pc:sldMkLst>
          <pc:docMk/>
          <pc:sldMk cId="2324191358" sldId="398"/>
        </pc:sldMkLst>
      </pc:sldChg>
      <pc:sldChg chg="addSp modSp new mod">
        <pc:chgData name="Zheng Fei" userId="d19317889db4c986" providerId="LiveId" clId="{3861D70B-005F-4AE3-9F94-86BFD29D89F4}" dt="2022-02-23T15:09:14.260" v="1864"/>
        <pc:sldMkLst>
          <pc:docMk/>
          <pc:sldMk cId="1421180870" sldId="399"/>
        </pc:sldMkLst>
        <pc:spChg chg="add mod">
          <ac:chgData name="Zheng Fei" userId="d19317889db4c986" providerId="LiveId" clId="{3861D70B-005F-4AE3-9F94-86BFD29D89F4}" dt="2022-02-23T15:09:14.260" v="1864"/>
          <ac:spMkLst>
            <pc:docMk/>
            <pc:sldMk cId="1421180870" sldId="399"/>
            <ac:spMk id="2" creationId="{3547EBD7-5C90-4789-AE80-BC7EFCF105AB}"/>
          </ac:spMkLst>
        </pc:spChg>
      </pc:sldChg>
    </pc:docChg>
  </pc:docChgLst>
  <pc:docChgLst>
    <pc:chgData name="Zheng Fei" userId="d19317889db4c986" providerId="LiveId" clId="{3271D5D9-01F6-E94D-8F33-B415B5E3ECC8}"/>
    <pc:docChg chg="delSld">
      <pc:chgData name="Zheng Fei" userId="d19317889db4c986" providerId="LiveId" clId="{3271D5D9-01F6-E94D-8F33-B415B5E3ECC8}" dt="2022-02-24T02:54:43.713" v="0" actId="2696"/>
      <pc:docMkLst>
        <pc:docMk/>
      </pc:docMkLst>
      <pc:sldChg chg="del">
        <pc:chgData name="Zheng Fei" userId="d19317889db4c986" providerId="LiveId" clId="{3271D5D9-01F6-E94D-8F33-B415B5E3ECC8}" dt="2022-02-24T02:54:43.713" v="0" actId="2696"/>
        <pc:sldMkLst>
          <pc:docMk/>
          <pc:sldMk cId="3140837993" sldId="25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6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3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7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0" sldId="28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026888976" sldId="30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050651053" sldId="32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13596754" sldId="329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445921664" sldId="33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688734997" sldId="33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779396015" sldId="332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772499561" sldId="33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708672986" sldId="33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4231211157" sldId="33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1378953" sldId="33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494529122" sldId="340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14298555" sldId="341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82227545" sldId="342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617927023" sldId="343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1947026" sldId="34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5241530" sldId="34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214083559" sldId="346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31330976" sldId="34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61903184" sldId="348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3703298968" sldId="384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1171714698" sldId="385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2146259250" sldId="387"/>
        </pc:sldMkLst>
      </pc:sldChg>
      <pc:sldChg chg="del">
        <pc:chgData name="Zheng Fei" userId="d19317889db4c986" providerId="LiveId" clId="{3271D5D9-01F6-E94D-8F33-B415B5E3ECC8}" dt="2022-02-24T02:54:43.713" v="0" actId="2696"/>
        <pc:sldMkLst>
          <pc:docMk/>
          <pc:sldMk cId="848197513" sldId="388"/>
        </pc:sldMkLst>
      </pc:sldChg>
    </pc:docChg>
  </pc:docChgLst>
  <pc:docChgLst>
    <pc:chgData name="Fei" userId="d19317889db4c986" providerId="LiveId" clId="{E87CCF37-DE99-49C7-B77F-1E4C7A3FD6FA}"/>
    <pc:docChg chg="undo redo custSel addSld delSld modSld sldOrd modMainMaster modNotesMaster">
      <pc:chgData name="Fei" userId="d19317889db4c986" providerId="LiveId" clId="{E87CCF37-DE99-49C7-B77F-1E4C7A3FD6FA}" dt="2022-02-16T09:24:21.242" v="3609" actId="1076"/>
      <pc:docMkLst>
        <pc:docMk/>
      </pc:docMkLst>
      <pc:sldChg chg="del">
        <pc:chgData name="Fei" userId="d19317889db4c986" providerId="LiveId" clId="{E87CCF37-DE99-49C7-B77F-1E4C7A3FD6FA}" dt="2022-02-15T10:55:22.721" v="0" actId="47"/>
        <pc:sldMkLst>
          <pc:docMk/>
          <pc:sldMk cId="1822363911" sldId="257"/>
        </pc:sldMkLst>
      </pc:sldChg>
      <pc:sldChg chg="addSp delSp modSp mod modTransition modNotes">
        <pc:chgData name="Fei" userId="d19317889db4c986" providerId="LiveId" clId="{E87CCF37-DE99-49C7-B77F-1E4C7A3FD6FA}" dt="2022-02-16T08:28:26.859" v="3348"/>
        <pc:sldMkLst>
          <pc:docMk/>
          <pc:sldMk cId="3140837993" sldId="258"/>
        </pc:sldMkLst>
        <pc:spChg chg="mod">
          <ac:chgData name="Fei" userId="d19317889db4c986" providerId="LiveId" clId="{E87CCF37-DE99-49C7-B77F-1E4C7A3FD6FA}" dt="2022-02-16T05:49:09.067" v="1321" actId="2711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20" creationId="{832CE7C9-AE8E-164F-A612-630C2CAEAF66}"/>
          </ac:spMkLst>
        </pc:spChg>
        <pc:spChg chg="del mod">
          <ac:chgData name="Fei" userId="d19317889db4c986" providerId="LiveId" clId="{E87CCF37-DE99-49C7-B77F-1E4C7A3FD6FA}" dt="2022-02-16T05:27:17.453" v="981" actId="478"/>
          <ac:spMkLst>
            <pc:docMk/>
            <pc:sldMk cId="3140837993" sldId="258"/>
            <ac:spMk id="21" creationId="{11442075-59CD-5449-88BA-231A0DF591CE}"/>
          </ac:spMkLst>
        </pc:spChg>
        <pc:spChg chg="del mod">
          <ac:chgData name="Fei" userId="d19317889db4c986" providerId="LiveId" clId="{E87CCF37-DE99-49C7-B77F-1E4C7A3FD6FA}" dt="2022-02-16T05:27:19.043" v="982" actId="478"/>
          <ac:spMkLst>
            <pc:docMk/>
            <pc:sldMk cId="3140837993" sldId="258"/>
            <ac:spMk id="22" creationId="{1CD14DBB-968D-C045-8A28-0E762E95A440}"/>
          </ac:spMkLst>
        </pc:spChg>
        <pc:spChg chg="add del mod">
          <ac:chgData name="Fei" userId="d19317889db4c986" providerId="LiveId" clId="{E87CCF37-DE99-49C7-B77F-1E4C7A3FD6FA}" dt="2022-02-16T07:04:18.617" v="2417" actId="2711"/>
          <ac:spMkLst>
            <pc:docMk/>
            <pc:sldMk cId="3140837993" sldId="258"/>
            <ac:spMk id="23" creationId="{134965D9-6880-4F5F-A3B8-3938EBB2336A}"/>
          </ac:spMkLst>
        </pc:spChg>
        <pc:spChg chg="mod">
          <ac:chgData name="Fei" userId="d19317889db4c986" providerId="LiveId" clId="{E87CCF37-DE99-49C7-B77F-1E4C7A3FD6FA}" dt="2022-02-16T05:48:59.057" v="1320" actId="207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5:49:22.692" v="1323" actId="207"/>
          <ac:spMkLst>
            <pc:docMk/>
            <pc:sldMk cId="3140837993" sldId="258"/>
            <ac:spMk id="35" creationId="{00000000-0000-0000-0000-000000000000}"/>
          </ac:spMkLst>
        </pc:spChg>
        <pc:spChg chg="del mod">
          <ac:chgData name="Fei" userId="d19317889db4c986" providerId="LiveId" clId="{E87CCF37-DE99-49C7-B77F-1E4C7A3FD6FA}" dt="2022-02-16T03:07:47.785" v="833" actId="478"/>
          <ac:spMkLst>
            <pc:docMk/>
            <pc:sldMk cId="3140837993" sldId="258"/>
            <ac:spMk id="43" creationId="{00000000-0000-0000-0000-000000000000}"/>
          </ac:spMkLst>
        </pc:spChg>
        <pc:spChg chg="del mod">
          <ac:chgData name="Fei" userId="d19317889db4c986" providerId="LiveId" clId="{E87CCF37-DE99-49C7-B77F-1E4C7A3FD6FA}" dt="2022-02-16T03:07:49.219" v="834" actId="478"/>
          <ac:spMkLst>
            <pc:docMk/>
            <pc:sldMk cId="3140837993" sldId="258"/>
            <ac:spMk id="45" creationId="{00000000-0000-0000-0000-000000000000}"/>
          </ac:spMkLst>
        </pc:spChg>
        <pc:spChg chg="mod">
          <ac:chgData name="Fei" userId="d19317889db4c986" providerId="LiveId" clId="{E87CCF37-DE99-49C7-B77F-1E4C7A3FD6FA}" dt="2022-02-16T05:51:51.892" v="1361" actId="207"/>
          <ac:spMkLst>
            <pc:docMk/>
            <pc:sldMk cId="3140837993" sldId="258"/>
            <ac:spMk id="69" creationId="{00000000-0000-0000-0000-000000000000}"/>
          </ac:spMkLst>
        </pc:spChg>
        <pc:spChg chg="del mod">
          <ac:chgData name="Fei" userId="d19317889db4c986" providerId="LiveId" clId="{E87CCF37-DE99-49C7-B77F-1E4C7A3FD6FA}" dt="2022-02-16T03:13:03.445" v="889" actId="478"/>
          <ac:spMkLst>
            <pc:docMk/>
            <pc:sldMk cId="3140837993" sldId="258"/>
            <ac:spMk id="70" creationId="{00000000-0000-0000-0000-000000000000}"/>
          </ac:spMkLst>
        </pc:spChg>
        <pc:picChg chg="add mod">
          <ac:chgData name="Fei" userId="d19317889db4c986" providerId="LiveId" clId="{E87CCF37-DE99-49C7-B77F-1E4C7A3FD6FA}" dt="2022-02-16T03:13:48.545" v="910"/>
          <ac:picMkLst>
            <pc:docMk/>
            <pc:sldMk cId="3140837993" sldId="258"/>
            <ac:picMk id="18" creationId="{9B9AE590-EDF8-44BE-ACFC-4548BE7FA884}"/>
          </ac:picMkLst>
        </pc:picChg>
      </pc:sldChg>
      <pc:sldChg chg="addSp modSp add del modTransition modAnim">
        <pc:chgData name="Fei" userId="d19317889db4c986" providerId="LiveId" clId="{E87CCF37-DE99-49C7-B77F-1E4C7A3FD6FA}" dt="2022-02-16T07:06:42.159" v="2525" actId="47"/>
        <pc:sldMkLst>
          <pc:docMk/>
          <pc:sldMk cId="0" sldId="266"/>
        </pc:sldMkLst>
        <pc:spChg chg="mod">
          <ac:chgData name="Fei" userId="d19317889db4c986" providerId="LiveId" clId="{E87CCF37-DE99-49C7-B77F-1E4C7A3FD6FA}" dt="2022-02-16T07:05:13.688" v="2441" actId="1076"/>
          <ac:spMkLst>
            <pc:docMk/>
            <pc:sldMk cId="0" sldId="266"/>
            <ac:spMk id="43010" creationId="{3D58B255-82C7-448D-9ED6-D36258056BFC}"/>
          </ac:spMkLst>
        </pc:spChg>
        <pc:picChg chg="add mod">
          <ac:chgData name="Fei" userId="d19317889db4c986" providerId="LiveId" clId="{E87CCF37-DE99-49C7-B77F-1E4C7A3FD6FA}" dt="2022-02-16T07:03:36.927" v="2398"/>
          <ac:picMkLst>
            <pc:docMk/>
            <pc:sldMk cId="0" sldId="266"/>
            <ac:picMk id="8" creationId="{AF0D3C0A-D937-4CCC-B765-38A401CCC770}"/>
          </ac:picMkLst>
        </pc:picChg>
      </pc:sldChg>
      <pc:sldChg chg="addSp delSp modSp add del mod modTransition modAnim">
        <pc:chgData name="Fei" userId="d19317889db4c986" providerId="LiveId" clId="{E87CCF37-DE99-49C7-B77F-1E4C7A3FD6FA}" dt="2022-02-16T07:13:36.746" v="2638" actId="47"/>
        <pc:sldMkLst>
          <pc:docMk/>
          <pc:sldMk cId="0" sldId="267"/>
        </pc:sldMkLst>
        <pc:spChg chg="del mod">
          <ac:chgData name="Fei" userId="d19317889db4c986" providerId="LiveId" clId="{E87CCF37-DE99-49C7-B77F-1E4C7A3FD6FA}" dt="2022-02-16T07:07:53.039" v="2552" actId="21"/>
          <ac:spMkLst>
            <pc:docMk/>
            <pc:sldMk cId="0" sldId="267"/>
            <ac:spMk id="44035" creationId="{AD415B56-CCE2-47B4-9151-EB91073B1057}"/>
          </ac:spMkLst>
        </pc:spChg>
        <pc:spChg chg="mod">
          <ac:chgData name="Fei" userId="d19317889db4c986" providerId="LiveId" clId="{E87CCF37-DE99-49C7-B77F-1E4C7A3FD6FA}" dt="2022-02-16T07:07:27.459" v="2529" actId="1076"/>
          <ac:spMkLst>
            <pc:docMk/>
            <pc:sldMk cId="0" sldId="267"/>
            <ac:spMk id="44036" creationId="{32F70240-826B-4660-86E7-6A286DC373DE}"/>
          </ac:spMkLst>
        </pc:spChg>
        <pc:spChg chg="del">
          <ac:chgData name="Fei" userId="d19317889db4c986" providerId="LiveId" clId="{E87CCF37-DE99-49C7-B77F-1E4C7A3FD6FA}" dt="2022-02-16T07:06:58.797" v="2526" actId="478"/>
          <ac:spMkLst>
            <pc:docMk/>
            <pc:sldMk cId="0" sldId="267"/>
            <ac:spMk id="44038" creationId="{96F02769-CAD7-4549-8ED7-E686FB628EC1}"/>
          </ac:spMkLst>
        </pc:spChg>
        <pc:spChg chg="mod">
          <ac:chgData name="Fei" userId="d19317889db4c986" providerId="LiveId" clId="{E87CCF37-DE99-49C7-B77F-1E4C7A3FD6FA}" dt="2022-02-16T07:07:28.948" v="2530" actId="1076"/>
          <ac:spMkLst>
            <pc:docMk/>
            <pc:sldMk cId="0" sldId="267"/>
            <ac:spMk id="44039" creationId="{49AC6B0E-5590-4047-B285-2B4A2AEAC985}"/>
          </ac:spMkLst>
        </pc:spChg>
        <pc:spChg chg="del mod">
          <ac:chgData name="Fei" userId="d19317889db4c986" providerId="LiveId" clId="{E87CCF37-DE99-49C7-B77F-1E4C7A3FD6FA}" dt="2022-02-16T07:07:53.050" v="2554"/>
          <ac:spMkLst>
            <pc:docMk/>
            <pc:sldMk cId="0" sldId="267"/>
            <ac:spMk id="44040" creationId="{D936A7EF-A5B8-4F1E-B41B-050FA233C0DB}"/>
          </ac:spMkLst>
        </pc:spChg>
        <pc:picChg chg="add mod">
          <ac:chgData name="Fei" userId="d19317889db4c986" providerId="LiveId" clId="{E87CCF37-DE99-49C7-B77F-1E4C7A3FD6FA}" dt="2022-02-16T07:03:38.592" v="2399"/>
          <ac:picMkLst>
            <pc:docMk/>
            <pc:sldMk cId="0" sldId="267"/>
            <ac:picMk id="11" creationId="{29530DAE-DB30-4A07-825D-A3FA51DD69E5}"/>
          </ac:picMkLst>
        </pc:picChg>
      </pc:sldChg>
      <pc:sldChg chg="addSp modSp add del ord modTransition modAnim">
        <pc:chgData name="Fei" userId="d19317889db4c986" providerId="LiveId" clId="{E87CCF37-DE99-49C7-B77F-1E4C7A3FD6FA}" dt="2022-02-16T07:24:20.756" v="2764" actId="47"/>
        <pc:sldMkLst>
          <pc:docMk/>
          <pc:sldMk cId="0" sldId="268"/>
        </pc:sldMkLst>
        <pc:spChg chg="add mod">
          <ac:chgData name="Fei" userId="d19317889db4c986" providerId="LiveId" clId="{E87CCF37-DE99-49C7-B77F-1E4C7A3FD6FA}" dt="2022-02-16T07:21:43.054" v="2696"/>
          <ac:spMkLst>
            <pc:docMk/>
            <pc:sldMk cId="0" sldId="268"/>
            <ac:spMk id="12" creationId="{3A5995E8-42B7-4FDB-8383-64D2C77FF9BB}"/>
          </ac:spMkLst>
        </pc:spChg>
        <pc:spChg chg="mod">
          <ac:chgData name="Fei" userId="d19317889db4c986" providerId="LiveId" clId="{E87CCF37-DE99-49C7-B77F-1E4C7A3FD6FA}" dt="2022-02-16T07:21:59.184" v="2725" actId="1036"/>
          <ac:spMkLst>
            <pc:docMk/>
            <pc:sldMk cId="0" sldId="268"/>
            <ac:spMk id="45058" creationId="{7F69F4B6-FF23-4DEB-83AB-E8CDF763E9D4}"/>
          </ac:spMkLst>
        </pc:spChg>
        <pc:spChg chg="mod">
          <ac:chgData name="Fei" userId="d19317889db4c986" providerId="LiveId" clId="{E87CCF37-DE99-49C7-B77F-1E4C7A3FD6FA}" dt="2022-02-16T07:22:29.764" v="2758" actId="20577"/>
          <ac:spMkLst>
            <pc:docMk/>
            <pc:sldMk cId="0" sldId="268"/>
            <ac:spMk id="45059" creationId="{7811B82F-C257-4E03-9B85-5213A87F3C51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1" creationId="{9B05ED21-C3F3-4865-8390-3DB1D98D437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2" creationId="{45454976-456F-4BC7-A230-13BC40702DAE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3" creationId="{43D4CDEB-03F4-4575-BE66-E177A1DFC4B7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4" creationId="{C0D5EE1F-D747-48CD-9724-50C75677DA3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5" creationId="{D5FF5EDB-0AE1-49FC-8ED7-7D084190FBD2}"/>
          </ac:spMkLst>
        </pc:spChg>
        <pc:spChg chg="mod">
          <ac:chgData name="Fei" userId="d19317889db4c986" providerId="LiveId" clId="{E87CCF37-DE99-49C7-B77F-1E4C7A3FD6FA}" dt="2022-02-16T07:22:15.504" v="2756" actId="1036"/>
          <ac:spMkLst>
            <pc:docMk/>
            <pc:sldMk cId="0" sldId="268"/>
            <ac:spMk id="45066" creationId="{704DEC88-03D5-4E8C-82AA-9A601C636481}"/>
          </ac:spMkLst>
        </pc:spChg>
        <pc:picChg chg="add mod">
          <ac:chgData name="Fei" userId="d19317889db4c986" providerId="LiveId" clId="{E87CCF37-DE99-49C7-B77F-1E4C7A3FD6FA}" dt="2022-02-16T07:03:43.047" v="2402"/>
          <ac:picMkLst>
            <pc:docMk/>
            <pc:sldMk cId="0" sldId="268"/>
            <ac:picMk id="11" creationId="{BA8BB045-5080-4EAC-8136-5FD92A7C2BAD}"/>
          </ac:picMkLst>
        </pc:picChg>
        <pc:picChg chg="mod">
          <ac:chgData name="Fei" userId="d19317889db4c986" providerId="LiveId" clId="{E87CCF37-DE99-49C7-B77F-1E4C7A3FD6FA}" dt="2022-02-16T07:21:59.184" v="2725" actId="1036"/>
          <ac:picMkLst>
            <pc:docMk/>
            <pc:sldMk cId="0" sldId="268"/>
            <ac:picMk id="45060" creationId="{8000DDCA-3802-456D-8740-43B7CCC14211}"/>
          </ac:picMkLst>
        </pc:picChg>
      </pc:sldChg>
      <pc:sldChg chg="addSp delSp modSp add ord modTransition modAnim">
        <pc:chgData name="Fei" userId="d19317889db4c986" providerId="LiveId" clId="{E87CCF37-DE99-49C7-B77F-1E4C7A3FD6FA}" dt="2022-02-16T08:28:36.930" v="3358"/>
        <pc:sldMkLst>
          <pc:docMk/>
          <pc:sldMk cId="0" sldId="269"/>
        </pc:sldMkLst>
        <pc:spChg chg="add mod">
          <ac:chgData name="Fei" userId="d19317889db4c986" providerId="LiveId" clId="{E87CCF37-DE99-49C7-B77F-1E4C7A3FD6FA}" dt="2022-02-16T07:23:04.356" v="2760"/>
          <ac:spMkLst>
            <pc:docMk/>
            <pc:sldMk cId="0" sldId="269"/>
            <ac:spMk id="14" creationId="{1E070FEC-1477-448E-BEA0-F6AEE78BF16E}"/>
          </ac:spMkLst>
        </pc:spChg>
        <pc:spChg chg="del">
          <ac:chgData name="Fei" userId="d19317889db4c986" providerId="LiveId" clId="{E87CCF37-DE99-49C7-B77F-1E4C7A3FD6FA}" dt="2022-02-16T07:23:04.036" v="2759" actId="478"/>
          <ac:spMkLst>
            <pc:docMk/>
            <pc:sldMk cId="0" sldId="269"/>
            <ac:spMk id="46083" creationId="{72F8FD1E-B904-48CF-85C4-12C64C175621}"/>
          </ac:spMkLst>
        </pc:spChg>
        <pc:picChg chg="add mod">
          <ac:chgData name="Fei" userId="d19317889db4c986" providerId="LiveId" clId="{E87CCF37-DE99-49C7-B77F-1E4C7A3FD6FA}" dt="2022-02-16T07:03:43.718" v="2403"/>
          <ac:picMkLst>
            <pc:docMk/>
            <pc:sldMk cId="0" sldId="269"/>
            <ac:picMk id="13" creationId="{76239A09-BE11-4CFB-AA3A-9E93EB4724B9}"/>
          </ac:picMkLst>
        </pc:picChg>
      </pc:sldChg>
      <pc:sldChg chg="addSp modSp add ord modTransition modAnim">
        <pc:chgData name="Fei" userId="d19317889db4c986" providerId="LiveId" clId="{E87CCF37-DE99-49C7-B77F-1E4C7A3FD6FA}" dt="2022-02-16T08:28:37.487" v="3359"/>
        <pc:sldMkLst>
          <pc:docMk/>
          <pc:sldMk cId="0" sldId="270"/>
        </pc:sldMkLst>
        <pc:picChg chg="add mod">
          <ac:chgData name="Fei" userId="d19317889db4c986" providerId="LiveId" clId="{E87CCF37-DE99-49C7-B77F-1E4C7A3FD6FA}" dt="2022-02-16T07:03:45.197" v="2404"/>
          <ac:picMkLst>
            <pc:docMk/>
            <pc:sldMk cId="0" sldId="270"/>
            <ac:picMk id="10" creationId="{106A7445-A0E7-4072-976C-EE318039BE0A}"/>
          </ac:picMkLst>
        </pc:picChg>
      </pc:sldChg>
      <pc:sldChg chg="addSp modSp add ord modTransition modAnim">
        <pc:chgData name="Fei" userId="d19317889db4c986" providerId="LiveId" clId="{E87CCF37-DE99-49C7-B77F-1E4C7A3FD6FA}" dt="2022-02-16T08:28:38.206" v="3360"/>
        <pc:sldMkLst>
          <pc:docMk/>
          <pc:sldMk cId="0" sldId="271"/>
        </pc:sldMkLst>
        <pc:picChg chg="add mod">
          <ac:chgData name="Fei" userId="d19317889db4c986" providerId="LiveId" clId="{E87CCF37-DE99-49C7-B77F-1E4C7A3FD6FA}" dt="2022-02-16T07:03:46.166" v="2405"/>
          <ac:picMkLst>
            <pc:docMk/>
            <pc:sldMk cId="0" sldId="271"/>
            <ac:picMk id="13" creationId="{6367F87B-EAC3-4A21-93BF-61E0CADDB6A4}"/>
          </ac:picMkLst>
        </pc:picChg>
      </pc:sldChg>
      <pc:sldChg chg="addSp delSp modSp add del modTransition modAnim">
        <pc:chgData name="Fei" userId="d19317889db4c986" providerId="LiveId" clId="{E87CCF37-DE99-49C7-B77F-1E4C7A3FD6FA}" dt="2022-02-16T08:28:39.600" v="3362"/>
        <pc:sldMkLst>
          <pc:docMk/>
          <pc:sldMk cId="0" sldId="273"/>
        </pc:sldMkLst>
        <pc:spChg chg="add del mod">
          <ac:chgData name="Fei" userId="d19317889db4c986" providerId="LiveId" clId="{E87CCF37-DE99-49C7-B77F-1E4C7A3FD6FA}" dt="2022-02-16T07:33:51.803" v="3077" actId="1036"/>
          <ac:spMkLst>
            <pc:docMk/>
            <pc:sldMk cId="0" sldId="273"/>
            <ac:spMk id="50178" creationId="{4244FDBA-645D-440E-A7E2-CC313B07DE87}"/>
          </ac:spMkLst>
        </pc:spChg>
        <pc:spChg chg="add del mod">
          <ac:chgData name="Fei" userId="d19317889db4c986" providerId="LiveId" clId="{E87CCF37-DE99-49C7-B77F-1E4C7A3FD6FA}" dt="2022-02-16T07:35:45.397" v="3093" actId="20577"/>
          <ac:spMkLst>
            <pc:docMk/>
            <pc:sldMk cId="0" sldId="273"/>
            <ac:spMk id="50179" creationId="{4FBA96CD-56F2-4C31-AE3F-F4435D04F135}"/>
          </ac:spMkLst>
        </pc:spChg>
        <pc:spChg chg="add del mod">
          <ac:chgData name="Fei" userId="d19317889db4c986" providerId="LiveId" clId="{E87CCF37-DE99-49C7-B77F-1E4C7A3FD6FA}" dt="2022-02-16T07:33:51.577" v="3076" actId="1036"/>
          <ac:spMkLst>
            <pc:docMk/>
            <pc:sldMk cId="0" sldId="273"/>
            <ac:spMk id="50189" creationId="{73C34B28-2AFE-462A-9B4D-179113A805CD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0" creationId="{1AA77A98-C0D4-40F1-8D76-CB2A92DCAEE6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1" creationId="{6683064E-9BF1-4A25-9FA8-A2AB83D1DC84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2" creationId="{D50787BD-BC42-4756-9611-A90F7A56C16E}"/>
          </ac:spMkLst>
        </pc:spChg>
        <pc:spChg chg="add del mod">
          <ac:chgData name="Fei" userId="d19317889db4c986" providerId="LiveId" clId="{E87CCF37-DE99-49C7-B77F-1E4C7A3FD6FA}" dt="2022-02-16T07:33:51.353" v="3075" actId="1035"/>
          <ac:spMkLst>
            <pc:docMk/>
            <pc:sldMk cId="0" sldId="273"/>
            <ac:spMk id="50193" creationId="{DDCF60D7-2D3E-4502-93FD-80035F808E6F}"/>
          </ac:spMkLst>
        </pc:spChg>
        <pc:spChg chg="mod">
          <ac:chgData name="Fei" userId="d19317889db4c986" providerId="LiveId" clId="{E87CCF37-DE99-49C7-B77F-1E4C7A3FD6FA}" dt="2022-02-16T07:34:21.173" v="3084" actId="478"/>
          <ac:spMkLst>
            <pc:docMk/>
            <pc:sldMk cId="0" sldId="273"/>
            <ac:spMk id="50195" creationId="{7EAB5A47-C0C7-4BEB-BBA6-FDB32DC83E5D}"/>
          </ac:spMkLst>
        </pc:spChg>
        <pc:spChg chg="del mod">
          <ac:chgData name="Fei" userId="d19317889db4c986" providerId="LiveId" clId="{E87CCF37-DE99-49C7-B77F-1E4C7A3FD6FA}" dt="2022-02-16T07:34:21.173" v="3084" actId="478"/>
          <ac:spMkLst>
            <pc:docMk/>
            <pc:sldMk cId="0" sldId="273"/>
            <ac:spMk id="50196" creationId="{86BDB1B1-885C-4187-8099-7F48F396583E}"/>
          </ac:spMkLst>
        </pc:spChg>
        <pc:spChg chg="add del">
          <ac:chgData name="Fei" userId="d19317889db4c986" providerId="LiveId" clId="{E87CCF37-DE99-49C7-B77F-1E4C7A3FD6FA}" dt="2022-02-16T07:33:49.723" v="3073" actId="21"/>
          <ac:spMkLst>
            <pc:docMk/>
            <pc:sldMk cId="0" sldId="273"/>
            <ac:spMk id="50197" creationId="{B96387AA-E0B9-48D1-A55A-326843E315EB}"/>
          </ac:spMkLst>
        </pc:spChg>
        <pc:grpChg chg="add del">
          <ac:chgData name="Fei" userId="d19317889db4c986" providerId="LiveId" clId="{E87CCF37-DE99-49C7-B77F-1E4C7A3FD6FA}" dt="2022-02-16T07:33:49.723" v="3073" actId="21"/>
          <ac:grpSpMkLst>
            <pc:docMk/>
            <pc:sldMk cId="0" sldId="273"/>
            <ac:grpSpMk id="50182" creationId="{6F7FF689-4BE2-4F0B-A90B-39D0E5E11B9B}"/>
          </ac:grpSpMkLst>
        </pc:grpChg>
        <pc:grpChg chg="add del mod">
          <ac:chgData name="Fei" userId="d19317889db4c986" providerId="LiveId" clId="{E87CCF37-DE99-49C7-B77F-1E4C7A3FD6FA}" dt="2022-02-16T07:34:21.173" v="3084" actId="478"/>
          <ac:grpSpMkLst>
            <pc:docMk/>
            <pc:sldMk cId="0" sldId="273"/>
            <ac:grpSpMk id="50194" creationId="{4DDDC9B2-E5E6-43EE-B955-456059732D0E}"/>
          </ac:grpSpMkLst>
        </pc:grpChg>
        <pc:graphicFrameChg chg="add del">
          <ac:chgData name="Fei" userId="d19317889db4c986" providerId="LiveId" clId="{E87CCF37-DE99-49C7-B77F-1E4C7A3FD6FA}" dt="2022-02-16T07:33:49.723" v="3073" actId="21"/>
          <ac:graphicFrameMkLst>
            <pc:docMk/>
            <pc:sldMk cId="0" sldId="273"/>
            <ac:graphicFrameMk id="50180" creationId="{95A15698-9363-46A5-9585-BD376F0F2D65}"/>
          </ac:graphicFrameMkLst>
        </pc:graphicFrameChg>
        <pc:graphicFrameChg chg="add del">
          <ac:chgData name="Fei" userId="d19317889db4c986" providerId="LiveId" clId="{E87CCF37-DE99-49C7-B77F-1E4C7A3FD6FA}" dt="2022-02-16T07:33:49.723" v="3073" actId="21"/>
          <ac:graphicFrameMkLst>
            <pc:docMk/>
            <pc:sldMk cId="0" sldId="273"/>
            <ac:graphicFrameMk id="50181" creationId="{B3C66234-0762-4789-88AB-002FBDBAE2BA}"/>
          </ac:graphicFrameMkLst>
        </pc:graphicFrameChg>
        <pc:graphicFrameChg chg="add del mod">
          <ac:chgData name="Fei" userId="d19317889db4c986" providerId="LiveId" clId="{E87CCF37-DE99-49C7-B77F-1E4C7A3FD6FA}" dt="2022-02-16T07:33:51.353" v="3075" actId="1035"/>
          <ac:graphicFrameMkLst>
            <pc:docMk/>
            <pc:sldMk cId="0" sldId="273"/>
            <ac:graphicFrameMk id="50198" creationId="{3124B509-F292-4E84-8E3A-78F4032EE335}"/>
          </ac:graphicFrameMkLst>
        </pc:graphicFrameChg>
        <pc:picChg chg="add mod">
          <ac:chgData name="Fei" userId="d19317889db4c986" providerId="LiveId" clId="{E87CCF37-DE99-49C7-B77F-1E4C7A3FD6FA}" dt="2022-02-16T07:03:48.758" v="2407"/>
          <ac:picMkLst>
            <pc:docMk/>
            <pc:sldMk cId="0" sldId="273"/>
            <ac:picMk id="23" creationId="{0FD0375E-92CF-47E7-81DE-435704D89268}"/>
          </ac:picMkLst>
        </pc:picChg>
      </pc:sldChg>
      <pc:sldChg chg="addSp modSp add modTransition">
        <pc:chgData name="Fei" userId="d19317889db4c986" providerId="LiveId" clId="{E87CCF37-DE99-49C7-B77F-1E4C7A3FD6FA}" dt="2022-02-16T08:28:40.133" v="3363"/>
        <pc:sldMkLst>
          <pc:docMk/>
          <pc:sldMk cId="0" sldId="274"/>
        </pc:sldMkLst>
        <pc:spChg chg="mod">
          <ac:chgData name="Fei" userId="d19317889db4c986" providerId="LiveId" clId="{E87CCF37-DE99-49C7-B77F-1E4C7A3FD6FA}" dt="2022-02-16T07:35:56.728" v="3101" actId="20577"/>
          <ac:spMkLst>
            <pc:docMk/>
            <pc:sldMk cId="0" sldId="274"/>
            <ac:spMk id="51202" creationId="{CE4B1E3F-448F-4E75-879C-AABC67354AAC}"/>
          </ac:spMkLst>
        </pc:spChg>
        <pc:picChg chg="add mod">
          <ac:chgData name="Fei" userId="d19317889db4c986" providerId="LiveId" clId="{E87CCF37-DE99-49C7-B77F-1E4C7A3FD6FA}" dt="2022-02-16T07:03:49.958" v="2408"/>
          <ac:picMkLst>
            <pc:docMk/>
            <pc:sldMk cId="0" sldId="274"/>
            <ac:picMk id="15" creationId="{5E4F0703-8727-4338-88E8-FD95FFF2988A}"/>
          </ac:picMkLst>
        </pc:picChg>
      </pc:sldChg>
      <pc:sldChg chg="addSp delSp modSp add modTransition modAnim">
        <pc:chgData name="Fei" userId="d19317889db4c986" providerId="LiveId" clId="{E87CCF37-DE99-49C7-B77F-1E4C7A3FD6FA}" dt="2022-02-16T08:28:40.771" v="3364"/>
        <pc:sldMkLst>
          <pc:docMk/>
          <pc:sldMk cId="0" sldId="275"/>
        </pc:sldMkLst>
        <pc:spChg chg="mod">
          <ac:chgData name="Fei" userId="d19317889db4c986" providerId="LiveId" clId="{E87CCF37-DE99-49C7-B77F-1E4C7A3FD6FA}" dt="2022-02-16T07:36:44.277" v="3116"/>
          <ac:spMkLst>
            <pc:docMk/>
            <pc:sldMk cId="0" sldId="275"/>
            <ac:spMk id="52237" creationId="{ED24F6F2-893A-4FDA-AB8A-873C6C26D1C4}"/>
          </ac:spMkLst>
        </pc:spChg>
        <pc:spChg chg="del">
          <ac:chgData name="Fei" userId="d19317889db4c986" providerId="LiveId" clId="{E87CCF37-DE99-49C7-B77F-1E4C7A3FD6FA}" dt="2022-02-16T07:42:30.796" v="3224" actId="21"/>
          <ac:spMkLst>
            <pc:docMk/>
            <pc:sldMk cId="0" sldId="275"/>
            <ac:spMk id="52241" creationId="{0A704FB9-A698-4F5F-91F6-3F2FCE400B04}"/>
          </ac:spMkLst>
        </pc:spChg>
        <pc:graphicFrameChg chg="del">
          <ac:chgData name="Fei" userId="d19317889db4c986" providerId="LiveId" clId="{E87CCF37-DE99-49C7-B77F-1E4C7A3FD6FA}" dt="2022-02-16T07:42:30.796" v="3224" actId="21"/>
          <ac:graphicFrameMkLst>
            <pc:docMk/>
            <pc:sldMk cId="0" sldId="275"/>
            <ac:graphicFrameMk id="52238" creationId="{0F6EC33E-18B9-4628-80A6-7833E853E923}"/>
          </ac:graphicFrameMkLst>
        </pc:graphicFrameChg>
        <pc:graphicFrameChg chg="del">
          <ac:chgData name="Fei" userId="d19317889db4c986" providerId="LiveId" clId="{E87CCF37-DE99-49C7-B77F-1E4C7A3FD6FA}" dt="2022-02-16T07:42:30.796" v="3224" actId="21"/>
          <ac:graphicFrameMkLst>
            <pc:docMk/>
            <pc:sldMk cId="0" sldId="275"/>
            <ac:graphicFrameMk id="52239" creationId="{821311EF-74A9-4F48-B394-FA79E132DDC6}"/>
          </ac:graphicFrameMkLst>
        </pc:graphicFrameChg>
        <pc:picChg chg="add mod">
          <ac:chgData name="Fei" userId="d19317889db4c986" providerId="LiveId" clId="{E87CCF37-DE99-49C7-B77F-1E4C7A3FD6FA}" dt="2022-02-16T07:03:50.710" v="2409"/>
          <ac:picMkLst>
            <pc:docMk/>
            <pc:sldMk cId="0" sldId="275"/>
            <ac:picMk id="22" creationId="{2643445D-872C-40F8-B16C-E95809B5F4B0}"/>
          </ac:picMkLst>
        </pc:picChg>
      </pc:sldChg>
      <pc:sldChg chg="addSp delSp modSp add modTransition modAnim">
        <pc:chgData name="Fei" userId="d19317889db4c986" providerId="LiveId" clId="{E87CCF37-DE99-49C7-B77F-1E4C7A3FD6FA}" dt="2022-02-16T08:28:41.470" v="3365"/>
        <pc:sldMkLst>
          <pc:docMk/>
          <pc:sldMk cId="0" sldId="276"/>
        </pc:sldMkLst>
        <pc:spChg chg="mod">
          <ac:chgData name="Fei" userId="d19317889db4c986" providerId="LiveId" clId="{E87CCF37-DE99-49C7-B77F-1E4C7A3FD6FA}" dt="2022-02-16T07:37:35.757" v="3142" actId="14100"/>
          <ac:spMkLst>
            <pc:docMk/>
            <pc:sldMk cId="0" sldId="276"/>
            <ac:spMk id="53250" creationId="{47187005-255F-41C2-AAD1-80E909B8F57D}"/>
          </ac:spMkLst>
        </pc:spChg>
        <pc:spChg chg="del">
          <ac:chgData name="Fei" userId="d19317889db4c986" providerId="LiveId" clId="{E87CCF37-DE99-49C7-B77F-1E4C7A3FD6FA}" dt="2022-02-16T07:46:08.101" v="3330" actId="21"/>
          <ac:spMkLst>
            <pc:docMk/>
            <pc:sldMk cId="0" sldId="276"/>
            <ac:spMk id="53274" creationId="{83D2CF5A-B63A-40ED-8281-498A29E57587}"/>
          </ac:spMkLst>
        </pc:spChg>
        <pc:graphicFrameChg chg="del">
          <ac:chgData name="Fei" userId="d19317889db4c986" providerId="LiveId" clId="{E87CCF37-DE99-49C7-B77F-1E4C7A3FD6FA}" dt="2022-02-16T07:46:08.101" v="3330" actId="21"/>
          <ac:graphicFrameMkLst>
            <pc:docMk/>
            <pc:sldMk cId="0" sldId="276"/>
            <ac:graphicFrameMk id="53272" creationId="{51222CED-3C2E-4083-9BA3-73762C1EAC95}"/>
          </ac:graphicFrameMkLst>
        </pc:graphicFrameChg>
        <pc:graphicFrameChg chg="del">
          <ac:chgData name="Fei" userId="d19317889db4c986" providerId="LiveId" clId="{E87CCF37-DE99-49C7-B77F-1E4C7A3FD6FA}" dt="2022-02-16T07:46:08.101" v="3330" actId="21"/>
          <ac:graphicFrameMkLst>
            <pc:docMk/>
            <pc:sldMk cId="0" sldId="276"/>
            <ac:graphicFrameMk id="53273" creationId="{0D7CF28E-6A1D-4E2F-8FD3-76662487C1F7}"/>
          </ac:graphicFrameMkLst>
        </pc:graphicFrameChg>
        <pc:picChg chg="add mod">
          <ac:chgData name="Fei" userId="d19317889db4c986" providerId="LiveId" clId="{E87CCF37-DE99-49C7-B77F-1E4C7A3FD6FA}" dt="2022-02-16T07:03:51.809" v="2410"/>
          <ac:picMkLst>
            <pc:docMk/>
            <pc:sldMk cId="0" sldId="276"/>
            <ac:picMk id="32" creationId="{36557FA0-E1DA-4213-9B66-36ECDA914EDF}"/>
          </ac:picMkLst>
        </pc:picChg>
      </pc:sldChg>
      <pc:sldChg chg="addSp modSp add modTransition">
        <pc:chgData name="Fei" userId="d19317889db4c986" providerId="LiveId" clId="{E87CCF37-DE99-49C7-B77F-1E4C7A3FD6FA}" dt="2022-02-16T08:28:44.250" v="3367"/>
        <pc:sldMkLst>
          <pc:docMk/>
          <pc:sldMk cId="0" sldId="277"/>
        </pc:sldMkLst>
        <pc:spChg chg="mod">
          <ac:chgData name="Fei" userId="d19317889db4c986" providerId="LiveId" clId="{E87CCF37-DE99-49C7-B77F-1E4C7A3FD6FA}" dt="2022-02-16T07:39:34.736" v="3155" actId="20577"/>
          <ac:spMkLst>
            <pc:docMk/>
            <pc:sldMk cId="0" sldId="277"/>
            <ac:spMk id="54274" creationId="{B91D74D0-DD0D-4AE9-8A4E-AD09ABC20BFB}"/>
          </ac:spMkLst>
        </pc:spChg>
        <pc:picChg chg="add mod">
          <ac:chgData name="Fei" userId="d19317889db4c986" providerId="LiveId" clId="{E87CCF37-DE99-49C7-B77F-1E4C7A3FD6FA}" dt="2022-02-16T07:03:53.117" v="2411"/>
          <ac:picMkLst>
            <pc:docMk/>
            <pc:sldMk cId="0" sldId="277"/>
            <ac:picMk id="18" creationId="{B921E780-DCDC-4D97-84FA-53EEE6C77785}"/>
          </ac:picMkLst>
        </pc:picChg>
      </pc:sldChg>
      <pc:sldChg chg="addSp delSp modSp add mod modTransition delAnim modAnim">
        <pc:chgData name="Fei" userId="d19317889db4c986" providerId="LiveId" clId="{E87CCF37-DE99-49C7-B77F-1E4C7A3FD6FA}" dt="2022-02-16T08:28:45.075" v="3368"/>
        <pc:sldMkLst>
          <pc:docMk/>
          <pc:sldMk cId="0" sldId="278"/>
        </pc:sldMkLst>
        <pc:spChg chg="add mod">
          <ac:chgData name="Fei" userId="d19317889db4c986" providerId="LiveId" clId="{E87CCF37-DE99-49C7-B77F-1E4C7A3FD6FA}" dt="2022-02-16T07:40:54.496" v="3180" actId="403"/>
          <ac:spMkLst>
            <pc:docMk/>
            <pc:sldMk cId="0" sldId="278"/>
            <ac:spMk id="25" creationId="{CFDBC59C-0260-4BA1-B94C-7F73E10FD2F5}"/>
          </ac:spMkLst>
        </pc:spChg>
        <pc:spChg chg="add">
          <ac:chgData name="Fei" userId="d19317889db4c986" providerId="LiveId" clId="{E87CCF37-DE99-49C7-B77F-1E4C7A3FD6FA}" dt="2022-02-16T07:40:42.440" v="3169"/>
          <ac:spMkLst>
            <pc:docMk/>
            <pc:sldMk cId="0" sldId="278"/>
            <ac:spMk id="55305" creationId="{9DB3E879-C867-4D17-81F0-9561C9F04A6E}"/>
          </ac:spMkLst>
        </pc:spChg>
        <pc:spChg chg="mod">
          <ac:chgData name="Fei" userId="d19317889db4c986" providerId="LiveId" clId="{E87CCF37-DE99-49C7-B77F-1E4C7A3FD6FA}" dt="2022-02-16T07:39:48.517" v="3159" actId="20577"/>
          <ac:spMkLst>
            <pc:docMk/>
            <pc:sldMk cId="0" sldId="278"/>
            <ac:spMk id="55314" creationId="{6020690A-0813-4E3D-8D4E-7C6413E90136}"/>
          </ac:spMkLst>
        </pc:spChg>
        <pc:graphicFrameChg chg="add del mod replId">
          <ac:chgData name="Fei" userId="d19317889db4c986" providerId="LiveId" clId="{E87CCF37-DE99-49C7-B77F-1E4C7A3FD6FA}" dt="2022-02-16T07:40:32.907" v="3165"/>
          <ac:graphicFrameMkLst>
            <pc:docMk/>
            <pc:sldMk cId="0" sldId="278"/>
            <ac:graphicFrameMk id="2" creationId="{CFDBC59C-0260-4BA1-B94C-7F73E10FD2F5}"/>
          </ac:graphicFrameMkLst>
        </pc:graphicFrameChg>
        <pc:graphicFrameChg chg="del mod replId">
          <ac:chgData name="Fei" userId="d19317889db4c986" providerId="LiveId" clId="{E87CCF37-DE99-49C7-B77F-1E4C7A3FD6FA}" dt="2022-02-16T07:40:42.440" v="3169"/>
          <ac:graphicFrameMkLst>
            <pc:docMk/>
            <pc:sldMk cId="0" sldId="278"/>
            <ac:graphicFrameMk id="4" creationId="{9DB3E879-C867-4D17-81F0-9561C9F04A6E}"/>
          </ac:graphicFrameMkLst>
        </pc:graphicFrameChg>
        <pc:graphicFrameChg chg="mod">
          <ac:chgData name="Fei" userId="d19317889db4c986" providerId="LiveId" clId="{E87CCF37-DE99-49C7-B77F-1E4C7A3FD6FA}" dt="2022-02-16T07:40:15.677" v="3161" actId="1076"/>
          <ac:graphicFrameMkLst>
            <pc:docMk/>
            <pc:sldMk cId="0" sldId="278"/>
            <ac:graphicFrameMk id="55298" creationId="{8E4991F3-9D6E-4452-A5F6-69C3905967D3}"/>
          </ac:graphicFrameMkLst>
        </pc:graphicFrameChg>
        <pc:graphicFrameChg chg="del">
          <ac:chgData name="Fei" userId="d19317889db4c986" providerId="LiveId" clId="{E87CCF37-DE99-49C7-B77F-1E4C7A3FD6FA}" dt="2022-02-16T07:40:04.757" v="3160" actId="478"/>
          <ac:graphicFrameMkLst>
            <pc:docMk/>
            <pc:sldMk cId="0" sldId="278"/>
            <ac:graphicFrameMk id="55318" creationId="{F42B1573-3963-4E72-9CDC-7D9A90D70BB3}"/>
          </ac:graphicFrameMkLst>
        </pc:graphicFrameChg>
        <pc:picChg chg="add mod">
          <ac:chgData name="Fei" userId="d19317889db4c986" providerId="LiveId" clId="{E87CCF37-DE99-49C7-B77F-1E4C7A3FD6FA}" dt="2022-02-16T07:03:53.878" v="2412"/>
          <ac:picMkLst>
            <pc:docMk/>
            <pc:sldMk cId="0" sldId="278"/>
            <ac:picMk id="24" creationId="{27E71C3D-836E-4925-A5A7-A27298C0F837}"/>
          </ac:picMkLst>
        </pc:picChg>
      </pc:sldChg>
      <pc:sldChg chg="addSp modSp add ord modTransition">
        <pc:chgData name="Fei" userId="d19317889db4c986" providerId="LiveId" clId="{E87CCF37-DE99-49C7-B77F-1E4C7A3FD6FA}" dt="2022-02-16T08:28:42.136" v="3366"/>
        <pc:sldMkLst>
          <pc:docMk/>
          <pc:sldMk cId="0" sldId="279"/>
        </pc:sldMkLst>
        <pc:spChg chg="mod">
          <ac:chgData name="Fei" userId="d19317889db4c986" providerId="LiveId" clId="{E87CCF37-DE99-49C7-B77F-1E4C7A3FD6FA}" dt="2022-02-16T07:39:02.406" v="3149" actId="20577"/>
          <ac:spMkLst>
            <pc:docMk/>
            <pc:sldMk cId="0" sldId="279"/>
            <ac:spMk id="56326" creationId="{B854052A-5811-40BB-B2BA-D1237068B1AB}"/>
          </ac:spMkLst>
        </pc:spChg>
        <pc:picChg chg="add mod">
          <ac:chgData name="Fei" userId="d19317889db4c986" providerId="LiveId" clId="{E87CCF37-DE99-49C7-B77F-1E4C7A3FD6FA}" dt="2022-02-16T07:03:54.921" v="2413"/>
          <ac:picMkLst>
            <pc:docMk/>
            <pc:sldMk cId="0" sldId="279"/>
            <ac:picMk id="34" creationId="{64F92859-3D5D-4331-BD88-3A6EE5A90B80}"/>
          </ac:picMkLst>
        </pc:picChg>
      </pc:sldChg>
      <pc:sldChg chg="addSp delSp modSp add mod modTransition delAnim modAnim">
        <pc:chgData name="Fei" userId="d19317889db4c986" providerId="LiveId" clId="{E87CCF37-DE99-49C7-B77F-1E4C7A3FD6FA}" dt="2022-02-16T08:28:45.766" v="3369"/>
        <pc:sldMkLst>
          <pc:docMk/>
          <pc:sldMk cId="0" sldId="280"/>
        </pc:sldMkLst>
        <pc:spChg chg="add del mod">
          <ac:chgData name="Fei" userId="d19317889db4c986" providerId="LiveId" clId="{E87CCF37-DE99-49C7-B77F-1E4C7A3FD6FA}" dt="2022-02-16T07:44:26.271" v="3308"/>
          <ac:spMkLst>
            <pc:docMk/>
            <pc:sldMk cId="0" sldId="280"/>
            <ac:spMk id="2" creationId="{0F2B6E31-E57E-48B3-B945-1410EEF71451}"/>
          </ac:spMkLst>
        </pc:spChg>
        <pc:spChg chg="add mod">
          <ac:chgData name="Fei" userId="d19317889db4c986" providerId="LiveId" clId="{E87CCF37-DE99-49C7-B77F-1E4C7A3FD6FA}" dt="2022-02-16T07:44:00.914" v="3306" actId="20577"/>
          <ac:spMkLst>
            <pc:docMk/>
            <pc:sldMk cId="0" sldId="280"/>
            <ac:spMk id="3" creationId="{215AE15A-D5C7-461B-88FF-92B24D21A0D8}"/>
          </ac:spMkLst>
        </pc:spChg>
        <pc:spChg chg="add mod">
          <ac:chgData name="Fei" userId="d19317889db4c986" providerId="LiveId" clId="{E87CCF37-DE99-49C7-B77F-1E4C7A3FD6FA}" dt="2022-02-16T07:45:51.112" v="3324" actId="14100"/>
          <ac:spMkLst>
            <pc:docMk/>
            <pc:sldMk cId="0" sldId="280"/>
            <ac:spMk id="26" creationId="{A2550CCC-BCCF-41CC-8AE4-F4FEBBC675A8}"/>
          </ac:spMkLst>
        </pc:spChg>
        <pc:spChg chg="add mod">
          <ac:chgData name="Fei" userId="d19317889db4c986" providerId="LiveId" clId="{E87CCF37-DE99-49C7-B77F-1E4C7A3FD6FA}" dt="2022-02-16T07:45:42.875" v="3320" actId="1076"/>
          <ac:spMkLst>
            <pc:docMk/>
            <pc:sldMk cId="0" sldId="280"/>
            <ac:spMk id="29" creationId="{D0BBB62B-F85E-4D31-8745-7CCB676B7BDF}"/>
          </ac:spMkLst>
        </pc:spChg>
        <pc:spChg chg="add mod">
          <ac:chgData name="Fei" userId="d19317889db4c986" providerId="LiveId" clId="{E87CCF37-DE99-49C7-B77F-1E4C7A3FD6FA}" dt="2022-02-16T07:46:00.531" v="3329"/>
          <ac:spMkLst>
            <pc:docMk/>
            <pc:sldMk cId="0" sldId="280"/>
            <ac:spMk id="30" creationId="{24AD6BD2-8489-4DB2-BA57-A8F5DB5AE8EB}"/>
          </ac:spMkLst>
        </pc:spChg>
        <pc:spChg chg="add mod">
          <ac:chgData name="Fei" userId="d19317889db4c986" providerId="LiveId" clId="{E87CCF37-DE99-49C7-B77F-1E4C7A3FD6FA}" dt="2022-02-16T07:46:10.786" v="3331"/>
          <ac:spMkLst>
            <pc:docMk/>
            <pc:sldMk cId="0" sldId="280"/>
            <ac:spMk id="33" creationId="{20151D39-2E55-48C6-B112-F065CB56A5B4}"/>
          </ac:spMkLst>
        </pc:spChg>
        <pc:spChg chg="mod">
          <ac:chgData name="Fei" userId="d19317889db4c986" providerId="LiveId" clId="{E87CCF37-DE99-49C7-B77F-1E4C7A3FD6FA}" dt="2022-02-16T07:42:19.086" v="3220" actId="14100"/>
          <ac:spMkLst>
            <pc:docMk/>
            <pc:sldMk cId="0" sldId="280"/>
            <ac:spMk id="57346" creationId="{2E678DED-D69C-4B5D-846E-C3C656B00904}"/>
          </ac:spMkLst>
        </pc:spChg>
        <pc:spChg chg="del">
          <ac:chgData name="Fei" userId="d19317889db4c986" providerId="LiveId" clId="{E87CCF37-DE99-49C7-B77F-1E4C7A3FD6FA}" dt="2022-02-16T07:42:20.082" v="3221" actId="478"/>
          <ac:spMkLst>
            <pc:docMk/>
            <pc:sldMk cId="0" sldId="280"/>
            <ac:spMk id="57350" creationId="{BFF69FFA-E9E8-4291-B05E-460C792A5404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7" creationId="{A443873B-706D-4F79-94BC-2D20D0237789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8" creationId="{8C1226B8-7443-431E-A20B-2FF286DC8857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59" creationId="{8DF82A00-4DB2-4B5E-AA70-48CC2C0156AA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60" creationId="{F1D1F637-6338-43DF-B16C-18E4237716D5}"/>
          </ac:spMkLst>
        </pc:spChg>
        <pc:spChg chg="del">
          <ac:chgData name="Fei" userId="d19317889db4c986" providerId="LiveId" clId="{E87CCF37-DE99-49C7-B77F-1E4C7A3FD6FA}" dt="2022-02-16T07:42:22.586" v="3223" actId="478"/>
          <ac:spMkLst>
            <pc:docMk/>
            <pc:sldMk cId="0" sldId="280"/>
            <ac:spMk id="57361" creationId="{6BFF1B5D-BBE7-4EFE-8F43-99F923C55D9F}"/>
          </ac:spMkLst>
        </pc:spChg>
        <pc:graphicFrameChg chg="add mod">
          <ac:chgData name="Fei" userId="d19317889db4c986" providerId="LiveId" clId="{E87CCF37-DE99-49C7-B77F-1E4C7A3FD6FA}" dt="2022-02-16T07:42:38.705" v="3227" actId="1076"/>
          <ac:graphicFrameMkLst>
            <pc:docMk/>
            <pc:sldMk cId="0" sldId="280"/>
            <ac:graphicFrameMk id="24" creationId="{C1E1555A-6D9C-4C50-8F62-C2C8663D9B69}"/>
          </ac:graphicFrameMkLst>
        </pc:graphicFrameChg>
        <pc:graphicFrameChg chg="add mod">
          <ac:chgData name="Fei" userId="d19317889db4c986" providerId="LiveId" clId="{E87CCF37-DE99-49C7-B77F-1E4C7A3FD6FA}" dt="2022-02-16T07:42:38.705" v="3227" actId="1076"/>
          <ac:graphicFrameMkLst>
            <pc:docMk/>
            <pc:sldMk cId="0" sldId="280"/>
            <ac:graphicFrameMk id="25" creationId="{2EE8083C-BADB-42D0-811F-04345CB5CE90}"/>
          </ac:graphicFrameMkLst>
        </pc:graphicFrameChg>
        <pc:graphicFrameChg chg="add mod">
          <ac:chgData name="Fei" userId="d19317889db4c986" providerId="LiveId" clId="{E87CCF37-DE99-49C7-B77F-1E4C7A3FD6FA}" dt="2022-02-16T07:46:10.786" v="3331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add mod">
          <ac:chgData name="Fei" userId="d19317889db4c986" providerId="LiveId" clId="{E87CCF37-DE99-49C7-B77F-1E4C7A3FD6FA}" dt="2022-02-16T07:46:10.786" v="3331"/>
          <ac:graphicFrameMkLst>
            <pc:docMk/>
            <pc:sldMk cId="0" sldId="280"/>
            <ac:graphicFrameMk id="32" creationId="{E636ECDC-D97F-4471-8C05-949D390A829A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47" creationId="{0E9E09CB-DFC8-40CB-AE9B-53DF11BDC63B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48" creationId="{4EE87904-52C4-4DE2-92C0-465438BA2AF9}"/>
          </ac:graphicFrameMkLst>
        </pc:graphicFrameChg>
        <pc:graphicFrameChg chg="del">
          <ac:chgData name="Fei" userId="d19317889db4c986" providerId="LiveId" clId="{E87CCF37-DE99-49C7-B77F-1E4C7A3FD6FA}" dt="2022-02-16T07:42:20.907" v="3222" actId="478"/>
          <ac:graphicFrameMkLst>
            <pc:docMk/>
            <pc:sldMk cId="0" sldId="280"/>
            <ac:graphicFrameMk id="57349" creationId="{168F6C56-5D81-4264-AB4B-302D2559614E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2" creationId="{D82C3E5B-018F-4412-8728-506A117158D2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3" creationId="{AC42FC2F-90D1-4629-8981-C34FD8ACC1FC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4" creationId="{13A82117-24E9-4996-BE75-6122770FF92E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5" creationId="{19994E88-6DE2-4325-8A8C-3F1DE2F27A43}"/>
          </ac:graphicFrameMkLst>
        </pc:graphicFrameChg>
        <pc:graphicFrameChg chg="del">
          <ac:chgData name="Fei" userId="d19317889db4c986" providerId="LiveId" clId="{E87CCF37-DE99-49C7-B77F-1E4C7A3FD6FA}" dt="2022-02-16T07:42:22.586" v="3223" actId="478"/>
          <ac:graphicFrameMkLst>
            <pc:docMk/>
            <pc:sldMk cId="0" sldId="280"/>
            <ac:graphicFrameMk id="57366" creationId="{161BF09E-6682-400A-AA97-584AAF4B3CA6}"/>
          </ac:graphicFrameMkLst>
        </pc:graphicFrameChg>
        <pc:picChg chg="add mod">
          <ac:chgData name="Fei" userId="d19317889db4c986" providerId="LiveId" clId="{E87CCF37-DE99-49C7-B77F-1E4C7A3FD6FA}" dt="2022-02-16T07:03:55.641" v="2414"/>
          <ac:picMkLst>
            <pc:docMk/>
            <pc:sldMk cId="0" sldId="280"/>
            <ac:picMk id="23" creationId="{88393E34-EBBD-4783-8F1E-4A85C2B547E4}"/>
          </ac:picMkLst>
        </pc:picChg>
      </pc:sldChg>
      <pc:sldChg chg="delSp modSp mod delAnim modAnim modNotes">
        <pc:chgData name="Fei" userId="d19317889db4c986" providerId="LiveId" clId="{E87CCF37-DE99-49C7-B77F-1E4C7A3FD6FA}" dt="2022-02-16T03:03:46.304" v="773" actId="1036"/>
        <pc:sldMkLst>
          <pc:docMk/>
          <pc:sldMk cId="0" sldId="282"/>
        </pc:sldMkLst>
        <pc:spChg chg="mod">
          <ac:chgData name="Fei" userId="d19317889db4c986" providerId="LiveId" clId="{E87CCF37-DE99-49C7-B77F-1E4C7A3FD6FA}" dt="2022-02-16T02:49:43.214" v="264" actId="14100"/>
          <ac:spMkLst>
            <pc:docMk/>
            <pc:sldMk cId="0" sldId="282"/>
            <ac:spMk id="2" creationId="{00000000-0000-0000-0000-000000000000}"/>
          </ac:spMkLst>
        </pc:spChg>
        <pc:spChg chg="mod">
          <ac:chgData name="Fei" userId="d19317889db4c986" providerId="LiveId" clId="{E87CCF37-DE99-49C7-B77F-1E4C7A3FD6FA}" dt="2022-02-16T03:03:46.304" v="773" actId="1036"/>
          <ac:spMkLst>
            <pc:docMk/>
            <pc:sldMk cId="0" sldId="282"/>
            <ac:spMk id="3" creationId="{00000000-0000-0000-0000-000000000000}"/>
          </ac:spMkLst>
        </pc:spChg>
        <pc:spChg chg="del mod">
          <ac:chgData name="Fei" userId="d19317889db4c986" providerId="LiveId" clId="{E87CCF37-DE99-49C7-B77F-1E4C7A3FD6FA}" dt="2022-02-16T03:03:41.288" v="758" actId="478"/>
          <ac:spMkLst>
            <pc:docMk/>
            <pc:sldMk cId="0" sldId="282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0" sldId="282"/>
            <ac:spMk id="5" creationId="{00000000-0000-0000-0000-000000000000}"/>
          </ac:spMkLst>
        </pc:spChg>
        <pc:spChg chg="del mod">
          <ac:chgData name="Fei" userId="d19317889db4c986" providerId="LiveId" clId="{E87CCF37-DE99-49C7-B77F-1E4C7A3FD6FA}" dt="2022-02-16T02:50:06.837" v="365" actId="478"/>
          <ac:spMkLst>
            <pc:docMk/>
            <pc:sldMk cId="0" sldId="282"/>
            <ac:spMk id="32" creationId="{00000000-0000-0000-0000-000000000000}"/>
          </ac:spMkLst>
        </pc:spChg>
        <pc:picChg chg="mod">
          <ac:chgData name="Fei" userId="d19317889db4c986" providerId="LiveId" clId="{E87CCF37-DE99-49C7-B77F-1E4C7A3FD6FA}" dt="2022-02-16T02:49:56.153" v="266" actId="1076"/>
          <ac:picMkLst>
            <pc:docMk/>
            <pc:sldMk cId="0" sldId="282"/>
            <ac:picMk id="1028" creationId="{461FAD9A-5513-0D4F-A4F9-70864708CDDD}"/>
          </ac:picMkLst>
        </pc:picChg>
        <pc:cxnChg chg="mod">
          <ac:chgData name="Fei" userId="d19317889db4c986" providerId="LiveId" clId="{E87CCF37-DE99-49C7-B77F-1E4C7A3FD6FA}" dt="2022-02-16T02:49:34.017" v="263"/>
          <ac:cxnSpMkLst>
            <pc:docMk/>
            <pc:sldMk cId="0" sldId="282"/>
            <ac:cxnSpMk id="7" creationId="{00000000-0000-0000-0000-000000000000}"/>
          </ac:cxnSpMkLst>
        </pc:cxnChg>
        <pc:cxnChg chg="mod">
          <ac:chgData name="Fei" userId="d19317889db4c986" providerId="LiveId" clId="{E87CCF37-DE99-49C7-B77F-1E4C7A3FD6FA}" dt="2022-02-16T02:49:34.017" v="263"/>
          <ac:cxnSpMkLst>
            <pc:docMk/>
            <pc:sldMk cId="0" sldId="282"/>
            <ac:cxnSpMk id="31" creationId="{00000000-0000-0000-0000-000000000000}"/>
          </ac:cxnSpMkLst>
        </pc:cxnChg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4"/>
        </pc:sldMkLst>
      </pc:sldChg>
      <pc:sldChg chg="addSp delSp modSp mod modTransition modNotes">
        <pc:chgData name="Fei" userId="d19317889db4c986" providerId="LiveId" clId="{E87CCF37-DE99-49C7-B77F-1E4C7A3FD6FA}" dt="2022-02-16T08:28:08.025" v="3342"/>
        <pc:sldMkLst>
          <pc:docMk/>
          <pc:sldMk cId="2026888976" sldId="305"/>
        </pc:sldMkLst>
        <pc:spChg chg="del mod">
          <ac:chgData name="Fei" userId="d19317889db4c986" providerId="LiveId" clId="{E87CCF37-DE99-49C7-B77F-1E4C7A3FD6FA}" dt="2022-02-16T03:02:27.187" v="722" actId="478"/>
          <ac:spMkLst>
            <pc:docMk/>
            <pc:sldMk cId="2026888976" sldId="305"/>
            <ac:spMk id="2" creationId="{00000000-0000-0000-0000-000000000000}"/>
          </ac:spMkLst>
        </pc:spChg>
        <pc:spChg chg="del mod">
          <ac:chgData name="Fei" userId="d19317889db4c986" providerId="LiveId" clId="{E87CCF37-DE99-49C7-B77F-1E4C7A3FD6FA}" dt="2022-02-16T03:02:21.901" v="719" actId="478"/>
          <ac:spMkLst>
            <pc:docMk/>
            <pc:sldMk cId="2026888976" sldId="305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26888976" sldId="305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6:39:10.220" v="2197" actId="207"/>
          <ac:spMkLst>
            <pc:docMk/>
            <pc:sldMk cId="2026888976" sldId="305"/>
            <ac:spMk id="9" creationId="{00000000-0000-0000-0000-000000000000}"/>
          </ac:spMkLst>
        </pc:spChg>
        <pc:grpChg chg="del mod">
          <ac:chgData name="Fei" userId="d19317889db4c986" providerId="LiveId" clId="{E87CCF37-DE99-49C7-B77F-1E4C7A3FD6FA}" dt="2022-02-16T03:02:23.656" v="720" actId="478"/>
          <ac:grpSpMkLst>
            <pc:docMk/>
            <pc:sldMk cId="2026888976" sldId="305"/>
            <ac:grpSpMk id="5" creationId="{00000000-0000-0000-0000-000000000000}"/>
          </ac:grpSpMkLst>
        </pc:grpChg>
        <pc:picChg chg="add mod">
          <ac:chgData name="Fei" userId="d19317889db4c986" providerId="LiveId" clId="{E87CCF37-DE99-49C7-B77F-1E4C7A3FD6FA}" dt="2022-02-16T03:08:15.372" v="840"/>
          <ac:picMkLst>
            <pc:docMk/>
            <pc:sldMk cId="2026888976" sldId="305"/>
            <ac:picMk id="10" creationId="{773B033F-756F-48FB-9BDF-910A666C6E66}"/>
          </ac:picMkLst>
        </pc:picChg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6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7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8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09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1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4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5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6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7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8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19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0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1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2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3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4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5"/>
        </pc:sldMkLst>
      </pc:sldChg>
      <pc:sldChg chg="del">
        <pc:chgData name="Fei" userId="d19317889db4c986" providerId="LiveId" clId="{E87CCF37-DE99-49C7-B77F-1E4C7A3FD6FA}" dt="2022-02-15T10:55:22.721" v="0" actId="47"/>
        <pc:sldMkLst>
          <pc:docMk/>
          <pc:sldMk cId="0" sldId="326"/>
        </pc:sldMkLst>
      </pc:sldChg>
      <pc:sldChg chg="addSp delSp modSp mod modTransition modAnim">
        <pc:chgData name="Fei" userId="d19317889db4c986" providerId="LiveId" clId="{E87CCF37-DE99-49C7-B77F-1E4C7A3FD6FA}" dt="2022-02-16T08:28:30.818" v="3350"/>
        <pc:sldMkLst>
          <pc:docMk/>
          <pc:sldMk cId="2050651053" sldId="328"/>
        </pc:sldMkLst>
        <pc:spChg chg="del mod">
          <ac:chgData name="Fei" userId="d19317889db4c986" providerId="LiveId" clId="{E87CCF37-DE99-49C7-B77F-1E4C7A3FD6FA}" dt="2022-02-16T03:24:25.720" v="932" actId="478"/>
          <ac:spMkLst>
            <pc:docMk/>
            <pc:sldMk cId="2050651053" sldId="328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050651053" sldId="328"/>
            <ac:spMk id="8" creationId="{32BBE17A-8180-494D-BBD8-CD61CC5A98E6}"/>
          </ac:spMkLst>
        </pc:spChg>
        <pc:spChg chg="add del mod">
          <ac:chgData name="Fei" userId="d19317889db4c986" providerId="LiveId" clId="{E87CCF37-DE99-49C7-B77F-1E4C7A3FD6FA}" dt="2022-02-16T05:45:06.574" v="1234" actId="478"/>
          <ac:spMkLst>
            <pc:docMk/>
            <pc:sldMk cId="2050651053" sldId="328"/>
            <ac:spMk id="11" creationId="{523B90CA-D3B6-471B-A5C8-8FB73672C2A1}"/>
          </ac:spMkLst>
        </pc:spChg>
        <pc:spChg chg="add mod">
          <ac:chgData name="Fei" userId="d19317889db4c986" providerId="LiveId" clId="{E87CCF37-DE99-49C7-B77F-1E4C7A3FD6FA}" dt="2022-02-16T06:29:22.419" v="2039" actId="207"/>
          <ac:spMkLst>
            <pc:docMk/>
            <pc:sldMk cId="2050651053" sldId="328"/>
            <ac:spMk id="12" creationId="{F17D9A6C-5A9D-464A-BBF2-6393AB8E3DDA}"/>
          </ac:spMkLst>
        </pc:spChg>
        <pc:spChg chg="mod">
          <ac:chgData name="Fei" userId="d19317889db4c986" providerId="LiveId" clId="{E87CCF37-DE99-49C7-B77F-1E4C7A3FD6FA}" dt="2022-02-16T06:47:35.139" v="2298" actId="2711"/>
          <ac:spMkLst>
            <pc:docMk/>
            <pc:sldMk cId="2050651053" sldId="328"/>
            <ac:spMk id="14" creationId="{F2AFB2CF-1647-4493-B623-640AC7636180}"/>
          </ac:spMkLst>
        </pc:spChg>
        <pc:spChg chg="mod">
          <ac:chgData name="Fei" userId="d19317889db4c986" providerId="LiveId" clId="{E87CCF37-DE99-49C7-B77F-1E4C7A3FD6FA}" dt="2022-02-16T06:27:40.208" v="2014" actId="122"/>
          <ac:spMkLst>
            <pc:docMk/>
            <pc:sldMk cId="2050651053" sldId="328"/>
            <ac:spMk id="15" creationId="{1D7D2649-5F0D-447C-A398-04B8353BB3CB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2050651053" sldId="328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24:34.317" v="934" actId="478"/>
          <ac:picMkLst>
            <pc:docMk/>
            <pc:sldMk cId="2050651053" sldId="328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27.918" v="2392" actId="1035"/>
          <ac:picMkLst>
            <pc:docMk/>
            <pc:sldMk cId="2050651053" sldId="328"/>
            <ac:picMk id="13" creationId="{A671FBFC-0AFD-46A8-B455-D7B6E659BF1F}"/>
          </ac:picMkLst>
        </pc:picChg>
      </pc:sldChg>
      <pc:sldChg chg="delSp modSp mod modTransition delAnim modAnim">
        <pc:chgData name="Fei" userId="d19317889db4c986" providerId="LiveId" clId="{E87CCF37-DE99-49C7-B77F-1E4C7A3FD6FA}" dt="2022-02-16T08:28:14.070" v="3343"/>
        <pc:sldMkLst>
          <pc:docMk/>
          <pc:sldMk cId="2113596754" sldId="329"/>
        </pc:sldMkLst>
        <pc:spChg chg="del mod">
          <ac:chgData name="Fei" userId="d19317889db4c986" providerId="LiveId" clId="{E87CCF37-DE99-49C7-B77F-1E4C7A3FD6FA}" dt="2022-02-16T03:06:58.337" v="818" actId="478"/>
          <ac:spMkLst>
            <pc:docMk/>
            <pc:sldMk cId="2113596754" sldId="329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38:57.418" v="2195" actId="207"/>
          <ac:spMkLst>
            <pc:docMk/>
            <pc:sldMk cId="2113596754" sldId="329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113596754" sldId="329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8:54.079" v="2194" actId="207"/>
          <ac:spMkLst>
            <pc:docMk/>
            <pc:sldMk cId="2113596754" sldId="329"/>
            <ac:spMk id="10" creationId="{FD4E03B7-8C81-864D-B432-51CCD293F808}"/>
          </ac:spMkLst>
        </pc:spChg>
        <pc:grpChg chg="del mod">
          <ac:chgData name="Fei" userId="d19317889db4c986" providerId="LiveId" clId="{E87CCF37-DE99-49C7-B77F-1E4C7A3FD6FA}" dt="2022-02-16T03:07:10.938" v="822" actId="478"/>
          <ac:grpSpMkLst>
            <pc:docMk/>
            <pc:sldMk cId="2113596754" sldId="329"/>
            <ac:grpSpMk id="6" creationId="{236A6C2E-947B-E14A-A448-3CA3C70DFB03}"/>
          </ac:grpSpMkLst>
        </pc:grpChg>
        <pc:picChg chg="mod">
          <ac:chgData name="Fei" userId="d19317889db4c986" providerId="LiveId" clId="{E87CCF37-DE99-49C7-B77F-1E4C7A3FD6FA}" dt="2022-02-16T03:07:58.267" v="835" actId="14100"/>
          <ac:picMkLst>
            <pc:docMk/>
            <pc:sldMk cId="2113596754" sldId="329"/>
            <ac:picMk id="4" creationId="{64A5C663-0C09-2448-836C-687D6785F4A4}"/>
          </ac:picMkLst>
        </pc:picChg>
      </pc:sldChg>
      <pc:sldChg chg="addSp delSp modSp mod modTransition modAnim modNotes">
        <pc:chgData name="Fei" userId="d19317889db4c986" providerId="LiveId" clId="{E87CCF37-DE99-49C7-B77F-1E4C7A3FD6FA}" dt="2022-02-16T08:28:16.374" v="3344"/>
        <pc:sldMkLst>
          <pc:docMk/>
          <pc:sldMk cId="1445921664" sldId="330"/>
        </pc:sldMkLst>
        <pc:spChg chg="del mod">
          <ac:chgData name="Fei" userId="d19317889db4c986" providerId="LiveId" clId="{E87CCF37-DE99-49C7-B77F-1E4C7A3FD6FA}" dt="2022-02-16T03:07:27.274" v="826" actId="478"/>
          <ac:spMkLst>
            <pc:docMk/>
            <pc:sldMk cId="1445921664" sldId="330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45:08.623" v="2267"/>
          <ac:spMkLst>
            <pc:docMk/>
            <pc:sldMk cId="1445921664" sldId="330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445921664" sldId="330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9:18.852" v="2199" actId="207"/>
          <ac:spMkLst>
            <pc:docMk/>
            <pc:sldMk cId="1445921664" sldId="330"/>
            <ac:spMk id="10" creationId="{FD4E03B7-8C81-864D-B432-51CCD293F808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445921664" sldId="330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08:18.586" v="841" actId="478"/>
          <ac:picMkLst>
            <pc:docMk/>
            <pc:sldMk cId="1445921664" sldId="330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3:08:19.611" v="842"/>
          <ac:picMkLst>
            <pc:docMk/>
            <pc:sldMk cId="1445921664" sldId="330"/>
            <ac:picMk id="11" creationId="{3E030B2E-7710-43F2-84C6-A38BF21C5622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17.692" v="3345"/>
        <pc:sldMkLst>
          <pc:docMk/>
          <pc:sldMk cId="3688734997" sldId="331"/>
        </pc:sldMkLst>
        <pc:spChg chg="del mod">
          <ac:chgData name="Fei" userId="d19317889db4c986" providerId="LiveId" clId="{E87CCF37-DE99-49C7-B77F-1E4C7A3FD6FA}" dt="2022-02-16T03:07:35.637" v="829" actId="478"/>
          <ac:spMkLst>
            <pc:docMk/>
            <pc:sldMk cId="3688734997" sldId="331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39:23.234" v="2200" actId="207"/>
          <ac:spMkLst>
            <pc:docMk/>
            <pc:sldMk cId="3688734997" sldId="331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688734997" sldId="331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9:30.672" v="2203" actId="113"/>
          <ac:spMkLst>
            <pc:docMk/>
            <pc:sldMk cId="3688734997" sldId="331"/>
            <ac:spMk id="10" creationId="{FD4E03B7-8C81-864D-B432-51CCD293F808}"/>
          </ac:spMkLst>
        </pc:spChg>
        <pc:spChg chg="del mod">
          <ac:chgData name="Fei" userId="d19317889db4c986" providerId="LiveId" clId="{E87CCF37-DE99-49C7-B77F-1E4C7A3FD6FA}" dt="2022-02-16T03:12:16.409" v="883" actId="478"/>
          <ac:spMkLst>
            <pc:docMk/>
            <pc:sldMk cId="3688734997" sldId="331"/>
            <ac:spMk id="12" creationId="{97346CCC-F160-C04A-BDBC-01190D71A735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3688734997" sldId="331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08:21.543" v="843" actId="478"/>
          <ac:picMkLst>
            <pc:docMk/>
            <pc:sldMk cId="3688734997" sldId="331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3:08:22.686" v="844"/>
          <ac:picMkLst>
            <pc:docMk/>
            <pc:sldMk cId="3688734997" sldId="331"/>
            <ac:picMk id="13" creationId="{FEEC2934-791A-4E39-AB97-9AEB9ABF92A2}"/>
          </ac:picMkLst>
        </pc:picChg>
        <pc:picChg chg="mod">
          <ac:chgData name="Fei" userId="d19317889db4c986" providerId="LiveId" clId="{E87CCF37-DE99-49C7-B77F-1E4C7A3FD6FA}" dt="2022-02-16T03:12:18.864" v="884" actId="1076"/>
          <ac:picMkLst>
            <pc:docMk/>
            <pc:sldMk cId="3688734997" sldId="331"/>
            <ac:picMk id="8198" creationId="{61C72FA9-AAD4-F442-8FB9-F3960F9D0831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6.278" v="3357"/>
        <pc:sldMkLst>
          <pc:docMk/>
          <pc:sldMk cId="779396015" sldId="332"/>
        </pc:sldMkLst>
        <pc:spChg chg="add del mod">
          <ac:chgData name="Fei" userId="d19317889db4c986" providerId="LiveId" clId="{E87CCF37-DE99-49C7-B77F-1E4C7A3FD6FA}" dt="2022-02-16T07:21:34.383" v="2695" actId="207"/>
          <ac:spMkLst>
            <pc:docMk/>
            <pc:sldMk cId="779396015" sldId="332"/>
            <ac:spMk id="2" creationId="{59CD368B-C60F-43CD-BA5F-8B2CCD59DD97}"/>
          </ac:spMkLst>
        </pc:spChg>
        <pc:spChg chg="add del mod">
          <ac:chgData name="Fei" userId="d19317889db4c986" providerId="LiveId" clId="{E87CCF37-DE99-49C7-B77F-1E4C7A3FD6FA}" dt="2022-02-16T07:18:07.815" v="2661" actId="478"/>
          <ac:spMkLst>
            <pc:docMk/>
            <pc:sldMk cId="779396015" sldId="332"/>
            <ac:spMk id="3" creationId="{2AA714BD-677A-4AA9-A0F0-455570D4887E}"/>
          </ac:spMkLst>
        </pc:spChg>
        <pc:spChg chg="add mod">
          <ac:chgData name="Fei" userId="d19317889db4c986" providerId="LiveId" clId="{E87CCF37-DE99-49C7-B77F-1E4C7A3FD6FA}" dt="2022-02-16T07:19:42.086" v="2674" actId="1076"/>
          <ac:spMkLst>
            <pc:docMk/>
            <pc:sldMk cId="779396015" sldId="332"/>
            <ac:spMk id="4" creationId="{47961671-10F1-48D8-B889-1F88A35B35CE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5" creationId="{A6AD8FF1-B09B-47DD-A58F-FF5F870B2AF1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6" creationId="{8D974202-BECF-4668-8A51-8D7E7454E609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7" creationId="{8235559D-9A99-4EDB-87BD-339EC913109A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8" creationId="{750F14E5-9D33-4A5F-84C5-4C0414AE412D}"/>
          </ac:spMkLst>
        </pc:spChg>
        <pc:spChg chg="add mod">
          <ac:chgData name="Fei" userId="d19317889db4c986" providerId="LiveId" clId="{E87CCF37-DE99-49C7-B77F-1E4C7A3FD6FA}" dt="2022-02-16T07:31:27.269" v="2957" actId="1036"/>
          <ac:spMkLst>
            <pc:docMk/>
            <pc:sldMk cId="779396015" sldId="332"/>
            <ac:spMk id="9" creationId="{FF2C8C39-CFC8-4FD8-8F37-CEC639CAF76E}"/>
          </ac:spMkLst>
        </pc:spChg>
        <pc:spChg chg="add mod">
          <ac:chgData name="Fei" userId="d19317889db4c986" providerId="LiveId" clId="{E87CCF37-DE99-49C7-B77F-1E4C7A3FD6FA}" dt="2022-02-16T07:31:27.269" v="2957" actId="1036"/>
          <ac:spMkLst>
            <pc:docMk/>
            <pc:sldMk cId="779396015" sldId="332"/>
            <ac:spMk id="10" creationId="{5DE91C16-D477-4D47-B275-56F2EF869208}"/>
          </ac:spMkLst>
        </pc:spChg>
        <pc:spChg chg="add mod">
          <ac:chgData name="Fei" userId="d19317889db4c986" providerId="LiveId" clId="{E87CCF37-DE99-49C7-B77F-1E4C7A3FD6FA}" dt="2022-02-16T07:33:53.660" v="3080" actId="1036"/>
          <ac:spMkLst>
            <pc:docMk/>
            <pc:sldMk cId="779396015" sldId="332"/>
            <ac:spMk id="11" creationId="{2A212881-5B79-427A-AB95-195FD7C23B5B}"/>
          </ac:spMkLst>
        </pc:spChg>
        <pc:spChg chg="add mod">
          <ac:chgData name="Fei" userId="d19317889db4c986" providerId="LiveId" clId="{E87CCF37-DE99-49C7-B77F-1E4C7A3FD6FA}" dt="2022-02-16T07:31:35.440" v="2960" actId="12789"/>
          <ac:spMkLst>
            <pc:docMk/>
            <pc:sldMk cId="779396015" sldId="332"/>
            <ac:spMk id="12" creationId="{80130987-05DB-4278-95EC-57E6C801DA86}"/>
          </ac:spMkLst>
        </pc:spChg>
        <pc:spChg chg="add del mod">
          <ac:chgData name="Fei" userId="d19317889db4c986" providerId="LiveId" clId="{E87CCF37-DE99-49C7-B77F-1E4C7A3FD6FA}" dt="2022-02-16T07:30:55.034" v="2917" actId="20577"/>
          <ac:spMkLst>
            <pc:docMk/>
            <pc:sldMk cId="779396015" sldId="332"/>
            <ac:spMk id="14" creationId="{6ABE2A2D-8242-4275-842E-6C0A3FA13458}"/>
          </ac:spMkLst>
        </pc:spChg>
        <pc:grpChg chg="add mod">
          <ac:chgData name="Fei" userId="d19317889db4c986" providerId="LiveId" clId="{E87CCF37-DE99-49C7-B77F-1E4C7A3FD6FA}" dt="2022-02-16T07:31:44.714" v="2964" actId="164"/>
          <ac:grpSpMkLst>
            <pc:docMk/>
            <pc:sldMk cId="779396015" sldId="332"/>
            <ac:grpSpMk id="15" creationId="{7DA02AD6-19E1-4D6C-8720-F64413B2F865}"/>
          </ac:grpSpMkLst>
        </pc:grpChg>
        <pc:picChg chg="add mod">
          <ac:chgData name="Fei" userId="d19317889db4c986" providerId="LiveId" clId="{E87CCF37-DE99-49C7-B77F-1E4C7A3FD6FA}" dt="2022-02-16T07:03:41.595" v="2401"/>
          <ac:picMkLst>
            <pc:docMk/>
            <pc:sldMk cId="779396015" sldId="332"/>
            <ac:picMk id="13" creationId="{12C8861B-9A94-442D-9FE0-8488E2C5F8AC}"/>
          </ac:picMkLst>
        </pc:picChg>
      </pc:sldChg>
      <pc:sldChg chg="addSp delSp modSp del mod modAnim">
        <pc:chgData name="Fei" userId="d19317889db4c986" providerId="LiveId" clId="{E87CCF37-DE99-49C7-B77F-1E4C7A3FD6FA}" dt="2022-02-16T05:40:05.143" v="1163" actId="47"/>
        <pc:sldMkLst>
          <pc:docMk/>
          <pc:sldMk cId="3997665689" sldId="333"/>
        </pc:sldMkLst>
        <pc:spChg chg="del mod">
          <ac:chgData name="Fei" userId="d19317889db4c986" providerId="LiveId" clId="{E87CCF37-DE99-49C7-B77F-1E4C7A3FD6FA}" dt="2022-02-16T05:36:41.773" v="1126" actId="478"/>
          <ac:spMkLst>
            <pc:docMk/>
            <pc:sldMk cId="3997665689" sldId="333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3997665689" sldId="333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5:37:33.302" v="1137" actId="1076"/>
          <ac:spMkLst>
            <pc:docMk/>
            <pc:sldMk cId="3997665689" sldId="333"/>
            <ac:spMk id="12" creationId="{DE949213-57A9-471A-92E9-4F392170874B}"/>
          </ac:spMkLst>
        </pc:spChg>
        <pc:spChg chg="mod">
          <ac:chgData name="Fei" userId="d19317889db4c986" providerId="LiveId" clId="{E87CCF37-DE99-49C7-B77F-1E4C7A3FD6FA}" dt="2022-02-16T05:37:27.004" v="1135" actId="1076"/>
          <ac:spMkLst>
            <pc:docMk/>
            <pc:sldMk cId="3997665689" sldId="333"/>
            <ac:spMk id="13" creationId="{02563509-D651-4247-BD85-CB5088F596B3}"/>
          </ac:spMkLst>
        </pc:spChg>
        <pc:spChg chg="mod">
          <ac:chgData name="Fei" userId="d19317889db4c986" providerId="LiveId" clId="{E87CCF37-DE99-49C7-B77F-1E4C7A3FD6FA}" dt="2022-02-16T05:37:27.004" v="1135" actId="1076"/>
          <ac:spMkLst>
            <pc:docMk/>
            <pc:sldMk cId="3997665689" sldId="333"/>
            <ac:spMk id="14" creationId="{7F9A0FA8-E4A4-41DF-97BA-8161C8254BA9}"/>
          </ac:spMkLst>
        </pc:spChg>
        <pc:spChg chg="add mod">
          <ac:chgData name="Fei" userId="d19317889db4c986" providerId="LiveId" clId="{E87CCF37-DE99-49C7-B77F-1E4C7A3FD6FA}" dt="2022-02-16T05:38:16.484" v="1152" actId="14100"/>
          <ac:spMkLst>
            <pc:docMk/>
            <pc:sldMk cId="3997665689" sldId="333"/>
            <ac:spMk id="15" creationId="{FE7B5AE4-227F-400B-9858-C2EF7255DBC8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3997665689" sldId="333"/>
            <ac:grpSpMk id="6" creationId="{236A6C2E-947B-E14A-A448-3CA3C70DFB03}"/>
          </ac:grpSpMkLst>
        </pc:grpChg>
        <pc:picChg chg="mod">
          <ac:chgData name="Fei" userId="d19317889db4c986" providerId="LiveId" clId="{E87CCF37-DE99-49C7-B77F-1E4C7A3FD6FA}" dt="2022-02-16T02:49:34.017" v="263"/>
          <ac:picMkLst>
            <pc:docMk/>
            <pc:sldMk cId="3997665689" sldId="333"/>
            <ac:picMk id="4" creationId="{64A5C663-0C09-2448-836C-687D6785F4A4}"/>
          </ac:picMkLst>
        </pc:picChg>
      </pc:sldChg>
      <pc:sldChg chg="addSp delSp modSp mod modTransition modAnim modNotesTx">
        <pc:chgData name="Fei" userId="d19317889db4c986" providerId="LiveId" clId="{E87CCF37-DE99-49C7-B77F-1E4C7A3FD6FA}" dt="2022-02-16T08:28:29.910" v="3349"/>
        <pc:sldMkLst>
          <pc:docMk/>
          <pc:sldMk cId="1772499561" sldId="334"/>
        </pc:sldMkLst>
        <pc:spChg chg="del mod">
          <ac:chgData name="Fei" userId="d19317889db4c986" providerId="LiveId" clId="{E87CCF37-DE99-49C7-B77F-1E4C7A3FD6FA}" dt="2022-02-16T03:14:15.729" v="911" actId="478"/>
          <ac:spMkLst>
            <pc:docMk/>
            <pc:sldMk cId="1772499561" sldId="334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6:29:18.298" v="2038" actId="207"/>
          <ac:spMkLst>
            <pc:docMk/>
            <pc:sldMk cId="1772499561" sldId="334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72499561" sldId="334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6:45:59.779" v="2270" actId="948"/>
          <ac:spMkLst>
            <pc:docMk/>
            <pc:sldMk cId="1772499561" sldId="334"/>
            <ac:spMk id="12" creationId="{C8467766-A22E-40DB-9BC2-41BA83B362AE}"/>
          </ac:spMkLst>
        </pc:spChg>
        <pc:spChg chg="mod">
          <ac:chgData name="Fei" userId="d19317889db4c986" providerId="LiveId" clId="{E87CCF37-DE99-49C7-B77F-1E4C7A3FD6FA}" dt="2022-02-16T06:45:43.039" v="2268" actId="2711"/>
          <ac:spMkLst>
            <pc:docMk/>
            <pc:sldMk cId="1772499561" sldId="334"/>
            <ac:spMk id="13" creationId="{DBFA947A-5A2C-412A-AD19-F4786DD1BED6}"/>
          </ac:spMkLst>
        </pc:spChg>
        <pc:grpChg chg="del mod">
          <ac:chgData name="Fei" userId="d19317889db4c986" providerId="LiveId" clId="{E87CCF37-DE99-49C7-B77F-1E4C7A3FD6FA}" dt="2022-02-16T03:20:23.500" v="925" actId="478"/>
          <ac:grpSpMkLst>
            <pc:docMk/>
            <pc:sldMk cId="1772499561" sldId="334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3:19:32.388" v="915" actId="478"/>
          <ac:picMkLst>
            <pc:docMk/>
            <pc:sldMk cId="1772499561" sldId="334"/>
            <ac:picMk id="4" creationId="{64A5C663-0C09-2448-836C-687D6785F4A4}"/>
          </ac:picMkLst>
        </pc:picChg>
        <pc:picChg chg="mod">
          <ac:chgData name="Fei" userId="d19317889db4c986" providerId="LiveId" clId="{E87CCF37-DE99-49C7-B77F-1E4C7A3FD6FA}" dt="2022-02-16T06:28:36.695" v="2030" actId="1076"/>
          <ac:picMkLst>
            <pc:docMk/>
            <pc:sldMk cId="1772499561" sldId="334"/>
            <ac:picMk id="11" creationId="{2C721B03-C58B-4011-B173-09CC97364C74}"/>
          </ac:picMkLst>
        </pc:picChg>
        <pc:picChg chg="add mod">
          <ac:chgData name="Fei" userId="d19317889db4c986" providerId="LiveId" clId="{E87CCF37-DE99-49C7-B77F-1E4C7A3FD6FA}" dt="2022-02-16T07:03:20.988" v="2387"/>
          <ac:picMkLst>
            <pc:docMk/>
            <pc:sldMk cId="1772499561" sldId="334"/>
            <ac:picMk id="14" creationId="{17A4006B-64FA-44FC-B684-30AF4BA54DD5}"/>
          </ac:picMkLst>
        </pc:picChg>
        <pc:picChg chg="add del mod">
          <ac:chgData name="Fei" userId="d19317889db4c986" providerId="LiveId" clId="{E87CCF37-DE99-49C7-B77F-1E4C7A3FD6FA}" dt="2022-02-16T07:03:24.713" v="2389"/>
          <ac:picMkLst>
            <pc:docMk/>
            <pc:sldMk cId="1772499561" sldId="334"/>
            <ac:picMk id="15" creationId="{D8788CEE-DDDE-4DD3-B4D7-DE3E31D86E2E}"/>
          </ac:picMkLst>
        </pc:picChg>
      </pc:sldChg>
      <pc:sldChg chg="addSp delSp modSp add del mod modTransition modAnim">
        <pc:chgData name="Fei" userId="d19317889db4c986" providerId="LiveId" clId="{E87CCF37-DE99-49C7-B77F-1E4C7A3FD6FA}" dt="2022-02-16T08:28:31.802" v="3351"/>
        <pc:sldMkLst>
          <pc:docMk/>
          <pc:sldMk cId="1708672986" sldId="335"/>
        </pc:sldMkLst>
        <pc:spChg chg="del mod">
          <ac:chgData name="Fei" userId="d19317889db4c986" providerId="LiveId" clId="{E87CCF37-DE99-49C7-B77F-1E4C7A3FD6FA}" dt="2022-02-16T05:34:37.226" v="1093" actId="478"/>
          <ac:spMkLst>
            <pc:docMk/>
            <pc:sldMk cId="1708672986" sldId="335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3" creationId="{16870241-DFA3-5D41-B986-3405E638FC72}"/>
          </ac:spMkLst>
        </pc:spChg>
        <pc:spChg chg="del mod">
          <ac:chgData name="Fei" userId="d19317889db4c986" providerId="LiveId" clId="{E87CCF37-DE99-49C7-B77F-1E4C7A3FD6FA}" dt="2022-02-16T05:45:28.355" v="1246"/>
          <ac:spMkLst>
            <pc:docMk/>
            <pc:sldMk cId="1708672986" sldId="335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708672986" sldId="335"/>
            <ac:spMk id="8" creationId="{32BBE17A-8180-494D-BBD8-CD61CC5A98E6}"/>
          </ac:spMkLst>
        </pc:spChg>
        <pc:spChg chg="mod">
          <ac:chgData name="Fei" userId="d19317889db4c986" providerId="LiveId" clId="{E87CCF37-DE99-49C7-B77F-1E4C7A3FD6FA}" dt="2022-02-16T06:34:42.384" v="2108" actId="948"/>
          <ac:spMkLst>
            <pc:docMk/>
            <pc:sldMk cId="1708672986" sldId="335"/>
            <ac:spMk id="10" creationId="{D2B5C4BD-B5DB-4D15-94BC-390712EB60C2}"/>
          </ac:spMkLst>
        </pc:spChg>
        <pc:spChg chg="add mod">
          <ac:chgData name="Fei" userId="d19317889db4c986" providerId="LiveId" clId="{E87CCF37-DE99-49C7-B77F-1E4C7A3FD6FA}" dt="2022-02-16T06:29:25.137" v="2040" actId="207"/>
          <ac:spMkLst>
            <pc:docMk/>
            <pc:sldMk cId="1708672986" sldId="335"/>
            <ac:spMk id="11" creationId="{192E154D-21AC-4496-9A9F-B2147A0BC7C1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708672986" sldId="335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6:29:14.289" v="2037" actId="478"/>
          <ac:picMkLst>
            <pc:docMk/>
            <pc:sldMk cId="1708672986" sldId="335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6:34:47.755" v="2124" actId="1036"/>
          <ac:picMkLst>
            <pc:docMk/>
            <pc:sldMk cId="1708672986" sldId="335"/>
            <ac:picMk id="12" creationId="{B4C53081-EFDA-47B8-9C9B-19FB655C026B}"/>
          </ac:picMkLst>
        </pc:picChg>
        <pc:picChg chg="add mod">
          <ac:chgData name="Fei" userId="d19317889db4c986" providerId="LiveId" clId="{E87CCF37-DE99-49C7-B77F-1E4C7A3FD6FA}" dt="2022-02-16T06:34:47.755" v="2124" actId="1036"/>
          <ac:picMkLst>
            <pc:docMk/>
            <pc:sldMk cId="1708672986" sldId="335"/>
            <ac:picMk id="14" creationId="{BCCE5CCD-082A-4B1C-814A-919AC6628489}"/>
          </ac:picMkLst>
        </pc:picChg>
        <pc:picChg chg="add mod">
          <ac:chgData name="Fei" userId="d19317889db4c986" providerId="LiveId" clId="{E87CCF37-DE99-49C7-B77F-1E4C7A3FD6FA}" dt="2022-02-16T07:03:30.417" v="2393"/>
          <ac:picMkLst>
            <pc:docMk/>
            <pc:sldMk cId="1708672986" sldId="335"/>
            <ac:picMk id="15" creationId="{92D61EC4-6DBD-4A8C-9493-47029E89E0C8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3.285" v="3353"/>
        <pc:sldMkLst>
          <pc:docMk/>
          <pc:sldMk cId="4231211157" sldId="336"/>
        </pc:sldMkLst>
        <pc:spChg chg="del mod">
          <ac:chgData name="Fei" userId="d19317889db4c986" providerId="LiveId" clId="{E87CCF37-DE99-49C7-B77F-1E4C7A3FD6FA}" dt="2022-02-16T05:45:32.394" v="1247" actId="478"/>
          <ac:spMkLst>
            <pc:docMk/>
            <pc:sldMk cId="4231211157" sldId="336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4231211157" sldId="336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6:48:10.291" v="2310" actId="1036"/>
          <ac:spMkLst>
            <pc:docMk/>
            <pc:sldMk cId="4231211157" sldId="336"/>
            <ac:spMk id="9" creationId="{74C94C83-CB5C-4087-BBD1-9EDE4C99059F}"/>
          </ac:spMkLst>
        </pc:spChg>
        <pc:spChg chg="mod">
          <ac:chgData name="Fei" userId="d19317889db4c986" providerId="LiveId" clId="{E87CCF37-DE99-49C7-B77F-1E4C7A3FD6FA}" dt="2022-02-16T06:49:22.289" v="2319" actId="20577"/>
          <ac:spMkLst>
            <pc:docMk/>
            <pc:sldMk cId="4231211157" sldId="336"/>
            <ac:spMk id="15" creationId="{FFC6ABE9-9BFE-4ACD-A506-BA9B34043FE4}"/>
          </ac:spMkLst>
        </pc:spChg>
        <pc:spChg chg="mod">
          <ac:chgData name="Fei" userId="d19317889db4c986" providerId="LiveId" clId="{E87CCF37-DE99-49C7-B77F-1E4C7A3FD6FA}" dt="2022-02-16T06:48:45.859" v="2314" actId="207"/>
          <ac:spMkLst>
            <pc:docMk/>
            <pc:sldMk cId="4231211157" sldId="336"/>
            <ac:spMk id="16" creationId="{87AD0794-3B8C-4675-BDC0-0314F110ABB7}"/>
          </ac:spMkLst>
        </pc:spChg>
        <pc:spChg chg="mod">
          <ac:chgData name="Fei" userId="d19317889db4c986" providerId="LiveId" clId="{E87CCF37-DE99-49C7-B77F-1E4C7A3FD6FA}" dt="2022-02-16T06:49:09.026" v="2317" actId="207"/>
          <ac:spMkLst>
            <pc:docMk/>
            <pc:sldMk cId="4231211157" sldId="336"/>
            <ac:spMk id="18" creationId="{9B0E2B81-83C2-43D3-A255-E558B7673E3B}"/>
          </ac:spMkLst>
        </pc:spChg>
        <pc:spChg chg="mod">
          <ac:chgData name="Fei" userId="d19317889db4c986" providerId="LiveId" clId="{E87CCF37-DE99-49C7-B77F-1E4C7A3FD6FA}" dt="2022-02-16T06:38:03.383" v="2186" actId="14100"/>
          <ac:spMkLst>
            <pc:docMk/>
            <pc:sldMk cId="4231211157" sldId="336"/>
            <ac:spMk id="21" creationId="{37840F0A-D7E8-439E-B0D0-2E844C8A852A}"/>
          </ac:spMkLst>
        </pc:spChg>
        <pc:spChg chg="add mod">
          <ac:chgData name="Fei" userId="d19317889db4c986" providerId="LiveId" clId="{E87CCF37-DE99-49C7-B77F-1E4C7A3FD6FA}" dt="2022-02-16T06:37:23.418" v="2169" actId="207"/>
          <ac:spMkLst>
            <pc:docMk/>
            <pc:sldMk cId="4231211157" sldId="336"/>
            <ac:spMk id="23" creationId="{E1EEC25B-5C51-495C-B5EC-1F8CA9F7B651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4231211157" sldId="336"/>
            <ac:grpSpMk id="6" creationId="{236A6C2E-947B-E14A-A448-3CA3C70DFB03}"/>
          </ac:grpSpMkLst>
        </pc:grpChg>
        <pc:grpChg chg="mod">
          <ac:chgData name="Fei" userId="d19317889db4c986" providerId="LiveId" clId="{E87CCF37-DE99-49C7-B77F-1E4C7A3FD6FA}" dt="2022-02-16T06:38:16.052" v="2190" actId="14100"/>
          <ac:grpSpMkLst>
            <pc:docMk/>
            <pc:sldMk cId="4231211157" sldId="336"/>
            <ac:grpSpMk id="17" creationId="{836464A8-F224-4AD4-AC4A-27898748B960}"/>
          </ac:grpSpMkLst>
        </pc:grpChg>
        <pc:grpChg chg="mod">
          <ac:chgData name="Fei" userId="d19317889db4c986" providerId="LiveId" clId="{E87CCF37-DE99-49C7-B77F-1E4C7A3FD6FA}" dt="2022-02-16T06:38:03.383" v="2186" actId="14100"/>
          <ac:grpSpMkLst>
            <pc:docMk/>
            <pc:sldMk cId="4231211157" sldId="336"/>
            <ac:grpSpMk id="20" creationId="{7481D171-1EF2-45DE-B01F-F5FFCC7D772F}"/>
          </ac:grpSpMkLst>
        </pc:grpChg>
        <pc:graphicFrameChg chg="mod">
          <ac:chgData name="Fei" userId="d19317889db4c986" providerId="LiveId" clId="{E87CCF37-DE99-49C7-B77F-1E4C7A3FD6FA}" dt="2022-02-16T06:48:19.707" v="2311" actId="1076"/>
          <ac:graphicFrameMkLst>
            <pc:docMk/>
            <pc:sldMk cId="4231211157" sldId="336"/>
            <ac:graphicFrameMk id="19" creationId="{D98BAA53-D31C-4CE1-A450-5A54BEFE3DD0}"/>
          </ac:graphicFrameMkLst>
        </pc:graphicFrameChg>
        <pc:graphicFrameChg chg="mod">
          <ac:chgData name="Fei" userId="d19317889db4c986" providerId="LiveId" clId="{E87CCF37-DE99-49C7-B77F-1E4C7A3FD6FA}" dt="2022-02-16T06:38:06.492" v="2187" actId="1076"/>
          <ac:graphicFrameMkLst>
            <pc:docMk/>
            <pc:sldMk cId="4231211157" sldId="336"/>
            <ac:graphicFrameMk id="22" creationId="{5BC14C84-F269-48AB-A1D8-C433CB412C2F}"/>
          </ac:graphicFrameMkLst>
        </pc:graphicFrameChg>
        <pc:picChg chg="del mod">
          <ac:chgData name="Fei" userId="d19317889db4c986" providerId="LiveId" clId="{E87CCF37-DE99-49C7-B77F-1E4C7A3FD6FA}" dt="2022-02-16T05:56:16.149" v="1425" actId="478"/>
          <ac:picMkLst>
            <pc:docMk/>
            <pc:sldMk cId="4231211157" sldId="336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32.657" v="2395"/>
          <ac:picMkLst>
            <pc:docMk/>
            <pc:sldMk cId="4231211157" sldId="336"/>
            <ac:picMk id="24" creationId="{8B9FD3F6-7C2B-4E45-8C44-35DBD49FB598}"/>
          </ac:picMkLst>
        </pc:picChg>
      </pc:sldChg>
      <pc:sldChg chg="addSp delSp modSp mod modTransition modAnim">
        <pc:chgData name="Fei" userId="d19317889db4c986" providerId="LiveId" clId="{E87CCF37-DE99-49C7-B77F-1E4C7A3FD6FA}" dt="2022-02-16T08:28:34.886" v="3355"/>
        <pc:sldMkLst>
          <pc:docMk/>
          <pc:sldMk cId="1151378953" sldId="337"/>
        </pc:sldMkLst>
        <pc:spChg chg="del mod">
          <ac:chgData name="Fei" userId="d19317889db4c986" providerId="LiveId" clId="{E87CCF37-DE99-49C7-B77F-1E4C7A3FD6FA}" dt="2022-02-16T05:45:57.804" v="1258" actId="478"/>
          <ac:spMkLst>
            <pc:docMk/>
            <pc:sldMk cId="1151378953" sldId="337"/>
            <ac:spMk id="2" creationId="{15F03666-DF88-1740-A4B1-ABCEA1F847F9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3" creationId="{16870241-DFA3-5D41-B986-3405E638FC72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5" creationId="{FB207D22-4ED1-D447-BEB1-4714B4D3A268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7" creationId="{5E0ECFB8-FE3F-7F43-AA71-08435579611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1151378953" sldId="337"/>
            <ac:spMk id="8" creationId="{32BBE17A-8180-494D-BBD8-CD61CC5A98E6}"/>
          </ac:spMkLst>
        </pc:spChg>
        <pc:spChg chg="add mod">
          <ac:chgData name="Fei" userId="d19317889db4c986" providerId="LiveId" clId="{E87CCF37-DE99-49C7-B77F-1E4C7A3FD6FA}" dt="2022-02-16T07:01:10.257" v="2343" actId="207"/>
          <ac:spMkLst>
            <pc:docMk/>
            <pc:sldMk cId="1151378953" sldId="337"/>
            <ac:spMk id="11" creationId="{21CEA8BC-8838-416F-9922-2429F166F83F}"/>
          </ac:spMkLst>
        </pc:spChg>
        <pc:spChg chg="add mod">
          <ac:chgData name="Fei" userId="d19317889db4c986" providerId="LiveId" clId="{E87CCF37-DE99-49C7-B77F-1E4C7A3FD6FA}" dt="2022-02-16T07:09:55.787" v="2608" actId="207"/>
          <ac:spMkLst>
            <pc:docMk/>
            <pc:sldMk cId="1151378953" sldId="337"/>
            <ac:spMk id="13" creationId="{EE3DDA77-E44C-40FA-ADEB-BE912F9BE7D4}"/>
          </ac:spMkLst>
        </pc:spChg>
        <pc:spChg chg="add mod">
          <ac:chgData name="Fei" userId="d19317889db4c986" providerId="LiveId" clId="{E87CCF37-DE99-49C7-B77F-1E4C7A3FD6FA}" dt="2022-02-16T07:08:49.430" v="2596" actId="1076"/>
          <ac:spMkLst>
            <pc:docMk/>
            <pc:sldMk cId="1151378953" sldId="337"/>
            <ac:spMk id="14" creationId="{EA8DF847-F28D-40A9-9417-5596EB5131A1}"/>
          </ac:spMkLst>
        </pc:spChg>
        <pc:spChg chg="mod">
          <ac:chgData name="Fei" userId="d19317889db4c986" providerId="LiveId" clId="{E87CCF37-DE99-49C7-B77F-1E4C7A3FD6FA}" dt="2022-02-16T07:15:04.789" v="2660" actId="207"/>
          <ac:spMkLst>
            <pc:docMk/>
            <pc:sldMk cId="1151378953" sldId="337"/>
            <ac:spMk id="23" creationId="{1B88DC17-C799-4CF4-8163-4E23EA6828C6}"/>
          </ac:spMkLst>
        </pc:spChg>
        <pc:spChg chg="del mod">
          <ac:chgData name="Fei" userId="d19317889db4c986" providerId="LiveId" clId="{E87CCF37-DE99-49C7-B77F-1E4C7A3FD6FA}" dt="2022-02-16T07:05:50.909" v="2482" actId="478"/>
          <ac:spMkLst>
            <pc:docMk/>
            <pc:sldMk cId="1151378953" sldId="337"/>
            <ac:spMk id="24" creationId="{F57D6410-3E81-415D-A58A-4ADE1E4DBE1F}"/>
          </ac:spMkLst>
        </pc:spChg>
        <pc:grpChg chg="mod">
          <ac:chgData name="Fei" userId="d19317889db4c986" providerId="LiveId" clId="{E87CCF37-DE99-49C7-B77F-1E4C7A3FD6FA}" dt="2022-02-16T02:49:34.017" v="263"/>
          <ac:grpSpMkLst>
            <pc:docMk/>
            <pc:sldMk cId="1151378953" sldId="337"/>
            <ac:grpSpMk id="6" creationId="{236A6C2E-947B-E14A-A448-3CA3C70DFB03}"/>
          </ac:grpSpMkLst>
        </pc:grpChg>
        <pc:picChg chg="del mod">
          <ac:chgData name="Fei" userId="d19317889db4c986" providerId="LiveId" clId="{E87CCF37-DE99-49C7-B77F-1E4C7A3FD6FA}" dt="2022-02-16T07:01:16.888" v="2344" actId="478"/>
          <ac:picMkLst>
            <pc:docMk/>
            <pc:sldMk cId="1151378953" sldId="337"/>
            <ac:picMk id="4" creationId="{64A5C663-0C09-2448-836C-687D6785F4A4}"/>
          </ac:picMkLst>
        </pc:picChg>
        <pc:picChg chg="add mod">
          <ac:chgData name="Fei" userId="d19317889db4c986" providerId="LiveId" clId="{E87CCF37-DE99-49C7-B77F-1E4C7A3FD6FA}" dt="2022-02-16T07:03:35.327" v="2397"/>
          <ac:picMkLst>
            <pc:docMk/>
            <pc:sldMk cId="1151378953" sldId="337"/>
            <ac:picMk id="12" creationId="{88F578CD-4790-4A79-8510-AC3AE03472F7}"/>
          </ac:picMkLst>
        </pc:picChg>
      </pc:sldChg>
      <pc:sldChg chg="modSp del modNotes">
        <pc:chgData name="Fei" userId="d19317889db4c986" providerId="LiveId" clId="{E87CCF37-DE99-49C7-B77F-1E4C7A3FD6FA}" dt="2022-02-16T05:40:57.331" v="1166" actId="47"/>
        <pc:sldMkLst>
          <pc:docMk/>
          <pc:sldMk cId="2749613802" sldId="338"/>
        </pc:sldMkLst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0" creationId="{832CE7C9-AE8E-164F-A612-630C2CAEAF66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1" creationId="{11442075-59CD-5449-88BA-231A0DF591CE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22" creationId="{1CD14DBB-968D-C045-8A28-0E762E95A44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3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4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4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69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k cId="2749613802" sldId="338"/>
            <ac:spMk id="70" creationId="{00000000-0000-0000-0000-000000000000}"/>
          </ac:spMkLst>
        </pc:spChg>
      </pc:sldChg>
      <pc:sldChg chg="new del">
        <pc:chgData name="Fei" userId="d19317889db4c986" providerId="LiveId" clId="{E87CCF37-DE99-49C7-B77F-1E4C7A3FD6FA}" dt="2022-02-16T03:13:44.496" v="909" actId="47"/>
        <pc:sldMkLst>
          <pc:docMk/>
          <pc:sldMk cId="3761312960" sldId="339"/>
        </pc:sldMkLst>
      </pc:sldChg>
      <pc:sldChg chg="addSp delSp modSp new mod modTransition">
        <pc:chgData name="Fei" userId="d19317889db4c986" providerId="LiveId" clId="{E87CCF37-DE99-49C7-B77F-1E4C7A3FD6FA}" dt="2022-02-16T08:27:46.488" v="3339"/>
        <pc:sldMkLst>
          <pc:docMk/>
          <pc:sldMk cId="1494529122" sldId="340"/>
        </pc:sldMkLst>
        <pc:spChg chg="add del mod">
          <ac:chgData name="Fei" userId="d19317889db4c986" providerId="LiveId" clId="{E87CCF37-DE99-49C7-B77F-1E4C7A3FD6FA}" dt="2022-02-16T02:34:36.601" v="6" actId="478"/>
          <ac:spMkLst>
            <pc:docMk/>
            <pc:sldMk cId="1494529122" sldId="340"/>
            <ac:spMk id="3" creationId="{A2C6DB5C-8E93-40E2-8F53-A5CAC05D65D4}"/>
          </ac:spMkLst>
        </pc:spChg>
        <pc:spChg chg="add mod">
          <ac:chgData name="Fei" userId="d19317889db4c986" providerId="LiveId" clId="{E87CCF37-DE99-49C7-B77F-1E4C7A3FD6FA}" dt="2022-02-16T06:41:55.144" v="2227" actId="20577"/>
          <ac:spMkLst>
            <pc:docMk/>
            <pc:sldMk cId="1494529122" sldId="340"/>
            <ac:spMk id="4" creationId="{7BCA0317-DE1F-4041-8290-BF2F6C39F75D}"/>
          </ac:spMkLst>
        </pc:spChg>
        <pc:spChg chg="add mod">
          <ac:chgData name="Fei" userId="d19317889db4c986" providerId="LiveId" clId="{E87CCF37-DE99-49C7-B77F-1E4C7A3FD6FA}" dt="2022-02-16T06:44:50.012" v="2264"/>
          <ac:spMkLst>
            <pc:docMk/>
            <pc:sldMk cId="1494529122" sldId="340"/>
            <ac:spMk id="8" creationId="{E1C70F4F-8367-41BA-979A-C6A8C59E4368}"/>
          </ac:spMkLst>
        </pc:spChg>
        <pc:graphicFrameChg chg="add mod modGraphic">
          <ac:chgData name="Fei" userId="d19317889db4c986" providerId="LiveId" clId="{E87CCF37-DE99-49C7-B77F-1E4C7A3FD6FA}" dt="2022-02-16T06:43:58.714" v="2248"/>
          <ac:graphicFrameMkLst>
            <pc:docMk/>
            <pc:sldMk cId="1494529122" sldId="340"/>
            <ac:graphicFrameMk id="5" creationId="{3E946B92-E7B9-4296-BC5A-10396E2B07C1}"/>
          </ac:graphicFrameMkLst>
        </pc:graphicFrameChg>
        <pc:graphicFrameChg chg="add del mod modGraphic">
          <ac:chgData name="Fei" userId="d19317889db4c986" providerId="LiveId" clId="{E87CCF37-DE99-49C7-B77F-1E4C7A3FD6FA}" dt="2022-02-16T02:39:48.835" v="146" actId="478"/>
          <ac:graphicFrameMkLst>
            <pc:docMk/>
            <pc:sldMk cId="1494529122" sldId="340"/>
            <ac:graphicFrameMk id="6" creationId="{5AB9EE8B-C4C4-4B6A-B10E-9609269FA033}"/>
          </ac:graphicFrameMkLst>
        </pc:graphicFrameChg>
        <pc:graphicFrameChg chg="add mod modGraphic">
          <ac:chgData name="Fei" userId="d19317889db4c986" providerId="LiveId" clId="{E87CCF37-DE99-49C7-B77F-1E4C7A3FD6FA}" dt="2022-02-16T06:44:06.924" v="2250"/>
          <ac:graphicFrameMkLst>
            <pc:docMk/>
            <pc:sldMk cId="1494529122" sldId="340"/>
            <ac:graphicFrameMk id="7" creationId="{76D75AE2-CC26-4ED2-A60F-1100762AEC24}"/>
          </ac:graphicFrameMkLst>
        </pc:graphicFrameChg>
        <pc:picChg chg="add mod">
          <ac:chgData name="Fei" userId="d19317889db4c986" providerId="LiveId" clId="{E87CCF37-DE99-49C7-B77F-1E4C7A3FD6FA}" dt="2022-02-16T03:08:07.339" v="836"/>
          <ac:picMkLst>
            <pc:docMk/>
            <pc:sldMk cId="1494529122" sldId="340"/>
            <ac:picMk id="9" creationId="{40B4B17F-1C33-4D9F-87C3-65CA42B46F60}"/>
          </ac:picMkLst>
        </pc:picChg>
      </pc:sldChg>
      <pc:sldChg chg="modSp add mod modTransition">
        <pc:chgData name="Fei" userId="d19317889db4c986" providerId="LiveId" clId="{E87CCF37-DE99-49C7-B77F-1E4C7A3FD6FA}" dt="2022-02-16T08:28:18.548" v="3346"/>
        <pc:sldMkLst>
          <pc:docMk/>
          <pc:sldMk cId="1566070332" sldId="341"/>
        </pc:sldMkLst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6" creationId="{BD64B7BC-7B0B-4F4A-8C4B-DA2BE2367718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7" creationId="{2D9D4399-425F-4A7A-947C-7FBCAF173685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8" creationId="{E25B423D-168F-487F-8F77-4CE3D5675AEA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19" creationId="{5AD71633-FDC2-4556-882D-1654D6463D40}"/>
          </ac:spMkLst>
        </pc:spChg>
        <pc:spChg chg="mod">
          <ac:chgData name="Fei" userId="d19317889db4c986" providerId="LiveId" clId="{E87CCF37-DE99-49C7-B77F-1E4C7A3FD6FA}" dt="2022-02-16T07:04:14.112" v="2416" actId="2711"/>
          <ac:spMkLst>
            <pc:docMk/>
            <pc:sldMk cId="1566070332" sldId="341"/>
            <ac:spMk id="20" creationId="{646B3A50-226D-438A-8D07-1E9F0B268015}"/>
          </ac:spMkLst>
        </pc:spChg>
      </pc:sldChg>
      <pc:sldChg chg="addSp delSp modSp new del mod modAnim">
        <pc:chgData name="Fei" userId="d19317889db4c986" providerId="LiveId" clId="{E87CCF37-DE99-49C7-B77F-1E4C7A3FD6FA}" dt="2022-02-16T06:40:42.744" v="2209" actId="2696"/>
        <pc:sldMkLst>
          <pc:docMk/>
          <pc:sldMk cId="4225645614" sldId="341"/>
        </pc:sldMkLst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2" creationId="{8DEA2489-AC71-41F8-BDC8-9ACB0DA8F986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3" creationId="{FA9B2FED-71E5-410E-BA67-A87D50480839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4" creationId="{2C8031EA-744E-4AF7-A1A4-F1A6384CDC9B}"/>
          </ac:spMkLst>
        </pc:spChg>
        <pc:spChg chg="add del mod">
          <ac:chgData name="Fei" userId="d19317889db4c986" providerId="LiveId" clId="{E87CCF37-DE99-49C7-B77F-1E4C7A3FD6FA}" dt="2022-02-16T02:50:59.161" v="369"/>
          <ac:spMkLst>
            <pc:docMk/>
            <pc:sldMk cId="4225645614" sldId="341"/>
            <ac:spMk id="5" creationId="{4155A263-BDD0-4686-A5A9-E7D77EA47670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6" creationId="{A6276939-30CF-4F09-A12D-9419D3E93F1E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7" creationId="{11ACCEBC-21EF-4DCF-A96D-E84370798783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8" creationId="{CA83F7B2-F339-45B2-9621-9E0F5C2D28B7}"/>
          </ac:spMkLst>
        </pc:spChg>
        <pc:spChg chg="add del mod">
          <ac:chgData name="Fei" userId="d19317889db4c986" providerId="LiveId" clId="{E87CCF37-DE99-49C7-B77F-1E4C7A3FD6FA}" dt="2022-02-16T02:51:02" v="371"/>
          <ac:spMkLst>
            <pc:docMk/>
            <pc:sldMk cId="4225645614" sldId="341"/>
            <ac:spMk id="9" creationId="{EFB054E5-33FA-4E53-97F0-7E6C958E10B3}"/>
          </ac:spMkLst>
        </pc:spChg>
        <pc:spChg chg="add mod">
          <ac:chgData name="Fei" userId="d19317889db4c986" providerId="LiveId" clId="{E87CCF37-DE99-49C7-B77F-1E4C7A3FD6FA}" dt="2022-02-16T03:00:11.391" v="676" actId="1035"/>
          <ac:spMkLst>
            <pc:docMk/>
            <pc:sldMk cId="4225645614" sldId="341"/>
            <ac:spMk id="10" creationId="{70D050DC-AA1B-4AFD-97A9-933BCB8B64D0}"/>
          </ac:spMkLst>
        </pc:spChg>
        <pc:spChg chg="add mod">
          <ac:chgData name="Fei" userId="d19317889db4c986" providerId="LiveId" clId="{E87CCF37-DE99-49C7-B77F-1E4C7A3FD6FA}" dt="2022-02-16T02:59:58.490" v="664" actId="1036"/>
          <ac:spMkLst>
            <pc:docMk/>
            <pc:sldMk cId="4225645614" sldId="341"/>
            <ac:spMk id="11" creationId="{A5F30993-D5E4-453E-86FB-51331B7810BE}"/>
          </ac:spMkLst>
        </pc:spChg>
        <pc:spChg chg="add mod">
          <ac:chgData name="Fei" userId="d19317889db4c986" providerId="LiveId" clId="{E87CCF37-DE99-49C7-B77F-1E4C7A3FD6FA}" dt="2022-02-16T06:40:05.937" v="2204" actId="207"/>
          <ac:spMkLst>
            <pc:docMk/>
            <pc:sldMk cId="4225645614" sldId="341"/>
            <ac:spMk id="12" creationId="{04847B3D-B81E-42E8-99CB-ECF237918E6B}"/>
          </ac:spMkLst>
        </pc:spChg>
        <pc:spChg chg="add mod">
          <ac:chgData name="Fei" userId="d19317889db4c986" providerId="LiveId" clId="{E87CCF37-DE99-49C7-B77F-1E4C7A3FD6FA}" dt="2022-02-16T06:40:08.202" v="2205" actId="207"/>
          <ac:spMkLst>
            <pc:docMk/>
            <pc:sldMk cId="4225645614" sldId="341"/>
            <ac:spMk id="13" creationId="{677A40D1-346B-405E-AF1D-26629E7DB444}"/>
          </ac:spMkLst>
        </pc:spChg>
        <pc:spChg chg="add mod">
          <ac:chgData name="Fei" userId="d19317889db4c986" providerId="LiveId" clId="{E87CCF37-DE99-49C7-B77F-1E4C7A3FD6FA}" dt="2022-02-16T02:59:53.301" v="653" actId="1036"/>
          <ac:spMkLst>
            <pc:docMk/>
            <pc:sldMk cId="4225645614" sldId="341"/>
            <ac:spMk id="14" creationId="{32057B4F-34A0-4393-98E3-613A7F9C7261}"/>
          </ac:spMkLst>
        </pc:spChg>
        <pc:spChg chg="add del mod">
          <ac:chgData name="Fei" userId="d19317889db4c986" providerId="LiveId" clId="{E87CCF37-DE99-49C7-B77F-1E4C7A3FD6FA}" dt="2022-02-16T02:54:29.006" v="546" actId="767"/>
          <ac:spMkLst>
            <pc:docMk/>
            <pc:sldMk cId="4225645614" sldId="341"/>
            <ac:spMk id="15" creationId="{80C142D2-7D9B-4BFB-97E9-86FF16586735}"/>
          </ac:spMkLst>
        </pc:spChg>
        <pc:spChg chg="add mod">
          <ac:chgData name="Fei" userId="d19317889db4c986" providerId="LiveId" clId="{E87CCF37-DE99-49C7-B77F-1E4C7A3FD6FA}" dt="2022-02-16T03:01:28.595" v="717" actId="20577"/>
          <ac:spMkLst>
            <pc:docMk/>
            <pc:sldMk cId="4225645614" sldId="341"/>
            <ac:spMk id="16" creationId="{BD64B7BC-7B0B-4F4A-8C4B-DA2BE2367718}"/>
          </ac:spMkLst>
        </pc:spChg>
        <pc:spChg chg="add mod">
          <ac:chgData name="Fei" userId="d19317889db4c986" providerId="LiveId" clId="{E87CCF37-DE99-49C7-B77F-1E4C7A3FD6FA}" dt="2022-02-16T03:01:02.431" v="700" actId="1035"/>
          <ac:spMkLst>
            <pc:docMk/>
            <pc:sldMk cId="4225645614" sldId="341"/>
            <ac:spMk id="17" creationId="{2D9D4399-425F-4A7A-947C-7FBCAF173685}"/>
          </ac:spMkLst>
        </pc:spChg>
        <pc:spChg chg="add mod">
          <ac:chgData name="Fei" userId="d19317889db4c986" providerId="LiveId" clId="{E87CCF37-DE99-49C7-B77F-1E4C7A3FD6FA}" dt="2022-02-16T03:01:05.174" v="708" actId="1035"/>
          <ac:spMkLst>
            <pc:docMk/>
            <pc:sldMk cId="4225645614" sldId="341"/>
            <ac:spMk id="18" creationId="{E25B423D-168F-487F-8F77-4CE3D5675AEA}"/>
          </ac:spMkLst>
        </pc:spChg>
        <pc:spChg chg="add mod">
          <ac:chgData name="Fei" userId="d19317889db4c986" providerId="LiveId" clId="{E87CCF37-DE99-49C7-B77F-1E4C7A3FD6FA}" dt="2022-02-16T03:01:07.829" v="716" actId="1035"/>
          <ac:spMkLst>
            <pc:docMk/>
            <pc:sldMk cId="4225645614" sldId="341"/>
            <ac:spMk id="19" creationId="{5AD71633-FDC2-4556-882D-1654D6463D40}"/>
          </ac:spMkLst>
        </pc:spChg>
        <pc:spChg chg="add mod">
          <ac:chgData name="Fei" userId="d19317889db4c986" providerId="LiveId" clId="{E87CCF37-DE99-49C7-B77F-1E4C7A3FD6FA}" dt="2022-02-16T05:29:35.973" v="1021" actId="20577"/>
          <ac:spMkLst>
            <pc:docMk/>
            <pc:sldMk cId="4225645614" sldId="341"/>
            <ac:spMk id="20" creationId="{646B3A50-226D-438A-8D07-1E9F0B268015}"/>
          </ac:spMkLst>
        </pc:spChg>
        <pc:picChg chg="add mod">
          <ac:chgData name="Fei" userId="d19317889db4c986" providerId="LiveId" clId="{E87CCF37-DE99-49C7-B77F-1E4C7A3FD6FA}" dt="2022-02-16T03:08:11.324" v="838" actId="1036"/>
          <ac:picMkLst>
            <pc:docMk/>
            <pc:sldMk cId="4225645614" sldId="341"/>
            <ac:picMk id="21" creationId="{28BFA854-C765-442C-9D7D-DB3EF3606819}"/>
          </ac:picMkLst>
        </pc:picChg>
      </pc:sldChg>
      <pc:sldChg chg="addSp modSp new mod modTransition">
        <pc:chgData name="Fei" userId="d19317889db4c986" providerId="LiveId" clId="{E87CCF37-DE99-49C7-B77F-1E4C7A3FD6FA}" dt="2022-02-16T08:28:00.416" v="3341"/>
        <pc:sldMkLst>
          <pc:docMk/>
          <pc:sldMk cId="382227545" sldId="342"/>
        </pc:sldMkLst>
        <pc:spChg chg="add mod">
          <ac:chgData name="Fei" userId="d19317889db4c986" providerId="LiveId" clId="{E87CCF37-DE99-49C7-B77F-1E4C7A3FD6FA}" dt="2022-02-16T06:40:28.084" v="2208" actId="1076"/>
          <ac:spMkLst>
            <pc:docMk/>
            <pc:sldMk cId="382227545" sldId="342"/>
            <ac:spMk id="3" creationId="{03F9E30B-88EC-490E-9F85-52DAC84B15DF}"/>
          </ac:spMkLst>
        </pc:spChg>
        <pc:picChg chg="add mod">
          <ac:chgData name="Fei" userId="d19317889db4c986" providerId="LiveId" clId="{E87CCF37-DE99-49C7-B77F-1E4C7A3FD6FA}" dt="2022-02-16T03:08:13.426" v="839"/>
          <ac:picMkLst>
            <pc:docMk/>
            <pc:sldMk cId="382227545" sldId="342"/>
            <ac:picMk id="4" creationId="{6420A0F1-440E-4B0A-8DA1-C72794003A7A}"/>
          </ac:picMkLst>
        </pc:picChg>
      </pc:sldChg>
      <pc:sldChg chg="add del">
        <pc:chgData name="Fei" userId="d19317889db4c986" providerId="LiveId" clId="{E87CCF37-DE99-49C7-B77F-1E4C7A3FD6FA}" dt="2022-02-16T03:02:18.258" v="718" actId="47"/>
        <pc:sldMkLst>
          <pc:docMk/>
          <pc:sldMk cId="1221339689" sldId="342"/>
        </pc:sldMkLst>
      </pc:sldChg>
      <pc:sldChg chg="addSp delSp modSp add mod modTransition modAnim">
        <pc:chgData name="Fei" userId="d19317889db4c986" providerId="LiveId" clId="{E87CCF37-DE99-49C7-B77F-1E4C7A3FD6FA}" dt="2022-02-16T08:28:38.873" v="3361"/>
        <pc:sldMkLst>
          <pc:docMk/>
          <pc:sldMk cId="3617927023" sldId="343"/>
        </pc:sldMkLst>
        <pc:spChg chg="mod">
          <ac:chgData name="Fei" userId="d19317889db4c986" providerId="LiveId" clId="{E87CCF37-DE99-49C7-B77F-1E4C7A3FD6FA}" dt="2022-02-16T07:34:01.803" v="3082" actId="1076"/>
          <ac:spMkLst>
            <pc:docMk/>
            <pc:sldMk cId="3617927023" sldId="343"/>
            <ac:spMk id="2" creationId="{59CD368B-C60F-43CD-BA5F-8B2CCD59DD97}"/>
          </ac:spMkLst>
        </pc:spChg>
        <pc:spChg chg="add del mod">
          <ac:chgData name="Fei" userId="d19317889db4c986" providerId="LiveId" clId="{E87CCF37-DE99-49C7-B77F-1E4C7A3FD6FA}" dt="2022-02-16T07:30:06.924" v="2878" actId="21"/>
          <ac:spMkLst>
            <pc:docMk/>
            <pc:sldMk cId="3617927023" sldId="343"/>
            <ac:spMk id="4" creationId="{D57D6E24-91D5-4716-8FBE-8D18EE3EF8EF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5" creationId="{68EAA3F1-1FD5-49F1-9E41-927ADE29F39C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6" creationId="{AA585D94-7732-4325-8EBE-5520DC615C8E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0" creationId="{FFB2A8DE-AAB2-4592-84CA-9ADFAF1CC5A0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1" creationId="{3D42309E-2831-41BB-84A5-7E73DF4F09D8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2" creationId="{72F9D26F-2837-4343-970D-00B9D13FE032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3" creationId="{E32CECA4-9219-4989-A45B-9201EF15C3ED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14" creationId="{2ED8CD55-4187-4271-B6B3-16294503B00C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6" creationId="{63BA71E9-3005-4151-A3CF-267C84E4E6F5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7" creationId="{26A931FC-CB34-4E21-B00E-8908CEC77BC1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8" creationId="{57D214EE-EC03-4538-A743-51984EC755D0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19" creationId="{55B875C2-763A-49AB-BDD8-5F9D56D36C29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20" creationId="{AA60BFA7-55CF-46FB-9235-9D02D5809CBE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22" creationId="{51AAA8AC-79AA-42AE-B30E-8DD00CF75410}"/>
          </ac:spMkLst>
        </pc:spChg>
        <pc:spChg chg="mod">
          <ac:chgData name="Fei" userId="d19317889db4c986" providerId="LiveId" clId="{E87CCF37-DE99-49C7-B77F-1E4C7A3FD6FA}" dt="2022-02-16T07:33:48.477" v="3071" actId="1036"/>
          <ac:spMkLst>
            <pc:docMk/>
            <pc:sldMk cId="3617927023" sldId="343"/>
            <ac:spMk id="23" creationId="{B025677F-EDC5-4C24-BD40-7FFF557B3DD0}"/>
          </ac:spMkLst>
        </pc:spChg>
        <pc:spChg chg="add del mod">
          <ac:chgData name="Fei" userId="d19317889db4c986" providerId="LiveId" clId="{E87CCF37-DE99-49C7-B77F-1E4C7A3FD6FA}" dt="2022-02-16T07:33:48.962" v="3072"/>
          <ac:spMkLst>
            <pc:docMk/>
            <pc:sldMk cId="3617927023" sldId="343"/>
            <ac:spMk id="24" creationId="{DB97E06E-A946-4268-A127-D0AD4DDA9714}"/>
          </ac:spMkLst>
        </pc:spChg>
        <pc:grpChg chg="add del mod">
          <ac:chgData name="Fei" userId="d19317889db4c986" providerId="LiveId" clId="{E87CCF37-DE99-49C7-B77F-1E4C7A3FD6FA}" dt="2022-02-16T07:33:48.962" v="3072"/>
          <ac:grpSpMkLst>
            <pc:docMk/>
            <pc:sldMk cId="3617927023" sldId="343"/>
            <ac:grpSpMk id="9" creationId="{74A04FC0-056E-4C17-A752-F9CAAAB3F3E2}"/>
          </ac:grpSpMkLst>
        </pc:grpChg>
        <pc:grpChg chg="add del mod">
          <ac:chgData name="Fei" userId="d19317889db4c986" providerId="LiveId" clId="{E87CCF37-DE99-49C7-B77F-1E4C7A3FD6FA}" dt="2022-02-16T07:33:48.962" v="3072"/>
          <ac:grpSpMkLst>
            <pc:docMk/>
            <pc:sldMk cId="3617927023" sldId="343"/>
            <ac:grpSpMk id="21" creationId="{9617226A-1BC3-4F26-80F8-82C403B93C67}"/>
          </ac:grpSpMkLst>
        </pc:grp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7" creationId="{5B3B6897-80B6-41FF-AA08-60829DBF7AD8}"/>
          </ac:graphicFrameMkLst>
        </pc:graphicFrame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8" creationId="{E53E3313-2B7E-47F2-8D7C-D35E65CB6A36}"/>
          </ac:graphicFrameMkLst>
        </pc:graphicFrameChg>
        <pc:graphicFrameChg chg="mod">
          <ac:chgData name="Fei" userId="d19317889db4c986" providerId="LiveId" clId="{E87CCF37-DE99-49C7-B77F-1E4C7A3FD6FA}" dt="2022-02-16T07:33:48.477" v="3071" actId="1036"/>
          <ac:graphicFrameMkLst>
            <pc:docMk/>
            <pc:sldMk cId="3617927023" sldId="343"/>
            <ac:graphicFrameMk id="15" creationId="{51B89D85-E318-485C-AE9E-E39974B83D2B}"/>
          </ac:graphicFrameMkLst>
        </pc:graphicFrameChg>
        <pc:graphicFrameChg chg="add del mod">
          <ac:chgData name="Fei" userId="d19317889db4c986" providerId="LiveId" clId="{E87CCF37-DE99-49C7-B77F-1E4C7A3FD6FA}" dt="2022-02-16T07:33:48.962" v="3072"/>
          <ac:graphicFrameMkLst>
            <pc:docMk/>
            <pc:sldMk cId="3617927023" sldId="343"/>
            <ac:graphicFrameMk id="25" creationId="{150DC823-ADEA-452A-9846-CD89C52BE190}"/>
          </ac:graphicFrameMkLst>
        </pc:graphicFrameChg>
        <pc:picChg chg="add mod">
          <ac:chgData name="Fei" userId="d19317889db4c986" providerId="LiveId" clId="{E87CCF37-DE99-49C7-B77F-1E4C7A3FD6FA}" dt="2022-02-16T07:03:47.667" v="2406"/>
          <ac:picMkLst>
            <pc:docMk/>
            <pc:sldMk cId="3617927023" sldId="343"/>
            <ac:picMk id="3" creationId="{3D2D9231-7FF3-49C1-9A7A-E83E8212033E}"/>
          </ac:picMkLst>
        </pc:picChg>
      </pc:sldChg>
      <pc:sldChg chg="addSp modSp add del mod modTransition">
        <pc:chgData name="Fei" userId="d19317889db4c986" providerId="LiveId" clId="{E87CCF37-DE99-49C7-B77F-1E4C7A3FD6FA}" dt="2022-02-16T08:28:47.124" v="3371"/>
        <pc:sldMkLst>
          <pc:docMk/>
          <pc:sldMk cId="1151947026" sldId="344"/>
        </pc:sldMkLst>
        <pc:spChg chg="mod">
          <ac:chgData name="Fei" userId="d19317889db4c986" providerId="LiveId" clId="{E87CCF37-DE99-49C7-B77F-1E4C7A3FD6FA}" dt="2022-02-16T07:46:51.862" v="3332" actId="207"/>
          <ac:spMkLst>
            <pc:docMk/>
            <pc:sldMk cId="1151947026" sldId="344"/>
            <ac:spMk id="2" creationId="{59CD368B-C60F-43CD-BA5F-8B2CCD59DD97}"/>
          </ac:spMkLst>
        </pc:spChg>
        <pc:picChg chg="add mod">
          <ac:chgData name="Fei" userId="d19317889db4c986" providerId="LiveId" clId="{E87CCF37-DE99-49C7-B77F-1E4C7A3FD6FA}" dt="2022-02-16T07:03:56.888" v="2415"/>
          <ac:picMkLst>
            <pc:docMk/>
            <pc:sldMk cId="1151947026" sldId="344"/>
            <ac:picMk id="3" creationId="{E2DFC9F4-DAE4-4451-BEF4-3C06A137ACE8}"/>
          </ac:picMkLst>
        </pc:picChg>
        <pc:picChg chg="add mod">
          <ac:chgData name="Fei" userId="d19317889db4c986" providerId="LiveId" clId="{E87CCF37-DE99-49C7-B77F-1E4C7A3FD6FA}" dt="2022-02-16T07:49:25.223" v="3337" actId="1076"/>
          <ac:picMkLst>
            <pc:docMk/>
            <pc:sldMk cId="1151947026" sldId="344"/>
            <ac:picMk id="5" creationId="{46A5F97C-4A8C-47A1-884F-95CA1CEEAF28}"/>
          </ac:picMkLst>
        </pc:picChg>
      </pc:sldChg>
      <pc:sldChg chg="addSp delSp modSp new mod modTransition">
        <pc:chgData name="Fei" userId="d19317889db4c986" providerId="LiveId" clId="{E87CCF37-DE99-49C7-B77F-1E4C7A3FD6FA}" dt="2022-02-16T08:28:32.612" v="3352"/>
        <pc:sldMkLst>
          <pc:docMk/>
          <pc:sldMk cId="115241530" sldId="345"/>
        </pc:sldMkLst>
        <pc:spChg chg="add del mod">
          <ac:chgData name="Fei" userId="d19317889db4c986" providerId="LiveId" clId="{E87CCF37-DE99-49C7-B77F-1E4C7A3FD6FA}" dt="2022-02-16T06:34:11.600" v="2103"/>
          <ac:spMkLst>
            <pc:docMk/>
            <pc:sldMk cId="115241530" sldId="345"/>
            <ac:spMk id="2" creationId="{FB207D22-4ED1-D447-BEB1-4714B4D3A268}"/>
          </ac:spMkLst>
        </pc:spChg>
        <pc:spChg chg="add mod">
          <ac:chgData name="Fei" userId="d19317889db4c986" providerId="LiveId" clId="{E87CCF37-DE99-49C7-B77F-1E4C7A3FD6FA}" dt="2022-02-16T06:47:19.749" v="2297"/>
          <ac:spMkLst>
            <pc:docMk/>
            <pc:sldMk cId="115241530" sldId="345"/>
            <ac:spMk id="3" creationId="{DE949213-57A9-471A-92E9-4F392170874B}"/>
          </ac:spMkLst>
        </pc:spChg>
        <pc:spChg chg="add mod">
          <ac:chgData name="Fei" userId="d19317889db4c986" providerId="LiveId" clId="{E87CCF37-DE99-49C7-B77F-1E4C7A3FD6FA}" dt="2022-02-16T06:37:15.553" v="2168" actId="1076"/>
          <ac:spMkLst>
            <pc:docMk/>
            <pc:sldMk cId="115241530" sldId="345"/>
            <ac:spMk id="4" creationId="{02563509-D651-4247-BD85-CB5088F596B3}"/>
          </ac:spMkLst>
        </pc:spChg>
        <pc:spChg chg="add mod">
          <ac:chgData name="Fei" userId="d19317889db4c986" providerId="LiveId" clId="{E87CCF37-DE99-49C7-B77F-1E4C7A3FD6FA}" dt="2022-02-16T06:37:15.553" v="2168" actId="1076"/>
          <ac:spMkLst>
            <pc:docMk/>
            <pc:sldMk cId="115241530" sldId="345"/>
            <ac:spMk id="5" creationId="{7F9A0FA8-E4A4-41DF-97BA-8161C8254BA9}"/>
          </ac:spMkLst>
        </pc:spChg>
        <pc:spChg chg="add mod">
          <ac:chgData name="Fei" userId="d19317889db4c986" providerId="LiveId" clId="{E87CCF37-DE99-49C7-B77F-1E4C7A3FD6FA}" dt="2022-02-16T06:47:47.100" v="2300" actId="404"/>
          <ac:spMkLst>
            <pc:docMk/>
            <pc:sldMk cId="115241530" sldId="345"/>
            <ac:spMk id="6" creationId="{7B9CDB0B-BB4D-4F3A-A83D-92978D585B31}"/>
          </ac:spMkLst>
        </pc:spChg>
        <pc:picChg chg="add mod">
          <ac:chgData name="Fei" userId="d19317889db4c986" providerId="LiveId" clId="{E87CCF37-DE99-49C7-B77F-1E4C7A3FD6FA}" dt="2022-02-16T07:03:31.527" v="2394"/>
          <ac:picMkLst>
            <pc:docMk/>
            <pc:sldMk cId="115241530" sldId="345"/>
            <ac:picMk id="7" creationId="{3C6CD6D8-A7DA-48D6-99F8-B471B5899C9F}"/>
          </ac:picMkLst>
        </pc:picChg>
      </pc:sldChg>
      <pc:sldChg chg="addSp delSp modSp add mod modTransition">
        <pc:chgData name="Fei" userId="d19317889db4c986" providerId="LiveId" clId="{E87CCF37-DE99-49C7-B77F-1E4C7A3FD6FA}" dt="2022-02-16T08:28:34.133" v="3354"/>
        <pc:sldMkLst>
          <pc:docMk/>
          <pc:sldMk cId="1214083559" sldId="346"/>
        </pc:sldMkLst>
        <pc:spChg chg="mod">
          <ac:chgData name="Fei" userId="d19317889db4c986" providerId="LiveId" clId="{E87CCF37-DE99-49C7-B77F-1E4C7A3FD6FA}" dt="2022-02-16T07:03:03.737" v="2386" actId="20577"/>
          <ac:spMkLst>
            <pc:docMk/>
            <pc:sldMk cId="1214083559" sldId="346"/>
            <ac:spMk id="9" creationId="{74C94C83-CB5C-4087-BBD1-9EDE4C99059F}"/>
          </ac:spMkLst>
        </pc:spChg>
        <pc:spChg chg="del">
          <ac:chgData name="Fei" userId="d19317889db4c986" providerId="LiveId" clId="{E87CCF37-DE99-49C7-B77F-1E4C7A3FD6FA}" dt="2022-02-16T05:57:35.419" v="1446" actId="478"/>
          <ac:spMkLst>
            <pc:docMk/>
            <pc:sldMk cId="1214083559" sldId="346"/>
            <ac:spMk id="15" creationId="{FFC6ABE9-9BFE-4ACD-A506-BA9B34043FE4}"/>
          </ac:spMkLst>
        </pc:spChg>
        <pc:spChg chg="del">
          <ac:chgData name="Fei" userId="d19317889db4c986" providerId="LiveId" clId="{E87CCF37-DE99-49C7-B77F-1E4C7A3FD6FA}" dt="2022-02-16T05:57:35.419" v="1446" actId="478"/>
          <ac:spMkLst>
            <pc:docMk/>
            <pc:sldMk cId="1214083559" sldId="346"/>
            <ac:spMk id="16" creationId="{87AD0794-3B8C-4675-BDC0-0314F110ABB7}"/>
          </ac:spMkLst>
        </pc:spChg>
        <pc:spChg chg="mod">
          <ac:chgData name="Fei" userId="d19317889db4c986" providerId="LiveId" clId="{E87CCF37-DE99-49C7-B77F-1E4C7A3FD6FA}" dt="2022-02-16T07:00:39.386" v="2326" actId="207"/>
          <ac:spMkLst>
            <pc:docMk/>
            <pc:sldMk cId="1214083559" sldId="346"/>
            <ac:spMk id="23" creationId="{E1EEC25B-5C51-495C-B5EC-1F8CA9F7B651}"/>
          </ac:spMkLst>
        </pc:spChg>
        <pc:grpChg chg="del">
          <ac:chgData name="Fei" userId="d19317889db4c986" providerId="LiveId" clId="{E87CCF37-DE99-49C7-B77F-1E4C7A3FD6FA}" dt="2022-02-16T05:57:35.419" v="1446" actId="478"/>
          <ac:grpSpMkLst>
            <pc:docMk/>
            <pc:sldMk cId="1214083559" sldId="346"/>
            <ac:grpSpMk id="17" creationId="{836464A8-F224-4AD4-AC4A-27898748B960}"/>
          </ac:grpSpMkLst>
        </pc:grpChg>
        <pc:grpChg chg="del">
          <ac:chgData name="Fei" userId="d19317889db4c986" providerId="LiveId" clId="{E87CCF37-DE99-49C7-B77F-1E4C7A3FD6FA}" dt="2022-02-16T05:57:35.419" v="1446" actId="478"/>
          <ac:grpSpMkLst>
            <pc:docMk/>
            <pc:sldMk cId="1214083559" sldId="346"/>
            <ac:grpSpMk id="20" creationId="{7481D171-1EF2-45DE-B01F-F5FFCC7D772F}"/>
          </ac:grpSpMkLst>
        </pc:grpChg>
        <pc:picChg chg="add mod">
          <ac:chgData name="Fei" userId="d19317889db4c986" providerId="LiveId" clId="{E87CCF37-DE99-49C7-B77F-1E4C7A3FD6FA}" dt="2022-02-16T07:03:33.864" v="2396"/>
          <ac:picMkLst>
            <pc:docMk/>
            <pc:sldMk cId="1214083559" sldId="346"/>
            <ac:picMk id="24" creationId="{75237139-541C-4524-8936-D66AAE1C7805}"/>
          </ac:picMkLst>
        </pc:picChg>
      </pc:sldChg>
      <pc:sldChg chg="addSp delSp modSp add mod modTransition">
        <pc:chgData name="Fei" userId="d19317889db4c986" providerId="LiveId" clId="{E87CCF37-DE99-49C7-B77F-1E4C7A3FD6FA}" dt="2022-02-16T08:28:35.581" v="3356"/>
        <pc:sldMkLst>
          <pc:docMk/>
          <pc:sldMk cId="1131330976" sldId="347"/>
        </pc:sldMkLst>
        <pc:spChg chg="add del mod">
          <ac:chgData name="Fei" userId="d19317889db4c986" providerId="LiveId" clId="{E87CCF37-DE99-49C7-B77F-1E4C7A3FD6FA}" dt="2022-02-16T07:13:32.802" v="2634"/>
          <ac:spMkLst>
            <pc:docMk/>
            <pc:sldMk cId="1131330976" sldId="347"/>
            <ac:spMk id="12" creationId="{8885512F-6297-4277-9191-7D34E1C0E360}"/>
          </ac:spMkLst>
        </pc:spChg>
        <pc:spChg chg="add del mod">
          <ac:chgData name="Fei" userId="d19317889db4c986" providerId="LiveId" clId="{E87CCF37-DE99-49C7-B77F-1E4C7A3FD6FA}" dt="2022-02-16T07:13:31.791" v="2632"/>
          <ac:spMkLst>
            <pc:docMk/>
            <pc:sldMk cId="1131330976" sldId="347"/>
            <ac:spMk id="13" creationId="{096BE87B-46B0-48C7-BD96-D2A669ED768E}"/>
          </ac:spMkLst>
        </pc:spChg>
        <pc:spChg chg="add del mod">
          <ac:chgData name="Fei" userId="d19317889db4c986" providerId="LiveId" clId="{E87CCF37-DE99-49C7-B77F-1E4C7A3FD6FA}" dt="2022-02-16T07:13:31.791" v="2632"/>
          <ac:spMkLst>
            <pc:docMk/>
            <pc:sldMk cId="1131330976" sldId="347"/>
            <ac:spMk id="14" creationId="{E18DA69D-1512-4D6D-9A48-95A073AD560D}"/>
          </ac:spMkLst>
        </pc:spChg>
        <pc:spChg chg="mod">
          <ac:chgData name="Fei" userId="d19317889db4c986" providerId="LiveId" clId="{E87CCF37-DE99-49C7-B77F-1E4C7A3FD6FA}" dt="2022-02-16T07:13:31.147" v="2631" actId="1076"/>
          <ac:spMkLst>
            <pc:docMk/>
            <pc:sldMk cId="1131330976" sldId="347"/>
            <ac:spMk id="16" creationId="{604556DA-3768-48E7-BA74-3F211442D5D8}"/>
          </ac:spMkLst>
        </pc:spChg>
        <pc:spChg chg="mod">
          <ac:chgData name="Fei" userId="d19317889db4c986" providerId="LiveId" clId="{E87CCF37-DE99-49C7-B77F-1E4C7A3FD6FA}" dt="2022-02-16T07:13:31.147" v="2631" actId="1076"/>
          <ac:spMkLst>
            <pc:docMk/>
            <pc:sldMk cId="1131330976" sldId="347"/>
            <ac:spMk id="19" creationId="{2070749F-FB98-44C0-BD7D-9EFBD294D924}"/>
          </ac:spMkLst>
        </pc:spChg>
        <pc:spChg chg="add mod">
          <ac:chgData name="Fei" userId="d19317889db4c986" providerId="LiveId" clId="{E87CCF37-DE99-49C7-B77F-1E4C7A3FD6FA}" dt="2022-02-16T07:20:38.253" v="2690"/>
          <ac:spMkLst>
            <pc:docMk/>
            <pc:sldMk cId="1131330976" sldId="347"/>
            <ac:spMk id="21" creationId="{FBD3CA54-AA96-4900-9488-8F2FBCDB836B}"/>
          </ac:spMkLst>
        </pc:spChg>
        <pc:spChg chg="add mod">
          <ac:chgData name="Fei" userId="d19317889db4c986" providerId="LiveId" clId="{E87CCF37-DE99-49C7-B77F-1E4C7A3FD6FA}" dt="2022-02-16T07:21:14.313" v="2693" actId="1076"/>
          <ac:spMkLst>
            <pc:docMk/>
            <pc:sldMk cId="1131330976" sldId="347"/>
            <ac:spMk id="22" creationId="{2A6BEC95-5806-4390-8AAE-1D58AC4078CB}"/>
          </ac:spMkLst>
        </pc:spChg>
        <pc:spChg chg="mod">
          <ac:chgData name="Fei" userId="d19317889db4c986" providerId="LiveId" clId="{E87CCF37-DE99-49C7-B77F-1E4C7A3FD6FA}" dt="2022-02-16T07:21:14.313" v="2693" actId="1076"/>
          <ac:spMkLst>
            <pc:docMk/>
            <pc:sldMk cId="1131330976" sldId="347"/>
            <ac:spMk id="24" creationId="{4CF5DBCD-32A3-410D-8C42-43526FB681F3}"/>
          </ac:spMkLst>
        </pc:spChg>
        <pc:spChg chg="del mod">
          <ac:chgData name="Fei" userId="d19317889db4c986" providerId="LiveId" clId="{E87CCF37-DE99-49C7-B77F-1E4C7A3FD6FA}" dt="2022-02-16T07:14:16.981" v="2657" actId="478"/>
          <ac:spMkLst>
            <pc:docMk/>
            <pc:sldMk cId="1131330976" sldId="347"/>
            <ac:spMk id="44034" creationId="{3372028F-F83B-48E3-9858-5814D86E096B}"/>
          </ac:spMkLst>
        </pc:spChg>
        <pc:spChg chg="del">
          <ac:chgData name="Fei" userId="d19317889db4c986" providerId="LiveId" clId="{E87CCF37-DE99-49C7-B77F-1E4C7A3FD6FA}" dt="2022-02-16T06:15:55.726" v="1898" actId="478"/>
          <ac:spMkLst>
            <pc:docMk/>
            <pc:sldMk cId="1131330976" sldId="347"/>
            <ac:spMk id="44035" creationId="{AD415B56-CCE2-47B4-9151-EB91073B1057}"/>
          </ac:spMkLst>
        </pc:spChg>
        <pc:spChg chg="del">
          <ac:chgData name="Fei" userId="d19317889db4c986" providerId="LiveId" clId="{E87CCF37-DE99-49C7-B77F-1E4C7A3FD6FA}" dt="2022-02-16T06:15:58.481" v="1899" actId="478"/>
          <ac:spMkLst>
            <pc:docMk/>
            <pc:sldMk cId="1131330976" sldId="347"/>
            <ac:spMk id="44036" creationId="{32F70240-826B-4660-86E7-6A286DC373DE}"/>
          </ac:spMkLst>
        </pc:spChg>
        <pc:spChg chg="mod">
          <ac:chgData name="Fei" userId="d19317889db4c986" providerId="LiveId" clId="{E87CCF37-DE99-49C7-B77F-1E4C7A3FD6FA}" dt="2022-02-16T07:20:23.003" v="2683" actId="1076"/>
          <ac:spMkLst>
            <pc:docMk/>
            <pc:sldMk cId="1131330976" sldId="347"/>
            <ac:spMk id="44037" creationId="{3C93977B-DE63-4DEA-B69D-78D9A5F2953E}"/>
          </ac:spMkLst>
        </pc:spChg>
        <pc:spChg chg="del">
          <ac:chgData name="Fei" userId="d19317889db4c986" providerId="LiveId" clId="{E87CCF37-DE99-49C7-B77F-1E4C7A3FD6FA}" dt="2022-02-16T06:15:59.282" v="1900" actId="478"/>
          <ac:spMkLst>
            <pc:docMk/>
            <pc:sldMk cId="1131330976" sldId="347"/>
            <ac:spMk id="44038" creationId="{96F02769-CAD7-4549-8ED7-E686FB628EC1}"/>
          </ac:spMkLst>
        </pc:spChg>
        <pc:spChg chg="del">
          <ac:chgData name="Fei" userId="d19317889db4c986" providerId="LiveId" clId="{E87CCF37-DE99-49C7-B77F-1E4C7A3FD6FA}" dt="2022-02-16T06:15:58.481" v="1899" actId="478"/>
          <ac:spMkLst>
            <pc:docMk/>
            <pc:sldMk cId="1131330976" sldId="347"/>
            <ac:spMk id="44039" creationId="{49AC6B0E-5590-4047-B285-2B4A2AEAC985}"/>
          </ac:spMkLst>
        </pc:spChg>
        <pc:spChg chg="del">
          <ac:chgData name="Fei" userId="d19317889db4c986" providerId="LiveId" clId="{E87CCF37-DE99-49C7-B77F-1E4C7A3FD6FA}" dt="2022-02-16T06:17:05.704" v="1965" actId="478"/>
          <ac:spMkLst>
            <pc:docMk/>
            <pc:sldMk cId="1131330976" sldId="347"/>
            <ac:spMk id="44040" creationId="{D936A7EF-A5B8-4F1E-B41B-050FA233C0DB}"/>
          </ac:spMkLst>
        </pc:spChg>
        <pc:spChg chg="mod">
          <ac:chgData name="Fei" userId="d19317889db4c986" providerId="LiveId" clId="{E87CCF37-DE99-49C7-B77F-1E4C7A3FD6FA}" dt="2022-02-16T07:20:48.554" v="2691" actId="207"/>
          <ac:spMkLst>
            <pc:docMk/>
            <pc:sldMk cId="1131330976" sldId="347"/>
            <ac:spMk id="44041" creationId="{3336AEA2-375A-439A-8EF2-DDD675C2F6ED}"/>
          </ac:spMkLst>
        </pc:spChg>
        <pc:spChg chg="del">
          <ac:chgData name="Fei" userId="d19317889db4c986" providerId="LiveId" clId="{E87CCF37-DE99-49C7-B77F-1E4C7A3FD6FA}" dt="2022-02-16T06:15:23.406" v="1880" actId="478"/>
          <ac:spMkLst>
            <pc:docMk/>
            <pc:sldMk cId="1131330976" sldId="347"/>
            <ac:spMk id="44042" creationId="{33AC341E-EAB3-466F-A51A-6CF79C5EAF36}"/>
          </ac:spMkLst>
        </pc:spChg>
        <pc:grpChg chg="add del mod">
          <ac:chgData name="Fei" userId="d19317889db4c986" providerId="LiveId" clId="{E87CCF37-DE99-49C7-B77F-1E4C7A3FD6FA}" dt="2022-02-16T07:13:31.791" v="2632"/>
          <ac:grpSpMkLst>
            <pc:docMk/>
            <pc:sldMk cId="1131330976" sldId="347"/>
            <ac:grpSpMk id="15" creationId="{8C31492A-0D0A-4116-92C3-E65226672229}"/>
          </ac:grpSpMkLst>
        </pc:grpChg>
        <pc:grpChg chg="add del mod">
          <ac:chgData name="Fei" userId="d19317889db4c986" providerId="LiveId" clId="{E87CCF37-DE99-49C7-B77F-1E4C7A3FD6FA}" dt="2022-02-16T07:13:31.791" v="2632"/>
          <ac:grpSpMkLst>
            <pc:docMk/>
            <pc:sldMk cId="1131330976" sldId="347"/>
            <ac:grpSpMk id="18" creationId="{BB3EBB22-1D73-428F-9233-A9BE14292540}"/>
          </ac:grpSpMkLst>
        </pc:grpChg>
        <pc:grpChg chg="add mod">
          <ac:chgData name="Fei" userId="d19317889db4c986" providerId="LiveId" clId="{E87CCF37-DE99-49C7-B77F-1E4C7A3FD6FA}" dt="2022-02-16T07:21:14.313" v="2693" actId="1076"/>
          <ac:grpSpMkLst>
            <pc:docMk/>
            <pc:sldMk cId="1131330976" sldId="347"/>
            <ac:grpSpMk id="23" creationId="{8C970F61-CA8B-4E91-AB83-112893279F53}"/>
          </ac:grpSpMkLst>
        </pc:grpChg>
        <pc:graphicFrameChg chg="mod">
          <ac:chgData name="Fei" userId="d19317889db4c986" providerId="LiveId" clId="{E87CCF37-DE99-49C7-B77F-1E4C7A3FD6FA}" dt="2022-02-16T07:13:31.147" v="2631" actId="1076"/>
          <ac:graphicFrameMkLst>
            <pc:docMk/>
            <pc:sldMk cId="1131330976" sldId="347"/>
            <ac:graphicFrameMk id="17" creationId="{03EDC49A-A2B2-4D2F-8FC1-B92C7CB572E2}"/>
          </ac:graphicFrameMkLst>
        </pc:graphicFrameChg>
        <pc:graphicFrameChg chg="mod">
          <ac:chgData name="Fei" userId="d19317889db4c986" providerId="LiveId" clId="{E87CCF37-DE99-49C7-B77F-1E4C7A3FD6FA}" dt="2022-02-16T07:13:31.147" v="2631" actId="1076"/>
          <ac:graphicFrameMkLst>
            <pc:docMk/>
            <pc:sldMk cId="1131330976" sldId="347"/>
            <ac:graphicFrameMk id="20" creationId="{67C485F4-9F07-47F3-ACA9-D1D217C7A816}"/>
          </ac:graphicFrameMkLst>
        </pc:graphicFrameChg>
        <pc:graphicFrameChg chg="mod">
          <ac:chgData name="Fei" userId="d19317889db4c986" providerId="LiveId" clId="{E87CCF37-DE99-49C7-B77F-1E4C7A3FD6FA}" dt="2022-02-16T07:21:14.313" v="2693" actId="1076"/>
          <ac:graphicFrameMkLst>
            <pc:docMk/>
            <pc:sldMk cId="1131330976" sldId="347"/>
            <ac:graphicFrameMk id="25" creationId="{025D542E-4A31-4630-8516-3EE53DA7A4E4}"/>
          </ac:graphicFrameMkLst>
        </pc:graphicFrameChg>
        <pc:picChg chg="add mod">
          <ac:chgData name="Fei" userId="d19317889db4c986" providerId="LiveId" clId="{E87CCF37-DE99-49C7-B77F-1E4C7A3FD6FA}" dt="2022-02-16T07:03:39.437" v="2400"/>
          <ac:picMkLst>
            <pc:docMk/>
            <pc:sldMk cId="1131330976" sldId="347"/>
            <ac:picMk id="11" creationId="{7B96A70A-4537-4DC1-81BC-6A350C10F6CE}"/>
          </ac:picMkLst>
        </pc:picChg>
      </pc:sldChg>
      <pc:sldChg chg="add modTransition">
        <pc:chgData name="Fei" userId="d19317889db4c986" providerId="LiveId" clId="{E87CCF37-DE99-49C7-B77F-1E4C7A3FD6FA}" dt="2022-02-16T08:28:46.486" v="3370"/>
        <pc:sldMkLst>
          <pc:docMk/>
          <pc:sldMk cId="1161903184" sldId="348"/>
        </pc:sldMkLst>
      </pc:sldChg>
      <pc:sldChg chg="modSp add mod">
        <pc:chgData name="Fei" userId="d19317889db4c986" providerId="LiveId" clId="{E87CCF37-DE99-49C7-B77F-1E4C7A3FD6FA}" dt="2022-02-16T08:29:40.908" v="3376" actId="207"/>
        <pc:sldMkLst>
          <pc:docMk/>
          <pc:sldMk cId="3952504978" sldId="349"/>
        </pc:sldMkLst>
        <pc:spChg chg="mod">
          <ac:chgData name="Fei" userId="d19317889db4c986" providerId="LiveId" clId="{E87CCF37-DE99-49C7-B77F-1E4C7A3FD6FA}" dt="2022-02-16T08:29:35.800" v="3375" actId="207"/>
          <ac:spMkLst>
            <pc:docMk/>
            <pc:sldMk cId="3952504978" sldId="349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8:29:27.011" v="3373" actId="207"/>
          <ac:spMkLst>
            <pc:docMk/>
            <pc:sldMk cId="3952504978" sldId="349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8:29:40.908" v="3376" actId="207"/>
          <ac:spMkLst>
            <pc:docMk/>
            <pc:sldMk cId="3952504978" sldId="349"/>
            <ac:spMk id="32" creationId="{00000000-0000-0000-0000-000000000000}"/>
          </ac:spMkLst>
        </pc:spChg>
        <pc:spChg chg="mod">
          <ac:chgData name="Fei" userId="d19317889db4c986" providerId="LiveId" clId="{E87CCF37-DE99-49C7-B77F-1E4C7A3FD6FA}" dt="2022-02-16T08:29:28.683" v="3374" actId="207"/>
          <ac:spMkLst>
            <pc:docMk/>
            <pc:sldMk cId="3952504978" sldId="349"/>
            <ac:spMk id="33" creationId="{00000000-0000-0000-0000-000000000000}"/>
          </ac:spMkLst>
        </pc:spChg>
      </pc:sldChg>
      <pc:sldChg chg="modSp add mod">
        <pc:chgData name="Fei" userId="d19317889db4c986" providerId="LiveId" clId="{E87CCF37-DE99-49C7-B77F-1E4C7A3FD6FA}" dt="2022-02-16T08:30:16.918" v="3380" actId="207"/>
        <pc:sldMkLst>
          <pc:docMk/>
          <pc:sldMk cId="4118158739" sldId="350"/>
        </pc:sldMkLst>
        <pc:spChg chg="mod">
          <ac:chgData name="Fei" userId="d19317889db4c986" providerId="LiveId" clId="{E87CCF37-DE99-49C7-B77F-1E4C7A3FD6FA}" dt="2022-02-16T08:30:16.918" v="3380" actId="207"/>
          <ac:spMkLst>
            <pc:docMk/>
            <pc:sldMk cId="4118158739" sldId="350"/>
            <ac:spMk id="6" creationId="{00000000-0000-0000-0000-000000000000}"/>
          </ac:spMkLst>
        </pc:spChg>
        <pc:spChg chg="mod">
          <ac:chgData name="Fei" userId="d19317889db4c986" providerId="LiveId" clId="{E87CCF37-DE99-49C7-B77F-1E4C7A3FD6FA}" dt="2022-02-16T08:30:05.246" v="3378" actId="207"/>
          <ac:spMkLst>
            <pc:docMk/>
            <pc:sldMk cId="4118158739" sldId="350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8:30:16.918" v="3380" actId="207"/>
          <ac:spMkLst>
            <pc:docMk/>
            <pc:sldMk cId="4118158739" sldId="350"/>
            <ac:spMk id="33" creationId="{00000000-0000-0000-0000-000000000000}"/>
          </ac:spMkLst>
        </pc:spChg>
        <pc:spChg chg="mod">
          <ac:chgData name="Fei" userId="d19317889db4c986" providerId="LiveId" clId="{E87CCF37-DE99-49C7-B77F-1E4C7A3FD6FA}" dt="2022-02-16T08:30:08.801" v="3379" actId="207"/>
          <ac:spMkLst>
            <pc:docMk/>
            <pc:sldMk cId="4118158739" sldId="350"/>
            <ac:spMk id="34" creationId="{00000000-0000-0000-0000-000000000000}"/>
          </ac:spMkLst>
        </pc:spChg>
      </pc:sldChg>
      <pc:sldChg chg="modSp add">
        <pc:chgData name="Fei" userId="d19317889db4c986" providerId="LiveId" clId="{E87CCF37-DE99-49C7-B77F-1E4C7A3FD6FA}" dt="2022-02-16T08:30:34.415" v="3385" actId="207"/>
        <pc:sldMkLst>
          <pc:docMk/>
          <pc:sldMk cId="2672971775" sldId="351"/>
        </pc:sldMkLst>
        <pc:spChg chg="mod">
          <ac:chgData name="Fei" userId="d19317889db4c986" providerId="LiveId" clId="{E87CCF37-DE99-49C7-B77F-1E4C7A3FD6FA}" dt="2022-02-16T08:30:29.493" v="3384" actId="207"/>
          <ac:spMkLst>
            <pc:docMk/>
            <pc:sldMk cId="2672971775" sldId="351"/>
            <ac:spMk id="7" creationId="{00000000-0000-0000-0000-000000000000}"/>
          </ac:spMkLst>
        </pc:spChg>
        <pc:spChg chg="mod">
          <ac:chgData name="Fei" userId="d19317889db4c986" providerId="LiveId" clId="{E87CCF37-DE99-49C7-B77F-1E4C7A3FD6FA}" dt="2022-02-16T08:30:34.415" v="3385" actId="207"/>
          <ac:spMkLst>
            <pc:docMk/>
            <pc:sldMk cId="2672971775" sldId="351"/>
            <ac:spMk id="8" creationId="{00000000-0000-0000-0000-000000000000}"/>
          </ac:spMkLst>
        </pc:spChg>
        <pc:spChg chg="mod">
          <ac:chgData name="Fei" userId="d19317889db4c986" providerId="LiveId" clId="{E87CCF37-DE99-49C7-B77F-1E4C7A3FD6FA}" dt="2022-02-16T08:30:29.493" v="3384" actId="207"/>
          <ac:spMkLst>
            <pc:docMk/>
            <pc:sldMk cId="2672971775" sldId="351"/>
            <ac:spMk id="34" creationId="{00000000-0000-0000-0000-000000000000}"/>
          </ac:spMkLst>
        </pc:spChg>
        <pc:spChg chg="mod">
          <ac:chgData name="Fei" userId="d19317889db4c986" providerId="LiveId" clId="{E87CCF37-DE99-49C7-B77F-1E4C7A3FD6FA}" dt="2022-02-16T08:30:34.415" v="3385" actId="207"/>
          <ac:spMkLst>
            <pc:docMk/>
            <pc:sldMk cId="2672971775" sldId="351"/>
            <ac:spMk id="35" creationId="{00000000-0000-0000-0000-000000000000}"/>
          </ac:spMkLst>
        </pc:spChg>
      </pc:sldChg>
      <pc:sldChg chg="modSp add">
        <pc:chgData name="Fei" userId="d19317889db4c986" providerId="LiveId" clId="{E87CCF37-DE99-49C7-B77F-1E4C7A3FD6FA}" dt="2022-02-16T08:30:47.315" v="3388" actId="207"/>
        <pc:sldMkLst>
          <pc:docMk/>
          <pc:sldMk cId="1263244444" sldId="352"/>
        </pc:sldMkLst>
        <pc:spChg chg="mod">
          <ac:chgData name="Fei" userId="d19317889db4c986" providerId="LiveId" clId="{E87CCF37-DE99-49C7-B77F-1E4C7A3FD6FA}" dt="2022-02-16T08:30:43.104" v="3387" actId="207"/>
          <ac:spMkLst>
            <pc:docMk/>
            <pc:sldMk cId="1263244444" sldId="352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8:30:47.315" v="3388" actId="207"/>
          <ac:spMkLst>
            <pc:docMk/>
            <pc:sldMk cId="1263244444" sldId="352"/>
            <ac:spMk id="19" creationId="{14A0E322-51C2-3748-9018-9D449F9AB12E}"/>
          </ac:spMkLst>
        </pc:spChg>
        <pc:spChg chg="mod">
          <ac:chgData name="Fei" userId="d19317889db4c986" providerId="LiveId" clId="{E87CCF37-DE99-49C7-B77F-1E4C7A3FD6FA}" dt="2022-02-16T08:30:47.315" v="3388" actId="207"/>
          <ac:spMkLst>
            <pc:docMk/>
            <pc:sldMk cId="1263244444" sldId="352"/>
            <ac:spMk id="20" creationId="{832CE7C9-AE8E-164F-A612-630C2CAEAF66}"/>
          </ac:spMkLst>
        </pc:spChg>
        <pc:spChg chg="mod">
          <ac:chgData name="Fei" userId="d19317889db4c986" providerId="LiveId" clId="{E87CCF37-DE99-49C7-B77F-1E4C7A3FD6FA}" dt="2022-02-16T08:30:43.104" v="3387" actId="207"/>
          <ac:spMkLst>
            <pc:docMk/>
            <pc:sldMk cId="1263244444" sldId="352"/>
            <ac:spMk id="32" creationId="{00000000-0000-0000-0000-000000000000}"/>
          </ac:spMkLst>
        </pc:spChg>
      </pc:sldChg>
      <pc:sldChg chg="addSp modSp new mod">
        <pc:chgData name="Fei" userId="d19317889db4c986" providerId="LiveId" clId="{E87CCF37-DE99-49C7-B77F-1E4C7A3FD6FA}" dt="2022-02-16T09:19:43.947" v="3448"/>
        <pc:sldMkLst>
          <pc:docMk/>
          <pc:sldMk cId="1008951437" sldId="353"/>
        </pc:sldMkLst>
        <pc:picChg chg="add">
          <ac:chgData name="Fei" userId="d19317889db4c986" providerId="LiveId" clId="{E87CCF37-DE99-49C7-B77F-1E4C7A3FD6FA}" dt="2022-02-16T09:08:58.484" v="3390" actId="22"/>
          <ac:picMkLst>
            <pc:docMk/>
            <pc:sldMk cId="1008951437" sldId="353"/>
            <ac:picMk id="3" creationId="{F480153D-921D-47FE-8130-9B560FA8156F}"/>
          </ac:picMkLst>
        </pc:picChg>
        <pc:picChg chg="add mod">
          <ac:chgData name="Fei" userId="d19317889db4c986" providerId="LiveId" clId="{E87CCF37-DE99-49C7-B77F-1E4C7A3FD6FA}" dt="2022-02-16T09:19:43.947" v="3448"/>
          <ac:picMkLst>
            <pc:docMk/>
            <pc:sldMk cId="1008951437" sldId="353"/>
            <ac:picMk id="4" creationId="{9D0C5AD2-2A2C-413F-952A-C27133F763E8}"/>
          </ac:picMkLst>
        </pc:picChg>
      </pc:sldChg>
      <pc:sldChg chg="addSp modSp new mod">
        <pc:chgData name="Fei" userId="d19317889db4c986" providerId="LiveId" clId="{E87CCF37-DE99-49C7-B77F-1E4C7A3FD6FA}" dt="2022-02-16T09:19:49.048" v="3453" actId="1036"/>
        <pc:sldMkLst>
          <pc:docMk/>
          <pc:sldMk cId="2008689145" sldId="354"/>
        </pc:sldMkLst>
        <pc:picChg chg="add">
          <ac:chgData name="Fei" userId="d19317889db4c986" providerId="LiveId" clId="{E87CCF37-DE99-49C7-B77F-1E4C7A3FD6FA}" dt="2022-02-16T09:09:12.035" v="3392" actId="22"/>
          <ac:picMkLst>
            <pc:docMk/>
            <pc:sldMk cId="2008689145" sldId="354"/>
            <ac:picMk id="3" creationId="{BFF0405D-7512-45B9-B120-6F2B3551D25F}"/>
          </ac:picMkLst>
        </pc:picChg>
        <pc:picChg chg="add mod">
          <ac:chgData name="Fei" userId="d19317889db4c986" providerId="LiveId" clId="{E87CCF37-DE99-49C7-B77F-1E4C7A3FD6FA}" dt="2022-02-16T09:19:49.048" v="3453" actId="1036"/>
          <ac:picMkLst>
            <pc:docMk/>
            <pc:sldMk cId="2008689145" sldId="354"/>
            <ac:picMk id="4" creationId="{C36FBA84-3CD0-44A9-94AC-86C682C93131}"/>
          </ac:picMkLst>
        </pc:picChg>
      </pc:sldChg>
      <pc:sldChg chg="addSp modSp new mod">
        <pc:chgData name="Fei" userId="d19317889db4c986" providerId="LiveId" clId="{E87CCF37-DE99-49C7-B77F-1E4C7A3FD6FA}" dt="2022-02-16T09:19:53.436" v="3456" actId="1035"/>
        <pc:sldMkLst>
          <pc:docMk/>
          <pc:sldMk cId="3973379754" sldId="355"/>
        </pc:sldMkLst>
        <pc:picChg chg="add">
          <ac:chgData name="Fei" userId="d19317889db4c986" providerId="LiveId" clId="{E87CCF37-DE99-49C7-B77F-1E4C7A3FD6FA}" dt="2022-02-16T09:09:28.953" v="3394" actId="22"/>
          <ac:picMkLst>
            <pc:docMk/>
            <pc:sldMk cId="3973379754" sldId="355"/>
            <ac:picMk id="3" creationId="{20D0F6D8-82AD-4C3C-8487-867EAA377EAC}"/>
          </ac:picMkLst>
        </pc:picChg>
        <pc:picChg chg="add mod">
          <ac:chgData name="Fei" userId="d19317889db4c986" providerId="LiveId" clId="{E87CCF37-DE99-49C7-B77F-1E4C7A3FD6FA}" dt="2022-02-16T09:19:53.436" v="3456" actId="1035"/>
          <ac:picMkLst>
            <pc:docMk/>
            <pc:sldMk cId="3973379754" sldId="355"/>
            <ac:picMk id="4" creationId="{2AAEE21E-E66B-4FFA-AD7B-10829951FD00}"/>
          </ac:picMkLst>
        </pc:picChg>
      </pc:sldChg>
      <pc:sldChg chg="addSp modSp new mod">
        <pc:chgData name="Fei" userId="d19317889db4c986" providerId="LiveId" clId="{E87CCF37-DE99-49C7-B77F-1E4C7A3FD6FA}" dt="2022-02-16T09:19:55.389" v="3457"/>
        <pc:sldMkLst>
          <pc:docMk/>
          <pc:sldMk cId="3502800851" sldId="356"/>
        </pc:sldMkLst>
        <pc:picChg chg="add">
          <ac:chgData name="Fei" userId="d19317889db4c986" providerId="LiveId" clId="{E87CCF37-DE99-49C7-B77F-1E4C7A3FD6FA}" dt="2022-02-16T09:09:54.712" v="3396" actId="22"/>
          <ac:picMkLst>
            <pc:docMk/>
            <pc:sldMk cId="3502800851" sldId="356"/>
            <ac:picMk id="3" creationId="{F64ABA26-42A1-4ED6-A022-EE8D052BDD6F}"/>
          </ac:picMkLst>
        </pc:picChg>
        <pc:picChg chg="add mod">
          <ac:chgData name="Fei" userId="d19317889db4c986" providerId="LiveId" clId="{E87CCF37-DE99-49C7-B77F-1E4C7A3FD6FA}" dt="2022-02-16T09:19:55.389" v="3457"/>
          <ac:picMkLst>
            <pc:docMk/>
            <pc:sldMk cId="3502800851" sldId="356"/>
            <ac:picMk id="4" creationId="{166DD60D-74D5-4BDA-A336-C70C93FB8DFD}"/>
          </ac:picMkLst>
        </pc:picChg>
      </pc:sldChg>
      <pc:sldChg chg="addSp modSp new mod">
        <pc:chgData name="Fei" userId="d19317889db4c986" providerId="LiveId" clId="{E87CCF37-DE99-49C7-B77F-1E4C7A3FD6FA}" dt="2022-02-16T09:19:56.440" v="3458"/>
        <pc:sldMkLst>
          <pc:docMk/>
          <pc:sldMk cId="1348524945" sldId="357"/>
        </pc:sldMkLst>
        <pc:picChg chg="add">
          <ac:chgData name="Fei" userId="d19317889db4c986" providerId="LiveId" clId="{E87CCF37-DE99-49C7-B77F-1E4C7A3FD6FA}" dt="2022-02-16T09:10:08.777" v="3398" actId="22"/>
          <ac:picMkLst>
            <pc:docMk/>
            <pc:sldMk cId="1348524945" sldId="357"/>
            <ac:picMk id="3" creationId="{1C7F1E26-5446-4951-BF6E-F983C9A3654F}"/>
          </ac:picMkLst>
        </pc:picChg>
        <pc:picChg chg="add mod">
          <ac:chgData name="Fei" userId="d19317889db4c986" providerId="LiveId" clId="{E87CCF37-DE99-49C7-B77F-1E4C7A3FD6FA}" dt="2022-02-16T09:19:56.440" v="3458"/>
          <ac:picMkLst>
            <pc:docMk/>
            <pc:sldMk cId="1348524945" sldId="357"/>
            <ac:picMk id="4" creationId="{CD6CCCE4-43FF-4698-847B-35C36AE962D9}"/>
          </ac:picMkLst>
        </pc:picChg>
      </pc:sldChg>
      <pc:sldChg chg="addSp modSp new mod">
        <pc:chgData name="Fei" userId="d19317889db4c986" providerId="LiveId" clId="{E87CCF37-DE99-49C7-B77F-1E4C7A3FD6FA}" dt="2022-02-16T09:19:57.461" v="3459"/>
        <pc:sldMkLst>
          <pc:docMk/>
          <pc:sldMk cId="766890209" sldId="358"/>
        </pc:sldMkLst>
        <pc:picChg chg="add">
          <ac:chgData name="Fei" userId="d19317889db4c986" providerId="LiveId" clId="{E87CCF37-DE99-49C7-B77F-1E4C7A3FD6FA}" dt="2022-02-16T09:10:51.074" v="3400" actId="22"/>
          <ac:picMkLst>
            <pc:docMk/>
            <pc:sldMk cId="766890209" sldId="358"/>
            <ac:picMk id="3" creationId="{6481C5D9-D899-47E0-B67B-70D0707C5FE6}"/>
          </ac:picMkLst>
        </pc:picChg>
        <pc:picChg chg="add mod">
          <ac:chgData name="Fei" userId="d19317889db4c986" providerId="LiveId" clId="{E87CCF37-DE99-49C7-B77F-1E4C7A3FD6FA}" dt="2022-02-16T09:19:57.461" v="3459"/>
          <ac:picMkLst>
            <pc:docMk/>
            <pc:sldMk cId="766890209" sldId="358"/>
            <ac:picMk id="4" creationId="{21298A43-40AB-43B8-A9D1-EC43006779F0}"/>
          </ac:picMkLst>
        </pc:picChg>
      </pc:sldChg>
      <pc:sldChg chg="addSp modSp new mod">
        <pc:chgData name="Fei" userId="d19317889db4c986" providerId="LiveId" clId="{E87CCF37-DE99-49C7-B77F-1E4C7A3FD6FA}" dt="2022-02-16T09:19:58.360" v="3460"/>
        <pc:sldMkLst>
          <pc:docMk/>
          <pc:sldMk cId="3163972577" sldId="359"/>
        </pc:sldMkLst>
        <pc:picChg chg="add">
          <ac:chgData name="Fei" userId="d19317889db4c986" providerId="LiveId" clId="{E87CCF37-DE99-49C7-B77F-1E4C7A3FD6FA}" dt="2022-02-16T09:11:03.406" v="3402" actId="22"/>
          <ac:picMkLst>
            <pc:docMk/>
            <pc:sldMk cId="3163972577" sldId="359"/>
            <ac:picMk id="3" creationId="{32D5F24E-3606-48F9-8464-8321A2D793C4}"/>
          </ac:picMkLst>
        </pc:picChg>
        <pc:picChg chg="add mod">
          <ac:chgData name="Fei" userId="d19317889db4c986" providerId="LiveId" clId="{E87CCF37-DE99-49C7-B77F-1E4C7A3FD6FA}" dt="2022-02-16T09:19:58.360" v="3460"/>
          <ac:picMkLst>
            <pc:docMk/>
            <pc:sldMk cId="3163972577" sldId="359"/>
            <ac:picMk id="4" creationId="{BDD94173-EC07-4C5A-8CA8-B2AA0A559C4F}"/>
          </ac:picMkLst>
        </pc:picChg>
      </pc:sldChg>
      <pc:sldChg chg="addSp modSp new mod">
        <pc:chgData name="Fei" userId="d19317889db4c986" providerId="LiveId" clId="{E87CCF37-DE99-49C7-B77F-1E4C7A3FD6FA}" dt="2022-02-16T09:19:59.198" v="3461"/>
        <pc:sldMkLst>
          <pc:docMk/>
          <pc:sldMk cId="2972187867" sldId="360"/>
        </pc:sldMkLst>
        <pc:picChg chg="add">
          <ac:chgData name="Fei" userId="d19317889db4c986" providerId="LiveId" clId="{E87CCF37-DE99-49C7-B77F-1E4C7A3FD6FA}" dt="2022-02-16T09:11:12.758" v="3404" actId="22"/>
          <ac:picMkLst>
            <pc:docMk/>
            <pc:sldMk cId="2972187867" sldId="360"/>
            <ac:picMk id="3" creationId="{85017CD7-EE49-4931-80D7-AA389CA5179F}"/>
          </ac:picMkLst>
        </pc:picChg>
        <pc:picChg chg="add mod">
          <ac:chgData name="Fei" userId="d19317889db4c986" providerId="LiveId" clId="{E87CCF37-DE99-49C7-B77F-1E4C7A3FD6FA}" dt="2022-02-16T09:19:59.198" v="3461"/>
          <ac:picMkLst>
            <pc:docMk/>
            <pc:sldMk cId="2972187867" sldId="360"/>
            <ac:picMk id="4" creationId="{CA56B79B-BC27-4E06-8D09-BF82DD1D62BC}"/>
          </ac:picMkLst>
        </pc:picChg>
      </pc:sldChg>
      <pc:sldChg chg="addSp modSp new mod">
        <pc:chgData name="Fei" userId="d19317889db4c986" providerId="LiveId" clId="{E87CCF37-DE99-49C7-B77F-1E4C7A3FD6FA}" dt="2022-02-16T09:20:00.071" v="3462"/>
        <pc:sldMkLst>
          <pc:docMk/>
          <pc:sldMk cId="880097859" sldId="361"/>
        </pc:sldMkLst>
        <pc:picChg chg="add">
          <ac:chgData name="Fei" userId="d19317889db4c986" providerId="LiveId" clId="{E87CCF37-DE99-49C7-B77F-1E4C7A3FD6FA}" dt="2022-02-16T09:11:32.798" v="3406" actId="22"/>
          <ac:picMkLst>
            <pc:docMk/>
            <pc:sldMk cId="880097859" sldId="361"/>
            <ac:picMk id="3" creationId="{08F5A078-8F17-4EF3-A2A7-C50882C27E27}"/>
          </ac:picMkLst>
        </pc:picChg>
        <pc:picChg chg="add mod">
          <ac:chgData name="Fei" userId="d19317889db4c986" providerId="LiveId" clId="{E87CCF37-DE99-49C7-B77F-1E4C7A3FD6FA}" dt="2022-02-16T09:20:00.071" v="3462"/>
          <ac:picMkLst>
            <pc:docMk/>
            <pc:sldMk cId="880097859" sldId="361"/>
            <ac:picMk id="4" creationId="{9B688B19-ECC6-4D7F-ADB2-AEE34B7D2412}"/>
          </ac:picMkLst>
        </pc:picChg>
      </pc:sldChg>
      <pc:sldChg chg="addSp modSp new mod">
        <pc:chgData name="Fei" userId="d19317889db4c986" providerId="LiveId" clId="{E87CCF37-DE99-49C7-B77F-1E4C7A3FD6FA}" dt="2022-02-16T09:20:00.985" v="3463"/>
        <pc:sldMkLst>
          <pc:docMk/>
          <pc:sldMk cId="763995558" sldId="362"/>
        </pc:sldMkLst>
        <pc:picChg chg="add">
          <ac:chgData name="Fei" userId="d19317889db4c986" providerId="LiveId" clId="{E87CCF37-DE99-49C7-B77F-1E4C7A3FD6FA}" dt="2022-02-16T09:11:43.965" v="3408" actId="22"/>
          <ac:picMkLst>
            <pc:docMk/>
            <pc:sldMk cId="763995558" sldId="362"/>
            <ac:picMk id="3" creationId="{22266487-5FC7-49C0-B99A-2BEFF6C02EE9}"/>
          </ac:picMkLst>
        </pc:picChg>
        <pc:picChg chg="add mod">
          <ac:chgData name="Fei" userId="d19317889db4c986" providerId="LiveId" clId="{E87CCF37-DE99-49C7-B77F-1E4C7A3FD6FA}" dt="2022-02-16T09:20:00.985" v="3463"/>
          <ac:picMkLst>
            <pc:docMk/>
            <pc:sldMk cId="763995558" sldId="362"/>
            <ac:picMk id="4" creationId="{996E1928-D21D-4E74-99D0-062D095AF3AA}"/>
          </ac:picMkLst>
        </pc:picChg>
      </pc:sldChg>
      <pc:sldChg chg="addSp modSp new mod">
        <pc:chgData name="Fei" userId="d19317889db4c986" providerId="LiveId" clId="{E87CCF37-DE99-49C7-B77F-1E4C7A3FD6FA}" dt="2022-02-16T09:20:01.933" v="3464"/>
        <pc:sldMkLst>
          <pc:docMk/>
          <pc:sldMk cId="3112065365" sldId="363"/>
        </pc:sldMkLst>
        <pc:picChg chg="add">
          <ac:chgData name="Fei" userId="d19317889db4c986" providerId="LiveId" clId="{E87CCF37-DE99-49C7-B77F-1E4C7A3FD6FA}" dt="2022-02-16T09:11:52.216" v="3410" actId="22"/>
          <ac:picMkLst>
            <pc:docMk/>
            <pc:sldMk cId="3112065365" sldId="363"/>
            <ac:picMk id="3" creationId="{61688D62-392A-402D-900C-A3E1AEE97B37}"/>
          </ac:picMkLst>
        </pc:picChg>
        <pc:picChg chg="add mod">
          <ac:chgData name="Fei" userId="d19317889db4c986" providerId="LiveId" clId="{E87CCF37-DE99-49C7-B77F-1E4C7A3FD6FA}" dt="2022-02-16T09:20:01.933" v="3464"/>
          <ac:picMkLst>
            <pc:docMk/>
            <pc:sldMk cId="3112065365" sldId="363"/>
            <ac:picMk id="4" creationId="{9E9A06FB-2499-4CC3-876A-AFB98B4994C4}"/>
          </ac:picMkLst>
        </pc:picChg>
      </pc:sldChg>
      <pc:sldChg chg="addSp modSp new mod">
        <pc:chgData name="Fei" userId="d19317889db4c986" providerId="LiveId" clId="{E87CCF37-DE99-49C7-B77F-1E4C7A3FD6FA}" dt="2022-02-16T09:20:36.720" v="3496" actId="1036"/>
        <pc:sldMkLst>
          <pc:docMk/>
          <pc:sldMk cId="1718474870" sldId="364"/>
        </pc:sldMkLst>
        <pc:picChg chg="add mod">
          <ac:chgData name="Fei" userId="d19317889db4c986" providerId="LiveId" clId="{E87CCF37-DE99-49C7-B77F-1E4C7A3FD6FA}" dt="2022-02-16T09:20:36.720" v="3496" actId="1036"/>
          <ac:picMkLst>
            <pc:docMk/>
            <pc:sldMk cId="1718474870" sldId="364"/>
            <ac:picMk id="3" creationId="{ACBB117E-483D-44D8-B395-B229F0BB0834}"/>
          </ac:picMkLst>
        </pc:picChg>
        <pc:picChg chg="add mod">
          <ac:chgData name="Fei" userId="d19317889db4c986" providerId="LiveId" clId="{E87CCF37-DE99-49C7-B77F-1E4C7A3FD6FA}" dt="2022-02-16T09:20:03.152" v="3465"/>
          <ac:picMkLst>
            <pc:docMk/>
            <pc:sldMk cId="1718474870" sldId="364"/>
            <ac:picMk id="4" creationId="{59171175-9B38-4460-A2B1-336564B49EA8}"/>
          </ac:picMkLst>
        </pc:picChg>
      </pc:sldChg>
      <pc:sldChg chg="new del">
        <pc:chgData name="Fei" userId="d19317889db4c986" providerId="LiveId" clId="{E87CCF37-DE99-49C7-B77F-1E4C7A3FD6FA}" dt="2022-02-16T09:12:22.570" v="3414" actId="47"/>
        <pc:sldMkLst>
          <pc:docMk/>
          <pc:sldMk cId="1841294917" sldId="365"/>
        </pc:sldMkLst>
      </pc:sldChg>
      <pc:sldChg chg="addSp modSp new mod">
        <pc:chgData name="Fei" userId="d19317889db4c986" providerId="LiveId" clId="{E87CCF37-DE99-49C7-B77F-1E4C7A3FD6FA}" dt="2022-02-16T09:20:06.044" v="3466"/>
        <pc:sldMkLst>
          <pc:docMk/>
          <pc:sldMk cId="3820094131" sldId="365"/>
        </pc:sldMkLst>
        <pc:picChg chg="add">
          <ac:chgData name="Fei" userId="d19317889db4c986" providerId="LiveId" clId="{E87CCF37-DE99-49C7-B77F-1E4C7A3FD6FA}" dt="2022-02-16T09:12:34.955" v="3416" actId="22"/>
          <ac:picMkLst>
            <pc:docMk/>
            <pc:sldMk cId="3820094131" sldId="365"/>
            <ac:picMk id="3" creationId="{C8410914-AB34-4924-A719-81EA3B579323}"/>
          </ac:picMkLst>
        </pc:picChg>
        <pc:picChg chg="add mod">
          <ac:chgData name="Fei" userId="d19317889db4c986" providerId="LiveId" clId="{E87CCF37-DE99-49C7-B77F-1E4C7A3FD6FA}" dt="2022-02-16T09:20:06.044" v="3466"/>
          <ac:picMkLst>
            <pc:docMk/>
            <pc:sldMk cId="3820094131" sldId="365"/>
            <ac:picMk id="4" creationId="{674B3C1C-D553-4838-9D18-12D4777D99AF}"/>
          </ac:picMkLst>
        </pc:picChg>
      </pc:sldChg>
      <pc:sldChg chg="addSp modSp new mod">
        <pc:chgData name="Fei" userId="d19317889db4c986" providerId="LiveId" clId="{E87CCF37-DE99-49C7-B77F-1E4C7A3FD6FA}" dt="2022-02-16T09:20:07.738" v="3467"/>
        <pc:sldMkLst>
          <pc:docMk/>
          <pc:sldMk cId="3029396091" sldId="366"/>
        </pc:sldMkLst>
        <pc:picChg chg="add">
          <ac:chgData name="Fei" userId="d19317889db4c986" providerId="LiveId" clId="{E87CCF37-DE99-49C7-B77F-1E4C7A3FD6FA}" dt="2022-02-16T09:12:55.302" v="3418" actId="22"/>
          <ac:picMkLst>
            <pc:docMk/>
            <pc:sldMk cId="3029396091" sldId="366"/>
            <ac:picMk id="3" creationId="{DD4FB24C-5509-496F-ADA3-1C67C763D7C2}"/>
          </ac:picMkLst>
        </pc:picChg>
        <pc:picChg chg="add mod">
          <ac:chgData name="Fei" userId="d19317889db4c986" providerId="LiveId" clId="{E87CCF37-DE99-49C7-B77F-1E4C7A3FD6FA}" dt="2022-02-16T09:20:07.738" v="3467"/>
          <ac:picMkLst>
            <pc:docMk/>
            <pc:sldMk cId="3029396091" sldId="366"/>
            <ac:picMk id="4" creationId="{9439D188-6D9F-425A-84BA-48862E3BA42C}"/>
          </ac:picMkLst>
        </pc:picChg>
      </pc:sldChg>
      <pc:sldChg chg="addSp modSp new mod">
        <pc:chgData name="Fei" userId="d19317889db4c986" providerId="LiveId" clId="{E87CCF37-DE99-49C7-B77F-1E4C7A3FD6FA}" dt="2022-02-16T09:20:09.192" v="3468"/>
        <pc:sldMkLst>
          <pc:docMk/>
          <pc:sldMk cId="3785641543" sldId="367"/>
        </pc:sldMkLst>
        <pc:picChg chg="add">
          <ac:chgData name="Fei" userId="d19317889db4c986" providerId="LiveId" clId="{E87CCF37-DE99-49C7-B77F-1E4C7A3FD6FA}" dt="2022-02-16T09:13:03.315" v="3420" actId="22"/>
          <ac:picMkLst>
            <pc:docMk/>
            <pc:sldMk cId="3785641543" sldId="367"/>
            <ac:picMk id="3" creationId="{2E4983A2-8C8B-427F-8311-88F52C1B9C6C}"/>
          </ac:picMkLst>
        </pc:picChg>
        <pc:picChg chg="add mod">
          <ac:chgData name="Fei" userId="d19317889db4c986" providerId="LiveId" clId="{E87CCF37-DE99-49C7-B77F-1E4C7A3FD6FA}" dt="2022-02-16T09:20:09.192" v="3468"/>
          <ac:picMkLst>
            <pc:docMk/>
            <pc:sldMk cId="3785641543" sldId="367"/>
            <ac:picMk id="4" creationId="{852FA118-2A5C-4BB9-9A1A-0F5BD925B694}"/>
          </ac:picMkLst>
        </pc:picChg>
      </pc:sldChg>
      <pc:sldChg chg="addSp modSp new mod">
        <pc:chgData name="Fei" userId="d19317889db4c986" providerId="LiveId" clId="{E87CCF37-DE99-49C7-B77F-1E4C7A3FD6FA}" dt="2022-02-16T09:20:10.322" v="3469"/>
        <pc:sldMkLst>
          <pc:docMk/>
          <pc:sldMk cId="182320755" sldId="368"/>
        </pc:sldMkLst>
        <pc:picChg chg="add">
          <ac:chgData name="Fei" userId="d19317889db4c986" providerId="LiveId" clId="{E87CCF37-DE99-49C7-B77F-1E4C7A3FD6FA}" dt="2022-02-16T09:13:22.003" v="3422" actId="22"/>
          <ac:picMkLst>
            <pc:docMk/>
            <pc:sldMk cId="182320755" sldId="368"/>
            <ac:picMk id="3" creationId="{026319AD-52AD-46CC-94D6-F4A815B66F56}"/>
          </ac:picMkLst>
        </pc:picChg>
        <pc:picChg chg="add mod">
          <ac:chgData name="Fei" userId="d19317889db4c986" providerId="LiveId" clId="{E87CCF37-DE99-49C7-B77F-1E4C7A3FD6FA}" dt="2022-02-16T09:20:10.322" v="3469"/>
          <ac:picMkLst>
            <pc:docMk/>
            <pc:sldMk cId="182320755" sldId="368"/>
            <ac:picMk id="4" creationId="{FCC08F2C-DC8E-49CE-AC34-9E33ECB75123}"/>
          </ac:picMkLst>
        </pc:picChg>
      </pc:sldChg>
      <pc:sldChg chg="addSp modSp new mod">
        <pc:chgData name="Fei" userId="d19317889db4c986" providerId="LiveId" clId="{E87CCF37-DE99-49C7-B77F-1E4C7A3FD6FA}" dt="2022-02-16T09:20:11.554" v="3470"/>
        <pc:sldMkLst>
          <pc:docMk/>
          <pc:sldMk cId="13352261" sldId="369"/>
        </pc:sldMkLst>
        <pc:picChg chg="add">
          <ac:chgData name="Fei" userId="d19317889db4c986" providerId="LiveId" clId="{E87CCF37-DE99-49C7-B77F-1E4C7A3FD6FA}" dt="2022-02-16T09:13:35.575" v="3424" actId="22"/>
          <ac:picMkLst>
            <pc:docMk/>
            <pc:sldMk cId="13352261" sldId="369"/>
            <ac:picMk id="3" creationId="{AC906A7A-1AF2-46D7-A7DE-AF1A5107E024}"/>
          </ac:picMkLst>
        </pc:picChg>
        <pc:picChg chg="add mod">
          <ac:chgData name="Fei" userId="d19317889db4c986" providerId="LiveId" clId="{E87CCF37-DE99-49C7-B77F-1E4C7A3FD6FA}" dt="2022-02-16T09:20:11.554" v="3470"/>
          <ac:picMkLst>
            <pc:docMk/>
            <pc:sldMk cId="13352261" sldId="369"/>
            <ac:picMk id="4" creationId="{5FE5ACF9-3EA0-4BE1-B632-3488E5DB8A14}"/>
          </ac:picMkLst>
        </pc:picChg>
      </pc:sldChg>
      <pc:sldChg chg="addSp modSp new mod">
        <pc:chgData name="Fei" userId="d19317889db4c986" providerId="LiveId" clId="{E87CCF37-DE99-49C7-B77F-1E4C7A3FD6FA}" dt="2022-02-16T09:20:12.424" v="3471"/>
        <pc:sldMkLst>
          <pc:docMk/>
          <pc:sldMk cId="2579815030" sldId="370"/>
        </pc:sldMkLst>
        <pc:picChg chg="add">
          <ac:chgData name="Fei" userId="d19317889db4c986" providerId="LiveId" clId="{E87CCF37-DE99-49C7-B77F-1E4C7A3FD6FA}" dt="2022-02-16T09:13:49.057" v="3426" actId="22"/>
          <ac:picMkLst>
            <pc:docMk/>
            <pc:sldMk cId="2579815030" sldId="370"/>
            <ac:picMk id="3" creationId="{16A828B7-0D60-4BF4-AC3D-048BA45B806E}"/>
          </ac:picMkLst>
        </pc:picChg>
        <pc:picChg chg="add mod">
          <ac:chgData name="Fei" userId="d19317889db4c986" providerId="LiveId" clId="{E87CCF37-DE99-49C7-B77F-1E4C7A3FD6FA}" dt="2022-02-16T09:20:12.424" v="3471"/>
          <ac:picMkLst>
            <pc:docMk/>
            <pc:sldMk cId="2579815030" sldId="370"/>
            <ac:picMk id="4" creationId="{2146BD1B-7829-40E1-A3E3-8BE912735C0E}"/>
          </ac:picMkLst>
        </pc:picChg>
      </pc:sldChg>
      <pc:sldChg chg="addSp modSp new mod">
        <pc:chgData name="Fei" userId="d19317889db4c986" providerId="LiveId" clId="{E87CCF37-DE99-49C7-B77F-1E4C7A3FD6FA}" dt="2022-02-16T09:20:48.354" v="3514" actId="1036"/>
        <pc:sldMkLst>
          <pc:docMk/>
          <pc:sldMk cId="3010103594" sldId="371"/>
        </pc:sldMkLst>
        <pc:picChg chg="add mod">
          <ac:chgData name="Fei" userId="d19317889db4c986" providerId="LiveId" clId="{E87CCF37-DE99-49C7-B77F-1E4C7A3FD6FA}" dt="2022-02-16T09:20:48.354" v="3514" actId="1036"/>
          <ac:picMkLst>
            <pc:docMk/>
            <pc:sldMk cId="3010103594" sldId="371"/>
            <ac:picMk id="3" creationId="{CCE1AD29-6971-4B37-A452-9B6AB465F5B4}"/>
          </ac:picMkLst>
        </pc:picChg>
        <pc:picChg chg="add mod">
          <ac:chgData name="Fei" userId="d19317889db4c986" providerId="LiveId" clId="{E87CCF37-DE99-49C7-B77F-1E4C7A3FD6FA}" dt="2022-02-16T09:20:13.746" v="3472"/>
          <ac:picMkLst>
            <pc:docMk/>
            <pc:sldMk cId="3010103594" sldId="371"/>
            <ac:picMk id="4" creationId="{691A4B0F-BFB5-4403-94B8-70C57FFEDBEE}"/>
          </ac:picMkLst>
        </pc:picChg>
      </pc:sldChg>
      <pc:sldChg chg="addSp modSp new mod">
        <pc:chgData name="Fei" userId="d19317889db4c986" providerId="LiveId" clId="{E87CCF37-DE99-49C7-B77F-1E4C7A3FD6FA}" dt="2022-02-16T09:20:15.163" v="3473"/>
        <pc:sldMkLst>
          <pc:docMk/>
          <pc:sldMk cId="1138114101" sldId="372"/>
        </pc:sldMkLst>
        <pc:picChg chg="add mod modCrop">
          <ac:chgData name="Fei" userId="d19317889db4c986" providerId="LiveId" clId="{E87CCF37-DE99-49C7-B77F-1E4C7A3FD6FA}" dt="2022-02-16T09:14:25.391" v="3431" actId="732"/>
          <ac:picMkLst>
            <pc:docMk/>
            <pc:sldMk cId="1138114101" sldId="372"/>
            <ac:picMk id="3" creationId="{3FAFB9A9-A38B-40DD-8CFE-E9C1126703C4}"/>
          </ac:picMkLst>
        </pc:picChg>
        <pc:picChg chg="add mod">
          <ac:chgData name="Fei" userId="d19317889db4c986" providerId="LiveId" clId="{E87CCF37-DE99-49C7-B77F-1E4C7A3FD6FA}" dt="2022-02-16T09:20:15.163" v="3473"/>
          <ac:picMkLst>
            <pc:docMk/>
            <pc:sldMk cId="1138114101" sldId="372"/>
            <ac:picMk id="4" creationId="{3A5B047D-38A0-42E2-8459-7D351CCAB8D4}"/>
          </ac:picMkLst>
        </pc:picChg>
      </pc:sldChg>
      <pc:sldChg chg="addSp modSp new mod">
        <pc:chgData name="Fei" userId="d19317889db4c986" providerId="LiveId" clId="{E87CCF37-DE99-49C7-B77F-1E4C7A3FD6FA}" dt="2022-02-16T09:20:16.587" v="3474"/>
        <pc:sldMkLst>
          <pc:docMk/>
          <pc:sldMk cId="3418740384" sldId="373"/>
        </pc:sldMkLst>
        <pc:picChg chg="add">
          <ac:chgData name="Fei" userId="d19317889db4c986" providerId="LiveId" clId="{E87CCF37-DE99-49C7-B77F-1E4C7A3FD6FA}" dt="2022-02-16T09:14:49.703" v="3433" actId="22"/>
          <ac:picMkLst>
            <pc:docMk/>
            <pc:sldMk cId="3418740384" sldId="373"/>
            <ac:picMk id="3" creationId="{5E0A42B5-5E4C-4C59-8D04-E3A7E47B7CD1}"/>
          </ac:picMkLst>
        </pc:picChg>
        <pc:picChg chg="add mod">
          <ac:chgData name="Fei" userId="d19317889db4c986" providerId="LiveId" clId="{E87CCF37-DE99-49C7-B77F-1E4C7A3FD6FA}" dt="2022-02-16T09:20:16.587" v="3474"/>
          <ac:picMkLst>
            <pc:docMk/>
            <pc:sldMk cId="3418740384" sldId="373"/>
            <ac:picMk id="4" creationId="{E39A9E70-A41A-4297-9DF1-746878F568F1}"/>
          </ac:picMkLst>
        </pc:picChg>
      </pc:sldChg>
      <pc:sldChg chg="addSp modSp new mod">
        <pc:chgData name="Fei" userId="d19317889db4c986" providerId="LiveId" clId="{E87CCF37-DE99-49C7-B77F-1E4C7A3FD6FA}" dt="2022-02-16T09:20:18.393" v="3475"/>
        <pc:sldMkLst>
          <pc:docMk/>
          <pc:sldMk cId="3007288480" sldId="374"/>
        </pc:sldMkLst>
        <pc:picChg chg="add">
          <ac:chgData name="Fei" userId="d19317889db4c986" providerId="LiveId" clId="{E87CCF37-DE99-49C7-B77F-1E4C7A3FD6FA}" dt="2022-02-16T09:14:58.784" v="3435" actId="22"/>
          <ac:picMkLst>
            <pc:docMk/>
            <pc:sldMk cId="3007288480" sldId="374"/>
            <ac:picMk id="3" creationId="{30EAD257-F9ED-45B6-8BAE-4E942770D941}"/>
          </ac:picMkLst>
        </pc:picChg>
        <pc:picChg chg="add mod">
          <ac:chgData name="Fei" userId="d19317889db4c986" providerId="LiveId" clId="{E87CCF37-DE99-49C7-B77F-1E4C7A3FD6FA}" dt="2022-02-16T09:20:18.393" v="3475"/>
          <ac:picMkLst>
            <pc:docMk/>
            <pc:sldMk cId="3007288480" sldId="374"/>
            <ac:picMk id="4" creationId="{F3A64DE8-08AB-4001-A1A3-3E94C20F9D99}"/>
          </ac:picMkLst>
        </pc:picChg>
      </pc:sldChg>
      <pc:sldChg chg="new del">
        <pc:chgData name="Fei" userId="d19317889db4c986" providerId="LiveId" clId="{E87CCF37-DE99-49C7-B77F-1E4C7A3FD6FA}" dt="2022-02-16T09:15:03.345" v="3437" actId="47"/>
        <pc:sldMkLst>
          <pc:docMk/>
          <pc:sldMk cId="274288510" sldId="375"/>
        </pc:sldMkLst>
      </pc:sldChg>
      <pc:sldChg chg="addSp modSp new mod">
        <pc:chgData name="Fei" userId="d19317889db4c986" providerId="LiveId" clId="{E87CCF37-DE99-49C7-B77F-1E4C7A3FD6FA}" dt="2022-02-16T09:20:20.822" v="3476"/>
        <pc:sldMkLst>
          <pc:docMk/>
          <pc:sldMk cId="3139266100" sldId="375"/>
        </pc:sldMkLst>
        <pc:picChg chg="add">
          <ac:chgData name="Fei" userId="d19317889db4c986" providerId="LiveId" clId="{E87CCF37-DE99-49C7-B77F-1E4C7A3FD6FA}" dt="2022-02-16T09:15:13.494" v="3439" actId="22"/>
          <ac:picMkLst>
            <pc:docMk/>
            <pc:sldMk cId="3139266100" sldId="375"/>
            <ac:picMk id="3" creationId="{A3BC6200-28C9-474F-AE95-2438BD15D99E}"/>
          </ac:picMkLst>
        </pc:picChg>
        <pc:picChg chg="add mod">
          <ac:chgData name="Fei" userId="d19317889db4c986" providerId="LiveId" clId="{E87CCF37-DE99-49C7-B77F-1E4C7A3FD6FA}" dt="2022-02-16T09:20:20.822" v="3476"/>
          <ac:picMkLst>
            <pc:docMk/>
            <pc:sldMk cId="3139266100" sldId="375"/>
            <ac:picMk id="4" creationId="{D4DA2A7A-292D-46DC-970B-5E4F884C4CF3}"/>
          </ac:picMkLst>
        </pc:picChg>
      </pc:sldChg>
      <pc:sldChg chg="addSp modSp new mod">
        <pc:chgData name="Fei" userId="d19317889db4c986" providerId="LiveId" clId="{E87CCF37-DE99-49C7-B77F-1E4C7A3FD6FA}" dt="2022-02-16T09:20:55.716" v="3538" actId="1036"/>
        <pc:sldMkLst>
          <pc:docMk/>
          <pc:sldMk cId="1453297633" sldId="376"/>
        </pc:sldMkLst>
        <pc:picChg chg="add mod">
          <ac:chgData name="Fei" userId="d19317889db4c986" providerId="LiveId" clId="{E87CCF37-DE99-49C7-B77F-1E4C7A3FD6FA}" dt="2022-02-16T09:20:55.716" v="3538" actId="1036"/>
          <ac:picMkLst>
            <pc:docMk/>
            <pc:sldMk cId="1453297633" sldId="376"/>
            <ac:picMk id="3" creationId="{EA870DBD-2F57-430C-8E29-56C8BE2A5834}"/>
          </ac:picMkLst>
        </pc:picChg>
        <pc:picChg chg="add mod">
          <ac:chgData name="Fei" userId="d19317889db4c986" providerId="LiveId" clId="{E87CCF37-DE99-49C7-B77F-1E4C7A3FD6FA}" dt="2022-02-16T09:20:21.724" v="3477"/>
          <ac:picMkLst>
            <pc:docMk/>
            <pc:sldMk cId="1453297633" sldId="376"/>
            <ac:picMk id="4" creationId="{6B705901-A4BC-44B1-B2C6-E5B576C5F566}"/>
          </ac:picMkLst>
        </pc:picChg>
      </pc:sldChg>
      <pc:sldChg chg="addSp modSp new mod">
        <pc:chgData name="Fei" userId="d19317889db4c986" providerId="LiveId" clId="{E87CCF37-DE99-49C7-B77F-1E4C7A3FD6FA}" dt="2022-02-16T09:21:16.338" v="3569" actId="732"/>
        <pc:sldMkLst>
          <pc:docMk/>
          <pc:sldMk cId="50119660" sldId="377"/>
        </pc:sldMkLst>
        <pc:picChg chg="add mod modCrop">
          <ac:chgData name="Fei" userId="d19317889db4c986" providerId="LiveId" clId="{E87CCF37-DE99-49C7-B77F-1E4C7A3FD6FA}" dt="2022-02-16T09:21:16.338" v="3569" actId="732"/>
          <ac:picMkLst>
            <pc:docMk/>
            <pc:sldMk cId="50119660" sldId="377"/>
            <ac:picMk id="3" creationId="{CFFDF75F-DE18-4348-BDE7-804262A5D9CC}"/>
          </ac:picMkLst>
        </pc:picChg>
        <pc:picChg chg="add mod">
          <ac:chgData name="Fei" userId="d19317889db4c986" providerId="LiveId" clId="{E87CCF37-DE99-49C7-B77F-1E4C7A3FD6FA}" dt="2022-02-16T09:20:22.765" v="3478"/>
          <ac:picMkLst>
            <pc:docMk/>
            <pc:sldMk cId="50119660" sldId="377"/>
            <ac:picMk id="4" creationId="{2BBBD844-E3CB-4AC6-AF79-0A590C679B29}"/>
          </ac:picMkLst>
        </pc:picChg>
      </pc:sldChg>
      <pc:sldChg chg="addSp modSp new mod">
        <pc:chgData name="Fei" userId="d19317889db4c986" providerId="LiveId" clId="{E87CCF37-DE99-49C7-B77F-1E4C7A3FD6FA}" dt="2022-02-16T09:20:59.640" v="3549" actId="1036"/>
        <pc:sldMkLst>
          <pc:docMk/>
          <pc:sldMk cId="1738306927" sldId="378"/>
        </pc:sldMkLst>
        <pc:picChg chg="add mod">
          <ac:chgData name="Fei" userId="d19317889db4c986" providerId="LiveId" clId="{E87CCF37-DE99-49C7-B77F-1E4C7A3FD6FA}" dt="2022-02-16T09:20:59.640" v="3549" actId="1036"/>
          <ac:picMkLst>
            <pc:docMk/>
            <pc:sldMk cId="1738306927" sldId="378"/>
            <ac:picMk id="3" creationId="{94198EA1-51DD-42E9-A2D3-5C52F8B4323C}"/>
          </ac:picMkLst>
        </pc:picChg>
        <pc:picChg chg="add mod">
          <ac:chgData name="Fei" userId="d19317889db4c986" providerId="LiveId" clId="{E87CCF37-DE99-49C7-B77F-1E4C7A3FD6FA}" dt="2022-02-16T09:20:24.437" v="3479"/>
          <ac:picMkLst>
            <pc:docMk/>
            <pc:sldMk cId="1738306927" sldId="378"/>
            <ac:picMk id="4" creationId="{7A202ED5-34E9-41FA-8E47-6A3458947377}"/>
          </ac:picMkLst>
        </pc:picChg>
      </pc:sldChg>
      <pc:sldChg chg="addSp modSp new mod">
        <pc:chgData name="Fei" userId="d19317889db4c986" providerId="LiveId" clId="{E87CCF37-DE99-49C7-B77F-1E4C7A3FD6FA}" dt="2022-02-16T09:21:02.381" v="3567" actId="1036"/>
        <pc:sldMkLst>
          <pc:docMk/>
          <pc:sldMk cId="525206687" sldId="379"/>
        </pc:sldMkLst>
        <pc:picChg chg="add mod">
          <ac:chgData name="Fei" userId="d19317889db4c986" providerId="LiveId" clId="{E87CCF37-DE99-49C7-B77F-1E4C7A3FD6FA}" dt="2022-02-16T09:21:02.381" v="3567" actId="1036"/>
          <ac:picMkLst>
            <pc:docMk/>
            <pc:sldMk cId="525206687" sldId="379"/>
            <ac:picMk id="3" creationId="{BA7031AD-5933-4132-9346-4483C029C04F}"/>
          </ac:picMkLst>
        </pc:picChg>
        <pc:picChg chg="add mod">
          <ac:chgData name="Fei" userId="d19317889db4c986" providerId="LiveId" clId="{E87CCF37-DE99-49C7-B77F-1E4C7A3FD6FA}" dt="2022-02-16T09:20:25.537" v="3480"/>
          <ac:picMkLst>
            <pc:docMk/>
            <pc:sldMk cId="525206687" sldId="379"/>
            <ac:picMk id="4" creationId="{95B58061-735E-4C0E-93A9-BBC07F15718F}"/>
          </ac:picMkLst>
        </pc:picChg>
      </pc:sldChg>
      <pc:sldChg chg="addSp modSp new mod">
        <pc:chgData name="Fei" userId="d19317889db4c986" providerId="LiveId" clId="{E87CCF37-DE99-49C7-B77F-1E4C7A3FD6FA}" dt="2022-02-16T09:24:21.242" v="3609" actId="1076"/>
        <pc:sldMkLst>
          <pc:docMk/>
          <pc:sldMk cId="2252357123" sldId="380"/>
        </pc:sldMkLst>
        <pc:picChg chg="add mod">
          <ac:chgData name="Fei" userId="d19317889db4c986" providerId="LiveId" clId="{E87CCF37-DE99-49C7-B77F-1E4C7A3FD6FA}" dt="2022-02-16T09:24:21.242" v="3609" actId="1076"/>
          <ac:picMkLst>
            <pc:docMk/>
            <pc:sldMk cId="2252357123" sldId="380"/>
            <ac:picMk id="3" creationId="{C81E3126-A53D-4D19-9201-EE333BD01150}"/>
          </ac:picMkLst>
        </pc:picChg>
        <pc:picChg chg="add mod">
          <ac:chgData name="Fei" userId="d19317889db4c986" providerId="LiveId" clId="{E87CCF37-DE99-49C7-B77F-1E4C7A3FD6FA}" dt="2022-02-16T09:23:57.975" v="3580"/>
          <ac:picMkLst>
            <pc:docMk/>
            <pc:sldMk cId="2252357123" sldId="380"/>
            <ac:picMk id="4" creationId="{3148A13C-F231-4AB5-87F5-B9DECE9971AA}"/>
          </ac:picMkLst>
        </pc:picChg>
      </pc:sldChg>
      <pc:sldChg chg="addSp modSp new mod">
        <pc:chgData name="Fei" userId="d19317889db4c986" providerId="LiveId" clId="{E87CCF37-DE99-49C7-B77F-1E4C7A3FD6FA}" dt="2022-02-16T09:23:58.953" v="3581"/>
        <pc:sldMkLst>
          <pc:docMk/>
          <pc:sldMk cId="3348470719" sldId="381"/>
        </pc:sldMkLst>
        <pc:picChg chg="add">
          <ac:chgData name="Fei" userId="d19317889db4c986" providerId="LiveId" clId="{E87CCF37-DE99-49C7-B77F-1E4C7A3FD6FA}" dt="2022-02-16T09:23:18.311" v="3573" actId="22"/>
          <ac:picMkLst>
            <pc:docMk/>
            <pc:sldMk cId="3348470719" sldId="381"/>
            <ac:picMk id="3" creationId="{F90A9E56-4DB8-4F11-BF7D-599359C4C2EB}"/>
          </ac:picMkLst>
        </pc:picChg>
        <pc:picChg chg="add mod">
          <ac:chgData name="Fei" userId="d19317889db4c986" providerId="LiveId" clId="{E87CCF37-DE99-49C7-B77F-1E4C7A3FD6FA}" dt="2022-02-16T09:23:58.953" v="3581"/>
          <ac:picMkLst>
            <pc:docMk/>
            <pc:sldMk cId="3348470719" sldId="381"/>
            <ac:picMk id="4" creationId="{63F6C644-07C2-423A-9481-2617B5E2A45C}"/>
          </ac:picMkLst>
        </pc:picChg>
      </pc:sldChg>
      <pc:sldChg chg="addSp modSp new mod">
        <pc:chgData name="Fei" userId="d19317889db4c986" providerId="LiveId" clId="{E87CCF37-DE99-49C7-B77F-1E4C7A3FD6FA}" dt="2022-02-16T09:24:16.526" v="3608" actId="1076"/>
        <pc:sldMkLst>
          <pc:docMk/>
          <pc:sldMk cId="3713029676" sldId="382"/>
        </pc:sldMkLst>
        <pc:picChg chg="add mod">
          <ac:chgData name="Fei" userId="d19317889db4c986" providerId="LiveId" clId="{E87CCF37-DE99-49C7-B77F-1E4C7A3FD6FA}" dt="2022-02-16T09:24:16.526" v="3608" actId="1076"/>
          <ac:picMkLst>
            <pc:docMk/>
            <pc:sldMk cId="3713029676" sldId="382"/>
            <ac:picMk id="3" creationId="{13804B12-1902-4F38-BD0C-3AA028C1A335}"/>
          </ac:picMkLst>
        </pc:picChg>
        <pc:picChg chg="add mod">
          <ac:chgData name="Fei" userId="d19317889db4c986" providerId="LiveId" clId="{E87CCF37-DE99-49C7-B77F-1E4C7A3FD6FA}" dt="2022-02-16T09:24:00.236" v="3582"/>
          <ac:picMkLst>
            <pc:docMk/>
            <pc:sldMk cId="3713029676" sldId="382"/>
            <ac:picMk id="4" creationId="{6657FF30-F4D4-4AEF-BA0D-A81841D69098}"/>
          </ac:picMkLst>
        </pc:picChg>
      </pc:sldChg>
      <pc:sldChg chg="addSp modSp new mod">
        <pc:chgData name="Fei" userId="d19317889db4c986" providerId="LiveId" clId="{E87CCF37-DE99-49C7-B77F-1E4C7A3FD6FA}" dt="2022-02-16T09:24:13.540" v="3607" actId="1076"/>
        <pc:sldMkLst>
          <pc:docMk/>
          <pc:sldMk cId="2745007930" sldId="383"/>
        </pc:sldMkLst>
        <pc:picChg chg="add mod">
          <ac:chgData name="Fei" userId="d19317889db4c986" providerId="LiveId" clId="{E87CCF37-DE99-49C7-B77F-1E4C7A3FD6FA}" dt="2022-02-16T09:24:13.540" v="3607" actId="1076"/>
          <ac:picMkLst>
            <pc:docMk/>
            <pc:sldMk cId="2745007930" sldId="383"/>
            <ac:picMk id="3" creationId="{0DE83779-255D-4670-8A22-B301AC43D8BC}"/>
          </ac:picMkLst>
        </pc:picChg>
        <pc:picChg chg="add mod">
          <ac:chgData name="Fei" userId="d19317889db4c986" providerId="LiveId" clId="{E87CCF37-DE99-49C7-B77F-1E4C7A3FD6FA}" dt="2022-02-16T09:24:01.537" v="3583"/>
          <ac:picMkLst>
            <pc:docMk/>
            <pc:sldMk cId="2745007930" sldId="383"/>
            <ac:picMk id="4" creationId="{D4F12FC4-CED0-4F9D-A10A-5EFB9D9912EC}"/>
          </ac:picMkLst>
        </pc:picChg>
      </pc:sldChg>
      <pc:sldChg chg="new del">
        <pc:chgData name="Fei" userId="d19317889db4c986" providerId="LiveId" clId="{E87CCF37-DE99-49C7-B77F-1E4C7A3FD6FA}" dt="2022-02-16T09:23:46.858" v="3579" actId="47"/>
        <pc:sldMkLst>
          <pc:docMk/>
          <pc:sldMk cId="610523855" sldId="384"/>
        </pc:sldMkLst>
      </pc:sldChg>
      <pc:sldMasterChg chg="modSp delSldLayout modSldLayout">
        <pc:chgData name="Fei" userId="d19317889db4c986" providerId="LiveId" clId="{E87CCF37-DE99-49C7-B77F-1E4C7A3FD6FA}" dt="2022-02-16T02:49:34.017" v="263"/>
        <pc:sldMasterMkLst>
          <pc:docMk/>
          <pc:sldMasterMk cId="0" sldId="2147483648"/>
        </pc:sldMasterMkLst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Fei" userId="d19317889db4c986" providerId="LiveId" clId="{E87CCF37-DE99-49C7-B77F-1E4C7A3FD6FA}" dt="2022-02-16T02:49:34.017" v="263"/>
          <ac:spMkLst>
            <pc:docMk/>
            <pc:sldMasterMk cId="0" sldId="2147483648"/>
            <ac:spMk id="6" creationId="{00000000-0000-0000-0000-000000000000}"/>
          </ac:spMkLst>
        </pc:spChg>
        <pc:picChg chg="mod">
          <ac:chgData name="Fei" userId="d19317889db4c986" providerId="LiveId" clId="{E87CCF37-DE99-49C7-B77F-1E4C7A3FD6FA}" dt="2022-02-16T02:49:34.017" v="263"/>
          <ac:picMkLst>
            <pc:docMk/>
            <pc:sldMasterMk cId="0" sldId="2147483648"/>
            <ac:picMk id="7" creationId="{00000000-0000-0000-0000-000000000000}"/>
          </ac:picMkLst>
        </pc:pic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49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1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1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1"/>
              <ac:spMk id="3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2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2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2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3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4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5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3"/>
              <ac:spMk id="6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6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6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7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3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7"/>
              <ac:spMk id="4" creationId="{00000000-0000-0000-0000-000000000000}"/>
            </ac:spMkLst>
          </pc:spChg>
        </pc:sldLayoutChg>
        <pc:sldLayoutChg chg="modSp">
          <pc:chgData name="Fei" userId="d19317889db4c986" providerId="LiveId" clId="{E87CCF37-DE99-49C7-B77F-1E4C7A3FD6FA}" dt="2022-02-16T02:49:34.017" v="263"/>
          <pc:sldLayoutMkLst>
            <pc:docMk/>
            <pc:sldMasterMk cId="0" sldId="2147483648"/>
            <pc:sldLayoutMk cId="0" sldId="2147483659"/>
          </pc:sldLayoutMkLst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9"/>
              <ac:spMk id="2" creationId="{00000000-0000-0000-0000-000000000000}"/>
            </ac:spMkLst>
          </pc:spChg>
          <pc:spChg chg="mod">
            <ac:chgData name="Fei" userId="d19317889db4c986" providerId="LiveId" clId="{E87CCF37-DE99-49C7-B77F-1E4C7A3FD6FA}" dt="2022-02-16T02:49:34.017" v="263"/>
            <ac:spMkLst>
              <pc:docMk/>
              <pc:sldMasterMk cId="0" sldId="2147483648"/>
              <pc:sldLayoutMk cId="0" sldId="2147483659"/>
              <ac:spMk id="3" creationId="{00000000-0000-0000-0000-000000000000}"/>
            </ac:spMkLst>
          </pc:spChg>
        </pc:sldLayoutChg>
        <pc:sldLayoutChg chg="del">
          <pc:chgData name="Fei" userId="d19317889db4c986" providerId="LiveId" clId="{E87CCF37-DE99-49C7-B77F-1E4C7A3FD6FA}" dt="2022-02-15T10:55:22.721" v="0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Fei" userId="d19317889db4c986" providerId="LiveId" clId="{E87CCF37-DE99-49C7-B77F-1E4C7A3FD6FA}" dt="2022-02-15T10:55:22.721" v="0" actId="47"/>
          <pc:sldLayoutMkLst>
            <pc:docMk/>
            <pc:sldMasterMk cId="0" sldId="2147483648"/>
            <pc:sldLayoutMk cId="0" sldId="2147483663"/>
          </pc:sldLayoutMkLst>
        </pc:sldLayoutChg>
      </pc:sldMasterChg>
      <pc:sldMasterChg chg="addSp modTransition setBg modSldLayout">
        <pc:chgData name="Fei" userId="d19317889db4c986" providerId="LiveId" clId="{E87CCF37-DE99-49C7-B77F-1E4C7A3FD6FA}" dt="2022-02-16T03:25:35.756" v="936"/>
        <pc:sldMasterMkLst>
          <pc:docMk/>
          <pc:sldMasterMk cId="764794170" sldId="2147483662"/>
        </pc:sldMasterMkLst>
        <pc:picChg chg="add">
          <ac:chgData name="Fei" userId="d19317889db4c986" providerId="LiveId" clId="{E87CCF37-DE99-49C7-B77F-1E4C7A3FD6FA}" dt="2022-02-16T02:49:34.017" v="263"/>
          <ac:picMkLst>
            <pc:docMk/>
            <pc:sldMasterMk cId="764794170" sldId="2147483662"/>
            <ac:picMk id="7" creationId="{9B6BAFAD-A2B8-4313-A4B9-04C4A136A2E2}"/>
          </ac:picMkLst>
        </pc:pic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232059321" sldId="2147483663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368769018" sldId="2147483664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485063140" sldId="2147483665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1107017698" sldId="2147483666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102005667" sldId="2147483667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3262760707" sldId="2147483668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147947450" sldId="2147483669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974649443" sldId="2147483670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3201950614" sldId="2147483671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469028198" sldId="2147483672"/>
          </pc:sldLayoutMkLst>
        </pc:sldLayoutChg>
        <pc:sldLayoutChg chg="modTransition">
          <pc:chgData name="Fei" userId="d19317889db4c986" providerId="LiveId" clId="{E87CCF37-DE99-49C7-B77F-1E4C7A3FD6FA}" dt="2022-02-16T02:49:34.017" v="263"/>
          <pc:sldLayoutMkLst>
            <pc:docMk/>
            <pc:sldMasterMk cId="764794170" sldId="2147483662"/>
            <pc:sldLayoutMk cId="2353215307" sldId="2147483673"/>
          </pc:sldLayoutMkLst>
        </pc:sldLayoutChg>
      </pc:sldMasterChg>
    </pc:docChg>
  </pc:docChgLst>
  <pc:docChgLst>
    <pc:chgData name="Zheng Fei" userId="d19317889db4c986" providerId="LiveId" clId="{AF5590DC-626C-6343-85D9-C6F866F48CD6}"/>
    <pc:docChg chg="delSld">
      <pc:chgData name="Zheng Fei" userId="d19317889db4c986" providerId="LiveId" clId="{AF5590DC-626C-6343-85D9-C6F866F48CD6}" dt="2022-02-24T02:55:23.130" v="0" actId="2696"/>
      <pc:docMkLst>
        <pc:docMk/>
      </pc:docMkLst>
      <pc:sldChg chg="del">
        <pc:chgData name="Zheng Fei" userId="d19317889db4c986" providerId="LiveId" clId="{AF5590DC-626C-6343-85D9-C6F866F48CD6}" dt="2022-02-24T02:55:23.130" v="0" actId="2696"/>
        <pc:sldMkLst>
          <pc:docMk/>
          <pc:sldMk cId="3952504978" sldId="349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252357123" sldId="38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713029676" sldId="38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745007930" sldId="38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902439285" sldId="389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1431905263" sldId="391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932442242" sldId="39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649363187" sldId="39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458097628" sldId="395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324191358" sldId="398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968340686" sldId="400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3137213224" sldId="402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259089914" sldId="403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063477856" sldId="404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485594626" sldId="405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2900219743" sldId="406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4284922600" sldId="407"/>
        </pc:sldMkLst>
      </pc:sldChg>
      <pc:sldChg chg="del">
        <pc:chgData name="Zheng Fei" userId="d19317889db4c986" providerId="LiveId" clId="{AF5590DC-626C-6343-85D9-C6F866F48CD6}" dt="2022-02-24T02:55:23.130" v="0" actId="2696"/>
        <pc:sldMkLst>
          <pc:docMk/>
          <pc:sldMk cId="1485639274" sldId="408"/>
        </pc:sldMkLst>
      </pc:sldChg>
    </pc:docChg>
  </pc:docChgLst>
  <pc:docChgLst>
    <pc:chgData name="Zheng Fei" userId="d19317889db4c986" providerId="LiveId" clId="{E29F2B5C-7253-44F5-A844-313DA2AE15EF}"/>
    <pc:docChg chg="undo custSel addSld delSld modSld">
      <pc:chgData name="Zheng Fei" userId="d19317889db4c986" providerId="LiveId" clId="{E29F2B5C-7253-44F5-A844-313DA2AE15EF}" dt="2022-03-10T16:31:38.721" v="18" actId="26606"/>
      <pc:docMkLst>
        <pc:docMk/>
      </pc:docMkLst>
      <pc:sldChg chg="del">
        <pc:chgData name="Zheng Fei" userId="d19317889db4c986" providerId="LiveId" clId="{E29F2B5C-7253-44F5-A844-313DA2AE15EF}" dt="2022-03-10T16:28:11.610" v="0" actId="47"/>
        <pc:sldMkLst>
          <pc:docMk/>
          <pc:sldMk cId="1263244444" sldId="352"/>
        </pc:sldMkLst>
      </pc:sldChg>
      <pc:sldChg chg="addSp delSp modSp new mod setBg">
        <pc:chgData name="Zheng Fei" userId="d19317889db4c986" providerId="LiveId" clId="{E29F2B5C-7253-44F5-A844-313DA2AE15EF}" dt="2022-03-10T16:31:38.721" v="18" actId="26606"/>
        <pc:sldMkLst>
          <pc:docMk/>
          <pc:sldMk cId="1825259269" sldId="381"/>
        </pc:sldMkLst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8" creationId="{F3060C83-F051-4F0E-ABAD-AA0DFC48B218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0" creationId="{83C98ABE-055B-441F-B07E-44F97F083C39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2" creationId="{29FDB030-9B49-4CED-8CCD-4D99382388AC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4" creationId="{3783CA14-24A1-485C-8B30-D6A5D87987AD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6" creationId="{9A97C86A-04D6-40F7-AE84-31AB43E6A846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18" creationId="{FF9F2414-84E8-453E-B1F3-389FDE8192D9}"/>
          </ac:spMkLst>
        </pc:spChg>
        <pc:spChg chg="add del">
          <ac:chgData name="Zheng Fei" userId="d19317889db4c986" providerId="LiveId" clId="{E29F2B5C-7253-44F5-A844-313DA2AE15EF}" dt="2022-03-10T16:31:38.721" v="18" actId="26606"/>
          <ac:spMkLst>
            <pc:docMk/>
            <pc:sldMk cId="1825259269" sldId="381"/>
            <ac:spMk id="20" creationId="{3ECA69A1-7536-43AC-85EF-C7106179F5ED}"/>
          </ac:spMkLst>
        </pc:spChg>
        <pc:picChg chg="add mod">
          <ac:chgData name="Zheng Fei" userId="d19317889db4c986" providerId="LiveId" clId="{E29F2B5C-7253-44F5-A844-313DA2AE15EF}" dt="2022-03-10T16:31:38.721" v="18" actId="26606"/>
          <ac:picMkLst>
            <pc:docMk/>
            <pc:sldMk cId="1825259269" sldId="381"/>
            <ac:picMk id="3" creationId="{385E40B7-4898-4F83-90A3-731D5B28528B}"/>
          </ac:picMkLst>
        </pc:picChg>
      </pc:sldChg>
      <pc:sldChg chg="addSp delSp modSp new mod setBg">
        <pc:chgData name="Zheng Fei" userId="d19317889db4c986" providerId="LiveId" clId="{E29F2B5C-7253-44F5-A844-313DA2AE15EF}" dt="2022-03-10T16:31:37.952" v="17" actId="26606"/>
        <pc:sldMkLst>
          <pc:docMk/>
          <pc:sldMk cId="221761113" sldId="382"/>
        </pc:sldMkLst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8" creationId="{F3060C83-F051-4F0E-ABAD-AA0DFC48B218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0" creationId="{83C98ABE-055B-441F-B07E-44F97F083C39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2" creationId="{29FDB030-9B49-4CED-8CCD-4D99382388AC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4" creationId="{3783CA14-24A1-485C-8B30-D6A5D87987AD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6" creationId="{9A97C86A-04D6-40F7-AE84-31AB43E6A846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18" creationId="{FF9F2414-84E8-453E-B1F3-389FDE8192D9}"/>
          </ac:spMkLst>
        </pc:spChg>
        <pc:spChg chg="add del">
          <ac:chgData name="Zheng Fei" userId="d19317889db4c986" providerId="LiveId" clId="{E29F2B5C-7253-44F5-A844-313DA2AE15EF}" dt="2022-03-10T16:31:37.952" v="17" actId="26606"/>
          <ac:spMkLst>
            <pc:docMk/>
            <pc:sldMk cId="221761113" sldId="382"/>
            <ac:spMk id="20" creationId="{3ECA69A1-7536-43AC-85EF-C7106179F5ED}"/>
          </ac:spMkLst>
        </pc:spChg>
        <pc:picChg chg="add mod">
          <ac:chgData name="Zheng Fei" userId="d19317889db4c986" providerId="LiveId" clId="{E29F2B5C-7253-44F5-A844-313DA2AE15EF}" dt="2022-03-10T16:31:37.952" v="17" actId="26606"/>
          <ac:picMkLst>
            <pc:docMk/>
            <pc:sldMk cId="221761113" sldId="382"/>
            <ac:picMk id="3" creationId="{BCB572C0-4E9D-409C-BFC4-F725D33B9BE5}"/>
          </ac:picMkLst>
        </pc:picChg>
      </pc:sldChg>
      <pc:sldChg chg="addSp new mod">
        <pc:chgData name="Zheng Fei" userId="d19317889db4c986" providerId="LiveId" clId="{E29F2B5C-7253-44F5-A844-313DA2AE15EF}" dt="2022-03-10T16:30:01.792" v="6" actId="22"/>
        <pc:sldMkLst>
          <pc:docMk/>
          <pc:sldMk cId="655954987" sldId="383"/>
        </pc:sldMkLst>
        <pc:picChg chg="add">
          <ac:chgData name="Zheng Fei" userId="d19317889db4c986" providerId="LiveId" clId="{E29F2B5C-7253-44F5-A844-313DA2AE15EF}" dt="2022-03-10T16:30:01.792" v="6" actId="22"/>
          <ac:picMkLst>
            <pc:docMk/>
            <pc:sldMk cId="655954987" sldId="383"/>
            <ac:picMk id="3" creationId="{F0BE729E-E188-4A2D-8AF1-6132672EC358}"/>
          </ac:picMkLst>
        </pc:picChg>
      </pc:sldChg>
      <pc:sldChg chg="addSp new mod">
        <pc:chgData name="Zheng Fei" userId="d19317889db4c986" providerId="LiveId" clId="{E29F2B5C-7253-44F5-A844-313DA2AE15EF}" dt="2022-03-10T16:30:18.916" v="8" actId="22"/>
        <pc:sldMkLst>
          <pc:docMk/>
          <pc:sldMk cId="932541945" sldId="384"/>
        </pc:sldMkLst>
        <pc:picChg chg="add">
          <ac:chgData name="Zheng Fei" userId="d19317889db4c986" providerId="LiveId" clId="{E29F2B5C-7253-44F5-A844-313DA2AE15EF}" dt="2022-03-10T16:30:18.916" v="8" actId="22"/>
          <ac:picMkLst>
            <pc:docMk/>
            <pc:sldMk cId="932541945" sldId="384"/>
            <ac:picMk id="3" creationId="{20B54E4B-1AFE-44B5-AFC2-F15CEC8A0F27}"/>
          </ac:picMkLst>
        </pc:picChg>
      </pc:sldChg>
      <pc:sldChg chg="addSp new mod">
        <pc:chgData name="Zheng Fei" userId="d19317889db4c986" providerId="LiveId" clId="{E29F2B5C-7253-44F5-A844-313DA2AE15EF}" dt="2022-03-10T16:30:34.741" v="10" actId="22"/>
        <pc:sldMkLst>
          <pc:docMk/>
          <pc:sldMk cId="809317833" sldId="385"/>
        </pc:sldMkLst>
        <pc:picChg chg="add">
          <ac:chgData name="Zheng Fei" userId="d19317889db4c986" providerId="LiveId" clId="{E29F2B5C-7253-44F5-A844-313DA2AE15EF}" dt="2022-03-10T16:30:34.741" v="10" actId="22"/>
          <ac:picMkLst>
            <pc:docMk/>
            <pc:sldMk cId="809317833" sldId="385"/>
            <ac:picMk id="3" creationId="{AA242CC8-7E12-4694-87EB-BEC5E1B1ED9D}"/>
          </ac:picMkLst>
        </pc:picChg>
      </pc:sldChg>
      <pc:sldChg chg="addSp new mod">
        <pc:chgData name="Zheng Fei" userId="d19317889db4c986" providerId="LiveId" clId="{E29F2B5C-7253-44F5-A844-313DA2AE15EF}" dt="2022-03-10T16:30:49.199" v="12" actId="22"/>
        <pc:sldMkLst>
          <pc:docMk/>
          <pc:sldMk cId="2947450005" sldId="386"/>
        </pc:sldMkLst>
        <pc:picChg chg="add">
          <ac:chgData name="Zheng Fei" userId="d19317889db4c986" providerId="LiveId" clId="{E29F2B5C-7253-44F5-A844-313DA2AE15EF}" dt="2022-03-10T16:30:49.199" v="12" actId="22"/>
          <ac:picMkLst>
            <pc:docMk/>
            <pc:sldMk cId="2947450005" sldId="386"/>
            <ac:picMk id="3" creationId="{5F444A42-C16E-4568-BF13-17EDD9D78297}"/>
          </ac:picMkLst>
        </pc:picChg>
      </pc:sldChg>
      <pc:sldChg chg="addSp new mod">
        <pc:chgData name="Zheng Fei" userId="d19317889db4c986" providerId="LiveId" clId="{E29F2B5C-7253-44F5-A844-313DA2AE15EF}" dt="2022-03-10T16:31:14.305" v="14" actId="22"/>
        <pc:sldMkLst>
          <pc:docMk/>
          <pc:sldMk cId="1112543019" sldId="387"/>
        </pc:sldMkLst>
        <pc:picChg chg="add">
          <ac:chgData name="Zheng Fei" userId="d19317889db4c986" providerId="LiveId" clId="{E29F2B5C-7253-44F5-A844-313DA2AE15EF}" dt="2022-03-10T16:31:14.305" v="14" actId="22"/>
          <ac:picMkLst>
            <pc:docMk/>
            <pc:sldMk cId="1112543019" sldId="387"/>
            <ac:picMk id="3" creationId="{1C427D47-2D28-4B45-A03B-8F3AF510A1B7}"/>
          </ac:picMkLst>
        </pc:picChg>
      </pc:sldChg>
    </pc:docChg>
  </pc:docChgLst>
  <pc:docChgLst>
    <pc:chgData name="Zheng Fei" userId="d19317889db4c986" providerId="LiveId" clId="{A412FB96-BF6F-40EF-ADE5-984BCFF82236}"/>
    <pc:docChg chg="undo redo custSel addSld delSld modSld sldOrd delMainMaster modMainMaster">
      <pc:chgData name="Zheng Fei" userId="d19317889db4c986" providerId="LiveId" clId="{A412FB96-BF6F-40EF-ADE5-984BCFF82236}" dt="2022-03-14T17:01:54.636" v="1260" actId="1076"/>
      <pc:docMkLst>
        <pc:docMk/>
      </pc:docMkLst>
      <pc:sldChg chg="add del">
        <pc:chgData name="Zheng Fei" userId="d19317889db4c986" providerId="LiveId" clId="{A412FB96-BF6F-40EF-ADE5-984BCFF82236}" dt="2022-03-14T13:57:06.702" v="11" actId="47"/>
        <pc:sldMkLst>
          <pc:docMk/>
          <pc:sldMk cId="0" sldId="338"/>
        </pc:sldMkLst>
      </pc:sldChg>
      <pc:sldChg chg="del">
        <pc:chgData name="Zheng Fei" userId="d19317889db4c986" providerId="LiveId" clId="{A412FB96-BF6F-40EF-ADE5-984BCFF82236}" dt="2022-03-14T14:41:56.468" v="553" actId="47"/>
        <pc:sldMkLst>
          <pc:docMk/>
          <pc:sldMk cId="3139266100" sldId="375"/>
        </pc:sldMkLst>
      </pc:sldChg>
      <pc:sldChg chg="del">
        <pc:chgData name="Zheng Fei" userId="d19317889db4c986" providerId="LiveId" clId="{A412FB96-BF6F-40EF-ADE5-984BCFF82236}" dt="2022-03-14T14:42:38.693" v="554" actId="47"/>
        <pc:sldMkLst>
          <pc:docMk/>
          <pc:sldMk cId="1453297633" sldId="376"/>
        </pc:sldMkLst>
      </pc:sldChg>
      <pc:sldChg chg="del">
        <pc:chgData name="Zheng Fei" userId="d19317889db4c986" providerId="LiveId" clId="{A412FB96-BF6F-40EF-ADE5-984BCFF82236}" dt="2022-03-14T16:30:51.038" v="1114" actId="47"/>
        <pc:sldMkLst>
          <pc:docMk/>
          <pc:sldMk cId="50119660" sldId="377"/>
        </pc:sldMkLst>
      </pc:sldChg>
      <pc:sldChg chg="del">
        <pc:chgData name="Zheng Fei" userId="d19317889db4c986" providerId="LiveId" clId="{A412FB96-BF6F-40EF-ADE5-984BCFF82236}" dt="2022-03-14T14:42:54.161" v="555" actId="47"/>
        <pc:sldMkLst>
          <pc:docMk/>
          <pc:sldMk cId="1738306927" sldId="378"/>
        </pc:sldMkLst>
      </pc:sldChg>
      <pc:sldChg chg="del">
        <pc:chgData name="Zheng Fei" userId="d19317889db4c986" providerId="LiveId" clId="{A412FB96-BF6F-40EF-ADE5-984BCFF82236}" dt="2022-03-14T14:42:54.988" v="556" actId="47"/>
        <pc:sldMkLst>
          <pc:docMk/>
          <pc:sldMk cId="525206687" sldId="379"/>
        </pc:sldMkLst>
      </pc:sldChg>
      <pc:sldChg chg="add del">
        <pc:chgData name="Zheng Fei" userId="d19317889db4c986" providerId="LiveId" clId="{A412FB96-BF6F-40EF-ADE5-984BCFF82236}" dt="2022-03-14T14:43:03.329" v="559" actId="47"/>
        <pc:sldMkLst>
          <pc:docMk/>
          <pc:sldMk cId="174361234" sldId="380"/>
        </pc:sldMkLst>
      </pc:sldChg>
      <pc:sldChg chg="del">
        <pc:chgData name="Zheng Fei" userId="d19317889db4c986" providerId="LiveId" clId="{A412FB96-BF6F-40EF-ADE5-984BCFF82236}" dt="2022-03-14T13:55:20.622" v="2" actId="47"/>
        <pc:sldMkLst>
          <pc:docMk/>
          <pc:sldMk cId="1825259269" sldId="381"/>
        </pc:sldMkLst>
      </pc:sldChg>
      <pc:sldChg chg="addSp delSp modSp mod modAnim">
        <pc:chgData name="Zheng Fei" userId="d19317889db4c986" providerId="LiveId" clId="{A412FB96-BF6F-40EF-ADE5-984BCFF82236}" dt="2022-03-14T15:10:34.294" v="583" actId="20577"/>
        <pc:sldMkLst>
          <pc:docMk/>
          <pc:sldMk cId="221761113" sldId="382"/>
        </pc:sldMkLst>
        <pc:spChg chg="add mod">
          <ac:chgData name="Zheng Fei" userId="d19317889db4c986" providerId="LiveId" clId="{A412FB96-BF6F-40EF-ADE5-984BCFF82236}" dt="2022-03-14T15:10:34.294" v="583" actId="20577"/>
          <ac:spMkLst>
            <pc:docMk/>
            <pc:sldMk cId="221761113" sldId="382"/>
            <ac:spMk id="4" creationId="{2FAF8B0D-33E1-48CE-9B9E-CBA8583D7E14}"/>
          </ac:spMkLst>
        </pc:spChg>
        <pc:spChg chg="add mod">
          <ac:chgData name="Zheng Fei" userId="d19317889db4c986" providerId="LiveId" clId="{A412FB96-BF6F-40EF-ADE5-984BCFF82236}" dt="2022-03-14T14:36:32.001" v="543" actId="113"/>
          <ac:spMkLst>
            <pc:docMk/>
            <pc:sldMk cId="221761113" sldId="382"/>
            <ac:spMk id="5" creationId="{D199A726-7A88-44B8-B617-C908C303B2CC}"/>
          </ac:spMkLst>
        </pc:spChg>
        <pc:spChg chg="add mod topLvl">
          <ac:chgData name="Zheng Fei" userId="d19317889db4c986" providerId="LiveId" clId="{A412FB96-BF6F-40EF-ADE5-984BCFF82236}" dt="2022-03-14T14:34:43.347" v="500" actId="1076"/>
          <ac:spMkLst>
            <pc:docMk/>
            <pc:sldMk cId="221761113" sldId="382"/>
            <ac:spMk id="7" creationId="{05144350-80E9-4AC4-90F5-C68D083D136D}"/>
          </ac:spMkLst>
        </pc:spChg>
        <pc:spChg chg="add mod topLvl">
          <ac:chgData name="Zheng Fei" userId="d19317889db4c986" providerId="LiveId" clId="{A412FB96-BF6F-40EF-ADE5-984BCFF82236}" dt="2022-03-14T14:34:40.084" v="499" actId="1076"/>
          <ac:spMkLst>
            <pc:docMk/>
            <pc:sldMk cId="221761113" sldId="382"/>
            <ac:spMk id="8" creationId="{EBFE683E-6B8E-4690-86E5-08D0A5552021}"/>
          </ac:spMkLst>
        </pc:spChg>
        <pc:spChg chg="add mod topLvl">
          <ac:chgData name="Zheng Fei" userId="d19317889db4c986" providerId="LiveId" clId="{A412FB96-BF6F-40EF-ADE5-984BCFF82236}" dt="2022-03-14T14:34:49.205" v="501" actId="1076"/>
          <ac:spMkLst>
            <pc:docMk/>
            <pc:sldMk cId="221761113" sldId="382"/>
            <ac:spMk id="9" creationId="{2ACA2423-3D52-4016-8E4D-0E8364ACFEE7}"/>
          </ac:spMkLst>
        </pc:spChg>
        <pc:spChg chg="add mod topLvl">
          <ac:chgData name="Zheng Fei" userId="d19317889db4c986" providerId="LiveId" clId="{A412FB96-BF6F-40EF-ADE5-984BCFF82236}" dt="2022-03-14T14:34:34.184" v="498" actId="255"/>
          <ac:spMkLst>
            <pc:docMk/>
            <pc:sldMk cId="221761113" sldId="382"/>
            <ac:spMk id="10" creationId="{870993DE-54E8-42F3-862D-148B1C1F2A08}"/>
          </ac:spMkLst>
        </pc:spChg>
        <pc:spChg chg="add mod">
          <ac:chgData name="Zheng Fei" userId="d19317889db4c986" providerId="LiveId" clId="{A412FB96-BF6F-40EF-ADE5-984BCFF82236}" dt="2022-03-14T14:37:23.172" v="548" actId="255"/>
          <ac:spMkLst>
            <pc:docMk/>
            <pc:sldMk cId="221761113" sldId="382"/>
            <ac:spMk id="18" creationId="{9AF677D4-A7E8-4A45-9901-420F4F5967CC}"/>
          </ac:spMkLst>
        </pc:spChg>
        <pc:grpChg chg="add del mod">
          <ac:chgData name="Zheng Fei" userId="d19317889db4c986" providerId="LiveId" clId="{A412FB96-BF6F-40EF-ADE5-984BCFF82236}" dt="2022-03-14T14:34:16.341" v="495" actId="165"/>
          <ac:grpSpMkLst>
            <pc:docMk/>
            <pc:sldMk cId="221761113" sldId="382"/>
            <ac:grpSpMk id="6" creationId="{BD05DA64-9733-4897-B94D-C8B00AC326B7}"/>
          </ac:grpSpMkLst>
        </pc:grp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2" creationId="{05144350-80E9-4AC4-90F5-C68D083D136D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1" creationId="{EBFE683E-6B8E-4690-86E5-08D0A5552021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3" creationId="{2ACA2423-3D52-4016-8E4D-0E8364ACFEE7}"/>
          </ac:graphicFrameMkLst>
        </pc:graphicFrameChg>
        <pc:graphicFrameChg chg="del mod replId">
          <ac:chgData name="Zheng Fei" userId="d19317889db4c986" providerId="LiveId" clId="{A412FB96-BF6F-40EF-ADE5-984BCFF82236}" dt="2022-03-14T14:30:39.144" v="448"/>
          <ac:graphicFrameMkLst>
            <pc:docMk/>
            <pc:sldMk cId="221761113" sldId="382"/>
            <ac:graphicFrameMk id="15" creationId="{870993DE-54E8-42F3-862D-148B1C1F2A08}"/>
          </ac:graphicFrameMkLst>
        </pc:graphicFrameChg>
        <pc:picChg chg="del">
          <ac:chgData name="Zheng Fei" userId="d19317889db4c986" providerId="LiveId" clId="{A412FB96-BF6F-40EF-ADE5-984BCFF82236}" dt="2022-03-14T14:00:56.446" v="12" actId="478"/>
          <ac:picMkLst>
            <pc:docMk/>
            <pc:sldMk cId="221761113" sldId="382"/>
            <ac:picMk id="3" creationId="{BCB572C0-4E9D-409C-BFC4-F725D33B9BE5}"/>
          </ac:picMkLst>
        </pc:picChg>
      </pc:sldChg>
      <pc:sldChg chg="addSp modSp mod">
        <pc:chgData name="Zheng Fei" userId="d19317889db4c986" providerId="LiveId" clId="{A412FB96-BF6F-40EF-ADE5-984BCFF82236}" dt="2022-03-14T15:12:54.814" v="603" actId="1076"/>
        <pc:sldMkLst>
          <pc:docMk/>
          <pc:sldMk cId="655954987" sldId="383"/>
        </pc:sldMkLst>
        <pc:spChg chg="add mod">
          <ac:chgData name="Zheng Fei" userId="d19317889db4c986" providerId="LiveId" clId="{A412FB96-BF6F-40EF-ADE5-984BCFF82236}" dt="2022-03-14T15:11:03.671" v="587"/>
          <ac:spMkLst>
            <pc:docMk/>
            <pc:sldMk cId="655954987" sldId="383"/>
            <ac:spMk id="4" creationId="{4527E1BB-6636-4951-990F-A29E232990DA}"/>
          </ac:spMkLst>
        </pc:spChg>
        <pc:picChg chg="mod">
          <ac:chgData name="Zheng Fei" userId="d19317889db4c986" providerId="LiveId" clId="{A412FB96-BF6F-40EF-ADE5-984BCFF82236}" dt="2022-03-14T15:12:54.814" v="603" actId="1076"/>
          <ac:picMkLst>
            <pc:docMk/>
            <pc:sldMk cId="655954987" sldId="383"/>
            <ac:picMk id="3" creationId="{F0BE729E-E188-4A2D-8AF1-6132672EC358}"/>
          </ac:picMkLst>
        </pc:picChg>
        <pc:picChg chg="add mod modCrop">
          <ac:chgData name="Zheng Fei" userId="d19317889db4c986" providerId="LiveId" clId="{A412FB96-BF6F-40EF-ADE5-984BCFF82236}" dt="2022-03-14T15:12:49.476" v="601" actId="14100"/>
          <ac:picMkLst>
            <pc:docMk/>
            <pc:sldMk cId="655954987" sldId="383"/>
            <ac:picMk id="5" creationId="{DE5310C7-4DAE-42A9-B3C7-60B04822BDE4}"/>
          </ac:picMkLst>
        </pc:picChg>
      </pc:sldChg>
      <pc:sldChg chg="delSp del mod">
        <pc:chgData name="Zheng Fei" userId="d19317889db4c986" providerId="LiveId" clId="{A412FB96-BF6F-40EF-ADE5-984BCFF82236}" dt="2022-03-14T15:13:00.136" v="606" actId="47"/>
        <pc:sldMkLst>
          <pc:docMk/>
          <pc:sldMk cId="932541945" sldId="384"/>
        </pc:sldMkLst>
        <pc:picChg chg="del">
          <ac:chgData name="Zheng Fei" userId="d19317889db4c986" providerId="LiveId" clId="{A412FB96-BF6F-40EF-ADE5-984BCFF82236}" dt="2022-03-14T15:11:41.980" v="592" actId="21"/>
          <ac:picMkLst>
            <pc:docMk/>
            <pc:sldMk cId="932541945" sldId="384"/>
            <ac:picMk id="3" creationId="{20B54E4B-1AFE-44B5-AFC2-F15CEC8A0F27}"/>
          </ac:picMkLst>
        </pc:picChg>
      </pc:sldChg>
      <pc:sldChg chg="addSp delSp modSp mod modAnim">
        <pc:chgData name="Zheng Fei" userId="d19317889db4c986" providerId="LiveId" clId="{A412FB96-BF6F-40EF-ADE5-984BCFF82236}" dt="2022-03-14T15:31:26.659" v="793"/>
        <pc:sldMkLst>
          <pc:docMk/>
          <pc:sldMk cId="809317833" sldId="385"/>
        </pc:sldMkLst>
        <pc:spChg chg="add del mod">
          <ac:chgData name="Zheng Fei" userId="d19317889db4c986" providerId="LiveId" clId="{A412FB96-BF6F-40EF-ADE5-984BCFF82236}" dt="2022-03-14T15:19:50.322" v="652"/>
          <ac:spMkLst>
            <pc:docMk/>
            <pc:sldMk cId="809317833" sldId="385"/>
            <ac:spMk id="8" creationId="{68569FCA-7BA7-448E-867F-F0AD0B679E06}"/>
          </ac:spMkLst>
        </pc:spChg>
        <pc:spChg chg="mod">
          <ac:chgData name="Zheng Fei" userId="d19317889db4c986" providerId="LiveId" clId="{A412FB96-BF6F-40EF-ADE5-984BCFF82236}" dt="2022-03-14T15:19:44.345" v="651"/>
          <ac:spMkLst>
            <pc:docMk/>
            <pc:sldMk cId="809317833" sldId="385"/>
            <ac:spMk id="12" creationId="{D1A2C19A-BB03-47F1-BDD3-04942FAFE6E2}"/>
          </ac:spMkLst>
        </pc:spChg>
        <pc:spChg chg="add mod">
          <ac:chgData name="Zheng Fei" userId="d19317889db4c986" providerId="LiveId" clId="{A412FB96-BF6F-40EF-ADE5-984BCFF82236}" dt="2022-03-14T15:19:52.462" v="654" actId="1076"/>
          <ac:spMkLst>
            <pc:docMk/>
            <pc:sldMk cId="809317833" sldId="385"/>
            <ac:spMk id="17" creationId="{3652BF7A-0519-4536-8B93-711E8F36230F}"/>
          </ac:spMkLst>
        </pc:spChg>
        <pc:spChg chg="mod">
          <ac:chgData name="Zheng Fei" userId="d19317889db4c986" providerId="LiveId" clId="{A412FB96-BF6F-40EF-ADE5-984BCFF82236}" dt="2022-03-14T15:19:52.462" v="654" actId="1076"/>
          <ac:spMkLst>
            <pc:docMk/>
            <pc:sldMk cId="809317833" sldId="385"/>
            <ac:spMk id="21" creationId="{98B8E6E4-5723-467B-BEA5-831E6F7BDA59}"/>
          </ac:spMkLst>
        </pc:spChg>
        <pc:grpChg chg="add del mod">
          <ac:chgData name="Zheng Fei" userId="d19317889db4c986" providerId="LiveId" clId="{A412FB96-BF6F-40EF-ADE5-984BCFF82236}" dt="2022-03-14T15:19:50.322" v="652"/>
          <ac:grpSpMkLst>
            <pc:docMk/>
            <pc:sldMk cId="809317833" sldId="385"/>
            <ac:grpSpMk id="10" creationId="{F1BD842C-9242-4269-A13C-B5A5A7121FED}"/>
          </ac:grpSpMkLst>
        </pc:grpChg>
        <pc:grpChg chg="add mod">
          <ac:chgData name="Zheng Fei" userId="d19317889db4c986" providerId="LiveId" clId="{A412FB96-BF6F-40EF-ADE5-984BCFF82236}" dt="2022-03-14T15:19:52.462" v="654" actId="1076"/>
          <ac:grpSpMkLst>
            <pc:docMk/>
            <pc:sldMk cId="809317833" sldId="385"/>
            <ac:grpSpMk id="19" creationId="{BE4F8971-CBB4-4FA5-A489-9B2156643086}"/>
          </ac:grpSpMkLst>
        </pc:grp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4" creationId="{67AE6AE5-6316-4C26-B0E7-7F17882096A1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5" creationId="{68B57CFA-70B3-44FC-AC5C-44ED04C627E0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6" creationId="{E5F51E45-6883-4DAA-8828-A053FDE057BA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7" creationId="{70348A66-268E-4EDE-A05B-E942607B6A6B}"/>
          </ac:graphicFrameMkLst>
        </pc:graphicFrameChg>
        <pc:graphicFrameChg chg="add del mod">
          <ac:chgData name="Zheng Fei" userId="d19317889db4c986" providerId="LiveId" clId="{A412FB96-BF6F-40EF-ADE5-984BCFF82236}" dt="2022-03-14T15:19:50.322" v="652"/>
          <ac:graphicFrameMkLst>
            <pc:docMk/>
            <pc:sldMk cId="809317833" sldId="385"/>
            <ac:graphicFrameMk id="9" creationId="{229A76C1-68C7-4690-B437-A86D3BA76A6E}"/>
          </ac:graphicFrameMkLst>
        </pc:graphicFrameChg>
        <pc:graphicFrameChg chg="mod">
          <ac:chgData name="Zheng Fei" userId="d19317889db4c986" providerId="LiveId" clId="{A412FB96-BF6F-40EF-ADE5-984BCFF82236}" dt="2022-03-14T15:19:44.345" v="651"/>
          <ac:graphicFrameMkLst>
            <pc:docMk/>
            <pc:sldMk cId="809317833" sldId="385"/>
            <ac:graphicFrameMk id="11" creationId="{5F90AD2F-857D-4074-960A-DBB6C8C14DA0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3" creationId="{545B527A-5B8C-43F6-A6A0-664A8F3627E0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4" creationId="{874BAC03-9595-498E-9AE7-85E4D7F9D72F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5" creationId="{F3C614F8-A0CD-40CD-B1CB-2FD55F766EF9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6" creationId="{C60022A8-50C7-4ED0-9BB2-35534069799C}"/>
          </ac:graphicFrameMkLst>
        </pc:graphicFrameChg>
        <pc:graphicFrameChg chg="add 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18" creationId="{E7533AA7-24C8-4D71-98D7-549D855A64C9}"/>
          </ac:graphicFrameMkLst>
        </pc:graphicFrameChg>
        <pc:graphicFrameChg chg="mod">
          <ac:chgData name="Zheng Fei" userId="d19317889db4c986" providerId="LiveId" clId="{A412FB96-BF6F-40EF-ADE5-984BCFF82236}" dt="2022-03-14T15:19:52.462" v="654" actId="1076"/>
          <ac:graphicFrameMkLst>
            <pc:docMk/>
            <pc:sldMk cId="809317833" sldId="385"/>
            <ac:graphicFrameMk id="20" creationId="{C3AB4CDC-77C1-4048-8C4A-78C901440732}"/>
          </ac:graphicFrameMkLst>
        </pc:graphicFrameChg>
        <pc:picChg chg="del">
          <ac:chgData name="Zheng Fei" userId="d19317889db4c986" providerId="LiveId" clId="{A412FB96-BF6F-40EF-ADE5-984BCFF82236}" dt="2022-03-14T15:19:13.917" v="644" actId="21"/>
          <ac:picMkLst>
            <pc:docMk/>
            <pc:sldMk cId="809317833" sldId="385"/>
            <ac:picMk id="3" creationId="{AA242CC8-7E12-4694-87EB-BEC5E1B1ED9D}"/>
          </ac:picMkLst>
        </pc:picChg>
      </pc:sldChg>
      <pc:sldChg chg="addSp modSp mod">
        <pc:chgData name="Zheng Fei" userId="d19317889db4c986" providerId="LiveId" clId="{A412FB96-BF6F-40EF-ADE5-984BCFF82236}" dt="2022-03-14T16:21:26.071" v="861" actId="1076"/>
        <pc:sldMkLst>
          <pc:docMk/>
          <pc:sldMk cId="2947450005" sldId="386"/>
        </pc:sldMkLst>
        <pc:spChg chg="add mod">
          <ac:chgData name="Zheng Fei" userId="d19317889db4c986" providerId="LiveId" clId="{A412FB96-BF6F-40EF-ADE5-984BCFF82236}" dt="2022-03-14T16:21:21.649" v="859" actId="114"/>
          <ac:spMkLst>
            <pc:docMk/>
            <pc:sldMk cId="2947450005" sldId="386"/>
            <ac:spMk id="4" creationId="{581BD2D8-214C-408B-84B1-8FFBAEE50DF0}"/>
          </ac:spMkLst>
        </pc:spChg>
        <pc:picChg chg="mod">
          <ac:chgData name="Zheng Fei" userId="d19317889db4c986" providerId="LiveId" clId="{A412FB96-BF6F-40EF-ADE5-984BCFF82236}" dt="2022-03-14T16:21:26.071" v="861" actId="1076"/>
          <ac:picMkLst>
            <pc:docMk/>
            <pc:sldMk cId="2947450005" sldId="386"/>
            <ac:picMk id="3" creationId="{5F444A42-C16E-4568-BF13-17EDD9D78297}"/>
          </ac:picMkLst>
        </pc:picChg>
      </pc:sldChg>
      <pc:sldChg chg="addSp delSp modSp mod ord modAnim">
        <pc:chgData name="Zheng Fei" userId="d19317889db4c986" providerId="LiveId" clId="{A412FB96-BF6F-40EF-ADE5-984BCFF82236}" dt="2022-03-14T16:20:57.232" v="855" actId="1076"/>
        <pc:sldMkLst>
          <pc:docMk/>
          <pc:sldMk cId="1112543019" sldId="387"/>
        </pc:sldMkLst>
        <pc:spChg chg="add del mod">
          <ac:chgData name="Zheng Fei" userId="d19317889db4c986" providerId="LiveId" clId="{A412FB96-BF6F-40EF-ADE5-984BCFF82236}" dt="2022-03-14T14:41:49.756" v="550"/>
          <ac:spMkLst>
            <pc:docMk/>
            <pc:sldMk cId="1112543019" sldId="387"/>
            <ac:spMk id="4" creationId="{991B1DDC-F1B3-4EA6-BAA7-FC2185AF67B5}"/>
          </ac:spMkLst>
        </pc:spChg>
        <pc:spChg chg="add del mod">
          <ac:chgData name="Zheng Fei" userId="d19317889db4c986" providerId="LiveId" clId="{A412FB96-BF6F-40EF-ADE5-984BCFF82236}" dt="2022-03-14T14:41:49.756" v="550"/>
          <ac:spMkLst>
            <pc:docMk/>
            <pc:sldMk cId="1112543019" sldId="387"/>
            <ac:spMk id="5" creationId="{6290B45E-E6CA-4B57-992B-8E143ADED0CD}"/>
          </ac:spMkLst>
        </pc:spChg>
        <pc:spChg chg="add mod">
          <ac:chgData name="Zheng Fei" userId="d19317889db4c986" providerId="LiveId" clId="{A412FB96-BF6F-40EF-ADE5-984BCFF82236}" dt="2022-03-14T16:20:50.013" v="853"/>
          <ac:spMkLst>
            <pc:docMk/>
            <pc:sldMk cId="1112543019" sldId="387"/>
            <ac:spMk id="6" creationId="{3C0EFD0D-4816-458C-BC05-C4E619D7F817}"/>
          </ac:spMkLst>
        </pc:spChg>
        <pc:picChg chg="mod">
          <ac:chgData name="Zheng Fei" userId="d19317889db4c986" providerId="LiveId" clId="{A412FB96-BF6F-40EF-ADE5-984BCFF82236}" dt="2022-03-14T16:20:57.232" v="855" actId="1076"/>
          <ac:picMkLst>
            <pc:docMk/>
            <pc:sldMk cId="1112543019" sldId="387"/>
            <ac:picMk id="3" creationId="{1C427D47-2D28-4B45-A03B-8F3AF510A1B7}"/>
          </ac:picMkLst>
        </pc:picChg>
      </pc:sldChg>
      <pc:sldChg chg="new del">
        <pc:chgData name="Zheng Fei" userId="d19317889db4c986" providerId="LiveId" clId="{A412FB96-BF6F-40EF-ADE5-984BCFF82236}" dt="2022-03-14T13:56:44.685" v="4" actId="47"/>
        <pc:sldMkLst>
          <pc:docMk/>
          <pc:sldMk cId="1775664223" sldId="388"/>
        </pc:sldMkLst>
      </pc:sldChg>
      <pc:sldChg chg="addSp delSp modSp new mod ord delAnim modAnim">
        <pc:chgData name="Zheng Fei" userId="d19317889db4c986" providerId="LiveId" clId="{A412FB96-BF6F-40EF-ADE5-984BCFF82236}" dt="2022-03-14T14:45:58.994" v="567" actId="1076"/>
        <pc:sldMkLst>
          <pc:docMk/>
          <pc:sldMk cId="3931972947" sldId="388"/>
        </pc:sldMkLst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2" creationId="{40FC27EB-62C8-4417-8FB8-360703AA138F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3" creationId="{4111A229-D2D0-4E08-A98F-13A103405E32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4" creationId="{6CF6C30B-8A87-4787-92DA-FFDB0AE49F48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5" creationId="{7FF13DE5-891F-4CA9-85FC-8B3513C3E263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6" creationId="{460B6C1A-05DA-408A-B1F0-88AE2DEED90E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7" creationId="{0D92A9C2-7FEE-4E02-8ED8-1789BB1B03D6}"/>
          </ac:spMkLst>
        </pc:spChg>
        <pc:spChg chg="add del mod">
          <ac:chgData name="Zheng Fei" userId="d19317889db4c986" providerId="LiveId" clId="{A412FB96-BF6F-40EF-ADE5-984BCFF82236}" dt="2022-03-14T13:57:03.577" v="9"/>
          <ac:spMkLst>
            <pc:docMk/>
            <pc:sldMk cId="3931972947" sldId="388"/>
            <ac:spMk id="8" creationId="{A40B8D95-8F2F-4EEF-9B8D-8E82A2E84820}"/>
          </ac:spMkLst>
        </pc:spChg>
        <pc:spChg chg="add del mod">
          <ac:chgData name="Zheng Fei" userId="d19317889db4c986" providerId="LiveId" clId="{A412FB96-BF6F-40EF-ADE5-984BCFF82236}" dt="2022-03-14T14:24:07.884" v="331" actId="478"/>
          <ac:spMkLst>
            <pc:docMk/>
            <pc:sldMk cId="3931972947" sldId="388"/>
            <ac:spMk id="13" creationId="{02ABD23B-182D-46FA-B4D4-06EED4F06E22}"/>
          </ac:spMkLst>
        </pc:spChg>
        <pc:spChg chg="add mod">
          <ac:chgData name="Zheng Fei" userId="d19317889db4c986" providerId="LiveId" clId="{A412FB96-BF6F-40EF-ADE5-984BCFF82236}" dt="2022-03-14T14:45:58.994" v="567" actId="1076"/>
          <ac:spMkLst>
            <pc:docMk/>
            <pc:sldMk cId="3931972947" sldId="388"/>
            <ac:spMk id="14" creationId="{1CCB97B7-BB52-45C0-8AD7-1B1F7B119F75}"/>
          </ac:spMkLst>
        </pc:spChg>
        <pc:spChg chg="add mod">
          <ac:chgData name="Zheng Fei" userId="d19317889db4c986" providerId="LiveId" clId="{A412FB96-BF6F-40EF-ADE5-984BCFF82236}" dt="2022-03-14T13:57:03.584" v="10"/>
          <ac:spMkLst>
            <pc:docMk/>
            <pc:sldMk cId="3931972947" sldId="388"/>
            <ac:spMk id="15" creationId="{16CE2321-B2A8-4A3D-BDBF-A8E6D95B1AF1}"/>
          </ac:spMkLst>
        </pc:spChg>
        <pc:spChg chg="add mod">
          <ac:chgData name="Zheng Fei" userId="d19317889db4c986" providerId="LiveId" clId="{A412FB96-BF6F-40EF-ADE5-984BCFF82236}" dt="2022-03-14T14:45:44.487" v="565" actId="1076"/>
          <ac:spMkLst>
            <pc:docMk/>
            <pc:sldMk cId="3931972947" sldId="388"/>
            <ac:spMk id="16" creationId="{4C6A6C87-9262-4B53-89E1-0F195E320F58}"/>
          </ac:spMkLst>
        </pc:spChg>
        <pc:spChg chg="add del mod">
          <ac:chgData name="Zheng Fei" userId="d19317889db4c986" providerId="LiveId" clId="{A412FB96-BF6F-40EF-ADE5-984BCFF82236}" dt="2022-03-14T14:24:08.886" v="332" actId="478"/>
          <ac:spMkLst>
            <pc:docMk/>
            <pc:sldMk cId="3931972947" sldId="388"/>
            <ac:spMk id="17" creationId="{44771169-BF26-40A6-8163-224D68B8744D}"/>
          </ac:spMkLst>
        </pc:spChg>
        <pc:spChg chg="add del mod">
          <ac:chgData name="Zheng Fei" userId="d19317889db4c986" providerId="LiveId" clId="{A412FB96-BF6F-40EF-ADE5-984BCFF82236}" dt="2022-03-14T14:24:11.504" v="333" actId="478"/>
          <ac:spMkLst>
            <pc:docMk/>
            <pc:sldMk cId="3931972947" sldId="388"/>
            <ac:spMk id="18" creationId="{D6C7CA0F-B08E-42BA-93FA-D48C38EA1AA1}"/>
          </ac:spMkLst>
        </pc:spChg>
        <pc:spChg chg="add mod">
          <ac:chgData name="Zheng Fei" userId="d19317889db4c986" providerId="LiveId" clId="{A412FB96-BF6F-40EF-ADE5-984BCFF82236}" dt="2022-03-14T14:45:47.860" v="566" actId="1076"/>
          <ac:spMkLst>
            <pc:docMk/>
            <pc:sldMk cId="3931972947" sldId="388"/>
            <ac:spMk id="19" creationId="{1FDF737B-3311-4FFD-AAD7-C79680BF782B}"/>
          </ac:spMkLst>
        </pc:spChg>
        <pc:spChg chg="add mod">
          <ac:chgData name="Zheng Fei" userId="d19317889db4c986" providerId="LiveId" clId="{A412FB96-BF6F-40EF-ADE5-984BCFF82236}" dt="2022-03-14T14:32:31.447" v="469" actId="114"/>
          <ac:spMkLst>
            <pc:docMk/>
            <pc:sldMk cId="3931972947" sldId="388"/>
            <ac:spMk id="23" creationId="{31DAC371-0357-4B06-A107-16EBF27B67C0}"/>
          </ac:spMkLst>
        </pc:spChg>
        <pc:spChg chg="add mod">
          <ac:chgData name="Zheng Fei" userId="d19317889db4c986" providerId="LiveId" clId="{A412FB96-BF6F-40EF-ADE5-984BCFF82236}" dt="2022-03-14T14:32:45.121" v="475" actId="114"/>
          <ac:spMkLst>
            <pc:docMk/>
            <pc:sldMk cId="3931972947" sldId="388"/>
            <ac:spMk id="24" creationId="{9FC75E4A-278B-49E4-8D93-7A8576B839B0}"/>
          </ac:spMkLst>
        </pc:spChg>
        <pc:graphicFrameChg chg="add del mod replId">
          <ac:chgData name="Zheng Fei" userId="d19317889db4c986" providerId="LiveId" clId="{A412FB96-BF6F-40EF-ADE5-984BCFF82236}" dt="2022-03-14T14:30:06.979" v="431"/>
          <ac:graphicFrameMkLst>
            <pc:docMk/>
            <pc:sldMk cId="3931972947" sldId="388"/>
            <ac:graphicFrameMk id="2" creationId="{9FC75E4A-278B-49E4-8D93-7A8576B839B0}"/>
          </ac:graphicFrameMkLst>
        </pc:graphicFrameChg>
        <pc:graphicFrameChg chg="add del mod replId">
          <ac:chgData name="Zheng Fei" userId="d19317889db4c986" providerId="LiveId" clId="{A412FB96-BF6F-40EF-ADE5-984BCFF82236}" dt="2022-03-14T14:30:39.144" v="448"/>
          <ac:graphicFrameMkLst>
            <pc:docMk/>
            <pc:sldMk cId="3931972947" sldId="388"/>
            <ac:graphicFrameMk id="4" creationId="{31DAC371-0357-4B06-A107-16EBF27B67C0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9" creationId="{64B4ECC8-4FEA-4747-9159-7BF9A67A6E10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0" creationId="{6BC8ED42-1F63-4621-97A2-F72BEAB2E61A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1" creationId="{B623C9DA-5F76-4E38-AC92-52F3A82BB321}"/>
          </ac:graphicFrameMkLst>
        </pc:graphicFrameChg>
        <pc:graphicFrameChg chg="add del mod">
          <ac:chgData name="Zheng Fei" userId="d19317889db4c986" providerId="LiveId" clId="{A412FB96-BF6F-40EF-ADE5-984BCFF82236}" dt="2022-03-14T13:57:03.577" v="9"/>
          <ac:graphicFrameMkLst>
            <pc:docMk/>
            <pc:sldMk cId="3931972947" sldId="388"/>
            <ac:graphicFrameMk id="12" creationId="{D3990477-77B5-4B34-8EA4-7EF0F2B466EB}"/>
          </ac:graphicFrameMkLst>
        </pc:graphicFrameChg>
        <pc:graphicFrameChg chg="add del mod">
          <ac:chgData name="Zheng Fei" userId="d19317889db4c986" providerId="LiveId" clId="{A412FB96-BF6F-40EF-ADE5-984BCFF82236}" dt="2022-03-14T14:24:14.965" v="334" actId="478"/>
          <ac:graphicFrameMkLst>
            <pc:docMk/>
            <pc:sldMk cId="3931972947" sldId="388"/>
            <ac:graphicFrameMk id="20" creationId="{2A68A110-FD8B-4A3F-B498-C7D40419E2B3}"/>
          </ac:graphicFrameMkLst>
        </pc:graphicFrameChg>
        <pc:graphicFrameChg chg="add del mod">
          <ac:chgData name="Zheng Fei" userId="d19317889db4c986" providerId="LiveId" clId="{A412FB96-BF6F-40EF-ADE5-984BCFF82236}" dt="2022-03-14T14:24:15.665" v="335" actId="478"/>
          <ac:graphicFrameMkLst>
            <pc:docMk/>
            <pc:sldMk cId="3931972947" sldId="388"/>
            <ac:graphicFrameMk id="21" creationId="{06E5DB96-E189-42CC-8534-E93CFB4231AE}"/>
          </ac:graphicFrameMkLst>
        </pc:graphicFrameChg>
        <pc:graphicFrameChg chg="add del mod">
          <ac:chgData name="Zheng Fei" userId="d19317889db4c986" providerId="LiveId" clId="{A412FB96-BF6F-40EF-ADE5-984BCFF82236}" dt="2022-03-14T14:24:16.345" v="336" actId="478"/>
          <ac:graphicFrameMkLst>
            <pc:docMk/>
            <pc:sldMk cId="3931972947" sldId="388"/>
            <ac:graphicFrameMk id="22" creationId="{CD23E458-58BA-4255-A4A9-312DFC551E75}"/>
          </ac:graphicFrameMkLst>
        </pc:graphicFrameChg>
      </pc:sldChg>
      <pc:sldChg chg="addSp modSp new mod">
        <pc:chgData name="Zheng Fei" userId="d19317889db4c986" providerId="LiveId" clId="{A412FB96-BF6F-40EF-ADE5-984BCFF82236}" dt="2022-03-14T14:51:49.474" v="580" actId="1076"/>
        <pc:sldMkLst>
          <pc:docMk/>
          <pc:sldMk cId="2953135783" sldId="389"/>
        </pc:sldMkLst>
        <pc:spChg chg="add mod">
          <ac:chgData name="Zheng Fei" userId="d19317889db4c986" providerId="LiveId" clId="{A412FB96-BF6F-40EF-ADE5-984BCFF82236}" dt="2022-03-14T14:51:49.474" v="580" actId="1076"/>
          <ac:spMkLst>
            <pc:docMk/>
            <pc:sldMk cId="2953135783" sldId="389"/>
            <ac:spMk id="2" creationId="{C7E282E0-B8D3-46EC-8B06-EF6CB7D6FB94}"/>
          </ac:spMkLst>
        </pc:spChg>
        <pc:spChg chg="add mod">
          <ac:chgData name="Zheng Fei" userId="d19317889db4c986" providerId="LiveId" clId="{A412FB96-BF6F-40EF-ADE5-984BCFF82236}" dt="2022-03-14T14:46:06.004" v="578"/>
          <ac:spMkLst>
            <pc:docMk/>
            <pc:sldMk cId="2953135783" sldId="389"/>
            <ac:spMk id="3" creationId="{1D37C7A8-B3F5-497B-9C54-FFC9AFF4DEFB}"/>
          </ac:spMkLst>
        </pc:spChg>
      </pc:sldChg>
      <pc:sldChg chg="addSp modSp new mod modAnim">
        <pc:chgData name="Zheng Fei" userId="d19317889db4c986" providerId="LiveId" clId="{A412FB96-BF6F-40EF-ADE5-984BCFF82236}" dt="2022-03-14T16:49:46.511" v="1186" actId="113"/>
        <pc:sldMkLst>
          <pc:docMk/>
          <pc:sldMk cId="3625832555" sldId="390"/>
        </pc:sldMkLst>
        <pc:spChg chg="add mod">
          <ac:chgData name="Zheng Fei" userId="d19317889db4c986" providerId="LiveId" clId="{A412FB96-BF6F-40EF-ADE5-984BCFF82236}" dt="2022-03-14T16:49:46.511" v="1186" actId="113"/>
          <ac:spMkLst>
            <pc:docMk/>
            <pc:sldMk cId="3625832555" sldId="390"/>
            <ac:spMk id="2" creationId="{60791934-3AB2-469F-AF28-EFF1375E5E1A}"/>
          </ac:spMkLst>
        </pc:spChg>
        <pc:spChg chg="add mod">
          <ac:chgData name="Zheng Fei" userId="d19317889db4c986" providerId="LiveId" clId="{A412FB96-BF6F-40EF-ADE5-984BCFF82236}" dt="2022-03-14T16:49:35.930" v="1181" actId="21"/>
          <ac:spMkLst>
            <pc:docMk/>
            <pc:sldMk cId="3625832555" sldId="390"/>
            <ac:spMk id="3" creationId="{897FC5AB-7ADE-4F88-B647-70F250E51495}"/>
          </ac:spMkLst>
        </pc:spChg>
      </pc:sldChg>
      <pc:sldChg chg="addSp modSp new mod modAnim">
        <pc:chgData name="Zheng Fei" userId="d19317889db4c986" providerId="LiveId" clId="{A412FB96-BF6F-40EF-ADE5-984BCFF82236}" dt="2022-03-14T15:14:21.018" v="633"/>
        <pc:sldMkLst>
          <pc:docMk/>
          <pc:sldMk cId="3422799466" sldId="391"/>
        </pc:sldMkLst>
        <pc:spChg chg="add mod">
          <ac:chgData name="Zheng Fei" userId="d19317889db4c986" providerId="LiveId" clId="{A412FB96-BF6F-40EF-ADE5-984BCFF82236}" dt="2022-03-14T15:13:07.378" v="608" actId="1076"/>
          <ac:spMkLst>
            <pc:docMk/>
            <pc:sldMk cId="3422799466" sldId="391"/>
            <ac:spMk id="2" creationId="{4D65F178-47E9-4DAF-B3E9-64472D26DDD4}"/>
          </ac:spMkLst>
        </pc:spChg>
        <pc:spChg chg="add mod">
          <ac:chgData name="Zheng Fei" userId="d19317889db4c986" providerId="LiveId" clId="{A412FB96-BF6F-40EF-ADE5-984BCFF82236}" dt="2022-03-14T15:14:13.132" v="631" actId="114"/>
          <ac:spMkLst>
            <pc:docMk/>
            <pc:sldMk cId="3422799466" sldId="391"/>
            <ac:spMk id="3" creationId="{2143D91C-2AC7-4EE1-83E1-A0DBF669DDA8}"/>
          </ac:spMkLst>
        </pc:spChg>
        <pc:spChg chg="add mod">
          <ac:chgData name="Zheng Fei" userId="d19317889db4c986" providerId="LiveId" clId="{A412FB96-BF6F-40EF-ADE5-984BCFF82236}" dt="2022-03-14T15:14:18.870" v="632"/>
          <ac:spMkLst>
            <pc:docMk/>
            <pc:sldMk cId="3422799466" sldId="391"/>
            <ac:spMk id="4" creationId="{9367C17F-88C4-4F92-A0F5-E60F13316252}"/>
          </ac:spMkLst>
        </pc:spChg>
        <pc:spChg chg="add mod">
          <ac:chgData name="Zheng Fei" userId="d19317889db4c986" providerId="LiveId" clId="{A412FB96-BF6F-40EF-ADE5-984BCFF82236}" dt="2022-03-14T15:14:21.018" v="633"/>
          <ac:spMkLst>
            <pc:docMk/>
            <pc:sldMk cId="3422799466" sldId="391"/>
            <ac:spMk id="8" creationId="{908D3B59-A214-4CEF-9BE7-358686680502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2" creationId="{BA87D945-806E-45D9-B48B-5F071279A6CC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3" creationId="{A7C319EE-9C4B-42E6-947E-612F71E69639}"/>
          </ac:spMkLst>
        </pc:spChg>
        <pc:spChg chg="add mod">
          <ac:chgData name="Zheng Fei" userId="d19317889db4c986" providerId="LiveId" clId="{A412FB96-BF6F-40EF-ADE5-984BCFF82236}" dt="2022-03-14T15:14:00.123" v="627" actId="571"/>
          <ac:spMkLst>
            <pc:docMk/>
            <pc:sldMk cId="3422799466" sldId="391"/>
            <ac:spMk id="14" creationId="{86B769C0-BE4B-447E-96E7-5AD3A2872BA7}"/>
          </ac:spMkLst>
        </pc:spChg>
        <pc:graphicFrameChg chg="add mod">
          <ac:chgData name="Zheng Fei" userId="d19317889db4c986" providerId="LiveId" clId="{A412FB96-BF6F-40EF-ADE5-984BCFF82236}" dt="2022-03-14T15:13:14.563" v="611" actId="1076"/>
          <ac:graphicFrameMkLst>
            <pc:docMk/>
            <pc:sldMk cId="3422799466" sldId="391"/>
            <ac:graphicFrameMk id="5" creationId="{202FC0EE-BBAF-41EB-ABA0-905919BC91D8}"/>
          </ac:graphicFrameMkLst>
        </pc:graphicFrameChg>
        <pc:graphicFrameChg chg="add mod">
          <ac:chgData name="Zheng Fei" userId="d19317889db4c986" providerId="LiveId" clId="{A412FB96-BF6F-40EF-ADE5-984BCFF82236}" dt="2022-03-14T15:13:16.371" v="612" actId="14100"/>
          <ac:graphicFrameMkLst>
            <pc:docMk/>
            <pc:sldMk cId="3422799466" sldId="391"/>
            <ac:graphicFrameMk id="6" creationId="{0886A819-2B77-45DB-A0B4-832F811032E9}"/>
          </ac:graphicFrameMkLst>
        </pc:graphicFrameChg>
        <pc:graphicFrameChg chg="add mod">
          <ac:chgData name="Zheng Fei" userId="d19317889db4c986" providerId="LiveId" clId="{A412FB96-BF6F-40EF-ADE5-984BCFF82236}" dt="2022-03-14T15:13:23.061" v="615" actId="1076"/>
          <ac:graphicFrameMkLst>
            <pc:docMk/>
            <pc:sldMk cId="3422799466" sldId="391"/>
            <ac:graphicFrameMk id="7" creationId="{325283C2-98C9-4CF1-9FC1-5F61E82AEA48}"/>
          </ac:graphicFrameMkLst>
        </pc:graphicFrameChg>
        <pc:graphicFrameChg chg="add mod">
          <ac:chgData name="Zheng Fei" userId="d19317889db4c986" providerId="LiveId" clId="{A412FB96-BF6F-40EF-ADE5-984BCFF82236}" dt="2022-03-14T15:13:50.145" v="622" actId="14100"/>
          <ac:graphicFrameMkLst>
            <pc:docMk/>
            <pc:sldMk cId="3422799466" sldId="391"/>
            <ac:graphicFrameMk id="9" creationId="{28E8BE4D-CEBA-4B55-A16A-D61BD8B3D074}"/>
          </ac:graphicFrameMkLst>
        </pc:graphicFrameChg>
        <pc:graphicFrameChg chg="add mod">
          <ac:chgData name="Zheng Fei" userId="d19317889db4c986" providerId="LiveId" clId="{A412FB96-BF6F-40EF-ADE5-984BCFF82236}" dt="2022-03-14T15:13:51.614" v="623" actId="1076"/>
          <ac:graphicFrameMkLst>
            <pc:docMk/>
            <pc:sldMk cId="3422799466" sldId="391"/>
            <ac:graphicFrameMk id="10" creationId="{DBAE64B2-8D6D-42C4-8C17-1E91C34EB000}"/>
          </ac:graphicFrameMkLst>
        </pc:graphicFrameChg>
        <pc:graphicFrameChg chg="add mod">
          <ac:chgData name="Zheng Fei" userId="d19317889db4c986" providerId="LiveId" clId="{A412FB96-BF6F-40EF-ADE5-984BCFF82236}" dt="2022-03-14T15:13:55.240" v="625" actId="1076"/>
          <ac:graphicFrameMkLst>
            <pc:docMk/>
            <pc:sldMk cId="3422799466" sldId="391"/>
            <ac:graphicFrameMk id="11" creationId="{BFF9B21A-0DE1-4E91-B2C4-A165937B25F0}"/>
          </ac:graphicFrameMkLst>
        </pc:graphicFrameChg>
      </pc:sldChg>
      <pc:sldChg chg="addSp modSp new mod">
        <pc:chgData name="Zheng Fei" userId="d19317889db4c986" providerId="LiveId" clId="{A412FB96-BF6F-40EF-ADE5-984BCFF82236}" dt="2022-03-14T15:31:15.923" v="792" actId="1076"/>
        <pc:sldMkLst>
          <pc:docMk/>
          <pc:sldMk cId="1003853526" sldId="392"/>
        </pc:sldMkLst>
        <pc:spChg chg="add mod">
          <ac:chgData name="Zheng Fei" userId="d19317889db4c986" providerId="LiveId" clId="{A412FB96-BF6F-40EF-ADE5-984BCFF82236}" dt="2022-03-14T15:18:56.808" v="643" actId="20577"/>
          <ac:spMkLst>
            <pc:docMk/>
            <pc:sldMk cId="1003853526" sldId="392"/>
            <ac:spMk id="2" creationId="{6D6EB3FE-0F9B-4755-BFE7-7D24FB6C6A75}"/>
          </ac:spMkLst>
        </pc:spChg>
        <pc:spChg chg="add mod">
          <ac:chgData name="Zheng Fei" userId="d19317889db4c986" providerId="LiveId" clId="{A412FB96-BF6F-40EF-ADE5-984BCFF82236}" dt="2022-03-14T15:31:15.923" v="792" actId="1076"/>
          <ac:spMkLst>
            <pc:docMk/>
            <pc:sldMk cId="1003853526" sldId="392"/>
            <ac:spMk id="4" creationId="{324AF2CE-D6FB-414C-BAB8-F99E58B9A9B4}"/>
          </ac:spMkLst>
        </pc:spChg>
        <pc:picChg chg="add mod modCrop">
          <ac:chgData name="Zheng Fei" userId="d19317889db4c986" providerId="LiveId" clId="{A412FB96-BF6F-40EF-ADE5-984BCFF82236}" dt="2022-03-14T15:28:36.854" v="704" actId="732"/>
          <ac:picMkLst>
            <pc:docMk/>
            <pc:sldMk cId="1003853526" sldId="392"/>
            <ac:picMk id="3" creationId="{31346C40-864F-46A0-8980-389A22EBD5D0}"/>
          </ac:picMkLst>
        </pc:picChg>
      </pc:sldChg>
      <pc:sldChg chg="addSp modSp new mod">
        <pc:chgData name="Zheng Fei" userId="d19317889db4c986" providerId="LiveId" clId="{A412FB96-BF6F-40EF-ADE5-984BCFF82236}" dt="2022-03-14T15:33:10.269" v="835" actId="1076"/>
        <pc:sldMkLst>
          <pc:docMk/>
          <pc:sldMk cId="2735348982" sldId="393"/>
        </pc:sldMkLst>
        <pc:spChg chg="add mod">
          <ac:chgData name="Zheng Fei" userId="d19317889db4c986" providerId="LiveId" clId="{A412FB96-BF6F-40EF-ADE5-984BCFF82236}" dt="2022-03-14T15:18:51.820" v="640" actId="20577"/>
          <ac:spMkLst>
            <pc:docMk/>
            <pc:sldMk cId="2735348982" sldId="393"/>
            <ac:spMk id="2" creationId="{13015902-A39A-4500-8FBF-BF42C0330034}"/>
          </ac:spMkLst>
        </pc:spChg>
        <pc:spChg chg="add mod">
          <ac:chgData name="Zheng Fei" userId="d19317889db4c986" providerId="LiveId" clId="{A412FB96-BF6F-40EF-ADE5-984BCFF82236}" dt="2022-03-14T15:33:10.269" v="835" actId="1076"/>
          <ac:spMkLst>
            <pc:docMk/>
            <pc:sldMk cId="2735348982" sldId="393"/>
            <ac:spMk id="3" creationId="{68B73AE3-0623-4DDC-A597-3CA991B6E821}"/>
          </ac:spMkLst>
        </pc:spChg>
      </pc:sldChg>
      <pc:sldChg chg="addSp delSp modSp new mod">
        <pc:chgData name="Zheng Fei" userId="d19317889db4c986" providerId="LiveId" clId="{A412FB96-BF6F-40EF-ADE5-984BCFF82236}" dt="2022-03-14T16:48:17.570" v="1162" actId="1076"/>
        <pc:sldMkLst>
          <pc:docMk/>
          <pc:sldMk cId="2152904118" sldId="394"/>
        </pc:sldMkLst>
        <pc:spChg chg="add mod">
          <ac:chgData name="Zheng Fei" userId="d19317889db4c986" providerId="LiveId" clId="{A412FB96-BF6F-40EF-ADE5-984BCFF82236}" dt="2022-03-14T16:21:41.993" v="864" actId="1076"/>
          <ac:spMkLst>
            <pc:docMk/>
            <pc:sldMk cId="2152904118" sldId="394"/>
            <ac:spMk id="2" creationId="{0CF3B0B3-C3A6-4C5E-9728-BFBDBA20622D}"/>
          </ac:spMkLst>
        </pc:spChg>
        <pc:spChg chg="add mod">
          <ac:chgData name="Zheng Fei" userId="d19317889db4c986" providerId="LiveId" clId="{A412FB96-BF6F-40EF-ADE5-984BCFF82236}" dt="2022-03-14T16:48:17.570" v="1162" actId="1076"/>
          <ac:spMkLst>
            <pc:docMk/>
            <pc:sldMk cId="2152904118" sldId="394"/>
            <ac:spMk id="3" creationId="{E20AC894-6EA7-42BF-84DA-8693968627B3}"/>
          </ac:spMkLst>
        </pc:spChg>
        <pc:picChg chg="add del mod">
          <ac:chgData name="Zheng Fei" userId="d19317889db4c986" providerId="LiveId" clId="{A412FB96-BF6F-40EF-ADE5-984BCFF82236}" dt="2022-03-14T16:38:24.068" v="1128"/>
          <ac:picMkLst>
            <pc:docMk/>
            <pc:sldMk cId="2152904118" sldId="394"/>
            <ac:picMk id="5" creationId="{4F93A076-A72C-4A04-8E57-7F3EB2730B0A}"/>
          </ac:picMkLst>
        </pc:picChg>
      </pc:sldChg>
      <pc:sldChg chg="addSp delSp modSp new mod modAnim">
        <pc:chgData name="Zheng Fei" userId="d19317889db4c986" providerId="LiveId" clId="{A412FB96-BF6F-40EF-ADE5-984BCFF82236}" dt="2022-03-14T17:01:54.636" v="1260" actId="1076"/>
        <pc:sldMkLst>
          <pc:docMk/>
          <pc:sldMk cId="1958136474" sldId="395"/>
        </pc:sldMkLst>
        <pc:spChg chg="add mod">
          <ac:chgData name="Zheng Fei" userId="d19317889db4c986" providerId="LiveId" clId="{A412FB96-BF6F-40EF-ADE5-984BCFF82236}" dt="2022-03-14T17:01:54.636" v="1260" actId="1076"/>
          <ac:spMkLst>
            <pc:docMk/>
            <pc:sldMk cId="1958136474" sldId="395"/>
            <ac:spMk id="2" creationId="{467E1F10-C9D6-42A4-9E30-B15732E07D69}"/>
          </ac:spMkLst>
        </pc:spChg>
        <pc:spChg chg="add del mod">
          <ac:chgData name="Zheng Fei" userId="d19317889db4c986" providerId="LiveId" clId="{A412FB96-BF6F-40EF-ADE5-984BCFF82236}" dt="2022-03-14T16:50:32.165" v="1191" actId="478"/>
          <ac:spMkLst>
            <pc:docMk/>
            <pc:sldMk cId="1958136474" sldId="395"/>
            <ac:spMk id="3" creationId="{0AB3BCBE-AD3A-4A43-97D5-740010480BC4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4" creationId="{D227CCF0-2242-446D-B284-052054243DEA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5" creationId="{6BFD9611-BBDF-465A-9201-0862821820CA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6" creationId="{8AC2B69F-C53F-4270-BDB3-A4855D7017CD}"/>
          </ac:spMkLst>
        </pc:spChg>
        <pc:spChg chg="add del mod">
          <ac:chgData name="Zheng Fei" userId="d19317889db4c986" providerId="LiveId" clId="{A412FB96-BF6F-40EF-ADE5-984BCFF82236}" dt="2022-03-14T16:57:04.287" v="1243" actId="478"/>
          <ac:spMkLst>
            <pc:docMk/>
            <pc:sldMk cId="1958136474" sldId="395"/>
            <ac:spMk id="7" creationId="{93DEA3A7-E404-44B3-A254-4C83608408D6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10" creationId="{83E9E24D-5454-4F4E-86E0-D62504EBC7C9}"/>
          </ac:spMkLst>
        </pc:spChg>
        <pc:spChg chg="add mod">
          <ac:chgData name="Zheng Fei" userId="d19317889db4c986" providerId="LiveId" clId="{A412FB96-BF6F-40EF-ADE5-984BCFF82236}" dt="2022-03-14T17:01:51.352" v="1259" actId="1076"/>
          <ac:spMkLst>
            <pc:docMk/>
            <pc:sldMk cId="1958136474" sldId="395"/>
            <ac:spMk id="11" creationId="{0B33813D-7B4E-47A6-B61F-A15651C1A1A4}"/>
          </ac:spMkLst>
        </pc:spChg>
        <pc:spChg chg="add del mod">
          <ac:chgData name="Zheng Fei" userId="d19317889db4c986" providerId="LiveId" clId="{A412FB96-BF6F-40EF-ADE5-984BCFF82236}" dt="2022-03-14T16:31:55.284" v="1118" actId="478"/>
          <ac:spMkLst>
            <pc:docMk/>
            <pc:sldMk cId="1958136474" sldId="395"/>
            <ac:spMk id="12" creationId="{27CA3D85-E87B-4885-B443-77A811BCE625}"/>
          </ac:spMkLst>
        </pc:spChg>
        <pc:graphicFrameChg chg="add mod">
          <ac:chgData name="Zheng Fei" userId="d19317889db4c986" providerId="LiveId" clId="{A412FB96-BF6F-40EF-ADE5-984BCFF82236}" dt="2022-03-14T17:01:51.352" v="1259" actId="1076"/>
          <ac:graphicFrameMkLst>
            <pc:docMk/>
            <pc:sldMk cId="1958136474" sldId="395"/>
            <ac:graphicFrameMk id="8" creationId="{22A82FB2-AD5B-492D-B65E-BF3292E9DA62}"/>
          </ac:graphicFrameMkLst>
        </pc:graphicFrameChg>
        <pc:graphicFrameChg chg="add mod">
          <ac:chgData name="Zheng Fei" userId="d19317889db4c986" providerId="LiveId" clId="{A412FB96-BF6F-40EF-ADE5-984BCFF82236}" dt="2022-03-14T17:01:51.352" v="1259" actId="1076"/>
          <ac:graphicFrameMkLst>
            <pc:docMk/>
            <pc:sldMk cId="1958136474" sldId="395"/>
            <ac:graphicFrameMk id="9" creationId="{2855A34A-3E9F-467F-A754-CBAFCB2AC3D5}"/>
          </ac:graphicFrameMkLst>
        </pc:graphicFrameChg>
      </pc:sldChg>
      <pc:sldChg chg="new add del">
        <pc:chgData name="Zheng Fei" userId="d19317889db4c986" providerId="LiveId" clId="{A412FB96-BF6F-40EF-ADE5-984BCFF82236}" dt="2022-03-14T16:39:31.357" v="1157" actId="47"/>
        <pc:sldMkLst>
          <pc:docMk/>
          <pc:sldMk cId="1295820838" sldId="396"/>
        </pc:sldMkLst>
      </pc:sldChg>
      <pc:sldChg chg="addSp delSp modSp new add del mod">
        <pc:chgData name="Zheng Fei" userId="d19317889db4c986" providerId="LiveId" clId="{A412FB96-BF6F-40EF-ADE5-984BCFF82236}" dt="2022-03-14T16:39:29.411" v="1156" actId="164"/>
        <pc:sldMkLst>
          <pc:docMk/>
          <pc:sldMk cId="1018369862" sldId="397"/>
        </pc:sldMkLst>
        <pc:spChg chg="add del mod">
          <ac:chgData name="Zheng Fei" userId="d19317889db4c986" providerId="LiveId" clId="{A412FB96-BF6F-40EF-ADE5-984BCFF82236}" dt="2022-03-14T16:39:29.411" v="1156" actId="164"/>
          <ac:spMkLst>
            <pc:docMk/>
            <pc:sldMk cId="1018369862" sldId="397"/>
            <ac:spMk id="4" creationId="{D6AC7F1F-5C48-4472-9323-BF45C4A6DD91}"/>
          </ac:spMkLst>
        </pc:spChg>
        <pc:grpChg chg="add mod">
          <ac:chgData name="Zheng Fei" userId="d19317889db4c986" providerId="LiveId" clId="{A412FB96-BF6F-40EF-ADE5-984BCFF82236}" dt="2022-03-14T16:39:29.411" v="1156" actId="164"/>
          <ac:grpSpMkLst>
            <pc:docMk/>
            <pc:sldMk cId="1018369862" sldId="397"/>
            <ac:grpSpMk id="5" creationId="{84A22BE9-2424-4956-8B71-4195E2A8033F}"/>
          </ac:grpSpMkLst>
        </pc:grpChg>
        <pc:picChg chg="add del mod">
          <ac:chgData name="Zheng Fei" userId="d19317889db4c986" providerId="LiveId" clId="{A412FB96-BF6F-40EF-ADE5-984BCFF82236}" dt="2022-03-14T16:39:29.411" v="1156" actId="164"/>
          <ac:picMkLst>
            <pc:docMk/>
            <pc:sldMk cId="1018369862" sldId="397"/>
            <ac:picMk id="3" creationId="{94685A9F-A719-4157-AFDE-15F8F438E7B8}"/>
          </ac:picMkLst>
        </pc:picChg>
      </pc:sldChg>
      <pc:sldMasterChg chg="addSp modSp modSldLayout">
        <pc:chgData name="Zheng Fei" userId="d19317889db4c986" providerId="LiveId" clId="{A412FB96-BF6F-40EF-ADE5-984BCFF82236}" dt="2022-03-14T17:01:02.907" v="1256"/>
        <pc:sldMasterMkLst>
          <pc:docMk/>
          <pc:sldMasterMk cId="764794170" sldId="2147483662"/>
        </pc:sldMasterMkLst>
        <pc:picChg chg="add mod">
          <ac:chgData name="Zheng Fei" userId="d19317889db4c986" providerId="LiveId" clId="{A412FB96-BF6F-40EF-ADE5-984BCFF82236}" dt="2022-03-14T17:00:51.725" v="1255"/>
          <ac:picMkLst>
            <pc:docMk/>
            <pc:sldMasterMk cId="764794170" sldId="2147483662"/>
            <ac:picMk id="8" creationId="{98C7A2E9-D8FC-46DD-8DB9-86E2E9CC635B}"/>
          </ac:picMkLst>
        </pc:picChg>
        <pc:sldLayoutChg chg="addSp modSp">
          <pc:chgData name="Zheng Fei" userId="d19317889db4c986" providerId="LiveId" clId="{A412FB96-BF6F-40EF-ADE5-984BCFF82236}" dt="2022-03-14T17:01:02.907" v="1256"/>
          <pc:sldLayoutMkLst>
            <pc:docMk/>
            <pc:sldMasterMk cId="764794170" sldId="2147483662"/>
            <pc:sldLayoutMk cId="830854461" sldId="2147483674"/>
          </pc:sldLayoutMkLst>
          <pc:picChg chg="add mod">
            <ac:chgData name="Zheng Fei" userId="d19317889db4c986" providerId="LiveId" clId="{A412FB96-BF6F-40EF-ADE5-984BCFF82236}" dt="2022-03-14T17:01:02.907" v="1256"/>
            <ac:picMkLst>
              <pc:docMk/>
              <pc:sldMasterMk cId="764794170" sldId="2147483662"/>
              <pc:sldLayoutMk cId="830854461" sldId="2147483674"/>
              <ac:picMk id="2" creationId="{FCBA444C-E7DC-4160-B7A1-CDCE5F29E3AE}"/>
            </ac:picMkLst>
          </pc:picChg>
        </pc:sldLayoutChg>
      </pc:sldMasterChg>
      <pc:sldMasterChg chg="del delSldLayout">
        <pc:chgData name="Zheng Fei" userId="d19317889db4c986" providerId="LiveId" clId="{A412FB96-BF6F-40EF-ADE5-984BCFF82236}" dt="2022-03-14T13:57:06.702" v="11" actId="47"/>
        <pc:sldMasterMkLst>
          <pc:docMk/>
          <pc:sldMasterMk cId="3758418966" sldId="2147483675"/>
        </pc:sldMasterMkLst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719391829" sldId="2147483676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175534368" sldId="2147483677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910683986" sldId="2147483678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029989236" sldId="2147483679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688315471" sldId="2147483680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708864079" sldId="2147483681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987489605" sldId="2147483682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483038726" sldId="2147483683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905298233" sldId="2147483684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3249450802" sldId="2147483685"/>
          </pc:sldLayoutMkLst>
        </pc:sldLayoutChg>
        <pc:sldLayoutChg chg="del">
          <pc:chgData name="Zheng Fei" userId="d19317889db4c986" providerId="LiveId" clId="{A412FB96-BF6F-40EF-ADE5-984BCFF82236}" dt="2022-03-14T13:57:06.702" v="11" actId="47"/>
          <pc:sldLayoutMkLst>
            <pc:docMk/>
            <pc:sldMasterMk cId="3758418966" sldId="2147483675"/>
            <pc:sldLayoutMk cId="202443802" sldId="2147483686"/>
          </pc:sldLayoutMkLst>
        </pc:sldLayoutChg>
      </pc:sldMasterChg>
    </pc:docChg>
  </pc:docChgLst>
  <pc:docChgLst>
    <pc:chgData name="Zheng Fei" userId="d19317889db4c986" providerId="LiveId" clId="{B844788A-5923-6B4B-98F8-1718F1A2D9CA}"/>
    <pc:docChg chg="custSel addSld delSld modSld">
      <pc:chgData name="Zheng Fei" userId="d19317889db4c986" providerId="LiveId" clId="{B844788A-5923-6B4B-98F8-1718F1A2D9CA}" dt="2023-02-09T12:16:25.667" v="20" actId="20577"/>
      <pc:docMkLst>
        <pc:docMk/>
      </pc:docMkLst>
      <pc:sldChg chg="del">
        <pc:chgData name="Zheng Fei" userId="d19317889db4c986" providerId="LiveId" clId="{B844788A-5923-6B4B-98F8-1718F1A2D9CA}" dt="2023-02-09T12:11:44.294" v="1" actId="2696"/>
        <pc:sldMkLst>
          <pc:docMk/>
          <pc:sldMk cId="4287553338" sldId="377"/>
        </pc:sldMkLst>
      </pc:sldChg>
      <pc:sldChg chg="modSp">
        <pc:chgData name="Zheng Fei" userId="d19317889db4c986" providerId="LiveId" clId="{B844788A-5923-6B4B-98F8-1718F1A2D9CA}" dt="2023-02-09T12:10:51.431" v="0" actId="20577"/>
        <pc:sldMkLst>
          <pc:docMk/>
          <pc:sldMk cId="2953135783" sldId="389"/>
        </pc:sldMkLst>
        <pc:spChg chg="mod">
          <ac:chgData name="Zheng Fei" userId="d19317889db4c986" providerId="LiveId" clId="{B844788A-5923-6B4B-98F8-1718F1A2D9CA}" dt="2023-02-09T12:10:51.431" v="0" actId="20577"/>
          <ac:spMkLst>
            <pc:docMk/>
            <pc:sldMk cId="2953135783" sldId="389"/>
            <ac:spMk id="2" creationId="{C7E282E0-B8D3-46EC-8B06-EF6CB7D6FB94}"/>
          </ac:spMkLst>
        </pc:spChg>
      </pc:sldChg>
      <pc:sldChg chg="delSp modSp mod">
        <pc:chgData name="Zheng Fei" userId="d19317889db4c986" providerId="LiveId" clId="{B844788A-5923-6B4B-98F8-1718F1A2D9CA}" dt="2023-02-09T12:15:31.997" v="5" actId="478"/>
        <pc:sldMkLst>
          <pc:docMk/>
          <pc:sldMk cId="3625832555" sldId="390"/>
        </pc:sldMkLst>
        <pc:spChg chg="del mod">
          <ac:chgData name="Zheng Fei" userId="d19317889db4c986" providerId="LiveId" clId="{B844788A-5923-6B4B-98F8-1718F1A2D9CA}" dt="2023-02-09T12:15:31.997" v="5" actId="478"/>
          <ac:spMkLst>
            <pc:docMk/>
            <pc:sldMk cId="3625832555" sldId="390"/>
            <ac:spMk id="5" creationId="{D5AA8889-966B-C9B2-92C8-CF93189CB612}"/>
          </ac:spMkLst>
        </pc:spChg>
      </pc:sldChg>
      <pc:sldChg chg="modSp mod">
        <pc:chgData name="Zheng Fei" userId="d19317889db4c986" providerId="LiveId" clId="{B844788A-5923-6B4B-98F8-1718F1A2D9CA}" dt="2023-02-09T12:15:28.175" v="4" actId="20577"/>
        <pc:sldMkLst>
          <pc:docMk/>
          <pc:sldMk cId="1958136474" sldId="395"/>
        </pc:sldMkLst>
        <pc:spChg chg="mod">
          <ac:chgData name="Zheng Fei" userId="d19317889db4c986" providerId="LiveId" clId="{B844788A-5923-6B4B-98F8-1718F1A2D9CA}" dt="2023-02-09T12:15:28.175" v="4" actId="20577"/>
          <ac:spMkLst>
            <pc:docMk/>
            <pc:sldMk cId="1958136474" sldId="395"/>
            <ac:spMk id="7" creationId="{5F683D7F-CCB7-302B-8CF0-8751B3BF8615}"/>
          </ac:spMkLst>
        </pc:spChg>
      </pc:sldChg>
      <pc:sldChg chg="modSp mod">
        <pc:chgData name="Zheng Fei" userId="d19317889db4c986" providerId="LiveId" clId="{B844788A-5923-6B4B-98F8-1718F1A2D9CA}" dt="2023-02-09T12:15:16.103" v="2" actId="20577"/>
        <pc:sldMkLst>
          <pc:docMk/>
          <pc:sldMk cId="1018369862" sldId="397"/>
        </pc:sldMkLst>
        <pc:spChg chg="mod">
          <ac:chgData name="Zheng Fei" userId="d19317889db4c986" providerId="LiveId" clId="{B844788A-5923-6B4B-98F8-1718F1A2D9CA}" dt="2023-02-09T12:15:16.103" v="2" actId="20577"/>
          <ac:spMkLst>
            <pc:docMk/>
            <pc:sldMk cId="1018369862" sldId="397"/>
            <ac:spMk id="7" creationId="{29E678B3-CAA6-9814-B610-B574B3F8B094}"/>
          </ac:spMkLst>
        </pc:spChg>
      </pc:sldChg>
      <pc:sldChg chg="modSp add mod">
        <pc:chgData name="Zheng Fei" userId="d19317889db4c986" providerId="LiveId" clId="{B844788A-5923-6B4B-98F8-1718F1A2D9CA}" dt="2023-02-09T12:16:25.667" v="20" actId="20577"/>
        <pc:sldMkLst>
          <pc:docMk/>
          <pc:sldMk cId="3752521652" sldId="1792"/>
        </pc:sldMkLst>
        <pc:spChg chg="mod">
          <ac:chgData name="Zheng Fei" userId="d19317889db4c986" providerId="LiveId" clId="{B844788A-5923-6B4B-98F8-1718F1A2D9CA}" dt="2023-02-09T12:16:25.667" v="20" actId="20577"/>
          <ac:spMkLst>
            <pc:docMk/>
            <pc:sldMk cId="3752521652" sldId="1792"/>
            <ac:spMk id="4" creationId="{3563B0F5-5090-2DCF-6AD2-EDAF01C58245}"/>
          </ac:spMkLst>
        </pc:spChg>
      </pc:sldChg>
    </pc:docChg>
  </pc:docChgLst>
  <pc:docChgLst>
    <pc:chgData name="Zheng Fei" userId="d19317889db4c986" providerId="LiveId" clId="{0FB15DA0-5C26-374C-8681-31199B622A35}"/>
    <pc:docChg chg="undo custSel addSld delSld modSld modMainMaster modNotesMaster modHandout">
      <pc:chgData name="Zheng Fei" userId="d19317889db4c986" providerId="LiveId" clId="{0FB15DA0-5C26-374C-8681-31199B622A35}" dt="2022-12-10T02:06:46.587" v="1589"/>
      <pc:docMkLst>
        <pc:docMk/>
      </pc:docMkLst>
      <pc:sldChg chg="del">
        <pc:chgData name="Zheng Fei" userId="d19317889db4c986" providerId="LiveId" clId="{0FB15DA0-5C26-374C-8681-31199B622A35}" dt="2022-12-08T13:05:43.651" v="0" actId="2696"/>
        <pc:sldMkLst>
          <pc:docMk/>
          <pc:sldMk cId="0" sldId="282"/>
        </pc:sldMkLst>
      </pc:sldChg>
      <pc:sldChg chg="addSp delSp modSp add mod modTransition">
        <pc:chgData name="Zheng Fei" userId="d19317889db4c986" providerId="LiveId" clId="{0FB15DA0-5C26-374C-8681-31199B622A35}" dt="2022-12-09T06:25:18.258" v="1551"/>
        <pc:sldMkLst>
          <pc:docMk/>
          <pc:sldMk cId="4287553338" sldId="377"/>
        </pc:sldMkLst>
        <pc:spChg chg="mod">
          <ac:chgData name="Zheng Fei" userId="d19317889db4c986" providerId="LiveId" clId="{0FB15DA0-5C26-374C-8681-31199B622A35}" dt="2022-12-09T06:13:31.889" v="1218" actId="14100"/>
          <ac:spMkLst>
            <pc:docMk/>
            <pc:sldMk cId="4287553338" sldId="377"/>
            <ac:spMk id="5" creationId="{5F1814E6-7D3B-2D81-A289-EAD019FF0A81}"/>
          </ac:spMkLst>
        </pc:spChg>
        <pc:spChg chg="mod">
          <ac:chgData name="Zheng Fei" userId="d19317889db4c986" providerId="LiveId" clId="{0FB15DA0-5C26-374C-8681-31199B622A35}" dt="2022-12-09T06:13:26.141" v="1217" actId="1038"/>
          <ac:spMkLst>
            <pc:docMk/>
            <pc:sldMk cId="4287553338" sldId="377"/>
            <ac:spMk id="7" creationId="{A7FBBC43-70E0-71F8-00B7-1DCC64D333ED}"/>
          </ac:spMkLst>
        </pc:spChg>
        <pc:spChg chg="mod">
          <ac:chgData name="Zheng Fei" userId="d19317889db4c986" providerId="LiveId" clId="{0FB15DA0-5C26-374C-8681-31199B622A35}" dt="2022-12-09T06:13:24.074" v="1215" actId="1038"/>
          <ac:spMkLst>
            <pc:docMk/>
            <pc:sldMk cId="4287553338" sldId="377"/>
            <ac:spMk id="9" creationId="{29F38E90-2CFE-CDC3-E7C4-9BB9809013B4}"/>
          </ac:spMkLst>
        </pc:spChg>
        <pc:spChg chg="mod">
          <ac:chgData name="Zheng Fei" userId="d19317889db4c986" providerId="LiveId" clId="{0FB15DA0-5C26-374C-8681-31199B622A35}" dt="2022-12-09T06:13:34.671" v="1219" actId="14100"/>
          <ac:spMkLst>
            <pc:docMk/>
            <pc:sldMk cId="4287553338" sldId="377"/>
            <ac:spMk id="10" creationId="{FE7A0E4B-9735-1491-C1A9-7F578813FCB6}"/>
          </ac:spMkLst>
        </pc:spChg>
        <pc:spChg chg="mod">
          <ac:chgData name="Zheng Fei" userId="d19317889db4c986" providerId="LiveId" clId="{0FB15DA0-5C26-374C-8681-31199B622A35}" dt="2022-12-09T06:12:54.282" v="1193" actId="1038"/>
          <ac:spMkLst>
            <pc:docMk/>
            <pc:sldMk cId="4287553338" sldId="377"/>
            <ac:spMk id="12" creationId="{4D836EB6-5DB4-BAE4-C7BE-817F63203E54}"/>
          </ac:spMkLst>
        </pc:spChg>
        <pc:spChg chg="mod">
          <ac:chgData name="Zheng Fei" userId="d19317889db4c986" providerId="LiveId" clId="{0FB15DA0-5C26-374C-8681-31199B622A35}" dt="2022-12-09T06:13:21.937" v="1211" actId="1038"/>
          <ac:spMkLst>
            <pc:docMk/>
            <pc:sldMk cId="4287553338" sldId="377"/>
            <ac:spMk id="13" creationId="{E1DFAF93-B2A6-254A-2E95-36529E5F7123}"/>
          </ac:spMkLst>
        </pc:spChg>
        <pc:inkChg chg="del">
          <ac:chgData name="Zheng Fei" userId="d19317889db4c986" providerId="LiveId" clId="{0FB15DA0-5C26-374C-8681-31199B622A35}" dt="2022-12-09T06:14:55.498" v="1227"/>
          <ac:inkMkLst>
            <pc:docMk/>
            <pc:sldMk cId="4287553338" sldId="377"/>
            <ac:inkMk id="15" creationId="{81BB3915-9596-107A-D9D8-A2A13719BA9D}"/>
          </ac:inkMkLst>
        </pc:inkChg>
        <pc:inkChg chg="add del">
          <ac:chgData name="Zheng Fei" userId="d19317889db4c986" providerId="LiveId" clId="{0FB15DA0-5C26-374C-8681-31199B622A35}" dt="2022-12-08T13:21:30.046" v="217" actId="9405"/>
          <ac:inkMkLst>
            <pc:docMk/>
            <pc:sldMk cId="4287553338" sldId="377"/>
            <ac:inkMk id="16" creationId="{07289F7C-8DA2-D92F-2C39-5EF6AB36EF48}"/>
          </ac:inkMkLst>
        </pc:inkChg>
        <pc:inkChg chg="add del">
          <ac:chgData name="Zheng Fei" userId="d19317889db4c986" providerId="LiveId" clId="{0FB15DA0-5C26-374C-8681-31199B622A35}" dt="2022-12-09T06:14:04.680" v="1221" actId="9405"/>
          <ac:inkMkLst>
            <pc:docMk/>
            <pc:sldMk cId="4287553338" sldId="377"/>
            <ac:inkMk id="16" creationId="{4E201137-945C-D3DB-6F32-3AF51B4E3BB6}"/>
          </ac:inkMkLst>
        </pc:inkChg>
        <pc:inkChg chg="add del">
          <ac:chgData name="Zheng Fei" userId="d19317889db4c986" providerId="LiveId" clId="{0FB15DA0-5C26-374C-8681-31199B622A35}" dt="2022-12-08T13:21:28.574" v="216"/>
          <ac:inkMkLst>
            <pc:docMk/>
            <pc:sldMk cId="4287553338" sldId="377"/>
            <ac:inkMk id="17" creationId="{161D960D-1D4D-9BB8-36E2-0410DE5A5695}"/>
          </ac:inkMkLst>
        </pc:inkChg>
        <pc:inkChg chg="add del">
          <ac:chgData name="Zheng Fei" userId="d19317889db4c986" providerId="LiveId" clId="{0FB15DA0-5C26-374C-8681-31199B622A35}" dt="2022-12-09T06:14:55.498" v="1228"/>
          <ac:inkMkLst>
            <pc:docMk/>
            <pc:sldMk cId="4287553338" sldId="377"/>
            <ac:inkMk id="17" creationId="{84968E98-33A6-4EB2-C50A-85EE9D4293ED}"/>
          </ac:inkMkLst>
        </pc:inkChg>
        <pc:inkChg chg="add del">
          <ac:chgData name="Zheng Fei" userId="d19317889db4c986" providerId="LiveId" clId="{0FB15DA0-5C26-374C-8681-31199B622A35}" dt="2022-12-09T06:14:55.497" v="1226"/>
          <ac:inkMkLst>
            <pc:docMk/>
            <pc:sldMk cId="4287553338" sldId="377"/>
            <ac:inkMk id="21" creationId="{5744E60E-1116-9353-42BE-F65BD22472E6}"/>
          </ac:inkMkLst>
        </pc:inkChg>
        <pc:inkChg chg="add del">
          <ac:chgData name="Zheng Fei" userId="d19317889db4c986" providerId="LiveId" clId="{0FB15DA0-5C26-374C-8681-31199B622A35}" dt="2022-12-08T13:21:28.574" v="216"/>
          <ac:inkMkLst>
            <pc:docMk/>
            <pc:sldMk cId="4287553338" sldId="377"/>
            <ac:inkMk id="21" creationId="{CE6CF0CD-8CA6-0472-7EDE-BAE0B47D2F34}"/>
          </ac:inkMkLst>
        </pc:inkChg>
        <pc:inkChg chg="add del">
          <ac:chgData name="Zheng Fei" userId="d19317889db4c986" providerId="LiveId" clId="{0FB15DA0-5C26-374C-8681-31199B622A35}" dt="2022-12-08T13:21:53.017" v="223" actId="9405"/>
          <ac:inkMkLst>
            <pc:docMk/>
            <pc:sldMk cId="4287553338" sldId="377"/>
            <ac:inkMk id="22" creationId="{E2A7E634-630F-14B3-DCB3-2D1E8C99CAEC}"/>
          </ac:inkMkLst>
        </pc:inkChg>
        <pc:inkChg chg="add del">
          <ac:chgData name="Zheng Fei" userId="d19317889db4c986" providerId="LiveId" clId="{0FB15DA0-5C26-374C-8681-31199B622A35}" dt="2022-12-09T06:14:55.496" v="1225"/>
          <ac:inkMkLst>
            <pc:docMk/>
            <pc:sldMk cId="4287553338" sldId="377"/>
            <ac:inkMk id="22" creationId="{E4F34D4E-4D9D-7E6B-625E-A40A598942CC}"/>
          </ac:inkMkLst>
        </pc:inkChg>
        <pc:inkChg chg="add del">
          <ac:chgData name="Zheng Fei" userId="d19317889db4c986" providerId="LiveId" clId="{0FB15DA0-5C26-374C-8681-31199B622A35}" dt="2022-12-08T13:21:52.433" v="222" actId="9405"/>
          <ac:inkMkLst>
            <pc:docMk/>
            <pc:sldMk cId="4287553338" sldId="377"/>
            <ac:inkMk id="23" creationId="{B49D81C6-8557-8DA5-5EED-A7049F38343D}"/>
          </ac:inkMkLst>
        </pc:inkChg>
        <pc:inkChg chg="add">
          <ac:chgData name="Zheng Fei" userId="d19317889db4c986" providerId="LiveId" clId="{0FB15DA0-5C26-374C-8681-31199B622A35}" dt="2022-12-09T06:15:11.971" v="1229" actId="9405"/>
          <ac:inkMkLst>
            <pc:docMk/>
            <pc:sldMk cId="4287553338" sldId="377"/>
            <ac:inkMk id="23" creationId="{D760D7C2-9163-6C59-6F20-FF6994B2F24D}"/>
          </ac:inkMkLst>
        </pc:inkChg>
        <pc:inkChg chg="add del">
          <ac:chgData name="Zheng Fei" userId="d19317889db4c986" providerId="LiveId" clId="{0FB15DA0-5C26-374C-8681-31199B622A35}" dt="2022-12-08T13:21:52.053" v="221" actId="9405"/>
          <ac:inkMkLst>
            <pc:docMk/>
            <pc:sldMk cId="4287553338" sldId="377"/>
            <ac:inkMk id="24" creationId="{9C43F149-B31E-8497-6AD3-F06CCE721988}"/>
          </ac:inkMkLst>
        </pc:inkChg>
        <pc:inkChg chg="add del">
          <ac:chgData name="Zheng Fei" userId="d19317889db4c986" providerId="LiveId" clId="{0FB15DA0-5C26-374C-8681-31199B622A35}" dt="2022-12-08T13:22:13.999" v="241" actId="9405"/>
          <ac:inkMkLst>
            <pc:docMk/>
            <pc:sldMk cId="4287553338" sldId="377"/>
            <ac:inkMk id="25" creationId="{4F93DEFA-07F9-8CEB-A7A7-7315D3F7EC1F}"/>
          </ac:inkMkLst>
        </pc:inkChg>
        <pc:inkChg chg="add del">
          <ac:chgData name="Zheng Fei" userId="d19317889db4c986" providerId="LiveId" clId="{0FB15DA0-5C26-374C-8681-31199B622A35}" dt="2022-12-08T13:22:13.704" v="240" actId="9405"/>
          <ac:inkMkLst>
            <pc:docMk/>
            <pc:sldMk cId="4287553338" sldId="377"/>
            <ac:inkMk id="26" creationId="{892F357C-0544-E8B2-9FF4-3678D2032D91}"/>
          </ac:inkMkLst>
        </pc:inkChg>
        <pc:inkChg chg="add del">
          <ac:chgData name="Zheng Fei" userId="d19317889db4c986" providerId="LiveId" clId="{0FB15DA0-5C26-374C-8681-31199B622A35}" dt="2022-12-08T13:22:13.465" v="239" actId="9405"/>
          <ac:inkMkLst>
            <pc:docMk/>
            <pc:sldMk cId="4287553338" sldId="377"/>
            <ac:inkMk id="27" creationId="{F522594B-EB65-FCB3-AFFF-ACB872E29BFD}"/>
          </ac:inkMkLst>
        </pc:inkChg>
        <pc:inkChg chg="add del">
          <ac:chgData name="Zheng Fei" userId="d19317889db4c986" providerId="LiveId" clId="{0FB15DA0-5C26-374C-8681-31199B622A35}" dt="2022-12-08T13:22:13.267" v="238" actId="9405"/>
          <ac:inkMkLst>
            <pc:docMk/>
            <pc:sldMk cId="4287553338" sldId="377"/>
            <ac:inkMk id="28" creationId="{1852720E-84C9-BBB1-4379-7AFE7CED0047}"/>
          </ac:inkMkLst>
        </pc:inkChg>
        <pc:inkChg chg="add del">
          <ac:chgData name="Zheng Fei" userId="d19317889db4c986" providerId="LiveId" clId="{0FB15DA0-5C26-374C-8681-31199B622A35}" dt="2022-12-08T13:22:13.062" v="237" actId="9405"/>
          <ac:inkMkLst>
            <pc:docMk/>
            <pc:sldMk cId="4287553338" sldId="377"/>
            <ac:inkMk id="29" creationId="{8A743BF8-87E3-2073-00B3-2A6B4451296F}"/>
          </ac:inkMkLst>
        </pc:inkChg>
        <pc:inkChg chg="add del">
          <ac:chgData name="Zheng Fei" userId="d19317889db4c986" providerId="LiveId" clId="{0FB15DA0-5C26-374C-8681-31199B622A35}" dt="2022-12-08T13:22:12.852" v="236" actId="9405"/>
          <ac:inkMkLst>
            <pc:docMk/>
            <pc:sldMk cId="4287553338" sldId="377"/>
            <ac:inkMk id="30" creationId="{B80905F1-7909-84F2-5002-E732801648B0}"/>
          </ac:inkMkLst>
        </pc:inkChg>
        <pc:inkChg chg="add del">
          <ac:chgData name="Zheng Fei" userId="d19317889db4c986" providerId="LiveId" clId="{0FB15DA0-5C26-374C-8681-31199B622A35}" dt="2022-12-08T13:22:12.684" v="235" actId="9405"/>
          <ac:inkMkLst>
            <pc:docMk/>
            <pc:sldMk cId="4287553338" sldId="377"/>
            <ac:inkMk id="31" creationId="{06E06781-96DF-CA28-F7AA-A875EE3C4DB8}"/>
          </ac:inkMkLst>
        </pc:inkChg>
        <pc:inkChg chg="add del">
          <ac:chgData name="Zheng Fei" userId="d19317889db4c986" providerId="LiveId" clId="{0FB15DA0-5C26-374C-8681-31199B622A35}" dt="2022-12-08T13:22:12.447" v="234" actId="9405"/>
          <ac:inkMkLst>
            <pc:docMk/>
            <pc:sldMk cId="4287553338" sldId="377"/>
            <ac:inkMk id="32" creationId="{49305555-72FF-85BF-7B72-6DCD6EF2409D}"/>
          </ac:inkMkLst>
        </pc:inkChg>
        <pc:inkChg chg="add del">
          <ac:chgData name="Zheng Fei" userId="d19317889db4c986" providerId="LiveId" clId="{0FB15DA0-5C26-374C-8681-31199B622A35}" dt="2022-12-08T13:22:12.047" v="233" actId="9405"/>
          <ac:inkMkLst>
            <pc:docMk/>
            <pc:sldMk cId="4287553338" sldId="377"/>
            <ac:inkMk id="33" creationId="{9CE72F3A-FEE9-E38E-CE40-7653B5400FA0}"/>
          </ac:inkMkLst>
        </pc:inkChg>
        <pc:inkChg chg="add del">
          <ac:chgData name="Zheng Fei" userId="d19317889db4c986" providerId="LiveId" clId="{0FB15DA0-5C26-374C-8681-31199B622A35}" dt="2022-12-08T13:22:31.215" v="244"/>
          <ac:inkMkLst>
            <pc:docMk/>
            <pc:sldMk cId="4287553338" sldId="377"/>
            <ac:inkMk id="34" creationId="{1A6DBD6F-34C6-DB31-5554-630245353079}"/>
          </ac:inkMkLst>
        </pc:inkChg>
        <pc:inkChg chg="add del">
          <ac:chgData name="Zheng Fei" userId="d19317889db4c986" providerId="LiveId" clId="{0FB15DA0-5C26-374C-8681-31199B622A35}" dt="2022-12-08T13:22:31.695" v="245"/>
          <ac:inkMkLst>
            <pc:docMk/>
            <pc:sldMk cId="4287553338" sldId="377"/>
            <ac:inkMk id="35" creationId="{454FDCE7-2B6E-7C5E-EC48-1E0E23EE834E}"/>
          </ac:inkMkLst>
        </pc:inkChg>
      </pc:sldChg>
      <pc:sldChg chg="addSp modSp mod modTransition">
        <pc:chgData name="Zheng Fei" userId="d19317889db4c986" providerId="LiveId" clId="{0FB15DA0-5C26-374C-8681-31199B622A35}" dt="2022-12-09T06:25:23.157" v="1552"/>
        <pc:sldMkLst>
          <pc:docMk/>
          <pc:sldMk cId="221761113" sldId="382"/>
        </pc:sldMkLst>
        <pc:spChg chg="add mod">
          <ac:chgData name="Zheng Fei" userId="d19317889db4c986" providerId="LiveId" clId="{0FB15DA0-5C26-374C-8681-31199B622A35}" dt="2022-12-08T13:18:53.010" v="185" actId="1076"/>
          <ac:spMkLst>
            <pc:docMk/>
            <pc:sldMk cId="221761113" sldId="382"/>
            <ac:spMk id="3" creationId="{A45BD863-D656-4AA7-8C26-2FD69A5478FC}"/>
          </ac:spMkLst>
        </pc:spChg>
        <pc:spChg chg="mod">
          <ac:chgData name="Zheng Fei" userId="d19317889db4c986" providerId="LiveId" clId="{0FB15DA0-5C26-374C-8681-31199B622A35}" dt="2022-12-08T13:23:35.501" v="253" actId="207"/>
          <ac:spMkLst>
            <pc:docMk/>
            <pc:sldMk cId="221761113" sldId="382"/>
            <ac:spMk id="4" creationId="{2FAF8B0D-33E1-48CE-9B9E-CBA8583D7E14}"/>
          </ac:spMkLst>
        </pc:spChg>
        <pc:spChg chg="mod">
          <ac:chgData name="Zheng Fei" userId="d19317889db4c986" providerId="LiveId" clId="{0FB15DA0-5C26-374C-8681-31199B622A35}" dt="2022-12-08T13:23:41.958" v="254" actId="207"/>
          <ac:spMkLst>
            <pc:docMk/>
            <pc:sldMk cId="221761113" sldId="382"/>
            <ac:spMk id="5" creationId="{D199A726-7A88-44B8-B617-C908C303B2CC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7" creationId="{05144350-80E9-4AC4-90F5-C68D083D136D}"/>
          </ac:spMkLst>
        </pc:spChg>
        <pc:spChg chg="mod">
          <ac:chgData name="Zheng Fei" userId="d19317889db4c986" providerId="LiveId" clId="{0FB15DA0-5C26-374C-8681-31199B622A35}" dt="2022-12-09T05:48:48.109" v="704" actId="1035"/>
          <ac:spMkLst>
            <pc:docMk/>
            <pc:sldMk cId="221761113" sldId="382"/>
            <ac:spMk id="8" creationId="{EBFE683E-6B8E-4690-86E5-08D0A5552021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9" creationId="{2ACA2423-3D52-4016-8E4D-0E8364ACFEE7}"/>
          </ac:spMkLst>
        </pc:spChg>
        <pc:spChg chg="mod">
          <ac:chgData name="Zheng Fei" userId="d19317889db4c986" providerId="LiveId" clId="{0FB15DA0-5C26-374C-8681-31199B622A35}" dt="2022-12-09T05:48:43.308" v="699" actId="12789"/>
          <ac:spMkLst>
            <pc:docMk/>
            <pc:sldMk cId="221761113" sldId="382"/>
            <ac:spMk id="10" creationId="{870993DE-54E8-42F3-862D-148B1C1F2A08}"/>
          </ac:spMkLst>
        </pc:spChg>
        <pc:spChg chg="mod">
          <ac:chgData name="Zheng Fei" userId="d19317889db4c986" providerId="LiveId" clId="{0FB15DA0-5C26-374C-8681-31199B622A35}" dt="2022-12-08T13:16:44.721" v="150" actId="1076"/>
          <ac:spMkLst>
            <pc:docMk/>
            <pc:sldMk cId="221761113" sldId="382"/>
            <ac:spMk id="18" creationId="{9AF677D4-A7E8-4A45-9901-420F4F5967CC}"/>
          </ac:spMkLst>
        </pc:spChg>
        <pc:cxnChg chg="add mod">
          <ac:chgData name="Zheng Fei" userId="d19317889db4c986" providerId="LiveId" clId="{0FB15DA0-5C26-374C-8681-31199B622A35}" dt="2022-12-08T13:13:26.563" v="106"/>
          <ac:cxnSpMkLst>
            <pc:docMk/>
            <pc:sldMk cId="221761113" sldId="382"/>
            <ac:cxnSpMk id="2" creationId="{0E10752E-92B7-D3B5-23A1-E04A694B8896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24.876" v="1553"/>
        <pc:sldMkLst>
          <pc:docMk/>
          <pc:sldMk cId="655954987" sldId="383"/>
        </pc:sldMkLst>
        <pc:spChg chg="del mod">
          <ac:chgData name="Zheng Fei" userId="d19317889db4c986" providerId="LiveId" clId="{0FB15DA0-5C26-374C-8681-31199B622A35}" dt="2022-12-08T13:18:48.093" v="181" actId="478"/>
          <ac:spMkLst>
            <pc:docMk/>
            <pc:sldMk cId="655954987" sldId="383"/>
            <ac:spMk id="4" creationId="{4527E1BB-6636-4951-990F-A29E232990DA}"/>
          </ac:spMkLst>
        </pc:spChg>
        <pc:spChg chg="add mod">
          <ac:chgData name="Zheng Fei" userId="d19317889db4c986" providerId="LiveId" clId="{0FB15DA0-5C26-374C-8681-31199B622A35}" dt="2022-12-09T05:48:59.804" v="705" actId="255"/>
          <ac:spMkLst>
            <pc:docMk/>
            <pc:sldMk cId="655954987" sldId="383"/>
            <ac:spMk id="4" creationId="{DBC4F56D-2D30-BF44-A11B-81596013970B}"/>
          </ac:spMkLst>
        </pc:spChg>
        <pc:spChg chg="add del">
          <ac:chgData name="Zheng Fei" userId="d19317889db4c986" providerId="LiveId" clId="{0FB15DA0-5C26-374C-8681-31199B622A35}" dt="2022-12-08T13:18:50.244" v="183" actId="22"/>
          <ac:spMkLst>
            <pc:docMk/>
            <pc:sldMk cId="655954987" sldId="383"/>
            <ac:spMk id="6" creationId="{F7586C58-4701-C038-CEEA-3574A905B122}"/>
          </ac:spMkLst>
        </pc:spChg>
        <pc:spChg chg="add mod">
          <ac:chgData name="Zheng Fei" userId="d19317889db4c986" providerId="LiveId" clId="{0FB15DA0-5C26-374C-8681-31199B622A35}" dt="2022-12-08T13:19:03.283" v="207" actId="20577"/>
          <ac:spMkLst>
            <pc:docMk/>
            <pc:sldMk cId="655954987" sldId="383"/>
            <ac:spMk id="8" creationId="{48A9BCC9-0CE3-FFD7-BAEF-C19E5C01261D}"/>
          </ac:spMkLst>
        </pc:spChg>
        <pc:spChg chg="add del mod">
          <ac:chgData name="Zheng Fei" userId="d19317889db4c986" providerId="LiveId" clId="{0FB15DA0-5C26-374C-8681-31199B622A35}" dt="2022-12-09T05:35:20.176" v="452" actId="21"/>
          <ac:spMkLst>
            <pc:docMk/>
            <pc:sldMk cId="655954987" sldId="383"/>
            <ac:spMk id="9" creationId="{4A59970C-7446-E4E2-B8AB-8AF539481101}"/>
          </ac:spMkLst>
        </pc:spChg>
        <pc:picChg chg="del mod">
          <ac:chgData name="Zheng Fei" userId="d19317889db4c986" providerId="LiveId" clId="{0FB15DA0-5C26-374C-8681-31199B622A35}" dt="2022-12-09T05:28:15.529" v="315" actId="478"/>
          <ac:picMkLst>
            <pc:docMk/>
            <pc:sldMk cId="655954987" sldId="383"/>
            <ac:picMk id="3" creationId="{F0BE729E-E188-4A2D-8AF1-6132672EC358}"/>
          </ac:picMkLst>
        </pc:picChg>
        <pc:picChg chg="del mod">
          <ac:chgData name="Zheng Fei" userId="d19317889db4c986" providerId="LiveId" clId="{0FB15DA0-5C26-374C-8681-31199B622A35}" dt="2022-12-09T05:29:48.222" v="337" actId="478"/>
          <ac:picMkLst>
            <pc:docMk/>
            <pc:sldMk cId="655954987" sldId="383"/>
            <ac:picMk id="5" creationId="{DE5310C7-4DAE-42A9-B3C7-60B04822BDE4}"/>
          </ac:picMkLst>
        </pc:picChg>
        <pc:cxnChg chg="add mod">
          <ac:chgData name="Zheng Fei" userId="d19317889db4c986" providerId="LiveId" clId="{0FB15DA0-5C26-374C-8681-31199B622A35}" dt="2022-12-08T13:18:56.794" v="186"/>
          <ac:cxnSpMkLst>
            <pc:docMk/>
            <pc:sldMk cId="655954987" sldId="383"/>
            <ac:cxnSpMk id="7" creationId="{6AD8D0A0-DAB6-B819-9A02-7ACFA720E895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3.190" v="1555"/>
        <pc:sldMkLst>
          <pc:docMk/>
          <pc:sldMk cId="809317833" sldId="385"/>
        </pc:sldMkLst>
        <pc:spChg chg="add mod">
          <ac:chgData name="Zheng Fei" userId="d19317889db4c986" providerId="LiveId" clId="{0FB15DA0-5C26-374C-8681-31199B622A35}" dt="2022-12-09T05:41:02.433" v="534"/>
          <ac:spMkLst>
            <pc:docMk/>
            <pc:sldMk cId="809317833" sldId="385"/>
            <ac:spMk id="3" creationId="{0ED1633D-43D3-1DE9-ABCC-C641BC44E80F}"/>
          </ac:spMkLst>
        </pc:spChg>
        <pc:spChg chg="add mod">
          <ac:chgData name="Zheng Fei" userId="d19317889db4c986" providerId="LiveId" clId="{0FB15DA0-5C26-374C-8681-31199B622A35}" dt="2022-12-09T05:54:11.455" v="791" actId="1076"/>
          <ac:spMkLst>
            <pc:docMk/>
            <pc:sldMk cId="809317833" sldId="385"/>
            <ac:spMk id="5" creationId="{38730016-666C-4653-97D3-A39D0495D0EC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6" creationId="{107438EA-D9A4-3031-F4EA-4117E00B5ACD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7" creationId="{1C1B6DDD-3BB0-D152-5A4A-2D4880464131}"/>
          </ac:spMkLst>
        </pc:spChg>
        <pc:spChg chg="add del">
          <ac:chgData name="Zheng Fei" userId="d19317889db4c986" providerId="LiveId" clId="{0FB15DA0-5C26-374C-8681-31199B622A35}" dt="2022-12-09T05:56:26.143" v="858" actId="22"/>
          <ac:spMkLst>
            <pc:docMk/>
            <pc:sldMk cId="809317833" sldId="385"/>
            <ac:spMk id="9" creationId="{A805B2B7-1415-99E0-554D-46DDAAAE2F18}"/>
          </ac:spMkLst>
        </pc:spChg>
        <pc:spChg chg="add del mod">
          <ac:chgData name="Zheng Fei" userId="d19317889db4c986" providerId="LiveId" clId="{0FB15DA0-5C26-374C-8681-31199B622A35}" dt="2022-12-09T05:56:36.307" v="862"/>
          <ac:spMkLst>
            <pc:docMk/>
            <pc:sldMk cId="809317833" sldId="385"/>
            <ac:spMk id="10" creationId="{27B9E510-F3E0-7502-27A8-CA8B2BBA15F2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11" creationId="{E5BA83B0-2DA4-F579-1CF7-8E1CB1E2FFB8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12" creationId="{9DBFC710-263A-9906-9E0F-B8EC5B28F478}"/>
          </ac:spMkLst>
        </pc:spChg>
        <pc:spChg chg="mod">
          <ac:chgData name="Zheng Fei" userId="d19317889db4c986" providerId="LiveId" clId="{0FB15DA0-5C26-374C-8681-31199B622A35}" dt="2022-12-09T05:53:06.397" v="781"/>
          <ac:spMkLst>
            <pc:docMk/>
            <pc:sldMk cId="809317833" sldId="385"/>
            <ac:spMk id="17" creationId="{3652BF7A-0519-4536-8B93-711E8F36230F}"/>
          </ac:spMkLst>
        </pc:spChg>
        <pc:spChg chg="mod">
          <ac:chgData name="Zheng Fei" userId="d19317889db4c986" providerId="LiveId" clId="{0FB15DA0-5C26-374C-8681-31199B622A35}" dt="2022-12-09T05:59:35.297" v="937" actId="255"/>
          <ac:spMkLst>
            <pc:docMk/>
            <pc:sldMk cId="809317833" sldId="385"/>
            <ac:spMk id="21" creationId="{98B8E6E4-5723-467B-BEA5-831E6F7BDA59}"/>
          </ac:spMkLst>
        </pc:spChg>
        <pc:spChg chg="add del mod">
          <ac:chgData name="Zheng Fei" userId="d19317889db4c986" providerId="LiveId" clId="{0FB15DA0-5C26-374C-8681-31199B622A35}" dt="2022-12-09T05:58:04.878" v="895"/>
          <ac:spMkLst>
            <pc:docMk/>
            <pc:sldMk cId="809317833" sldId="385"/>
            <ac:spMk id="22" creationId="{7448B689-2957-24B6-D05D-57FD730C12C3}"/>
          </ac:spMkLst>
        </pc:spChg>
        <pc:spChg chg="add mod">
          <ac:chgData name="Zheng Fei" userId="d19317889db4c986" providerId="LiveId" clId="{0FB15DA0-5C26-374C-8681-31199B622A35}" dt="2022-12-09T05:59:27.826" v="936" actId="1076"/>
          <ac:spMkLst>
            <pc:docMk/>
            <pc:sldMk cId="809317833" sldId="385"/>
            <ac:spMk id="24" creationId="{85CA338E-FE9D-D91B-B502-7F38397FCC76}"/>
          </ac:spMkLst>
        </pc:spChg>
        <pc:grpChg chg="del mod">
          <ac:chgData name="Zheng Fei" userId="d19317889db4c986" providerId="LiveId" clId="{0FB15DA0-5C26-374C-8681-31199B622A35}" dt="2022-12-09T05:59:38.834" v="938" actId="478"/>
          <ac:grpSpMkLst>
            <pc:docMk/>
            <pc:sldMk cId="809317833" sldId="385"/>
            <ac:grpSpMk id="19" creationId="{BE4F8971-CBB4-4FA5-A489-9B2156643086}"/>
          </ac:grpSpMkLst>
        </pc:grpChg>
        <pc:graphicFrameChg chg="del mod">
          <ac:chgData name="Zheng Fei" userId="d19317889db4c986" providerId="LiveId" clId="{0FB15DA0-5C26-374C-8681-31199B622A35}" dt="2022-12-09T05:59:42.867" v="939" actId="478"/>
          <ac:graphicFrameMkLst>
            <pc:docMk/>
            <pc:sldMk cId="809317833" sldId="385"/>
            <ac:graphicFrameMk id="13" creationId="{545B527A-5B8C-43F6-A6A0-664A8F3627E0}"/>
          </ac:graphicFrameMkLst>
        </pc:graphicFrameChg>
        <pc:graphicFrameChg chg="del mod">
          <ac:chgData name="Zheng Fei" userId="d19317889db4c986" providerId="LiveId" clId="{0FB15DA0-5C26-374C-8681-31199B622A35}" dt="2022-12-09T05:55:34.013" v="831" actId="478"/>
          <ac:graphicFrameMkLst>
            <pc:docMk/>
            <pc:sldMk cId="809317833" sldId="385"/>
            <ac:graphicFrameMk id="14" creationId="{874BAC03-9595-498E-9AE7-85E4D7F9D72F}"/>
          </ac:graphicFrameMkLst>
        </pc:graphicFrameChg>
        <pc:graphicFrameChg chg="del mod">
          <ac:chgData name="Zheng Fei" userId="d19317889db4c986" providerId="LiveId" clId="{0FB15DA0-5C26-374C-8681-31199B622A35}" dt="2022-12-09T05:56:11.991" v="854" actId="478"/>
          <ac:graphicFrameMkLst>
            <pc:docMk/>
            <pc:sldMk cId="809317833" sldId="385"/>
            <ac:graphicFrameMk id="15" creationId="{F3C614F8-A0CD-40CD-B1CB-2FD55F766EF9}"/>
          </ac:graphicFrameMkLst>
        </pc:graphicFrameChg>
        <pc:graphicFrameChg chg="add del mod">
          <ac:chgData name="Zheng Fei" userId="d19317889db4c986" providerId="LiveId" clId="{0FB15DA0-5C26-374C-8681-31199B622A35}" dt="2022-12-09T05:57:07.849" v="877" actId="478"/>
          <ac:graphicFrameMkLst>
            <pc:docMk/>
            <pc:sldMk cId="809317833" sldId="385"/>
            <ac:graphicFrameMk id="16" creationId="{C60022A8-50C7-4ED0-9BB2-35534069799C}"/>
          </ac:graphicFrameMkLst>
        </pc:graphicFrameChg>
        <pc:graphicFrameChg chg="del mod">
          <ac:chgData name="Zheng Fei" userId="d19317889db4c986" providerId="LiveId" clId="{0FB15DA0-5C26-374C-8681-31199B622A35}" dt="2022-12-09T05:58:44.538" v="909" actId="478"/>
          <ac:graphicFrameMkLst>
            <pc:docMk/>
            <pc:sldMk cId="809317833" sldId="385"/>
            <ac:graphicFrameMk id="18" creationId="{E7533AA7-24C8-4D71-98D7-549D855A64C9}"/>
          </ac:graphicFrameMkLst>
        </pc:graphicFrameChg>
        <pc:graphicFrameChg chg="mod">
          <ac:chgData name="Zheng Fei" userId="d19317889db4c986" providerId="LiveId" clId="{0FB15DA0-5C26-374C-8681-31199B622A35}" dt="2022-12-09T05:59:35.297" v="937" actId="255"/>
          <ac:graphicFrameMkLst>
            <pc:docMk/>
            <pc:sldMk cId="809317833" sldId="385"/>
            <ac:graphicFrameMk id="20" creationId="{C3AB4CDC-77C1-4048-8C4A-78C901440732}"/>
          </ac:graphicFrameMkLst>
        </pc:graphicFrameChg>
        <pc:cxnChg chg="add mod">
          <ac:chgData name="Zheng Fei" userId="d19317889db4c986" providerId="LiveId" clId="{0FB15DA0-5C26-374C-8681-31199B622A35}" dt="2022-12-09T05:41:02.433" v="534"/>
          <ac:cxnSpMkLst>
            <pc:docMk/>
            <pc:sldMk cId="809317833" sldId="385"/>
            <ac:cxnSpMk id="2" creationId="{5738AD2C-C627-BB60-0CAE-DCFAB0120EE7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6.295" v="1557"/>
        <pc:sldMkLst>
          <pc:docMk/>
          <pc:sldMk cId="2947450005" sldId="386"/>
        </pc:sldMkLst>
        <pc:spChg chg="del mod">
          <ac:chgData name="Zheng Fei" userId="d19317889db4c986" providerId="LiveId" clId="{0FB15DA0-5C26-374C-8681-31199B622A35}" dt="2022-12-09T05:41:41.665" v="568" actId="478"/>
          <ac:spMkLst>
            <pc:docMk/>
            <pc:sldMk cId="2947450005" sldId="386"/>
            <ac:spMk id="4" creationId="{581BD2D8-214C-408B-84B1-8FFBAEE50DF0}"/>
          </ac:spMkLst>
        </pc:spChg>
        <pc:spChg chg="add mod">
          <ac:chgData name="Zheng Fei" userId="d19317889db4c986" providerId="LiveId" clId="{0FB15DA0-5C26-374C-8681-31199B622A35}" dt="2022-12-09T05:41:52.587" v="572"/>
          <ac:spMkLst>
            <pc:docMk/>
            <pc:sldMk cId="2947450005" sldId="386"/>
            <ac:spMk id="5" creationId="{9CA3CEC3-7BF0-1B68-984B-6E9CA3AA660C}"/>
          </ac:spMkLst>
        </pc:spChg>
        <pc:picChg chg="mod modCrop">
          <ac:chgData name="Zheng Fei" userId="d19317889db4c986" providerId="LiveId" clId="{0FB15DA0-5C26-374C-8681-31199B622A35}" dt="2022-12-09T06:00:54.712" v="951"/>
          <ac:picMkLst>
            <pc:docMk/>
            <pc:sldMk cId="2947450005" sldId="386"/>
            <ac:picMk id="3" creationId="{5F444A42-C16E-4568-BF13-17EDD9D78297}"/>
          </ac:picMkLst>
        </pc:picChg>
        <pc:cxnChg chg="add mod">
          <ac:chgData name="Zheng Fei" userId="d19317889db4c986" providerId="LiveId" clId="{0FB15DA0-5C26-374C-8681-31199B622A35}" dt="2022-12-09T05:41:47.003" v="569"/>
          <ac:cxnSpMkLst>
            <pc:docMk/>
            <pc:sldMk cId="2947450005" sldId="386"/>
            <ac:cxnSpMk id="2" creationId="{1AC11A8A-B8B6-148D-A33B-AB0CC3C66199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4.785" v="1556"/>
        <pc:sldMkLst>
          <pc:docMk/>
          <pc:sldMk cId="1112543019" sldId="387"/>
        </pc:sldMkLst>
        <pc:spChg chg="add mod">
          <ac:chgData name="Zheng Fei" userId="d19317889db4c986" providerId="LiveId" clId="{0FB15DA0-5C26-374C-8681-31199B622A35}" dt="2022-12-09T05:41:28.370" v="567" actId="12788"/>
          <ac:spMkLst>
            <pc:docMk/>
            <pc:sldMk cId="1112543019" sldId="387"/>
            <ac:spMk id="4" creationId="{2DFC8B8F-8A32-223C-1B9B-77FC4A15F50F}"/>
          </ac:spMkLst>
        </pc:spChg>
        <pc:spChg chg="del mod">
          <ac:chgData name="Zheng Fei" userId="d19317889db4c986" providerId="LiveId" clId="{0FB15DA0-5C26-374C-8681-31199B622A35}" dt="2022-12-09T05:41:08.368" v="535" actId="478"/>
          <ac:spMkLst>
            <pc:docMk/>
            <pc:sldMk cId="1112543019" sldId="387"/>
            <ac:spMk id="6" creationId="{3C0EFD0D-4816-458C-BC05-C4E619D7F817}"/>
          </ac:spMkLst>
        </pc:spChg>
        <pc:picChg chg="mod">
          <ac:chgData name="Zheng Fei" userId="d19317889db4c986" providerId="LiveId" clId="{0FB15DA0-5C26-374C-8681-31199B622A35}" dt="2022-12-09T06:01:38.146" v="966"/>
          <ac:picMkLst>
            <pc:docMk/>
            <pc:sldMk cId="1112543019" sldId="387"/>
            <ac:picMk id="3" creationId="{1C427D47-2D28-4B45-A03B-8F3AF510A1B7}"/>
          </ac:picMkLst>
        </pc:picChg>
        <pc:cxnChg chg="add mod">
          <ac:chgData name="Zheng Fei" userId="d19317889db4c986" providerId="LiveId" clId="{0FB15DA0-5C26-374C-8681-31199B622A35}" dt="2022-12-09T05:41:08.852" v="536"/>
          <ac:cxnSpMkLst>
            <pc:docMk/>
            <pc:sldMk cId="1112543019" sldId="387"/>
            <ac:cxnSpMk id="2" creationId="{3CA266B7-AD16-A6AC-2964-83F3E4211F7F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37.994" v="1548"/>
        <pc:sldMkLst>
          <pc:docMk/>
          <pc:sldMk cId="3931972947" sldId="388"/>
        </pc:sldMkLst>
        <pc:spChg chg="add mod">
          <ac:chgData name="Zheng Fei" userId="d19317889db4c986" providerId="LiveId" clId="{0FB15DA0-5C26-374C-8681-31199B622A35}" dt="2022-12-08T13:08:57.794" v="30" actId="12788"/>
          <ac:spMkLst>
            <pc:docMk/>
            <pc:sldMk cId="3931972947" sldId="388"/>
            <ac:spMk id="3" creationId="{D68E13CD-ECEB-A980-7EC6-D6E904249535}"/>
          </ac:spMkLst>
        </pc:spChg>
        <pc:spChg chg="del mod">
          <ac:chgData name="Zheng Fei" userId="d19317889db4c986" providerId="LiveId" clId="{0FB15DA0-5C26-374C-8681-31199B622A35}" dt="2022-12-08T13:12:43.485" v="96"/>
          <ac:spMkLst>
            <pc:docMk/>
            <pc:sldMk cId="3931972947" sldId="388"/>
            <ac:spMk id="14" creationId="{1CCB97B7-BB52-45C0-8AD7-1B1F7B119F75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k cId="3931972947" sldId="388"/>
            <ac:spMk id="15" creationId="{16CE2321-B2A8-4A3D-BDBF-A8E6D95B1AF1}"/>
          </ac:spMkLst>
        </pc:spChg>
        <pc:spChg chg="mod">
          <ac:chgData name="Zheng Fei" userId="d19317889db4c986" providerId="LiveId" clId="{0FB15DA0-5C26-374C-8681-31199B622A35}" dt="2022-12-08T13:09:46.747" v="44" actId="1076"/>
          <ac:spMkLst>
            <pc:docMk/>
            <pc:sldMk cId="3931972947" sldId="388"/>
            <ac:spMk id="16" creationId="{4C6A6C87-9262-4B53-89E1-0F195E320F58}"/>
          </ac:spMkLst>
        </pc:spChg>
        <pc:spChg chg="mod">
          <ac:chgData name="Zheng Fei" userId="d19317889db4c986" providerId="LiveId" clId="{0FB15DA0-5C26-374C-8681-31199B622A35}" dt="2022-12-09T06:15:46.747" v="1237" actId="1076"/>
          <ac:spMkLst>
            <pc:docMk/>
            <pc:sldMk cId="3931972947" sldId="388"/>
            <ac:spMk id="19" creationId="{1FDF737B-3311-4FFD-AAD7-C79680BF782B}"/>
          </ac:spMkLst>
        </pc:spChg>
        <pc:spChg chg="mod">
          <ac:chgData name="Zheng Fei" userId="d19317889db4c986" providerId="LiveId" clId="{0FB15DA0-5C26-374C-8681-31199B622A35}" dt="2022-12-09T06:16:01.902" v="1241" actId="122"/>
          <ac:spMkLst>
            <pc:docMk/>
            <pc:sldMk cId="3931972947" sldId="388"/>
            <ac:spMk id="23" creationId="{31DAC371-0357-4B06-A107-16EBF27B67C0}"/>
          </ac:spMkLst>
        </pc:spChg>
        <pc:spChg chg="mod">
          <ac:chgData name="Zheng Fei" userId="d19317889db4c986" providerId="LiveId" clId="{0FB15DA0-5C26-374C-8681-31199B622A35}" dt="2022-12-09T06:16:04.323" v="1242" actId="122"/>
          <ac:spMkLst>
            <pc:docMk/>
            <pc:sldMk cId="3931972947" sldId="388"/>
            <ac:spMk id="24" creationId="{9FC75E4A-278B-49E4-8D93-7A8576B839B0}"/>
          </ac:spMkLst>
        </pc:spChg>
        <pc:cxnChg chg="add mod">
          <ac:chgData name="Zheng Fei" userId="d19317889db4c986" providerId="LiveId" clId="{0FB15DA0-5C26-374C-8681-31199B622A35}" dt="2022-12-08T13:08:46.359" v="26"/>
          <ac:cxnSpMkLst>
            <pc:docMk/>
            <pc:sldMk cId="3931972947" sldId="388"/>
            <ac:cxnSpMk id="2" creationId="{FA540BD0-40E7-53DA-D179-4120F46C9E98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30.725" v="1547"/>
        <pc:sldMkLst>
          <pc:docMk/>
          <pc:sldMk cId="2953135783" sldId="389"/>
        </pc:sldMkLst>
        <pc:spChg chg="mod">
          <ac:chgData name="Zheng Fei" userId="d19317889db4c986" providerId="LiveId" clId="{0FB15DA0-5C26-374C-8681-31199B622A35}" dt="2022-12-09T06:12:02.670" v="1164" actId="207"/>
          <ac:spMkLst>
            <pc:docMk/>
            <pc:sldMk cId="2953135783" sldId="389"/>
            <ac:spMk id="2" creationId="{C7E282E0-B8D3-46EC-8B06-EF6CB7D6FB94}"/>
          </ac:spMkLst>
        </pc:spChg>
        <pc:spChg chg="del mod">
          <ac:chgData name="Zheng Fei" userId="d19317889db4c986" providerId="LiveId" clId="{0FB15DA0-5C26-374C-8681-31199B622A35}" dt="2022-12-08T13:08:28.857" v="25"/>
          <ac:spMkLst>
            <pc:docMk/>
            <pc:sldMk cId="2953135783" sldId="389"/>
            <ac:spMk id="3" creationId="{1D37C7A8-B3F5-497B-9C54-FFC9AFF4DEFB}"/>
          </ac:spMkLst>
        </pc:spChg>
        <pc:spChg chg="add mod">
          <ac:chgData name="Zheng Fei" userId="d19317889db4c986" providerId="LiveId" clId="{0FB15DA0-5C26-374C-8681-31199B622A35}" dt="2022-12-08T13:08:17.036" v="22" actId="12788"/>
          <ac:spMkLst>
            <pc:docMk/>
            <pc:sldMk cId="2953135783" sldId="389"/>
            <ac:spMk id="5" creationId="{893BBE7B-B922-282A-A318-C4B50EFE1721}"/>
          </ac:spMkLst>
        </pc:spChg>
        <pc:cxnChg chg="add mod">
          <ac:chgData name="Zheng Fei" userId="d19317889db4c986" providerId="LiveId" clId="{0FB15DA0-5C26-374C-8681-31199B622A35}" dt="2022-12-08T13:08:04.580" v="18"/>
          <ac:cxnSpMkLst>
            <pc:docMk/>
            <pc:sldMk cId="2953135783" sldId="389"/>
            <ac:cxnSpMk id="4" creationId="{DAE4A924-F94D-E0A1-29E5-4AEEFB855D61}"/>
          </ac:cxnSpMkLst>
        </pc:cxnChg>
      </pc:sldChg>
      <pc:sldChg chg="addSp modSp mod modTransition modAnim">
        <pc:chgData name="Zheng Fei" userId="d19317889db4c986" providerId="LiveId" clId="{0FB15DA0-5C26-374C-8681-31199B622A35}" dt="2022-12-10T02:06:46.587" v="1589"/>
        <pc:sldMkLst>
          <pc:docMk/>
          <pc:sldMk cId="3625832555" sldId="390"/>
        </pc:sldMkLst>
        <pc:spChg chg="mod">
          <ac:chgData name="Zheng Fei" userId="d19317889db4c986" providerId="LiveId" clId="{0FB15DA0-5C26-374C-8681-31199B622A35}" dt="2022-12-10T02:05:57.067" v="1561" actId="21"/>
          <ac:spMkLst>
            <pc:docMk/>
            <pc:sldMk cId="3625832555" sldId="390"/>
            <ac:spMk id="2" creationId="{60791934-3AB2-469F-AF28-EFF1375E5E1A}"/>
          </ac:spMkLst>
        </pc:spChg>
        <pc:spChg chg="add mod">
          <ac:chgData name="Zheng Fei" userId="d19317889db4c986" providerId="LiveId" clId="{0FB15DA0-5C26-374C-8681-31199B622A35}" dt="2022-12-09T05:45:58.905" v="667" actId="20577"/>
          <ac:spMkLst>
            <pc:docMk/>
            <pc:sldMk cId="3625832555" sldId="390"/>
            <ac:spMk id="5" creationId="{D5AA8889-966B-C9B2-92C8-CF93189CB612}"/>
          </ac:spMkLst>
        </pc:spChg>
        <pc:spChg chg="add mod">
          <ac:chgData name="Zheng Fei" userId="d19317889db4c986" providerId="LiveId" clId="{0FB15DA0-5C26-374C-8681-31199B622A35}" dt="2022-12-10T02:06:29.129" v="1587" actId="255"/>
          <ac:spMkLst>
            <pc:docMk/>
            <pc:sldMk cId="3625832555" sldId="390"/>
            <ac:spMk id="7" creationId="{92839C26-B862-CB81-6069-BAB2FC6397D5}"/>
          </ac:spMkLst>
        </pc:spChg>
        <pc:cxnChg chg="add mod">
          <ac:chgData name="Zheng Fei" userId="d19317889db4c986" providerId="LiveId" clId="{0FB15DA0-5C26-374C-8681-31199B622A35}" dt="2022-12-09T05:45:28.725" v="663"/>
          <ac:cxnSpMkLst>
            <pc:docMk/>
            <pc:sldMk cId="3625832555" sldId="390"/>
            <ac:cxnSpMk id="4" creationId="{3F9A0C05-5F90-9420-4659-13F06ACF1DE0}"/>
          </ac:cxnSpMkLst>
        </pc:cxnChg>
      </pc:sldChg>
      <pc:sldChg chg="addSp delSp modSp mod modTransition modAnim">
        <pc:chgData name="Zheng Fei" userId="d19317889db4c986" providerId="LiveId" clId="{0FB15DA0-5C26-374C-8681-31199B622A35}" dt="2022-12-09T06:25:27.951" v="1554"/>
        <pc:sldMkLst>
          <pc:docMk/>
          <pc:sldMk cId="3422799466" sldId="391"/>
        </pc:sldMkLst>
        <pc:spChg chg="del mod">
          <ac:chgData name="Zheng Fei" userId="d19317889db4c986" providerId="LiveId" clId="{0FB15DA0-5C26-374C-8681-31199B622A35}" dt="2022-12-08T13:23:54.052" v="255" actId="478"/>
          <ac:spMkLst>
            <pc:docMk/>
            <pc:sldMk cId="3422799466" sldId="391"/>
            <ac:spMk id="2" creationId="{4D65F178-47E9-4DAF-B3E9-64472D26DDD4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3" creationId="{2143D91C-2AC7-4EE1-83E1-A0DBF669DDA8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4" creationId="{9367C17F-88C4-4F92-A0F5-E60F13316252}"/>
          </ac:spMkLst>
        </pc:spChg>
        <pc:spChg chg="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8" creationId="{908D3B59-A214-4CEF-9BE7-358686680502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9" creationId="{635F1D11-F435-78FD-1268-A57BFFED8780}"/>
          </ac:spMkLst>
        </pc:spChg>
        <pc:spChg chg="add mod">
          <ac:chgData name="Zheng Fei" userId="d19317889db4c986" providerId="LiveId" clId="{0FB15DA0-5C26-374C-8681-31199B622A35}" dt="2022-12-09T05:34:34.430" v="449" actId="1076"/>
          <ac:spMkLst>
            <pc:docMk/>
            <pc:sldMk cId="3422799466" sldId="391"/>
            <ac:spMk id="13" creationId="{D1BA1927-F6F9-13A6-81C3-52A2D39AE6F6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6" creationId="{B5144387-57A0-0C2B-283E-F5A40B8FB6BA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8" creationId="{05B00303-18D6-C692-47B6-EAFE2585D810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19" creationId="{F18C0D61-F61B-AC08-5126-CB2B0B2B993B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20" creationId="{FC00E03D-56FC-C5AB-4DDB-8C26AD16B696}"/>
          </ac:spMkLst>
        </pc:spChg>
        <pc:spChg chg="add mod">
          <ac:chgData name="Zheng Fei" userId="d19317889db4c986" providerId="LiveId" clId="{0FB15DA0-5C26-374C-8681-31199B622A35}" dt="2022-12-09T05:49:09.652" v="706" actId="255"/>
          <ac:spMkLst>
            <pc:docMk/>
            <pc:sldMk cId="3422799466" sldId="391"/>
            <ac:spMk id="21" creationId="{A7369038-5E26-300D-354C-4939D152D715}"/>
          </ac:spMkLst>
        </pc:spChg>
        <pc:graphicFrameChg chg="del mod">
          <ac:chgData name="Zheng Fei" userId="d19317889db4c986" providerId="LiveId" clId="{0FB15DA0-5C26-374C-8681-31199B622A35}" dt="2022-12-09T05:32:14.367" v="398" actId="478"/>
          <ac:graphicFrameMkLst>
            <pc:docMk/>
            <pc:sldMk cId="3422799466" sldId="391"/>
            <ac:graphicFrameMk id="5" creationId="{202FC0EE-BBAF-41EB-ABA0-905919BC91D8}"/>
          </ac:graphicFrameMkLst>
        </pc:graphicFrameChg>
        <pc:graphicFrameChg chg="del">
          <ac:chgData name="Zheng Fei" userId="d19317889db4c986" providerId="LiveId" clId="{0FB15DA0-5C26-374C-8681-31199B622A35}" dt="2022-12-09T05:32:49.532" v="406" actId="478"/>
          <ac:graphicFrameMkLst>
            <pc:docMk/>
            <pc:sldMk cId="3422799466" sldId="391"/>
            <ac:graphicFrameMk id="6" creationId="{0886A819-2B77-45DB-A0B4-832F811032E9}"/>
          </ac:graphicFrameMkLst>
        </pc:graphicFrameChg>
        <pc:graphicFrameChg chg="del mod">
          <ac:chgData name="Zheng Fei" userId="d19317889db4c986" providerId="LiveId" clId="{0FB15DA0-5C26-374C-8681-31199B622A35}" dt="2022-12-09T05:32:42.693" v="402" actId="478"/>
          <ac:graphicFrameMkLst>
            <pc:docMk/>
            <pc:sldMk cId="3422799466" sldId="391"/>
            <ac:graphicFrameMk id="7" creationId="{325283C2-98C9-4CF1-9FC1-5F61E82AEA48}"/>
          </ac:graphicFrameMkLst>
        </pc:graphicFrameChg>
        <pc:graphicFrameChg chg="del">
          <ac:chgData name="Zheng Fei" userId="d19317889db4c986" providerId="LiveId" clId="{0FB15DA0-5C26-374C-8681-31199B622A35}" dt="2022-12-08T13:25:09.691" v="310" actId="478"/>
          <ac:graphicFrameMkLst>
            <pc:docMk/>
            <pc:sldMk cId="3422799466" sldId="391"/>
            <ac:graphicFrameMk id="9" creationId="{28E8BE4D-CEBA-4B55-A16A-D61BD8B3D074}"/>
          </ac:graphicFrameMkLst>
        </pc:graphicFrameChg>
        <pc:graphicFrameChg chg="del mod">
          <ac:chgData name="Zheng Fei" userId="d19317889db4c986" providerId="LiveId" clId="{0FB15DA0-5C26-374C-8681-31199B622A35}" dt="2022-12-09T05:33:32.596" v="423" actId="478"/>
          <ac:graphicFrameMkLst>
            <pc:docMk/>
            <pc:sldMk cId="3422799466" sldId="391"/>
            <ac:graphicFrameMk id="10" creationId="{DBAE64B2-8D6D-42C4-8C17-1E91C34EB000}"/>
          </ac:graphicFrameMkLst>
        </pc:graphicFrameChg>
        <pc:graphicFrameChg chg="del">
          <ac:chgData name="Zheng Fei" userId="d19317889db4c986" providerId="LiveId" clId="{0FB15DA0-5C26-374C-8681-31199B622A35}" dt="2022-12-09T05:33:45.671" v="428" actId="478"/>
          <ac:graphicFrameMkLst>
            <pc:docMk/>
            <pc:sldMk cId="3422799466" sldId="391"/>
            <ac:graphicFrameMk id="11" creationId="{BFF9B21A-0DE1-4E91-B2C4-A165937B25F0}"/>
          </ac:graphicFrameMkLst>
        </pc:graphicFrameChg>
        <pc:graphicFrameChg chg="add del mod">
          <ac:chgData name="Zheng Fei" userId="d19317889db4c986" providerId="LiveId" clId="{0FB15DA0-5C26-374C-8681-31199B622A35}" dt="2022-12-09T05:33:27.131" v="420" actId="478"/>
          <ac:graphicFrameMkLst>
            <pc:docMk/>
            <pc:sldMk cId="3422799466" sldId="391"/>
            <ac:graphicFrameMk id="14" creationId="{AA2A01A8-0C77-7C5D-AA03-81F47468042B}"/>
          </ac:graphicFrameMkLst>
        </pc:graphicFrameChg>
        <pc:cxnChg chg="add mod">
          <ac:chgData name="Zheng Fei" userId="d19317889db4c986" providerId="LiveId" clId="{0FB15DA0-5C26-374C-8681-31199B622A35}" dt="2022-12-09T05:49:09.652" v="706" actId="255"/>
          <ac:cxnSpMkLst>
            <pc:docMk/>
            <pc:sldMk cId="3422799466" sldId="391"/>
            <ac:cxnSpMk id="12" creationId="{89292AB6-AB65-4134-2BA4-03DC3BF4268C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54.781" v="1550"/>
        <pc:sldMkLst>
          <pc:docMk/>
          <pc:sldMk cId="1003853526" sldId="392"/>
        </pc:sldMkLst>
        <pc:spChg chg="del mod">
          <ac:chgData name="Zheng Fei" userId="d19317889db4c986" providerId="LiveId" clId="{0FB15DA0-5C26-374C-8681-31199B622A35}" dt="2022-12-09T05:35:51.542" v="478" actId="478"/>
          <ac:spMkLst>
            <pc:docMk/>
            <pc:sldMk cId="1003853526" sldId="392"/>
            <ac:spMk id="2" creationId="{6D6EB3FE-0F9B-4755-BFE7-7D24FB6C6A75}"/>
          </ac:spMkLst>
        </pc:spChg>
        <pc:spChg chg="mod">
          <ac:chgData name="Zheng Fei" userId="d19317889db4c986" providerId="LiveId" clId="{0FB15DA0-5C26-374C-8681-31199B622A35}" dt="2022-12-09T05:49:40.573" v="717" actId="1076"/>
          <ac:spMkLst>
            <pc:docMk/>
            <pc:sldMk cId="1003853526" sldId="392"/>
            <ac:spMk id="4" creationId="{324AF2CE-D6FB-414C-BAB8-F99E58B9A9B4}"/>
          </ac:spMkLst>
        </pc:spChg>
        <pc:spChg chg="add del mod">
          <ac:chgData name="Zheng Fei" userId="d19317889db4c986" providerId="LiveId" clId="{0FB15DA0-5C26-374C-8681-31199B622A35}" dt="2022-12-09T05:35:53.992" v="480"/>
          <ac:spMkLst>
            <pc:docMk/>
            <pc:sldMk cId="1003853526" sldId="392"/>
            <ac:spMk id="5" creationId="{02700924-1691-9945-D9FB-34E5D5C954B6}"/>
          </ac:spMkLst>
        </pc:spChg>
        <pc:spChg chg="add mod">
          <ac:chgData name="Zheng Fei" userId="d19317889db4c986" providerId="LiveId" clId="{0FB15DA0-5C26-374C-8681-31199B622A35}" dt="2022-12-09T05:52:44.638" v="774" actId="12788"/>
          <ac:spMkLst>
            <pc:docMk/>
            <pc:sldMk cId="1003853526" sldId="392"/>
            <ac:spMk id="7" creationId="{09C7622A-946A-B43C-7224-977C2D2C8C97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9" creationId="{F45701F0-A3CF-E1BD-0F21-80B1149F5AF4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2" creationId="{44D12F5B-0889-9481-DF3F-0311F85A8264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4" creationId="{734C3430-B371-C765-93FB-1A3EEAA37CFB}"/>
          </ac:spMkLst>
        </pc:spChg>
        <pc:spChg chg="add mod">
          <ac:chgData name="Zheng Fei" userId="d19317889db4c986" providerId="LiveId" clId="{0FB15DA0-5C26-374C-8681-31199B622A35}" dt="2022-12-09T05:52:32.397" v="770" actId="1076"/>
          <ac:spMkLst>
            <pc:docMk/>
            <pc:sldMk cId="1003853526" sldId="392"/>
            <ac:spMk id="16" creationId="{DCBC99C3-1363-78D4-2E8D-E4C5680B2522}"/>
          </ac:spMkLst>
        </pc:spChg>
        <pc:spChg chg="add del mod">
          <ac:chgData name="Zheng Fei" userId="d19317889db4c986" providerId="LiveId" clId="{0FB15DA0-5C26-374C-8681-31199B622A35}" dt="2022-12-09T05:52:46.108" v="776"/>
          <ac:spMkLst>
            <pc:docMk/>
            <pc:sldMk cId="1003853526" sldId="392"/>
            <ac:spMk id="17" creationId="{7C5825F6-FA5E-305E-5470-54211F0AA6D8}"/>
          </ac:spMkLst>
        </pc:spChg>
        <pc:picChg chg="del mod">
          <ac:chgData name="Zheng Fei" userId="d19317889db4c986" providerId="LiveId" clId="{0FB15DA0-5C26-374C-8681-31199B622A35}" dt="2022-12-09T05:52:33.785" v="772" actId="478"/>
          <ac:picMkLst>
            <pc:docMk/>
            <pc:sldMk cId="1003853526" sldId="392"/>
            <ac:picMk id="3" creationId="{31346C40-864F-46A0-8980-389A22EBD5D0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1" creationId="{D124F31C-EB26-8DC1-E83B-A4ACCFE63303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3" creationId="{7C0F3092-E8B0-B20A-C72D-7F040BCB1519}"/>
          </ac:picMkLst>
        </pc:picChg>
        <pc:picChg chg="add mod">
          <ac:chgData name="Zheng Fei" userId="d19317889db4c986" providerId="LiveId" clId="{0FB15DA0-5C26-374C-8681-31199B622A35}" dt="2022-12-09T05:52:32.397" v="770" actId="1076"/>
          <ac:picMkLst>
            <pc:docMk/>
            <pc:sldMk cId="1003853526" sldId="392"/>
            <ac:picMk id="15" creationId="{1DE20686-615F-0AF3-5657-F9C34C4E0974}"/>
          </ac:picMkLst>
        </pc:picChg>
        <pc:cxnChg chg="add mod">
          <ac:chgData name="Zheng Fei" userId="d19317889db4c986" providerId="LiveId" clId="{0FB15DA0-5C26-374C-8681-31199B622A35}" dt="2022-12-09T05:38:44.938" v="481"/>
          <ac:cxnSpMkLst>
            <pc:docMk/>
            <pc:sldMk cId="1003853526" sldId="392"/>
            <ac:cxnSpMk id="6" creationId="{BCC5826F-570A-3C4A-1F29-2A885FC62BA9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4:50.165" v="1549"/>
        <pc:sldMkLst>
          <pc:docMk/>
          <pc:sldMk cId="2735348982" sldId="393"/>
        </pc:sldMkLst>
        <pc:spChg chg="del mod">
          <ac:chgData name="Zheng Fei" userId="d19317889db4c986" providerId="LiveId" clId="{0FB15DA0-5C26-374C-8681-31199B622A35}" dt="2022-12-09T05:34:40.165" v="450" actId="478"/>
          <ac:spMkLst>
            <pc:docMk/>
            <pc:sldMk cId="2735348982" sldId="393"/>
            <ac:spMk id="2" creationId="{13015902-A39A-4500-8FBF-BF42C0330034}"/>
          </ac:spMkLst>
        </pc:spChg>
        <pc:spChg chg="del mod">
          <ac:chgData name="Zheng Fei" userId="d19317889db4c986" providerId="LiveId" clId="{0FB15DA0-5C26-374C-8681-31199B622A35}" dt="2022-12-09T05:35:36.148" v="475" actId="478"/>
          <ac:spMkLst>
            <pc:docMk/>
            <pc:sldMk cId="2735348982" sldId="393"/>
            <ac:spMk id="3" creationId="{68B73AE3-0623-4DDC-A597-3CA991B6E821}"/>
          </ac:spMkLst>
        </pc:spChg>
        <pc:spChg chg="add mod">
          <ac:chgData name="Zheng Fei" userId="d19317889db4c986" providerId="LiveId" clId="{0FB15DA0-5C26-374C-8681-31199B622A35}" dt="2022-12-09T05:35:33.339" v="474" actId="20577"/>
          <ac:spMkLst>
            <pc:docMk/>
            <pc:sldMk cId="2735348982" sldId="393"/>
            <ac:spMk id="5" creationId="{4E2241C5-8C64-A79F-C7E2-4A0D9961FB70}"/>
          </ac:spMkLst>
        </pc:spChg>
        <pc:spChg chg="add mod">
          <ac:chgData name="Zheng Fei" userId="d19317889db4c986" providerId="LiveId" clId="{0FB15DA0-5C26-374C-8681-31199B622A35}" dt="2022-12-09T05:49:19.897" v="709" actId="207"/>
          <ac:spMkLst>
            <pc:docMk/>
            <pc:sldMk cId="2735348982" sldId="393"/>
            <ac:spMk id="6" creationId="{8522911F-859C-2004-D28C-87D14CDF4983}"/>
          </ac:spMkLst>
        </pc:spChg>
        <pc:cxnChg chg="add mod">
          <ac:chgData name="Zheng Fei" userId="d19317889db4c986" providerId="LiveId" clId="{0FB15DA0-5C26-374C-8681-31199B622A35}" dt="2022-12-09T05:34:40.526" v="451"/>
          <ac:cxnSpMkLst>
            <pc:docMk/>
            <pc:sldMk cId="2735348982" sldId="393"/>
            <ac:cxnSpMk id="4" creationId="{6EC333E2-FBDD-C2C6-E48E-2F22B293ED3E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38.609" v="1558"/>
        <pc:sldMkLst>
          <pc:docMk/>
          <pc:sldMk cId="2152904118" sldId="394"/>
        </pc:sldMkLst>
        <pc:spChg chg="del mod">
          <ac:chgData name="Zheng Fei" userId="d19317889db4c986" providerId="LiveId" clId="{0FB15DA0-5C26-374C-8681-31199B622A35}" dt="2022-12-09T05:42:11.841" v="573" actId="478"/>
          <ac:spMkLst>
            <pc:docMk/>
            <pc:sldMk cId="2152904118" sldId="394"/>
            <ac:spMk id="2" creationId="{0CF3B0B3-C3A6-4C5E-9728-BFBDBA20622D}"/>
          </ac:spMkLst>
        </pc:spChg>
        <pc:spChg chg="mod">
          <ac:chgData name="Zheng Fei" userId="d19317889db4c986" providerId="LiveId" clId="{0FB15DA0-5C26-374C-8681-31199B622A35}" dt="2022-12-09T05:42:39.241" v="575" actId="207"/>
          <ac:spMkLst>
            <pc:docMk/>
            <pc:sldMk cId="2152904118" sldId="394"/>
            <ac:spMk id="3" creationId="{E20AC894-6EA7-42BF-84DA-8693968627B3}"/>
          </ac:spMkLst>
        </pc:spChg>
        <pc:spChg chg="add mod">
          <ac:chgData name="Zheng Fei" userId="d19317889db4c986" providerId="LiveId" clId="{0FB15DA0-5C26-374C-8681-31199B622A35}" dt="2022-12-09T05:42:12.163" v="574"/>
          <ac:spMkLst>
            <pc:docMk/>
            <pc:sldMk cId="2152904118" sldId="394"/>
            <ac:spMk id="5" creationId="{9C402B8D-5BA1-7C72-8041-74CED7009A6D}"/>
          </ac:spMkLst>
        </pc:spChg>
        <pc:cxnChg chg="add mod">
          <ac:chgData name="Zheng Fei" userId="d19317889db4c986" providerId="LiveId" clId="{0FB15DA0-5C26-374C-8681-31199B622A35}" dt="2022-12-09T05:42:12.163" v="574"/>
          <ac:cxnSpMkLst>
            <pc:docMk/>
            <pc:sldMk cId="2152904118" sldId="394"/>
            <ac:cxnSpMk id="4" creationId="{E530E13D-91EE-C293-1CE1-49A06B4312E5}"/>
          </ac:cxnSpMkLst>
        </pc:cxnChg>
      </pc:sldChg>
      <pc:sldChg chg="addSp delSp modSp mod modTransition">
        <pc:chgData name="Zheng Fei" userId="d19317889db4c986" providerId="LiveId" clId="{0FB15DA0-5C26-374C-8681-31199B622A35}" dt="2022-12-09T06:25:44.453" v="1560"/>
        <pc:sldMkLst>
          <pc:docMk/>
          <pc:sldMk cId="1958136474" sldId="395"/>
        </pc:sldMkLst>
        <pc:spChg chg="mod">
          <ac:chgData name="Zheng Fei" userId="d19317889db4c986" providerId="LiveId" clId="{0FB15DA0-5C26-374C-8681-31199B622A35}" dt="2022-12-09T06:11:00.780" v="1160" actId="1036"/>
          <ac:spMkLst>
            <pc:docMk/>
            <pc:sldMk cId="1958136474" sldId="395"/>
            <ac:spMk id="2" creationId="{467E1F10-C9D6-42A4-9E30-B15732E07D69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4" creationId="{D227CCF0-2242-446D-B284-052054243DEA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5" creationId="{6BFD9611-BBDF-465A-9201-0862821820CA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6" creationId="{8AC2B69F-C53F-4270-BDB3-A4855D7017CD}"/>
          </ac:spMkLst>
        </pc:spChg>
        <pc:spChg chg="add mod">
          <ac:chgData name="Zheng Fei" userId="d19317889db4c986" providerId="LiveId" clId="{0FB15DA0-5C26-374C-8681-31199B622A35}" dt="2022-12-09T05:46:01.517" v="668" actId="20577"/>
          <ac:spMkLst>
            <pc:docMk/>
            <pc:sldMk cId="1958136474" sldId="395"/>
            <ac:spMk id="7" creationId="{5F683D7F-CCB7-302B-8CF0-8751B3BF8615}"/>
          </ac:spMkLst>
        </pc:spChg>
        <pc:spChg chg="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10" creationId="{83E9E24D-5454-4F4E-86E0-D62504EBC7C9}"/>
          </ac:spMkLst>
        </pc:spChg>
        <pc:spChg chg="del mod">
          <ac:chgData name="Zheng Fei" userId="d19317889db4c986" providerId="LiveId" clId="{0FB15DA0-5C26-374C-8681-31199B622A35}" dt="2022-12-09T06:08:59.344" v="1082"/>
          <ac:spMkLst>
            <pc:docMk/>
            <pc:sldMk cId="1958136474" sldId="395"/>
            <ac:spMk id="11" creationId="{0B33813D-7B4E-47A6-B61F-A15651C1A1A4}"/>
          </ac:spMkLst>
        </pc:spChg>
        <pc:spChg chg="add mod">
          <ac:chgData name="Zheng Fei" userId="d19317889db4c986" providerId="LiveId" clId="{0FB15DA0-5C26-374C-8681-31199B622A35}" dt="2022-12-09T06:10:57.870" v="1145" actId="1036"/>
          <ac:spMkLst>
            <pc:docMk/>
            <pc:sldMk cId="1958136474" sldId="395"/>
            <ac:spMk id="12" creationId="{CD8E9032-E798-C869-6641-DD413F0788E4}"/>
          </ac:spMkLst>
        </pc:spChg>
        <pc:graphicFrameChg chg="del mod">
          <ac:chgData name="Zheng Fei" userId="d19317889db4c986" providerId="LiveId" clId="{0FB15DA0-5C26-374C-8681-31199B622A35}" dt="2022-12-09T06:08:09.184" v="1065" actId="478"/>
          <ac:graphicFrameMkLst>
            <pc:docMk/>
            <pc:sldMk cId="1958136474" sldId="395"/>
            <ac:graphicFrameMk id="8" creationId="{22A82FB2-AD5B-492D-B65E-BF3292E9DA62}"/>
          </ac:graphicFrameMkLst>
        </pc:graphicFrameChg>
        <pc:graphicFrameChg chg="del mod">
          <ac:chgData name="Zheng Fei" userId="d19317889db4c986" providerId="LiveId" clId="{0FB15DA0-5C26-374C-8681-31199B622A35}" dt="2022-12-09T06:08:08.828" v="1064" actId="478"/>
          <ac:graphicFrameMkLst>
            <pc:docMk/>
            <pc:sldMk cId="1958136474" sldId="395"/>
            <ac:graphicFrameMk id="9" creationId="{2855A34A-3E9F-467F-A754-CBAFCB2AC3D5}"/>
          </ac:graphicFrameMkLst>
        </pc:graphicFrameChg>
        <pc:cxnChg chg="add mod">
          <ac:chgData name="Zheng Fei" userId="d19317889db4c986" providerId="LiveId" clId="{0FB15DA0-5C26-374C-8681-31199B622A35}" dt="2022-12-09T05:45:47.111" v="664"/>
          <ac:cxnSpMkLst>
            <pc:docMk/>
            <pc:sldMk cId="1958136474" sldId="395"/>
            <ac:cxnSpMk id="3" creationId="{DA09B118-55DC-01B4-322E-7AC7744B2E54}"/>
          </ac:cxnSpMkLst>
        </pc:cxnChg>
      </pc:sldChg>
      <pc:sldChg chg="addSp delSp modSp mod modTransition modAnim">
        <pc:chgData name="Zheng Fei" userId="d19317889db4c986" providerId="LiveId" clId="{0FB15DA0-5C26-374C-8681-31199B622A35}" dt="2022-12-09T06:24:15.160" v="1546"/>
        <pc:sldMkLst>
          <pc:docMk/>
          <pc:sldMk cId="1018369862" sldId="397"/>
        </pc:sldMkLst>
        <pc:spChg chg="mod topLvl">
          <ac:chgData name="Zheng Fei" userId="d19317889db4c986" providerId="LiveId" clId="{0FB15DA0-5C26-374C-8681-31199B622A35}" dt="2022-12-09T06:20:09.963" v="1409" actId="165"/>
          <ac:spMkLst>
            <pc:docMk/>
            <pc:sldMk cId="1018369862" sldId="397"/>
            <ac:spMk id="4" creationId="{D6AC7F1F-5C48-4472-9323-BF45C4A6DD91}"/>
          </ac:spMkLst>
        </pc:spChg>
        <pc:spChg chg="add del mod">
          <ac:chgData name="Zheng Fei" userId="d19317889db4c986" providerId="LiveId" clId="{0FB15DA0-5C26-374C-8681-31199B622A35}" dt="2022-12-09T05:44:22.473" v="645" actId="478"/>
          <ac:spMkLst>
            <pc:docMk/>
            <pc:sldMk cId="1018369862" sldId="397"/>
            <ac:spMk id="6" creationId="{23EB649B-F7C1-ABF5-E4E3-18A7B04565D1}"/>
          </ac:spMkLst>
        </pc:spChg>
        <pc:spChg chg="add mod">
          <ac:chgData name="Zheng Fei" userId="d19317889db4c986" providerId="LiveId" clId="{0FB15DA0-5C26-374C-8681-31199B622A35}" dt="2022-12-09T05:45:25.454" v="662" actId="1076"/>
          <ac:spMkLst>
            <pc:docMk/>
            <pc:sldMk cId="1018369862" sldId="397"/>
            <ac:spMk id="7" creationId="{29E678B3-CAA6-9814-B610-B574B3F8B094}"/>
          </ac:spMkLst>
        </pc:spChg>
        <pc:spChg chg="add mod">
          <ac:chgData name="Zheng Fei" userId="d19317889db4c986" providerId="LiveId" clId="{0FB15DA0-5C26-374C-8681-31199B622A35}" dt="2022-12-09T06:20:20.181" v="1422" actId="1036"/>
          <ac:spMkLst>
            <pc:docMk/>
            <pc:sldMk cId="1018369862" sldId="397"/>
            <ac:spMk id="8" creationId="{C7C0D59A-5D8E-0F93-41B5-F56B09975028}"/>
          </ac:spMkLst>
        </pc:spChg>
        <pc:spChg chg="add mod">
          <ac:chgData name="Zheng Fei" userId="d19317889db4c986" providerId="LiveId" clId="{0FB15DA0-5C26-374C-8681-31199B622A35}" dt="2022-12-09T06:23:56.641" v="1541" actId="1035"/>
          <ac:spMkLst>
            <pc:docMk/>
            <pc:sldMk cId="1018369862" sldId="397"/>
            <ac:spMk id="9" creationId="{E074AC7F-9065-E026-228B-1B50F3A6A74F}"/>
          </ac:spMkLst>
        </pc:spChg>
        <pc:spChg chg="add mod">
          <ac:chgData name="Zheng Fei" userId="d19317889db4c986" providerId="LiveId" clId="{0FB15DA0-5C26-374C-8681-31199B622A35}" dt="2022-12-09T06:23:47.081" v="1534" actId="1076"/>
          <ac:spMkLst>
            <pc:docMk/>
            <pc:sldMk cId="1018369862" sldId="397"/>
            <ac:spMk id="10" creationId="{B434C10B-636B-8435-1A3D-7D7694A5FDD5}"/>
          </ac:spMkLst>
        </pc:spChg>
        <pc:spChg chg="add mod">
          <ac:chgData name="Zheng Fei" userId="d19317889db4c986" providerId="LiveId" clId="{0FB15DA0-5C26-374C-8681-31199B622A35}" dt="2022-12-09T06:23:45.107" v="1533" actId="1076"/>
          <ac:spMkLst>
            <pc:docMk/>
            <pc:sldMk cId="1018369862" sldId="397"/>
            <ac:spMk id="11" creationId="{1C5C9C81-C148-4CFE-93D0-74ED9B3BFF00}"/>
          </ac:spMkLst>
        </pc:spChg>
        <pc:spChg chg="add mod">
          <ac:chgData name="Zheng Fei" userId="d19317889db4c986" providerId="LiveId" clId="{0FB15DA0-5C26-374C-8681-31199B622A35}" dt="2022-12-09T06:23:49.921" v="1535" actId="1076"/>
          <ac:spMkLst>
            <pc:docMk/>
            <pc:sldMk cId="1018369862" sldId="397"/>
            <ac:spMk id="12" creationId="{291AD02D-E42F-BE12-1948-39CFBE69DDD2}"/>
          </ac:spMkLst>
        </pc:spChg>
        <pc:grpChg chg="del mod">
          <ac:chgData name="Zheng Fei" userId="d19317889db4c986" providerId="LiveId" clId="{0FB15DA0-5C26-374C-8681-31199B622A35}" dt="2022-12-09T06:20:09.963" v="1409" actId="165"/>
          <ac:grpSpMkLst>
            <pc:docMk/>
            <pc:sldMk cId="1018369862" sldId="397"/>
            <ac:grpSpMk id="5" creationId="{84A22BE9-2424-4956-8B71-4195E2A8033F}"/>
          </ac:grpSpMkLst>
        </pc:grpChg>
        <pc:picChg chg="del mod topLvl modCrop">
          <ac:chgData name="Zheng Fei" userId="d19317889db4c986" providerId="LiveId" clId="{0FB15DA0-5C26-374C-8681-31199B622A35}" dt="2022-12-09T06:23:27.752" v="1526" actId="478"/>
          <ac:picMkLst>
            <pc:docMk/>
            <pc:sldMk cId="1018369862" sldId="397"/>
            <ac:picMk id="3" creationId="{94685A9F-A719-4157-AFDE-15F8F438E7B8}"/>
          </ac:picMkLst>
        </pc:picChg>
        <pc:cxnChg chg="add mod">
          <ac:chgData name="Zheng Fei" userId="d19317889db4c986" providerId="LiveId" clId="{0FB15DA0-5C26-374C-8681-31199B622A35}" dt="2022-12-09T05:42:50.184" v="576"/>
          <ac:cxnSpMkLst>
            <pc:docMk/>
            <pc:sldMk cId="1018369862" sldId="397"/>
            <ac:cxnSpMk id="2" creationId="{5308F5AA-0621-0EF0-898D-BD5548BC98DA}"/>
          </ac:cxnSpMkLst>
        </pc:cxnChg>
      </pc:sldChg>
      <pc:sldMasterChg chg="delSp modSp mod modSldLayout">
        <pc:chgData name="Zheng Fei" userId="d19317889db4c986" providerId="LiveId" clId="{0FB15DA0-5C26-374C-8681-31199B622A35}" dt="2022-12-08T13:06:49.063" v="7" actId="478"/>
        <pc:sldMasterMkLst>
          <pc:docMk/>
          <pc:sldMasterMk cId="764794170" sldId="2147483662"/>
        </pc:sldMasterMkLst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2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3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4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5" creationId="{00000000-0000-0000-0000-000000000000}"/>
          </ac:spMkLst>
        </pc:spChg>
        <pc:spChg chg="mod">
          <ac:chgData name="Zheng Fei" userId="d19317889db4c986" providerId="LiveId" clId="{0FB15DA0-5C26-374C-8681-31199B622A35}" dt="2022-12-08T13:06:10.205" v="2"/>
          <ac:spMkLst>
            <pc:docMk/>
            <pc:sldMasterMk cId="764794170" sldId="2147483662"/>
            <ac:spMk id="6" creationId="{00000000-0000-0000-0000-000000000000}"/>
          </ac:spMkLst>
        </pc:spChg>
        <pc:picChg chg="del mod">
          <ac:chgData name="Zheng Fei" userId="d19317889db4c986" providerId="LiveId" clId="{0FB15DA0-5C26-374C-8681-31199B622A35}" dt="2022-12-08T13:06:49.063" v="7" actId="478"/>
          <ac:picMkLst>
            <pc:docMk/>
            <pc:sldMasterMk cId="764794170" sldId="2147483662"/>
            <ac:picMk id="7" creationId="{9B6BAFAD-A2B8-4313-A4B9-04C4A136A2E2}"/>
          </ac:picMkLst>
        </pc:picChg>
        <pc:picChg chg="del">
          <ac:chgData name="Zheng Fei" userId="d19317889db4c986" providerId="LiveId" clId="{0FB15DA0-5C26-374C-8681-31199B622A35}" dt="2022-12-08T13:06:34.942" v="3" actId="478"/>
          <ac:picMkLst>
            <pc:docMk/>
            <pc:sldMasterMk cId="764794170" sldId="2147483662"/>
            <ac:picMk id="8" creationId="{98C7A2E9-D8FC-46DD-8DB9-86E2E9CC635B}"/>
          </ac:picMkLst>
        </pc:picChg>
        <pc:sldLayoutChg chg="delSp modSp">
          <pc:chgData name="Zheng Fei" userId="d19317889db4c986" providerId="LiveId" clId="{0FB15DA0-5C26-374C-8681-31199B622A35}" dt="2022-12-08T13:06:44.140" v="5" actId="478"/>
          <pc:sldLayoutMkLst>
            <pc:docMk/>
            <pc:sldMasterMk cId="764794170" sldId="2147483662"/>
            <pc:sldLayoutMk cId="830854461" sldId="2147483674"/>
          </pc:sldLayoutMkLst>
          <pc:picChg chg="del mod">
            <ac:chgData name="Zheng Fei" userId="d19317889db4c986" providerId="LiveId" clId="{0FB15DA0-5C26-374C-8681-31199B622A35}" dt="2022-12-08T13:06:44.140" v="5" actId="478"/>
            <ac:picMkLst>
              <pc:docMk/>
              <pc:sldMasterMk cId="764794170" sldId="2147483662"/>
              <pc:sldLayoutMk cId="830854461" sldId="2147483674"/>
              <ac:picMk id="2" creationId="{FCBA444C-E7DC-4160-B7A1-CDCE5F29E3AE}"/>
            </ac:picMkLst>
          </pc:picChg>
        </pc:sldLayoutChg>
      </pc:sldMasterChg>
    </pc:docChg>
  </pc:docChgLst>
  <pc:docChgLst>
    <pc:chgData name="Zheng Fei" userId="d19317889db4c986" providerId="LiveId" clId="{5208695E-9764-E141-8C27-561FA6A33FAB}"/>
    <pc:docChg chg="undo redo custSel addSld delSld modSld sldOrd">
      <pc:chgData name="Zheng Fei" userId="d19317889db4c986" providerId="LiveId" clId="{5208695E-9764-E141-8C27-561FA6A33FAB}" dt="2022-02-24T02:53:24.825" v="2996"/>
      <pc:docMkLst>
        <pc:docMk/>
      </pc:docMkLst>
      <pc:sldChg chg="add">
        <pc:chgData name="Zheng Fei" userId="d19317889db4c986" providerId="LiveId" clId="{5208695E-9764-E141-8C27-561FA6A33FAB}" dt="2022-02-10T15:08:28.894" v="535"/>
        <pc:sldMkLst>
          <pc:docMk/>
          <pc:sldMk cId="1822363911" sldId="257"/>
        </pc:sldMkLst>
      </pc:sldChg>
      <pc:sldChg chg="addSp delSp modSp mod delAnim modAnim">
        <pc:chgData name="Zheng Fei" userId="d19317889db4c986" providerId="LiveId" clId="{5208695E-9764-E141-8C27-561FA6A33FAB}" dt="2022-02-10T15:13:24.189" v="563" actId="207"/>
        <pc:sldMkLst>
          <pc:docMk/>
          <pc:sldMk cId="3140837993" sldId="258"/>
        </pc:sldMkLst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5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6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7" creationId="{00000000-0000-0000-0000-000000000000}"/>
          </ac:spMkLst>
        </pc:spChg>
        <pc:spChg chg="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8" creationId="{00000000-0000-0000-0000-000000000000}"/>
          </ac:spMkLst>
        </pc:spChg>
        <pc:spChg chg="add 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19" creationId="{14A0E322-51C2-3748-9018-9D449F9AB12E}"/>
          </ac:spMkLst>
        </pc:spChg>
        <pc:spChg chg="add 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20" creationId="{832CE7C9-AE8E-164F-A612-630C2CAEAF66}"/>
          </ac:spMkLst>
        </pc:spChg>
        <pc:spChg chg="add mod">
          <ac:chgData name="Zheng Fei" userId="d19317889db4c986" providerId="LiveId" clId="{5208695E-9764-E141-8C27-561FA6A33FAB}" dt="2022-02-10T15:13:24.189" v="563" actId="207"/>
          <ac:spMkLst>
            <pc:docMk/>
            <pc:sldMk cId="3140837993" sldId="258"/>
            <ac:spMk id="21" creationId="{11442075-59CD-5449-88BA-231A0DF591CE}"/>
          </ac:spMkLst>
        </pc:spChg>
        <pc:spChg chg="add 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22" creationId="{1CD14DBB-968D-C045-8A28-0E762E95A44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2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3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4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48.377" v="556" actId="207"/>
          <ac:spMkLst>
            <pc:docMk/>
            <pc:sldMk cId="3140837993" sldId="258"/>
            <ac:spMk id="35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07.808" v="292" actId="478"/>
          <ac:spMkLst>
            <pc:docMk/>
            <pc:sldMk cId="3140837993" sldId="258"/>
            <ac:spMk id="36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18.294" v="295" actId="478"/>
          <ac:spMkLst>
            <pc:docMk/>
            <pc:sldMk cId="3140837993" sldId="258"/>
            <ac:spMk id="37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31.808" v="327" actId="478"/>
          <ac:spMkLst>
            <pc:docMk/>
            <pc:sldMk cId="3140837993" sldId="258"/>
            <ac:spMk id="38" creationId="{00000000-0000-0000-0000-000000000000}"/>
          </ac:spMkLst>
        </pc:spChg>
        <pc:spChg chg="del">
          <ac:chgData name="Zheng Fei" userId="d19317889db4c986" providerId="LiveId" clId="{5208695E-9764-E141-8C27-561FA6A33FAB}" dt="2022-02-10T15:04:46.974" v="356" actId="478"/>
          <ac:spMkLst>
            <pc:docMk/>
            <pc:sldMk cId="3140837993" sldId="258"/>
            <ac:spMk id="39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20.802" v="554" actId="207"/>
          <ac:spMkLst>
            <pc:docMk/>
            <pc:sldMk cId="3140837993" sldId="258"/>
            <ac:spMk id="43" creationId="{00000000-0000-0000-0000-000000000000}"/>
          </ac:spMkLst>
        </pc:spChg>
        <pc:spChg chg="mod">
          <ac:chgData name="Zheng Fei" userId="d19317889db4c986" providerId="LiveId" clId="{5208695E-9764-E141-8C27-561FA6A33FAB}" dt="2022-02-10T15:11:59.733" v="558" actId="207"/>
          <ac:spMkLst>
            <pc:docMk/>
            <pc:sldMk cId="3140837993" sldId="258"/>
            <ac:spMk id="45" creationId="{00000000-0000-0000-0000-000000000000}"/>
          </ac:spMkLst>
        </pc:spChg>
        <pc:spChg chg="mod">
          <ac:chgData name="Zheng Fei" userId="d19317889db4c986" providerId="LiveId" clId="{5208695E-9764-E141-8C27-561FA6A33FAB}" dt="2022-02-10T15:07:59.564" v="523" actId="20577"/>
          <ac:spMkLst>
            <pc:docMk/>
            <pc:sldMk cId="3140837993" sldId="258"/>
            <ac:spMk id="69" creationId="{00000000-0000-0000-0000-000000000000}"/>
          </ac:spMkLst>
        </pc:spChg>
        <pc:picChg chg="del">
          <ac:chgData name="Zheng Fei" userId="d19317889db4c986" providerId="LiveId" clId="{5208695E-9764-E141-8C27-561FA6A33FAB}" dt="2022-02-10T15:03:12.730" v="239" actId="478"/>
          <ac:picMkLst>
            <pc:docMk/>
            <pc:sldMk cId="3140837993" sldId="258"/>
            <ac:picMk id="71" creationId="{00000000-0000-0000-0000-000000000000}"/>
          </ac:picMkLst>
        </pc:picChg>
      </pc:sldChg>
      <pc:sldChg chg="addSp delSp modSp mod delAnim modAnim">
        <pc:chgData name="Zheng Fei" userId="d19317889db4c986" providerId="LiveId" clId="{5208695E-9764-E141-8C27-561FA6A33FAB}" dt="2022-02-10T15:12:46.146" v="561" actId="208"/>
        <pc:sldMkLst>
          <pc:docMk/>
          <pc:sldMk cId="0" sldId="282"/>
        </pc:sldMkLst>
        <pc:spChg chg="mod">
          <ac:chgData name="Zheng Fei" userId="d19317889db4c986" providerId="LiveId" clId="{5208695E-9764-E141-8C27-561FA6A33FAB}" dt="2022-02-10T15:11:15.026" v="552" actId="207"/>
          <ac:spMkLst>
            <pc:docMk/>
            <pc:sldMk cId="0" sldId="282"/>
            <ac:spMk id="2" creationId="{00000000-0000-0000-0000-000000000000}"/>
          </ac:spMkLst>
        </pc:spChg>
        <pc:spChg chg="mod">
          <ac:chgData name="Zheng Fei" userId="d19317889db4c986" providerId="LiveId" clId="{5208695E-9764-E141-8C27-561FA6A33FAB}" dt="2022-02-10T14:57:50.425" v="24" actId="20577"/>
          <ac:spMkLst>
            <pc:docMk/>
            <pc:sldMk cId="0" sldId="282"/>
            <ac:spMk id="3" creationId="{00000000-0000-0000-0000-000000000000}"/>
          </ac:spMkLst>
        </pc:spChg>
        <pc:spChg chg="mod">
          <ac:chgData name="Zheng Fei" userId="d19317889db4c986" providerId="LiveId" clId="{5208695E-9764-E141-8C27-561FA6A33FAB}" dt="2022-02-10T15:00:52.962" v="102" actId="20577"/>
          <ac:spMkLst>
            <pc:docMk/>
            <pc:sldMk cId="0" sldId="282"/>
            <ac:spMk id="4" creationId="{00000000-0000-0000-0000-000000000000}"/>
          </ac:spMkLst>
        </pc:spChg>
        <pc:spChg chg="mod">
          <ac:chgData name="Zheng Fei" userId="d19317889db4c986" providerId="LiveId" clId="{5208695E-9764-E141-8C27-561FA6A33FAB}" dt="2022-02-10T15:01:00.201" v="103" actId="12788"/>
          <ac:spMkLst>
            <pc:docMk/>
            <pc:sldMk cId="0" sldId="282"/>
            <ac:spMk id="5" creationId="{00000000-0000-0000-0000-000000000000}"/>
          </ac:spMkLst>
        </pc:spChg>
        <pc:spChg chg="del">
          <ac:chgData name="Zheng Fei" userId="d19317889db4c986" providerId="LiveId" clId="{5208695E-9764-E141-8C27-561FA6A33FAB}" dt="2022-02-10T14:58:11.441" v="46" actId="478"/>
          <ac:spMkLst>
            <pc:docMk/>
            <pc:sldMk cId="0" sldId="282"/>
            <ac:spMk id="6" creationId="{00000000-0000-0000-0000-000000000000}"/>
          </ac:spMkLst>
        </pc:spChg>
        <pc:picChg chg="del">
          <ac:chgData name="Zheng Fei" userId="d19317889db4c986" providerId="LiveId" clId="{5208695E-9764-E141-8C27-561FA6A33FAB}" dt="2022-02-10T14:58:13.766" v="47" actId="478"/>
          <ac:picMkLst>
            <pc:docMk/>
            <pc:sldMk cId="0" sldId="282"/>
            <ac:picMk id="34" creationId="{00000000-0000-0000-0000-000000000000}"/>
          </ac:picMkLst>
        </pc:picChg>
        <pc:picChg chg="del">
          <ac:chgData name="Zheng Fei" userId="d19317889db4c986" providerId="LiveId" clId="{5208695E-9764-E141-8C27-561FA6A33FAB}" dt="2022-02-10T14:59:30.777" v="48" actId="478"/>
          <ac:picMkLst>
            <pc:docMk/>
            <pc:sldMk cId="0" sldId="282"/>
            <ac:picMk id="35" creationId="{00000000-0000-0000-0000-000000000000}"/>
          </ac:picMkLst>
        </pc:picChg>
        <pc:picChg chg="add del mod">
          <ac:chgData name="Zheng Fei" userId="d19317889db4c986" providerId="LiveId" clId="{5208695E-9764-E141-8C27-561FA6A33FAB}" dt="2022-02-10T14:59:35.064" v="51" actId="478"/>
          <ac:picMkLst>
            <pc:docMk/>
            <pc:sldMk cId="0" sldId="282"/>
            <ac:picMk id="1026" creationId="{A42E7FBB-BD3F-0246-9FA7-939DE63AD4B6}"/>
          </ac:picMkLst>
        </pc:picChg>
        <pc:picChg chg="add mod">
          <ac:chgData name="Zheng Fei" userId="d19317889db4c986" providerId="LiveId" clId="{5208695E-9764-E141-8C27-561FA6A33FAB}" dt="2022-02-10T15:00:15.951" v="59" actId="732"/>
          <ac:picMkLst>
            <pc:docMk/>
            <pc:sldMk cId="0" sldId="282"/>
            <ac:picMk id="1028" creationId="{461FAD9A-5513-0D4F-A4F9-70864708CDDD}"/>
          </ac:picMkLst>
        </pc:picChg>
        <pc:cxnChg chg="mod">
          <ac:chgData name="Zheng Fei" userId="d19317889db4c986" providerId="LiveId" clId="{5208695E-9764-E141-8C27-561FA6A33FAB}" dt="2022-02-10T15:12:46.146" v="561" actId="208"/>
          <ac:cxnSpMkLst>
            <pc:docMk/>
            <pc:sldMk cId="0" sldId="282"/>
            <ac:cxnSpMk id="31" creationId="{00000000-0000-0000-0000-000000000000}"/>
          </ac:cxnSpMkLst>
        </pc:cxnChg>
      </pc:sldChg>
      <pc:sldChg chg="delSp modSp mod delAnim modAnim">
        <pc:chgData name="Zheng Fei" userId="d19317889db4c986" providerId="LiveId" clId="{5208695E-9764-E141-8C27-561FA6A33FAB}" dt="2022-02-10T15:30:06.627" v="1856"/>
        <pc:sldMkLst>
          <pc:docMk/>
          <pc:sldMk cId="2026888976" sldId="305"/>
        </pc:sldMkLst>
        <pc:spChg chg="mod">
          <ac:chgData name="Zheng Fei" userId="d19317889db4c986" providerId="LiveId" clId="{5208695E-9764-E141-8C27-561FA6A33FAB}" dt="2022-02-10T15:03:01.315" v="238" actId="20577"/>
          <ac:spMkLst>
            <pc:docMk/>
            <pc:sldMk cId="2026888976" sldId="305"/>
            <ac:spMk id="4" creationId="{00000000-0000-0000-0000-000000000000}"/>
          </ac:spMkLst>
        </pc:spChg>
        <pc:spChg chg="mod">
          <ac:chgData name="Zheng Fei" userId="d19317889db4c986" providerId="LiveId" clId="{5208695E-9764-E141-8C27-561FA6A33FAB}" dt="2022-02-10T15:30:06.627" v="1856"/>
          <ac:spMkLst>
            <pc:docMk/>
            <pc:sldMk cId="2026888976" sldId="305"/>
            <ac:spMk id="9" creationId="{00000000-0000-0000-0000-000000000000}"/>
          </ac:spMkLst>
        </pc:spChg>
        <pc:spChg chg="del mod">
          <ac:chgData name="Zheng Fei" userId="d19317889db4c986" providerId="LiveId" clId="{5208695E-9764-E141-8C27-561FA6A33FAB}" dt="2022-02-10T15:13:56.552" v="564" actId="478"/>
          <ac:spMkLst>
            <pc:docMk/>
            <pc:sldMk cId="2026888976" sldId="305"/>
            <ac:spMk id="10" creationId="{00000000-0000-0000-0000-000000000000}"/>
          </ac:spMkLst>
        </pc:spChg>
        <pc:spChg chg="del">
          <ac:chgData name="Zheng Fei" userId="d19317889db4c986" providerId="LiveId" clId="{5208695E-9764-E141-8C27-561FA6A33FAB}" dt="2022-02-10T15:02:37.060" v="226" actId="478"/>
          <ac:spMkLst>
            <pc:docMk/>
            <pc:sldMk cId="2026888976" sldId="305"/>
            <ac:spMk id="11" creationId="{00000000-0000-0000-0000-000000000000}"/>
          </ac:spMkLst>
        </pc:spChg>
      </pc:sldChg>
      <pc:sldChg chg="addSp modSp new del modAnim">
        <pc:chgData name="Zheng Fei" userId="d19317889db4c986" providerId="LiveId" clId="{5208695E-9764-E141-8C27-561FA6A33FAB}" dt="2022-02-10T15:09:43.096" v="538" actId="2696"/>
        <pc:sldMkLst>
          <pc:docMk/>
          <pc:sldMk cId="2674618952" sldId="327"/>
        </pc:sldMkLst>
        <pc:spChg chg="add mod">
          <ac:chgData name="Zheng Fei" userId="d19317889db4c986" providerId="LiveId" clId="{5208695E-9764-E141-8C27-561FA6A33FAB}" dt="2022-02-10T15:09:06.877" v="537"/>
          <ac:spMkLst>
            <pc:docMk/>
            <pc:sldMk cId="2674618952" sldId="327"/>
            <ac:spMk id="2" creationId="{B6A306B7-37AC-B244-AD03-CD1FA54F2041}"/>
          </ac:spMkLst>
        </pc:spChg>
      </pc:sldChg>
      <pc:sldChg chg="add del">
        <pc:chgData name="Zheng Fei" userId="d19317889db4c986" providerId="LiveId" clId="{5208695E-9764-E141-8C27-561FA6A33FAB}" dt="2022-02-10T15:04:12.592" v="293" actId="2696"/>
        <pc:sldMkLst>
          <pc:docMk/>
          <pc:sldMk cId="3840830374" sldId="327"/>
        </pc:sldMkLst>
      </pc:sldChg>
      <pc:sldChg chg="addSp modSp new del ord modAnim">
        <pc:chgData name="Zheng Fei" userId="d19317889db4c986" providerId="LiveId" clId="{5208695E-9764-E141-8C27-561FA6A33FAB}" dt="2022-02-10T15:10:49.164" v="550" actId="2696"/>
        <pc:sldMkLst>
          <pc:docMk/>
          <pc:sldMk cId="4181213699" sldId="327"/>
        </pc:sldMkLst>
        <pc:spChg chg="add mod">
          <ac:chgData name="Zheng Fei" userId="d19317889db4c986" providerId="LiveId" clId="{5208695E-9764-E141-8C27-561FA6A33FAB}" dt="2022-02-10T15:09:58.477" v="540"/>
          <ac:spMkLst>
            <pc:docMk/>
            <pc:sldMk cId="4181213699" sldId="327"/>
            <ac:spMk id="2" creationId="{15F03666-DF88-1740-A4B1-ABCEA1F847F9}"/>
          </ac:spMkLst>
        </pc:spChg>
        <pc:spChg chg="add mod">
          <ac:chgData name="Zheng Fei" userId="d19317889db4c986" providerId="LiveId" clId="{5208695E-9764-E141-8C27-561FA6A33FAB}" dt="2022-02-10T15:09:58.477" v="540"/>
          <ac:spMkLst>
            <pc:docMk/>
            <pc:sldMk cId="4181213699" sldId="327"/>
            <ac:spMk id="3" creationId="{16870241-DFA3-5D41-B986-3405E638FC72}"/>
          </ac:spMkLst>
        </pc:spChg>
        <pc:picChg chg="add mod">
          <ac:chgData name="Zheng Fei" userId="d19317889db4c986" providerId="LiveId" clId="{5208695E-9764-E141-8C27-561FA6A33FAB}" dt="2022-02-10T15:10:20.600" v="547" actId="1076"/>
          <ac:picMkLst>
            <pc:docMk/>
            <pc:sldMk cId="4181213699" sldId="327"/>
            <ac:picMk id="4" creationId="{64A5C663-0C09-2448-836C-687D6785F4A4}"/>
          </ac:picMkLst>
        </pc:picChg>
      </pc:sldChg>
      <pc:sldChg chg="addSp modSp add mod modAnim">
        <pc:chgData name="Zheng Fei" userId="d19317889db4c986" providerId="LiveId" clId="{5208695E-9764-E141-8C27-561FA6A33FAB}" dt="2022-02-10T15:36:22.078" v="2465" actId="20577"/>
        <pc:sldMkLst>
          <pc:docMk/>
          <pc:sldMk cId="2050651053" sldId="328"/>
        </pc:sldMkLst>
        <pc:spChg chg="mod">
          <ac:chgData name="Zheng Fei" userId="d19317889db4c986" providerId="LiveId" clId="{5208695E-9764-E141-8C27-561FA6A33FAB}" dt="2022-02-10T15:10:42.988" v="549" actId="207"/>
          <ac:spMkLst>
            <pc:docMk/>
            <pc:sldMk cId="2050651053" sldId="328"/>
            <ac:spMk id="2" creationId="{15F03666-DF88-1740-A4B1-ABCEA1F847F9}"/>
          </ac:spMkLst>
        </pc:spChg>
        <pc:spChg chg="add mod">
          <ac:chgData name="Zheng Fei" userId="d19317889db4c986" providerId="LiveId" clId="{5208695E-9764-E141-8C27-561FA6A33FAB}" dt="2022-02-10T15:14:31.624" v="588" actId="20577"/>
          <ac:spMkLst>
            <pc:docMk/>
            <pc:sldMk cId="2050651053" sldId="328"/>
            <ac:spMk id="5" creationId="{FB207D22-4ED1-D447-BEB1-4714B4D3A268}"/>
          </ac:spMkLst>
        </pc:spChg>
        <pc:spChg chg="mod">
          <ac:chgData name="Zheng Fei" userId="d19317889db4c986" providerId="LiveId" clId="{5208695E-9764-E141-8C27-561FA6A33FAB}" dt="2022-02-10T15:14:25.678" v="565"/>
          <ac:spMkLst>
            <pc:docMk/>
            <pc:sldMk cId="2050651053" sldId="328"/>
            <ac:spMk id="7" creationId="{5E0ECFB8-FE3F-7F43-AA71-084355796110}"/>
          </ac:spMkLst>
        </pc:spChg>
        <pc:spChg chg="mod">
          <ac:chgData name="Zheng Fei" userId="d19317889db4c986" providerId="LiveId" clId="{5208695E-9764-E141-8C27-561FA6A33FAB}" dt="2022-02-10T15:14:25.678" v="565"/>
          <ac:spMkLst>
            <pc:docMk/>
            <pc:sldMk cId="2050651053" sldId="328"/>
            <ac:spMk id="8" creationId="{32BBE17A-8180-494D-BBD8-CD61CC5A98E6}"/>
          </ac:spMkLst>
        </pc:spChg>
        <pc:spChg chg="add mod">
          <ac:chgData name="Zheng Fei" userId="d19317889db4c986" providerId="LiveId" clId="{5208695E-9764-E141-8C27-561FA6A33FAB}" dt="2022-02-10T15:36:22.078" v="2465" actId="20577"/>
          <ac:spMkLst>
            <pc:docMk/>
            <pc:sldMk cId="2050651053" sldId="328"/>
            <ac:spMk id="9" creationId="{FC1F2C7E-793E-F441-952A-A404E4CDB1F2}"/>
          </ac:spMkLst>
        </pc:spChg>
        <pc:grpChg chg="add mod">
          <ac:chgData name="Zheng Fei" userId="d19317889db4c986" providerId="LiveId" clId="{5208695E-9764-E141-8C27-561FA6A33FAB}" dt="2022-02-10T15:14:25.678" v="565"/>
          <ac:grpSpMkLst>
            <pc:docMk/>
            <pc:sldMk cId="2050651053" sldId="328"/>
            <ac:grpSpMk id="6" creationId="{236A6C2E-947B-E14A-A448-3CA3C70DFB03}"/>
          </ac:grpSpMkLst>
        </pc:grpChg>
      </pc:sldChg>
      <pc:sldChg chg="add del">
        <pc:chgData name="Zheng Fei" userId="d19317889db4c986" providerId="LiveId" clId="{5208695E-9764-E141-8C27-561FA6A33FAB}" dt="2022-02-10T15:04:13.504" v="294" actId="2696"/>
        <pc:sldMkLst>
          <pc:docMk/>
          <pc:sldMk cId="3560717361" sldId="328"/>
        </pc:sldMkLst>
      </pc:sldChg>
      <pc:sldChg chg="addSp delSp modSp add mod ord">
        <pc:chgData name="Zheng Fei" userId="d19317889db4c986" providerId="LiveId" clId="{5208695E-9764-E141-8C27-561FA6A33FAB}" dt="2022-02-10T15:18:49.183" v="1231" actId="948"/>
        <pc:sldMkLst>
          <pc:docMk/>
          <pc:sldMk cId="2113596754" sldId="329"/>
        </pc:sldMkLst>
        <pc:spChg chg="mod">
          <ac:chgData name="Zheng Fei" userId="d19317889db4c986" providerId="LiveId" clId="{5208695E-9764-E141-8C27-561FA6A33FAB}" dt="2022-02-10T15:15:15.102" v="593" actId="1076"/>
          <ac:spMkLst>
            <pc:docMk/>
            <pc:sldMk cId="2113596754" sldId="329"/>
            <ac:spMk id="2" creationId="{15F03666-DF88-1740-A4B1-ABCEA1F847F9}"/>
          </ac:spMkLst>
        </pc:spChg>
        <pc:spChg chg="mod">
          <ac:chgData name="Zheng Fei" userId="d19317889db4c986" providerId="LiveId" clId="{5208695E-9764-E141-8C27-561FA6A33FAB}" dt="2022-02-10T15:15:19.098" v="609" actId="20577"/>
          <ac:spMkLst>
            <pc:docMk/>
            <pc:sldMk cId="2113596754" sldId="329"/>
            <ac:spMk id="5" creationId="{FB207D22-4ED1-D447-BEB1-4714B4D3A268}"/>
          </ac:spMkLst>
        </pc:spChg>
        <pc:spChg chg="add del">
          <ac:chgData name="Zheng Fei" userId="d19317889db4c986" providerId="LiveId" clId="{5208695E-9764-E141-8C27-561FA6A33FAB}" dt="2022-02-10T15:15:28.346" v="611"/>
          <ac:spMkLst>
            <pc:docMk/>
            <pc:sldMk cId="2113596754" sldId="329"/>
            <ac:spMk id="9" creationId="{51DC1DDA-9FCA-0149-9AD0-1EB8F75E9C39}"/>
          </ac:spMkLst>
        </pc:spChg>
        <pc:spChg chg="add mod">
          <ac:chgData name="Zheng Fei" userId="d19317889db4c986" providerId="LiveId" clId="{5208695E-9764-E141-8C27-561FA6A33FAB}" dt="2022-02-10T15:18:49.183" v="1231" actId="948"/>
          <ac:spMkLst>
            <pc:docMk/>
            <pc:sldMk cId="2113596754" sldId="329"/>
            <ac:spMk id="10" creationId="{FD4E03B7-8C81-864D-B432-51CCD293F808}"/>
          </ac:spMkLst>
        </pc:spChg>
        <pc:picChg chg="add del">
          <ac:chgData name="Zheng Fei" userId="d19317889db4c986" providerId="LiveId" clId="{5208695E-9764-E141-8C27-561FA6A33FAB}" dt="2022-02-10T15:15:28.346" v="611"/>
          <ac:picMkLst>
            <pc:docMk/>
            <pc:sldMk cId="2113596754" sldId="329"/>
            <ac:picMk id="4097" creationId="{A384963B-3DEB-B149-81B3-D9E29D890C87}"/>
          </ac:picMkLst>
        </pc:picChg>
      </pc:sldChg>
      <pc:sldChg chg="delSp modSp add mod modNotesTx">
        <pc:chgData name="Zheng Fei" userId="d19317889db4c986" providerId="LiveId" clId="{5208695E-9764-E141-8C27-561FA6A33FAB}" dt="2022-02-10T15:28:01.123" v="1853" actId="20577"/>
        <pc:sldMkLst>
          <pc:docMk/>
          <pc:sldMk cId="1445921664" sldId="330"/>
        </pc:sldMkLst>
        <pc:spChg chg="mod">
          <ac:chgData name="Zheng Fei" userId="d19317889db4c986" providerId="LiveId" clId="{5208695E-9764-E141-8C27-561FA6A33FAB}" dt="2022-02-10T15:22:31.789" v="1261" actId="20577"/>
          <ac:spMkLst>
            <pc:docMk/>
            <pc:sldMk cId="1445921664" sldId="330"/>
            <ac:spMk id="5" creationId="{FB207D22-4ED1-D447-BEB1-4714B4D3A268}"/>
          </ac:spMkLst>
        </pc:spChg>
        <pc:spChg chg="mod">
          <ac:chgData name="Zheng Fei" userId="d19317889db4c986" providerId="LiveId" clId="{5208695E-9764-E141-8C27-561FA6A33FAB}" dt="2022-02-10T15:25:05.356" v="1770" actId="20577"/>
          <ac:spMkLst>
            <pc:docMk/>
            <pc:sldMk cId="1445921664" sldId="330"/>
            <ac:spMk id="10" creationId="{FD4E03B7-8C81-864D-B432-51CCD293F808}"/>
          </ac:spMkLst>
        </pc:spChg>
        <pc:picChg chg="del">
          <ac:chgData name="Zheng Fei" userId="d19317889db4c986" providerId="LiveId" clId="{5208695E-9764-E141-8C27-561FA6A33FAB}" dt="2022-02-10T15:20:53.612" v="1233" actId="478"/>
          <ac:picMkLst>
            <pc:docMk/>
            <pc:sldMk cId="1445921664" sldId="330"/>
            <ac:picMk id="5121" creationId="{73B0875B-F5AE-BB4A-90F5-BF78A7E60A06}"/>
          </ac:picMkLst>
        </pc:picChg>
      </pc:sldChg>
      <pc:sldChg chg="addSp delSp modSp add mod">
        <pc:chgData name="Zheng Fei" userId="d19317889db4c986" providerId="LiveId" clId="{5208695E-9764-E141-8C27-561FA6A33FAB}" dt="2022-02-10T15:33:54.446" v="2096" actId="1076"/>
        <pc:sldMkLst>
          <pc:docMk/>
          <pc:sldMk cId="3688734997" sldId="331"/>
        </pc:sldMkLst>
        <pc:spChg chg="mod">
          <ac:chgData name="Zheng Fei" userId="d19317889db4c986" providerId="LiveId" clId="{5208695E-9764-E141-8C27-561FA6A33FAB}" dt="2022-02-10T15:26:14.160" v="1800" actId="20577"/>
          <ac:spMkLst>
            <pc:docMk/>
            <pc:sldMk cId="3688734997" sldId="331"/>
            <ac:spMk id="5" creationId="{FB207D22-4ED1-D447-BEB1-4714B4D3A268}"/>
          </ac:spMkLst>
        </pc:spChg>
        <pc:spChg chg="add del">
          <ac:chgData name="Zheng Fei" userId="d19317889db4c986" providerId="LiveId" clId="{5208695E-9764-E141-8C27-561FA6A33FAB}" dt="2022-02-10T15:32:05.044" v="2039"/>
          <ac:spMkLst>
            <pc:docMk/>
            <pc:sldMk cId="3688734997" sldId="331"/>
            <ac:spMk id="9" creationId="{0E496B3E-68B1-4440-9C48-5CDE10E9BF46}"/>
          </ac:spMkLst>
        </pc:spChg>
        <pc:spChg chg="mod">
          <ac:chgData name="Zheng Fei" userId="d19317889db4c986" providerId="LiveId" clId="{5208695E-9764-E141-8C27-561FA6A33FAB}" dt="2022-02-10T15:33:15.113" v="2046" actId="1076"/>
          <ac:spMkLst>
            <pc:docMk/>
            <pc:sldMk cId="3688734997" sldId="331"/>
            <ac:spMk id="10" creationId="{FD4E03B7-8C81-864D-B432-51CCD293F808}"/>
          </ac:spMkLst>
        </pc:spChg>
        <pc:spChg chg="add del">
          <ac:chgData name="Zheng Fei" userId="d19317889db4c986" providerId="LiveId" clId="{5208695E-9764-E141-8C27-561FA6A33FAB}" dt="2022-02-10T15:32:08.163" v="2041" actId="478"/>
          <ac:spMkLst>
            <pc:docMk/>
            <pc:sldMk cId="3688734997" sldId="331"/>
            <ac:spMk id="11" creationId="{DFCBD6B0-9507-0947-9CD0-217CAD01C0F2}"/>
          </ac:spMkLst>
        </pc:spChg>
        <pc:spChg chg="add mod">
          <ac:chgData name="Zheng Fei" userId="d19317889db4c986" providerId="LiveId" clId="{5208695E-9764-E141-8C27-561FA6A33FAB}" dt="2022-02-10T15:33:54.446" v="2096" actId="1076"/>
          <ac:spMkLst>
            <pc:docMk/>
            <pc:sldMk cId="3688734997" sldId="331"/>
            <ac:spMk id="12" creationId="{97346CCC-F160-C04A-BDBC-01190D71A735}"/>
          </ac:spMkLst>
        </pc:spChg>
        <pc:picChg chg="add mod">
          <ac:chgData name="Zheng Fei" userId="d19317889db4c986" providerId="LiveId" clId="{5208695E-9764-E141-8C27-561FA6A33FAB}" dt="2022-02-10T15:33:16.056" v="2047" actId="1076"/>
          <ac:picMkLst>
            <pc:docMk/>
            <pc:sldMk cId="3688734997" sldId="331"/>
            <ac:picMk id="8198" creationId="{61C72FA9-AAD4-F442-8FB9-F3960F9D0831}"/>
          </ac:picMkLst>
        </pc:picChg>
      </pc:sldChg>
      <pc:sldChg chg="addSp delSp modSp new mod">
        <pc:chgData name="Zheng Fei" userId="d19317889db4c986" providerId="LiveId" clId="{5208695E-9764-E141-8C27-561FA6A33FAB}" dt="2022-02-10T15:38:27.766" v="2470" actId="21"/>
        <pc:sldMkLst>
          <pc:docMk/>
          <pc:sldMk cId="779396015" sldId="332"/>
        </pc:sldMkLst>
        <pc:spChg chg="add del mod">
          <ac:chgData name="Zheng Fei" userId="d19317889db4c986" providerId="LiveId" clId="{5208695E-9764-E141-8C27-561FA6A33FAB}" dt="2022-02-10T15:38:27.766" v="2470" actId="21"/>
          <ac:spMkLst>
            <pc:docMk/>
            <pc:sldMk cId="779396015" sldId="332"/>
            <ac:spMk id="2" creationId="{EE3A05C1-BA57-C440-B2A4-4CFE79AFD34E}"/>
          </ac:spMkLst>
        </pc:spChg>
      </pc:sldChg>
      <pc:sldChg chg="addSp delSp modSp add mod">
        <pc:chgData name="Zheng Fei" userId="d19317889db4c986" providerId="LiveId" clId="{5208695E-9764-E141-8C27-561FA6A33FAB}" dt="2022-02-10T15:39:54.146" v="2495" actId="20577"/>
        <pc:sldMkLst>
          <pc:docMk/>
          <pc:sldMk cId="3997665689" sldId="333"/>
        </pc:sldMkLst>
        <pc:spChg chg="del">
          <ac:chgData name="Zheng Fei" userId="d19317889db4c986" providerId="LiveId" clId="{5208695E-9764-E141-8C27-561FA6A33FAB}" dt="2022-02-10T15:38:24.205" v="2469" actId="478"/>
          <ac:spMkLst>
            <pc:docMk/>
            <pc:sldMk cId="3997665689" sldId="333"/>
            <ac:spMk id="9" creationId="{FC1F2C7E-793E-F441-952A-A404E4CDB1F2}"/>
          </ac:spMkLst>
        </pc:spChg>
        <pc:spChg chg="add mod">
          <ac:chgData name="Zheng Fei" userId="d19317889db4c986" providerId="LiveId" clId="{5208695E-9764-E141-8C27-561FA6A33FAB}" dt="2022-02-10T15:39:54.146" v="2495" actId="20577"/>
          <ac:spMkLst>
            <pc:docMk/>
            <pc:sldMk cId="3997665689" sldId="333"/>
            <ac:spMk id="10" creationId="{A428253B-1E8E-8845-B4FF-359F3D92CCCB}"/>
          </ac:spMkLst>
        </pc:spChg>
      </pc:sldChg>
      <pc:sldChg chg="del">
        <pc:chgData name="Zheng Fei" userId="d19317889db4c986" providerId="LiveId" clId="{5208695E-9764-E141-8C27-561FA6A33FAB}" dt="2022-02-24T02:52:22.310" v="2994" actId="2696"/>
        <pc:sldMkLst>
          <pc:docMk/>
          <pc:sldMk cId="3348470719" sldId="381"/>
        </pc:sldMkLst>
      </pc:sldChg>
      <pc:sldChg chg="modNotesTx">
        <pc:chgData name="Zheng Fei" userId="d19317889db4c986" providerId="LiveId" clId="{5208695E-9764-E141-8C27-561FA6A33FAB}" dt="2022-02-24T01:47:24.922" v="2599" actId="20577"/>
        <pc:sldMkLst>
          <pc:docMk/>
          <pc:sldMk cId="2902439285" sldId="389"/>
        </pc:sldMkLst>
      </pc:sldChg>
      <pc:sldChg chg="add del">
        <pc:chgData name="Zheng Fei" userId="d19317889db4c986" providerId="LiveId" clId="{5208695E-9764-E141-8C27-561FA6A33FAB}" dt="2022-02-24T02:53:18.591" v="2995" actId="2696"/>
        <pc:sldMkLst>
          <pc:docMk/>
          <pc:sldMk cId="1563969571" sldId="390"/>
        </pc:sldMkLst>
      </pc:sldChg>
      <pc:sldChg chg="add">
        <pc:chgData name="Zheng Fei" userId="d19317889db4c986" providerId="LiveId" clId="{5208695E-9764-E141-8C27-561FA6A33FAB}" dt="2022-02-24T02:53:24.825" v="2996"/>
        <pc:sldMkLst>
          <pc:docMk/>
          <pc:sldMk cId="3991378626" sldId="390"/>
        </pc:sldMkLst>
      </pc:sldChg>
      <pc:sldChg chg="del">
        <pc:chgData name="Zheng Fei" userId="d19317889db4c986" providerId="LiveId" clId="{5208695E-9764-E141-8C27-561FA6A33FAB}" dt="2022-02-24T02:37:58.794" v="2894" actId="2696"/>
        <pc:sldMkLst>
          <pc:docMk/>
          <pc:sldMk cId="4249073213" sldId="390"/>
        </pc:sldMkLst>
      </pc:sldChg>
      <pc:sldChg chg="addSp delSp modSp mod ord setBg">
        <pc:chgData name="Zheng Fei" userId="d19317889db4c986" providerId="LiveId" clId="{5208695E-9764-E141-8C27-561FA6A33FAB}" dt="2022-02-24T02:44:15.242" v="2947" actId="5793"/>
        <pc:sldMkLst>
          <pc:docMk/>
          <pc:sldMk cId="1431905263" sldId="391"/>
        </pc:sldMkLst>
        <pc:spChg chg="add mod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" creationId="{2E5B3148-AA47-4B4B-B998-0342009183EE}"/>
          </ac:spMkLst>
        </pc:spChg>
        <pc:spChg chg="mod ord">
          <ac:chgData name="Zheng Fei" userId="d19317889db4c986" providerId="LiveId" clId="{5208695E-9764-E141-8C27-561FA6A33FAB}" dt="2022-02-24T02:44:15.242" v="2947" actId="5793"/>
          <ac:spMkLst>
            <pc:docMk/>
            <pc:sldMk cId="1431905263" sldId="391"/>
            <ac:spMk id="4" creationId="{66116466-D588-42A4-8223-1FDF1A19EC23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9" creationId="{827B839B-9ADE-406B-8590-F1CAEDED45A1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1" creationId="{CFE45BF0-46DB-408C-B5F7-7B11716805D4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3" creationId="{2AEBC8F2-97B1-41B4-93F1-2D289E197FBA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5" creationId="{472E3A19-F5D5-48FC-BB9C-48C2F68F598B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7" creationId="{7A62E32F-BB65-43A8-8EB5-92346890E549}"/>
          </ac:spMkLst>
        </pc:spChg>
        <pc:spChg chg="add del">
          <ac:chgData name="Zheng Fei" userId="d19317889db4c986" providerId="LiveId" clId="{5208695E-9764-E141-8C27-561FA6A33FAB}" dt="2022-02-24T02:40:29.150" v="2908" actId="26606"/>
          <ac:spMkLst>
            <pc:docMk/>
            <pc:sldMk cId="1431905263" sldId="391"/>
            <ac:spMk id="19" creationId="{14E91B64-9FCC-451E-AFB4-A827D6329367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1" creationId="{DAF1966E-FD40-4A4A-B61B-C4DF7FA05F06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2" creationId="{047BFA19-D45E-416B-A404-7AF2F3F27017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3" creationId="{8E0105E7-23DB-4CF2-8258-FF47C7620F6E}"/>
          </ac:spMkLst>
        </pc:spChg>
        <pc:spChg chg="add del">
          <ac:chgData name="Zheng Fei" userId="d19317889db4c986" providerId="LiveId" clId="{5208695E-9764-E141-8C27-561FA6A33FAB}" dt="2022-02-24T02:42:05.133" v="2921" actId="26606"/>
          <ac:spMkLst>
            <pc:docMk/>
            <pc:sldMk cId="1431905263" sldId="391"/>
            <ac:spMk id="24" creationId="{074B4F7D-14B2-478B-8BF5-01E4E0C5D263}"/>
          </ac:spMkLst>
        </pc:spChg>
        <pc:picChg chg="del">
          <ac:chgData name="Zheng Fei" userId="d19317889db4c986" providerId="LiveId" clId="{5208695E-9764-E141-8C27-561FA6A33FAB}" dt="2022-02-24T01:53:20.453" v="2601" actId="21"/>
          <ac:picMkLst>
            <pc:docMk/>
            <pc:sldMk cId="1431905263" sldId="391"/>
            <ac:picMk id="3" creationId="{4031C3F8-C0D3-4913-B186-2618E7533AEB}"/>
          </ac:picMkLst>
        </pc:picChg>
      </pc:sldChg>
      <pc:sldChg chg="addSp delSp modSp mod ord">
        <pc:chgData name="Zheng Fei" userId="d19317889db4c986" providerId="LiveId" clId="{5208695E-9764-E141-8C27-561FA6A33FAB}" dt="2022-02-24T02:46:57.001" v="2966" actId="207"/>
        <pc:sldMkLst>
          <pc:docMk/>
          <pc:sldMk cId="3932442242" sldId="392"/>
        </pc:sldMkLst>
        <pc:spChg chg="mod">
          <ac:chgData name="Zheng Fei" userId="d19317889db4c986" providerId="LiveId" clId="{5208695E-9764-E141-8C27-561FA6A33FAB}" dt="2022-02-24T02:46:57.001" v="2966" actId="207"/>
          <ac:spMkLst>
            <pc:docMk/>
            <pc:sldMk cId="3932442242" sldId="392"/>
            <ac:spMk id="5" creationId="{4527AD1F-097F-4413-B410-C612E42FB89B}"/>
          </ac:spMkLst>
        </pc:spChg>
        <pc:picChg chg="add del mod">
          <ac:chgData name="Zheng Fei" userId="d19317889db4c986" providerId="LiveId" clId="{5208695E-9764-E141-8C27-561FA6A33FAB}" dt="2022-02-24T02:39:28.190" v="2903" actId="21"/>
          <ac:picMkLst>
            <pc:docMk/>
            <pc:sldMk cId="3932442242" sldId="392"/>
            <ac:picMk id="3" creationId="{312168F2-42EC-5449-AE3E-738473BAB7C8}"/>
          </ac:picMkLst>
        </pc:picChg>
        <pc:picChg chg="mod">
          <ac:chgData name="Zheng Fei" userId="d19317889db4c986" providerId="LiveId" clId="{5208695E-9764-E141-8C27-561FA6A33FAB}" dt="2022-02-24T02:46:12.801" v="2964" actId="1076"/>
          <ac:picMkLst>
            <pc:docMk/>
            <pc:sldMk cId="3932442242" sldId="392"/>
            <ac:picMk id="4" creationId="{B5A49BA5-E3E2-45F8-B7CB-2E34AF242C40}"/>
          </ac:picMkLst>
        </pc:picChg>
      </pc:sldChg>
      <pc:sldChg chg="addSp delSp modSp add mod">
        <pc:chgData name="Zheng Fei" userId="d19317889db4c986" providerId="LiveId" clId="{5208695E-9764-E141-8C27-561FA6A33FAB}" dt="2022-02-24T02:28:10.605" v="2731" actId="20577"/>
        <pc:sldMkLst>
          <pc:docMk/>
          <pc:sldMk cId="649363187" sldId="393"/>
        </pc:sldMkLst>
        <pc:spChg chg="mod">
          <ac:chgData name="Zheng Fei" userId="d19317889db4c986" providerId="LiveId" clId="{5208695E-9764-E141-8C27-561FA6A33FAB}" dt="2022-02-24T02:28:10.605" v="2731" actId="20577"/>
          <ac:spMkLst>
            <pc:docMk/>
            <pc:sldMk cId="649363187" sldId="393"/>
            <ac:spMk id="2" creationId="{E4C13EEE-99BF-E943-A53F-2A5707C4C9A7}"/>
          </ac:spMkLst>
        </pc:spChg>
        <pc:spChg chg="add del mod">
          <ac:chgData name="Zheng Fei" userId="d19317889db4c986" providerId="LiveId" clId="{5208695E-9764-E141-8C27-561FA6A33FAB}" dt="2022-02-24T02:23:16.744" v="2713"/>
          <ac:spMkLst>
            <pc:docMk/>
            <pc:sldMk cId="649363187" sldId="393"/>
            <ac:spMk id="3" creationId="{EAAFA907-EEF2-BF41-89D3-CD934ACBA143}"/>
          </ac:spMkLst>
        </pc:spChg>
      </pc:sldChg>
      <pc:sldChg chg="addSp delSp modSp del mod">
        <pc:chgData name="Zheng Fei" userId="d19317889db4c986" providerId="LiveId" clId="{5208695E-9764-E141-8C27-561FA6A33FAB}" dt="2022-02-24T02:12:43.881" v="2659" actId="2696"/>
        <pc:sldMkLst>
          <pc:docMk/>
          <pc:sldMk cId="1732217486" sldId="393"/>
        </pc:sldMkLst>
        <pc:spChg chg="add mod">
          <ac:chgData name="Zheng Fei" userId="d19317889db4c986" providerId="LiveId" clId="{5208695E-9764-E141-8C27-561FA6A33FAB}" dt="2022-02-24T02:12:00.260" v="2658" actId="20577"/>
          <ac:spMkLst>
            <pc:docMk/>
            <pc:sldMk cId="1732217486" sldId="393"/>
            <ac:spMk id="2" creationId="{E4C13EEE-99BF-E943-A53F-2A5707C4C9A7}"/>
          </ac:spMkLst>
        </pc:spChg>
        <pc:picChg chg="del">
          <ac:chgData name="Zheng Fei" userId="d19317889db4c986" providerId="LiveId" clId="{5208695E-9764-E141-8C27-561FA6A33FAB}" dt="2022-02-24T02:11:14.405" v="2647" actId="478"/>
          <ac:picMkLst>
            <pc:docMk/>
            <pc:sldMk cId="1732217486" sldId="393"/>
            <ac:picMk id="4" creationId="{00C5DAC1-4F48-495B-BAD0-2269B7AC736D}"/>
          </ac:picMkLst>
        </pc:picChg>
      </pc:sldChg>
      <pc:sldChg chg="del">
        <pc:chgData name="Zheng Fei" userId="d19317889db4c986" providerId="LiveId" clId="{5208695E-9764-E141-8C27-561FA6A33FAB}" dt="2022-02-24T02:47:23.359" v="2968" actId="2696"/>
        <pc:sldMkLst>
          <pc:docMk/>
          <pc:sldMk cId="1254709018" sldId="394"/>
        </pc:sldMkLst>
      </pc:sldChg>
      <pc:sldChg chg="add ord">
        <pc:chgData name="Zheng Fei" userId="d19317889db4c986" providerId="LiveId" clId="{5208695E-9764-E141-8C27-561FA6A33FAB}" dt="2022-02-24T02:47:46.780" v="2971" actId="20578"/>
        <pc:sldMkLst>
          <pc:docMk/>
          <pc:sldMk cId="458097628" sldId="395"/>
        </pc:sldMkLst>
      </pc:sldChg>
      <pc:sldChg chg="del">
        <pc:chgData name="Zheng Fei" userId="d19317889db4c986" providerId="LiveId" clId="{5208695E-9764-E141-8C27-561FA6A33FAB}" dt="2022-02-24T02:47:28.855" v="2969" actId="2696"/>
        <pc:sldMkLst>
          <pc:docMk/>
          <pc:sldMk cId="3424109515" sldId="395"/>
        </pc:sldMkLst>
      </pc:sldChg>
      <pc:sldChg chg="del">
        <pc:chgData name="Zheng Fei" userId="d19317889db4c986" providerId="LiveId" clId="{5208695E-9764-E141-8C27-561FA6A33FAB}" dt="2022-02-24T02:47:12.785" v="2967" actId="2696"/>
        <pc:sldMkLst>
          <pc:docMk/>
          <pc:sldMk cId="1926675108" sldId="396"/>
        </pc:sldMkLst>
      </pc:sldChg>
      <pc:sldChg chg="del">
        <pc:chgData name="Zheng Fei" userId="d19317889db4c986" providerId="LiveId" clId="{5208695E-9764-E141-8C27-561FA6A33FAB}" dt="2022-02-24T02:42:50.586" v="2922" actId="2696"/>
        <pc:sldMkLst>
          <pc:docMk/>
          <pc:sldMk cId="1849299568" sldId="397"/>
        </pc:sldMkLst>
      </pc:sldChg>
      <pc:sldChg chg="addSp delSp modSp mod">
        <pc:chgData name="Zheng Fei" userId="d19317889db4c986" providerId="LiveId" clId="{5208695E-9764-E141-8C27-561FA6A33FAB}" dt="2022-02-24T02:51:18.012" v="2986" actId="478"/>
        <pc:sldMkLst>
          <pc:docMk/>
          <pc:sldMk cId="2324191358" sldId="398"/>
        </pc:sldMkLst>
        <pc:picChg chg="mod">
          <ac:chgData name="Zheng Fei" userId="d19317889db4c986" providerId="LiveId" clId="{5208695E-9764-E141-8C27-561FA6A33FAB}" dt="2022-02-24T02:50:43.735" v="2983" actId="1076"/>
          <ac:picMkLst>
            <pc:docMk/>
            <pc:sldMk cId="2324191358" sldId="398"/>
            <ac:picMk id="3" creationId="{017B85F1-222E-4D87-A052-3B3E1D0924C2}"/>
          </ac:picMkLst>
        </pc:picChg>
        <pc:picChg chg="add mod">
          <ac:chgData name="Zheng Fei" userId="d19317889db4c986" providerId="LiveId" clId="{5208695E-9764-E141-8C27-561FA6A33FAB}" dt="2022-02-24T02:51:14.031" v="2984"/>
          <ac:picMkLst>
            <pc:docMk/>
            <pc:sldMk cId="2324191358" sldId="398"/>
            <ac:picMk id="4" creationId="{06B3544F-EF7A-F54A-8729-DAA83A9DD0DE}"/>
          </ac:picMkLst>
        </pc:picChg>
        <pc:picChg chg="add del mod">
          <ac:chgData name="Zheng Fei" userId="d19317889db4c986" providerId="LiveId" clId="{5208695E-9764-E141-8C27-561FA6A33FAB}" dt="2022-02-24T02:51:18.012" v="2986" actId="478"/>
          <ac:picMkLst>
            <pc:docMk/>
            <pc:sldMk cId="2324191358" sldId="398"/>
            <ac:picMk id="5" creationId="{8CDA0D91-914B-5F40-BD95-D69289BC7EE6}"/>
          </ac:picMkLst>
        </pc:picChg>
      </pc:sldChg>
      <pc:sldChg chg="del">
        <pc:chgData name="Zheng Fei" userId="d19317889db4c986" providerId="LiveId" clId="{5208695E-9764-E141-8C27-561FA6A33FAB}" dt="2022-02-24T02:37:58.794" v="2894" actId="2696"/>
        <pc:sldMkLst>
          <pc:docMk/>
          <pc:sldMk cId="1421180870" sldId="399"/>
        </pc:sldMkLst>
      </pc:sldChg>
      <pc:sldChg chg="add">
        <pc:chgData name="Zheng Fei" userId="d19317889db4c986" providerId="LiveId" clId="{5208695E-9764-E141-8C27-561FA6A33FAB}" dt="2022-02-24T02:53:24.825" v="2996"/>
        <pc:sldMkLst>
          <pc:docMk/>
          <pc:sldMk cId="1888470829" sldId="399"/>
        </pc:sldMkLst>
      </pc:sldChg>
      <pc:sldChg chg="add del">
        <pc:chgData name="Zheng Fei" userId="d19317889db4c986" providerId="LiveId" clId="{5208695E-9764-E141-8C27-561FA6A33FAB}" dt="2022-02-24T02:53:18.591" v="2995" actId="2696"/>
        <pc:sldMkLst>
          <pc:docMk/>
          <pc:sldMk cId="3972932828" sldId="399"/>
        </pc:sldMkLst>
      </pc:sldChg>
      <pc:sldChg chg="addSp delSp modSp new mod setBg">
        <pc:chgData name="Zheng Fei" userId="d19317889db4c986" providerId="LiveId" clId="{5208695E-9764-E141-8C27-561FA6A33FAB}" dt="2022-02-24T02:39:44.040" v="2906" actId="26606"/>
        <pc:sldMkLst>
          <pc:docMk/>
          <pc:sldMk cId="968340686" sldId="400"/>
        </pc:sldMkLst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7" creationId="{F3060C83-F051-4F0E-ABAD-AA0DFC48B218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9" creationId="{83C98ABE-055B-441F-B07E-44F97F083C39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1" creationId="{29FDB030-9B49-4CED-8CCD-4D99382388AC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3" creationId="{3783CA14-24A1-485C-8B30-D6A5D87987AD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5" creationId="{9A97C86A-04D6-40F7-AE84-31AB43E6A846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7" creationId="{FF9F2414-84E8-453E-B1F3-389FDE8192D9}"/>
          </ac:spMkLst>
        </pc:spChg>
        <pc:spChg chg="add del">
          <ac:chgData name="Zheng Fei" userId="d19317889db4c986" providerId="LiveId" clId="{5208695E-9764-E141-8C27-561FA6A33FAB}" dt="2022-02-24T02:39:44.040" v="2906" actId="26606"/>
          <ac:spMkLst>
            <pc:docMk/>
            <pc:sldMk cId="968340686" sldId="400"/>
            <ac:spMk id="19" creationId="{3ECA69A1-7536-43AC-85EF-C7106179F5ED}"/>
          </ac:spMkLst>
        </pc:spChg>
        <pc:picChg chg="add mod">
          <ac:chgData name="Zheng Fei" userId="d19317889db4c986" providerId="LiveId" clId="{5208695E-9764-E141-8C27-561FA6A33FAB}" dt="2022-02-24T02:39:44.040" v="2906" actId="26606"/>
          <ac:picMkLst>
            <pc:docMk/>
            <pc:sldMk cId="968340686" sldId="400"/>
            <ac:picMk id="2" creationId="{898C07E3-1529-E84B-9F70-8B5F218A11DA}"/>
          </ac:picMkLst>
        </pc:picChg>
      </pc:sldChg>
      <pc:sldChg chg="new del">
        <pc:chgData name="Zheng Fei" userId="d19317889db4c986" providerId="LiveId" clId="{5208695E-9764-E141-8C27-561FA6A33FAB}" dt="2022-02-24T02:37:56.093" v="2893" actId="2696"/>
        <pc:sldMkLst>
          <pc:docMk/>
          <pc:sldMk cId="946142263" sldId="401"/>
        </pc:sldMkLst>
      </pc:sldChg>
      <pc:sldChg chg="addSp delSp modSp new mod setBg">
        <pc:chgData name="Zheng Fei" userId="d19317889db4c986" providerId="LiveId" clId="{5208695E-9764-E141-8C27-561FA6A33FAB}" dt="2022-02-24T02:48:47.327" v="2980" actId="732"/>
        <pc:sldMkLst>
          <pc:docMk/>
          <pc:sldMk cId="3137213224" sldId="402"/>
        </pc:sldMkLst>
        <pc:spChg chg="add del">
          <ac:chgData name="Zheng Fei" userId="d19317889db4c986" providerId="LiveId" clId="{5208695E-9764-E141-8C27-561FA6A33FAB}" dt="2022-02-24T02:42:02.260" v="2919" actId="26606"/>
          <ac:spMkLst>
            <pc:docMk/>
            <pc:sldMk cId="3137213224" sldId="402"/>
            <ac:spMk id="71" creationId="{01D0AF59-99C3-4251-AB9A-C966C6AD4400}"/>
          </ac:spMkLst>
        </pc:spChg>
        <pc:spChg chg="add del">
          <ac:chgData name="Zheng Fei" userId="d19317889db4c986" providerId="LiveId" clId="{5208695E-9764-E141-8C27-561FA6A33FAB}" dt="2022-02-24T02:42:02.260" v="2919" actId="26606"/>
          <ac:spMkLst>
            <pc:docMk/>
            <pc:sldMk cId="3137213224" sldId="402"/>
            <ac:spMk id="73" creationId="{1855405F-37A2-4869-9154-F8BE3BECE6C3}"/>
          </ac:spMkLst>
        </pc:spChg>
        <pc:spChg chg="add del">
          <ac:chgData name="Zheng Fei" userId="d19317889db4c986" providerId="LiveId" clId="{5208695E-9764-E141-8C27-561FA6A33FAB}" dt="2022-02-24T02:42:01.016" v="2917" actId="26606"/>
          <ac:spMkLst>
            <pc:docMk/>
            <pc:sldMk cId="3137213224" sldId="402"/>
            <ac:spMk id="135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2:01.016" v="2917" actId="26606"/>
          <ac:spMkLst>
            <pc:docMk/>
            <pc:sldMk cId="3137213224" sldId="402"/>
            <ac:spMk id="137" creationId="{736F0DFD-0954-464F-BF12-DD2E6F6E0380}"/>
          </ac:spMkLst>
        </pc:spChg>
        <pc:picChg chg="add mod modCrop">
          <ac:chgData name="Zheng Fei" userId="d19317889db4c986" providerId="LiveId" clId="{5208695E-9764-E141-8C27-561FA6A33FAB}" dt="2022-02-24T02:48:25.213" v="2979" actId="1076"/>
          <ac:picMkLst>
            <pc:docMk/>
            <pc:sldMk cId="3137213224" sldId="402"/>
            <ac:picMk id="7" creationId="{F261B9FE-3C65-6C40-BD7E-E33FC77F3D4D}"/>
          </ac:picMkLst>
        </pc:picChg>
        <pc:picChg chg="add mod">
          <ac:chgData name="Zheng Fei" userId="d19317889db4c986" providerId="LiveId" clId="{5208695E-9764-E141-8C27-561FA6A33FAB}" dt="2022-02-24T02:48:47.327" v="2980" actId="732"/>
          <ac:picMkLst>
            <pc:docMk/>
            <pc:sldMk cId="3137213224" sldId="402"/>
            <ac:picMk id="1026" creationId="{10F92739-FD93-1F45-905F-3124C6D46B94}"/>
          </ac:picMkLst>
        </pc:picChg>
      </pc:sldChg>
      <pc:sldChg chg="addSp delSp modSp new mod setBg">
        <pc:chgData name="Zheng Fei" userId="d19317889db4c986" providerId="LiveId" clId="{5208695E-9764-E141-8C27-561FA6A33FAB}" dt="2022-02-24T02:49:03.156" v="2982"/>
        <pc:sldMkLst>
          <pc:docMk/>
          <pc:sldMk cId="2259089914" sldId="403"/>
        </pc:sldMkLst>
        <pc:spChg chg="add del">
          <ac:chgData name="Zheng Fei" userId="d19317889db4c986" providerId="LiveId" clId="{5208695E-9764-E141-8C27-561FA6A33FAB}" dt="2022-02-24T02:42:00.058" v="2916" actId="26606"/>
          <ac:spMkLst>
            <pc:docMk/>
            <pc:sldMk cId="2259089914" sldId="403"/>
            <ac:spMk id="71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2:00.058" v="2916" actId="26606"/>
          <ac:spMkLst>
            <pc:docMk/>
            <pc:sldMk cId="2259089914" sldId="403"/>
            <ac:spMk id="73" creationId="{736F0DFD-0954-464F-BF12-DD2E6F6E0380}"/>
          </ac:spMkLst>
        </pc:spChg>
        <pc:picChg chg="add mod">
          <ac:chgData name="Zheng Fei" userId="d19317889db4c986" providerId="LiveId" clId="{5208695E-9764-E141-8C27-561FA6A33FAB}" dt="2022-02-24T02:49:03.156" v="2982"/>
          <ac:picMkLst>
            <pc:docMk/>
            <pc:sldMk cId="2259089914" sldId="403"/>
            <ac:picMk id="5" creationId="{8C9F9FC1-FB4F-A84A-9D04-133A1E0DC0F7}"/>
          </ac:picMkLst>
        </pc:picChg>
        <pc:picChg chg="add mod">
          <ac:chgData name="Zheng Fei" userId="d19317889db4c986" providerId="LiveId" clId="{5208695E-9764-E141-8C27-561FA6A33FAB}" dt="2022-02-24T02:48:54.936" v="2981" actId="732"/>
          <ac:picMkLst>
            <pc:docMk/>
            <pc:sldMk cId="2259089914" sldId="403"/>
            <ac:picMk id="2050" creationId="{4FAB9F1B-02AB-9149-BF33-0FB11D6035B6}"/>
          </ac:picMkLst>
        </pc:picChg>
      </pc:sldChg>
      <pc:sldChg chg="addSp modSp add mod ord">
        <pc:chgData name="Zheng Fei" userId="d19317889db4c986" providerId="LiveId" clId="{5208695E-9764-E141-8C27-561FA6A33FAB}" dt="2022-02-24T02:28:04.560" v="2722" actId="20577"/>
        <pc:sldMkLst>
          <pc:docMk/>
          <pc:sldMk cId="2063477856" sldId="404"/>
        </pc:sldMkLst>
        <pc:spChg chg="mod">
          <ac:chgData name="Zheng Fei" userId="d19317889db4c986" providerId="LiveId" clId="{5208695E-9764-E141-8C27-561FA6A33FAB}" dt="2022-02-24T02:28:04.560" v="2722" actId="20577"/>
          <ac:spMkLst>
            <pc:docMk/>
            <pc:sldMk cId="2063477856" sldId="404"/>
            <ac:spMk id="2" creationId="{E4C13EEE-99BF-E943-A53F-2A5707C4C9A7}"/>
          </ac:spMkLst>
        </pc:spChg>
        <pc:spChg chg="add mod">
          <ac:chgData name="Zheng Fei" userId="d19317889db4c986" providerId="LiveId" clId="{5208695E-9764-E141-8C27-561FA6A33FAB}" dt="2022-02-24T02:27:58.487" v="2721" actId="20577"/>
          <ac:spMkLst>
            <pc:docMk/>
            <pc:sldMk cId="2063477856" sldId="404"/>
            <ac:spMk id="3" creationId="{1746D604-ADD4-224A-823D-621F79B7436F}"/>
          </ac:spMkLst>
        </pc:spChg>
        <pc:picChg chg="add mod">
          <ac:chgData name="Zheng Fei" userId="d19317889db4c986" providerId="LiveId" clId="{5208695E-9764-E141-8C27-561FA6A33FAB}" dt="2022-02-24T02:20:32.596" v="2704" actId="732"/>
          <ac:picMkLst>
            <pc:docMk/>
            <pc:sldMk cId="2063477856" sldId="404"/>
            <ac:picMk id="3074" creationId="{30CC6F2B-D994-E145-B130-AF99762E85EB}"/>
          </ac:picMkLst>
        </pc:picChg>
      </pc:sldChg>
      <pc:sldChg chg="addSp modSp new mod setBg">
        <pc:chgData name="Zheng Fei" userId="d19317889db4c986" providerId="LiveId" clId="{5208695E-9764-E141-8C27-561FA6A33FAB}" dt="2022-02-24T02:37:11.849" v="2890"/>
        <pc:sldMkLst>
          <pc:docMk/>
          <pc:sldMk cId="2485594626" sldId="405"/>
        </pc:sldMkLst>
        <pc:spChg chg="add mod">
          <ac:chgData name="Zheng Fei" userId="d19317889db4c986" providerId="LiveId" clId="{5208695E-9764-E141-8C27-561FA6A33FAB}" dt="2022-02-24T02:36:31.021" v="2880" actId="1076"/>
          <ac:spMkLst>
            <pc:docMk/>
            <pc:sldMk cId="2485594626" sldId="405"/>
            <ac:spMk id="4" creationId="{1E713C10-19E1-DA44-AC78-BF56F50D7DC9}"/>
          </ac:spMkLst>
        </pc:spChg>
        <pc:spChg chg="add mod">
          <ac:chgData name="Zheng Fei" userId="d19317889db4c986" providerId="LiveId" clId="{5208695E-9764-E141-8C27-561FA6A33FAB}" dt="2022-02-24T02:32:43.181" v="2820" actId="1076"/>
          <ac:spMkLst>
            <pc:docMk/>
            <pc:sldMk cId="2485594626" sldId="405"/>
            <ac:spMk id="5" creationId="{495BCDAB-FA7E-C94F-8FED-E7B5CCF9A186}"/>
          </ac:spMkLst>
        </pc:spChg>
        <pc:spChg chg="add mod">
          <ac:chgData name="Zheng Fei" userId="d19317889db4c986" providerId="LiveId" clId="{5208695E-9764-E141-8C27-561FA6A33FAB}" dt="2022-02-24T02:32:36.428" v="2818" actId="1076"/>
          <ac:spMkLst>
            <pc:docMk/>
            <pc:sldMk cId="2485594626" sldId="405"/>
            <ac:spMk id="7" creationId="{0BFB104C-6003-8E4E-B422-CFD6094451DF}"/>
          </ac:spMkLst>
        </pc:spChg>
        <pc:spChg chg="add">
          <ac:chgData name="Zheng Fei" userId="d19317889db4c986" providerId="LiveId" clId="{5208695E-9764-E141-8C27-561FA6A33FAB}" dt="2022-02-24T02:29:10.177" v="2737" actId="26606"/>
          <ac:spMkLst>
            <pc:docMk/>
            <pc:sldMk cId="2485594626" sldId="405"/>
            <ac:spMk id="8" creationId="{5F879AC3-D4CE-493C-ADC7-06205677F4F8}"/>
          </ac:spMkLst>
        </pc:spChg>
        <pc:spChg chg="add mod">
          <ac:chgData name="Zheng Fei" userId="d19317889db4c986" providerId="LiveId" clId="{5208695E-9764-E141-8C27-561FA6A33FAB}" dt="2022-02-24T02:36:45.316" v="2883" actId="1076"/>
          <ac:spMkLst>
            <pc:docMk/>
            <pc:sldMk cId="2485594626" sldId="405"/>
            <ac:spMk id="9" creationId="{C074442B-E1FE-E64B-A163-CCEFBE5C4950}"/>
          </ac:spMkLst>
        </pc:spChg>
        <pc:spChg chg="add">
          <ac:chgData name="Zheng Fei" userId="d19317889db4c986" providerId="LiveId" clId="{5208695E-9764-E141-8C27-561FA6A33FAB}" dt="2022-02-24T02:29:10.177" v="2737" actId="26606"/>
          <ac:spMkLst>
            <pc:docMk/>
            <pc:sldMk cId="2485594626" sldId="405"/>
            <ac:spMk id="10" creationId="{736F0DFD-0954-464F-BF12-DD2E6F6E0380}"/>
          </ac:spMkLst>
        </pc:spChg>
        <pc:spChg chg="add mod">
          <ac:chgData name="Zheng Fei" userId="d19317889db4c986" providerId="LiveId" clId="{5208695E-9764-E141-8C27-561FA6A33FAB}" dt="2022-02-24T02:36:41.650" v="2882" actId="1076"/>
          <ac:spMkLst>
            <pc:docMk/>
            <pc:sldMk cId="2485594626" sldId="405"/>
            <ac:spMk id="11" creationId="{1F850635-A4E0-2D45-9568-82D0EE263215}"/>
          </ac:spMkLst>
        </pc:spChg>
        <pc:graphicFrameChg chg="add mod modGraphic">
          <ac:chgData name="Zheng Fei" userId="d19317889db4c986" providerId="LiveId" clId="{5208695E-9764-E141-8C27-561FA6A33FAB}" dt="2022-02-24T02:37:09.015" v="2888"/>
          <ac:graphicFrameMkLst>
            <pc:docMk/>
            <pc:sldMk cId="2485594626" sldId="405"/>
            <ac:graphicFrameMk id="2" creationId="{A2FC99F5-AB49-A244-94B0-9FD84B0A40B1}"/>
          </ac:graphicFrameMkLst>
        </pc:graphicFrameChg>
        <pc:graphicFrameChg chg="add mod modGraphic">
          <ac:chgData name="Zheng Fei" userId="d19317889db4c986" providerId="LiveId" clId="{5208695E-9764-E141-8C27-561FA6A33FAB}" dt="2022-02-24T02:37:11.849" v="2890"/>
          <ac:graphicFrameMkLst>
            <pc:docMk/>
            <pc:sldMk cId="2485594626" sldId="405"/>
            <ac:graphicFrameMk id="3" creationId="{36C2B168-4833-E449-B934-5B6D7DD24E86}"/>
          </ac:graphicFrameMkLst>
        </pc:graphicFrameChg>
      </pc:sldChg>
      <pc:sldChg chg="addSp modSp new">
        <pc:chgData name="Zheng Fei" userId="d19317889db4c986" providerId="LiveId" clId="{5208695E-9764-E141-8C27-561FA6A33FAB}" dt="2022-02-24T02:37:41.950" v="2892"/>
        <pc:sldMkLst>
          <pc:docMk/>
          <pc:sldMk cId="2900219743" sldId="406"/>
        </pc:sldMkLst>
        <pc:spChg chg="add mod">
          <ac:chgData name="Zheng Fei" userId="d19317889db4c986" providerId="LiveId" clId="{5208695E-9764-E141-8C27-561FA6A33FAB}" dt="2022-02-24T02:37:41.950" v="2892"/>
          <ac:spMkLst>
            <pc:docMk/>
            <pc:sldMk cId="2900219743" sldId="406"/>
            <ac:spMk id="2" creationId="{84546DDB-1B2C-4946-872F-1056995C7057}"/>
          </ac:spMkLst>
        </pc:spChg>
      </pc:sldChg>
      <pc:sldChg chg="addSp delSp modSp new mod setBg">
        <pc:chgData name="Zheng Fei" userId="d19317889db4c986" providerId="LiveId" clId="{5208695E-9764-E141-8C27-561FA6A33FAB}" dt="2022-02-24T02:41:59.466" v="2915" actId="26606"/>
        <pc:sldMkLst>
          <pc:docMk/>
          <pc:sldMk cId="4284922600" sldId="407"/>
        </pc:sldMkLst>
        <pc:spChg chg="add del">
          <ac:chgData name="Zheng Fei" userId="d19317889db4c986" providerId="LiveId" clId="{5208695E-9764-E141-8C27-561FA6A33FAB}" dt="2022-02-24T02:41:59.466" v="2915" actId="26606"/>
          <ac:spMkLst>
            <pc:docMk/>
            <pc:sldMk cId="4284922600" sldId="407"/>
            <ac:spMk id="7" creationId="{5F879AC3-D4CE-493C-ADC7-06205677F4F8}"/>
          </ac:spMkLst>
        </pc:spChg>
        <pc:spChg chg="add del">
          <ac:chgData name="Zheng Fei" userId="d19317889db4c986" providerId="LiveId" clId="{5208695E-9764-E141-8C27-561FA6A33FAB}" dt="2022-02-24T02:41:59.466" v="2915" actId="26606"/>
          <ac:spMkLst>
            <pc:docMk/>
            <pc:sldMk cId="4284922600" sldId="407"/>
            <ac:spMk id="9" creationId="{736F0DFD-0954-464F-BF12-DD2E6F6E0380}"/>
          </ac:spMkLst>
        </pc:spChg>
        <pc:picChg chg="add mod">
          <ac:chgData name="Zheng Fei" userId="d19317889db4c986" providerId="LiveId" clId="{5208695E-9764-E141-8C27-561FA6A33FAB}" dt="2022-02-24T02:41:59.466" v="2915" actId="26606"/>
          <ac:picMkLst>
            <pc:docMk/>
            <pc:sldMk cId="4284922600" sldId="407"/>
            <ac:picMk id="2" creationId="{CA28E320-42B2-5941-8D82-78E19863407C}"/>
          </ac:picMkLst>
        </pc:picChg>
      </pc:sldChg>
      <pc:sldChg chg="addSp modSp new mod">
        <pc:chgData name="Zheng Fei" userId="d19317889db4c986" providerId="LiveId" clId="{5208695E-9764-E141-8C27-561FA6A33FAB}" dt="2022-02-24T02:51:44.131" v="2993" actId="1076"/>
        <pc:sldMkLst>
          <pc:docMk/>
          <pc:sldMk cId="1485639274" sldId="408"/>
        </pc:sldMkLst>
        <pc:picChg chg="add mod">
          <ac:chgData name="Zheng Fei" userId="d19317889db4c986" providerId="LiveId" clId="{5208695E-9764-E141-8C27-561FA6A33FAB}" dt="2022-02-24T02:51:29.515" v="2988"/>
          <ac:picMkLst>
            <pc:docMk/>
            <pc:sldMk cId="1485639274" sldId="408"/>
            <ac:picMk id="2" creationId="{C5541B0C-B2A5-A144-BF16-460CC995183F}"/>
          </ac:picMkLst>
        </pc:picChg>
        <pc:picChg chg="add mod">
          <ac:chgData name="Zheng Fei" userId="d19317889db4c986" providerId="LiveId" clId="{5208695E-9764-E141-8C27-561FA6A33FAB}" dt="2022-02-24T02:51:44.131" v="2993" actId="1076"/>
          <ac:picMkLst>
            <pc:docMk/>
            <pc:sldMk cId="1485639274" sldId="408"/>
            <ac:picMk id="4" creationId="{F6D37B0F-61AE-B140-85B9-EC8DA2A68039}"/>
          </ac:picMkLst>
        </pc:picChg>
      </pc:sldChg>
    </pc:docChg>
  </pc:docChgLst>
  <pc:docChgLst>
    <pc:chgData name="Fei Zheng" userId="d19317889db4c986" providerId="LiveId" clId="{3CBB1FC8-9C45-CF48-8B60-4C073653746F}"/>
    <pc:docChg chg="addSld delSld modSld sldOrd">
      <pc:chgData name="Fei Zheng" userId="d19317889db4c986" providerId="LiveId" clId="{3CBB1FC8-9C45-CF48-8B60-4C073653746F}" dt="2023-03-02T05:54:59.831" v="1730" actId="1076"/>
      <pc:docMkLst>
        <pc:docMk/>
      </pc:docMkLst>
      <pc:sldChg chg="add">
        <pc:chgData name="Fei Zheng" userId="d19317889db4c986" providerId="LiveId" clId="{3CBB1FC8-9C45-CF48-8B60-4C073653746F}" dt="2023-03-02T04:46:58.058" v="0"/>
        <pc:sldMkLst>
          <pc:docMk/>
          <pc:sldMk cId="3972388253" sldId="256"/>
        </pc:sldMkLst>
      </pc:sldChg>
      <pc:sldChg chg="addSp modSp mod modAnim">
        <pc:chgData name="Fei Zheng" userId="d19317889db4c986" providerId="LiveId" clId="{3CBB1FC8-9C45-CF48-8B60-4C073653746F}" dt="2023-03-02T05:01:19.195" v="6"/>
        <pc:sldMkLst>
          <pc:docMk/>
          <pc:sldMk cId="809317833" sldId="385"/>
        </pc:sldMkLst>
        <pc:spChg chg="add mod">
          <ac:chgData name="Fei Zheng" userId="d19317889db4c986" providerId="LiveId" clId="{3CBB1FC8-9C45-CF48-8B60-4C073653746F}" dt="2023-03-02T05:01:11.563" v="5" actId="2085"/>
          <ac:spMkLst>
            <pc:docMk/>
            <pc:sldMk cId="809317833" sldId="385"/>
            <ac:spMk id="4" creationId="{B4B9F315-689E-DB4B-8F81-20514FB6CC8D}"/>
          </ac:spMkLst>
        </pc:spChg>
      </pc:sldChg>
      <pc:sldChg chg="addSp modSp mod modAnim">
        <pc:chgData name="Fei Zheng" userId="d19317889db4c986" providerId="LiveId" clId="{3CBB1FC8-9C45-CF48-8B60-4C073653746F}" dt="2023-03-02T05:01:54.112" v="18" actId="14100"/>
        <pc:sldMkLst>
          <pc:docMk/>
          <pc:sldMk cId="1112543019" sldId="387"/>
        </pc:sldMkLst>
        <pc:spChg chg="add mod">
          <ac:chgData name="Fei Zheng" userId="d19317889db4c986" providerId="LiveId" clId="{3CBB1FC8-9C45-CF48-8B60-4C073653746F}" dt="2023-03-02T05:01:49.344" v="16" actId="14100"/>
          <ac:spMkLst>
            <pc:docMk/>
            <pc:sldMk cId="1112543019" sldId="387"/>
            <ac:spMk id="5" creationId="{9872B972-4657-9574-05FC-7775ABA3C917}"/>
          </ac:spMkLst>
        </pc:spChg>
        <pc:spChg chg="add mod">
          <ac:chgData name="Fei Zheng" userId="d19317889db4c986" providerId="LiveId" clId="{3CBB1FC8-9C45-CF48-8B60-4C073653746F}" dt="2023-03-02T05:01:54.112" v="18" actId="14100"/>
          <ac:spMkLst>
            <pc:docMk/>
            <pc:sldMk cId="1112543019" sldId="387"/>
            <ac:spMk id="6" creationId="{6254F5AD-880D-B81B-363A-9001FD693C2E}"/>
          </ac:spMkLst>
        </pc:spChg>
      </pc:sldChg>
      <pc:sldChg chg="addSp modSp mod modAnim">
        <pc:chgData name="Fei Zheng" userId="d19317889db4c986" providerId="LiveId" clId="{3CBB1FC8-9C45-CF48-8B60-4C073653746F}" dt="2023-03-02T05:07:29.368" v="30"/>
        <pc:sldMkLst>
          <pc:docMk/>
          <pc:sldMk cId="3625832555" sldId="390"/>
        </pc:sldMkLst>
        <pc:picChg chg="add mod">
          <ac:chgData name="Fei Zheng" userId="d19317889db4c986" providerId="LiveId" clId="{3CBB1FC8-9C45-CF48-8B60-4C073653746F}" dt="2023-03-02T05:06:52.977" v="25" actId="1035"/>
          <ac:picMkLst>
            <pc:docMk/>
            <pc:sldMk cId="3625832555" sldId="390"/>
            <ac:picMk id="6" creationId="{4C69AC9D-9911-531D-F87E-D84B9300501B}"/>
          </ac:picMkLst>
        </pc:picChg>
      </pc:sldChg>
      <pc:sldChg chg="modAnim">
        <pc:chgData name="Fei Zheng" userId="d19317889db4c986" providerId="LiveId" clId="{3CBB1FC8-9C45-CF48-8B60-4C073653746F}" dt="2023-03-02T04:59:39.964" v="2"/>
        <pc:sldMkLst>
          <pc:docMk/>
          <pc:sldMk cId="1003853526" sldId="392"/>
        </pc:sldMkLst>
      </pc:sldChg>
      <pc:sldChg chg="modSp modAnim">
        <pc:chgData name="Fei Zheng" userId="d19317889db4c986" providerId="LiveId" clId="{3CBB1FC8-9C45-CF48-8B60-4C073653746F}" dt="2023-03-02T05:31:15.424" v="1444" actId="20577"/>
        <pc:sldMkLst>
          <pc:docMk/>
          <pc:sldMk cId="1958136474" sldId="395"/>
        </pc:sldMkLst>
        <pc:spChg chg="mod">
          <ac:chgData name="Fei Zheng" userId="d19317889db4c986" providerId="LiveId" clId="{3CBB1FC8-9C45-CF48-8B60-4C073653746F}" dt="2023-03-02T05:31:15.424" v="1444" actId="20577"/>
          <ac:spMkLst>
            <pc:docMk/>
            <pc:sldMk cId="1958136474" sldId="395"/>
            <ac:spMk id="7" creationId="{5F683D7F-CCB7-302B-8CF0-8751B3BF8615}"/>
          </ac:spMkLst>
        </pc:spChg>
      </pc:sldChg>
      <pc:sldChg chg="addSp modSp mod">
        <pc:chgData name="Fei Zheng" userId="d19317889db4c986" providerId="LiveId" clId="{3CBB1FC8-9C45-CF48-8B60-4C073653746F}" dt="2023-03-02T05:54:59.831" v="1730" actId="1076"/>
        <pc:sldMkLst>
          <pc:docMk/>
          <pc:sldMk cId="525504952" sldId="1804"/>
        </pc:sldMkLst>
        <pc:spChg chg="add mod">
          <ac:chgData name="Fei Zheng" userId="d19317889db4c986" providerId="LiveId" clId="{3CBB1FC8-9C45-CF48-8B60-4C073653746F}" dt="2023-03-02T05:54:59.831" v="1730" actId="1076"/>
          <ac:spMkLst>
            <pc:docMk/>
            <pc:sldMk cId="525504952" sldId="1804"/>
            <ac:spMk id="2" creationId="{0C8E58C3-815C-12A5-B5CD-388499E524ED}"/>
          </ac:spMkLst>
        </pc:spChg>
      </pc:sldChg>
      <pc:sldChg chg="modSp mod">
        <pc:chgData name="Fei Zheng" userId="d19317889db4c986" providerId="LiveId" clId="{3CBB1FC8-9C45-CF48-8B60-4C073653746F}" dt="2023-03-02T05:11:08.198" v="49" actId="12788"/>
        <pc:sldMkLst>
          <pc:docMk/>
          <pc:sldMk cId="1754385734" sldId="1827"/>
        </pc:sldMkLst>
        <pc:spChg chg="mod">
          <ac:chgData name="Fei Zheng" userId="d19317889db4c986" providerId="LiveId" clId="{3CBB1FC8-9C45-CF48-8B60-4C073653746F}" dt="2023-03-02T05:11:08.198" v="49" actId="12788"/>
          <ac:spMkLst>
            <pc:docMk/>
            <pc:sldMk cId="1754385734" sldId="1827"/>
            <ac:spMk id="4" creationId="{E74633F8-868D-9B74-121F-3DD58F3F3A7D}"/>
          </ac:spMkLst>
        </pc:spChg>
      </pc:sldChg>
      <pc:sldChg chg="addSp modSp mod modAnim">
        <pc:chgData name="Fei Zheng" userId="d19317889db4c986" providerId="LiveId" clId="{3CBB1FC8-9C45-CF48-8B60-4C073653746F}" dt="2023-03-02T05:31:18.129" v="1446" actId="20577"/>
        <pc:sldMkLst>
          <pc:docMk/>
          <pc:sldMk cId="1470924273" sldId="1830"/>
        </pc:sldMkLst>
        <pc:spChg chg="add mod">
          <ac:chgData name="Fei Zheng" userId="d19317889db4c986" providerId="LiveId" clId="{3CBB1FC8-9C45-CF48-8B60-4C073653746F}" dt="2023-03-02T05:24:34.677" v="1137" actId="207"/>
          <ac:spMkLst>
            <pc:docMk/>
            <pc:sldMk cId="1470924273" sldId="1830"/>
            <ac:spMk id="2" creationId="{A92A4F5E-26E8-86B7-BE79-2D31E0CFD90C}"/>
          </ac:spMkLst>
        </pc:spChg>
        <pc:spChg chg="add mod">
          <ac:chgData name="Fei Zheng" userId="d19317889db4c986" providerId="LiveId" clId="{3CBB1FC8-9C45-CF48-8B60-4C073653746F}" dt="2023-03-02T05:24:58.259" v="1140" actId="20577"/>
          <ac:spMkLst>
            <pc:docMk/>
            <pc:sldMk cId="1470924273" sldId="1830"/>
            <ac:spMk id="5" creationId="{3A05FE48-1BF7-4E06-2D49-895166CB54CC}"/>
          </ac:spMkLst>
        </pc:spChg>
        <pc:spChg chg="mod">
          <ac:chgData name="Fei Zheng" userId="d19317889db4c986" providerId="LiveId" clId="{3CBB1FC8-9C45-CF48-8B60-4C073653746F}" dt="2023-03-02T05:31:18.129" v="1446" actId="20577"/>
          <ac:spMkLst>
            <pc:docMk/>
            <pc:sldMk cId="1470924273" sldId="1830"/>
            <ac:spMk id="7" creationId="{5F683D7F-CCB7-302B-8CF0-8751B3BF8615}"/>
          </ac:spMkLst>
        </pc:spChg>
      </pc:sldChg>
      <pc:sldChg chg="addSp modSp mod ord modAnim">
        <pc:chgData name="Fei Zheng" userId="d19317889db4c986" providerId="LiveId" clId="{3CBB1FC8-9C45-CF48-8B60-4C073653746F}" dt="2023-03-02T05:31:09.183" v="1442" actId="20577"/>
        <pc:sldMkLst>
          <pc:docMk/>
          <pc:sldMk cId="2999265944" sldId="1831"/>
        </pc:sldMkLst>
        <pc:spChg chg="add mod">
          <ac:chgData name="Fei Zheng" userId="d19317889db4c986" providerId="LiveId" clId="{3CBB1FC8-9C45-CF48-8B60-4C073653746F}" dt="2023-03-02T05:29:24.996" v="1375" actId="16959"/>
          <ac:spMkLst>
            <pc:docMk/>
            <pc:sldMk cId="2999265944" sldId="1831"/>
            <ac:spMk id="2" creationId="{C1A78975-1EF9-1A81-00BC-CF5F919F06B1}"/>
          </ac:spMkLst>
        </pc:spChg>
        <pc:spChg chg="add mod">
          <ac:chgData name="Fei Zheng" userId="d19317889db4c986" providerId="LiveId" clId="{3CBB1FC8-9C45-CF48-8B60-4C073653746F}" dt="2023-03-02T05:30:59.325" v="1438" actId="1076"/>
          <ac:spMkLst>
            <pc:docMk/>
            <pc:sldMk cId="2999265944" sldId="1831"/>
            <ac:spMk id="4" creationId="{8E8DF24D-4D37-1EDE-689E-59827CF4B357}"/>
          </ac:spMkLst>
        </pc:spChg>
        <pc:spChg chg="mod">
          <ac:chgData name="Fei Zheng" userId="d19317889db4c986" providerId="LiveId" clId="{3CBB1FC8-9C45-CF48-8B60-4C073653746F}" dt="2023-03-02T05:31:09.183" v="1442" actId="20577"/>
          <ac:spMkLst>
            <pc:docMk/>
            <pc:sldMk cId="2999265944" sldId="1831"/>
            <ac:spMk id="7" creationId="{5F683D7F-CCB7-302B-8CF0-8751B3BF8615}"/>
          </ac:spMkLst>
        </pc:spChg>
      </pc:sldChg>
      <pc:sldChg chg="del">
        <pc:chgData name="Fei Zheng" userId="d19317889db4c986" providerId="LiveId" clId="{3CBB1FC8-9C45-CF48-8B60-4C073653746F}" dt="2023-03-02T04:47:00.502" v="1" actId="2696"/>
        <pc:sldMkLst>
          <pc:docMk/>
          <pc:sldMk cId="2772511137" sldId="1832"/>
        </pc:sldMkLst>
      </pc:sldChg>
      <pc:sldChg chg="add">
        <pc:chgData name="Fei Zheng" userId="d19317889db4c986" providerId="LiveId" clId="{3CBB1FC8-9C45-CF48-8B60-4C073653746F}" dt="2023-03-02T04:46:58.058" v="0"/>
        <pc:sldMkLst>
          <pc:docMk/>
          <pc:sldMk cId="1134014420" sldId="183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04E6C-E239-463E-8626-EC908DC62E17}" type="datetimeFigureOut">
              <a:rPr lang="zh-CN" altLang="en-US" smtClean="0">
                <a:ea typeface="KaiTi" panose="02010609060101010101" pitchFamily="49" charset="-122"/>
              </a:rPr>
              <a:t>2023/03/02</a:t>
            </a:fld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A9078-2765-408F-9FA9-F17D486240E1}" type="slidenum">
              <a:rPr lang="zh-CN" altLang="en-US" smtClean="0">
                <a:ea typeface="KaiTi" panose="02010609060101010101" pitchFamily="49" charset="-122"/>
              </a:rPr>
              <a:t>‹#›</a:t>
            </a:fld>
            <a:endParaRPr lang="zh-CN" altLang="en-US" dirty="0"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6F274BC0-EC83-4C66-980B-BAA069991F91}" type="datetimeFigureOut">
              <a:rPr lang="zh-CN" altLang="en-US" smtClean="0"/>
              <a:pPr/>
              <a:t>2023/03/02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2E3A7F71-220F-49F8-AA6B-B30E0F824F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1pPr>
    <a:lvl2pPr marL="6096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2pPr>
    <a:lvl3pPr marL="12192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3pPr>
    <a:lvl4pPr marL="18288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4pPr>
    <a:lvl5pPr marL="24384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475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294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90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069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9988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489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58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0593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76901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06314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701769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00566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76070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94745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4944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95061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02819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B6067-F111-4A80-B051-23DA3C0D8FF7}" type="datetimeFigureOut">
              <a:rPr lang="zh-CN" altLang="en-US" smtClean="0"/>
              <a:t>2023/03/02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7B276-5004-4A1A-B1F8-2B0764853C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21530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5446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2023/03/02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47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61" r:id="rId13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+mj-lt"/>
          <a:ea typeface="KaiTi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4.png"/><Relationship Id="rId3" Type="http://schemas.openxmlformats.org/officeDocument/2006/relationships/tags" Target="../tags/tag3.xml"/><Relationship Id="rId21" Type="http://schemas.openxmlformats.org/officeDocument/2006/relationships/tags" Target="../tags/tag5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310.xml"/><Relationship Id="rId25" Type="http://schemas.openxmlformats.org/officeDocument/2006/relationships/image" Target="../media/image8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7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60.xml"/><Relationship Id="rId10" Type="http://schemas.openxmlformats.org/officeDocument/2006/relationships/tags" Target="../tags/tag10.xml"/><Relationship Id="rId19" Type="http://schemas.openxmlformats.org/officeDocument/2006/relationships/tags" Target="../tags/tag4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slideLayout" Target="../slideLayouts/slideLayout7.xml"/><Relationship Id="rId26" Type="http://schemas.openxmlformats.org/officeDocument/2006/relationships/image" Target="../media/image12.png"/><Relationship Id="rId3" Type="http://schemas.openxmlformats.org/officeDocument/2006/relationships/tags" Target="../tags/tag18.xml"/><Relationship Id="rId21" Type="http://schemas.openxmlformats.org/officeDocument/2006/relationships/tags" Target="../tags/tag200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5" Type="http://schemas.openxmlformats.org/officeDocument/2006/relationships/tags" Target="../tags/tag220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image" Target="../media/image9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24" Type="http://schemas.openxmlformats.org/officeDocument/2006/relationships/image" Target="../media/image11.png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23" Type="http://schemas.openxmlformats.org/officeDocument/2006/relationships/tags" Target="../tags/tag210.xml"/><Relationship Id="rId10" Type="http://schemas.openxmlformats.org/officeDocument/2006/relationships/tags" Target="../tags/tag25.xml"/><Relationship Id="rId19" Type="http://schemas.openxmlformats.org/officeDocument/2006/relationships/tags" Target="../tags/tag190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image" Target="../media/image10.png"/><Relationship Id="rId27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18" Type="http://schemas.openxmlformats.org/officeDocument/2006/relationships/image" Target="../media/image8.png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5.xml"/><Relationship Id="rId11" Type="http://schemas.openxmlformats.org/officeDocument/2006/relationships/image" Target="../media/image8.png"/><Relationship Id="rId5" Type="http://schemas.openxmlformats.org/officeDocument/2006/relationships/tags" Target="../tags/tag54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53.xml"/><Relationship Id="rId9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0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8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6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320.png"/><Relationship Id="rId7" Type="http://schemas.openxmlformats.org/officeDocument/2006/relationships/image" Target="../media/image36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0.png"/><Relationship Id="rId5" Type="http://schemas.openxmlformats.org/officeDocument/2006/relationships/image" Target="../media/image40.sv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0.png"/><Relationship Id="rId7" Type="http://schemas.openxmlformats.org/officeDocument/2006/relationships/image" Target="../media/image43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gif"/><Relationship Id="rId4" Type="http://schemas.microsoft.com/office/2007/relationships/hdphoto" Target="../media/hdphoto3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3200131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7" y="3165803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§3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1782492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20" y="1756553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§1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2491312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20" y="245698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§2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3892622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8" y="385829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§4</a:t>
            </a:r>
            <a:endParaRPr lang="zh-CN" altLang="en-US" sz="2600" b="1" dirty="0">
              <a:solidFill>
                <a:srgbClr val="0319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4568395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7" y="4534188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§5</a:t>
            </a:r>
            <a:endParaRPr lang="zh-CN" altLang="en-US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902" y="5257691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815" y="522348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§6</a:t>
            </a:r>
            <a:endParaRPr lang="zh-CN" altLang="en-US" sz="2600" b="1" dirty="0">
              <a:solidFill>
                <a:srgbClr val="0319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01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1837970A-284E-2B37-E779-55A34A68F6F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学论网--www.xuelun.me">
            <a:extLst>
              <a:ext uri="{FF2B5EF4-FFF2-40B4-BE49-F238E27FC236}">
                <a16:creationId xmlns:a16="http://schemas.microsoft.com/office/drawing/2014/main" id="{4C15AF9B-CE0B-7825-021D-BA487061AD03}"/>
              </a:ext>
            </a:extLst>
          </p:cNvPr>
          <p:cNvSpPr/>
          <p:nvPr/>
        </p:nvSpPr>
        <p:spPr bwMode="auto">
          <a:xfrm>
            <a:off x="2863840" y="218363"/>
            <a:ext cx="341632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条件概率的定义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252B59-50FE-47C9-53DC-5956F2801D0B}"/>
                  </a:ext>
                </a:extLst>
              </p:cNvPr>
              <p:cNvSpPr txBox="1"/>
              <p:nvPr/>
            </p:nvSpPr>
            <p:spPr>
              <a:xfrm>
                <a:off x="667265" y="2433154"/>
                <a:ext cx="8476735" cy="28432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定义</a:t>
                </a:r>
                <a:r>
                  <a:rPr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设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</m:oMath>
                </a14:m>
                <a:r>
                  <a:rPr lang="en-US" altLang="zh-CN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是两个事件，且</a:t>
                </a:r>
                <a14:m>
                  <m:oMath xmlns:m="http://schemas.openxmlformats.org/officeDocument/2006/math">
                    <m:r>
                      <a:rPr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)&gt;</m:t>
                    </m:r>
                    <m:r>
                      <a:rPr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，称</a:t>
                </a:r>
                <a:endParaRPr lang="en-US" altLang="zh-CN" sz="2600" b="1" dirty="0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                </a:t>
                </a:r>
                <a:r>
                  <a:rPr lang="en-US" altLang="zh-CN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         </a:t>
                </a:r>
                <a:r>
                  <a:rPr lang="zh-CN" altLang="en-US" sz="2400" b="1" dirty="0">
                    <a:solidFill>
                      <a:srgbClr val="C00000"/>
                    </a:solidFill>
                    <a:ea typeface="KaiTi" panose="02010609060101010101" pitchFamily="49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  <m:e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lang="en-US" altLang="zh-CN" sz="28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𝑷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(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𝑨𝑩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)</m:t>
                        </m:r>
                      </m:num>
                      <m:den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𝑷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(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  <m:r>
                          <a:rPr lang="en-US" altLang="zh-CN" sz="28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600" b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600" b="1" dirty="0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     为</a:t>
                </a:r>
                <a:r>
                  <a:rPr lang="zh-CN" altLang="en-US" sz="2600" b="1" u="sng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lang="en-US" altLang="zh-CN" sz="2600" b="1" i="1" u="sng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发生的条件下</a:t>
                </a:r>
                <a:r>
                  <a:rPr lang="zh-CN" altLang="en-US" sz="2600" b="1" u="sng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发生的概率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0252B59-50FE-47C9-53DC-5956F2801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65" y="2433154"/>
                <a:ext cx="8476735" cy="2843214"/>
              </a:xfrm>
              <a:prstGeom prst="rect">
                <a:avLst/>
              </a:prstGeom>
              <a:blipFill>
                <a:blip r:embed="rId2"/>
                <a:stretch>
                  <a:fillRect l="-1198" b="-3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8539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256CF8-1ED1-4178-9093-43B01B45238A}"/>
                  </a:ext>
                </a:extLst>
              </p:cNvPr>
              <p:cNvSpPr txBox="1"/>
              <p:nvPr/>
            </p:nvSpPr>
            <p:spPr>
              <a:xfrm>
                <a:off x="4057791" y="2316408"/>
                <a:ext cx="36792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1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5256CF8-1ED1-4178-9093-43B01B45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791" y="2316408"/>
                <a:ext cx="3679293" cy="461665"/>
              </a:xfrm>
              <a:prstGeom prst="rect">
                <a:avLst/>
              </a:prstGeom>
              <a:blipFill>
                <a:blip r:embed="rId3"/>
                <a:stretch>
                  <a:fillRect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21A081-8620-4757-8530-AC45EBBF50EA}"/>
                  </a:ext>
                </a:extLst>
              </p:cNvPr>
              <p:cNvSpPr txBox="1"/>
              <p:nvPr/>
            </p:nvSpPr>
            <p:spPr>
              <a:xfrm>
                <a:off x="1207300" y="2301020"/>
                <a:ext cx="2951449" cy="492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600" b="1">
                    <a:solidFill>
                      <a:srgbClr val="FF0000"/>
                    </a:solidFill>
                    <a:latin typeface="仓耳今楷05-6763 W03" panose="02020400000000000000" pitchFamily="18" charset="-122"/>
                    <a:ea typeface="仓耳今楷05-6763 W03" panose="02020400000000000000" pitchFamily="18" charset="-122"/>
                  </a:defRPr>
                </a:lvl1pPr>
              </a:lstStyle>
              <a:p>
                <a:r>
                  <a:rPr lang="zh-CN" altLang="en-US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altLang="zh-CN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lang="zh-CN" altLang="en-US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＞</m:t>
                    </m:r>
                    <m:r>
                      <a:rPr lang="en-US" altLang="zh-CN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𝟎</m:t>
                    </m:r>
                  </m:oMath>
                </a14:m>
                <a:r>
                  <a:rPr lang="zh-CN" altLang="en-US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，则有</a:t>
                </a:r>
                <a:r>
                  <a:rPr lang="en-US" altLang="zh-CN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:</a:t>
                </a:r>
                <a:endParaRPr lang="zh-CN" altLang="en-US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C21A081-8620-4757-8530-AC45EBBF5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300" y="2301020"/>
                <a:ext cx="2951449" cy="492443"/>
              </a:xfrm>
              <a:prstGeom prst="rect">
                <a:avLst/>
              </a:prstGeom>
              <a:blipFill>
                <a:blip r:embed="rId4"/>
                <a:stretch>
                  <a:fillRect l="-3863" t="-12500" r="-2575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741477DD-B3A2-3D31-14DE-2046351B3D3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2EA2660-683E-17C0-0287-A1D46467F857}"/>
              </a:ext>
            </a:extLst>
          </p:cNvPr>
          <p:cNvSpPr/>
          <p:nvPr/>
        </p:nvSpPr>
        <p:spPr bwMode="auto">
          <a:xfrm>
            <a:off x="3553132" y="218363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乘法定理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40DDBA-E3DD-6EFA-D5CB-9F17485EDF34}"/>
              </a:ext>
            </a:extLst>
          </p:cNvPr>
          <p:cNvGrpSpPr/>
          <p:nvPr/>
        </p:nvGrpSpPr>
        <p:grpSpPr>
          <a:xfrm>
            <a:off x="1411782" y="3150967"/>
            <a:ext cx="5292018" cy="1313017"/>
            <a:chOff x="1180555" y="2184015"/>
            <a:chExt cx="5292018" cy="1313017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497DAE3B-EEDE-454A-AA40-94368C3CA9E4}"/>
                </a:ext>
              </a:extLst>
            </p:cNvPr>
            <p:cNvGrpSpPr/>
            <p:nvPr/>
          </p:nvGrpSpPr>
          <p:grpSpPr>
            <a:xfrm>
              <a:off x="1180555" y="2371990"/>
              <a:ext cx="5292018" cy="1125042"/>
              <a:chOff x="2012550" y="2580082"/>
              <a:chExt cx="5292018" cy="11250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A52F3836-333F-3940-822F-EA9D72C6C35E}"/>
                      </a:ext>
                    </a:extLst>
                  </p:cNvPr>
                  <p:cNvSpPr txBox="1"/>
                  <p:nvPr/>
                </p:nvSpPr>
                <p:spPr>
                  <a:xfrm>
                    <a:off x="2089295" y="3187184"/>
                    <a:ext cx="441498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zh-CN" altLang="en-US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)=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(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 − 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𝑷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𝑨𝑩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2400" b="1">
                      <a:solidFill>
                        <a:srgbClr val="031993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A52F3836-333F-3940-822F-EA9D72C6C3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89295" y="3187184"/>
                    <a:ext cx="4414985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87" b="-1842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8367E82-DBCC-4C7F-8C94-1E06EE5B3001}"/>
                  </a:ext>
                </a:extLst>
              </p:cNvPr>
              <p:cNvSpPr/>
              <p:nvPr/>
            </p:nvSpPr>
            <p:spPr>
              <a:xfrm>
                <a:off x="2012550" y="2580082"/>
                <a:ext cx="5292018" cy="1125042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031993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54A671-BA4F-A8A1-FA5E-EB9BD68EB7D3}"/>
                    </a:ext>
                  </a:extLst>
                </p:cNvPr>
                <p:cNvSpPr txBox="1"/>
                <p:nvPr/>
              </p:nvSpPr>
              <p:spPr>
                <a:xfrm>
                  <a:off x="1257300" y="2184015"/>
                  <a:ext cx="4745934" cy="7184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14:m>
                    <m:oMath xmlns:m="http://schemas.openxmlformats.org/officeDocument/2006/math">
                      <m:r>
                        <a:rPr kumimoji="1"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sz="2400" b="1" i="0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kumimoji="1"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  <m:r>
                        <a:rPr kumimoji="1" lang="en-US" altLang="zh-CN" sz="2400" b="1" i="0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kumimoji="1"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sz="2400" b="1" i="0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US" altLang="zh-CN" sz="2400" b="1" i="0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kumimoji="1" lang="en-US" altLang="zh-CN" sz="2400" b="1">
                      <a:solidFill>
                        <a:srgbClr val="031993"/>
                      </a:solidFill>
                    </a:rPr>
                    <a:t> +</a:t>
                  </a:r>
                  <a14:m>
                    <m:oMath xmlns:m="http://schemas.openxmlformats.org/officeDocument/2006/math">
                      <m:r>
                        <a:rPr kumimoji="1" lang="en-US" altLang="zh-CN" sz="2400" b="1" i="0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sz="2400" b="1" i="0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kumimoji="1" lang="en-US" altLang="zh-CN" sz="2400" b="1" i="0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kumimoji="1"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𝑨𝑩</m:t>
                      </m:r>
                      <m:r>
                        <a:rPr kumimoji="1"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kumimoji="1" lang="en-US" altLang="zh-CN" sz="2400" b="1">
                    <a:solidFill>
                      <a:srgbClr val="031993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C554A671-BA4F-A8A1-FA5E-EB9BD68EB7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2184015"/>
                  <a:ext cx="4745934" cy="718466"/>
                </a:xfrm>
                <a:prstGeom prst="rect">
                  <a:avLst/>
                </a:prstGeom>
                <a:blipFill>
                  <a:blip r:embed="rId6"/>
                  <a:stretch>
                    <a:fillRect l="-267" r="-267" b="-1929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831965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98FDBB9-4607-4890-9F39-3EDE18522E08}"/>
              </a:ext>
            </a:extLst>
          </p:cNvPr>
          <p:cNvSpPr txBox="1"/>
          <p:nvPr/>
        </p:nvSpPr>
        <p:spPr>
          <a:xfrm>
            <a:off x="2303536" y="1343851"/>
            <a:ext cx="453692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600">
                <a:solidFill>
                  <a:srgbClr val="FF0000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多个事件的推广 </a:t>
            </a:r>
            <a:r>
              <a:rPr lang="en-US" altLang="zh-CN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741477DD-B3A2-3D31-14DE-2046351B3D3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2EA2660-683E-17C0-0287-A1D46467F857}"/>
              </a:ext>
            </a:extLst>
          </p:cNvPr>
          <p:cNvSpPr/>
          <p:nvPr/>
        </p:nvSpPr>
        <p:spPr bwMode="auto">
          <a:xfrm>
            <a:off x="3553132" y="218363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乘法定理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18B56AA-D2C7-56C4-B167-9047E358A19F}"/>
                  </a:ext>
                </a:extLst>
              </p:cNvPr>
              <p:cNvSpPr txBox="1"/>
              <p:nvPr/>
            </p:nvSpPr>
            <p:spPr>
              <a:xfrm>
                <a:off x="422727" y="2519427"/>
                <a:ext cx="626080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lang="zh-CN" altLang="en-US" sz="2400" b="1">
                    <a:solidFill>
                      <a:srgbClr val="031993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为任意三个事件，且满足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𝑨𝑩</m:t>
                        </m:r>
                      </m:e>
                    </m:d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altLang="zh-CN" sz="2400" b="1" i="1">
                  <a:solidFill>
                    <a:srgbClr val="031993"/>
                  </a:solidFill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𝑨𝑩𝑪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  <m:e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e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𝑨𝑩</m:t>
                          </m:r>
                        </m:e>
                      </m:d>
                    </m:oMath>
                  </m:oMathPara>
                </a14:m>
                <a:endParaRPr lang="en-US" altLang="zh-CN" sz="2400" b="1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18B56AA-D2C7-56C4-B167-9047E358A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27" y="2519427"/>
                <a:ext cx="6260809" cy="1200329"/>
              </a:xfrm>
              <a:prstGeom prst="rect">
                <a:avLst/>
              </a:prstGeom>
              <a:blipFill>
                <a:blip r:embed="rId3"/>
                <a:stretch>
                  <a:fillRect l="-202" b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2A51E0-B991-8738-B5AD-D9EAAC3686B7}"/>
                  </a:ext>
                </a:extLst>
              </p:cNvPr>
              <p:cNvSpPr txBox="1"/>
              <p:nvPr/>
            </p:nvSpPr>
            <p:spPr>
              <a:xfrm>
                <a:off x="477078" y="4593580"/>
                <a:ext cx="851105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400" b="1" i="1" baseline="-25000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zh-CN" altLang="en-US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400" b="1" i="1" baseline="-25000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zh-CN" altLang="en-US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…</m:t>
                    </m:r>
                    <m:r>
                      <a:rPr lang="zh-CN" altLang="en-US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altLang="zh-CN" sz="2400" b="1" i="1" baseline="-25000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en-US" sz="2400" b="1">
                    <a:solidFill>
                      <a:srgbClr val="031993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为一个事件组，且满足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KaiTi" panose="02010609060101010101" pitchFamily="49" charset="-122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endParaRPr lang="en-US" altLang="zh-CN" sz="2400" b="1" i="1">
                  <a:solidFill>
                    <a:srgbClr val="031993"/>
                  </a:solidFill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endParaRPr lang="en-US" altLang="zh-CN" sz="2400" b="1" i="1">
                  <a:solidFill>
                    <a:srgbClr val="031993"/>
                  </a:solidFill>
                  <a:latin typeface="Cambria Math" panose="02040503050406030204" pitchFamily="18" charset="0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US" altLang="zh-CN" sz="2400" b="1" i="1" baseline="-25000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US" altLang="zh-CN" sz="2400" b="1" i="1" baseline="-25000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…</m:t>
                          </m:r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US" altLang="zh-CN" sz="2400" b="1" i="1" baseline="-25000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400" b="1" i="1" baseline="-25000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US" altLang="zh-CN" sz="2400" b="1" i="1" baseline="-25000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  <m:e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US" altLang="zh-CN" sz="2400" b="1" i="1" baseline="-25000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4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24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b="1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72A51E0-B991-8738-B5AD-D9EAAC368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078" y="4593580"/>
                <a:ext cx="8511058" cy="1200329"/>
              </a:xfrm>
              <a:prstGeom prst="rect">
                <a:avLst/>
              </a:prstGeom>
              <a:blipFill>
                <a:blip r:embed="rId4"/>
                <a:stretch>
                  <a:fillRect l="-149" t="-6250"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1492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9E47A9-1B09-4ABE-8996-070E1501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0257"/>
            <a:ext cx="9144000" cy="4214490"/>
          </a:xfrm>
          <a:prstGeom prst="rect">
            <a:avLst/>
          </a:prstGeom>
        </p:spPr>
      </p:pic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3EDFA75D-F7D4-3EEE-ED22-1E43897D106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A0F5CC5C-B13C-B773-2833-FCBBA2953328}"/>
              </a:ext>
            </a:extLst>
          </p:cNvPr>
          <p:cNvSpPr/>
          <p:nvPr/>
        </p:nvSpPr>
        <p:spPr bwMode="auto">
          <a:xfrm>
            <a:off x="3321497" y="218363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全概率公式</a:t>
            </a:r>
            <a:endParaRPr lang="en-US" altLang="zh-CN" sz="3600" b="1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20308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文本, 信件&#10;&#10;描述已自动生成">
            <a:extLst>
              <a:ext uri="{FF2B5EF4-FFF2-40B4-BE49-F238E27FC236}">
                <a16:creationId xmlns:a16="http://schemas.microsoft.com/office/drawing/2014/main" id="{F35C1248-3F4D-4DB4-A266-0F919B71D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935" y="2093942"/>
            <a:ext cx="7967721" cy="31908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0FAEE65-7F0D-433C-9242-53B6516C2D56}"/>
              </a:ext>
            </a:extLst>
          </p:cNvPr>
          <p:cNvSpPr txBox="1"/>
          <p:nvPr/>
        </p:nvSpPr>
        <p:spPr>
          <a:xfrm>
            <a:off x="3683324" y="5617940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后验概率</a:t>
            </a: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95E33F6A-D2BE-7F67-D009-5E66D2F18F9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D449D8F6-43A7-7CF8-2CEF-376305CFAC72}"/>
              </a:ext>
            </a:extLst>
          </p:cNvPr>
          <p:cNvSpPr/>
          <p:nvPr/>
        </p:nvSpPr>
        <p:spPr bwMode="auto">
          <a:xfrm>
            <a:off x="3321497" y="218363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贝叶斯公式</a:t>
            </a:r>
            <a:endParaRPr lang="en-US" altLang="zh-CN" sz="3600" b="1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A67A22-DBDC-3763-4AE9-7A0A35CAE9BF}"/>
              </a:ext>
            </a:extLst>
          </p:cNvPr>
          <p:cNvSpPr/>
          <p:nvPr/>
        </p:nvSpPr>
        <p:spPr>
          <a:xfrm>
            <a:off x="5653825" y="3429000"/>
            <a:ext cx="2292440" cy="185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41053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74CD64-CEE5-0ED6-1654-D6C2CD5E40CC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对任意的两个事件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𝑨</m:t>
                    </m:r>
                    <m:r>
                      <a:rPr lang="zh-CN" altLang="en-US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𝑩</m:t>
                    </m:r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  <a:cs typeface="Times New Roman" panose="02020603050405020304" pitchFamily="18" charset="0"/>
                  </a:rPr>
                  <a:t>，以下哪个（几个）成立</a:t>
                </a:r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A74CD64-CEE5-0ED6-1654-D6C2CD5E4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18"/>
                <a:stretch>
                  <a:fillRect l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ABB62ED-020F-C1D7-E1D2-A1A89876B4BC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600" b="1" dirty="0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ABB62ED-020F-C1D7-E1D2-A1A89876B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0"/>
                <a:stretch>
                  <a:fillRect l="-397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B47B88-8938-2F86-F030-76F2A0C2EFC6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zh-CN" altLang="en-US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 − 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600" b="1" dirty="0">
                  <a:solidFill>
                    <a:srgbClr val="031993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8B47B88-8938-2F86-F030-76F2A0C2E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 l="-397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89459AA-E83C-412A-8621-C276DA35BD27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42884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600" b="1" i="0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600" b="1" i="0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600" b="1" i="0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600" b="1" i="0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600" b="1" dirty="0">
                    <a:solidFill>
                      <a:srgbClr val="031993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kumimoji="1" lang="en-US" altLang="zh-CN" sz="2600" b="1" i="0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600" b="1" i="0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600" b="1" i="0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CN" sz="2600" b="1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89459AA-E83C-412A-8621-C276DA35B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428843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 l="-397" b="-32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 15">
            <a:extLst>
              <a:ext uri="{FF2B5EF4-FFF2-40B4-BE49-F238E27FC236}">
                <a16:creationId xmlns:a16="http://schemas.microsoft.com/office/drawing/2014/main" id="{8FCC20F6-236D-3A5C-0961-027797969D0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CB64CB-04F6-64C7-3B70-1DE699B949E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5CFD8A4-4D1F-B4C9-5CF1-3712525650D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0AB2948-FAA9-800A-4DA7-A1C25F85A6EA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0722C4C-625D-5D2E-8C68-363F60C3A171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A774AD96-288F-F65B-3A8E-802178F8002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088C2D64-8DFC-EC14-C0C5-08E2270F0D1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D0200667-5A57-1F52-04D2-F46D72340410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987A4B3D-C408-3B87-5559-94B129EA5F2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8C58307-12E3-3DB8-8C80-359D362C7684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93044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E9695446-74BF-23D0-4F52-6F5D1357A3A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若 𝑃</a:t>
            </a:r>
            <a:r>
              <a:rPr kumimoji="1" lang="en-US" altLang="zh-CN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(𝐵│𝐴)=1 </a:t>
            </a:r>
            <a:r>
              <a:rPr kumimoji="1" lang="zh-CN" altLang="en-US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  <a:sym typeface="Microsoft Yahei" panose="020B0503020204020204" pitchFamily="34" charset="-122"/>
              </a:rPr>
              <a:t>则有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35F6BF7-1DD1-E0D0-8437-AB21EB92433E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是必然事件</a:t>
                </a:r>
                <a:endParaRPr kumimoji="1" lang="en-US" altLang="zh-CN" sz="2600" b="1" dirty="0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135F6BF7-1DD1-E0D0-8437-AB21EB924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2786063"/>
                <a:ext cx="6400800" cy="642938"/>
              </a:xfrm>
              <a:prstGeom prst="rect">
                <a:avLst/>
              </a:prstGeom>
              <a:blipFill>
                <a:blip r:embed="rId20"/>
                <a:stretch>
                  <a:fillRect l="-397" b="-9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1C9F254-3349-FC3C-84A0-4D288D264C14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̅"/>
                        <m:ctrlP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=0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1C9F254-3349-FC3C-84A0-4D288D264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643313"/>
                <a:ext cx="6400800" cy="642938"/>
              </a:xfrm>
              <a:prstGeom prst="rect">
                <a:avLst/>
              </a:prstGeom>
              <a:blipFill>
                <a:blip r:embed="rId22"/>
                <a:stretch>
                  <a:fillRect l="-397" b="-98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157AF2F-3127-6693-0AF4-4D82DABDCD66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⊂</m:t>
                      </m:r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kumimoji="1" lang="en-US" altLang="zh-CN" sz="2600" b="1" dirty="0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F157AF2F-3127-6693-0AF4-4D82DABDC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500563"/>
                <a:ext cx="6400800" cy="642938"/>
              </a:xfrm>
              <a:prstGeom prst="rect">
                <a:avLst/>
              </a:prstGeom>
              <a:blipFill>
                <a:blip r:embed="rId24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9BE4790-058A-A2AD-2B67-7BB5229FCF10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6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kumimoji="1" lang="en-US" altLang="zh-CN" sz="26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6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kumimoji="1" lang="zh-CN" altLang="en-US" sz="2600" b="1" dirty="0">
                  <a:solidFill>
                    <a:srgbClr val="031993"/>
                  </a:solidFill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9BE4790-058A-A2AD-2B67-7BB5229FC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5357813"/>
                <a:ext cx="6400800" cy="642938"/>
              </a:xfrm>
              <a:prstGeom prst="rect">
                <a:avLst/>
              </a:prstGeom>
              <a:blipFill>
                <a:blip r:embed="rId26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>
            <a:extLst>
              <a:ext uri="{FF2B5EF4-FFF2-40B4-BE49-F238E27FC236}">
                <a16:creationId xmlns:a16="http://schemas.microsoft.com/office/drawing/2014/main" id="{BE342F1B-C215-FEAA-32BD-3DEE405FDCA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D3C7D0F-CF9B-8125-2D10-B42647A76304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9FDCD1C-A954-B551-2BC3-B1F35A33A79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7182577-7EFC-410C-EF6C-948392D09B79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926427A-F002-73CA-D6D9-B119F50F95B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6C4E2EF-F719-DC9A-F147-11146C88958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938D380B-1A7E-03D3-EDB7-596ACC516E2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A0B6940A-17E6-EFC3-0F07-FBE9BD504D8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FD9A2A58-57CC-2034-DEF5-A442839249B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053C6611-8A10-3B08-E0FB-05C429CB44CD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C7B22D6-77F9-0681-AE5B-3F1550535DB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3645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F602681-7293-3868-BA9B-AED1E1D0A1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09918" y="3020443"/>
            <a:ext cx="7696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一盒中有</a:t>
            </a:r>
            <a:r>
              <a:rPr lang="en-US" altLang="zh-CN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个红球，</a:t>
            </a:r>
            <a:r>
              <a:rPr lang="en-US" altLang="zh-CN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lang="zh-CN" altLang="en-US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个白球，采用不放回抽样，每次取一个，取</a:t>
            </a:r>
            <a:r>
              <a:rPr lang="en-US" altLang="zh-CN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次。</a:t>
            </a:r>
            <a:endParaRPr lang="en-US" altLang="zh-CN" sz="2600" b="1" dirty="0">
              <a:solidFill>
                <a:srgbClr val="0319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600" b="1" dirty="0">
              <a:solidFill>
                <a:srgbClr val="0319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CN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）计算第</a:t>
            </a:r>
            <a:r>
              <a:rPr lang="en-US" altLang="zh-CN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次取到红球第</a:t>
            </a:r>
            <a:r>
              <a:rPr lang="en-US" altLang="zh-CN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次取到白球的概率</a:t>
            </a:r>
            <a:endParaRPr lang="en-US" altLang="zh-CN" sz="2600" b="1" u="sng" dirty="0">
              <a:solidFill>
                <a:srgbClr val="0319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u="sng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2600" b="1" u="sng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2600" b="1" u="sng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sz="2600" b="1" u="sng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1]</a:t>
            </a:r>
            <a:r>
              <a:rPr lang="en-US" altLang="zh-CN" sz="2600" b="1" u="sng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  <a:p>
            <a:pPr>
              <a:lnSpc>
                <a:spcPct val="150000"/>
              </a:lnSpc>
            </a:pPr>
            <a:endParaRPr lang="en-US" altLang="zh-CN" sz="2600" b="1" u="sng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0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（</a:t>
            </a:r>
            <a:r>
              <a:rPr kumimoji="0" lang="en-US" altLang="zh-CN" sz="2600" b="1" i="0" u="sng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2</a:t>
            </a:r>
            <a:r>
              <a:rPr kumimoji="0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）计算前两次中至少有一次取到红球的概率</a:t>
            </a:r>
            <a:endParaRPr kumimoji="0" lang="en-US" altLang="zh-CN" sz="2600" b="1" i="0" u="sng" strike="noStrike" kern="1200" cap="none" spc="0" normalizeH="0" baseline="0" noProof="0" dirty="0">
              <a:ln>
                <a:noFill/>
              </a:ln>
              <a:solidFill>
                <a:srgbClr val="0319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u="sng" dirty="0">
                <a:solidFill>
                  <a:srgbClr val="639EF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2600" b="1" u="sng" dirty="0">
                <a:solidFill>
                  <a:srgbClr val="639EF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2600" b="1" u="sng" dirty="0">
                <a:solidFill>
                  <a:srgbClr val="639EF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sz="2600" b="1" u="sng" dirty="0">
                <a:solidFill>
                  <a:srgbClr val="639EF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2]</a:t>
            </a:r>
            <a:r>
              <a:rPr lang="en-US" altLang="zh-CN" sz="2600" b="1" u="sng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endParaRPr lang="zh-CN" altLang="en-US" sz="2600" b="1" u="sng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600" b="1" u="sng" dirty="0">
              <a:solidFill>
                <a:srgbClr val="0319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zh-CN" altLang="en-US" sz="2600" b="1" u="sng" dirty="0">
              <a:solidFill>
                <a:srgbClr val="0319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CE42914-B1F4-0C14-CD1B-C3AEB0D88B6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C98CC92-83F6-98F6-6684-E6DD55CB91E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332B278F-7A44-9BEF-E5A4-52CE51E563D1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408FE899-2F4B-6305-CC2B-A7BFBCD2943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024B2701-CD0A-EAC8-2020-04B509D7404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A29B65ED-E71C-86FE-7C01-89FC7C1239F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9613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9779000" y="1270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lvl="0"/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1" name="RemarkBack"/>
            <p:cNvSpPr/>
            <p:nvPr>
              <p:custDataLst>
                <p:tags r:id="rId10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RemarkBlock"/>
            <p:cNvSpPr/>
            <p:nvPr>
              <p:custDataLst>
                <p:tags r:id="rId11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RemarkTitleText"/>
            <p:cNvSpPr txBox="1"/>
            <p:nvPr>
              <p:custDataLst>
                <p:tags r:id="rId12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8648556-6986-1EFF-BDA6-AA3F47221E6F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64838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4412A78-9231-451A-9E51-123F51D102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120" b="86737"/>
          <a:stretch/>
        </p:blipFill>
        <p:spPr>
          <a:xfrm>
            <a:off x="688320" y="2788293"/>
            <a:ext cx="6305108" cy="50102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1DCC3A-15B5-4BB6-AF6F-90DD7C7C9A8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39" t="77811" b="2247"/>
          <a:stretch/>
        </p:blipFill>
        <p:spPr>
          <a:xfrm>
            <a:off x="944626" y="3382884"/>
            <a:ext cx="7964911" cy="796491"/>
          </a:xfrm>
          <a:prstGeom prst="rect">
            <a:avLst/>
          </a:prstGeom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BC0159A4-473C-4396-7085-8B114392DB1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5655BFC-FF2B-8057-E935-C776AA9D4138}"/>
              </a:ext>
            </a:extLst>
          </p:cNvPr>
          <p:cNvSpPr txBox="1"/>
          <p:nvPr/>
        </p:nvSpPr>
        <p:spPr>
          <a:xfrm>
            <a:off x="688320" y="890133"/>
            <a:ext cx="8095298" cy="1799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一盒中有</a:t>
            </a:r>
            <a:r>
              <a:rPr lang="en-US" altLang="zh-CN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个红球，</a:t>
            </a:r>
            <a:r>
              <a:rPr lang="en-US" altLang="zh-CN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lang="zh-CN" altLang="en-US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个白球，采用不放回抽样，每次取一个，取</a:t>
            </a:r>
            <a:r>
              <a:rPr lang="en-US" altLang="zh-CN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2600" b="1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次。</a:t>
            </a:r>
            <a:endParaRPr lang="en-US" altLang="zh-CN" sz="2600" b="1" dirty="0">
              <a:solidFill>
                <a:srgbClr val="0319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CN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）计算第</a:t>
            </a:r>
            <a:r>
              <a:rPr lang="en-US" altLang="zh-CN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en-US" altLang="zh-CN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次取到红球第</a:t>
            </a:r>
            <a:r>
              <a:rPr lang="en-US" altLang="zh-CN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2600" b="1" u="sng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次取到白球的概率。</a:t>
            </a: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3227B9BE-1746-A0B0-5512-78CC1B444EA7}"/>
              </a:ext>
            </a:extLst>
          </p:cNvPr>
          <p:cNvSpPr/>
          <p:nvPr/>
        </p:nvSpPr>
        <p:spPr bwMode="auto">
          <a:xfrm>
            <a:off x="3553132" y="128636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答案解析</a:t>
            </a:r>
            <a:endParaRPr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332DBB-D2C5-77E1-3226-4770461B98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5271" b="76885"/>
          <a:stretch/>
        </p:blipFill>
        <p:spPr>
          <a:xfrm>
            <a:off x="555698" y="5074200"/>
            <a:ext cx="7747591" cy="9735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DE8ABA-F618-1CE3-1E48-28BA02E6A4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22" t="36115" b="46087"/>
          <a:stretch/>
        </p:blipFill>
        <p:spPr>
          <a:xfrm>
            <a:off x="840711" y="6108336"/>
            <a:ext cx="8520223" cy="74966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7917BF4-43D4-3582-99B2-36398CDB0D93}"/>
              </a:ext>
            </a:extLst>
          </p:cNvPr>
          <p:cNvSpPr txBox="1"/>
          <p:nvPr/>
        </p:nvSpPr>
        <p:spPr>
          <a:xfrm>
            <a:off x="742563" y="4272943"/>
            <a:ext cx="8041055" cy="616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（</a:t>
            </a:r>
            <a:r>
              <a:rPr kumimoji="0" lang="en-US" altLang="zh-CN" sz="2600" b="1" i="0" u="sng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2</a:t>
            </a:r>
            <a:r>
              <a:rPr kumimoji="0" lang="zh-CN" altLang="en-US" sz="2600" b="1" i="0" u="sng" strike="noStrike" kern="1200" cap="none" spc="0" normalizeH="0" baseline="0" noProof="0" dirty="0">
                <a:ln>
                  <a:noFill/>
                </a:ln>
                <a:solidFill>
                  <a:srgbClr val="0319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）计算前两次中至少有一次取到红球的概率</a:t>
            </a:r>
            <a:endParaRPr lang="zh-CN" altLang="en-US" u="sng" dirty="0"/>
          </a:p>
        </p:txBody>
      </p:sp>
    </p:spTree>
    <p:extLst>
      <p:ext uri="{BB962C8B-B14F-4D97-AF65-F5344CB8AC3E}">
        <p14:creationId xmlns:p14="http://schemas.microsoft.com/office/powerpoint/2010/main" val="4515880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E223AF7-5711-040E-AC63-9B320F73981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6165" y="2284506"/>
            <a:ext cx="8238564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一小学举办家长开放日</a:t>
            </a: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欢迎家长参加活动。小明的母亲参加的概率为</a:t>
            </a: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80%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。若母亲参加，则父亲参加的概率为</a:t>
            </a: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30%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；若母亲不参加</a:t>
            </a: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则父亲参加的概率为</a:t>
            </a: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90%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/>
            </a:r>
            <a:b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(1)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求父母都参加的概率</a:t>
            </a:r>
            <a:r>
              <a:rPr lang="zh-CN" altLang="en-US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1]</a:t>
            </a:r>
            <a:r>
              <a:rPr lang="en-US" altLang="zh-CN" sz="2600" b="1" i="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b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(2)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求父亲参加的概率</a:t>
            </a:r>
            <a:r>
              <a:rPr lang="zh-CN" altLang="en-US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2]</a:t>
            </a:r>
            <a:r>
              <a:rPr lang="en-US" altLang="zh-CN" sz="2600" b="1" i="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b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en-US" altLang="zh-CN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(3)</a:t>
            </a:r>
            <a:r>
              <a:rPr lang="zh-CN" altLang="en-US" sz="26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在已知父亲参加的条件下，母亲参加的概率</a:t>
            </a:r>
            <a:r>
              <a:rPr lang="zh-CN" altLang="en-US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altLang="zh-CN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[</a:t>
            </a:r>
            <a:r>
              <a:rPr lang="zh-CN" altLang="en-US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sz="2600" b="1" i="0" dirty="0">
                <a:solidFill>
                  <a:srgbClr val="639EF4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3]</a:t>
            </a:r>
            <a:r>
              <a:rPr lang="en-US" altLang="zh-CN" sz="2600" b="1" i="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zh-CN" altLang="en-US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A3F5037-D80A-9620-3B0B-7710852106F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F177A00-D62C-E816-7A89-8638ABEC679E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8D57A4CF-BD1C-1B3B-1996-977462E9911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6C34B09A-09A4-AFBB-3280-0B847970A2A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D5F7BDE3-876C-0BC7-2792-41C407131A13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F2EAB79F-5B4A-3E64-18DB-77FD5F155246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F54A65F7-FE21-738A-083E-05BB2B87C303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795596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8B18966-B651-4028-B4AD-9E1DD4AB884E}"/>
              </a:ext>
            </a:extLst>
          </p:cNvPr>
          <p:cNvSpPr txBox="1"/>
          <p:nvPr/>
        </p:nvSpPr>
        <p:spPr>
          <a:xfrm>
            <a:off x="522941" y="1173237"/>
            <a:ext cx="80981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一小学举办家长开放日</a:t>
            </a: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欢迎家长参加活动</a:t>
            </a: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.</a:t>
            </a:r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小明的母亲参加的概率为</a:t>
            </a: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80%.</a:t>
            </a:r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若母亲参加，则父亲参加的概率为</a:t>
            </a: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30%</a:t>
            </a:r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；若母亲不参加</a:t>
            </a: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则父亲参加的概率为</a:t>
            </a: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90%.</a:t>
            </a:r>
            <a:b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(1)</a:t>
            </a:r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求父母都参加的概率；</a:t>
            </a:r>
            <a:b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(2)</a:t>
            </a:r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求父亲参加的概率；</a:t>
            </a:r>
            <a:b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</a:br>
            <a:r>
              <a:rPr lang="en-US" altLang="zh-CN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(3)</a:t>
            </a:r>
            <a:r>
              <a:rPr lang="zh-CN" altLang="en-US" sz="2100" b="1" i="0" dirty="0">
                <a:solidFill>
                  <a:srgbClr val="0319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在已知父亲参加的条件下，母亲参加的概率</a:t>
            </a:r>
            <a:r>
              <a:rPr lang="zh-CN" altLang="en-US" sz="21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745C26-50A0-44EB-87DB-2A8F63BCD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52" y="3429001"/>
            <a:ext cx="7305153" cy="3300364"/>
          </a:xfrm>
          <a:prstGeom prst="rect">
            <a:avLst/>
          </a:prstGeom>
        </p:spPr>
      </p:pic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B1D097E6-F76B-CBE0-1FDB-E4C85F45CC3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A6E74311-5974-198C-ABBB-B226CE0208C0}"/>
              </a:ext>
            </a:extLst>
          </p:cNvPr>
          <p:cNvSpPr/>
          <p:nvPr/>
        </p:nvSpPr>
        <p:spPr bwMode="auto">
          <a:xfrm>
            <a:off x="3553132" y="128636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答案解析</a:t>
            </a:r>
            <a:endParaRPr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556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6204DCA-E8AA-BE1F-EAF2-E9F9AE9A5C90}"/>
                  </a:ext>
                </a:extLst>
              </p:cNvPr>
              <p:cNvSpPr txBox="1"/>
              <p:nvPr/>
            </p:nvSpPr>
            <p:spPr>
              <a:xfrm>
                <a:off x="282560" y="146012"/>
                <a:ext cx="8578879" cy="69552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一个袋子里共装有</a:t>
                </a:r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10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个球，分别为红球和白球，但是每种颜色的球有几个不是很明确。有以下三种可能</a:t>
                </a:r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:</a:t>
                </a:r>
              </a:p>
              <a:p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: 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装有</a:t>
                </a:r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6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个红球，</a:t>
                </a:r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4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个白球；</a:t>
                </a:r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: 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装有</a:t>
                </a:r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7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个红球，</a:t>
                </a:r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3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个白球；</a:t>
                </a:r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: 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装有</a:t>
                </a:r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5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个红球，</a:t>
                </a:r>
                <a:r>
                  <a:rPr kumimoji="1" lang="en-US" altLang="zh-CN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5</a:t>
                </a:r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个白球。</a:t>
                </a:r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开始认为这三种可能性是 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0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0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  <m:r>
                      <a:rPr kumimoji="1" lang="en-US" altLang="zh-CN" sz="2000" b="1" i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0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0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kumimoji="1" lang="en-US" altLang="zh-CN" sz="20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0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0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0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kumimoji="1" lang="en-US" altLang="zh-CN" sz="20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zh-CN" sz="20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kumimoji="1" lang="en-US" altLang="zh-CN" sz="20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r>
                  <a:rPr kumimoji="1" lang="zh-CN" altLang="en-US" sz="20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从这个袋子中任取一球，得到红球，此时我们应该怎么修正自己的看法呢？</a:t>
                </a:r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𝒊</m:t>
                          </m:r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=</m:t>
                          </m:r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  <m:sup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𝟑</m:t>
                          </m:r>
                        </m:sup>
                        <m:e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𝑩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000" b="1" i="1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𝟏𝟐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</m:e>
                        <m:e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US" altLang="zh-CN" sz="20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zh-CN" sz="2000" b="1" i="1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𝑷</m:t>
                          </m:r>
                          <m:d>
                            <m:dPr>
                              <m:ctrlPr>
                                <a:rPr kumimoji="1" lang="en-US" altLang="zh-CN" sz="20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𝑩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kumimoji="1" lang="en-US" altLang="zh-CN" sz="2000" b="1" i="1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  <m:t>𝑨</m:t>
                                  </m:r>
                                </m:e>
                                <m:sub>
                                  <m:r>
                                    <a:rPr kumimoji="1" lang="en-US" altLang="zh-CN" sz="2000" b="1" i="1" smtClean="0">
                                      <a:solidFill>
                                        <a:srgbClr val="031993"/>
                                      </a:solidFill>
                                      <a:latin typeface="Cambria Math" panose="02040503050406030204" pitchFamily="18" charset="0"/>
                                      <a:ea typeface="KaiTi" panose="02010609060101010101" pitchFamily="49" charset="-122"/>
                                      <a:cs typeface="Arial" panose="020B0604020202020204" pitchFamily="34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𝑷</m:t>
                          </m:r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𝑩</m:t>
                          </m:r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endParaRPr kumimoji="1" lang="en-US" altLang="zh-CN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𝟔</m:t>
                          </m:r>
                        </m:num>
                        <m:den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𝟑𝟓</m:t>
                          </m:r>
                        </m:den>
                      </m:f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0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𝟐</m:t>
                              </m:r>
                            </m:sub>
                          </m:sSub>
                        </m:e>
                        <m:e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𝟐</m:t>
                          </m:r>
                        </m:num>
                        <m:den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𝟓</m:t>
                          </m:r>
                        </m:den>
                      </m:f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,</m:t>
                      </m:r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0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0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0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  <a:cs typeface="Arial" panose="020B0604020202020204" pitchFamily="34" charset="0"/>
                                </a:rPr>
                                <m:t>𝟑</m:t>
                              </m:r>
                            </m:sub>
                          </m:sSub>
                        </m:e>
                        <m:e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0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0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𝟑</m:t>
                          </m:r>
                        </m:num>
                        <m:den>
                          <m:r>
                            <a:rPr kumimoji="1" lang="en-US" altLang="zh-CN" sz="20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kumimoji="1" lang="zh-CN" altLang="en-US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endParaRPr kumimoji="1" lang="zh-CN" altLang="en-US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endParaRPr kumimoji="1" lang="zh-CN" altLang="en-US" sz="20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6204DCA-E8AA-BE1F-EAF2-E9F9AE9A5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560" y="146012"/>
                <a:ext cx="8578879" cy="6955237"/>
              </a:xfrm>
              <a:prstGeom prst="rect">
                <a:avLst/>
              </a:prstGeom>
              <a:blipFill>
                <a:blip r:embed="rId3"/>
                <a:stretch>
                  <a:fillRect l="-740" t="-729" r="-1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478DB9F8-BADA-147A-802A-9B3C00903501}"/>
              </a:ext>
            </a:extLst>
          </p:cNvPr>
          <p:cNvSpPr/>
          <p:nvPr/>
        </p:nvSpPr>
        <p:spPr bwMode="auto">
          <a:xfrm>
            <a:off x="5822905" y="1081423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A8A8A8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贝叶斯公式</a:t>
            </a:r>
            <a:endParaRPr lang="en-US" altLang="zh-CN" sz="3600" b="1" dirty="0">
              <a:solidFill>
                <a:srgbClr val="A8A8A8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E3F37D-EF29-4483-9C37-98BCC4306109}"/>
              </a:ext>
            </a:extLst>
          </p:cNvPr>
          <p:cNvSpPr/>
          <p:nvPr/>
        </p:nvSpPr>
        <p:spPr>
          <a:xfrm>
            <a:off x="282560" y="2259106"/>
            <a:ext cx="7023675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BDD900-B7AE-9E20-55C4-920667EEC8C1}"/>
              </a:ext>
            </a:extLst>
          </p:cNvPr>
          <p:cNvSpPr/>
          <p:nvPr/>
        </p:nvSpPr>
        <p:spPr>
          <a:xfrm>
            <a:off x="282560" y="3035033"/>
            <a:ext cx="8578879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84D4221-7A9D-3D11-50E8-B302BCE34903}"/>
              </a:ext>
            </a:extLst>
          </p:cNvPr>
          <p:cNvSpPr/>
          <p:nvPr/>
        </p:nvSpPr>
        <p:spPr>
          <a:xfrm>
            <a:off x="5943600" y="3810960"/>
            <a:ext cx="1434353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9D2C9ED-C1D8-875E-586B-EAD67625C687}"/>
              </a:ext>
            </a:extLst>
          </p:cNvPr>
          <p:cNvSpPr/>
          <p:nvPr/>
        </p:nvSpPr>
        <p:spPr>
          <a:xfrm>
            <a:off x="2895600" y="4694929"/>
            <a:ext cx="3316941" cy="10034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8290FF-D4EF-6C8E-4D92-8B9AF79C9AA8}"/>
              </a:ext>
            </a:extLst>
          </p:cNvPr>
          <p:cNvSpPr/>
          <p:nvPr/>
        </p:nvSpPr>
        <p:spPr>
          <a:xfrm>
            <a:off x="3325905" y="5793586"/>
            <a:ext cx="439273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8201A8-FCCB-116A-F59A-E20EC3EA006E}"/>
              </a:ext>
            </a:extLst>
          </p:cNvPr>
          <p:cNvSpPr/>
          <p:nvPr/>
        </p:nvSpPr>
        <p:spPr>
          <a:xfrm>
            <a:off x="5011274" y="5793586"/>
            <a:ext cx="331692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0F189E-4A50-EE7E-7ED4-511A0D5CC548}"/>
              </a:ext>
            </a:extLst>
          </p:cNvPr>
          <p:cNvSpPr/>
          <p:nvPr/>
        </p:nvSpPr>
        <p:spPr>
          <a:xfrm>
            <a:off x="2070847" y="5769077"/>
            <a:ext cx="1255058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C4E1A3-AE97-EC8F-DC69-C8A822D96360}"/>
              </a:ext>
            </a:extLst>
          </p:cNvPr>
          <p:cNvSpPr/>
          <p:nvPr/>
        </p:nvSpPr>
        <p:spPr>
          <a:xfrm>
            <a:off x="3765178" y="5793585"/>
            <a:ext cx="1255058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DF41E1-91CE-F1DE-F822-496C9B6086F9}"/>
              </a:ext>
            </a:extLst>
          </p:cNvPr>
          <p:cNvSpPr/>
          <p:nvPr/>
        </p:nvSpPr>
        <p:spPr>
          <a:xfrm>
            <a:off x="5342966" y="5801958"/>
            <a:ext cx="1255058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D4DA76-0562-58B4-FC2F-4CAB0CD45E40}"/>
              </a:ext>
            </a:extLst>
          </p:cNvPr>
          <p:cNvSpPr/>
          <p:nvPr/>
        </p:nvSpPr>
        <p:spPr>
          <a:xfrm>
            <a:off x="2698376" y="3646755"/>
            <a:ext cx="3245224" cy="944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" name="图形 16" descr="购物袋 纯色填充">
            <a:extLst>
              <a:ext uri="{FF2B5EF4-FFF2-40B4-BE49-F238E27FC236}">
                <a16:creationId xmlns:a16="http://schemas.microsoft.com/office/drawing/2014/main" id="{32363DFA-F983-36E8-36A3-83E94F5443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235824" y="713786"/>
            <a:ext cx="1441785" cy="1441785"/>
          </a:xfrm>
          <a:prstGeom prst="rect">
            <a:avLst/>
          </a:prstGeom>
        </p:spPr>
      </p:pic>
      <p:pic>
        <p:nvPicPr>
          <p:cNvPr id="19" name="图形 18" descr="问号 纯色填充">
            <a:extLst>
              <a:ext uri="{FF2B5EF4-FFF2-40B4-BE49-F238E27FC236}">
                <a16:creationId xmlns:a16="http://schemas.microsoft.com/office/drawing/2014/main" id="{28E18077-BE73-A406-C586-D30FD237D7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612662" y="1272893"/>
            <a:ext cx="430309" cy="430309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24ABBE7C-EAF6-3A60-CF22-627B5D39AF68}"/>
              </a:ext>
            </a:extLst>
          </p:cNvPr>
          <p:cNvSpPr/>
          <p:nvPr/>
        </p:nvSpPr>
        <p:spPr>
          <a:xfrm>
            <a:off x="4612662" y="1767160"/>
            <a:ext cx="188260" cy="187715"/>
          </a:xfrm>
          <a:prstGeom prst="ellipse">
            <a:avLst/>
          </a:prstGeom>
          <a:solidFill>
            <a:srgbClr val="C00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5D759A89-A6FE-E18E-E350-5D4BC7BE521A}"/>
              </a:ext>
            </a:extLst>
          </p:cNvPr>
          <p:cNvSpPr/>
          <p:nvPr/>
        </p:nvSpPr>
        <p:spPr>
          <a:xfrm>
            <a:off x="4964767" y="1633896"/>
            <a:ext cx="188260" cy="18771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5EEB5177-891C-149B-7003-4BEB6DC450A0}"/>
              </a:ext>
            </a:extLst>
          </p:cNvPr>
          <p:cNvSpPr/>
          <p:nvPr/>
        </p:nvSpPr>
        <p:spPr>
          <a:xfrm>
            <a:off x="3236261" y="2259105"/>
            <a:ext cx="4069974" cy="733817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633BFE5-DDD6-0FE3-355C-A8109232092E}"/>
              </a:ext>
            </a:extLst>
          </p:cNvPr>
          <p:cNvSpPr/>
          <p:nvPr/>
        </p:nvSpPr>
        <p:spPr>
          <a:xfrm>
            <a:off x="6562167" y="5801958"/>
            <a:ext cx="1255058" cy="645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EE79231-6739-BEAD-76E6-23973D1949E6}"/>
              </a:ext>
            </a:extLst>
          </p:cNvPr>
          <p:cNvSpPr/>
          <p:nvPr/>
        </p:nvSpPr>
        <p:spPr>
          <a:xfrm>
            <a:off x="1929489" y="5725428"/>
            <a:ext cx="5681545" cy="687730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93082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23" grpId="0" animBg="1"/>
      <p:bldP spid="25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>
            <a:extLst>
              <a:ext uri="{FF2B5EF4-FFF2-40B4-BE49-F238E27FC236}">
                <a16:creationId xmlns:a16="http://schemas.microsoft.com/office/drawing/2014/main" id="{A13046D6-8C50-BE45-811A-6AA1FD4A6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3200131"/>
            <a:ext cx="185178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频率与概率</a:t>
            </a:r>
          </a:p>
        </p:txBody>
      </p:sp>
      <p:sp>
        <p:nvSpPr>
          <p:cNvPr id="14" name="文本框 6">
            <a:extLst>
              <a:ext uri="{FF2B5EF4-FFF2-40B4-BE49-F238E27FC236}">
                <a16:creationId xmlns:a16="http://schemas.microsoft.com/office/drawing/2014/main" id="{48395587-44AF-FC4B-B2A9-D2220C80D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7" y="3165803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§3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文本框 6">
            <a:extLst>
              <a:ext uri="{FF2B5EF4-FFF2-40B4-BE49-F238E27FC236}">
                <a16:creationId xmlns:a16="http://schemas.microsoft.com/office/drawing/2014/main" id="{22050165-2A56-FB4E-9D51-664B17CF4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1782492"/>
            <a:ext cx="15247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随机试验</a:t>
            </a:r>
          </a:p>
        </p:txBody>
      </p:sp>
      <p:sp>
        <p:nvSpPr>
          <p:cNvPr id="16" name="文本框 6">
            <a:extLst>
              <a:ext uri="{FF2B5EF4-FFF2-40B4-BE49-F238E27FC236}">
                <a16:creationId xmlns:a16="http://schemas.microsoft.com/office/drawing/2014/main" id="{7902E46F-CE50-B949-97D1-1D8395EF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20" y="1756553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§1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7" name="文本框 6">
            <a:extLst>
              <a:ext uri="{FF2B5EF4-FFF2-40B4-BE49-F238E27FC236}">
                <a16:creationId xmlns:a16="http://schemas.microsoft.com/office/drawing/2014/main" id="{7AD05E10-4A4C-7A40-BBA2-E40D0F869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2491312"/>
            <a:ext cx="318548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样本空间、随机事件</a:t>
            </a:r>
          </a:p>
        </p:txBody>
      </p:sp>
      <p:sp>
        <p:nvSpPr>
          <p:cNvPr id="18" name="文本框 6">
            <a:extLst>
              <a:ext uri="{FF2B5EF4-FFF2-40B4-BE49-F238E27FC236}">
                <a16:creationId xmlns:a16="http://schemas.microsoft.com/office/drawing/2014/main" id="{77F2F523-F84D-CF46-B410-718A2B109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20" y="245698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§2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文本框 6">
            <a:extLst>
              <a:ext uri="{FF2B5EF4-FFF2-40B4-BE49-F238E27FC236}">
                <a16:creationId xmlns:a16="http://schemas.microsoft.com/office/drawing/2014/main" id="{829D59AA-AD60-B144-AD86-9D20CDCA3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3892622"/>
            <a:ext cx="3852337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等可能概型（古典概型）</a:t>
            </a:r>
          </a:p>
        </p:txBody>
      </p:sp>
      <p:sp>
        <p:nvSpPr>
          <p:cNvPr id="22" name="文本框 6">
            <a:extLst>
              <a:ext uri="{FF2B5EF4-FFF2-40B4-BE49-F238E27FC236}">
                <a16:creationId xmlns:a16="http://schemas.microsoft.com/office/drawing/2014/main" id="{FD6F7C0F-EFAC-9942-812F-1FC751ED6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8" y="385829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319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§4</a:t>
            </a:r>
            <a:endParaRPr lang="zh-CN" altLang="en-US" sz="2600" b="1" dirty="0">
              <a:solidFill>
                <a:srgbClr val="0319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B639E3-A9F0-8746-B4D2-C25EB522F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4" y="4568395"/>
            <a:ext cx="1518364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条件概率</a:t>
            </a:r>
          </a:p>
        </p:txBody>
      </p:sp>
      <p:sp>
        <p:nvSpPr>
          <p:cNvPr id="24" name="文本框 6">
            <a:extLst>
              <a:ext uri="{FF2B5EF4-FFF2-40B4-BE49-F238E27FC236}">
                <a16:creationId xmlns:a16="http://schemas.microsoft.com/office/drawing/2014/main" id="{F8BB9CD2-691B-5F45-BD9E-ECBD5049B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6417" y="4534188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§5</a:t>
            </a:r>
            <a:endParaRPr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C62DF35-553C-E642-882A-6AC024C83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6902" y="5257691"/>
            <a:ext cx="1184940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独立性</a:t>
            </a:r>
          </a:p>
        </p:txBody>
      </p:sp>
      <p:sp>
        <p:nvSpPr>
          <p:cNvPr id="26" name="文本框 6">
            <a:extLst>
              <a:ext uri="{FF2B5EF4-FFF2-40B4-BE49-F238E27FC236}">
                <a16:creationId xmlns:a16="http://schemas.microsoft.com/office/drawing/2014/main" id="{FEF3B40D-F6F0-FF48-A286-CAD207BF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815" y="5223484"/>
            <a:ext cx="68800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§6</a:t>
            </a:r>
            <a:endParaRPr lang="zh-CN" altLang="en-US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2C4223A-6A93-7EDB-CD50-D27A1657F75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2D936F5-4D83-A721-E398-EFB3FDDF4755}"/>
              </a:ext>
            </a:extLst>
          </p:cNvPr>
          <p:cNvSpPr/>
          <p:nvPr/>
        </p:nvSpPr>
        <p:spPr bwMode="auto">
          <a:xfrm>
            <a:off x="1699259" y="113400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5049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307BE8C0-C28F-EE44-DAAA-02929ECD5F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118" y="1935761"/>
            <a:ext cx="3968749" cy="2986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 descr="图形用户界面, 应用程序&#10;&#10;描述已自动生成">
            <a:extLst>
              <a:ext uri="{FF2B5EF4-FFF2-40B4-BE49-F238E27FC236}">
                <a16:creationId xmlns:a16="http://schemas.microsoft.com/office/drawing/2014/main" id="{68A7B4EB-ED87-FBC5-24E7-9A6A659DAE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1" y="1935759"/>
            <a:ext cx="3968751" cy="2986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46336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E282E0-B8D3-46EC-8B06-EF6CB7D6FB94}"/>
                  </a:ext>
                </a:extLst>
              </p:cNvPr>
              <p:cNvSpPr txBox="1"/>
              <p:nvPr/>
            </p:nvSpPr>
            <p:spPr>
              <a:xfrm>
                <a:off x="574753" y="2017179"/>
                <a:ext cx="7668294" cy="35464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5000"/>
                  </a:lnSpc>
                </a:pPr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设事件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是试验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𝑬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的两个事件，若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kumimoji="1" lang="zh-CN" altLang="en-US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＞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𝟎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，可以定义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(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kumimoji="1" lang="zh-CN" altLang="en-US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｜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kumimoji="1" lang="en-US" altLang="zh-CN" sz="26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。</a:t>
                </a: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一般，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的发生对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发生的概率是有影响的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，这时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,</a:t>
                </a:r>
              </a:p>
              <a:p>
                <a:pPr>
                  <a:lnSpc>
                    <a:spcPct val="125000"/>
                  </a:lnSpc>
                </a:pPr>
                <a:endParaRPr kumimoji="1" lang="en-US" altLang="zh-CN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(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zh-CN" altLang="en-US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｜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 ≠ 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(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en-US" altLang="zh-CN" sz="2600" b="1" dirty="0">
                  <a:solidFill>
                    <a:srgbClr val="C00000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25000"/>
                  </a:lnSpc>
                </a:pPr>
                <a:endParaRPr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7E282E0-B8D3-46EC-8B06-EF6CB7D6F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53" y="2017179"/>
                <a:ext cx="7668294" cy="3546420"/>
              </a:xfrm>
              <a:prstGeom prst="rect">
                <a:avLst/>
              </a:prstGeom>
              <a:blipFill>
                <a:blip r:embed="rId2"/>
                <a:stretch>
                  <a:fillRect l="-1490" t="-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DAE4A924-F94D-E0A1-29E5-4AEEFB855D6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893BBE7B-B922-282A-A318-C4B50EFE1721}"/>
              </a:ext>
            </a:extLst>
          </p:cNvPr>
          <p:cNvSpPr/>
          <p:nvPr/>
        </p:nvSpPr>
        <p:spPr bwMode="auto">
          <a:xfrm>
            <a:off x="2402175" y="218363"/>
            <a:ext cx="43396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600" b="1" dirty="0">
                <a:solidFill>
                  <a:srgbClr val="CC0000"/>
                </a:solidFill>
                <a:ea typeface="KaiTi" panose="02010609060101010101" pitchFamily="49" charset="-122"/>
              </a:rPr>
              <a:t>条件概率的一般情况</a:t>
            </a:r>
          </a:p>
        </p:txBody>
      </p:sp>
    </p:spTree>
    <p:extLst>
      <p:ext uri="{BB962C8B-B14F-4D97-AF65-F5344CB8AC3E}">
        <p14:creationId xmlns:p14="http://schemas.microsoft.com/office/powerpoint/2010/main" val="2953135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4">
            <a:extLst>
              <a:ext uri="{FF2B5EF4-FFF2-40B4-BE49-F238E27FC236}">
                <a16:creationId xmlns:a16="http://schemas.microsoft.com/office/drawing/2014/main" id="{16CE2321-B2A8-4A3D-BDBF-A8E6D95B1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72128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2800" dirty="0">
              <a:solidFill>
                <a:srgbClr val="000000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4C6A6C87-9262-4B53-89E1-0F195E320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365" y="1136603"/>
                <a:ext cx="8766455" cy="23729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defTabSz="914400" fontAlgn="base">
                  <a:lnSpc>
                    <a:spcPct val="13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设试验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𝑬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为“抛甲、乙两枚硬币，观察正反面出现的情况”。</a:t>
                </a:r>
                <a:endParaRPr kumimoji="1" lang="en-US" altLang="zh-CN" sz="26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pPr defTabSz="914400" fontAlgn="base">
                  <a:lnSpc>
                    <a:spcPct val="13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设事件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为“甲币出现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𝑯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”，事件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为“乙币出现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𝑯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”，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𝑬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的样本空间为</a:t>
                </a:r>
                <a:endParaRPr kumimoji="1" lang="en-US" altLang="zh-CN" sz="26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pPr defTabSz="914400" fontAlgn="base">
                  <a:lnSpc>
                    <a:spcPct val="1300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𝑺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={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𝑯𝑯</m:t>
                      </m:r>
                      <m:r>
                        <a:rPr kumimoji="1" lang="zh-CN" altLang="en-US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，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𝑯𝑻</m:t>
                      </m:r>
                      <m:r>
                        <a:rPr kumimoji="1" lang="zh-CN" altLang="en-US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，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𝑻𝑯</m:t>
                      </m:r>
                      <m:r>
                        <a:rPr kumimoji="1" lang="zh-CN" altLang="en-US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，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𝑻𝑻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}</m:t>
                      </m:r>
                    </m:oMath>
                  </m:oMathPara>
                </a14:m>
                <a:endParaRPr kumimoji="1" lang="zh-CN" altLang="en-US" sz="26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Rectangle 5">
                <a:extLst>
                  <a:ext uri="{FF2B5EF4-FFF2-40B4-BE49-F238E27FC236}">
                    <a16:creationId xmlns:a16="http://schemas.microsoft.com/office/drawing/2014/main" id="{4C6A6C87-9262-4B53-89E1-0F195E320F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365" y="1136603"/>
                <a:ext cx="8766455" cy="2372957"/>
              </a:xfrm>
              <a:prstGeom prst="rect">
                <a:avLst/>
              </a:prstGeom>
              <a:blipFill>
                <a:blip r:embed="rId2"/>
                <a:stretch>
                  <a:fillRect l="-1302" t="-532" r="-4920" b="-15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8">
                <a:extLst>
                  <a:ext uri="{FF2B5EF4-FFF2-40B4-BE49-F238E27FC236}">
                    <a16:creationId xmlns:a16="http://schemas.microsoft.com/office/drawing/2014/main" id="{1FDF737B-3311-4FFD-AAD7-C79680BF78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4731" y="4370703"/>
                <a:ext cx="4199035" cy="21957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BE7D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914400" fontAlgn="base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=</m:t>
                    </m:r>
                    <m:r>
                      <a:rPr lang="en-US" altLang="zh-CN" sz="2400" b="1" i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400" b="1" i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</m:t>
                    </m:r>
                    <m:r>
                      <a:rPr lang="en-US" altLang="zh-CN" sz="2400" b="1" i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𝟐</m:t>
                    </m:r>
                  </m:oMath>
                </a14:m>
                <a:r>
                  <a:rPr lang="en-US" altLang="zh-CN" sz="24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=</m:t>
                    </m:r>
                    <m:r>
                      <a:rPr lang="en-US" altLang="zh-CN" sz="2400" b="1" i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𝟏</m:t>
                    </m:r>
                    <m:r>
                      <a:rPr lang="en-US" altLang="zh-CN" sz="2400" b="1" i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/</m:t>
                    </m:r>
                    <m:r>
                      <a:rPr lang="en-US" altLang="zh-CN" sz="2400" b="1" i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𝟐</m:t>
                    </m:r>
                  </m:oMath>
                </a14:m>
                <a:r>
                  <a:rPr lang="en-US" altLang="zh-CN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, </a:t>
                </a:r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 </a:t>
                </a:r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pPr defTabSz="914400" fontAlgn="base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|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=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𝟏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/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𝟐</m:t>
                    </m:r>
                  </m:oMath>
                </a14:m>
                <a:r>
                  <a:rPr lang="en-US" altLang="zh-CN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𝑨𝑩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=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𝟏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/</m:t>
                    </m:r>
                    <m:r>
                      <a:rPr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𝟒</m:t>
                    </m:r>
                  </m:oMath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pPr defTabSz="914400" fontAlgn="base">
                  <a:lnSpc>
                    <a:spcPct val="2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4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  </a:t>
                </a:r>
              </a:p>
            </p:txBody>
          </p:sp>
        </mc:Choice>
        <mc:Fallback xmlns="">
          <p:sp>
            <p:nvSpPr>
              <p:cNvPr id="19" name="Text Box 8">
                <a:extLst>
                  <a:ext uri="{FF2B5EF4-FFF2-40B4-BE49-F238E27FC236}">
                    <a16:creationId xmlns:a16="http://schemas.microsoft.com/office/drawing/2014/main" id="{1FDF737B-3311-4FFD-AAD7-C79680BF7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731" y="4370703"/>
                <a:ext cx="4199035" cy="2195794"/>
              </a:xfrm>
              <a:prstGeom prst="rect">
                <a:avLst/>
              </a:prstGeom>
              <a:blipFill>
                <a:blip r:embed="rId3"/>
                <a:stretch>
                  <a:fillRect l="-30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BE7D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2">
                <a:extLst>
                  <a:ext uri="{FF2B5EF4-FFF2-40B4-BE49-F238E27FC236}">
                    <a16:creationId xmlns:a16="http://schemas.microsoft.com/office/drawing/2014/main" id="{31DAC371-0357-4B06-A107-16EBF27B67C0}"/>
                  </a:ext>
                </a:extLst>
              </p:cNvPr>
              <p:cNvSpPr txBox="1"/>
              <p:nvPr/>
            </p:nvSpPr>
            <p:spPr bwMode="auto">
              <a:xfrm>
                <a:off x="5316698" y="4622722"/>
                <a:ext cx="3005407" cy="505594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CC0000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|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400" b="1">
                          <a:solidFill>
                            <a:srgbClr val="000000"/>
                          </a:solidFill>
                          <a:latin typeface="+mj-lt"/>
                          <a:ea typeface="KaiTi" panose="02010609060101010101" pitchFamily="49" charset="-122"/>
                        </a:rPr>
                        <m:t>=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12">
                <a:extLst>
                  <a:ext uri="{FF2B5EF4-FFF2-40B4-BE49-F238E27FC236}">
                    <a16:creationId xmlns:a16="http://schemas.microsoft.com/office/drawing/2014/main" id="{31DAC371-0357-4B06-A107-16EBF27B6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6698" y="4622722"/>
                <a:ext cx="3005407" cy="505594"/>
              </a:xfrm>
              <a:prstGeom prst="rect">
                <a:avLst/>
              </a:prstGeom>
              <a:blipFill>
                <a:blip r:embed="rId4"/>
                <a:stretch>
                  <a:fillRect b="-7143"/>
                </a:stretch>
              </a:blipFill>
              <a:ln w="9525">
                <a:solidFill>
                  <a:srgbClr val="CC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2">
                <a:extLst>
                  <a:ext uri="{FF2B5EF4-FFF2-40B4-BE49-F238E27FC236}">
                    <a16:creationId xmlns:a16="http://schemas.microsoft.com/office/drawing/2014/main" id="{9FC75E4A-278B-49E4-8D93-7A8576B839B0}"/>
                  </a:ext>
                </a:extLst>
              </p:cNvPr>
              <p:cNvSpPr txBox="1"/>
              <p:nvPr/>
            </p:nvSpPr>
            <p:spPr bwMode="auto">
              <a:xfrm>
                <a:off x="5316699" y="5421270"/>
                <a:ext cx="3005408" cy="505594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rgbClr val="CC0000"/>
                </a:solidFill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𝑨𝑩</m:t>
                    </m:r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</m:t>
                    </m:r>
                    <m:r>
                      <m:rPr>
                        <m:nor/>
                      </m:rPr>
                      <a:rPr lang="zh-CN" altLang="en-US" sz="2400" b="1">
                        <a:solidFill>
                          <a:srgbClr val="000000"/>
                        </a:solidFill>
                        <a:latin typeface="+mj-lt"/>
                        <a:ea typeface="KaiTi" panose="02010609060101010101" pitchFamily="49" charset="-122"/>
                      </a:rPr>
                      <m:t>=</m:t>
                    </m:r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2400" b="1" dirty="0">
                    <a:solidFill>
                      <a:srgbClr val="000000"/>
                    </a:solidFill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lang="en-US" altLang="zh-CN" sz="24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</m:t>
                    </m:r>
                  </m:oMath>
                </a14:m>
                <a:endParaRPr lang="zh-CN" altLang="en-US" sz="2400" b="1" dirty="0"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" name="Object 12">
                <a:extLst>
                  <a:ext uri="{FF2B5EF4-FFF2-40B4-BE49-F238E27FC236}">
                    <a16:creationId xmlns:a16="http://schemas.microsoft.com/office/drawing/2014/main" id="{9FC75E4A-278B-49E4-8D93-7A8576B83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6699" y="5421270"/>
                <a:ext cx="3005408" cy="505594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  <a:ln w="9525">
                <a:solidFill>
                  <a:srgbClr val="CC0000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FA540BD0-40E7-53DA-D179-4120F46C9E98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D68E13CD-ECEB-A980-7EC6-D6E904249535}"/>
              </a:ext>
            </a:extLst>
          </p:cNvPr>
          <p:cNvSpPr/>
          <p:nvPr/>
        </p:nvSpPr>
        <p:spPr bwMode="auto">
          <a:xfrm>
            <a:off x="2163328" y="218363"/>
            <a:ext cx="48173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事件独立性的一个例子</a:t>
            </a:r>
          </a:p>
        </p:txBody>
      </p:sp>
    </p:spTree>
    <p:extLst>
      <p:ext uri="{BB962C8B-B14F-4D97-AF65-F5344CB8AC3E}">
        <p14:creationId xmlns:p14="http://schemas.microsoft.com/office/powerpoint/2010/main" val="39319729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2FAF8B0D-33E1-48CE-9B9E-CBA8583D7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338" y="1100871"/>
                <a:ext cx="8856662" cy="21169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为任意两个随机事件，如果</a:t>
                </a:r>
              </a:p>
              <a:p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|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kumimoji="1" lang="zh-CN" altLang="en-US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＝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  <a:p>
                <a:pPr>
                  <a:lnSpc>
                    <a:spcPct val="13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即</a:t>
                </a:r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发生的可能性不受事件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+mj-lt"/>
                    <a:ea typeface="KaiTi" panose="02010609060101010101" pitchFamily="49" charset="-122"/>
                  </a:rPr>
                  <a:t>的影响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，则称事件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对于事件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+mj-lt"/>
                    <a:ea typeface="KaiTi" panose="02010609060101010101" pitchFamily="49" charset="-122"/>
                  </a:rPr>
                  <a:t>独立． </a:t>
                </a:r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2FAF8B0D-33E1-48CE-9B9E-CBA8583D7E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338" y="1100871"/>
                <a:ext cx="8856662" cy="2116926"/>
              </a:xfrm>
              <a:prstGeom prst="rect">
                <a:avLst/>
              </a:prstGeom>
              <a:blipFill>
                <a:blip r:embed="rId2"/>
                <a:stretch>
                  <a:fillRect l="-1289" t="-595" r="-1146" b="-59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199A726-7A88-44B8-B617-C908C303B2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338" y="4995200"/>
                <a:ext cx="8642350" cy="5565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独立，则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对于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也独立，故称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6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相互独立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． 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 </a:t>
                </a:r>
                <a:endParaRPr kumimoji="1" lang="zh-CN" altLang="en-US" sz="2600" b="1" dirty="0">
                  <a:solidFill>
                    <a:srgbClr val="031993"/>
                  </a:solidFill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199A726-7A88-44B8-B617-C908C303B2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338" y="4995200"/>
                <a:ext cx="8642350" cy="556563"/>
              </a:xfrm>
              <a:prstGeom prst="rect">
                <a:avLst/>
              </a:prstGeom>
              <a:blipFill>
                <a:blip r:embed="rId3"/>
                <a:stretch>
                  <a:fillRect l="-147" t="-2222" b="-20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05144350-80E9-4AC4-90F5-C68D083D136D}"/>
                  </a:ext>
                </a:extLst>
              </p:cNvPr>
              <p:cNvSpPr txBox="1"/>
              <p:nvPr/>
            </p:nvSpPr>
            <p:spPr bwMode="auto">
              <a:xfrm>
                <a:off x="546830" y="3607244"/>
                <a:ext cx="2726504" cy="95586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d>
                      <m:r>
                        <a:rPr lang="zh-CN" altLang="en-US" sz="2400" b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Object 6">
                <a:extLst>
                  <a:ext uri="{FF2B5EF4-FFF2-40B4-BE49-F238E27FC236}">
                    <a16:creationId xmlns:a16="http://schemas.microsoft.com/office/drawing/2014/main" id="{05144350-80E9-4AC4-90F5-C68D083D1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830" y="3607244"/>
                <a:ext cx="2726504" cy="955866"/>
              </a:xfrm>
              <a:prstGeom prst="rect">
                <a:avLst/>
              </a:prstGeom>
              <a:blipFill>
                <a:blip r:embed="rId4"/>
                <a:stretch>
                  <a:fillRect l="-465" t="-40789" b="-644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EBFE683E-6B8E-4690-86E5-08D0A5552021}"/>
                  </a:ext>
                </a:extLst>
              </p:cNvPr>
              <p:cNvSpPr txBox="1"/>
              <p:nvPr/>
            </p:nvSpPr>
            <p:spPr bwMode="auto">
              <a:xfrm>
                <a:off x="6473684" y="3775675"/>
                <a:ext cx="1142566" cy="4954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zh-CN" altLang="en-US" sz="2400" b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Object 7">
                <a:extLst>
                  <a:ext uri="{FF2B5EF4-FFF2-40B4-BE49-F238E27FC236}">
                    <a16:creationId xmlns:a16="http://schemas.microsoft.com/office/drawing/2014/main" id="{EBFE683E-6B8E-4690-86E5-08D0A5552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3684" y="3775675"/>
                <a:ext cx="1142566" cy="495435"/>
              </a:xfrm>
              <a:prstGeom prst="rect">
                <a:avLst/>
              </a:prstGeom>
              <a:blipFill>
                <a:blip r:embed="rId5"/>
                <a:stretch>
                  <a:fillRect r="-6593" b="-10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2ACA2423-3D52-4016-8E4D-0E8364ACFEE7}"/>
                  </a:ext>
                </a:extLst>
              </p:cNvPr>
              <p:cNvSpPr txBox="1"/>
              <p:nvPr/>
            </p:nvSpPr>
            <p:spPr bwMode="auto">
              <a:xfrm>
                <a:off x="2981672" y="3620034"/>
                <a:ext cx="1368725" cy="930286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2ACA2423-3D52-4016-8E4D-0E8364ACF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1672" y="3620034"/>
                <a:ext cx="1368725" cy="930286"/>
              </a:xfrm>
              <a:prstGeom prst="rect">
                <a:avLst/>
              </a:prstGeom>
              <a:blipFill>
                <a:blip r:embed="rId6"/>
                <a:stretch>
                  <a:fillRect r="-2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870993DE-54E8-42F3-862D-148B1C1F2A08}"/>
                  </a:ext>
                </a:extLst>
              </p:cNvPr>
              <p:cNvSpPr txBox="1"/>
              <p:nvPr/>
            </p:nvSpPr>
            <p:spPr bwMode="auto">
              <a:xfrm>
                <a:off x="4385823" y="3608591"/>
                <a:ext cx="2052435" cy="95317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zh-CN" altLang="en-US" sz="2400" b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9">
                <a:extLst>
                  <a:ext uri="{FF2B5EF4-FFF2-40B4-BE49-F238E27FC236}">
                    <a16:creationId xmlns:a16="http://schemas.microsoft.com/office/drawing/2014/main" id="{870993DE-54E8-42F3-862D-148B1C1F2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5823" y="3608591"/>
                <a:ext cx="2052435" cy="953173"/>
              </a:xfrm>
              <a:prstGeom prst="rect">
                <a:avLst/>
              </a:prstGeom>
              <a:blipFill>
                <a:blip r:embed="rId7"/>
                <a:stretch>
                  <a:fillRect r="-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AF677D4-A7E8-4A45-9901-420F4F5967CC}"/>
                  </a:ext>
                </a:extLst>
              </p:cNvPr>
              <p:cNvSpPr txBox="1"/>
              <p:nvPr/>
            </p:nvSpPr>
            <p:spPr>
              <a:xfrm>
                <a:off x="3089062" y="6023976"/>
                <a:ext cx="464595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AB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600" b="1" i="0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en-US" altLang="zh-CN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A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P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2600" b="1" i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B</m:t>
                      </m:r>
                      <m:r>
                        <m:rPr>
                          <m:nor/>
                        </m:rPr>
                        <a:rPr lang="zh-CN" altLang="en-US" sz="2600" b="1" smtClean="0">
                          <a:solidFill>
                            <a:srgbClr val="031993"/>
                          </a:solidFill>
                          <a:latin typeface="+mj-lt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600" b="1" dirty="0">
                  <a:solidFill>
                    <a:srgbClr val="031993"/>
                  </a:solidFill>
                  <a:latin typeface="+mj-lt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AF677D4-A7E8-4A45-9901-420F4F5967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062" y="6023976"/>
                <a:ext cx="4645958" cy="492443"/>
              </a:xfrm>
              <a:prstGeom prst="rect">
                <a:avLst/>
              </a:prstGeom>
              <a:blipFill>
                <a:blip r:embed="rId8"/>
                <a:stretch>
                  <a:fillRect l="-545" t="-5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0E10752E-92B7-D3B5-23A1-E04A694B8896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A45BD863-D656-4AA7-8C26-2FD69A5478FC}"/>
              </a:ext>
            </a:extLst>
          </p:cNvPr>
          <p:cNvSpPr/>
          <p:nvPr/>
        </p:nvSpPr>
        <p:spPr bwMode="auto">
          <a:xfrm>
            <a:off x="3089062" y="218363"/>
            <a:ext cx="29658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事件的独立性</a:t>
            </a:r>
          </a:p>
        </p:txBody>
      </p:sp>
    </p:spTree>
    <p:extLst>
      <p:ext uri="{BB962C8B-B14F-4D97-AF65-F5344CB8AC3E}">
        <p14:creationId xmlns:p14="http://schemas.microsoft.com/office/powerpoint/2010/main" val="22176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线连接符 48">
            <a:extLst>
              <a:ext uri="{FF2B5EF4-FFF2-40B4-BE49-F238E27FC236}">
                <a16:creationId xmlns:a16="http://schemas.microsoft.com/office/drawing/2014/main" id="{6AD8D0A0-DAB6-B819-9A02-7ACFA720E89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48A9BCC9-0CE3-FFD7-BAEF-C19E5C01261D}"/>
              </a:ext>
            </a:extLst>
          </p:cNvPr>
          <p:cNvSpPr/>
          <p:nvPr/>
        </p:nvSpPr>
        <p:spPr bwMode="auto">
          <a:xfrm>
            <a:off x="3089062" y="218363"/>
            <a:ext cx="29642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独立性的定义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BC4F56D-2D30-BF44-A11B-81596013970B}"/>
                  </a:ext>
                </a:extLst>
              </p:cNvPr>
              <p:cNvSpPr txBox="1"/>
              <p:nvPr/>
            </p:nvSpPr>
            <p:spPr>
              <a:xfrm>
                <a:off x="535227" y="1890922"/>
                <a:ext cx="8071941" cy="35995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定义：设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-US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是两随机事件，如果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𝑨𝑩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 = 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en" altLang="zh-CN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则称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-US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相互独立．</a:t>
                </a:r>
                <a:endParaRPr lang="en-US" altLang="zh-CN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6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之所以用上述方式定义，一是因为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-US" altLang="zh-CN" sz="26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的对称性，二是不需要条件概率存在的条件，即事件的概率可以为</a:t>
                </a:r>
                <a:r>
                  <a:rPr lang="en-US" altLang="zh-CN" sz="26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0.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BC4F56D-2D30-BF44-A11B-815960139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227" y="1890922"/>
                <a:ext cx="8071941" cy="3599512"/>
              </a:xfrm>
              <a:prstGeom prst="rect">
                <a:avLst/>
              </a:prstGeom>
              <a:blipFill>
                <a:blip r:embed="rId2"/>
                <a:stretch>
                  <a:fillRect l="-1415" r="-2358" b="-3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95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4">
                <a:extLst>
                  <a:ext uri="{FF2B5EF4-FFF2-40B4-BE49-F238E27FC236}">
                    <a16:creationId xmlns:a16="http://schemas.microsoft.com/office/drawing/2014/main" id="{2143D91C-2AC7-4EE1-83E1-A0DBF669DD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3850" y="1123950"/>
                <a:ext cx="4967288" cy="4546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与事件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3" name="Rectangle 4">
                <a:extLst>
                  <a:ext uri="{FF2B5EF4-FFF2-40B4-BE49-F238E27FC236}">
                    <a16:creationId xmlns:a16="http://schemas.microsoft.com/office/drawing/2014/main" id="{2143D91C-2AC7-4EE1-83E1-A0DBF669DD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3850" y="1123950"/>
                <a:ext cx="4967288" cy="454613"/>
              </a:xfrm>
              <a:prstGeom prst="rect">
                <a:avLst/>
              </a:prstGeom>
              <a:blipFill>
                <a:blip r:embed="rId2"/>
                <a:stretch>
                  <a:fillRect t="-21622" b="-270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9367C17F-88C4-4F92-A0F5-E60F13316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731" y="2710235"/>
                <a:ext cx="5759450" cy="4546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与事件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互不相容</a:t>
                </a:r>
              </a:p>
            </p:txBody>
          </p:sp>
        </mc:Choice>
        <mc:Fallback xmlns="">
          <p:sp>
            <p:nvSpPr>
              <p:cNvPr id="4" name="Rectangle 5">
                <a:extLst>
                  <a:ext uri="{FF2B5EF4-FFF2-40B4-BE49-F238E27FC236}">
                    <a16:creationId xmlns:a16="http://schemas.microsoft.com/office/drawing/2014/main" id="{9367C17F-88C4-4F92-A0F5-E60F133162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731" y="2710235"/>
                <a:ext cx="5759450" cy="454613"/>
              </a:xfrm>
              <a:prstGeom prst="rect">
                <a:avLst/>
              </a:prstGeom>
              <a:blipFill>
                <a:blip r:embed="rId3"/>
                <a:stretch>
                  <a:fillRect t="-24324" b="-270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9">
                <a:extLst>
                  <a:ext uri="{FF2B5EF4-FFF2-40B4-BE49-F238E27FC236}">
                    <a16:creationId xmlns:a16="http://schemas.microsoft.com/office/drawing/2014/main" id="{908D3B59-A214-4CEF-9BE7-358686680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731" y="4296520"/>
                <a:ext cx="5759450" cy="4546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None/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事件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与事件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为对立事件</a:t>
                </a:r>
              </a:p>
            </p:txBody>
          </p:sp>
        </mc:Choice>
        <mc:Fallback xmlns="">
          <p:sp>
            <p:nvSpPr>
              <p:cNvPr id="8" name="Rectangle 9">
                <a:extLst>
                  <a:ext uri="{FF2B5EF4-FFF2-40B4-BE49-F238E27FC236}">
                    <a16:creationId xmlns:a16="http://schemas.microsoft.com/office/drawing/2014/main" id="{908D3B59-A214-4CEF-9BE7-3586866805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731" y="4296520"/>
                <a:ext cx="5759450" cy="454613"/>
              </a:xfrm>
              <a:prstGeom prst="rect">
                <a:avLst/>
              </a:prstGeom>
              <a:blipFill>
                <a:blip r:embed="rId4"/>
                <a:stretch>
                  <a:fillRect t="-22222" b="-305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rgbClr val="FF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线连接符 48">
            <a:extLst>
              <a:ext uri="{FF2B5EF4-FFF2-40B4-BE49-F238E27FC236}">
                <a16:creationId xmlns:a16="http://schemas.microsoft.com/office/drawing/2014/main" id="{89292AB6-AB65-4134-2BA4-03DC3BF4268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学论网--www.xuelun.me">
            <a:extLst>
              <a:ext uri="{FF2B5EF4-FFF2-40B4-BE49-F238E27FC236}">
                <a16:creationId xmlns:a16="http://schemas.microsoft.com/office/drawing/2014/main" id="{D1BA1927-F6F9-13A6-81C3-52A2D39AE6F6}"/>
              </a:ext>
            </a:extLst>
          </p:cNvPr>
          <p:cNvSpPr/>
          <p:nvPr/>
        </p:nvSpPr>
        <p:spPr bwMode="auto">
          <a:xfrm>
            <a:off x="3553132" y="218363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概念辨析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35F1D11-F435-78FD-1268-A57BFFED8780}"/>
                  </a:ext>
                </a:extLst>
              </p:cNvPr>
              <p:cNvSpPr txBox="1"/>
              <p:nvPr/>
            </p:nvSpPr>
            <p:spPr>
              <a:xfrm>
                <a:off x="1933024" y="1756972"/>
                <a:ext cx="4584356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𝑨𝑩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 = 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en" altLang="zh-CN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635F1D11-F435-78FD-1268-A57BFFED8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024" y="1756972"/>
                <a:ext cx="4584356" cy="692497"/>
              </a:xfrm>
              <a:prstGeom prst="rect">
                <a:avLst/>
              </a:prstGeom>
              <a:blipFill>
                <a:blip r:embed="rId5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5144387-57A0-0C2B-283E-F5A40B8FB6BA}"/>
                  </a:ext>
                </a:extLst>
              </p:cNvPr>
              <p:cNvSpPr txBox="1"/>
              <p:nvPr/>
            </p:nvSpPr>
            <p:spPr>
              <a:xfrm>
                <a:off x="3269456" y="3327301"/>
                <a:ext cx="4584356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𝑨𝑩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 =</m:t>
                      </m:r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𝟎</m:t>
                      </m:r>
                    </m:oMath>
                  </m:oMathPara>
                </a14:m>
                <a:endParaRPr lang="en" altLang="zh-CN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5144387-57A0-0C2B-283E-F5A40B8FB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456" y="3327301"/>
                <a:ext cx="4584356" cy="692497"/>
              </a:xfrm>
              <a:prstGeom prst="rect">
                <a:avLst/>
              </a:prstGeom>
              <a:blipFill>
                <a:blip r:embed="rId6"/>
                <a:stretch>
                  <a:fillRect b="-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5B00303-18D6-C692-47B6-EAFE2585D810}"/>
                  </a:ext>
                </a:extLst>
              </p:cNvPr>
              <p:cNvSpPr txBox="1"/>
              <p:nvPr/>
            </p:nvSpPr>
            <p:spPr>
              <a:xfrm>
                <a:off x="709292" y="3324354"/>
                <a:ext cx="4584356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𝑨𝑩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= ∅</m:t>
                      </m:r>
                    </m:oMath>
                  </m:oMathPara>
                </a14:m>
                <a:endParaRPr lang="en" altLang="zh-CN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05B00303-18D6-C692-47B6-EAFE2585D8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292" y="3324354"/>
                <a:ext cx="4584356" cy="692497"/>
              </a:xfrm>
              <a:prstGeom prst="rect">
                <a:avLst/>
              </a:prstGeom>
              <a:blipFill>
                <a:blip r:embed="rId7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18C0D61-F61B-AC08-5126-CB2B0B2B993B}"/>
                  </a:ext>
                </a:extLst>
              </p:cNvPr>
              <p:cNvSpPr txBox="1"/>
              <p:nvPr/>
            </p:nvSpPr>
            <p:spPr>
              <a:xfrm>
                <a:off x="725122" y="4894683"/>
                <a:ext cx="4584356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𝑨𝑩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= ∅</m:t>
                      </m:r>
                    </m:oMath>
                  </m:oMathPara>
                </a14:m>
                <a:endParaRPr lang="en" altLang="zh-CN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18C0D61-F61B-AC08-5126-CB2B0B2B9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122" y="4894683"/>
                <a:ext cx="4584356" cy="692497"/>
              </a:xfrm>
              <a:prstGeom prst="rect">
                <a:avLst/>
              </a:prstGeom>
              <a:blipFill>
                <a:blip r:embed="rId8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00E03D-56FC-C5AB-4DDB-8C26AD16B696}"/>
                  </a:ext>
                </a:extLst>
              </p:cNvPr>
              <p:cNvSpPr txBox="1"/>
              <p:nvPr/>
            </p:nvSpPr>
            <p:spPr>
              <a:xfrm>
                <a:off x="3135335" y="4894682"/>
                <a:ext cx="4584356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=</m:t>
                      </m:r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en" altLang="zh-CN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FC00E03D-56FC-C5AB-4DDB-8C26AD16B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335" y="4894682"/>
                <a:ext cx="4584356" cy="692497"/>
              </a:xfrm>
              <a:prstGeom prst="rect">
                <a:avLst/>
              </a:prstGeom>
              <a:blipFill>
                <a:blip r:embed="rId9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7369038-5E26-300D-354C-4939D152D715}"/>
                  </a:ext>
                </a:extLst>
              </p:cNvPr>
              <p:cNvSpPr txBox="1"/>
              <p:nvPr/>
            </p:nvSpPr>
            <p:spPr>
              <a:xfrm>
                <a:off x="1701952" y="5815263"/>
                <a:ext cx="4584356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" altLang="zh-CN" sz="2600" b="1" i="1" dirty="0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+</m:t>
                      </m:r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lang="en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 =</m:t>
                      </m:r>
                      <m:r>
                        <a:rPr lang="en-US" altLang="zh-CN" sz="2600" b="1" i="1" dirty="0" smtClean="0">
                          <a:solidFill>
                            <a:srgbClr val="C00000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</m:oMath>
                  </m:oMathPara>
                </a14:m>
                <a:endParaRPr lang="en" altLang="zh-CN" sz="2600" b="1" dirty="0">
                  <a:solidFill>
                    <a:srgbClr val="C00000"/>
                  </a:solidFill>
                  <a:effectLst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A7369038-5E26-300D-354C-4939D152D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952" y="5815263"/>
                <a:ext cx="4584356" cy="692497"/>
              </a:xfrm>
              <a:prstGeom prst="rect">
                <a:avLst/>
              </a:prstGeom>
              <a:blipFill>
                <a:blip r:embed="rId10"/>
                <a:stretch>
                  <a:fillRect b="-53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59C8B40-ACAD-DF9B-3A5C-567BCEDEF4C2}"/>
                  </a:ext>
                </a:extLst>
              </p:cNvPr>
              <p:cNvSpPr txBox="1"/>
              <p:nvPr/>
            </p:nvSpPr>
            <p:spPr>
              <a:xfrm>
                <a:off x="5590869" y="3443814"/>
                <a:ext cx="4585446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|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kumimoji="1" lang="zh-CN" altLang="en-US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＝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𝟎</m:t>
                      </m:r>
                    </m:oMath>
                  </m:oMathPara>
                </a14:m>
                <a:endParaRPr lang="zh-CN" altLang="en-US" sz="2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59C8B40-ACAD-DF9B-3A5C-567BCEDEF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69" y="3443814"/>
                <a:ext cx="4585446" cy="492443"/>
              </a:xfrm>
              <a:prstGeom prst="rect">
                <a:avLst/>
              </a:prstGeom>
              <a:blipFill>
                <a:blip r:embed="rId11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2CBA11C-02E3-1248-4792-640278F2831A}"/>
                  </a:ext>
                </a:extLst>
              </p:cNvPr>
              <p:cNvSpPr txBox="1"/>
              <p:nvPr/>
            </p:nvSpPr>
            <p:spPr>
              <a:xfrm>
                <a:off x="5590869" y="5969620"/>
                <a:ext cx="4585446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|</m:t>
                      </m:r>
                      <m:r>
                        <a:rPr kumimoji="1" lang="en-US" altLang="zh-CN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  <m:r>
                        <a:rPr kumimoji="1" lang="zh-CN" altLang="en-US" sz="2600" b="1" i="1" dirty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＝</m:t>
                      </m:r>
                      <m:r>
                        <a:rPr kumimoji="1" lang="en-US" altLang="zh-CN" sz="26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𝟎</m:t>
                      </m:r>
                    </m:oMath>
                  </m:oMathPara>
                </a14:m>
                <a:endParaRPr lang="zh-CN" altLang="en-US" sz="2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2CBA11C-02E3-1248-4792-640278F28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69" y="5969620"/>
                <a:ext cx="4585446" cy="492443"/>
              </a:xfrm>
              <a:prstGeom prst="rect">
                <a:avLst/>
              </a:prstGeom>
              <a:blipFill>
                <a:blip r:embed="rId1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79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18" grpId="0"/>
      <p:bldP spid="19" grpId="0"/>
      <p:bldP spid="20" grpId="0"/>
      <p:bldP spid="21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6EC333E2-FBDD-C2C6-E48E-2F22B293ED3E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4E2241C5-8C64-A79F-C7E2-4A0D9961FB70}"/>
              </a:ext>
            </a:extLst>
          </p:cNvPr>
          <p:cNvSpPr/>
          <p:nvPr/>
        </p:nvSpPr>
        <p:spPr bwMode="auto">
          <a:xfrm>
            <a:off x="3553132" y="218363"/>
            <a:ext cx="1343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定理</a:t>
            </a:r>
            <a:r>
              <a:rPr lang="en-US" altLang="zh-CN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endParaRPr lang="zh-CN" altLang="en-US" sz="3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522911F-859C-2004-D28C-87D14CDF4983}"/>
                  </a:ext>
                </a:extLst>
              </p:cNvPr>
              <p:cNvSpPr txBox="1"/>
              <p:nvPr/>
            </p:nvSpPr>
            <p:spPr>
              <a:xfrm>
                <a:off x="688889" y="2332707"/>
                <a:ext cx="7766221" cy="1303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若</a:t>
                </a:r>
                <a14:m>
                  <m:oMath xmlns:m="http://schemas.openxmlformats.org/officeDocument/2006/math"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8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&gt;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𝟎</m:t>
                    </m:r>
                  </m:oMath>
                </a14:m>
                <a:r>
                  <a:rPr lang="en" altLang="zh-CN" sz="28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𝑨𝑩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= 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28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lang="zh-CN" altLang="en-US" sz="28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等价于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|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800" b="1">
                        <a:solidFill>
                          <a:srgbClr val="031993"/>
                        </a:solidFill>
                        <a:ea typeface="KaiTi" panose="02010609060101010101" pitchFamily="49" charset="-122"/>
                      </a:rPr>
                      <m:t>=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lang="en-US" altLang="zh-CN" sz="28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endParaRPr lang="zh-CN" altLang="en-US" sz="28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522911F-859C-2004-D28C-87D14CDF4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89" y="2332707"/>
                <a:ext cx="7766221" cy="1303177"/>
              </a:xfrm>
              <a:prstGeom prst="rect">
                <a:avLst/>
              </a:prstGeom>
              <a:blipFill>
                <a:blip r:embed="rId2"/>
                <a:stretch>
                  <a:fillRect l="-1634" b="-105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3489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4AF2CE-D6FB-414C-BAB8-F99E58B9A9B4}"/>
                  </a:ext>
                </a:extLst>
              </p:cNvPr>
              <p:cNvSpPr txBox="1"/>
              <p:nvPr/>
            </p:nvSpPr>
            <p:spPr>
              <a:xfrm>
                <a:off x="402847" y="3133965"/>
                <a:ext cx="8577220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en-US" altLang="zh-CN" sz="2400" b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acc>
                          <m:accPr>
                            <m:chr m:val="̅"/>
                            <m:ctrlPr>
                              <a:rPr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zh-CN" sz="2400" b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  <m:r>
                            <a:rPr lang="zh-CN" altLang="en-US" sz="2400" b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𝐀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latin typeface="Cambria Math" panose="02040503050406030204" pitchFamily="18" charset="0"/>
                  <a:ea typeface="KaiTi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sz="2400" b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d>
                            <m:dPr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d>
                      <m:r>
                        <a:rPr lang="zh-CN" altLang="en-US" sz="2400" b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lang="zh-CN" altLang="en-US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zh-CN" altLang="en-US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b="1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</a:t>
                </a:r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  <a:p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进而有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相互独立，进而有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和</a:t>
                </a:r>
                <a:r>
                  <a:rPr lang="en-US" altLang="zh-CN" sz="2400" b="1" i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B</a:t>
                </a:r>
                <a:r>
                  <a:rPr lang="zh-CN" altLang="en-US" sz="2400" b="1" dirty="0">
                    <a:solidFill>
                      <a:srgbClr val="031993"/>
                    </a:solidFill>
                    <a:ea typeface="KaiTi" panose="02010609060101010101" pitchFamily="49" charset="-122"/>
                  </a:rPr>
                  <a:t>相互独立</a:t>
                </a:r>
                <a:endParaRPr lang="en-US" altLang="zh-CN" sz="2400" b="1" dirty="0">
                  <a:solidFill>
                    <a:srgbClr val="031993"/>
                  </a:solidFill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24AF2CE-D6FB-414C-BAB8-F99E58B9A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47" y="3133965"/>
                <a:ext cx="8577220" cy="3416320"/>
              </a:xfrm>
              <a:prstGeom prst="rect">
                <a:avLst/>
              </a:prstGeom>
              <a:blipFill>
                <a:blip r:embed="rId2"/>
                <a:stretch>
                  <a:fillRect l="-1034" t="-2222" b="-37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BCC5826F-570A-3C4A-1F29-2A885FC62BA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>
            <a:extLst>
              <a:ext uri="{FF2B5EF4-FFF2-40B4-BE49-F238E27FC236}">
                <a16:creationId xmlns:a16="http://schemas.microsoft.com/office/drawing/2014/main" id="{09C7622A-946A-B43C-7224-977C2D2C8C97}"/>
              </a:ext>
            </a:extLst>
          </p:cNvPr>
          <p:cNvSpPr/>
          <p:nvPr/>
        </p:nvSpPr>
        <p:spPr bwMode="auto">
          <a:xfrm>
            <a:off x="3900181" y="218363"/>
            <a:ext cx="1343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定理</a:t>
            </a:r>
            <a:r>
              <a:rPr lang="en-US" altLang="zh-CN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endParaRPr lang="zh-CN" altLang="en-US" sz="3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45701F0-A3CF-E1BD-0F21-80B1149F5AF4}"/>
                  </a:ext>
                </a:extLst>
              </p:cNvPr>
              <p:cNvSpPr txBox="1"/>
              <p:nvPr/>
            </p:nvSpPr>
            <p:spPr>
              <a:xfrm>
                <a:off x="2032686" y="1415152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45701F0-A3CF-E1BD-0F21-80B1149F5A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686" y="1415152"/>
                <a:ext cx="2298921" cy="492443"/>
              </a:xfrm>
              <a:prstGeom prst="rect">
                <a:avLst/>
              </a:prstGeom>
              <a:blipFill>
                <a:blip r:embed="rId3"/>
                <a:stretch>
                  <a:fillRect l="-546" t="-125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形 10" descr="传输 纯色填充">
            <a:extLst>
              <a:ext uri="{FF2B5EF4-FFF2-40B4-BE49-F238E27FC236}">
                <a16:creationId xmlns:a16="http://schemas.microsoft.com/office/drawing/2014/main" id="{D124F31C-EB26-8DC1-E83B-A4ACCFE633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1607" y="1437745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D12F5B-0889-9481-DF3F-0311F85A8264}"/>
                  </a:ext>
                </a:extLst>
              </p:cNvPr>
              <p:cNvSpPr txBox="1"/>
              <p:nvPr/>
            </p:nvSpPr>
            <p:spPr>
              <a:xfrm>
                <a:off x="5029278" y="1415151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4D12F5B-0889-9481-DF3F-0311F85A8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78" y="1415151"/>
                <a:ext cx="2298921" cy="492443"/>
              </a:xfrm>
              <a:prstGeom prst="rect">
                <a:avLst/>
              </a:prstGeom>
              <a:blipFill>
                <a:blip r:embed="rId6"/>
                <a:stretch>
                  <a:fillRect l="-1105" t="-12500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形 12" descr="传输 纯色填充">
            <a:extLst>
              <a:ext uri="{FF2B5EF4-FFF2-40B4-BE49-F238E27FC236}">
                <a16:creationId xmlns:a16="http://schemas.microsoft.com/office/drawing/2014/main" id="{7C0F3092-E8B0-B20A-C72D-7F040BCB15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370104" y="2045512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34C3430-B371-C765-93FB-1A3EEAA37CFB}"/>
                  </a:ext>
                </a:extLst>
              </p:cNvPr>
              <p:cNvSpPr txBox="1"/>
              <p:nvPr/>
            </p:nvSpPr>
            <p:spPr>
              <a:xfrm>
                <a:off x="2029636" y="2091293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altLang="zh-CN" sz="2600" b="1" i="1" dirty="0" smtClean="0"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34C3430-B371-C765-93FB-1A3EEAA37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636" y="2091293"/>
                <a:ext cx="2298921" cy="492443"/>
              </a:xfrm>
              <a:prstGeom prst="rect">
                <a:avLst/>
              </a:prstGeom>
              <a:blipFill>
                <a:blip r:embed="rId7"/>
                <a:stretch>
                  <a:fillRect l="-549" t="-125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形 14" descr="传输 纯色填充">
            <a:extLst>
              <a:ext uri="{FF2B5EF4-FFF2-40B4-BE49-F238E27FC236}">
                <a16:creationId xmlns:a16="http://schemas.microsoft.com/office/drawing/2014/main" id="{1DE20686-615F-0AF3-5657-F9C34C4E09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1607" y="2063889"/>
            <a:ext cx="543697" cy="5436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CBC99C3-1363-78D4-2E8D-E4C5680B2522}"/>
                  </a:ext>
                </a:extLst>
              </p:cNvPr>
              <p:cNvSpPr txBox="1"/>
              <p:nvPr/>
            </p:nvSpPr>
            <p:spPr>
              <a:xfrm>
                <a:off x="5029277" y="2091293"/>
                <a:ext cx="2298921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</m:oMath>
                </a14:m>
                <a:r>
                  <a:rPr lang="en" altLang="zh-CN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lang="zh-CN" altLang="en-US" sz="2600" b="1" dirty="0">
                    <a:solidFill>
                      <a:srgbClr val="C00000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CBC99C3-1363-78D4-2E8D-E4C5680B2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77" y="2091293"/>
                <a:ext cx="2298921" cy="492443"/>
              </a:xfrm>
              <a:prstGeom prst="rect">
                <a:avLst/>
              </a:prstGeom>
              <a:blipFill>
                <a:blip r:embed="rId8"/>
                <a:stretch>
                  <a:fillRect l="-1105" t="-12500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38535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7">
                <a:extLst>
                  <a:ext uri="{FF2B5EF4-FFF2-40B4-BE49-F238E27FC236}">
                    <a16:creationId xmlns:a16="http://schemas.microsoft.com/office/drawing/2014/main" id="{3652BF7A-0519-4536-8B93-711E8F3623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561" y="1462275"/>
                <a:ext cx="394531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BE7D"/>
                    </a:solidFill>
                  </a14:hiddenFill>
                </a:ext>
                <a:ext uri="{91240B29-F687-4F45-9708-019B960494DF}">
                  <a14:hiddenLine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28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</a:rPr>
                  <a:t>证</a:t>
                </a:r>
                <a:r>
                  <a:rPr lang="en-US" altLang="zh-CN" sz="28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</a:rPr>
                  <a:t>:</a:t>
                </a:r>
                <a:r>
                  <a:rPr lang="zh-CN" altLang="en-US" sz="28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</a:rPr>
                  <a:t>  若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sz="28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</m:oMath>
                </a14:m>
                <a:r>
                  <a:rPr lang="zh-CN" altLang="en-US" sz="28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</a:rPr>
                  <a:t>独立，则    </a:t>
                </a:r>
              </a:p>
            </p:txBody>
          </p:sp>
        </mc:Choice>
        <mc:Fallback xmlns="">
          <p:sp>
            <p:nvSpPr>
              <p:cNvPr id="17" name="Text Box 17">
                <a:extLst>
                  <a:ext uri="{FF2B5EF4-FFF2-40B4-BE49-F238E27FC236}">
                    <a16:creationId xmlns:a16="http://schemas.microsoft.com/office/drawing/2014/main" id="{3652BF7A-0519-4536-8B93-711E8F362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4561" y="1462275"/>
                <a:ext cx="3945311" cy="523220"/>
              </a:xfrm>
              <a:prstGeom prst="rect">
                <a:avLst/>
              </a:prstGeom>
              <a:blipFill>
                <a:blip r:embed="rId2"/>
                <a:stretch>
                  <a:fillRect l="-2885" t="-16667" b="-309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BE7D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5738AD2C-C627-BB60-0CAE-DCFAB0120EE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0ED1633D-43D3-1DE9-ABCC-C641BC44E80F}"/>
              </a:ext>
            </a:extLst>
          </p:cNvPr>
          <p:cNvSpPr/>
          <p:nvPr/>
        </p:nvSpPr>
        <p:spPr bwMode="auto">
          <a:xfrm>
            <a:off x="3553132" y="218363"/>
            <a:ext cx="13436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定理</a:t>
            </a:r>
            <a:r>
              <a:rPr lang="en-US" altLang="zh-CN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endParaRPr lang="zh-CN" altLang="en-US" sz="3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730016-666C-4653-97D3-A39D0495D0EC}"/>
                  </a:ext>
                </a:extLst>
              </p:cNvPr>
              <p:cNvSpPr txBox="1"/>
              <p:nvPr/>
            </p:nvSpPr>
            <p:spPr>
              <a:xfrm>
                <a:off x="4075083" y="1453984"/>
                <a:ext cx="45843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𝑨𝑩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= 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𝑨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𝑩</m:t>
                    </m:r>
                    <m:r>
                      <a:rPr lang="en" altLang="zh-CN" sz="28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28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endParaRPr lang="zh-CN" altLang="en-US" sz="2800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8730016-666C-4653-97D3-A39D0495D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083" y="1453984"/>
                <a:ext cx="4584356" cy="523220"/>
              </a:xfrm>
              <a:prstGeom prst="rect">
                <a:avLst/>
              </a:prstGeom>
              <a:blipFill>
                <a:blip r:embed="rId3"/>
                <a:stretch>
                  <a:fillRect l="-551" b="-23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07438EA-D9A4-3031-F4EA-4117E00B5ACD}"/>
                  </a:ext>
                </a:extLst>
              </p:cNvPr>
              <p:cNvSpPr txBox="1"/>
              <p:nvPr/>
            </p:nvSpPr>
            <p:spPr>
              <a:xfrm>
                <a:off x="831717" y="2526947"/>
                <a:ext cx="6486732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" altLang="zh-CN" sz="2600" b="1" i="1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" altLang="zh-CN" sz="2600" b="1" i="1" dirty="0" smtClean="0">
                              <a:solidFill>
                                <a:srgbClr val="031993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" altLang="zh-CN" sz="2600" b="1" i="1" dirty="0" smtClean="0">
                                  <a:solidFill>
                                    <a:srgbClr val="0319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 dirty="0" smtClean="0">
                                  <a:solidFill>
                                    <a:srgbClr val="0319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𝑨</m:t>
                              </m:r>
                            </m:e>
                          </m:acc>
                          <m:acc>
                            <m:accPr>
                              <m:chr m:val="̅"/>
                              <m:ctrlPr>
                                <a:rPr lang="en" altLang="zh-CN" sz="2600" b="1" i="1" dirty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600" b="1" i="1" dirty="0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en" altLang="zh-CN" sz="2600" b="1" i="1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 </m:t>
                      </m:r>
                      <m:r>
                        <a:rPr lang="en" altLang="zh-CN" sz="2600" b="1" i="1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" altLang="zh-CN" sz="2600" b="1" i="1" dirty="0" smtClean="0">
                              <a:solidFill>
                                <a:srgbClr val="031993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" altLang="zh-CN" sz="2600" b="1" i="1" dirty="0" smtClean="0">
                                  <a:solidFill>
                                    <a:srgbClr val="0319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" altLang="zh-CN" sz="2600" b="1" i="1" dirty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𝑨</m:t>
                              </m:r>
                              <m:r>
                                <a:rPr lang="en-US" altLang="zh-CN" sz="2600" b="1" i="1" dirty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∪</m:t>
                              </m:r>
                              <m:r>
                                <a:rPr lang="en" altLang="zh-CN" sz="2600" b="1" i="1" dirty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</m:t>
                      </m:r>
                      <m:r>
                        <a:rPr lang="en-US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∪</m:t>
                      </m:r>
                      <m:r>
                        <a:rPr lang="en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𝑩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600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07438EA-D9A4-3031-F4EA-4117E00B5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17" y="2526947"/>
                <a:ext cx="6486732" cy="492443"/>
              </a:xfrm>
              <a:prstGeom prst="rect">
                <a:avLst/>
              </a:prstGeom>
              <a:blipFill>
                <a:blip r:embed="rId4"/>
                <a:stretch>
                  <a:fillRect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1B6DDD-3BB0-D152-5A4A-2D4880464131}"/>
                  </a:ext>
                </a:extLst>
              </p:cNvPr>
              <p:cNvSpPr txBox="1"/>
              <p:nvPr/>
            </p:nvSpPr>
            <p:spPr>
              <a:xfrm>
                <a:off x="2461674" y="3193090"/>
                <a:ext cx="5823212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[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031993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" altLang="zh-CN" sz="26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+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" altLang="zh-CN" sz="26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𝑩</m:t>
                          </m:r>
                        </m:e>
                      </m:d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</m:t>
                      </m:r>
                      <m:r>
                        <a:rPr lang="en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𝑨𝑩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)]</m:t>
                      </m:r>
                    </m:oMath>
                  </m:oMathPara>
                </a14:m>
                <a:endParaRPr lang="zh-CN" altLang="en-US" sz="2600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C1B6DDD-3BB0-D152-5A4A-2D4880464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674" y="3193090"/>
                <a:ext cx="5823212" cy="492443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5BA83B0-2DA4-F579-1CF7-8E1CB1E2FFB8}"/>
                  </a:ext>
                </a:extLst>
              </p:cNvPr>
              <p:cNvSpPr txBox="1"/>
              <p:nvPr/>
            </p:nvSpPr>
            <p:spPr>
              <a:xfrm>
                <a:off x="2461674" y="3815310"/>
                <a:ext cx="6486732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031993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" altLang="zh-CN" sz="26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𝑨</m:t>
                          </m:r>
                        </m:e>
                      </m:d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" altLang="zh-CN" sz="26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𝑩</m:t>
                          </m:r>
                        </m:e>
                      </m:d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+</m:t>
                      </m:r>
                      <m:r>
                        <a:rPr lang="en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r>
                        <a:rPr lang="en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(</m:t>
                      </m:r>
                      <m:r>
                        <a:rPr lang="en" altLang="zh-CN" sz="2600" b="1" i="1" dirty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𝑨𝑩</m:t>
                      </m:r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zh-CN" altLang="en-US" sz="2600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5BA83B0-2DA4-F579-1CF7-8E1CB1E2F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674" y="3815310"/>
                <a:ext cx="6486732" cy="492443"/>
              </a:xfrm>
              <a:prstGeom prst="rect">
                <a:avLst/>
              </a:prstGeom>
              <a:blipFill>
                <a:blip r:embed="rId6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BFC710-263A-9906-9E0F-B8EC5B28F478}"/>
                  </a:ext>
                </a:extLst>
              </p:cNvPr>
              <p:cNvSpPr txBox="1"/>
              <p:nvPr/>
            </p:nvSpPr>
            <p:spPr>
              <a:xfrm>
                <a:off x="2461674" y="4466288"/>
                <a:ext cx="6486732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b="1" i="1" dirty="0" smtClean="0">
                              <a:solidFill>
                                <a:srgbClr val="031993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2600" b="1" i="0" dirty="0" smtClean="0">
                              <a:solidFill>
                                <a:srgbClr val="031993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𝟏</m:t>
                          </m:r>
                          <m:r>
                            <a:rPr lang="en-US" altLang="zh-CN" sz="2600" b="1" i="0" dirty="0" smtClean="0">
                              <a:solidFill>
                                <a:srgbClr val="031993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−</m:t>
                          </m:r>
                          <m:r>
                            <a:rPr lang="en-US" altLang="zh-CN" sz="2600" b="1" i="1" dirty="0" smtClean="0">
                              <a:solidFill>
                                <a:srgbClr val="031993"/>
                              </a:solidFill>
                              <a:effectLst/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𝑷</m:t>
                          </m:r>
                          <m:d>
                            <m:dPr>
                              <m:ctrlPr>
                                <a:rPr lang="en-US" altLang="zh-CN" sz="2600" b="1" i="1" dirty="0" smtClean="0">
                                  <a:solidFill>
                                    <a:srgbClr val="031993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" altLang="zh-CN" sz="2600" b="1" i="1" dirty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KaiTi" panose="02010609060101010101" pitchFamily="49" charset="-122"/>
                                </a:rPr>
                                <m:t>𝑨</m:t>
                              </m:r>
                            </m:e>
                          </m:d>
                        </m:e>
                      </m:d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[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𝟏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−</m:t>
                      </m:r>
                      <m:r>
                        <a:rPr lang="en-US" altLang="zh-CN" sz="2600" b="1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𝑷</m:t>
                      </m:r>
                      <m:d>
                        <m:dPr>
                          <m:ctrlPr>
                            <a:rPr lang="en-US" altLang="zh-CN" sz="2600" b="1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</m:ctrlPr>
                        </m:dPr>
                        <m:e>
                          <m:r>
                            <a:rPr lang="en" altLang="zh-CN" sz="2600" b="1" i="1" dirty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KaiTi" panose="02010609060101010101" pitchFamily="49" charset="-122"/>
                            </a:rPr>
                            <m:t>𝑩</m:t>
                          </m:r>
                        </m:e>
                      </m:d>
                      <m:r>
                        <a:rPr lang="en-US" altLang="zh-CN" sz="2600" b="1" i="0" dirty="0" smtClean="0">
                          <a:solidFill>
                            <a:srgbClr val="031993"/>
                          </a:solidFill>
                          <a:effectLst/>
                          <a:latin typeface="Cambria Math" panose="02040503050406030204" pitchFamily="18" charset="0"/>
                          <a:ea typeface="KaiTi" panose="02010609060101010101" pitchFamily="49" charset="-122"/>
                        </a:rPr>
                        <m:t>]</m:t>
                      </m:r>
                    </m:oMath>
                  </m:oMathPara>
                </a14:m>
                <a:endParaRPr lang="zh-CN" altLang="en-US" sz="2600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9DBFC710-263A-9906-9E0F-B8EC5B28F4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674" y="4466288"/>
                <a:ext cx="6486732" cy="492443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5CA338E-FE9D-D91B-B502-7F38397FCC76}"/>
                  </a:ext>
                </a:extLst>
              </p:cNvPr>
              <p:cNvSpPr txBox="1"/>
              <p:nvPr/>
            </p:nvSpPr>
            <p:spPr>
              <a:xfrm>
                <a:off x="2461674" y="5234729"/>
                <a:ext cx="4726458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=</m:t>
                    </m:r>
                    <m:r>
                      <a:rPr lang="en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acc>
                      <m:accPr>
                        <m:chr m:val="̅"/>
                        <m:ctrlPr>
                          <a:rPr lang="en" altLang="zh-CN" sz="2600" b="1" i="1" dirty="0" smtClean="0">
                            <a:solidFill>
                              <a:srgbClr val="031993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031993"/>
                            </a:solidFill>
                            <a:effectLst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𝑨</m:t>
                        </m:r>
                      </m:e>
                    </m:acc>
                    <m:r>
                      <a:rPr lang="en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r>
                      <a:rPr lang="en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𝑷</m:t>
                    </m:r>
                    <m:r>
                      <a:rPr lang="en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acc>
                      <m:accPr>
                        <m:chr m:val="̅"/>
                        <m:ctrlPr>
                          <a:rPr lang="en" altLang="zh-CN" sz="26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accPr>
                      <m:e>
                        <m:r>
                          <a:rPr lang="en-US" altLang="zh-CN" sz="26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𝑩</m:t>
                        </m:r>
                      </m:e>
                    </m:acc>
                    <m:r>
                      <a:rPr lang="en" altLang="zh-CN" sz="2600" b="1" i="1" dirty="0" smtClean="0">
                        <a:solidFill>
                          <a:srgbClr val="031993"/>
                        </a:solidFill>
                        <a:effectLst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lang="en-US" altLang="zh-CN" sz="2600" b="1" dirty="0">
                    <a:solidFill>
                      <a:srgbClr val="031993"/>
                    </a:solidFill>
                    <a:effectLst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endParaRPr lang="zh-CN" altLang="en-US" sz="2600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85CA338E-FE9D-D91B-B502-7F38397FC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674" y="5234729"/>
                <a:ext cx="4726458" cy="492443"/>
              </a:xfrm>
              <a:prstGeom prst="rect">
                <a:avLst/>
              </a:prstGeom>
              <a:blipFill>
                <a:blip r:embed="rId8"/>
                <a:stretch>
                  <a:fillRect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B4B9F315-689E-DB4B-8F81-20514FB6CC8D}"/>
              </a:ext>
            </a:extLst>
          </p:cNvPr>
          <p:cNvSpPr/>
          <p:nvPr/>
        </p:nvSpPr>
        <p:spPr>
          <a:xfrm>
            <a:off x="1843088" y="3193090"/>
            <a:ext cx="6441798" cy="2041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931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C427D47-2D28-4B45-A03B-8F3AF510A1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0732" y="1871227"/>
            <a:ext cx="8182535" cy="4361022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3CA266B7-AD16-A6AC-2964-83F3E4211F7F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2DFC8B8F-8A32-223C-1B9B-77FC4A15F50F}"/>
              </a:ext>
            </a:extLst>
          </p:cNvPr>
          <p:cNvSpPr/>
          <p:nvPr/>
        </p:nvSpPr>
        <p:spPr bwMode="auto">
          <a:xfrm>
            <a:off x="2394962" y="218363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三个事件的相互独立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72B972-4657-9574-05FC-7775ABA3C917}"/>
              </a:ext>
            </a:extLst>
          </p:cNvPr>
          <p:cNvSpPr/>
          <p:nvPr/>
        </p:nvSpPr>
        <p:spPr>
          <a:xfrm>
            <a:off x="4571998" y="2436756"/>
            <a:ext cx="1828801" cy="1778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v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54F5AD-880D-B81B-363A-9001FD693C2E}"/>
              </a:ext>
            </a:extLst>
          </p:cNvPr>
          <p:cNvSpPr/>
          <p:nvPr/>
        </p:nvSpPr>
        <p:spPr>
          <a:xfrm>
            <a:off x="694748" y="4861579"/>
            <a:ext cx="7477702" cy="17780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v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2543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F444A42-C16E-4568-BF13-17EDD9D782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88540" y="1952416"/>
            <a:ext cx="6985383" cy="3300836"/>
          </a:xfrm>
          <a:prstGeom prst="rect">
            <a:avLst/>
          </a:prstGeom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AC11A8A-B8B6-148D-A33B-AB0CC3C6619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A3CEC3-7BF0-1B68-984B-6E9CA3AA660C}"/>
                  </a:ext>
                </a:extLst>
              </p:cNvPr>
              <p:cNvSpPr/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3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个事件的相互独立</a:t>
                </a:r>
              </a:p>
            </p:txBody>
          </p:sp>
        </mc:Choice>
        <mc:Fallback xmlns="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A3CEC3-7BF0-1B68-984B-6E9CA3AA6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  <a:blipFill>
                <a:blip r:embed="rId4"/>
                <a:stretch>
                  <a:fillRect l="-604" t="-17308" r="-3323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745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20AC894-6EA7-42BF-84DA-8693968627B3}"/>
              </a:ext>
            </a:extLst>
          </p:cNvPr>
          <p:cNvSpPr txBox="1"/>
          <p:nvPr/>
        </p:nvSpPr>
        <p:spPr>
          <a:xfrm>
            <a:off x="609256" y="1801906"/>
            <a:ext cx="8095957" cy="3890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由定义，可得以下两个推论：</a:t>
            </a: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若事件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≥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2)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相互独立，则其中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k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(2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≤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k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≤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)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个事件也是独立的。</a:t>
            </a: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lang="en-US" altLang="zh-CN" sz="2500" b="1" dirty="0">
              <a:solidFill>
                <a:srgbClr val="031993"/>
              </a:solidFill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若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(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≥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2)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相互独立，则将事件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2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…,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A</a:t>
            </a:r>
            <a:r>
              <a:rPr lang="en-US" altLang="zh-CN" sz="2500" b="1" i="1" baseline="-25000" dirty="0">
                <a:solidFill>
                  <a:srgbClr val="031993"/>
                </a:solidFill>
                <a:ea typeface="楷体" panose="02010609060101010101" pitchFamily="49" charset="-122"/>
              </a:rPr>
              <a:t>n 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中任意多个事件换成它们各自的对立事件，所得的</a:t>
            </a:r>
            <a:r>
              <a:rPr lang="en-US" altLang="zh-CN" sz="2500" b="1" i="1" dirty="0">
                <a:solidFill>
                  <a:srgbClr val="031993"/>
                </a:solidFill>
                <a:ea typeface="楷体" panose="02010609060101010101" pitchFamily="49" charset="-122"/>
              </a:rPr>
              <a:t>n</a:t>
            </a:r>
            <a:r>
              <a:rPr lang="zh-CN" altLang="en-US" sz="2500" b="1" dirty="0">
                <a:solidFill>
                  <a:srgbClr val="031993"/>
                </a:solidFill>
                <a:ea typeface="楷体" panose="02010609060101010101" pitchFamily="49" charset="-122"/>
              </a:rPr>
              <a:t>个事件仍然相互独立。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E530E13D-91EE-C293-1CE1-49A06B4312E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402B8D-5BA1-7C72-8041-74CED7009A6D}"/>
                  </a:ext>
                </a:extLst>
              </p:cNvPr>
              <p:cNvSpPr/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𝒏</m:t>
                    </m:r>
                  </m:oMath>
                </a14:m>
                <a:r>
                  <a:rPr lang="zh-CN" altLang="en-US" sz="3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个事件的相互独立</a:t>
                </a:r>
              </a:p>
            </p:txBody>
          </p:sp>
        </mc:Choice>
        <mc:Fallback xmlns="">
          <p:sp>
            <p:nvSpPr>
              <p:cNvPr id="5" name="学论网--www.xuelun.me">
                <a:extLst>
                  <a:ext uri="{FF2B5EF4-FFF2-40B4-BE49-F238E27FC236}">
                    <a16:creationId xmlns:a16="http://schemas.microsoft.com/office/drawing/2014/main" id="{9C402B8D-5BA1-7C72-8041-74CED7009A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4962" y="218363"/>
                <a:ext cx="4188967" cy="646331"/>
              </a:xfrm>
              <a:prstGeom prst="rect">
                <a:avLst/>
              </a:prstGeom>
              <a:blipFill>
                <a:blip r:embed="rId2"/>
                <a:stretch>
                  <a:fillRect l="-604" t="-17308" r="-3323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90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60791934-3AB2-469F-AF28-EFF1375E5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412" y="1985528"/>
            <a:ext cx="8135938" cy="2796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1487" indent="0" algn="just">
              <a:lnSpc>
                <a:spcPct val="13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400" b="1" dirty="0">
                <a:solidFill>
                  <a:srgbClr val="0319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实际问题中</a:t>
            </a:r>
            <a:r>
              <a:rPr lang="en-US" altLang="zh-CN" sz="2400" b="1" dirty="0">
                <a:solidFill>
                  <a:srgbClr val="0319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常常不是用定义去验证事件的独立性，而是由实际情形来判断其独立性</a:t>
            </a:r>
            <a:endParaRPr lang="en-US" altLang="zh-CN" sz="24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71487" indent="0" algn="just">
              <a:lnSpc>
                <a:spcPct val="130000"/>
              </a:lnSpc>
              <a:spcBef>
                <a:spcPct val="50000"/>
              </a:spcBef>
              <a:buClr>
                <a:schemeClr val="accent2"/>
              </a:buClr>
            </a:pPr>
            <a:r>
              <a:rPr lang="zh-CN" altLang="en-US" sz="2400" b="1" dirty="0">
                <a:solidFill>
                  <a:srgbClr val="0319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一旦确定事件是相互独立的，在计算概率时，尽可能转化为事件的乘积进行计算</a:t>
            </a:r>
            <a:endParaRPr lang="en-US" altLang="zh-CN" sz="2400" b="1" dirty="0">
              <a:solidFill>
                <a:srgbClr val="03199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71487" indent="0" algn="just">
              <a:lnSpc>
                <a:spcPct val="130000"/>
              </a:lnSpc>
              <a:spcBef>
                <a:spcPct val="50000"/>
              </a:spcBef>
              <a:buClr>
                <a:schemeClr val="accent2"/>
              </a:buClr>
            </a:pPr>
            <a:endParaRPr kumimoji="1" lang="zh-CN" altLang="en-US" sz="2400" b="1" dirty="0">
              <a:solidFill>
                <a:srgbClr val="03199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897FC5AB-7ADE-4F88-B647-70F250E51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98" y="3866680"/>
            <a:ext cx="8641090" cy="9543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kumimoji="1" lang="en-US" altLang="zh-CN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endParaRPr kumimoji="1" lang="zh-CN" altLang="en-US" sz="24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3F9A0C05-5F90-9420-4659-13F06ACF1DE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92839C26-B862-CB81-6069-BAB2FC6397D5}"/>
              </a:ext>
            </a:extLst>
          </p:cNvPr>
          <p:cNvSpPr txBox="1"/>
          <p:nvPr/>
        </p:nvSpPr>
        <p:spPr>
          <a:xfrm>
            <a:off x="403412" y="4551123"/>
            <a:ext cx="8135938" cy="1649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57237" indent="-285750" algn="just">
              <a:lnSpc>
                <a:spcPct val="13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319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如甲乙两人射击，“甲击中”与“乙击中”可以认为相互之间没有影响，即可以认为相互独立</a:t>
            </a:r>
            <a:endParaRPr kumimoji="1" lang="en-US" altLang="zh-CN" sz="2400" b="1" dirty="0">
              <a:solidFill>
                <a:srgbClr val="03199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57237" indent="-285750" algn="just">
              <a:lnSpc>
                <a:spcPct val="130000"/>
              </a:lnSpc>
              <a:spcBef>
                <a:spcPct val="50000"/>
              </a:spcBef>
              <a:buClr>
                <a:srgbClr val="C00000"/>
              </a:buClr>
              <a:buFont typeface="Wingdings" pitchFamily="2" charset="2"/>
              <a:buChar char="n"/>
            </a:pPr>
            <a:r>
              <a:rPr kumimoji="1" lang="zh-CN" altLang="en-US" sz="2400" b="1" dirty="0">
                <a:solidFill>
                  <a:srgbClr val="0319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放回抽样</a:t>
            </a:r>
            <a:endParaRPr kumimoji="1" lang="en-US" altLang="zh-CN" sz="2400" b="1" dirty="0">
              <a:solidFill>
                <a:srgbClr val="03199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 descr="图形用户界面, 文本&#10;&#10;描述已自动生成">
            <a:extLst>
              <a:ext uri="{FF2B5EF4-FFF2-40B4-BE49-F238E27FC236}">
                <a16:creationId xmlns:a16="http://schemas.microsoft.com/office/drawing/2014/main" id="{4C69AC9D-9911-531D-F87E-D84B93005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31" y="208655"/>
            <a:ext cx="7934138" cy="588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32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6AC7F1F-5C48-4472-9323-BF45C4A6DD91}"/>
              </a:ext>
            </a:extLst>
          </p:cNvPr>
          <p:cNvSpPr/>
          <p:nvPr/>
        </p:nvSpPr>
        <p:spPr>
          <a:xfrm>
            <a:off x="439366" y="1500870"/>
            <a:ext cx="840441" cy="564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5308F5AA-0621-0EF0-898D-BD5548BC98D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9E678B3-CAA6-9814-B610-B574B3F8B094}"/>
              </a:ext>
            </a:extLst>
          </p:cNvPr>
          <p:cNvSpPr txBox="1"/>
          <p:nvPr/>
        </p:nvSpPr>
        <p:spPr>
          <a:xfrm>
            <a:off x="3511452" y="258797"/>
            <a:ext cx="2348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r>
              <a:rPr kumimoji="1"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</a:t>
            </a:r>
            <a:endParaRPr kumimoji="1" lang="zh-CN" alt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C7C0D59A-5D8E-0F93-41B5-F56B09975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22" y="1193858"/>
                <a:ext cx="8820150" cy="1684244"/>
              </a:xfrm>
              <a:prstGeom prst="rect">
                <a:avLst/>
              </a:prstGeom>
              <a:noFill/>
              <a:ln w="22225" cap="sq" algn="ctr">
                <a:solidFill>
                  <a:srgbClr val="031993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</m:d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4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𝑩</m:t>
                        </m:r>
                      </m:e>
                    </m:d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𝟒</m:t>
                    </m:r>
                  </m:oMath>
                </a14:m>
                <a:r>
                  <a:rPr kumimoji="1" lang="en-US" altLang="zh-CN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 </a:t>
                </a:r>
                <a:r>
                  <a:rPr kumimoji="1" lang="zh-CN" altLang="en-US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求下列情况下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  <m: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endParaRPr kumimoji="1" lang="en-US" altLang="zh-CN" sz="2400" b="1" dirty="0">
                  <a:solidFill>
                    <a:srgbClr val="C00000"/>
                  </a:solidFill>
                  <a:ea typeface="楷体" panose="02010609060101010101" pitchFamily="49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kumimoji="1" lang="en-US" altLang="zh-CN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(1) 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独立，</a:t>
                </a:r>
                <a:r>
                  <a:rPr kumimoji="1" lang="en-US" altLang="zh-CN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		(2) </a:t>
                </a:r>
                <a14:m>
                  <m:oMath xmlns:m="http://schemas.openxmlformats.org/officeDocument/2006/math">
                    <m:r>
                      <a:rPr kumimoji="1"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不相容</a:t>
                </a:r>
                <a:endParaRPr kumimoji="1" lang="en-US" altLang="zh-CN" sz="2400" b="1" dirty="0">
                  <a:solidFill>
                    <a:srgbClr val="C00000"/>
                  </a:solidFill>
                  <a:ea typeface="楷体" panose="02010609060101010101" pitchFamily="49" charset="-122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kumimoji="1" lang="en-US" altLang="zh-CN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(3) 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kumimoji="1" lang="zh-CN" altLang="en-US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⊃</m:t>
                    </m:r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，</a:t>
                </a:r>
                <a:r>
                  <a:rPr kumimoji="1" lang="en-US" altLang="zh-CN" sz="24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			(4) 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𝑨𝑩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𝟎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  <m:r>
                      <a:rPr kumimoji="1" lang="en-US" altLang="zh-CN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</m:oMath>
                </a14:m>
                <a:endParaRPr kumimoji="1" lang="en-US" altLang="zh-CN" sz="2400" b="1" dirty="0">
                  <a:solidFill>
                    <a:srgbClr val="C00000"/>
                  </a:solidFill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Rectangle 2">
                <a:extLst>
                  <a:ext uri="{FF2B5EF4-FFF2-40B4-BE49-F238E27FC236}">
                    <a16:creationId xmlns:a16="http://schemas.microsoft.com/office/drawing/2014/main" id="{C7C0D59A-5D8E-0F93-41B5-F56B099750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2" y="1193858"/>
                <a:ext cx="8820150" cy="1684244"/>
              </a:xfrm>
              <a:prstGeom prst="rect">
                <a:avLst/>
              </a:prstGeom>
              <a:blipFill>
                <a:blip r:embed="rId3"/>
                <a:stretch>
                  <a:fillRect l="-1006" b="-8148"/>
                </a:stretch>
              </a:blipFill>
              <a:ln w="22225" cap="sq" algn="ctr">
                <a:solidFill>
                  <a:srgbClr val="031993"/>
                </a:solidFill>
                <a:prstDash val="sysDot"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074AC7F-9065-E026-228B-1B50F3A6A74F}"/>
                  </a:ext>
                </a:extLst>
              </p:cNvPr>
              <p:cNvSpPr txBox="1"/>
              <p:nvPr/>
            </p:nvSpPr>
            <p:spPr>
              <a:xfrm>
                <a:off x="1299685" y="3701656"/>
                <a:ext cx="60317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  <m:acc>
                          <m:accPr>
                            <m:chr m:val="̅"/>
                            <m:ctrlP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</m:d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</m:acc>
                      </m:e>
                    </m:d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</a:rPr>
                  <a:t>=0.7</a:t>
                </a:r>
                <a:endParaRPr kumimoji="1" lang="zh-CN" altLang="en-US" sz="2400" b="1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074AC7F-9065-E026-228B-1B50F3A6A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685" y="3701656"/>
                <a:ext cx="6031779" cy="369332"/>
              </a:xfrm>
              <a:prstGeom prst="rect">
                <a:avLst/>
              </a:prstGeom>
              <a:blipFill>
                <a:blip r:embed="rId4"/>
                <a:stretch>
                  <a:fillRect l="-1681" t="-23333" r="-2101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434C10B-636B-8435-1A3D-7D7694A5FDD5}"/>
                  </a:ext>
                </a:extLst>
              </p:cNvPr>
              <p:cNvSpPr txBox="1"/>
              <p:nvPr/>
            </p:nvSpPr>
            <p:spPr>
              <a:xfrm>
                <a:off x="1279807" y="4377015"/>
                <a:ext cx="432663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434C10B-636B-8435-1A3D-7D7694A5F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807" y="4377015"/>
                <a:ext cx="4326634" cy="369332"/>
              </a:xfrm>
              <a:prstGeom prst="rect">
                <a:avLst/>
              </a:prstGeom>
              <a:blipFill>
                <a:blip r:embed="rId5"/>
                <a:stretch>
                  <a:fillRect l="-1170" r="-877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C5C9C81-C148-4CFE-93D0-74ED9B3BFF00}"/>
                  </a:ext>
                </a:extLst>
              </p:cNvPr>
              <p:cNvSpPr txBox="1"/>
              <p:nvPr/>
            </p:nvSpPr>
            <p:spPr>
              <a:xfrm>
                <a:off x="1279807" y="5117744"/>
                <a:ext cx="32707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C5C9C81-C148-4CFE-93D0-74ED9B3BF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807" y="5117744"/>
                <a:ext cx="3270704" cy="369332"/>
              </a:xfrm>
              <a:prstGeom prst="rect">
                <a:avLst/>
              </a:prstGeom>
              <a:blipFill>
                <a:blip r:embed="rId6"/>
                <a:stretch>
                  <a:fillRect l="-1544" r="-1544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91AD02D-E42F-BE12-1948-39CFBE69DDD2}"/>
                  </a:ext>
                </a:extLst>
              </p:cNvPr>
              <p:cNvSpPr txBox="1"/>
              <p:nvPr/>
            </p:nvSpPr>
            <p:spPr>
              <a:xfrm>
                <a:off x="1279807" y="5926864"/>
                <a:ext cx="55861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4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d>
                      <m:r>
                        <a:rPr kumimoji="1" lang="en-US" altLang="zh-CN" sz="2400" b="1" i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kumimoji="1" lang="en-US" altLang="zh-CN" sz="2400" b="1" i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kumimoji="1" lang="en-US" altLang="zh-CN" sz="2400" b="1" i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91AD02D-E42F-BE12-1948-39CFBE69D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807" y="5926864"/>
                <a:ext cx="5586145" cy="369332"/>
              </a:xfrm>
              <a:prstGeom prst="rect">
                <a:avLst/>
              </a:prstGeom>
              <a:blipFill>
                <a:blip r:embed="rId7"/>
                <a:stretch>
                  <a:fillRect l="-680" r="-68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83698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DA09B118-55DC-01B4-322E-7AC7744B2E54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F683D7F-CCB7-302B-8CF0-8751B3BF8615}"/>
              </a:ext>
            </a:extLst>
          </p:cNvPr>
          <p:cNvSpPr txBox="1"/>
          <p:nvPr/>
        </p:nvSpPr>
        <p:spPr>
          <a:xfrm>
            <a:off x="3511452" y="258797"/>
            <a:ext cx="2348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r>
              <a:rPr kumimoji="1"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</a:t>
            </a:r>
            <a:endParaRPr kumimoji="1" lang="zh-CN" alt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1A78975-1EF9-1A81-00BC-CF5F919F06B1}"/>
                  </a:ext>
                </a:extLst>
              </p:cNvPr>
              <p:cNvSpPr txBox="1"/>
              <p:nvPr/>
            </p:nvSpPr>
            <p:spPr>
              <a:xfrm>
                <a:off x="500062" y="1200151"/>
                <a:ext cx="7504555" cy="12135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kumimoji="1" lang="en-US" altLang="zh-CN" sz="2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，事件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zh-CN" altLang="en-US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相互独立，</a:t>
                </a:r>
                <a:endParaRPr kumimoji="1" lang="en-US" altLang="zh-CN" sz="2600" b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C00000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Arial" panose="020B0604020202020204" pitchFamily="34" charset="0"/>
                  </a:rPr>
                  <a:t>试求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6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600" b="1" dirty="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1A78975-1EF9-1A81-00BC-CF5F919F0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2" y="1200151"/>
                <a:ext cx="7504555" cy="1213537"/>
              </a:xfrm>
              <a:prstGeom prst="rect">
                <a:avLst/>
              </a:prstGeom>
              <a:blipFill>
                <a:blip r:embed="rId2"/>
                <a:stretch>
                  <a:fillRect l="-1520" r="-507" b="-9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E8DF24D-4D37-1EDE-689E-59827CF4B357}"/>
                  </a:ext>
                </a:extLst>
              </p:cNvPr>
              <p:cNvSpPr txBox="1"/>
              <p:nvPr/>
            </p:nvSpPr>
            <p:spPr>
              <a:xfrm>
                <a:off x="500062" y="3271838"/>
                <a:ext cx="8084521" cy="3092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60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60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kumimoji="1" lang="en-US" altLang="zh-CN" sz="2600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0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600" b="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acc>
                            <m:accPr>
                              <m:chr m:val="̅"/>
                              <m:ctrlPr>
                                <a:rPr kumimoji="1" lang="en-US" altLang="zh-CN" sz="2600" b="0" i="1" dirty="0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600" b="0" i="1" dirty="0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600" b="0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0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600" b="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kumimoji="1" lang="en-US" altLang="zh-CN" sz="2600" b="0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600" b="0" i="1" dirty="0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2600" i="1" dirty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600" i="1" dirty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600" b="0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=0.2</m:t>
                      </m:r>
                      <m:r>
                        <a:rPr kumimoji="1" lang="en-US" altLang="zh-CN" sz="2600" b="0" i="1" dirty="0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×0.7=0.14</m:t>
                      </m:r>
                    </m:oMath>
                  </m:oMathPara>
                </a14:m>
                <a:endParaRPr kumimoji="1" lang="en-US" altLang="zh-CN" sz="2600" b="0" dirty="0">
                  <a:solidFill>
                    <a:srgbClr val="031993"/>
                  </a:solidFill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kumimoji="1" lang="en-US" altLang="zh-CN" sz="2600" b="0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∩(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kumimoji="1" lang="en-US" altLang="zh-CN" sz="2600" b="0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600" b="0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600" b="0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kumimoji="1" lang="en-US" altLang="zh-CN" sz="2600" b="0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600" b="0" i="1" smtClean="0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en-US" altLang="zh-CN" sz="2600" b="0" i="1" dirty="0">
                  <a:solidFill>
                    <a:srgbClr val="031993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0.2</m:t>
                          </m:r>
                        </m:num>
                        <m:den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0.2+0.3−0.06</m:t>
                          </m:r>
                        </m:den>
                      </m:f>
                      <m:r>
                        <a:rPr kumimoji="1" lang="en-US" altLang="zh-CN" sz="2600" b="0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kumimoji="1" lang="en-US" altLang="zh-CN" sz="2600" b="0" i="1" smtClean="0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kumimoji="1" lang="zh-CN" altLang="en-US" sz="2600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E8DF24D-4D37-1EDE-689E-59827CF4B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2" y="3271838"/>
                <a:ext cx="8084521" cy="3092129"/>
              </a:xfrm>
              <a:prstGeom prst="rect">
                <a:avLst/>
              </a:prstGeom>
              <a:blipFill>
                <a:blip r:embed="rId3"/>
                <a:stretch>
                  <a:fillRect l="-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926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67E1F10-C9D6-42A4-9E30-B15732E07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82" y="1198165"/>
            <a:ext cx="8820150" cy="1684244"/>
          </a:xfrm>
          <a:prstGeom prst="rect">
            <a:avLst/>
          </a:prstGeom>
          <a:noFill/>
          <a:ln w="22225" cap="sq" algn="ctr">
            <a:solidFill>
              <a:srgbClr val="031993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ea typeface="楷体" panose="02010609060101010101" pitchFamily="49" charset="-122"/>
              </a:rPr>
              <a:t>加工某一种零件需要经过三道工序，设三道工序的次品率分别为</a:t>
            </a:r>
            <a:r>
              <a:rPr kumimoji="1" lang="en-US" altLang="zh-CN" sz="2400" b="1" dirty="0">
                <a:solidFill>
                  <a:srgbClr val="C00000"/>
                </a:solidFill>
                <a:ea typeface="楷体" panose="02010609060101010101" pitchFamily="49" charset="-122"/>
              </a:rPr>
              <a:t>2%</a:t>
            </a:r>
            <a:r>
              <a:rPr kumimoji="1" lang="zh-CN" altLang="en-US" sz="2400" b="1" dirty="0">
                <a:solidFill>
                  <a:srgbClr val="C00000"/>
                </a:solidFill>
                <a:ea typeface="楷体" panose="02010609060101010101" pitchFamily="49" charset="-122"/>
              </a:rPr>
              <a:t>，</a:t>
            </a:r>
            <a:r>
              <a:rPr kumimoji="1" lang="en-US" altLang="zh-CN" sz="2400" b="1" dirty="0">
                <a:solidFill>
                  <a:srgbClr val="C00000"/>
                </a:solidFill>
                <a:ea typeface="楷体" panose="02010609060101010101" pitchFamily="49" charset="-122"/>
              </a:rPr>
              <a:t>1%</a:t>
            </a:r>
            <a:r>
              <a:rPr kumimoji="1" lang="zh-CN" altLang="en-US" sz="2400" b="1" dirty="0">
                <a:solidFill>
                  <a:srgbClr val="C00000"/>
                </a:solidFill>
                <a:ea typeface="楷体" panose="02010609060101010101" pitchFamily="49" charset="-122"/>
              </a:rPr>
              <a:t>，</a:t>
            </a:r>
            <a:r>
              <a:rPr kumimoji="1" lang="en-US" altLang="zh-CN" sz="2400" b="1" dirty="0">
                <a:solidFill>
                  <a:srgbClr val="C00000"/>
                </a:solidFill>
                <a:ea typeface="楷体" panose="02010609060101010101" pitchFamily="49" charset="-122"/>
              </a:rPr>
              <a:t>5% </a:t>
            </a:r>
            <a:r>
              <a:rPr kumimoji="1" lang="zh-CN" altLang="en-US" sz="2400" b="1" dirty="0">
                <a:solidFill>
                  <a:srgbClr val="C00000"/>
                </a:solidFill>
                <a:ea typeface="楷体" panose="02010609060101010101" pitchFamily="49" charset="-122"/>
              </a:rPr>
              <a:t>，假设各道工序是互不影响的．求加工出来的零件的次品率．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D227CCF0-2242-446D-B284-052054243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25" y="2985879"/>
                <a:ext cx="8713788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1" lang="zh-CN" altLang="en-US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 </m:t>
                    </m:r>
                    <m:sSub>
                      <m:sSubPr>
                        <m:ctrlP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b>
                      <m:sSubPr>
                        <m:ctrlP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kumimoji="1" lang="zh-CN" altLang="en-US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分别表示第一、第二、第三道工序出现次品，则依题意</a:t>
                </a:r>
                <a:r>
                  <a:rPr kumimoji="1" lang="en-US" altLang="zh-CN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400" b="1" i="0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</m:t>
                    </m:r>
                    <m:sSub>
                      <m:sSubPr>
                        <m:ctrlP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 </m:t>
                    </m:r>
                    <m:sSub>
                      <m:sSubPr>
                        <m:ctrlP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sSub>
                      <m:sSubPr>
                        <m:ctrlP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kumimoji="1" lang="zh-CN" altLang="en-US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相互独立，且 </a:t>
                </a:r>
              </a:p>
            </p:txBody>
          </p:sp>
        </mc:Choice>
        <mc:Fallback xmlns="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D227CCF0-2242-446D-B284-052054243D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925" y="2985879"/>
                <a:ext cx="8713788" cy="830997"/>
              </a:xfrm>
              <a:prstGeom prst="rect">
                <a:avLst/>
              </a:prstGeom>
              <a:blipFill>
                <a:blip r:embed="rId2"/>
                <a:stretch>
                  <a:fillRect l="-1019" t="-7576" b="-1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6BFD9611-BBDF-465A-9201-086282182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2710" y="3868220"/>
                <a:ext cx="5715026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kumimoji="1" lang="en-US" altLang="zh-CN" sz="2400" b="1" i="1" baseline="-25000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kumimoji="1" lang="zh-CN" altLang="en-US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＝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% </m:t>
                    </m:r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kumimoji="1" lang="en-US" altLang="zh-CN" sz="2400" b="1" i="1" baseline="-25000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𝟐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 </m:t>
                    </m:r>
                    <m:r>
                      <a:rPr kumimoji="1" lang="zh-CN" altLang="en-US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＝</m:t>
                    </m:r>
                    <m:r>
                      <a:rPr kumimoji="1" lang="zh-CN" altLang="en-US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𝟏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% </m:t>
                    </m:r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𝑷</m:t>
                    </m:r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kumimoji="1" lang="en-US" altLang="zh-CN" sz="2400" b="1" i="1" baseline="-25000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𝟑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  <m:r>
                      <a:rPr kumimoji="1" lang="zh-CN" altLang="en-US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1" lang="zh-CN" altLang="en-US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＝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𝟓</m:t>
                    </m:r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% </m:t>
                    </m:r>
                  </m:oMath>
                </a14:m>
                <a:endParaRPr kumimoji="1" lang="en-US" altLang="zh-CN" sz="2400" b="1" dirty="0">
                  <a:solidFill>
                    <a:srgbClr val="031993"/>
                  </a:solidFill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6BFD9611-BBDF-465A-9201-0862821820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2710" y="3868220"/>
                <a:ext cx="5715026" cy="461665"/>
              </a:xfrm>
              <a:prstGeom prst="rect">
                <a:avLst/>
              </a:prstGeom>
              <a:blipFill>
                <a:blip r:embed="rId3"/>
                <a:stretch>
                  <a:fillRect l="-222" t="-10811" r="-222" b="-3243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8AC2B69F-C53F-4270-BDB3-A4855D701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604295"/>
                <a:ext cx="8640763" cy="8309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r>
                  <a:rPr kumimoji="1" lang="en-US" altLang="zh-CN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   </a:t>
                </a:r>
                <a:r>
                  <a:rPr kumimoji="1" lang="zh-CN" altLang="en-US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又设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</m:oMath>
                </a14:m>
                <a:r>
                  <a:rPr kumimoji="1" lang="zh-CN" altLang="en-US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表示加工出来的零件是次品</a:t>
                </a:r>
                <a:r>
                  <a:rPr kumimoji="1" lang="en-US" altLang="zh-CN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, </a:t>
                </a:r>
                <a:r>
                  <a:rPr kumimoji="1" lang="zh-CN" altLang="en-US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则</a:t>
                </a:r>
              </a:p>
              <a:p>
                <a:pPr algn="ctr"/>
                <a:r>
                  <a:rPr kumimoji="1" lang="zh-CN" altLang="en-US" sz="2400" b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         </a:t>
                </a:r>
                <a:r>
                  <a:rPr kumimoji="1" lang="zh-CN" altLang="en-US" sz="2400" b="1" i="1" dirty="0">
                    <a:solidFill>
                      <a:srgbClr val="031993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𝑨</m:t>
                    </m:r>
                    <m:r>
                      <a:rPr kumimoji="1" lang="zh-CN" altLang="en-US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＝</m:t>
                    </m:r>
                    <m:sSub>
                      <m:sSubPr>
                        <m:ctrlP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∪</m:t>
                    </m:r>
                    <m:sSub>
                      <m:sSubPr>
                        <m:ctrlP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∪</m:t>
                    </m:r>
                    <m:sSub>
                      <m:sSubPr>
                        <m:ctrlP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en-US" altLang="zh-CN" sz="2400" b="1" i="1" dirty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 dirty="0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𝟑</m:t>
                        </m:r>
                      </m:sub>
                    </m:sSub>
                  </m:oMath>
                </a14:m>
                <a:endParaRPr kumimoji="1" lang="en-US" altLang="zh-CN" sz="2400" b="1" dirty="0">
                  <a:solidFill>
                    <a:srgbClr val="031993"/>
                  </a:solidFill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8AC2B69F-C53F-4270-BDB3-A4855D7017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4604295"/>
                <a:ext cx="8640763" cy="830997"/>
              </a:xfrm>
              <a:prstGeom prst="rect">
                <a:avLst/>
              </a:prstGeom>
              <a:blipFill>
                <a:blip r:embed="rId4"/>
                <a:stretch>
                  <a:fillRect t="-7463" b="-149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12">
            <a:extLst>
              <a:ext uri="{FF2B5EF4-FFF2-40B4-BE49-F238E27FC236}">
                <a16:creationId xmlns:a16="http://schemas.microsoft.com/office/drawing/2014/main" id="{83E9E24D-5454-4F4E-86E0-D62504EBC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546" y="6398161"/>
            <a:ext cx="64171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1" lang="en-US" altLang="zh-CN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＝</a:t>
            </a:r>
            <a:r>
              <a:rPr kumimoji="1" lang="en-US" altLang="zh-CN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1</a:t>
            </a:r>
            <a:r>
              <a:rPr kumimoji="1" lang="zh-CN" altLang="en-US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－</a:t>
            </a:r>
            <a:r>
              <a:rPr kumimoji="1" lang="en-US" altLang="zh-CN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(1</a:t>
            </a:r>
            <a:r>
              <a:rPr kumimoji="1" lang="zh-CN" altLang="en-US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－ </a:t>
            </a:r>
            <a:r>
              <a:rPr kumimoji="1" lang="en-US" altLang="zh-CN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0.02)(1</a:t>
            </a:r>
            <a:r>
              <a:rPr kumimoji="1" lang="zh-CN" altLang="en-US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－ </a:t>
            </a:r>
            <a:r>
              <a:rPr kumimoji="1" lang="en-US" altLang="zh-CN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0.01)(1</a:t>
            </a:r>
            <a:r>
              <a:rPr kumimoji="1" lang="zh-CN" altLang="en-US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－ </a:t>
            </a:r>
            <a:r>
              <a:rPr kumimoji="1" lang="en-US" altLang="zh-CN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0.05) </a:t>
            </a:r>
            <a:r>
              <a:rPr kumimoji="1" lang="zh-CN" altLang="en-US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＝ </a:t>
            </a:r>
            <a:r>
              <a:rPr kumimoji="1" lang="en-US" altLang="zh-CN" sz="2400" b="1" dirty="0">
                <a:solidFill>
                  <a:srgbClr val="031993"/>
                </a:solidFill>
                <a:ea typeface="楷体" panose="02010609060101010101" pitchFamily="49" charset="-122"/>
              </a:rPr>
              <a:t>0.0783   </a:t>
            </a: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DA09B118-55DC-01B4-322E-7AC7744B2E54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F683D7F-CCB7-302B-8CF0-8751B3BF8615}"/>
              </a:ext>
            </a:extLst>
          </p:cNvPr>
          <p:cNvSpPr txBox="1"/>
          <p:nvPr/>
        </p:nvSpPr>
        <p:spPr>
          <a:xfrm>
            <a:off x="3511452" y="258797"/>
            <a:ext cx="2348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r>
              <a:rPr kumimoji="1"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#3</a:t>
            </a:r>
            <a:endParaRPr kumimoji="1" lang="zh-CN" alt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D8E9032-E798-C869-6641-DD413F0788E4}"/>
                  </a:ext>
                </a:extLst>
              </p:cNvPr>
              <p:cNvSpPr txBox="1"/>
              <p:nvPr/>
            </p:nvSpPr>
            <p:spPr>
              <a:xfrm>
                <a:off x="265715" y="5731676"/>
                <a:ext cx="894084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acc>
                      </m:e>
                    </m:d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b="1" i="1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𝟐</m:t>
                                </m:r>
                              </m:sub>
                            </m:sSub>
                            <m: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∪</m:t>
                            </m:r>
                            <m:sSub>
                              <m:sSubPr>
                                <m:ctrlP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kumimoji="1" lang="en-US" altLang="zh-CN" sz="2400" b="1" i="1" dirty="0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𝟑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kumimoji="1" lang="en-US" altLang="zh-CN" sz="24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kumimoji="1" lang="en-US" altLang="zh-CN" sz="24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400" b="1" i="1" dirty="0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 dirty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400" b="1" i="1" dirty="0" smtClean="0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𝟑</m:t>
                            </m:r>
                          </m:sub>
                        </m:sSub>
                      </m:e>
                    </m:acc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400" b="1" dirty="0">
                  <a:solidFill>
                    <a:srgbClr val="031993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D8E9032-E798-C869-6641-DD413F078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15" y="5731676"/>
                <a:ext cx="8940846" cy="369332"/>
              </a:xfrm>
              <a:prstGeom prst="rect">
                <a:avLst/>
              </a:prstGeom>
              <a:blipFill>
                <a:blip r:embed="rId5"/>
                <a:stretch>
                  <a:fillRect l="-1278" r="-710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136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DA09B118-55DC-01B4-322E-7AC7744B2E54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5F683D7F-CCB7-302B-8CF0-8751B3BF8615}"/>
              </a:ext>
            </a:extLst>
          </p:cNvPr>
          <p:cNvSpPr txBox="1"/>
          <p:nvPr/>
        </p:nvSpPr>
        <p:spPr>
          <a:xfrm>
            <a:off x="3511452" y="258797"/>
            <a:ext cx="2348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r>
              <a:rPr kumimoji="1"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#4</a:t>
            </a:r>
            <a:endParaRPr kumimoji="1" lang="zh-CN" alt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2A4F5E-26E8-86B7-BE79-2D31E0CFD90C}"/>
                  </a:ext>
                </a:extLst>
              </p:cNvPr>
              <p:cNvSpPr txBox="1"/>
              <p:nvPr/>
            </p:nvSpPr>
            <p:spPr>
              <a:xfrm>
                <a:off x="300038" y="1013797"/>
                <a:ext cx="8729662" cy="16825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设有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𝒏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个元件相互独立工作，分别按照串联、并联的方式组成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zh-CN" altLang="en-US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、</m:t>
                    </m:r>
                    <m:r>
                      <a:rPr kumimoji="1" lang="en-US" altLang="zh-CN" sz="2400" b="1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两个系统。已知每个元件正常工作的概率都为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𝒑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，分别求系统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的可靠性。</a:t>
                </a:r>
                <a:endParaRPr kumimoji="1" lang="en-US" altLang="zh-CN" sz="2400" b="1" dirty="0">
                  <a:solidFill>
                    <a:srgbClr val="C00000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92A4F5E-26E8-86B7-BE79-2D31E0CFD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8" y="1013797"/>
                <a:ext cx="8729662" cy="1682577"/>
              </a:xfrm>
              <a:prstGeom prst="rect">
                <a:avLst/>
              </a:prstGeom>
              <a:blipFill>
                <a:blip r:embed="rId2"/>
                <a:stretch>
                  <a:fillRect l="-1017" b="-6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05FE48-1BF7-4E06-2D49-895166CB54CC}"/>
                  </a:ext>
                </a:extLst>
              </p:cNvPr>
              <p:cNvSpPr txBox="1"/>
              <p:nvPr/>
            </p:nvSpPr>
            <p:spPr>
              <a:xfrm>
                <a:off x="300038" y="2779034"/>
                <a:ext cx="8729662" cy="3907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:r>
                  <a:rPr kumimoji="1" lang="zh-CN" altLang="en-US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kumimoji="1" lang="zh-CN" altLang="en-US" sz="2400" b="1">
                            <a:solidFill>
                              <a:srgbClr val="031993"/>
                            </a:solidFill>
                            <a:latin typeface="KaiTi" panose="02010609060101010101" pitchFamily="49" charset="-122"/>
                            <a:ea typeface="KaiTi" panose="02010609060101010101" pitchFamily="49" charset="-122"/>
                          </a:rPr>
                          <m:t>第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𝒊</m:t>
                        </m:r>
                        <m:r>
                          <m:rPr>
                            <m:nor/>
                          </m:rPr>
                          <a:rPr kumimoji="1" lang="zh-CN" altLang="en-US" sz="2400" b="1">
                            <a:solidFill>
                              <a:srgbClr val="031993"/>
                            </a:solidFill>
                            <a:latin typeface="KaiTi" panose="02010609060101010101" pitchFamily="49" charset="-122"/>
                            <a:ea typeface="KaiTi" panose="02010609060101010101" pitchFamily="49" charset="-122"/>
                          </a:rPr>
                          <m:t>个元件正常工作</m:t>
                        </m:r>
                      </m:e>
                    </m:d>
                    <m:r>
                      <a:rPr kumimoji="1" lang="zh-CN" altLang="en-US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，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, </a:t>
                </a:r>
                <a:r>
                  <a:rPr kumimoji="1" lang="zh-CN" altLang="en-US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可知事件之间相互独立。事件</a:t>
                </a:r>
                <a14:m>
                  <m:oMath xmlns:m="http://schemas.openxmlformats.org/officeDocument/2006/math"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kumimoji="1" lang="zh-CN" altLang="en-US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表示串联系统</a:t>
                </a:r>
                <a14:m>
                  <m:oMath xmlns:m="http://schemas.openxmlformats.org/officeDocument/2006/math"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</m:oMath>
                </a14:m>
                <a:r>
                  <a:rPr kumimoji="1" lang="zh-CN" altLang="en-US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正常工作，事件</a:t>
                </a:r>
                <a14:m>
                  <m:oMath xmlns:m="http://schemas.openxmlformats.org/officeDocument/2006/math"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表示并联系统</a:t>
                </a:r>
                <a14:m>
                  <m:oMath xmlns:m="http://schemas.openxmlformats.org/officeDocument/2006/math">
                    <m:r>
                      <a:rPr kumimoji="1" lang="en-US" altLang="zh-CN" sz="2400" b="1" i="1" dirty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</m:oMath>
                </a14:m>
                <a:r>
                  <a:rPr kumimoji="1" lang="zh-CN" altLang="en-US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正常工作。则：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∩…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∩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,</a:t>
                </a:r>
                <a:r>
                  <a:rPr kumimoji="1" lang="zh-CN" altLang="en-US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∪…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kumimoji="1" lang="en-US" altLang="zh-CN" sz="24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endParaRPr kumimoji="1" lang="en-US" altLang="zh-CN" sz="2400" b="1" i="1" dirty="0">
                  <a:solidFill>
                    <a:srgbClr val="031993"/>
                  </a:solidFill>
                  <a:latin typeface="Cambria Math" panose="020405030504060302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zh-CN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kumimoji="1" lang="en-US" altLang="zh-CN" sz="2400" b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kumimoji="1" lang="en-US" altLang="zh-CN" sz="24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d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d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m:rPr>
                              <m:nor/>
                            </m:rPr>
                            <a:rPr kumimoji="1" lang="en-US" altLang="zh-CN" sz="2400" b="1" dirty="0">
                              <a:solidFill>
                                <a:srgbClr val="031993"/>
                              </a:solidFill>
                              <a:latin typeface="Arial" panose="020B0604020202020204" pitchFamily="34" charset="0"/>
                              <a:ea typeface="KaiTi" panose="02010609060101010101" pitchFamily="49" charset="-122"/>
                              <a:cs typeface="Arial" panose="020B0604020202020204" pitchFamily="34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kumimoji="1" lang="en-US" altLang="zh-CN" sz="2400" b="1" i="1">
                              <a:solidFill>
                                <a:srgbClr val="03199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∪…</m:t>
                          </m:r>
                          <m:sSub>
                            <m:sSubPr>
                              <m:ctrlP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b>
                              <m:r>
                                <a:rPr kumimoji="1" lang="en-US" altLang="zh-CN" sz="2400" b="1" i="1">
                                  <a:solidFill>
                                    <a:srgbClr val="031993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acc>
                      <m:r>
                        <a:rPr kumimoji="1" lang="en-US" altLang="zh-CN" sz="2400" b="1" i="1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4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kumimoji="1" lang="en-US" altLang="zh-CN" sz="24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400" b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kumimoji="1" lang="en-US" altLang="zh-CN" sz="2400" b="1" i="1">
                                <a:solidFill>
                                  <a:srgbClr val="03199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e>
                              <m:sub>
                                <m:r>
                                  <a:rPr kumimoji="1" lang="en-US" altLang="zh-CN" sz="2400" b="1" i="1">
                                    <a:solidFill>
                                      <a:srgbClr val="031993"/>
                                    </a:solidFill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e>
                        </m:acc>
                      </m:e>
                    </m:d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kumimoji="1" lang="en-US" altLang="zh-CN" sz="24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zh-CN" sz="24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05FE48-1BF7-4E06-2D49-895166CB5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38" y="2779034"/>
                <a:ext cx="8729662" cy="3907160"/>
              </a:xfrm>
              <a:prstGeom prst="rect">
                <a:avLst/>
              </a:prstGeom>
              <a:blipFill>
                <a:blip r:embed="rId3"/>
                <a:stretch>
                  <a:fillRect l="-1017" r="-727" b="-2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0924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067EFB38-CE22-BA5C-779B-CF64DCA39D1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57E5EA90-DA27-64D5-4A79-DBF86E32DFAC}"/>
              </a:ext>
            </a:extLst>
          </p:cNvPr>
          <p:cNvSpPr/>
          <p:nvPr/>
        </p:nvSpPr>
        <p:spPr bwMode="auto">
          <a:xfrm>
            <a:off x="3145969" y="218363"/>
            <a:ext cx="28520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CC0000"/>
                </a:solidFill>
                <a:ea typeface="KaiTi" panose="02010609060101010101" pitchFamily="49" charset="-122"/>
              </a:rPr>
              <a:t>Homework01</a:t>
            </a:r>
            <a:endParaRPr kumimoji="1" lang="zh-CN" altLang="en-US" sz="3600" b="1" dirty="0">
              <a:solidFill>
                <a:srgbClr val="CC0000"/>
              </a:solidFill>
              <a:ea typeface="KaiTi" panose="02010609060101010101" pitchFamily="49" charset="-12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53A1D27-604E-22E7-0257-CD7528AA7A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0" y="2358629"/>
            <a:ext cx="9144000" cy="1670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809CB7-C17C-D2B7-AEB2-5F12DA8BB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28385"/>
          <a:stretch/>
        </p:blipFill>
        <p:spPr bwMode="auto">
          <a:xfrm>
            <a:off x="0" y="4642175"/>
            <a:ext cx="6548438" cy="167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526ED744-5398-1C93-F734-EA9CAFE91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46" r="14166" b="60692"/>
          <a:stretch/>
        </p:blipFill>
        <p:spPr bwMode="auto">
          <a:xfrm>
            <a:off x="6429374" y="4642175"/>
            <a:ext cx="2714626" cy="1313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动图">
            <a:extLst>
              <a:ext uri="{FF2B5EF4-FFF2-40B4-BE49-F238E27FC236}">
                <a16:creationId xmlns:a16="http://schemas.microsoft.com/office/drawing/2014/main" id="{CD2C2269-8C3A-9BCA-15BA-B29995F391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03" b="50001"/>
          <a:stretch/>
        </p:blipFill>
        <p:spPr bwMode="auto">
          <a:xfrm>
            <a:off x="1695450" y="1063465"/>
            <a:ext cx="5257800" cy="828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0144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动图">
            <a:extLst>
              <a:ext uri="{FF2B5EF4-FFF2-40B4-BE49-F238E27FC236}">
                <a16:creationId xmlns:a16="http://schemas.microsoft.com/office/drawing/2014/main" id="{33A1BC2F-E3D4-E866-5596-B69EA5206D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48" b="24807"/>
          <a:stretch/>
        </p:blipFill>
        <p:spPr bwMode="auto">
          <a:xfrm>
            <a:off x="1943100" y="1257302"/>
            <a:ext cx="5257800" cy="542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AEBE851F-3398-B9F8-4EF8-6BD1D4D6CF78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学论网--www.xuelun.me">
            <a:extLst>
              <a:ext uri="{FF2B5EF4-FFF2-40B4-BE49-F238E27FC236}">
                <a16:creationId xmlns:a16="http://schemas.microsoft.com/office/drawing/2014/main" id="{E0CC9C16-EF45-68AC-B099-CCE00EF74E0B}"/>
              </a:ext>
            </a:extLst>
          </p:cNvPr>
          <p:cNvSpPr/>
          <p:nvPr/>
        </p:nvSpPr>
        <p:spPr bwMode="auto">
          <a:xfrm>
            <a:off x="3145969" y="218363"/>
            <a:ext cx="28520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CC0000"/>
                </a:solidFill>
                <a:ea typeface="KaiTi" panose="02010609060101010101" pitchFamily="49" charset="-122"/>
              </a:rPr>
              <a:t>Homework01</a:t>
            </a:r>
            <a:endParaRPr kumimoji="1" lang="zh-CN" altLang="en-US" sz="3600" b="1" dirty="0">
              <a:solidFill>
                <a:srgbClr val="CC0000"/>
              </a:solidFill>
              <a:ea typeface="KaiTi" panose="02010609060101010101" pitchFamily="49" charset="-122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0F924B7-1179-4ECD-636A-DAA9F688AD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100"/>
          <a:stretch/>
        </p:blipFill>
        <p:spPr bwMode="auto">
          <a:xfrm>
            <a:off x="675789" y="2457451"/>
            <a:ext cx="8306772" cy="151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7AD4E83-82FE-1236-CFB5-5550D87ECD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 r="28156"/>
          <a:stretch/>
        </p:blipFill>
        <p:spPr bwMode="auto">
          <a:xfrm>
            <a:off x="257175" y="4514844"/>
            <a:ext cx="5967899" cy="15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57797D-616C-0B25-3D3E-FAD2D0629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25" t="1" r="14683" b="60556"/>
          <a:stretch/>
        </p:blipFill>
        <p:spPr bwMode="auto">
          <a:xfrm>
            <a:off x="6429374" y="4517875"/>
            <a:ext cx="2300289" cy="119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23882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067EFB38-CE22-BA5C-779B-CF64DCA39D1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57E5EA90-DA27-64D5-4A79-DBF86E32DFAC}"/>
              </a:ext>
            </a:extLst>
          </p:cNvPr>
          <p:cNvSpPr/>
          <p:nvPr/>
        </p:nvSpPr>
        <p:spPr bwMode="auto">
          <a:xfrm>
            <a:off x="3145969" y="218363"/>
            <a:ext cx="28520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CC0000"/>
                </a:solidFill>
                <a:ea typeface="KaiTi" panose="02010609060101010101" pitchFamily="49" charset="-122"/>
              </a:rPr>
              <a:t>Homework01</a:t>
            </a:r>
            <a:endParaRPr kumimoji="1" lang="zh-CN" altLang="en-US" sz="3600" b="1" dirty="0">
              <a:solidFill>
                <a:srgbClr val="CC0000"/>
              </a:solidFill>
              <a:ea typeface="KaiTi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C8E58C3-815C-12A5-B5CD-388499E524ED}"/>
                  </a:ext>
                </a:extLst>
              </p:cNvPr>
              <p:cNvSpPr txBox="1"/>
              <p:nvPr/>
            </p:nvSpPr>
            <p:spPr>
              <a:xfrm>
                <a:off x="1218229" y="1371601"/>
                <a:ext cx="6707542" cy="48962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（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6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）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zh-CN" altLang="en-US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，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  <m:r>
                      <a:rPr kumimoji="1" lang="zh-CN" altLang="en-US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，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不多于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1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个发生</a:t>
                </a:r>
                <a:endParaRPr kumimoji="1" lang="en-US" altLang="zh-CN" sz="26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𝑨𝑩</m:t>
                        </m:r>
                      </m:e>
                    </m:acc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𝑪</m:t>
                        </m:r>
                      </m:e>
                    </m:acc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𝑩</m:t>
                        </m:r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kumimoji="1" lang="en-US" altLang="zh-CN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,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𝑩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𝑪</m:t>
                        </m:r>
                      </m:e>
                    </m:acc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𝑨</m:t>
                    </m:r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𝑩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kumimoji="1" lang="en-US" altLang="zh-CN" sz="2600" b="1" dirty="0">
                    <a:solidFill>
                      <a:srgbClr val="031993"/>
                    </a:solidFill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𝑩</m:t>
                    </m:r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𝑪</m:t>
                        </m:r>
                      </m:e>
                    </m:acc>
                    <m:r>
                      <a:rPr kumimoji="1" lang="en-US" altLang="zh-CN" sz="26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r>
                      <a:rPr kumimoji="1" lang="en-US" altLang="zh-CN" sz="2600" b="1" i="1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𝑪</m:t>
                    </m:r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𝑩</m:t>
                        </m:r>
                      </m:e>
                    </m:acc>
                  </m:oMath>
                </a14:m>
                <a:endParaRPr kumimoji="1" lang="zh-CN" altLang="en-US" sz="26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sz="26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（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7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）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zh-CN" altLang="en-US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，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  <m:r>
                      <a:rPr kumimoji="1" lang="zh-CN" altLang="en-US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，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不多于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2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个发生</a:t>
                </a:r>
                <a:endParaRPr kumimoji="1" lang="en-US" altLang="zh-CN" sz="26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</m:t>
                        </m:r>
                      </m:e>
                    </m:acc>
                    <m:r>
                      <a:rPr kumimoji="1" lang="en-US" altLang="zh-CN" sz="26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𝑩</m:t>
                        </m:r>
                      </m:e>
                    </m:acc>
                    <m:r>
                      <a:rPr kumimoji="1" lang="en-US" altLang="zh-CN" sz="2600" b="1" i="1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acc>
                      <m:accPr>
                        <m:chr m:val="̅"/>
                        <m:ctrlP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kumimoji="1" lang="en-US" altLang="zh-CN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,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kumimoji="1" lang="en-US" altLang="zh-CN" sz="2600" b="1" i="1" smtClean="0">
                            <a:solidFill>
                              <a:srgbClr val="031993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Arial" panose="020B0604020202020204" pitchFamily="34" charset="0"/>
                          </a:rPr>
                          <m:t>𝑨𝑩𝑪</m:t>
                        </m:r>
                      </m:e>
                    </m:acc>
                  </m:oMath>
                </a14:m>
                <a:endParaRPr kumimoji="1" lang="en-US" altLang="zh-CN" sz="26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sz="26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（</a:t>
                </a:r>
                <a:r>
                  <a:rPr kumimoji="1" lang="en-US" altLang="zh-CN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8</a:t>
                </a:r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）</a:t>
                </a:r>
                <a14:m>
                  <m:oMath xmlns:m="http://schemas.openxmlformats.org/officeDocument/2006/math"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 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𝑨</m:t>
                    </m:r>
                    <m:r>
                      <a:rPr kumimoji="1" lang="zh-CN" altLang="en-US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，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𝑩</m:t>
                    </m:r>
                    <m:r>
                      <a:rPr kumimoji="1" lang="zh-CN" altLang="en-US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，</m:t>
                    </m:r>
                    <m:r>
                      <a:rPr kumimoji="1" lang="en-US" altLang="zh-CN" sz="2600" b="1" i="1" dirty="0" smtClean="0">
                        <a:solidFill>
                          <a:srgbClr val="031993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  <a:cs typeface="Arial" panose="020B0604020202020204" pitchFamily="34" charset="0"/>
                      </a:rPr>
                      <m:t>𝑪</m:t>
                    </m:r>
                  </m:oMath>
                </a14:m>
                <a:r>
                  <a:rPr kumimoji="1" lang="zh-CN" altLang="en-US" sz="2600" b="1" dirty="0">
                    <a:solidFill>
                      <a:srgbClr val="0319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至少有两个发生：</a:t>
                </a:r>
                <a:endParaRPr kumimoji="1" lang="en-US" altLang="zh-CN" sz="26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𝑨𝑩</m:t>
                      </m:r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∪</m:t>
                      </m:r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𝑨𝑪</m:t>
                      </m:r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∪</m:t>
                      </m:r>
                      <m:r>
                        <a:rPr kumimoji="1" lang="en-US" altLang="zh-CN" sz="2600" b="1" i="1" smtClean="0">
                          <a:solidFill>
                            <a:srgbClr val="0319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𝑩𝑪</m:t>
                      </m:r>
                    </m:oMath>
                  </m:oMathPara>
                </a14:m>
                <a:endParaRPr kumimoji="1" lang="zh-CN" altLang="en-US" sz="2600" b="1" dirty="0">
                  <a:solidFill>
                    <a:srgbClr val="0319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C8E58C3-815C-12A5-B5CD-388499E52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229" y="1371601"/>
                <a:ext cx="6707542" cy="4896212"/>
              </a:xfrm>
              <a:prstGeom prst="rect">
                <a:avLst/>
              </a:prstGeom>
              <a:blipFill>
                <a:blip r:embed="rId2"/>
                <a:stretch>
                  <a:fillRect l="-17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5049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35C6D91A-D1EC-0882-3C62-14BE2C4CB183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E74633F8-868D-9B74-121F-3DD58F3F3A7D}"/>
              </a:ext>
            </a:extLst>
          </p:cNvPr>
          <p:cNvSpPr/>
          <p:nvPr/>
        </p:nvSpPr>
        <p:spPr bwMode="auto">
          <a:xfrm>
            <a:off x="2562476" y="218363"/>
            <a:ext cx="401904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600" b="1" dirty="0">
                <a:solidFill>
                  <a:srgbClr val="CC0000"/>
                </a:solidFill>
                <a:ea typeface="KaiTi" panose="02010609060101010101" pitchFamily="49" charset="-122"/>
              </a:rPr>
              <a:t>Additional</a:t>
            </a:r>
            <a:r>
              <a:rPr kumimoji="1" lang="zh-CN" altLang="en-US" sz="3600" b="1" dirty="0">
                <a:solidFill>
                  <a:srgbClr val="CC0000"/>
                </a:solidFill>
                <a:ea typeface="KaiTi" panose="02010609060101010101" pitchFamily="49" charset="-122"/>
              </a:rPr>
              <a:t> </a:t>
            </a:r>
            <a:r>
              <a:rPr kumimoji="1" lang="en-US" altLang="zh-CN" sz="3600" b="1" dirty="0">
                <a:solidFill>
                  <a:srgbClr val="CC0000"/>
                </a:solidFill>
                <a:ea typeface="KaiTi" panose="02010609060101010101" pitchFamily="49" charset="-122"/>
              </a:rPr>
              <a:t>Practice</a:t>
            </a:r>
            <a:endParaRPr kumimoji="1" lang="zh-CN" altLang="en-US" sz="3600" b="1" dirty="0">
              <a:solidFill>
                <a:srgbClr val="CC0000"/>
              </a:solidFill>
              <a:ea typeface="KaiTi" panose="02010609060101010101" pitchFamily="49" charset="-122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812CB29-7859-18D2-A519-801887B2C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200233"/>
              </p:ext>
            </p:extLst>
          </p:nvPr>
        </p:nvGraphicFramePr>
        <p:xfrm>
          <a:off x="1197111" y="1914784"/>
          <a:ext cx="674977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7482">
                  <a:extLst>
                    <a:ext uri="{9D8B030D-6E8A-4147-A177-3AD203B41FA5}">
                      <a16:colId xmlns:a16="http://schemas.microsoft.com/office/drawing/2014/main" val="1218121684"/>
                    </a:ext>
                  </a:extLst>
                </a:gridCol>
                <a:gridCol w="959223">
                  <a:extLst>
                    <a:ext uri="{9D8B030D-6E8A-4147-A177-3AD203B41FA5}">
                      <a16:colId xmlns:a16="http://schemas.microsoft.com/office/drawing/2014/main" val="265026853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858246978"/>
                    </a:ext>
                  </a:extLst>
                </a:gridCol>
                <a:gridCol w="896471">
                  <a:extLst>
                    <a:ext uri="{9D8B030D-6E8A-4147-A177-3AD203B41FA5}">
                      <a16:colId xmlns:a16="http://schemas.microsoft.com/office/drawing/2014/main" val="2100055062"/>
                    </a:ext>
                  </a:extLst>
                </a:gridCol>
                <a:gridCol w="959223">
                  <a:extLst>
                    <a:ext uri="{9D8B030D-6E8A-4147-A177-3AD203B41FA5}">
                      <a16:colId xmlns:a16="http://schemas.microsoft.com/office/drawing/2014/main" val="1923814945"/>
                    </a:ext>
                  </a:extLst>
                </a:gridCol>
                <a:gridCol w="908725">
                  <a:extLst>
                    <a:ext uri="{9D8B030D-6E8A-4147-A177-3AD203B41FA5}">
                      <a16:colId xmlns:a16="http://schemas.microsoft.com/office/drawing/2014/main" val="163230163"/>
                    </a:ext>
                  </a:extLst>
                </a:gridCol>
                <a:gridCol w="964254">
                  <a:extLst>
                    <a:ext uri="{9D8B030D-6E8A-4147-A177-3AD203B41FA5}">
                      <a16:colId xmlns:a16="http://schemas.microsoft.com/office/drawing/2014/main" val="11358390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sz="2400" dirty="0"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1"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班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1"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班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1"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班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kumimoji="1"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班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kumimoji="1"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班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kumimoji="1" lang="zh-CN" altLang="en-US" sz="2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班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981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2400" dirty="0"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4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广东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02421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250CB2E-F82D-9751-0454-67F6AF368160}"/>
              </a:ext>
            </a:extLst>
          </p:cNvPr>
          <p:cNvSpPr txBox="1"/>
          <p:nvPr/>
        </p:nvSpPr>
        <p:spPr>
          <a:xfrm>
            <a:off x="1197111" y="4019916"/>
            <a:ext cx="618630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随机抽一名同学，抽到广东同学的概率？</a:t>
            </a:r>
            <a:endParaRPr kumimoji="1" lang="en-US" altLang="zh-CN" sz="2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2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抽到一名广东同学，来自</a:t>
            </a:r>
            <a:r>
              <a:rPr kumimoji="1" lang="en-US" altLang="zh-CN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班的概率是多少？</a:t>
            </a:r>
          </a:p>
        </p:txBody>
      </p:sp>
    </p:spTree>
    <p:extLst>
      <p:ext uri="{BB962C8B-B14F-4D97-AF65-F5344CB8AC3E}">
        <p14:creationId xmlns:p14="http://schemas.microsoft.com/office/powerpoint/2010/main" val="17543857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False"/>
  <p:tag name="PROBLEMHASREMARK" val="True"/>
  <p:tag name="PROBLEMSCORE" val="2.0"/>
  <p:tag name="PROBLEMBLANK" val="[{&quot;num&quot;:1,&quot;caseSensitive&quot;:false,&quot;fuzzyMatch&quot;:false,&quot;Score&quot;:1.0,&quot;answers&quot;:[&quot;10/63&quot;]},{&quot;num&quot;:2,&quot;caseSensitive&quot;:false,&quot;fuzzyMatch&quot;:false,&quot;Score&quot;:1.0,&quot;answers&quot;:[&quot;5/6&quot;]}]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HASREMARK" val="False"/>
  <p:tag name="PROBLEMBLANKKEYWORD" val="填空"/>
  <p:tag name="PROBLEMSCORE" val="3.0"/>
  <p:tag name="PROBLEMBLANK" val="[{&quot;num&quot;:1,&quot;caseSensitive&quot;:false,&quot;fuzzyMatch&quot;:false,&quot;Score&quot;:1.0,&quot;answers&quot;:[&quot;0.24&quot;]},{&quot;num&quot;:2,&quot;caseSensitive&quot;:false,&quot;fuzzyMatch&quot;:false,&quot;Score&quot;:1.0,&quot;answers&quot;:[&quot;0.42&quot;]},{&quot;num&quot;:3,&quot;caseSensitive&quot;:false,&quot;fuzzyMatch&quot;:false,&quot;Score&quot;:1.0,&quot;answers&quot;:[&quot;4/7&quot;]}]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1421</TotalTime>
  <Words>3023</Words>
  <Application>Microsoft Office PowerPoint</Application>
  <PresentationFormat>全屏显示(4:3)</PresentationFormat>
  <Paragraphs>260</Paragraphs>
  <Slides>35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KaiTi</vt:lpstr>
      <vt:lpstr>Microsoft Yahei</vt:lpstr>
      <vt:lpstr>楷体</vt:lpstr>
      <vt:lpstr>宋体</vt:lpstr>
      <vt:lpstr>Arial</vt:lpstr>
      <vt:lpstr>Calibri</vt:lpstr>
      <vt:lpstr>Cambria Math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答辩2</dc:title>
  <dc:creator>熊猫哒哒</dc:creator>
  <cp:lastModifiedBy>201</cp:lastModifiedBy>
  <cp:revision>195</cp:revision>
  <dcterms:created xsi:type="dcterms:W3CDTF">2017-03-23T12:42:00Z</dcterms:created>
  <dcterms:modified xsi:type="dcterms:W3CDTF">2023-03-02T07:44:52Z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