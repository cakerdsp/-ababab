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2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7" r:id="rId2"/>
    <p:sldId id="364" r:id="rId3"/>
    <p:sldId id="268" r:id="rId4"/>
    <p:sldId id="352" r:id="rId5"/>
    <p:sldId id="353" r:id="rId6"/>
    <p:sldId id="256" r:id="rId7"/>
    <p:sldId id="354" r:id="rId8"/>
    <p:sldId id="258" r:id="rId9"/>
    <p:sldId id="357" r:id="rId10"/>
    <p:sldId id="361" r:id="rId11"/>
    <p:sldId id="259" r:id="rId12"/>
    <p:sldId id="260" r:id="rId13"/>
    <p:sldId id="362" r:id="rId14"/>
    <p:sldId id="365" r:id="rId15"/>
    <p:sldId id="368" r:id="rId16"/>
    <p:sldId id="261" r:id="rId17"/>
    <p:sldId id="262" r:id="rId18"/>
    <p:sldId id="263" r:id="rId19"/>
    <p:sldId id="264" r:id="rId20"/>
    <p:sldId id="265" r:id="rId21"/>
    <p:sldId id="358" r:id="rId22"/>
    <p:sldId id="355" r:id="rId23"/>
    <p:sldId id="356" r:id="rId24"/>
    <p:sldId id="269" r:id="rId25"/>
    <p:sldId id="363" r:id="rId26"/>
    <p:sldId id="270" r:id="rId27"/>
    <p:sldId id="359" r:id="rId28"/>
    <p:sldId id="271" r:id="rId29"/>
    <p:sldId id="272" r:id="rId30"/>
    <p:sldId id="273" r:id="rId31"/>
    <p:sldId id="274" r:id="rId32"/>
    <p:sldId id="275" r:id="rId33"/>
    <p:sldId id="276" r:id="rId34"/>
    <p:sldId id="366" r:id="rId35"/>
    <p:sldId id="367" r:id="rId36"/>
  </p:sldIdLst>
  <p:sldSz cx="9144000" cy="6858000" type="screen4x3"/>
  <p:notesSz cx="9144000" cy="6858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8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8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8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8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9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DD6C69-6CA0-5F4E-B8D0-238B1A6E25D7}" v="119" dt="2023-04-06T05:29:00.930"/>
    <p1510:client id="{808D3126-FF20-574A-85E3-F7320E0E8780}" v="2" dt="2023-04-05T16:04:55.8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0564"/>
    <p:restoredTop sz="94704"/>
  </p:normalViewPr>
  <p:slideViewPr>
    <p:cSldViewPr>
      <p:cViewPr varScale="1">
        <p:scale>
          <a:sx n="88" d="100"/>
          <a:sy n="88" d="100"/>
        </p:scale>
        <p:origin x="240" y="544"/>
      </p:cViewPr>
      <p:guideLst>
        <p:guide orient="horz" pos="206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i Zheng" userId="d19317889db4c986" providerId="LiveId" clId="{808D3126-FF20-574A-85E3-F7320E0E8780}"/>
    <pc:docChg chg="custSel modSld">
      <pc:chgData name="Fei Zheng" userId="d19317889db4c986" providerId="LiveId" clId="{808D3126-FF20-574A-85E3-F7320E0E8780}" dt="2023-04-05T16:05:32.541" v="9" actId="1076"/>
      <pc:docMkLst>
        <pc:docMk/>
      </pc:docMkLst>
      <pc:sldChg chg="delSp">
        <pc:chgData name="Fei Zheng" userId="d19317889db4c986" providerId="LiveId" clId="{808D3126-FF20-574A-85E3-F7320E0E8780}" dt="2023-04-05T16:04:37.084" v="0" actId="478"/>
        <pc:sldMkLst>
          <pc:docMk/>
          <pc:sldMk cId="0" sldId="362"/>
        </pc:sldMkLst>
        <pc:picChg chg="del">
          <ac:chgData name="Fei Zheng" userId="d19317889db4c986" providerId="LiveId" clId="{808D3126-FF20-574A-85E3-F7320E0E8780}" dt="2023-04-05T16:04:37.084" v="0" actId="478"/>
          <ac:picMkLst>
            <pc:docMk/>
            <pc:sldMk cId="0" sldId="362"/>
            <ac:picMk id="34820" creationId="{FAE943EF-9D27-0065-E3E1-D345046EE6DE}"/>
          </ac:picMkLst>
        </pc:picChg>
      </pc:sldChg>
      <pc:sldChg chg="addSp delSp modSp mod">
        <pc:chgData name="Fei Zheng" userId="d19317889db4c986" providerId="LiveId" clId="{808D3126-FF20-574A-85E3-F7320E0E8780}" dt="2023-04-05T16:05:32.541" v="9" actId="1076"/>
        <pc:sldMkLst>
          <pc:docMk/>
          <pc:sldMk cId="3397215230" sldId="368"/>
        </pc:sldMkLst>
        <pc:picChg chg="add mod">
          <ac:chgData name="Fei Zheng" userId="d19317889db4c986" providerId="LiveId" clId="{808D3126-FF20-574A-85E3-F7320E0E8780}" dt="2023-04-05T16:05:32.541" v="9" actId="1076"/>
          <ac:picMkLst>
            <pc:docMk/>
            <pc:sldMk cId="3397215230" sldId="368"/>
            <ac:picMk id="3" creationId="{A77A993C-016D-1427-A7C8-7332C7BE1DEC}"/>
          </ac:picMkLst>
        </pc:picChg>
        <pc:picChg chg="del">
          <ac:chgData name="Fei Zheng" userId="d19317889db4c986" providerId="LiveId" clId="{808D3126-FF20-574A-85E3-F7320E0E8780}" dt="2023-04-05T16:04:57.795" v="2" actId="478"/>
          <ac:picMkLst>
            <pc:docMk/>
            <pc:sldMk cId="3397215230" sldId="368"/>
            <ac:picMk id="8" creationId="{B63C5E19-327A-EDCF-0977-8DC232D54BEC}"/>
          </ac:picMkLst>
        </pc:picChg>
      </pc:sldChg>
    </pc:docChg>
  </pc:docChgLst>
  <pc:docChgLst>
    <pc:chgData name="Fei Zheng" userId="d19317889db4c986" providerId="LiveId" clId="{61DD6C69-6CA0-5F4E-B8D0-238B1A6E25D7}"/>
    <pc:docChg chg="custSel modSld">
      <pc:chgData name="Fei Zheng" userId="d19317889db4c986" providerId="LiveId" clId="{61DD6C69-6CA0-5F4E-B8D0-238B1A6E25D7}" dt="2023-04-06T05:29:00.930" v="204" actId="167"/>
      <pc:docMkLst>
        <pc:docMk/>
      </pc:docMkLst>
      <pc:sldChg chg="addSp delSp modSp mod">
        <pc:chgData name="Fei Zheng" userId="d19317889db4c986" providerId="LiveId" clId="{61DD6C69-6CA0-5F4E-B8D0-238B1A6E25D7}" dt="2023-04-06T05:26:11.815" v="126" actId="167"/>
        <pc:sldMkLst>
          <pc:docMk/>
          <pc:sldMk cId="0" sldId="270"/>
        </pc:sldMkLst>
        <pc:spChg chg="del">
          <ac:chgData name="Fei Zheng" userId="d19317889db4c986" providerId="LiveId" clId="{61DD6C69-6CA0-5F4E-B8D0-238B1A6E25D7}" dt="2023-04-06T05:26:05.317" v="124" actId="478"/>
          <ac:spMkLst>
            <pc:docMk/>
            <pc:sldMk cId="0" sldId="270"/>
            <ac:spMk id="5" creationId="{7640CB3C-7C8A-7D77-0A34-477A578A85C1}"/>
          </ac:spMkLst>
        </pc:spChg>
        <pc:spChg chg="del">
          <ac:chgData name="Fei Zheng" userId="d19317889db4c986" providerId="LiveId" clId="{61DD6C69-6CA0-5F4E-B8D0-238B1A6E25D7}" dt="2023-04-06T05:26:03.992" v="123" actId="478"/>
          <ac:spMkLst>
            <pc:docMk/>
            <pc:sldMk cId="0" sldId="270"/>
            <ac:spMk id="6" creationId="{8C70BB94-CFBC-D4F0-154F-23BFACA14167}"/>
          </ac:spMkLst>
        </pc:spChg>
        <pc:spChg chg="add mod">
          <ac:chgData name="Fei Zheng" userId="d19317889db4c986" providerId="LiveId" clId="{61DD6C69-6CA0-5F4E-B8D0-238B1A6E25D7}" dt="2023-04-06T05:26:05.944" v="125"/>
          <ac:spMkLst>
            <pc:docMk/>
            <pc:sldMk cId="0" sldId="270"/>
            <ac:spMk id="7" creationId="{FBBBECB1-B6F7-D2DF-0691-9C247DF4F18F}"/>
          </ac:spMkLst>
        </pc:spChg>
        <pc:spChg chg="del">
          <ac:chgData name="Fei Zheng" userId="d19317889db4c986" providerId="LiveId" clId="{61DD6C69-6CA0-5F4E-B8D0-238B1A6E25D7}" dt="2023-04-06T05:26:02.097" v="122" actId="478"/>
          <ac:spMkLst>
            <pc:docMk/>
            <pc:sldMk cId="0" sldId="270"/>
            <ac:spMk id="56322" creationId="{D3D907DA-E388-F0FC-B383-0355082AE141}"/>
          </ac:spMkLst>
        </pc:spChg>
        <pc:cxnChg chg="add mod">
          <ac:chgData name="Fei Zheng" userId="d19317889db4c986" providerId="LiveId" clId="{61DD6C69-6CA0-5F4E-B8D0-238B1A6E25D7}" dt="2023-04-06T05:26:11.815" v="126" actId="167"/>
          <ac:cxnSpMkLst>
            <pc:docMk/>
            <pc:sldMk cId="0" sldId="270"/>
            <ac:cxnSpMk id="4" creationId="{A46E22CE-B782-8CC8-0F6B-E930D6C9C0DD}"/>
          </ac:cxnSpMkLst>
        </pc:cxnChg>
      </pc:sldChg>
      <pc:sldChg chg="addSp delSp modSp mod">
        <pc:chgData name="Fei Zheng" userId="d19317889db4c986" providerId="LiveId" clId="{61DD6C69-6CA0-5F4E-B8D0-238B1A6E25D7}" dt="2023-04-06T05:26:25.527" v="129" actId="167"/>
        <pc:sldMkLst>
          <pc:docMk/>
          <pc:sldMk cId="0" sldId="273"/>
        </pc:sldMkLst>
        <pc:spChg chg="del">
          <ac:chgData name="Fei Zheng" userId="d19317889db4c986" providerId="LiveId" clId="{61DD6C69-6CA0-5F4E-B8D0-238B1A6E25D7}" dt="2023-04-06T05:26:19.803" v="127" actId="478"/>
          <ac:spMkLst>
            <pc:docMk/>
            <pc:sldMk cId="0" sldId="273"/>
            <ac:spMk id="4" creationId="{6FD912C9-A303-CF39-2896-ECD39D8C6BF0}"/>
          </ac:spMkLst>
        </pc:spChg>
        <pc:spChg chg="add mod">
          <ac:chgData name="Fei Zheng" userId="d19317889db4c986" providerId="LiveId" clId="{61DD6C69-6CA0-5F4E-B8D0-238B1A6E25D7}" dt="2023-04-06T05:26:20.342" v="128"/>
          <ac:spMkLst>
            <pc:docMk/>
            <pc:sldMk cId="0" sldId="273"/>
            <ac:spMk id="5" creationId="{5D6B4BB1-46E6-3E43-84F0-1874415F3FA2}"/>
          </ac:spMkLst>
        </pc:spChg>
        <pc:cxnChg chg="add mod">
          <ac:chgData name="Fei Zheng" userId="d19317889db4c986" providerId="LiveId" clId="{61DD6C69-6CA0-5F4E-B8D0-238B1A6E25D7}" dt="2023-04-06T05:26:25.527" v="129" actId="167"/>
          <ac:cxnSpMkLst>
            <pc:docMk/>
            <pc:sldMk cId="0" sldId="273"/>
            <ac:cxnSpMk id="3" creationId="{2A7BCF07-3B02-6936-84B8-08F0ED2342E9}"/>
          </ac:cxnSpMkLst>
        </pc:cxnChg>
      </pc:sldChg>
      <pc:sldChg chg="addSp delSp modSp mod">
        <pc:chgData name="Fei Zheng" userId="d19317889db4c986" providerId="LiveId" clId="{61DD6C69-6CA0-5F4E-B8D0-238B1A6E25D7}" dt="2023-04-06T05:26:39.093" v="132" actId="167"/>
        <pc:sldMkLst>
          <pc:docMk/>
          <pc:sldMk cId="0" sldId="274"/>
        </pc:sldMkLst>
        <pc:spChg chg="add mod">
          <ac:chgData name="Fei Zheng" userId="d19317889db4c986" providerId="LiveId" clId="{61DD6C69-6CA0-5F4E-B8D0-238B1A6E25D7}" dt="2023-04-06T05:26:31.603" v="131"/>
          <ac:spMkLst>
            <pc:docMk/>
            <pc:sldMk cId="0" sldId="274"/>
            <ac:spMk id="4" creationId="{FAB46211-E9E5-F586-2DEC-96C338E39301}"/>
          </ac:spMkLst>
        </pc:spChg>
        <pc:spChg chg="del">
          <ac:chgData name="Fei Zheng" userId="d19317889db4c986" providerId="LiveId" clId="{61DD6C69-6CA0-5F4E-B8D0-238B1A6E25D7}" dt="2023-04-06T05:26:31.106" v="130" actId="478"/>
          <ac:spMkLst>
            <pc:docMk/>
            <pc:sldMk cId="0" sldId="274"/>
            <ac:spMk id="8" creationId="{ADE6585D-E7FB-383D-84CC-3D1001FA52BD}"/>
          </ac:spMkLst>
        </pc:spChg>
        <pc:cxnChg chg="add mod">
          <ac:chgData name="Fei Zheng" userId="d19317889db4c986" providerId="LiveId" clId="{61DD6C69-6CA0-5F4E-B8D0-238B1A6E25D7}" dt="2023-04-06T05:26:39.093" v="132" actId="167"/>
          <ac:cxnSpMkLst>
            <pc:docMk/>
            <pc:sldMk cId="0" sldId="274"/>
            <ac:cxnSpMk id="3" creationId="{34DA1F2E-0010-FE3C-2A39-7B4E2FA342B0}"/>
          </ac:cxnSpMkLst>
        </pc:cxnChg>
      </pc:sldChg>
      <pc:sldChg chg="addSp delSp modSp mod">
        <pc:chgData name="Fei Zheng" userId="d19317889db4c986" providerId="LiveId" clId="{61DD6C69-6CA0-5F4E-B8D0-238B1A6E25D7}" dt="2023-04-06T05:26:48.443" v="135" actId="167"/>
        <pc:sldMkLst>
          <pc:docMk/>
          <pc:sldMk cId="0" sldId="275"/>
        </pc:sldMkLst>
        <pc:spChg chg="add mod">
          <ac:chgData name="Fei Zheng" userId="d19317889db4c986" providerId="LiveId" clId="{61DD6C69-6CA0-5F4E-B8D0-238B1A6E25D7}" dt="2023-04-06T05:26:43.492" v="134"/>
          <ac:spMkLst>
            <pc:docMk/>
            <pc:sldMk cId="0" sldId="275"/>
            <ac:spMk id="4" creationId="{9E4F3536-6B02-710E-5486-28BDA1E0AF15}"/>
          </ac:spMkLst>
        </pc:spChg>
        <pc:spChg chg="del">
          <ac:chgData name="Fei Zheng" userId="d19317889db4c986" providerId="LiveId" clId="{61DD6C69-6CA0-5F4E-B8D0-238B1A6E25D7}" dt="2023-04-06T05:26:42.844" v="133" actId="478"/>
          <ac:spMkLst>
            <pc:docMk/>
            <pc:sldMk cId="0" sldId="275"/>
            <ac:spMk id="9" creationId="{C5A1027C-72C5-4894-3574-F40412F6080C}"/>
          </ac:spMkLst>
        </pc:spChg>
        <pc:cxnChg chg="add mod">
          <ac:chgData name="Fei Zheng" userId="d19317889db4c986" providerId="LiveId" clId="{61DD6C69-6CA0-5F4E-B8D0-238B1A6E25D7}" dt="2023-04-06T05:26:48.443" v="135" actId="167"/>
          <ac:cxnSpMkLst>
            <pc:docMk/>
            <pc:sldMk cId="0" sldId="275"/>
            <ac:cxnSpMk id="3" creationId="{4B378485-95C7-F466-AE4F-8E8C8F08FD8C}"/>
          </ac:cxnSpMkLst>
        </pc:cxnChg>
      </pc:sldChg>
      <pc:sldChg chg="addSp delSp modSp mod">
        <pc:chgData name="Fei Zheng" userId="d19317889db4c986" providerId="LiveId" clId="{61DD6C69-6CA0-5F4E-B8D0-238B1A6E25D7}" dt="2023-04-06T05:26:59.025" v="138" actId="167"/>
        <pc:sldMkLst>
          <pc:docMk/>
          <pc:sldMk cId="0" sldId="276"/>
        </pc:sldMkLst>
        <pc:spChg chg="add mod">
          <ac:chgData name="Fei Zheng" userId="d19317889db4c986" providerId="LiveId" clId="{61DD6C69-6CA0-5F4E-B8D0-238B1A6E25D7}" dt="2023-04-06T05:26:52.039" v="137"/>
          <ac:spMkLst>
            <pc:docMk/>
            <pc:sldMk cId="0" sldId="276"/>
            <ac:spMk id="4" creationId="{0BE984D6-D88E-B8EA-7B9E-0C412426A2D5}"/>
          </ac:spMkLst>
        </pc:spChg>
        <pc:spChg chg="del">
          <ac:chgData name="Fei Zheng" userId="d19317889db4c986" providerId="LiveId" clId="{61DD6C69-6CA0-5F4E-B8D0-238B1A6E25D7}" dt="2023-04-06T05:26:51.529" v="136" actId="478"/>
          <ac:spMkLst>
            <pc:docMk/>
            <pc:sldMk cId="0" sldId="276"/>
            <ac:spMk id="5" creationId="{80884760-3F49-5DEF-5887-C3C1A0574EBB}"/>
          </ac:spMkLst>
        </pc:spChg>
        <pc:cxnChg chg="add mod">
          <ac:chgData name="Fei Zheng" userId="d19317889db4c986" providerId="LiveId" clId="{61DD6C69-6CA0-5F4E-B8D0-238B1A6E25D7}" dt="2023-04-06T05:26:59.025" v="138" actId="167"/>
          <ac:cxnSpMkLst>
            <pc:docMk/>
            <pc:sldMk cId="0" sldId="276"/>
            <ac:cxnSpMk id="3" creationId="{A14C1A72-4867-FF64-2618-631394A9A8F5}"/>
          </ac:cxnSpMkLst>
        </pc:cxnChg>
      </pc:sldChg>
      <pc:sldChg chg="addSp modSp mod">
        <pc:chgData name="Fei Zheng" userId="d19317889db4c986" providerId="LiveId" clId="{61DD6C69-6CA0-5F4E-B8D0-238B1A6E25D7}" dt="2023-04-06T05:05:27.961" v="93" actId="164"/>
        <pc:sldMkLst>
          <pc:docMk/>
          <pc:sldMk cId="0" sldId="358"/>
        </pc:sldMkLst>
        <pc:spChg chg="add mod">
          <ac:chgData name="Fei Zheng" userId="d19317889db4c986" providerId="LiveId" clId="{61DD6C69-6CA0-5F4E-B8D0-238B1A6E25D7}" dt="2023-04-06T05:05:22.114" v="92" actId="14100"/>
          <ac:spMkLst>
            <pc:docMk/>
            <pc:sldMk cId="0" sldId="358"/>
            <ac:spMk id="3" creationId="{9FB0880E-66FB-8ABB-F97E-79AAED120246}"/>
          </ac:spMkLst>
        </pc:spChg>
        <pc:grpChg chg="add">
          <ac:chgData name="Fei Zheng" userId="d19317889db4c986" providerId="LiveId" clId="{61DD6C69-6CA0-5F4E-B8D0-238B1A6E25D7}" dt="2023-04-06T05:05:27.961" v="93" actId="164"/>
          <ac:grpSpMkLst>
            <pc:docMk/>
            <pc:sldMk cId="0" sldId="358"/>
            <ac:grpSpMk id="4" creationId="{829074DB-61E9-17C5-8EBE-E165E0EB4810}"/>
          </ac:grpSpMkLst>
        </pc:grpChg>
      </pc:sldChg>
      <pc:sldChg chg="addSp modSp mod">
        <pc:chgData name="Fei Zheng" userId="d19317889db4c986" providerId="LiveId" clId="{61DD6C69-6CA0-5F4E-B8D0-238B1A6E25D7}" dt="2023-04-06T05:19:19.981" v="96" actId="207"/>
        <pc:sldMkLst>
          <pc:docMk/>
          <pc:sldMk cId="0" sldId="359"/>
        </pc:sldMkLst>
        <pc:spChg chg="add mod">
          <ac:chgData name="Fei Zheng" userId="d19317889db4c986" providerId="LiveId" clId="{61DD6C69-6CA0-5F4E-B8D0-238B1A6E25D7}" dt="2023-04-06T05:19:19.981" v="96" actId="207"/>
          <ac:spMkLst>
            <pc:docMk/>
            <pc:sldMk cId="0" sldId="359"/>
            <ac:spMk id="3" creationId="{3D8A8FB2-A184-C202-6563-7AC4E12E6E04}"/>
          </ac:spMkLst>
        </pc:spChg>
        <pc:grpChg chg="add">
          <ac:chgData name="Fei Zheng" userId="d19317889db4c986" providerId="LiveId" clId="{61DD6C69-6CA0-5F4E-B8D0-238B1A6E25D7}" dt="2023-04-06T05:19:14.931" v="95" actId="164"/>
          <ac:grpSpMkLst>
            <pc:docMk/>
            <pc:sldMk cId="0" sldId="359"/>
            <ac:grpSpMk id="4" creationId="{254DD175-78F1-2B76-4FB6-E461FBBBCB71}"/>
          </ac:grpSpMkLst>
        </pc:grpChg>
      </pc:sldChg>
      <pc:sldChg chg="mod modShow">
        <pc:chgData name="Fei Zheng" userId="d19317889db4c986" providerId="LiveId" clId="{61DD6C69-6CA0-5F4E-B8D0-238B1A6E25D7}" dt="2023-04-06T04:57:43.321" v="48" actId="729"/>
        <pc:sldMkLst>
          <pc:docMk/>
          <pc:sldMk cId="0" sldId="362"/>
        </pc:sldMkLst>
      </pc:sldChg>
      <pc:sldChg chg="addSp delSp modSp mod delAnim modAnim">
        <pc:chgData name="Fei Zheng" userId="d19317889db4c986" providerId="LiveId" clId="{61DD6C69-6CA0-5F4E-B8D0-238B1A6E25D7}" dt="2023-04-06T05:02:26.714" v="64" actId="1076"/>
        <pc:sldMkLst>
          <pc:docMk/>
          <pc:sldMk cId="0" sldId="365"/>
        </pc:sldMkLst>
        <pc:spChg chg="add mod">
          <ac:chgData name="Fei Zheng" userId="d19317889db4c986" providerId="LiveId" clId="{61DD6C69-6CA0-5F4E-B8D0-238B1A6E25D7}" dt="2023-04-04T04:13:13.408" v="43" actId="1076"/>
          <ac:spMkLst>
            <pc:docMk/>
            <pc:sldMk cId="0" sldId="365"/>
            <ac:spMk id="2" creationId="{24C56981-44A6-2400-0988-F53C67851E68}"/>
          </ac:spMkLst>
        </pc:spChg>
        <pc:spChg chg="add mod">
          <ac:chgData name="Fei Zheng" userId="d19317889db4c986" providerId="LiveId" clId="{61DD6C69-6CA0-5F4E-B8D0-238B1A6E25D7}" dt="2023-04-04T04:13:20.907" v="45" actId="1076"/>
          <ac:spMkLst>
            <pc:docMk/>
            <pc:sldMk cId="0" sldId="365"/>
            <ac:spMk id="3" creationId="{444D973B-AF25-5741-16AF-F034EB237516}"/>
          </ac:spMkLst>
        </pc:spChg>
        <pc:spChg chg="del mod">
          <ac:chgData name="Fei Zheng" userId="d19317889db4c986" providerId="LiveId" clId="{61DD6C69-6CA0-5F4E-B8D0-238B1A6E25D7}" dt="2023-04-04T04:13:09.710" v="42" actId="478"/>
          <ac:spMkLst>
            <pc:docMk/>
            <pc:sldMk cId="0" sldId="365"/>
            <ac:spMk id="15" creationId="{AC5648C9-7ED1-B84C-AD67-2C369350BC49}"/>
          </ac:spMkLst>
        </pc:spChg>
        <pc:spChg chg="del">
          <ac:chgData name="Fei Zheng" userId="d19317889db4c986" providerId="LiveId" clId="{61DD6C69-6CA0-5F4E-B8D0-238B1A6E25D7}" dt="2023-04-04T04:13:17.134" v="44" actId="478"/>
          <ac:spMkLst>
            <pc:docMk/>
            <pc:sldMk cId="0" sldId="365"/>
            <ac:spMk id="17" creationId="{5FC4F294-4A7E-FEEB-E620-35BE92D8180D}"/>
          </ac:spMkLst>
        </pc:spChg>
        <pc:spChg chg="mod">
          <ac:chgData name="Fei Zheng" userId="d19317889db4c986" providerId="LiveId" clId="{61DD6C69-6CA0-5F4E-B8D0-238B1A6E25D7}" dt="2023-04-06T05:02:16.695" v="63" actId="404"/>
          <ac:spMkLst>
            <pc:docMk/>
            <pc:sldMk cId="0" sldId="365"/>
            <ac:spMk id="71682" creationId="{959CB990-2422-8E24-B1F3-B77ABED0B2F1}"/>
          </ac:spMkLst>
        </pc:spChg>
        <pc:picChg chg="add mod">
          <ac:chgData name="Fei Zheng" userId="d19317889db4c986" providerId="LiveId" clId="{61DD6C69-6CA0-5F4E-B8D0-238B1A6E25D7}" dt="2023-04-06T05:00:27.467" v="59" actId="1440"/>
          <ac:picMkLst>
            <pc:docMk/>
            <pc:sldMk cId="0" sldId="365"/>
            <ac:picMk id="5" creationId="{FEE86788-B30F-0875-D7E3-E2C4C5568265}"/>
          </ac:picMkLst>
        </pc:picChg>
        <pc:picChg chg="mod">
          <ac:chgData name="Fei Zheng" userId="d19317889db4c986" providerId="LiveId" clId="{61DD6C69-6CA0-5F4E-B8D0-238B1A6E25D7}" dt="2023-04-06T05:02:26.714" v="64" actId="1076"/>
          <ac:picMkLst>
            <pc:docMk/>
            <pc:sldMk cId="0" sldId="365"/>
            <ac:picMk id="20" creationId="{3AECCCC8-D966-2BA7-2630-85B1D6065C12}"/>
          </ac:picMkLst>
        </pc:picChg>
      </pc:sldChg>
      <pc:sldChg chg="addSp modSp mod modAnim">
        <pc:chgData name="Fei Zheng" userId="d19317889db4c986" providerId="LiveId" clId="{61DD6C69-6CA0-5F4E-B8D0-238B1A6E25D7}" dt="2023-04-06T05:28:18.238" v="189" actId="1035"/>
        <pc:sldMkLst>
          <pc:docMk/>
          <pc:sldMk cId="0" sldId="366"/>
        </pc:sldMkLst>
        <pc:spChg chg="mod">
          <ac:chgData name="Fei Zheng" userId="d19317889db4c986" providerId="LiveId" clId="{61DD6C69-6CA0-5F4E-B8D0-238B1A6E25D7}" dt="2023-04-06T05:27:50.131" v="161" actId="1036"/>
          <ac:spMkLst>
            <pc:docMk/>
            <pc:sldMk cId="0" sldId="366"/>
            <ac:spMk id="3" creationId="{76B18D65-9F26-A2DF-C44B-E15AD861886B}"/>
          </ac:spMkLst>
        </pc:spChg>
        <pc:spChg chg="mod">
          <ac:chgData name="Fei Zheng" userId="d19317889db4c986" providerId="LiveId" clId="{61DD6C69-6CA0-5F4E-B8D0-238B1A6E25D7}" dt="2023-04-06T05:27:50.131" v="161" actId="1036"/>
          <ac:spMkLst>
            <pc:docMk/>
            <pc:sldMk cId="0" sldId="366"/>
            <ac:spMk id="4" creationId="{6A30C2EA-4369-E7B9-AECB-D6975D09338F}"/>
          </ac:spMkLst>
        </pc:spChg>
        <pc:spChg chg="mod">
          <ac:chgData name="Fei Zheng" userId="d19317889db4c986" providerId="LiveId" clId="{61DD6C69-6CA0-5F4E-B8D0-238B1A6E25D7}" dt="2023-04-06T05:27:40.632" v="154" actId="1036"/>
          <ac:spMkLst>
            <pc:docMk/>
            <pc:sldMk cId="0" sldId="366"/>
            <ac:spMk id="5" creationId="{D7609166-8F3B-032B-6B45-B2AC9A0F543B}"/>
          </ac:spMkLst>
        </pc:spChg>
        <pc:spChg chg="mod">
          <ac:chgData name="Fei Zheng" userId="d19317889db4c986" providerId="LiveId" clId="{61DD6C69-6CA0-5F4E-B8D0-238B1A6E25D7}" dt="2023-04-06T05:27:40.632" v="154" actId="1036"/>
          <ac:spMkLst>
            <pc:docMk/>
            <pc:sldMk cId="0" sldId="366"/>
            <ac:spMk id="6" creationId="{BE8148B0-4CC2-7372-8679-B9C73814164D}"/>
          </ac:spMkLst>
        </pc:spChg>
        <pc:spChg chg="add mod">
          <ac:chgData name="Fei Zheng" userId="d19317889db4c986" providerId="LiveId" clId="{61DD6C69-6CA0-5F4E-B8D0-238B1A6E25D7}" dt="2023-04-06T05:28:02.275" v="184"/>
          <ac:spMkLst>
            <pc:docMk/>
            <pc:sldMk cId="0" sldId="366"/>
            <ac:spMk id="11" creationId="{6513ACEB-C70F-3FAB-7723-C58DB2CE7DA1}"/>
          </ac:spMkLst>
        </pc:spChg>
        <pc:spChg chg="mod">
          <ac:chgData name="Fei Zheng" userId="d19317889db4c986" providerId="LiveId" clId="{61DD6C69-6CA0-5F4E-B8D0-238B1A6E25D7}" dt="2023-04-06T05:27:50.131" v="161" actId="1036"/>
          <ac:spMkLst>
            <pc:docMk/>
            <pc:sldMk cId="0" sldId="366"/>
            <ac:spMk id="4102" creationId="{ED93B53E-F40C-811E-11AA-708429E5C3F8}"/>
          </ac:spMkLst>
        </pc:spChg>
        <pc:spChg chg="mod">
          <ac:chgData name="Fei Zheng" userId="d19317889db4c986" providerId="LiveId" clId="{61DD6C69-6CA0-5F4E-B8D0-238B1A6E25D7}" dt="2023-04-06T05:28:00.141" v="183" actId="1036"/>
          <ac:spMkLst>
            <pc:docMk/>
            <pc:sldMk cId="0" sldId="366"/>
            <ac:spMk id="11275" creationId="{2AF49F1B-420D-560B-71E2-F8F5A267A284}"/>
          </ac:spMkLst>
        </pc:spChg>
        <pc:spChg chg="mod">
          <ac:chgData name="Fei Zheng" userId="d19317889db4c986" providerId="LiveId" clId="{61DD6C69-6CA0-5F4E-B8D0-238B1A6E25D7}" dt="2023-04-06T05:28:00.141" v="183" actId="1036"/>
          <ac:spMkLst>
            <pc:docMk/>
            <pc:sldMk cId="0" sldId="366"/>
            <ac:spMk id="11277" creationId="{D620D4B0-F56C-3A34-5C44-3EC8419A1905}"/>
          </ac:spMkLst>
        </pc:spChg>
        <pc:grpChg chg="mod">
          <ac:chgData name="Fei Zheng" userId="d19317889db4c986" providerId="LiveId" clId="{61DD6C69-6CA0-5F4E-B8D0-238B1A6E25D7}" dt="2023-04-06T05:27:50.131" v="161" actId="1036"/>
          <ac:grpSpMkLst>
            <pc:docMk/>
            <pc:sldMk cId="0" sldId="366"/>
            <ac:grpSpMk id="7" creationId="{5D02683F-8788-96A8-4447-E39E98E755EA}"/>
          </ac:grpSpMkLst>
        </pc:grpChg>
        <pc:grpChg chg="mod">
          <ac:chgData name="Fei Zheng" userId="d19317889db4c986" providerId="LiveId" clId="{61DD6C69-6CA0-5F4E-B8D0-238B1A6E25D7}" dt="2023-04-06T05:28:18.238" v="189" actId="1035"/>
          <ac:grpSpMkLst>
            <pc:docMk/>
            <pc:sldMk cId="0" sldId="366"/>
            <ac:grpSpMk id="8" creationId="{FF130ED8-3771-00BB-499D-E5F5A383E1CA}"/>
          </ac:grpSpMkLst>
        </pc:grpChg>
        <pc:grpChg chg="mod">
          <ac:chgData name="Fei Zheng" userId="d19317889db4c986" providerId="LiveId" clId="{61DD6C69-6CA0-5F4E-B8D0-238B1A6E25D7}" dt="2023-04-06T05:28:18.238" v="189" actId="1035"/>
          <ac:grpSpMkLst>
            <pc:docMk/>
            <pc:sldMk cId="0" sldId="366"/>
            <ac:grpSpMk id="9" creationId="{EDEA9FCA-EE77-1512-E60B-6D6855D00F49}"/>
          </ac:grpSpMkLst>
        </pc:grpChg>
        <pc:grpChg chg="mod">
          <ac:chgData name="Fei Zheng" userId="d19317889db4c986" providerId="LiveId" clId="{61DD6C69-6CA0-5F4E-B8D0-238B1A6E25D7}" dt="2023-04-06T05:28:00.141" v="183" actId="1036"/>
          <ac:grpSpMkLst>
            <pc:docMk/>
            <pc:sldMk cId="0" sldId="366"/>
            <ac:grpSpMk id="4127" creationId="{1A9BCFFF-2190-54BF-269C-6FF53308FFE5}"/>
          </ac:grpSpMkLst>
        </pc:grpChg>
        <pc:graphicFrameChg chg="mod">
          <ac:chgData name="Fei Zheng" userId="d19317889db4c986" providerId="LiveId" clId="{61DD6C69-6CA0-5F4E-B8D0-238B1A6E25D7}" dt="2023-04-06T05:27:50.131" v="161" actId="1036"/>
          <ac:graphicFrameMkLst>
            <pc:docMk/>
            <pc:sldMk cId="0" sldId="366"/>
            <ac:graphicFrameMk id="4103" creationId="{EA5D3BD5-CD0C-6E58-1BCC-ECF40C8A0969}"/>
          </ac:graphicFrameMkLst>
        </pc:graphicFrameChg>
        <pc:graphicFrameChg chg="mod">
          <ac:chgData name="Fei Zheng" userId="d19317889db4c986" providerId="LiveId" clId="{61DD6C69-6CA0-5F4E-B8D0-238B1A6E25D7}" dt="2023-04-06T05:28:18.238" v="189" actId="1035"/>
          <ac:graphicFrameMkLst>
            <pc:docMk/>
            <pc:sldMk cId="0" sldId="366"/>
            <ac:graphicFrameMk id="4104" creationId="{F9994401-F874-997B-F1A6-B8982217F522}"/>
          </ac:graphicFrameMkLst>
        </pc:graphicFrameChg>
        <pc:graphicFrameChg chg="mod">
          <ac:chgData name="Fei Zheng" userId="d19317889db4c986" providerId="LiveId" clId="{61DD6C69-6CA0-5F4E-B8D0-238B1A6E25D7}" dt="2023-04-06T05:27:40.632" v="154" actId="1036"/>
          <ac:graphicFrameMkLst>
            <pc:docMk/>
            <pc:sldMk cId="0" sldId="366"/>
            <ac:graphicFrameMk id="4105" creationId="{7243E96C-873B-A1E9-2F0C-AA806D88D2F6}"/>
          </ac:graphicFrameMkLst>
        </pc:graphicFrameChg>
        <pc:graphicFrameChg chg="mod">
          <ac:chgData name="Fei Zheng" userId="d19317889db4c986" providerId="LiveId" clId="{61DD6C69-6CA0-5F4E-B8D0-238B1A6E25D7}" dt="2023-04-06T05:28:18.238" v="189" actId="1035"/>
          <ac:graphicFrameMkLst>
            <pc:docMk/>
            <pc:sldMk cId="0" sldId="366"/>
            <ac:graphicFrameMk id="4106" creationId="{B87342FE-953C-6C2A-D854-CFD4B78620D9}"/>
          </ac:graphicFrameMkLst>
        </pc:graphicFrameChg>
        <pc:graphicFrameChg chg="mod">
          <ac:chgData name="Fei Zheng" userId="d19317889db4c986" providerId="LiveId" clId="{61DD6C69-6CA0-5F4E-B8D0-238B1A6E25D7}" dt="2023-04-06T05:27:40.632" v="154" actId="1036"/>
          <ac:graphicFrameMkLst>
            <pc:docMk/>
            <pc:sldMk cId="0" sldId="366"/>
            <ac:graphicFrameMk id="4107" creationId="{DB37D6F9-7092-B6D6-8F56-00FFBBCF5BE9}"/>
          </ac:graphicFrameMkLst>
        </pc:graphicFrameChg>
        <pc:graphicFrameChg chg="mod">
          <ac:chgData name="Fei Zheng" userId="d19317889db4c986" providerId="LiveId" clId="{61DD6C69-6CA0-5F4E-B8D0-238B1A6E25D7}" dt="2023-04-06T05:28:18.238" v="189" actId="1035"/>
          <ac:graphicFrameMkLst>
            <pc:docMk/>
            <pc:sldMk cId="0" sldId="366"/>
            <ac:graphicFrameMk id="4108" creationId="{723E4B12-9E81-92DC-45A6-36A40CA7BD0C}"/>
          </ac:graphicFrameMkLst>
        </pc:graphicFrameChg>
        <pc:graphicFrameChg chg="mod">
          <ac:chgData name="Fei Zheng" userId="d19317889db4c986" providerId="LiveId" clId="{61DD6C69-6CA0-5F4E-B8D0-238B1A6E25D7}" dt="2023-04-06T05:27:40.632" v="154" actId="1036"/>
          <ac:graphicFrameMkLst>
            <pc:docMk/>
            <pc:sldMk cId="0" sldId="366"/>
            <ac:graphicFrameMk id="4124" creationId="{A8149E90-EE38-EF39-DD8C-4DFE42D4F702}"/>
          </ac:graphicFrameMkLst>
        </pc:graphicFrameChg>
        <pc:graphicFrameChg chg="mod">
          <ac:chgData name="Fei Zheng" userId="d19317889db4c986" providerId="LiveId" clId="{61DD6C69-6CA0-5F4E-B8D0-238B1A6E25D7}" dt="2023-04-06T05:27:50.131" v="161" actId="1036"/>
          <ac:graphicFrameMkLst>
            <pc:docMk/>
            <pc:sldMk cId="0" sldId="366"/>
            <ac:graphicFrameMk id="4125" creationId="{809AC9B2-59F5-EE7C-C75A-EE3D90FD312B}"/>
          </ac:graphicFrameMkLst>
        </pc:graphicFrameChg>
        <pc:graphicFrameChg chg="mod">
          <ac:chgData name="Fei Zheng" userId="d19317889db4c986" providerId="LiveId" clId="{61DD6C69-6CA0-5F4E-B8D0-238B1A6E25D7}" dt="2023-04-06T05:28:00.141" v="183" actId="1036"/>
          <ac:graphicFrameMkLst>
            <pc:docMk/>
            <pc:sldMk cId="0" sldId="366"/>
            <ac:graphicFrameMk id="11276" creationId="{F0FF117D-BFAC-7535-C4C1-1FB5FAA10A8B}"/>
          </ac:graphicFrameMkLst>
        </pc:graphicFrameChg>
        <pc:cxnChg chg="add mod">
          <ac:chgData name="Fei Zheng" userId="d19317889db4c986" providerId="LiveId" clId="{61DD6C69-6CA0-5F4E-B8D0-238B1A6E25D7}" dt="2023-04-06T05:28:07.365" v="185" actId="167"/>
          <ac:cxnSpMkLst>
            <pc:docMk/>
            <pc:sldMk cId="0" sldId="366"/>
            <ac:cxnSpMk id="10" creationId="{518D8F91-C13A-44C8-A83D-F6F748A53A9F}"/>
          </ac:cxnSpMkLst>
        </pc:cxnChg>
      </pc:sldChg>
      <pc:sldChg chg="addSp delSp modSp modAnim">
        <pc:chgData name="Fei Zheng" userId="d19317889db4c986" providerId="LiveId" clId="{61DD6C69-6CA0-5F4E-B8D0-238B1A6E25D7}" dt="2023-04-06T05:29:00.930" v="204" actId="167"/>
        <pc:sldMkLst>
          <pc:docMk/>
          <pc:sldMk cId="0" sldId="367"/>
        </pc:sldMkLst>
        <pc:spChg chg="mod">
          <ac:chgData name="Fei Zheng" userId="d19317889db4c986" providerId="LiveId" clId="{61DD6C69-6CA0-5F4E-B8D0-238B1A6E25D7}" dt="2023-04-06T05:28:39.392" v="192"/>
          <ac:spMkLst>
            <pc:docMk/>
            <pc:sldMk cId="0" sldId="367"/>
            <ac:spMk id="9" creationId="{49E2CA9F-A3A5-D183-125B-E4DD4EA1BB35}"/>
          </ac:spMkLst>
        </pc:spChg>
        <pc:spChg chg="mod">
          <ac:chgData name="Fei Zheng" userId="d19317889db4c986" providerId="LiveId" clId="{61DD6C69-6CA0-5F4E-B8D0-238B1A6E25D7}" dt="2023-04-06T05:28:39.392" v="192"/>
          <ac:spMkLst>
            <pc:docMk/>
            <pc:sldMk cId="0" sldId="367"/>
            <ac:spMk id="11" creationId="{D3781BFD-F8C4-518E-0613-437B8DFA062D}"/>
          </ac:spMkLst>
        </pc:spChg>
        <pc:spChg chg="add mod">
          <ac:chgData name="Fei Zheng" userId="d19317889db4c986" providerId="LiveId" clId="{61DD6C69-6CA0-5F4E-B8D0-238B1A6E25D7}" dt="2023-04-06T05:28:39.392" v="192"/>
          <ac:spMkLst>
            <pc:docMk/>
            <pc:sldMk cId="0" sldId="367"/>
            <ac:spMk id="12" creationId="{FAF332E2-18C6-CFAD-1937-372C370D6615}"/>
          </ac:spMkLst>
        </pc:spChg>
        <pc:spChg chg="mod">
          <ac:chgData name="Fei Zheng" userId="d19317889db4c986" providerId="LiveId" clId="{61DD6C69-6CA0-5F4E-B8D0-238B1A6E25D7}" dt="2023-04-06T05:28:55.070" v="203" actId="1036"/>
          <ac:spMkLst>
            <pc:docMk/>
            <pc:sldMk cId="0" sldId="367"/>
            <ac:spMk id="18439" creationId="{4A4CA590-DB8A-FB27-EB49-4049015D4C90}"/>
          </ac:spMkLst>
        </pc:spChg>
        <pc:spChg chg="mod">
          <ac:chgData name="Fei Zheng" userId="d19317889db4c986" providerId="LiveId" clId="{61DD6C69-6CA0-5F4E-B8D0-238B1A6E25D7}" dt="2023-04-06T05:28:55.070" v="203" actId="1036"/>
          <ac:spMkLst>
            <pc:docMk/>
            <pc:sldMk cId="0" sldId="367"/>
            <ac:spMk id="18447" creationId="{FBC0732E-D3E5-D333-C65F-EE3D0CA4AB03}"/>
          </ac:spMkLst>
        </pc:spChg>
        <pc:spChg chg="mod">
          <ac:chgData name="Fei Zheng" userId="d19317889db4c986" providerId="LiveId" clId="{61DD6C69-6CA0-5F4E-B8D0-238B1A6E25D7}" dt="2023-04-06T05:28:50.958" v="199" actId="1036"/>
          <ac:spMkLst>
            <pc:docMk/>
            <pc:sldMk cId="0" sldId="367"/>
            <ac:spMk id="18448" creationId="{C0CD006F-AE37-485B-E08C-C75E58D7251E}"/>
          </ac:spMkLst>
        </pc:spChg>
        <pc:grpChg chg="del">
          <ac:chgData name="Fei Zheng" userId="d19317889db4c986" providerId="LiveId" clId="{61DD6C69-6CA0-5F4E-B8D0-238B1A6E25D7}" dt="2023-04-06T05:28:32.562" v="191" actId="478"/>
          <ac:grpSpMkLst>
            <pc:docMk/>
            <pc:sldMk cId="0" sldId="367"/>
            <ac:grpSpMk id="3" creationId="{9FF7A659-F8F2-00EA-ED9C-144D7F8AED69}"/>
          </ac:grpSpMkLst>
        </pc:grpChg>
        <pc:grpChg chg="add mod">
          <ac:chgData name="Fei Zheng" userId="d19317889db4c986" providerId="LiveId" clId="{61DD6C69-6CA0-5F4E-B8D0-238B1A6E25D7}" dt="2023-04-06T05:28:39.392" v="192"/>
          <ac:grpSpMkLst>
            <pc:docMk/>
            <pc:sldMk cId="0" sldId="367"/>
            <ac:grpSpMk id="8" creationId="{8D03F1B8-52DF-D013-907A-A825E4CF4746}"/>
          </ac:grpSpMkLst>
        </pc:grpChg>
        <pc:graphicFrameChg chg="mod">
          <ac:chgData name="Fei Zheng" userId="d19317889db4c986" providerId="LiveId" clId="{61DD6C69-6CA0-5F4E-B8D0-238B1A6E25D7}" dt="2023-04-06T05:28:39.392" v="192"/>
          <ac:graphicFrameMkLst>
            <pc:docMk/>
            <pc:sldMk cId="0" sldId="367"/>
            <ac:graphicFrameMk id="10" creationId="{977BAE5D-9684-52C6-011B-825E7DFD9212}"/>
          </ac:graphicFrameMkLst>
        </pc:graphicFrameChg>
        <pc:graphicFrameChg chg="mod">
          <ac:chgData name="Fei Zheng" userId="d19317889db4c986" providerId="LiveId" clId="{61DD6C69-6CA0-5F4E-B8D0-238B1A6E25D7}" dt="2023-04-06T05:28:50.958" v="199" actId="1036"/>
          <ac:graphicFrameMkLst>
            <pc:docMk/>
            <pc:sldMk cId="0" sldId="367"/>
            <ac:graphicFrameMk id="18438" creationId="{3E8B2813-F4DF-534B-CB6C-949FC46D8765}"/>
          </ac:graphicFrameMkLst>
        </pc:graphicFrameChg>
        <pc:graphicFrameChg chg="mod">
          <ac:chgData name="Fei Zheng" userId="d19317889db4c986" providerId="LiveId" clId="{61DD6C69-6CA0-5F4E-B8D0-238B1A6E25D7}" dt="2023-04-06T05:28:50.958" v="199" actId="1036"/>
          <ac:graphicFrameMkLst>
            <pc:docMk/>
            <pc:sldMk cId="0" sldId="367"/>
            <ac:graphicFrameMk id="18449" creationId="{BE744A82-D16B-DBD1-7797-F6C82DFF9CEB}"/>
          </ac:graphicFrameMkLst>
        </pc:graphicFrameChg>
        <pc:cxnChg chg="add mod">
          <ac:chgData name="Fei Zheng" userId="d19317889db4c986" providerId="LiveId" clId="{61DD6C69-6CA0-5F4E-B8D0-238B1A6E25D7}" dt="2023-04-06T05:29:00.930" v="204" actId="167"/>
          <ac:cxnSpMkLst>
            <pc:docMk/>
            <pc:sldMk cId="0" sldId="367"/>
            <ac:cxnSpMk id="7" creationId="{AE00E5F3-5CE8-7730-F210-F7D7C9294141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671EEDCD-E576-8721-7571-00C60935C7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kumimoji="1"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7DA0023-0088-C13E-23E5-2A1FF42B460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kumimoji="1" sz="1200"/>
            </a:lvl1pPr>
          </a:lstStyle>
          <a:p>
            <a:pPr>
              <a:defRPr/>
            </a:pPr>
            <a:fld id="{26D182C9-C37B-6C4A-9287-301847B79FE1}" type="datetimeFigureOut">
              <a:rPr lang="zh-CN" altLang="en-US"/>
              <a:pPr>
                <a:defRPr/>
              </a:pPr>
              <a:t>2023/4/6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7190A4AE-8B5A-95B5-FA7D-3BAB31E8F1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758E144E-E1A2-D35F-D3B4-46F5B6066D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二级</a:t>
            </a:r>
          </a:p>
          <a:p>
            <a:pPr lvl="2"/>
            <a:r>
              <a:rPr lang="zh-CN" altLang="en-US" noProof="0"/>
              <a:t>三级</a:t>
            </a:r>
          </a:p>
          <a:p>
            <a:pPr lvl="3"/>
            <a:r>
              <a:rPr lang="zh-CN" altLang="en-US" noProof="0"/>
              <a:t>四级</a:t>
            </a:r>
          </a:p>
          <a:p>
            <a:pPr lvl="4"/>
            <a:r>
              <a:rPr lang="zh-CN" altLang="en-US" noProof="0"/>
              <a:t>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7FE08E5-3F61-830E-54E3-6B933ECCA76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kumimoji="1"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19E0409-5FB1-1083-FC5C-6B7F08220F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kumimoji="1" sz="1200"/>
            </a:lvl1pPr>
          </a:lstStyle>
          <a:p>
            <a:pPr>
              <a:defRPr/>
            </a:pPr>
            <a:fld id="{B1D0AFE8-8AB1-4445-8C78-C2DAB4EAFD4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幻灯片图像占位符 1">
            <a:extLst>
              <a:ext uri="{FF2B5EF4-FFF2-40B4-BE49-F238E27FC236}">
                <a16:creationId xmlns:a16="http://schemas.microsoft.com/office/drawing/2014/main" id="{C9A665CB-093A-4F15-C4FF-79734E4945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6" name="备注占位符 2">
            <a:extLst>
              <a:ext uri="{FF2B5EF4-FFF2-40B4-BE49-F238E27FC236}">
                <a16:creationId xmlns:a16="http://schemas.microsoft.com/office/drawing/2014/main" id="{9D9119BD-661A-2F68-5F83-41EC5B9A52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kumimoji="1" lang="zh-CN" altLang="en-US"/>
          </a:p>
        </p:txBody>
      </p:sp>
      <p:sp>
        <p:nvSpPr>
          <p:cNvPr id="16387" name="灯片编号占位符 3">
            <a:extLst>
              <a:ext uri="{FF2B5EF4-FFF2-40B4-BE49-F238E27FC236}">
                <a16:creationId xmlns:a16="http://schemas.microsoft.com/office/drawing/2014/main" id="{4EBC3F60-0887-95E7-DF4B-47E624648B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2CE22B7-F3F8-F841-B563-1DD274EE2743}" type="slidenum">
              <a:rPr lang="zh-CN" altLang="en-US" sz="1200" smtClean="0"/>
              <a:pPr/>
              <a:t>2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幻灯片图像占位符 1">
            <a:extLst>
              <a:ext uri="{FF2B5EF4-FFF2-40B4-BE49-F238E27FC236}">
                <a16:creationId xmlns:a16="http://schemas.microsoft.com/office/drawing/2014/main" id="{E1A6A27C-1CC5-5CE0-4899-96DC75B07E23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6" name="文本占位符 2">
            <a:extLst>
              <a:ext uri="{FF2B5EF4-FFF2-40B4-BE49-F238E27FC236}">
                <a16:creationId xmlns:a16="http://schemas.microsoft.com/office/drawing/2014/main" id="{14BECA08-AF36-C3B8-F66A-757D2F3626E9}"/>
              </a:ext>
            </a:extLst>
          </p:cNvPr>
          <p:cNvSpPr>
            <a:spLocks noGrp="1" noChangeArrowheads="1"/>
          </p:cNvSpPr>
          <p:nvPr>
            <p:ph type="body" idx="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507" name="灯片编号占位符 3">
            <a:extLst>
              <a:ext uri="{FF2B5EF4-FFF2-40B4-BE49-F238E27FC236}">
                <a16:creationId xmlns:a16="http://schemas.microsoft.com/office/drawing/2014/main" id="{C174949A-3B1A-07B5-6AEF-BBD989C2B3B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2ABECBB-DC50-5041-81C3-F9E425890A6C}" type="slidenum">
              <a:rPr lang="zh-CN" altLang="en-US" sz="1200" smtClean="0"/>
              <a:pPr/>
              <a:t>6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幻灯片图像占位符 1">
            <a:extLst>
              <a:ext uri="{FF2B5EF4-FFF2-40B4-BE49-F238E27FC236}">
                <a16:creationId xmlns:a16="http://schemas.microsoft.com/office/drawing/2014/main" id="{AEB85D15-41F7-F927-A616-E2CCA52D4E7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4" name="文本占位符 2">
            <a:extLst>
              <a:ext uri="{FF2B5EF4-FFF2-40B4-BE49-F238E27FC236}">
                <a16:creationId xmlns:a16="http://schemas.microsoft.com/office/drawing/2014/main" id="{0DD9DF95-E188-4A05-D644-00AA93561480}"/>
              </a:ext>
            </a:extLst>
          </p:cNvPr>
          <p:cNvSpPr>
            <a:spLocks noGrp="1" noChangeArrowheads="1"/>
          </p:cNvSpPr>
          <p:nvPr>
            <p:ph type="body" idx="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3555" name="灯片编号占位符 3">
            <a:extLst>
              <a:ext uri="{FF2B5EF4-FFF2-40B4-BE49-F238E27FC236}">
                <a16:creationId xmlns:a16="http://schemas.microsoft.com/office/drawing/2014/main" id="{D2454CF9-6888-656C-3E6C-6D0D33D7377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7E088E4-F0B3-544E-8F2F-BC3D1655DF18}" type="slidenum">
              <a:rPr lang="zh-CN" altLang="en-US" sz="1200" smtClean="0"/>
              <a:pPr/>
              <a:t>7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幻灯片图像占位符 1">
            <a:extLst>
              <a:ext uri="{FF2B5EF4-FFF2-40B4-BE49-F238E27FC236}">
                <a16:creationId xmlns:a16="http://schemas.microsoft.com/office/drawing/2014/main" id="{E0C5FBB9-71C0-2D21-EFEE-A59D2D18C114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2" name="文本占位符 2">
            <a:extLst>
              <a:ext uri="{FF2B5EF4-FFF2-40B4-BE49-F238E27FC236}">
                <a16:creationId xmlns:a16="http://schemas.microsoft.com/office/drawing/2014/main" id="{3E08BF0A-F87F-8070-9FB9-1B411EC30E82}"/>
              </a:ext>
            </a:extLst>
          </p:cNvPr>
          <p:cNvSpPr>
            <a:spLocks noGrp="1" noChangeArrowheads="1"/>
          </p:cNvSpPr>
          <p:nvPr>
            <p:ph type="body" idx="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5603" name="灯片编号占位符 3">
            <a:extLst>
              <a:ext uri="{FF2B5EF4-FFF2-40B4-BE49-F238E27FC236}">
                <a16:creationId xmlns:a16="http://schemas.microsoft.com/office/drawing/2014/main" id="{67E0F9AC-1BC0-5D35-E1CB-C6C8013113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0EAA295-AFEA-434A-8A1E-1ECAA03C4A40}" type="slidenum">
              <a:rPr lang="zh-CN" altLang="en-US" sz="1200" smtClean="0"/>
              <a:pPr/>
              <a:t>8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幻灯片图像占位符 1">
            <a:extLst>
              <a:ext uri="{FF2B5EF4-FFF2-40B4-BE49-F238E27FC236}">
                <a16:creationId xmlns:a16="http://schemas.microsoft.com/office/drawing/2014/main" id="{291C6361-5A3A-B598-7981-195CA2B2060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0" name="文本占位符 2">
            <a:extLst>
              <a:ext uri="{FF2B5EF4-FFF2-40B4-BE49-F238E27FC236}">
                <a16:creationId xmlns:a16="http://schemas.microsoft.com/office/drawing/2014/main" id="{C83B35E0-7916-8FB1-C649-6DAAA9F4358D}"/>
              </a:ext>
            </a:extLst>
          </p:cNvPr>
          <p:cNvSpPr>
            <a:spLocks noGrp="1" noChangeArrowheads="1"/>
          </p:cNvSpPr>
          <p:nvPr>
            <p:ph type="body" idx="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7651" name="灯片编号占位符 3">
            <a:extLst>
              <a:ext uri="{FF2B5EF4-FFF2-40B4-BE49-F238E27FC236}">
                <a16:creationId xmlns:a16="http://schemas.microsoft.com/office/drawing/2014/main" id="{AEC59D7C-E131-14C0-E4E4-2F736B64AE4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8DA48DD-F772-D84A-A367-AEC6A4B4E6B2}" type="slidenum">
              <a:rPr lang="zh-CN" altLang="en-US" sz="1200" smtClean="0"/>
              <a:pPr/>
              <a:t>9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幻灯片图像占位符 1">
            <a:extLst>
              <a:ext uri="{FF2B5EF4-FFF2-40B4-BE49-F238E27FC236}">
                <a16:creationId xmlns:a16="http://schemas.microsoft.com/office/drawing/2014/main" id="{E5AC680B-81F5-EF12-FA62-BC0FDE5D1B84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8" name="文本占位符 2">
            <a:extLst>
              <a:ext uri="{FF2B5EF4-FFF2-40B4-BE49-F238E27FC236}">
                <a16:creationId xmlns:a16="http://schemas.microsoft.com/office/drawing/2014/main" id="{4FEEBFC4-3F75-60B8-09EF-169A208AAB61}"/>
              </a:ext>
            </a:extLst>
          </p:cNvPr>
          <p:cNvSpPr>
            <a:spLocks noGrp="1" noChangeArrowheads="1"/>
          </p:cNvSpPr>
          <p:nvPr>
            <p:ph type="body" idx="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9699" name="灯片编号占位符 3">
            <a:extLst>
              <a:ext uri="{FF2B5EF4-FFF2-40B4-BE49-F238E27FC236}">
                <a16:creationId xmlns:a16="http://schemas.microsoft.com/office/drawing/2014/main" id="{796CCE93-F4DB-BD14-EEC8-97DF3818A5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19957CD-F74D-EA48-90EE-A9BAA438C20D}" type="slidenum">
              <a:rPr lang="zh-CN" altLang="en-US" sz="1200" smtClean="0"/>
              <a:pPr/>
              <a:t>10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幻灯片图像占位符 1">
            <a:extLst>
              <a:ext uri="{FF2B5EF4-FFF2-40B4-BE49-F238E27FC236}">
                <a16:creationId xmlns:a16="http://schemas.microsoft.com/office/drawing/2014/main" id="{C4D75289-91D3-EC41-ABF5-73109A10C9C1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6" name="文本占位符 2">
            <a:extLst>
              <a:ext uri="{FF2B5EF4-FFF2-40B4-BE49-F238E27FC236}">
                <a16:creationId xmlns:a16="http://schemas.microsoft.com/office/drawing/2014/main" id="{5E09184B-B509-86AA-5EC9-62AD8A65D91D}"/>
              </a:ext>
            </a:extLst>
          </p:cNvPr>
          <p:cNvSpPr>
            <a:spLocks noGrp="1" noChangeArrowheads="1"/>
          </p:cNvSpPr>
          <p:nvPr>
            <p:ph type="body" idx="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1747" name="灯片编号占位符 3">
            <a:extLst>
              <a:ext uri="{FF2B5EF4-FFF2-40B4-BE49-F238E27FC236}">
                <a16:creationId xmlns:a16="http://schemas.microsoft.com/office/drawing/2014/main" id="{FB6B4209-A5D8-3717-88F5-3998F2AEAB1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1934E6B-C7DC-6F40-B766-1C1732F8695E}" type="slidenum">
              <a:rPr lang="zh-CN" altLang="en-US" sz="1200" smtClean="0"/>
              <a:pPr/>
              <a:t>11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幻灯片图像占位符 1">
            <a:extLst>
              <a:ext uri="{FF2B5EF4-FFF2-40B4-BE49-F238E27FC236}">
                <a16:creationId xmlns:a16="http://schemas.microsoft.com/office/drawing/2014/main" id="{935F99D8-71E6-25C3-2419-5B5479BFE050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4" name="文本占位符 2">
            <a:extLst>
              <a:ext uri="{FF2B5EF4-FFF2-40B4-BE49-F238E27FC236}">
                <a16:creationId xmlns:a16="http://schemas.microsoft.com/office/drawing/2014/main" id="{6DB645A1-56AB-8031-6B52-64153D8ABF77}"/>
              </a:ext>
            </a:extLst>
          </p:cNvPr>
          <p:cNvSpPr>
            <a:spLocks noGrp="1" noChangeArrowheads="1"/>
          </p:cNvSpPr>
          <p:nvPr>
            <p:ph type="body" idx="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3795" name="灯片编号占位符 3">
            <a:extLst>
              <a:ext uri="{FF2B5EF4-FFF2-40B4-BE49-F238E27FC236}">
                <a16:creationId xmlns:a16="http://schemas.microsoft.com/office/drawing/2014/main" id="{55CE642D-4C5E-993A-4F3B-8806C47B310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C7C033B-D2CE-8F47-ABCC-A24E64F7BF48}" type="slidenum">
              <a:rPr lang="zh-CN" altLang="en-US" sz="1200" smtClean="0"/>
              <a:pPr/>
              <a:t>12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幻灯片图像占位符 1">
            <a:extLst>
              <a:ext uri="{FF2B5EF4-FFF2-40B4-BE49-F238E27FC236}">
                <a16:creationId xmlns:a16="http://schemas.microsoft.com/office/drawing/2014/main" id="{59CACEBD-E404-2674-C413-F77EE0C3B19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2" name="文本占位符 2">
            <a:extLst>
              <a:ext uri="{FF2B5EF4-FFF2-40B4-BE49-F238E27FC236}">
                <a16:creationId xmlns:a16="http://schemas.microsoft.com/office/drawing/2014/main" id="{311E73B8-960A-F3B9-6454-26921D782FDB}"/>
              </a:ext>
            </a:extLst>
          </p:cNvPr>
          <p:cNvSpPr>
            <a:spLocks noGrp="1" noChangeArrowheads="1"/>
          </p:cNvSpPr>
          <p:nvPr>
            <p:ph type="body" idx="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5843" name="灯片编号占位符 3">
            <a:extLst>
              <a:ext uri="{FF2B5EF4-FFF2-40B4-BE49-F238E27FC236}">
                <a16:creationId xmlns:a16="http://schemas.microsoft.com/office/drawing/2014/main" id="{BFD933C6-58DD-93BE-2B6D-758ACD44BE0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C2AC949-4A8F-F241-B789-23481BCD9C38}" type="slidenum">
              <a:rPr lang="zh-CN" altLang="en-US" sz="1200" smtClean="0"/>
              <a:pPr/>
              <a:t>13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幻灯片图像占位符 1">
            <a:extLst>
              <a:ext uri="{FF2B5EF4-FFF2-40B4-BE49-F238E27FC236}">
                <a16:creationId xmlns:a16="http://schemas.microsoft.com/office/drawing/2014/main" id="{0FBF005F-6BD8-D3E6-F200-38FE9AAB06A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0" name="文本占位符 2">
            <a:extLst>
              <a:ext uri="{FF2B5EF4-FFF2-40B4-BE49-F238E27FC236}">
                <a16:creationId xmlns:a16="http://schemas.microsoft.com/office/drawing/2014/main" id="{BE2E103A-525B-23F7-687E-8DEF5E6FAA5A}"/>
              </a:ext>
            </a:extLst>
          </p:cNvPr>
          <p:cNvSpPr>
            <a:spLocks noGrp="1" noChangeArrowheads="1"/>
          </p:cNvSpPr>
          <p:nvPr>
            <p:ph type="body" idx="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7891" name="灯片编号占位符 3">
            <a:extLst>
              <a:ext uri="{FF2B5EF4-FFF2-40B4-BE49-F238E27FC236}">
                <a16:creationId xmlns:a16="http://schemas.microsoft.com/office/drawing/2014/main" id="{F9E81751-0D51-DF31-F2DB-02C6175D02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A6C3A82-CF03-AB46-B165-441374396123}" type="slidenum">
              <a:rPr lang="zh-CN" altLang="en-US" sz="1200" smtClean="0"/>
              <a:pPr/>
              <a:t>16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幻灯片图像占位符 1">
            <a:extLst>
              <a:ext uri="{FF2B5EF4-FFF2-40B4-BE49-F238E27FC236}">
                <a16:creationId xmlns:a16="http://schemas.microsoft.com/office/drawing/2014/main" id="{F7AC035E-AB09-2E92-B148-E13A51B31066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8" name="文本占位符 2">
            <a:extLst>
              <a:ext uri="{FF2B5EF4-FFF2-40B4-BE49-F238E27FC236}">
                <a16:creationId xmlns:a16="http://schemas.microsoft.com/office/drawing/2014/main" id="{ABBEA64B-DA64-C57E-04A2-822D743465B7}"/>
              </a:ext>
            </a:extLst>
          </p:cNvPr>
          <p:cNvSpPr>
            <a:spLocks noGrp="1" noChangeArrowheads="1"/>
          </p:cNvSpPr>
          <p:nvPr>
            <p:ph type="body" idx="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9939" name="灯片编号占位符 3">
            <a:extLst>
              <a:ext uri="{FF2B5EF4-FFF2-40B4-BE49-F238E27FC236}">
                <a16:creationId xmlns:a16="http://schemas.microsoft.com/office/drawing/2014/main" id="{98CCE6E9-818F-5B64-F296-4CFC76EF017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3CBD479-7D82-B940-9F30-2EC91080F8E9}" type="slidenum">
              <a:rPr lang="zh-CN" altLang="en-US" sz="1200" smtClean="0"/>
              <a:pPr/>
              <a:t>17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幻灯片图像占位符 1">
            <a:extLst>
              <a:ext uri="{FF2B5EF4-FFF2-40B4-BE49-F238E27FC236}">
                <a16:creationId xmlns:a16="http://schemas.microsoft.com/office/drawing/2014/main" id="{D848E27F-0CAD-BC70-1886-8ABDC8E5AF24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6" name="文本占位符 2">
            <a:extLst>
              <a:ext uri="{FF2B5EF4-FFF2-40B4-BE49-F238E27FC236}">
                <a16:creationId xmlns:a16="http://schemas.microsoft.com/office/drawing/2014/main" id="{EB946A37-BF65-F133-2FA2-9E772D2AC3BE}"/>
              </a:ext>
            </a:extLst>
          </p:cNvPr>
          <p:cNvSpPr>
            <a:spLocks noGrp="1" noChangeArrowheads="1"/>
          </p:cNvSpPr>
          <p:nvPr>
            <p:ph type="body" idx="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1987" name="灯片编号占位符 3">
            <a:extLst>
              <a:ext uri="{FF2B5EF4-FFF2-40B4-BE49-F238E27FC236}">
                <a16:creationId xmlns:a16="http://schemas.microsoft.com/office/drawing/2014/main" id="{AD6002C6-2EE8-FE3E-58EF-D19396BF050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B5D89CB-86EB-CE4F-B1AA-CC75CC507F79}" type="slidenum">
              <a:rPr lang="zh-CN" altLang="en-US" sz="1200" smtClean="0"/>
              <a:pPr/>
              <a:t>18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幻灯片图像占位符 1">
            <a:extLst>
              <a:ext uri="{FF2B5EF4-FFF2-40B4-BE49-F238E27FC236}">
                <a16:creationId xmlns:a16="http://schemas.microsoft.com/office/drawing/2014/main" id="{B731E1EC-18B2-C80F-853D-1F0C5713303D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4" name="文本占位符 2">
            <a:extLst>
              <a:ext uri="{FF2B5EF4-FFF2-40B4-BE49-F238E27FC236}">
                <a16:creationId xmlns:a16="http://schemas.microsoft.com/office/drawing/2014/main" id="{B3835BB0-5F5F-A450-057A-AB7BAD230EF2}"/>
              </a:ext>
            </a:extLst>
          </p:cNvPr>
          <p:cNvSpPr>
            <a:spLocks noGrp="1" noChangeArrowheads="1"/>
          </p:cNvSpPr>
          <p:nvPr>
            <p:ph type="body" idx="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4035" name="灯片编号占位符 3">
            <a:extLst>
              <a:ext uri="{FF2B5EF4-FFF2-40B4-BE49-F238E27FC236}">
                <a16:creationId xmlns:a16="http://schemas.microsoft.com/office/drawing/2014/main" id="{E9723D2B-7361-94DC-9F7A-ADE34E0414F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4646A37-6644-0E43-8665-56FCF6C6D066}" type="slidenum">
              <a:rPr lang="zh-CN" altLang="en-US" sz="1200" smtClean="0"/>
              <a:pPr/>
              <a:t>19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幻灯片图像占位符 1">
            <a:extLst>
              <a:ext uri="{FF2B5EF4-FFF2-40B4-BE49-F238E27FC236}">
                <a16:creationId xmlns:a16="http://schemas.microsoft.com/office/drawing/2014/main" id="{D5D4D040-9A06-3B4C-E1DA-A945D277C5D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2" name="文本占位符 2">
            <a:extLst>
              <a:ext uri="{FF2B5EF4-FFF2-40B4-BE49-F238E27FC236}">
                <a16:creationId xmlns:a16="http://schemas.microsoft.com/office/drawing/2014/main" id="{E7751E66-0953-3136-D343-8188BA868472}"/>
              </a:ext>
            </a:extLst>
          </p:cNvPr>
          <p:cNvSpPr>
            <a:spLocks noGrp="1" noChangeArrowheads="1"/>
          </p:cNvSpPr>
          <p:nvPr>
            <p:ph type="body" idx="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6083" name="灯片编号占位符 3">
            <a:extLst>
              <a:ext uri="{FF2B5EF4-FFF2-40B4-BE49-F238E27FC236}">
                <a16:creationId xmlns:a16="http://schemas.microsoft.com/office/drawing/2014/main" id="{7F5DC9B1-9481-A683-202E-9EF0C6C937A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FD60E56-98BB-8F42-B252-463B36E5319B}" type="slidenum">
              <a:rPr lang="zh-CN" altLang="en-US" sz="1200" smtClean="0"/>
              <a:pPr/>
              <a:t>20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幻灯片图像占位符 1">
            <a:extLst>
              <a:ext uri="{FF2B5EF4-FFF2-40B4-BE49-F238E27FC236}">
                <a16:creationId xmlns:a16="http://schemas.microsoft.com/office/drawing/2014/main" id="{AA7438F7-197A-8205-6EC1-BC188EDAF9D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4" name="文本占位符 2">
            <a:extLst>
              <a:ext uri="{FF2B5EF4-FFF2-40B4-BE49-F238E27FC236}">
                <a16:creationId xmlns:a16="http://schemas.microsoft.com/office/drawing/2014/main" id="{8044DA26-771C-FA92-BE1D-B5DAE65647DC}"/>
              </a:ext>
            </a:extLst>
          </p:cNvPr>
          <p:cNvSpPr>
            <a:spLocks noGrp="1" noChangeArrowheads="1"/>
          </p:cNvSpPr>
          <p:nvPr>
            <p:ph type="body" idx="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9155" name="灯片编号占位符 3">
            <a:extLst>
              <a:ext uri="{FF2B5EF4-FFF2-40B4-BE49-F238E27FC236}">
                <a16:creationId xmlns:a16="http://schemas.microsoft.com/office/drawing/2014/main" id="{CAB30740-9A35-07B2-F29B-182BCFA76A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82628AB-B057-0B42-A859-0C2467B65C93}" type="slidenum">
              <a:rPr lang="zh-CN" altLang="en-US" sz="1200" smtClean="0"/>
              <a:pPr/>
              <a:t>22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幻灯片图像占位符 1">
            <a:extLst>
              <a:ext uri="{FF2B5EF4-FFF2-40B4-BE49-F238E27FC236}">
                <a16:creationId xmlns:a16="http://schemas.microsoft.com/office/drawing/2014/main" id="{0132AFC1-AD9D-8CB9-5BB8-FCFAC7FB3DB6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2" name="文本占位符 2">
            <a:extLst>
              <a:ext uri="{FF2B5EF4-FFF2-40B4-BE49-F238E27FC236}">
                <a16:creationId xmlns:a16="http://schemas.microsoft.com/office/drawing/2014/main" id="{69B9C299-E9DA-329E-EE79-F01E15BFA8E1}"/>
              </a:ext>
            </a:extLst>
          </p:cNvPr>
          <p:cNvSpPr>
            <a:spLocks noGrp="1" noChangeArrowheads="1"/>
          </p:cNvSpPr>
          <p:nvPr>
            <p:ph type="body" idx="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03" name="灯片编号占位符 3">
            <a:extLst>
              <a:ext uri="{FF2B5EF4-FFF2-40B4-BE49-F238E27FC236}">
                <a16:creationId xmlns:a16="http://schemas.microsoft.com/office/drawing/2014/main" id="{86C9B26A-F2C4-70FD-08B7-58E2CAA9F36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7BCD6E0-5CC7-794D-8D91-6445AC3202DC}" type="slidenum">
              <a:rPr lang="zh-CN" altLang="en-US" sz="1200" smtClean="0"/>
              <a:pPr/>
              <a:t>23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幻灯片图像占位符 1">
            <a:extLst>
              <a:ext uri="{FF2B5EF4-FFF2-40B4-BE49-F238E27FC236}">
                <a16:creationId xmlns:a16="http://schemas.microsoft.com/office/drawing/2014/main" id="{557EC79C-9FDC-7BC3-7600-F197E4775334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0" name="文本占位符 2">
            <a:extLst>
              <a:ext uri="{FF2B5EF4-FFF2-40B4-BE49-F238E27FC236}">
                <a16:creationId xmlns:a16="http://schemas.microsoft.com/office/drawing/2014/main" id="{D9D59971-1C67-1144-6D5B-39E0A9A4DA6D}"/>
              </a:ext>
            </a:extLst>
          </p:cNvPr>
          <p:cNvSpPr>
            <a:spLocks noGrp="1" noChangeArrowheads="1"/>
          </p:cNvSpPr>
          <p:nvPr>
            <p:ph type="body" idx="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3251" name="灯片编号占位符 3">
            <a:extLst>
              <a:ext uri="{FF2B5EF4-FFF2-40B4-BE49-F238E27FC236}">
                <a16:creationId xmlns:a16="http://schemas.microsoft.com/office/drawing/2014/main" id="{54E1279A-3BDD-49B0-6E5A-6FD9545F19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04B397A-46C1-A04F-9AD7-20EFB98C70D0}" type="slidenum">
              <a:rPr lang="zh-CN" altLang="en-US" sz="1200" smtClean="0"/>
              <a:pPr/>
              <a:t>24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幻灯片图像占位符 1">
            <a:extLst>
              <a:ext uri="{FF2B5EF4-FFF2-40B4-BE49-F238E27FC236}">
                <a16:creationId xmlns:a16="http://schemas.microsoft.com/office/drawing/2014/main" id="{9C0E73F7-E4DC-16D7-05DB-6F19F0C85C10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8" name="文本占位符 2">
            <a:extLst>
              <a:ext uri="{FF2B5EF4-FFF2-40B4-BE49-F238E27FC236}">
                <a16:creationId xmlns:a16="http://schemas.microsoft.com/office/drawing/2014/main" id="{55CB9ADE-584A-2CBA-CE8E-155C1FD3379A}"/>
              </a:ext>
            </a:extLst>
          </p:cNvPr>
          <p:cNvSpPr>
            <a:spLocks noGrp="1" noChangeArrowheads="1"/>
          </p:cNvSpPr>
          <p:nvPr>
            <p:ph type="body" idx="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5299" name="灯片编号占位符 3">
            <a:extLst>
              <a:ext uri="{FF2B5EF4-FFF2-40B4-BE49-F238E27FC236}">
                <a16:creationId xmlns:a16="http://schemas.microsoft.com/office/drawing/2014/main" id="{44D34DFF-7352-932A-D3FD-8554F9AB123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7CB9974-EA5D-464D-8A46-4AC0430733E7}" type="slidenum">
              <a:rPr lang="zh-CN" altLang="en-US" sz="1200" smtClean="0"/>
              <a:pPr/>
              <a:t>25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幻灯片图像占位符 1">
            <a:extLst>
              <a:ext uri="{FF2B5EF4-FFF2-40B4-BE49-F238E27FC236}">
                <a16:creationId xmlns:a16="http://schemas.microsoft.com/office/drawing/2014/main" id="{736E8EDA-D12E-1BC8-FD64-4742D21D4A3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6" name="文本占位符 2">
            <a:extLst>
              <a:ext uri="{FF2B5EF4-FFF2-40B4-BE49-F238E27FC236}">
                <a16:creationId xmlns:a16="http://schemas.microsoft.com/office/drawing/2014/main" id="{1287D019-D874-A931-8A67-B184C6CCBC8C}"/>
              </a:ext>
            </a:extLst>
          </p:cNvPr>
          <p:cNvSpPr>
            <a:spLocks noGrp="1" noChangeArrowheads="1"/>
          </p:cNvSpPr>
          <p:nvPr>
            <p:ph type="body" idx="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7347" name="灯片编号占位符 3">
            <a:extLst>
              <a:ext uri="{FF2B5EF4-FFF2-40B4-BE49-F238E27FC236}">
                <a16:creationId xmlns:a16="http://schemas.microsoft.com/office/drawing/2014/main" id="{B6689A49-44E6-58B6-975A-C3AC9D23DD1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2210E0B-2505-4C44-8469-69195F718172}" type="slidenum">
              <a:rPr lang="zh-CN" altLang="en-US" sz="1200" smtClean="0"/>
              <a:pPr/>
              <a:t>26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幻灯片图像占位符 1">
            <a:extLst>
              <a:ext uri="{FF2B5EF4-FFF2-40B4-BE49-F238E27FC236}">
                <a16:creationId xmlns:a16="http://schemas.microsoft.com/office/drawing/2014/main" id="{DAAD5037-634E-074C-1CD4-73ED5A66283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18" name="文本占位符 2">
            <a:extLst>
              <a:ext uri="{FF2B5EF4-FFF2-40B4-BE49-F238E27FC236}">
                <a16:creationId xmlns:a16="http://schemas.microsoft.com/office/drawing/2014/main" id="{1F67227C-83D1-2B81-0043-02781E09CC41}"/>
              </a:ext>
            </a:extLst>
          </p:cNvPr>
          <p:cNvSpPr>
            <a:spLocks noGrp="1" noChangeArrowheads="1"/>
          </p:cNvSpPr>
          <p:nvPr>
            <p:ph type="body" idx="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0419" name="灯片编号占位符 3">
            <a:extLst>
              <a:ext uri="{FF2B5EF4-FFF2-40B4-BE49-F238E27FC236}">
                <a16:creationId xmlns:a16="http://schemas.microsoft.com/office/drawing/2014/main" id="{D38B5F67-5B16-AB63-67A6-CB5D3EA035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6B8E021-1944-9245-805E-E60F6F3C77A2}" type="slidenum">
              <a:rPr lang="zh-CN" altLang="en-US" sz="1200" smtClean="0"/>
              <a:pPr/>
              <a:t>28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幻灯片图像占位符 1">
            <a:extLst>
              <a:ext uri="{FF2B5EF4-FFF2-40B4-BE49-F238E27FC236}">
                <a16:creationId xmlns:a16="http://schemas.microsoft.com/office/drawing/2014/main" id="{FAACEDED-AA48-4BD9-6564-79B965134667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6" name="文本占位符 2">
            <a:extLst>
              <a:ext uri="{FF2B5EF4-FFF2-40B4-BE49-F238E27FC236}">
                <a16:creationId xmlns:a16="http://schemas.microsoft.com/office/drawing/2014/main" id="{73CEA67F-0D1B-6B4B-B366-C029F694FFA6}"/>
              </a:ext>
            </a:extLst>
          </p:cNvPr>
          <p:cNvSpPr>
            <a:spLocks noGrp="1" noChangeArrowheads="1"/>
          </p:cNvSpPr>
          <p:nvPr>
            <p:ph type="body" idx="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2467" name="灯片编号占位符 3">
            <a:extLst>
              <a:ext uri="{FF2B5EF4-FFF2-40B4-BE49-F238E27FC236}">
                <a16:creationId xmlns:a16="http://schemas.microsoft.com/office/drawing/2014/main" id="{31184083-3617-F390-517D-41331113C69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56AE919-20DB-5A4A-B04D-3092D2C17ED7}" type="slidenum">
              <a:rPr lang="zh-CN" altLang="en-US" sz="1200" smtClean="0"/>
              <a:pPr/>
              <a:t>29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幻灯片图像占位符 1">
            <a:extLst>
              <a:ext uri="{FF2B5EF4-FFF2-40B4-BE49-F238E27FC236}">
                <a16:creationId xmlns:a16="http://schemas.microsoft.com/office/drawing/2014/main" id="{4E2DD21B-E578-E47C-F01D-4CDD296CA71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4" name="文本占位符 2">
            <a:extLst>
              <a:ext uri="{FF2B5EF4-FFF2-40B4-BE49-F238E27FC236}">
                <a16:creationId xmlns:a16="http://schemas.microsoft.com/office/drawing/2014/main" id="{35617693-D7E5-6B6A-19D7-885B0D831823}"/>
              </a:ext>
            </a:extLst>
          </p:cNvPr>
          <p:cNvSpPr>
            <a:spLocks noGrp="1" noChangeArrowheads="1"/>
          </p:cNvSpPr>
          <p:nvPr>
            <p:ph type="body" idx="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4515" name="灯片编号占位符 3">
            <a:extLst>
              <a:ext uri="{FF2B5EF4-FFF2-40B4-BE49-F238E27FC236}">
                <a16:creationId xmlns:a16="http://schemas.microsoft.com/office/drawing/2014/main" id="{B7DFE8D5-08C0-F23C-55B5-8D14F839FE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9D01631-D36F-FF43-BC4D-9CA76BCFB477}" type="slidenum">
              <a:rPr lang="zh-CN" altLang="en-US" sz="1200" smtClean="0"/>
              <a:pPr/>
              <a:t>30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幻灯片图像占位符 1">
            <a:extLst>
              <a:ext uri="{FF2B5EF4-FFF2-40B4-BE49-F238E27FC236}">
                <a16:creationId xmlns:a16="http://schemas.microsoft.com/office/drawing/2014/main" id="{1E52EA11-0D93-61C5-C0E2-7B1314B63C01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2" name="文本占位符 2">
            <a:extLst>
              <a:ext uri="{FF2B5EF4-FFF2-40B4-BE49-F238E27FC236}">
                <a16:creationId xmlns:a16="http://schemas.microsoft.com/office/drawing/2014/main" id="{1F9F7FEE-DB24-E9B4-53A7-DFF272703462}"/>
              </a:ext>
            </a:extLst>
          </p:cNvPr>
          <p:cNvSpPr>
            <a:spLocks noGrp="1" noChangeArrowheads="1"/>
          </p:cNvSpPr>
          <p:nvPr>
            <p:ph type="body" idx="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6563" name="灯片编号占位符 3">
            <a:extLst>
              <a:ext uri="{FF2B5EF4-FFF2-40B4-BE49-F238E27FC236}">
                <a16:creationId xmlns:a16="http://schemas.microsoft.com/office/drawing/2014/main" id="{8E243F5C-D0EB-471C-393A-FFEEC0919E8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17673CB-D258-924A-88BD-3D2072BDBFE5}" type="slidenum">
              <a:rPr lang="zh-CN" altLang="en-US" sz="1200" smtClean="0"/>
              <a:pPr/>
              <a:t>31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幻灯片图像占位符 1">
            <a:extLst>
              <a:ext uri="{FF2B5EF4-FFF2-40B4-BE49-F238E27FC236}">
                <a16:creationId xmlns:a16="http://schemas.microsoft.com/office/drawing/2014/main" id="{06D4F669-1930-DC8E-F76E-81285E87BDD8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0" name="文本占位符 2">
            <a:extLst>
              <a:ext uri="{FF2B5EF4-FFF2-40B4-BE49-F238E27FC236}">
                <a16:creationId xmlns:a16="http://schemas.microsoft.com/office/drawing/2014/main" id="{4154126B-2B57-5C68-CB08-B5A43B4D8734}"/>
              </a:ext>
            </a:extLst>
          </p:cNvPr>
          <p:cNvSpPr>
            <a:spLocks noGrp="1" noChangeArrowheads="1"/>
          </p:cNvSpPr>
          <p:nvPr>
            <p:ph type="body" idx="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8611" name="灯片编号占位符 3">
            <a:extLst>
              <a:ext uri="{FF2B5EF4-FFF2-40B4-BE49-F238E27FC236}">
                <a16:creationId xmlns:a16="http://schemas.microsoft.com/office/drawing/2014/main" id="{788AD97B-4253-DD5F-EDE9-1469AFFB24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6788889-50CF-7D48-A6EF-A97E8D1E7957}" type="slidenum">
              <a:rPr lang="zh-CN" altLang="en-US" sz="1200" smtClean="0"/>
              <a:pPr/>
              <a:t>32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幻灯片图像占位符 1">
            <a:extLst>
              <a:ext uri="{FF2B5EF4-FFF2-40B4-BE49-F238E27FC236}">
                <a16:creationId xmlns:a16="http://schemas.microsoft.com/office/drawing/2014/main" id="{1AD0D561-F497-5020-7E4B-7484A13A243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8" name="文本占位符 2">
            <a:extLst>
              <a:ext uri="{FF2B5EF4-FFF2-40B4-BE49-F238E27FC236}">
                <a16:creationId xmlns:a16="http://schemas.microsoft.com/office/drawing/2014/main" id="{C16E4AEC-4A67-732A-4F87-814D895800E4}"/>
              </a:ext>
            </a:extLst>
          </p:cNvPr>
          <p:cNvSpPr>
            <a:spLocks noGrp="1" noChangeArrowheads="1"/>
          </p:cNvSpPr>
          <p:nvPr>
            <p:ph type="body" idx="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0659" name="灯片编号占位符 3">
            <a:extLst>
              <a:ext uri="{FF2B5EF4-FFF2-40B4-BE49-F238E27FC236}">
                <a16:creationId xmlns:a16="http://schemas.microsoft.com/office/drawing/2014/main" id="{66935A1C-6A7B-6FFD-23FC-1B18DA00CA5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0E7A929-C24D-9D46-9F9C-CA0B255757F4}" type="slidenum">
              <a:rPr lang="zh-CN" altLang="en-US" sz="1200" smtClean="0"/>
              <a:pPr/>
              <a:t>33</a:t>
            </a:fld>
            <a:endParaRPr lang="zh-CN" alt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A137882-E31A-6BDB-256D-7A113428C5C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6A1D1B9-50AF-BED8-5644-450618A7839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83F6DC2-F281-6711-E709-23695C6091C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2675CA-457C-BD47-AD33-60BB6968661A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7525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8BA60A8-A343-E989-E783-92C13E23DA2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780311A-C444-6A5A-54BF-486D0EB857F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76B3D72-8778-38DA-44B1-F40C8C56667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26F329-9889-7A4C-85D1-913CB2922674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73450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35BE3C3-D8BE-AB74-004E-FB5DEAA4778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444E27D-058B-49BF-D304-3C6F00949F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2F35263-9D45-1787-A2B5-B156D97DC53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B74B09-0DD6-9048-BCED-6AB21FC4F516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42189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A2D4B5-9D75-A259-18B1-034DDC64A4D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6B2160-0227-ED42-D4D4-84A1E9B50AD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D27C26-DCC8-FD8C-2B2D-AFFCB745AA7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93460F-B57B-8847-A260-41A82E539FF4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6119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BE779FF-98E1-D7F9-5F9A-BEBFF0ADC40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090785BB-10ED-F1B2-B632-7B2FF702EDF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F9AFD188-0F13-9BE7-B4BD-6FEC8BEA367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2AB941-762D-4444-B08F-7AE6C5776AE8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32281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A69C2AF7-850C-F070-60EF-02FA2383927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3896132-E9D8-EFE6-DD12-4540440F32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DF48EA6-86AB-3C07-6A0C-B74171D6285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50B40B-EF46-B74E-8D0F-E0B5785C51FE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77704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B21307A0-AE2F-93FA-4235-568BB446931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5E1369C-E93E-2626-A9B5-9E516AE7F95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F1FB4B1-D4F0-96E7-5AFD-8467575DA81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264471-425E-A441-88AE-4C905929000D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349663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AC8133-821A-5DB1-411C-1B5B86B96EF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1566EA-30A6-A2B9-8012-60058575CD2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2D9BE5-0CB7-3F76-655E-5A554C7360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D389E2-F7FA-CB41-A57B-0D91600B32D7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119370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B6C7BC-82D8-87A4-7CDB-4D04D105EF2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85E712-75AE-C2D8-F83B-F1FC58BDAD1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8A34B6-C7D6-8D00-115E-C52B23FC20A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7B7E0A-220F-AB43-B848-DA187977315D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11071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4B4798E-187C-F9A6-DA3B-83B1C46CDA7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596EA28-73AD-D270-3414-F2058C0CC8E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F4D9483-9E70-BB9D-3AE0-F17E806AB87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BCBD98-0B17-4744-8D9B-D43DE75E95C6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64144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BDD7967-4DE5-C83D-BDA0-90F923681BE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CBCDE71-FC77-7631-CAEC-FAFE944F1B7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8103CC1-1288-B598-DACF-FE6B0860E23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48006D-34E1-2F4C-9234-83FBB99A83D7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30696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080A86A-0583-E21D-1032-1FD301F516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830E79A-FB11-85AE-4AB5-EB31DBE6DE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2CB8DD3-B23B-BB31-8DDB-05C10DE1581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ea typeface="楷体" panose="02010609060101010101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375697D-5801-E9C5-48E8-4F6BE8E3E6C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ea typeface="楷体" panose="02010609060101010101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FCE7B5B-A5B8-A343-084D-5021EA39B40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ea typeface="楷体" panose="02010609060101010101" pitchFamily="49" charset="-122"/>
              </a:defRPr>
            </a:lvl1pPr>
          </a:lstStyle>
          <a:p>
            <a:pPr>
              <a:defRPr/>
            </a:pPr>
            <a:fld id="{3D51DE47-D7D8-9944-AAB9-C24FF1FCCBAD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楷体" panose="020106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楷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楷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楷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楷体" panose="020106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楷体" panose="02010609060101010101" pitchFamily="49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楷体" panose="02010609060101010101" pitchFamily="49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楷体" panose="02010609060101010101" pitchFamily="49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楷体" panose="02010609060101010101" pitchFamily="49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楷体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Relationship Id="rId5" Type="http://schemas.openxmlformats.org/officeDocument/2006/relationships/slide" Target="slide15.xml"/><Relationship Id="rId4" Type="http://schemas.openxmlformats.org/officeDocument/2006/relationships/slide" Target="slide2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emf"/><Relationship Id="rId9" Type="http://schemas.openxmlformats.org/officeDocument/2006/relationships/image" Target="../media/image4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emf"/><Relationship Id="rId5" Type="http://schemas.openxmlformats.org/officeDocument/2006/relationships/image" Target="../media/image27.emf"/><Relationship Id="rId4" Type="http://schemas.openxmlformats.org/officeDocument/2006/relationships/image" Target="../media/image26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1" Type="http://schemas.openxmlformats.org/officeDocument/2006/relationships/image" Target="../media/image36.png"/><Relationship Id="rId5" Type="http://schemas.openxmlformats.org/officeDocument/2006/relationships/image" Target="../media/image32.png"/><Relationship Id="rId10" Type="http://schemas.openxmlformats.org/officeDocument/2006/relationships/image" Target="../media/image38.png"/><Relationship Id="rId4" Type="http://schemas.openxmlformats.org/officeDocument/2006/relationships/image" Target="../media/image31.png"/><Relationship Id="rId9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61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12" Type="http://schemas.openxmlformats.org/officeDocument/2006/relationships/image" Target="../media/image47.png"/><Relationship Id="rId17" Type="http://schemas.openxmlformats.org/officeDocument/2006/relationships/image" Target="../media/image65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11" Type="http://schemas.openxmlformats.org/officeDocument/2006/relationships/image" Target="../media/image60.png"/><Relationship Id="rId5" Type="http://schemas.openxmlformats.org/officeDocument/2006/relationships/image" Target="../media/image54.png"/><Relationship Id="rId15" Type="http://schemas.openxmlformats.org/officeDocument/2006/relationships/image" Target="../media/image63.png"/><Relationship Id="rId10" Type="http://schemas.openxmlformats.org/officeDocument/2006/relationships/image" Target="../media/image59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Relationship Id="rId14" Type="http://schemas.openxmlformats.org/officeDocument/2006/relationships/image" Target="../media/image6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Relationship Id="rId9" Type="http://schemas.openxmlformats.org/officeDocument/2006/relationships/image" Target="../media/image7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jpeg"/><Relationship Id="rId5" Type="http://schemas.openxmlformats.org/officeDocument/2006/relationships/image" Target="../media/image77.png"/><Relationship Id="rId4" Type="http://schemas.openxmlformats.org/officeDocument/2006/relationships/image" Target="../media/image72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Relationship Id="rId9" Type="http://schemas.openxmlformats.org/officeDocument/2006/relationships/image" Target="../media/image7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4.png"/><Relationship Id="rId4" Type="http://schemas.openxmlformats.org/officeDocument/2006/relationships/image" Target="../media/image8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7" Type="http://schemas.openxmlformats.org/officeDocument/2006/relationships/image" Target="../media/image8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7" Type="http://schemas.openxmlformats.org/officeDocument/2006/relationships/image" Target="../media/image8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5.png"/><Relationship Id="rId4" Type="http://schemas.openxmlformats.org/officeDocument/2006/relationships/image" Target="../media/image9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8.png"/><Relationship Id="rId4" Type="http://schemas.openxmlformats.org/officeDocument/2006/relationships/image" Target="../media/image9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0.png"/></Relationships>
</file>

<file path=ppt/slides/_rels/slide3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4.emf"/><Relationship Id="rId18" Type="http://schemas.openxmlformats.org/officeDocument/2006/relationships/oleObject" Target="../embeddings/oleObject10.bin"/><Relationship Id="rId26" Type="http://schemas.openxmlformats.org/officeDocument/2006/relationships/oleObject" Target="../embeddings/oleObject11.bin"/><Relationship Id="rId3" Type="http://schemas.openxmlformats.org/officeDocument/2006/relationships/image" Target="../media/image101.png"/><Relationship Id="rId21" Type="http://schemas.openxmlformats.org/officeDocument/2006/relationships/image" Target="../media/image107.emf"/><Relationship Id="rId7" Type="http://schemas.openxmlformats.org/officeDocument/2006/relationships/oleObject" Target="../embeddings/oleObject5.bin"/><Relationship Id="rId12" Type="http://schemas.openxmlformats.org/officeDocument/2006/relationships/oleObject" Target="../embeddings/oleObject7.bin"/><Relationship Id="rId17" Type="http://schemas.openxmlformats.org/officeDocument/2006/relationships/image" Target="../media/image106.emf"/><Relationship Id="rId25" Type="http://schemas.openxmlformats.org/officeDocument/2006/relationships/image" Target="../media/image108.emf"/><Relationship Id="rId33" Type="http://schemas.openxmlformats.org/officeDocument/2006/relationships/image" Target="../media/image113.png"/><Relationship Id="rId2" Type="http://schemas.openxmlformats.org/officeDocument/2006/relationships/oleObject" Target="../embeddings/oleObject4.bin"/><Relationship Id="rId16" Type="http://schemas.openxmlformats.org/officeDocument/2006/relationships/oleObject" Target="../embeddings/oleObject9.bin"/><Relationship Id="rId20" Type="http://schemas.openxmlformats.org/officeDocument/2006/relationships/oleObject" Target="../embeddings/oleObject10.bin"/><Relationship Id="rId29" Type="http://schemas.openxmlformats.org/officeDocument/2006/relationships/oleObject" Target="../embeddings/oleObject12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2.emf"/><Relationship Id="rId11" Type="http://schemas.openxmlformats.org/officeDocument/2006/relationships/image" Target="../media/image103.emf"/><Relationship Id="rId24" Type="http://schemas.openxmlformats.org/officeDocument/2006/relationships/oleObject" Target="../embeddings/oleObject11.bin"/><Relationship Id="rId32" Type="http://schemas.openxmlformats.org/officeDocument/2006/relationships/image" Target="../media/image109.emf"/><Relationship Id="rId5" Type="http://schemas.openxmlformats.org/officeDocument/2006/relationships/oleObject" Target="../embeddings/oleObject5.bin"/><Relationship Id="rId15" Type="http://schemas.openxmlformats.org/officeDocument/2006/relationships/image" Target="../media/image105.emf"/><Relationship Id="rId23" Type="http://schemas.openxmlformats.org/officeDocument/2006/relationships/image" Target="../media/image109.png"/><Relationship Id="rId28" Type="http://schemas.openxmlformats.org/officeDocument/2006/relationships/image" Target="../media/image111.png"/><Relationship Id="rId10" Type="http://schemas.openxmlformats.org/officeDocument/2006/relationships/oleObject" Target="../embeddings/oleObject6.bin"/><Relationship Id="rId19" Type="http://schemas.openxmlformats.org/officeDocument/2006/relationships/image" Target="../media/image107.emf"/><Relationship Id="rId31" Type="http://schemas.openxmlformats.org/officeDocument/2006/relationships/oleObject" Target="../embeddings/oleObject12.bin"/><Relationship Id="rId4" Type="http://schemas.openxmlformats.org/officeDocument/2006/relationships/image" Target="../media/image1000.png"/><Relationship Id="rId9" Type="http://schemas.openxmlformats.org/officeDocument/2006/relationships/image" Target="../media/image102.png"/><Relationship Id="rId14" Type="http://schemas.openxmlformats.org/officeDocument/2006/relationships/oleObject" Target="../embeddings/oleObject8.bin"/><Relationship Id="rId22" Type="http://schemas.openxmlformats.org/officeDocument/2006/relationships/image" Target="../media/image108.png"/><Relationship Id="rId27" Type="http://schemas.openxmlformats.org/officeDocument/2006/relationships/image" Target="../media/image108.emf"/><Relationship Id="rId30" Type="http://schemas.openxmlformats.org/officeDocument/2006/relationships/image" Target="../media/image109.emf"/><Relationship Id="rId8" Type="http://schemas.openxmlformats.org/officeDocument/2006/relationships/image" Target="../media/image102.e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0.png"/><Relationship Id="rId13" Type="http://schemas.openxmlformats.org/officeDocument/2006/relationships/image" Target="../media/image102.png"/><Relationship Id="rId3" Type="http://schemas.openxmlformats.org/officeDocument/2006/relationships/image" Target="../media/image101.png"/><Relationship Id="rId7" Type="http://schemas.openxmlformats.org/officeDocument/2006/relationships/image" Target="../media/image111.emf"/><Relationship Id="rId12" Type="http://schemas.openxmlformats.org/officeDocument/2006/relationships/image" Target="../media/image102.e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5.bin"/><Relationship Id="rId11" Type="http://schemas.openxmlformats.org/officeDocument/2006/relationships/oleObject" Target="../embeddings/oleObject5.bin"/><Relationship Id="rId5" Type="http://schemas.openxmlformats.org/officeDocument/2006/relationships/image" Target="../media/image110.emf"/><Relationship Id="rId10" Type="http://schemas.openxmlformats.org/officeDocument/2006/relationships/image" Target="../media/image102.emf"/><Relationship Id="rId4" Type="http://schemas.openxmlformats.org/officeDocument/2006/relationships/oleObject" Target="../embeddings/oleObject14.bin"/><Relationship Id="rId9" Type="http://schemas.openxmlformats.org/officeDocument/2006/relationships/oleObject" Target="../embeddings/oleObject5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ext Box 2">
            <a:hlinkClick r:id="rId2" action="ppaction://hlinksldjump" tooltip="点击进入"/>
            <a:extLst>
              <a:ext uri="{FF2B5EF4-FFF2-40B4-BE49-F238E27FC236}">
                <a16:creationId xmlns:a16="http://schemas.microsoft.com/office/drawing/2014/main" id="{896C783B-ECF7-C02C-4F07-C9A5621F58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7675" y="765175"/>
            <a:ext cx="6372225" cy="709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70000"/>
              <a:buFont typeface="Wingdings" pitchFamily="2" charset="2"/>
              <a:buNone/>
            </a:pPr>
            <a:r>
              <a:rPr kumimoji="1" lang="zh-CN" altLang="en-US" sz="4000">
                <a:solidFill>
                  <a:srgbClr val="C00000"/>
                </a:solidFill>
                <a:latin typeface="楷体" panose="02010609060101010101" pitchFamily="49" charset="-122"/>
              </a:rPr>
              <a:t>多维随机变量及其分布</a:t>
            </a:r>
            <a:endParaRPr lang="zh-CN" altLang="en-US" sz="4000">
              <a:solidFill>
                <a:srgbClr val="C00000"/>
              </a:solidFill>
              <a:latin typeface="楷体" panose="02010609060101010101" pitchFamily="49" charset="-122"/>
            </a:endParaRPr>
          </a:p>
        </p:txBody>
      </p:sp>
      <p:sp>
        <p:nvSpPr>
          <p:cNvPr id="14338" name="Rectangle 3">
            <a:extLst>
              <a:ext uri="{FF2B5EF4-FFF2-40B4-BE49-F238E27FC236}">
                <a16:creationId xmlns:a16="http://schemas.microsoft.com/office/drawing/2014/main" id="{3522A14C-B7AD-0200-25AD-2AB4B766CE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825500"/>
            <a:ext cx="2459037" cy="649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marL="908050" indent="-436563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zh-CN" altLang="en-US" sz="4000">
                <a:solidFill>
                  <a:srgbClr val="C00000"/>
                </a:solidFill>
                <a:latin typeface="楷体" panose="02010609060101010101" pitchFamily="49" charset="-122"/>
              </a:rPr>
              <a:t>第三章 </a:t>
            </a:r>
          </a:p>
        </p:txBody>
      </p:sp>
      <p:sp>
        <p:nvSpPr>
          <p:cNvPr id="14339" name="Text Box 4">
            <a:hlinkClick r:id="rId3" action="ppaction://hlinksldjump"/>
            <a:extLst>
              <a:ext uri="{FF2B5EF4-FFF2-40B4-BE49-F238E27FC236}">
                <a16:creationId xmlns:a16="http://schemas.microsoft.com/office/drawing/2014/main" id="{CB766F93-AA65-B5DB-180C-F5B692D4C2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2205038"/>
            <a:ext cx="6985000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rgbClr val="C00000"/>
              </a:buClr>
              <a:buFont typeface="Wingdings" pitchFamily="2" charset="2"/>
              <a:buChar char="n"/>
            </a:pPr>
            <a:r>
              <a:rPr kumimoji="1" lang="zh-CN" altLang="en-US" sz="3600">
                <a:solidFill>
                  <a:srgbClr val="161616"/>
                </a:solidFill>
                <a:latin typeface="楷体" panose="02010609060101010101" pitchFamily="49" charset="-122"/>
              </a:rPr>
              <a:t>二维随机变量</a:t>
            </a:r>
          </a:p>
        </p:txBody>
      </p:sp>
      <p:sp>
        <p:nvSpPr>
          <p:cNvPr id="14340" name="Text Box 5">
            <a:hlinkClick r:id="rId4" action="ppaction://hlinksldjump"/>
            <a:extLst>
              <a:ext uri="{FF2B5EF4-FFF2-40B4-BE49-F238E27FC236}">
                <a16:creationId xmlns:a16="http://schemas.microsoft.com/office/drawing/2014/main" id="{6576D77F-6488-1B2F-4A8E-BBC8B22791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2997200"/>
            <a:ext cx="5184775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rgbClr val="C00000"/>
              </a:buClr>
              <a:buFont typeface="Wingdings" pitchFamily="2" charset="2"/>
              <a:buChar char="n"/>
            </a:pPr>
            <a:r>
              <a:rPr kumimoji="1" lang="zh-CN" altLang="en-US" sz="3600" dirty="0">
                <a:solidFill>
                  <a:srgbClr val="161616"/>
                </a:solidFill>
                <a:latin typeface="楷体" panose="02010609060101010101" pitchFamily="49" charset="-122"/>
              </a:rPr>
              <a:t>边缘分布</a:t>
            </a:r>
          </a:p>
        </p:txBody>
      </p:sp>
      <p:sp>
        <p:nvSpPr>
          <p:cNvPr id="14341" name="Text Box 6">
            <a:hlinkClick r:id="rId5" action="ppaction://hlinksldjump"/>
            <a:extLst>
              <a:ext uri="{FF2B5EF4-FFF2-40B4-BE49-F238E27FC236}">
                <a16:creationId xmlns:a16="http://schemas.microsoft.com/office/drawing/2014/main" id="{39E2B838-A201-58FC-CA54-F48FE128C0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5356225"/>
            <a:ext cx="7345363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rgbClr val="C00000"/>
              </a:buClr>
              <a:buFont typeface="Wingdings" pitchFamily="2" charset="2"/>
              <a:buChar char="n"/>
            </a:pPr>
            <a:r>
              <a:rPr kumimoji="1" lang="zh-CN" altLang="en-US" sz="3600">
                <a:solidFill>
                  <a:srgbClr val="C00000"/>
                </a:solidFill>
                <a:latin typeface="楷体" panose="02010609060101010101" pitchFamily="49" charset="-122"/>
              </a:rPr>
              <a:t>两个随机变量的函数的分布</a:t>
            </a:r>
          </a:p>
        </p:txBody>
      </p:sp>
      <p:sp>
        <p:nvSpPr>
          <p:cNvPr id="7" name="Text Box 5">
            <a:hlinkClick r:id="rId4" action="ppaction://hlinksldjump"/>
            <a:extLst>
              <a:ext uri="{FF2B5EF4-FFF2-40B4-BE49-F238E27FC236}">
                <a16:creationId xmlns:a16="http://schemas.microsoft.com/office/drawing/2014/main" id="{4D8218A3-D137-9AAE-2F1B-60181BDD39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3771900"/>
            <a:ext cx="5184775" cy="593725"/>
          </a:xfrm>
          <a:prstGeom prst="rect">
            <a:avLst/>
          </a:prstGeom>
          <a:noFill/>
          <a:ln>
            <a:noFill/>
          </a:ln>
          <a:effectLst/>
        </p:spPr>
        <p:txBody>
          <a:bodyPr lIns="90000" tIns="46800" rIns="90000" bIns="46800">
            <a:spAutoFit/>
          </a:bodyPr>
          <a:lstStyle>
            <a:lvl1pPr marL="908050" indent="-436563"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Wingdings 2" panose="05020102010507070707" pitchFamily="18" charset="2"/>
              <a:buChar char="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90000"/>
              <a:buFont typeface="Wingdings 2" panose="05020102010507070707" pitchFamily="18" charset="2"/>
              <a:buChar char="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rgbClr val="C00000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1" lang="zh-CN" altLang="en-US" sz="3600" dirty="0">
                <a:solidFill>
                  <a:schemeClr val="tx1">
                    <a:lumMod val="10000"/>
                  </a:schemeClr>
                </a:solidFill>
                <a:latin typeface="楷体" panose="02010609060101010101" pitchFamily="49" charset="-122"/>
              </a:rPr>
              <a:t>条件分布</a:t>
            </a:r>
          </a:p>
        </p:txBody>
      </p:sp>
      <p:sp>
        <p:nvSpPr>
          <p:cNvPr id="14343" name="Text Box 5">
            <a:hlinkClick r:id="rId4" action="ppaction://hlinksldjump"/>
            <a:extLst>
              <a:ext uri="{FF2B5EF4-FFF2-40B4-BE49-F238E27FC236}">
                <a16:creationId xmlns:a16="http://schemas.microsoft.com/office/drawing/2014/main" id="{F8CB0F20-61B4-9F67-E250-5953379F02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4564063"/>
            <a:ext cx="5905500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rgbClr val="C00000"/>
              </a:buClr>
              <a:buFont typeface="Wingdings" pitchFamily="2" charset="2"/>
              <a:buChar char="n"/>
            </a:pPr>
            <a:r>
              <a:rPr kumimoji="1" lang="zh-CN" altLang="en-US" sz="3600">
                <a:solidFill>
                  <a:srgbClr val="161616"/>
                </a:solidFill>
                <a:latin typeface="楷体" panose="02010609060101010101" pitchFamily="49" charset="-122"/>
              </a:rPr>
              <a:t>相互独立的随机变量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2">
            <a:extLst>
              <a:ext uri="{FF2B5EF4-FFF2-40B4-BE49-F238E27FC236}">
                <a16:creationId xmlns:a16="http://schemas.microsoft.com/office/drawing/2014/main" id="{13E798CE-5AF0-55E1-8DA1-103360377B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312738"/>
            <a:ext cx="8172450" cy="596900"/>
          </a:xfrm>
          <a:prstGeom prst="rect">
            <a:avLst/>
          </a:prstGeom>
          <a:noFill/>
          <a:ln>
            <a:noFill/>
          </a:ln>
          <a:effectLst/>
        </p:spPr>
        <p:txBody>
          <a:bodyPr lIns="90000" tIns="46800" rIns="90000" bIns="46800">
            <a:spAutoFit/>
          </a:bodyPr>
          <a:lstStyle>
            <a:lvl1pPr marL="908050" indent="-436563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Font typeface="Wingdings" pitchFamily="2" charset="2"/>
              <a:buNone/>
              <a:defRPr/>
            </a:pPr>
            <a:r>
              <a:rPr lang="zh-CN" altLang="en-US" sz="36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两个随机变量的函数</a:t>
            </a:r>
          </a:p>
        </p:txBody>
      </p:sp>
      <p:grpSp>
        <p:nvGrpSpPr>
          <p:cNvPr id="15362" name="Group 3">
            <a:extLst>
              <a:ext uri="{FF2B5EF4-FFF2-40B4-BE49-F238E27FC236}">
                <a16:creationId xmlns:a16="http://schemas.microsoft.com/office/drawing/2014/main" id="{618E09DA-369B-B594-A28A-A04E72F7D3A1}"/>
              </a:ext>
            </a:extLst>
          </p:cNvPr>
          <p:cNvGrpSpPr>
            <a:grpSpLocks/>
          </p:cNvGrpSpPr>
          <p:nvPr/>
        </p:nvGrpSpPr>
        <p:grpSpPr bwMode="auto">
          <a:xfrm>
            <a:off x="606425" y="2686050"/>
            <a:ext cx="8772525" cy="577850"/>
            <a:chOff x="703" y="797"/>
            <a:chExt cx="5526" cy="364"/>
          </a:xfrm>
        </p:grpSpPr>
        <p:sp>
          <p:nvSpPr>
            <p:cNvPr id="20484" name="Rectangle 4">
              <a:extLst>
                <a:ext uri="{FF2B5EF4-FFF2-40B4-BE49-F238E27FC236}">
                  <a16:creationId xmlns:a16="http://schemas.microsoft.com/office/drawing/2014/main" id="{A590F93B-BF27-23DD-E1CB-EEE82116D5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3" y="797"/>
              <a:ext cx="456" cy="33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0000" tIns="46800" rIns="90000" bIns="46800" anchor="ctr">
              <a:spAutoFit/>
            </a:bodyPr>
            <a:lstStyle/>
            <a:p>
              <a:pPr eaLnBrk="1" hangingPunct="1">
                <a:defRPr/>
              </a:pPr>
              <a:r>
                <a:rPr kumimoji="1" lang="zh-CN" altLang="en-US" dirty="0">
                  <a:latin typeface="楷体" panose="02010609060101010101" pitchFamily="49" charset="-122"/>
                  <a:ea typeface="楷体" panose="02010609060101010101" pitchFamily="49" charset="-122"/>
                </a:rPr>
                <a:t>设</a:t>
              </a:r>
              <a:r>
                <a:rPr kumimoji="1" lang="zh-CN" altLang="en-US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</a:rPr>
                <a:t> </a:t>
              </a:r>
            </a:p>
          </p:txBody>
        </p:sp>
        <p:graphicFrame>
          <p:nvGraphicFramePr>
            <p:cNvPr id="15371" name="Object 5">
              <a:extLst>
                <a:ext uri="{FF2B5EF4-FFF2-40B4-BE49-F238E27FC236}">
                  <a16:creationId xmlns:a16="http://schemas.microsoft.com/office/drawing/2014/main" id="{3BF0C796-3174-09E8-4209-3DC991BC29E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66" y="844"/>
            <a:ext cx="680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9944100" imgH="4686300" progId="Equation.DSMT4">
                    <p:embed/>
                  </p:oleObj>
                </mc:Choice>
                <mc:Fallback>
                  <p:oleObj name="Equation" r:id="rId3" imgW="9944100" imgH="4686300" progId="Equation.DSMT4">
                    <p:embed/>
                    <p:pic>
                      <p:nvPicPr>
                        <p:cNvPr id="15371" name="Object 5">
                          <a:extLst>
                            <a:ext uri="{FF2B5EF4-FFF2-40B4-BE49-F238E27FC236}">
                              <a16:creationId xmlns:a16="http://schemas.microsoft.com/office/drawing/2014/main" id="{3BF0C796-3174-09E8-4209-3DC991BC29E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66" y="844"/>
                          <a:ext cx="680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486" name="Rectangle 6">
              <a:extLst>
                <a:ext uri="{FF2B5EF4-FFF2-40B4-BE49-F238E27FC236}">
                  <a16:creationId xmlns:a16="http://schemas.microsoft.com/office/drawing/2014/main" id="{608E815A-8A2B-6508-AA21-1C17DE2B0C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2" y="797"/>
              <a:ext cx="4547" cy="33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楷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楷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楷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楷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楷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楷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楷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kumimoji="1" lang="zh-CN" altLang="en-US" sz="2800" dirty="0">
                  <a:latin typeface="楷体" panose="02010609060101010101" pitchFamily="49" charset="-122"/>
                </a:rPr>
                <a:t>是二维</a:t>
              </a:r>
              <a:r>
                <a:rPr kumimoji="1" lang="zh-CN" altLang="en-US" sz="2800" dirty="0">
                  <a:solidFill>
                    <a:srgbClr val="FF0000"/>
                  </a:solidFill>
                  <a:latin typeface="楷体" panose="02010609060101010101" pitchFamily="49" charset="-122"/>
                </a:rPr>
                <a:t>连续型</a:t>
              </a:r>
              <a:r>
                <a:rPr kumimoji="1" lang="zh-CN" altLang="en-US" sz="2800" dirty="0">
                  <a:latin typeface="楷体" panose="02010609060101010101" pitchFamily="49" charset="-122"/>
                </a:rPr>
                <a:t>随机变量</a:t>
              </a:r>
              <a:r>
                <a:rPr kumimoji="1" lang="en-US" altLang="zh-CN" sz="2800" dirty="0">
                  <a:latin typeface="楷体" panose="02010609060101010101" pitchFamily="49" charset="-122"/>
                </a:rPr>
                <a:t>,</a:t>
              </a:r>
              <a:r>
                <a:rPr kumimoji="1" lang="zh-CN" altLang="en-US" sz="2800" dirty="0">
                  <a:latin typeface="楷体" panose="02010609060101010101" pitchFamily="49" charset="-122"/>
                </a:rPr>
                <a:t>有</a:t>
              </a:r>
              <a:r>
                <a:rPr kumimoji="1" lang="zh-CN" altLang="en-US" sz="2800" dirty="0"/>
                <a:t>联合概率密度为</a:t>
              </a:r>
              <a:r>
                <a:rPr kumimoji="1" lang="zh-CN" altLang="en-US" sz="2800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" panose="02010609060101010101" pitchFamily="49" charset="-122"/>
                </a:rPr>
                <a:t> </a:t>
              </a:r>
            </a:p>
          </p:txBody>
        </p:sp>
      </p:grpSp>
      <p:grpSp>
        <p:nvGrpSpPr>
          <p:cNvPr id="15363" name="Group 8">
            <a:extLst>
              <a:ext uri="{FF2B5EF4-FFF2-40B4-BE49-F238E27FC236}">
                <a16:creationId xmlns:a16="http://schemas.microsoft.com/office/drawing/2014/main" id="{E6258183-B357-35D2-47FA-775854D94493}"/>
              </a:ext>
            </a:extLst>
          </p:cNvPr>
          <p:cNvGrpSpPr>
            <a:grpSpLocks/>
          </p:cNvGrpSpPr>
          <p:nvPr/>
        </p:nvGrpSpPr>
        <p:grpSpPr bwMode="auto">
          <a:xfrm>
            <a:off x="657225" y="4197350"/>
            <a:ext cx="6411913" cy="563563"/>
            <a:chOff x="327" y="1686"/>
            <a:chExt cx="4039" cy="355"/>
          </a:xfrm>
        </p:grpSpPr>
        <p:graphicFrame>
          <p:nvGraphicFramePr>
            <p:cNvPr id="15368" name="Object 9">
              <a:extLst>
                <a:ext uri="{FF2B5EF4-FFF2-40B4-BE49-F238E27FC236}">
                  <a16:creationId xmlns:a16="http://schemas.microsoft.com/office/drawing/2014/main" id="{4DEC2AF5-C58B-1E39-583D-B3535790AEB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68" y="1706"/>
            <a:ext cx="1316" cy="3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8135600" imgH="4686300" progId="Equation.DSMT4">
                    <p:embed/>
                  </p:oleObj>
                </mc:Choice>
                <mc:Fallback>
                  <p:oleObj name="Equation" r:id="rId5" imgW="18135600" imgH="4686300" progId="Equation.DSMT4">
                    <p:embed/>
                    <p:pic>
                      <p:nvPicPr>
                        <p:cNvPr id="15368" name="Object 9">
                          <a:extLst>
                            <a:ext uri="{FF2B5EF4-FFF2-40B4-BE49-F238E27FC236}">
                              <a16:creationId xmlns:a16="http://schemas.microsoft.com/office/drawing/2014/main" id="{4DEC2AF5-C58B-1E39-583D-B3535790AEB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8" y="1706"/>
                          <a:ext cx="1316" cy="3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69" name="Text Box 10">
              <a:extLst>
                <a:ext uri="{FF2B5EF4-FFF2-40B4-BE49-F238E27FC236}">
                  <a16:creationId xmlns:a16="http://schemas.microsoft.com/office/drawing/2014/main" id="{4FD268C4-4827-4930-F99E-8050B1F05C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" y="1686"/>
              <a:ext cx="4039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楷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楷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楷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楷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楷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楷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楷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>
                  <a:solidFill>
                    <a:srgbClr val="FF0000"/>
                  </a:solidFill>
                </a:rPr>
                <a:t>则                       是   连续型随机变量    </a:t>
              </a:r>
            </a:p>
          </p:txBody>
        </p:sp>
      </p:grpSp>
      <p:grpSp>
        <p:nvGrpSpPr>
          <p:cNvPr id="15364" name="Group 17">
            <a:extLst>
              <a:ext uri="{FF2B5EF4-FFF2-40B4-BE49-F238E27FC236}">
                <a16:creationId xmlns:a16="http://schemas.microsoft.com/office/drawing/2014/main" id="{E8264F43-3504-5B3F-A22D-A8D9E6DE01FB}"/>
              </a:ext>
            </a:extLst>
          </p:cNvPr>
          <p:cNvGrpSpPr>
            <a:grpSpLocks/>
          </p:cNvGrpSpPr>
          <p:nvPr/>
        </p:nvGrpSpPr>
        <p:grpSpPr bwMode="auto">
          <a:xfrm>
            <a:off x="630238" y="3429000"/>
            <a:ext cx="6597650" cy="574675"/>
            <a:chOff x="310" y="1265"/>
            <a:chExt cx="4156" cy="362"/>
          </a:xfrm>
        </p:grpSpPr>
        <p:graphicFrame>
          <p:nvGraphicFramePr>
            <p:cNvPr id="15366" name="Object 7">
              <a:extLst>
                <a:ext uri="{FF2B5EF4-FFF2-40B4-BE49-F238E27FC236}">
                  <a16:creationId xmlns:a16="http://schemas.microsoft.com/office/drawing/2014/main" id="{42A340E9-F3E9-092F-0809-25B84624F85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0" y="1298"/>
            <a:ext cx="841" cy="3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2001500" imgH="4686300" progId="Equation.DSMT4">
                    <p:embed/>
                  </p:oleObj>
                </mc:Choice>
                <mc:Fallback>
                  <p:oleObj name="Equation" r:id="rId7" imgW="12001500" imgH="4686300" progId="Equation.DSMT4">
                    <p:embed/>
                    <p:pic>
                      <p:nvPicPr>
                        <p:cNvPr id="15366" name="Object 7">
                          <a:extLst>
                            <a:ext uri="{FF2B5EF4-FFF2-40B4-BE49-F238E27FC236}">
                              <a16:creationId xmlns:a16="http://schemas.microsoft.com/office/drawing/2014/main" id="{42A340E9-F3E9-092F-0809-25B84624F85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0" y="1298"/>
                          <a:ext cx="841" cy="3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67" name="Text Box 14">
              <a:extLst>
                <a:ext uri="{FF2B5EF4-FFF2-40B4-BE49-F238E27FC236}">
                  <a16:creationId xmlns:a16="http://schemas.microsoft.com/office/drawing/2014/main" id="{42D3D1A1-2C9A-9F91-3F89-F3203DD3D4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50" y="1265"/>
              <a:ext cx="19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楷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楷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楷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楷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楷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楷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楷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/>
                <a:t>是二元</a:t>
              </a:r>
              <a:r>
                <a:rPr lang="zh-CN" altLang="en-US" sz="2800">
                  <a:solidFill>
                    <a:srgbClr val="FF0000"/>
                  </a:solidFill>
                </a:rPr>
                <a:t>连续函数</a:t>
              </a:r>
              <a:r>
                <a:rPr lang="zh-CN" altLang="en-US" sz="2800"/>
                <a:t>，</a:t>
              </a:r>
            </a:p>
          </p:txBody>
        </p:sp>
      </p:grpSp>
      <p:pic>
        <p:nvPicPr>
          <p:cNvPr id="15365" name="图片 2">
            <a:extLst>
              <a:ext uri="{FF2B5EF4-FFF2-40B4-BE49-F238E27FC236}">
                <a16:creationId xmlns:a16="http://schemas.microsoft.com/office/drawing/2014/main" id="{0CBA2899-EEB7-3788-9ECD-0DA06D200E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288" b="16582"/>
          <a:stretch>
            <a:fillRect/>
          </a:stretch>
        </p:blipFill>
        <p:spPr bwMode="auto">
          <a:xfrm>
            <a:off x="2851150" y="3406775"/>
            <a:ext cx="13350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标题 1">
            <a:extLst>
              <a:ext uri="{FF2B5EF4-FFF2-40B4-BE49-F238E27FC236}">
                <a16:creationId xmlns:a16="http://schemas.microsoft.com/office/drawing/2014/main" id="{C84E3BAD-C9E3-3B22-C9C2-FA9D90F10CCA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ph type="ctrTitle"/>
          </p:nvPr>
        </p:nvSpPr>
        <p:spPr>
          <a:xfrm>
            <a:off x="-1116632" y="764704"/>
            <a:ext cx="6858000" cy="4619848"/>
          </a:xfr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B16D854F-E641-EACE-7BE6-02E368987995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4355976" y="620688"/>
            <a:ext cx="3905672" cy="4619848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  <a:effectLst/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标题 1">
            <a:extLst>
              <a:ext uri="{FF2B5EF4-FFF2-40B4-BE49-F238E27FC236}">
                <a16:creationId xmlns:a16="http://schemas.microsoft.com/office/drawing/2014/main" id="{25C67F93-DC81-589A-0372-678DD1BE59C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br>
              <a:rPr kumimoji="1" lang="en-US" altLang="zh-CN" sz="4000">
                <a:solidFill>
                  <a:srgbClr val="0432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</a:br>
            <a:r>
              <a:rPr kumimoji="1" lang="zh-CN" altLang="en-US" sz="4000">
                <a:solidFill>
                  <a:srgbClr val="0432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两个随机变量函数的分布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E1E3E2F-53E5-82EA-A57C-105983ECE7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375" y="4724400"/>
            <a:ext cx="11080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>
                <a:solidFill>
                  <a:srgbClr val="FF0000"/>
                </a:solidFill>
                <a:latin typeface="楷体" panose="02010609060101010101" pitchFamily="49" charset="-122"/>
              </a:rPr>
              <a:t>等价事件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DD307A1-8FA3-976D-DAC0-5894A5511D5D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27584" y="2211936"/>
            <a:ext cx="7299562" cy="3525196"/>
          </a:xfrm>
          <a:prstGeom prst="rect">
            <a:avLst/>
          </a:prstGeom>
          <a:blipFill>
            <a:blip r:embed="rId2"/>
            <a:stretch>
              <a:fillRect l="-1739" r="-870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文本框 3">
            <a:extLst>
              <a:ext uri="{FF2B5EF4-FFF2-40B4-BE49-F238E27FC236}">
                <a16:creationId xmlns:a16="http://schemas.microsoft.com/office/drawing/2014/main" id="{04604A74-A9C4-10CC-40E9-FDA8C88196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73025" y="338138"/>
            <a:ext cx="5257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09575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一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zh-CN" altLang="en-US" sz="28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zh-CN" altLang="en-US" sz="28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en-US" sz="28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zh-CN" altLang="en-US" sz="28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 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的分布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C426B5D-BCE2-1D43-A532-ADDB77AA730F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01943" y="1160088"/>
            <a:ext cx="8634413" cy="957250"/>
          </a:xfrm>
          <a:prstGeom prst="rect">
            <a:avLst/>
          </a:prstGeom>
          <a:blipFill>
            <a:blip r:embed="rId4"/>
            <a:stretch>
              <a:fillRect l="-882" b="-9211"/>
            </a:stretch>
          </a:blipFill>
          <a:ln w="9525">
            <a:noFill/>
          </a:ln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20483" name="文本框 4">
            <a:extLst>
              <a:ext uri="{FF2B5EF4-FFF2-40B4-BE49-F238E27FC236}">
                <a16:creationId xmlns:a16="http://schemas.microsoft.com/office/drawing/2014/main" id="{410496D9-A380-8C72-357B-998400299F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1513" y="3192463"/>
            <a:ext cx="3651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或</a:t>
            </a:r>
          </a:p>
        </p:txBody>
      </p:sp>
      <p:pic>
        <p:nvPicPr>
          <p:cNvPr id="20484" name="图片 5">
            <a:extLst>
              <a:ext uri="{FF2B5EF4-FFF2-40B4-BE49-F238E27FC236}">
                <a16:creationId xmlns:a16="http://schemas.microsoft.com/office/drawing/2014/main" id="{81F15DA7-75CA-7324-7194-6FC3C9A07B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538"/>
          <a:stretch>
            <a:fillRect/>
          </a:stretch>
        </p:blipFill>
        <p:spPr bwMode="auto">
          <a:xfrm>
            <a:off x="2555875" y="2347913"/>
            <a:ext cx="4321175" cy="1293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6FB26BB2-52F4-70CA-1FFD-C021C0723E0A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25894" y="3893555"/>
            <a:ext cx="8550593" cy="957250"/>
          </a:xfrm>
          <a:prstGeom prst="rect">
            <a:avLst/>
          </a:prstGeom>
          <a:blipFill>
            <a:blip r:embed="rId6"/>
            <a:stretch>
              <a:fillRect l="-742" b="-10390"/>
            </a:stretch>
          </a:blipFill>
          <a:ln w="9525">
            <a:noFill/>
          </a:ln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pic>
        <p:nvPicPr>
          <p:cNvPr id="20486" name="图片 10">
            <a:extLst>
              <a:ext uri="{FF2B5EF4-FFF2-40B4-BE49-F238E27FC236}">
                <a16:creationId xmlns:a16="http://schemas.microsoft.com/office/drawing/2014/main" id="{D680014B-5FD7-CA31-F0EE-7D3EE5DF91B0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391"/>
          <a:stretch>
            <a:fillRect/>
          </a:stretch>
        </p:blipFill>
        <p:spPr bwMode="auto">
          <a:xfrm>
            <a:off x="2555875" y="5133975"/>
            <a:ext cx="4392613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7" name="矩形 11">
            <a:extLst>
              <a:ext uri="{FF2B5EF4-FFF2-40B4-BE49-F238E27FC236}">
                <a16:creationId xmlns:a16="http://schemas.microsoft.com/office/drawing/2014/main" id="{566BBB57-B5B7-DED4-764E-9C13A8C3E4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2209800"/>
            <a:ext cx="5543550" cy="1622425"/>
          </a:xfrm>
          <a:prstGeom prst="rect">
            <a:avLst/>
          </a:prstGeom>
          <a:noFill/>
          <a:ln w="28575" algn="ctr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ea typeface="宋体" panose="02010600030101010101" pitchFamily="2" charset="-122"/>
            </a:endParaRPr>
          </a:p>
        </p:txBody>
      </p:sp>
      <p:sp>
        <p:nvSpPr>
          <p:cNvPr id="20488" name="矩形 11">
            <a:extLst>
              <a:ext uri="{FF2B5EF4-FFF2-40B4-BE49-F238E27FC236}">
                <a16:creationId xmlns:a16="http://schemas.microsoft.com/office/drawing/2014/main" id="{8B434616-E6C4-80B7-653D-CCDF665F11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5054600"/>
            <a:ext cx="5543550" cy="1622425"/>
          </a:xfrm>
          <a:prstGeom prst="rect">
            <a:avLst/>
          </a:prstGeom>
          <a:noFill/>
          <a:ln w="28575" algn="ctr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文本框 5">
            <a:extLst>
              <a:ext uri="{FF2B5EF4-FFF2-40B4-BE49-F238E27FC236}">
                <a16:creationId xmlns:a16="http://schemas.microsoft.com/office/drawing/2014/main" id="{FDAE5236-65CD-AFE9-B1E9-1450D327A2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75" y="2636838"/>
            <a:ext cx="64119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这两个公式称为 </a:t>
            </a:r>
            <a:r>
              <a:rPr lang="en-US" altLang="zh-CN" sz="20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sz="2000" i="1" baseline="-250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en-US" sz="2000" i="1" baseline="-250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0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 </a:t>
            </a:r>
            <a:r>
              <a:rPr lang="en-US" altLang="zh-CN" sz="20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sz="2000" i="1" baseline="-250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en-US" sz="2000" i="1" baseline="-250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0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的卷积公式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记为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f</a:t>
            </a:r>
            <a:r>
              <a:rPr lang="en-US" altLang="zh-CN" sz="2000" i="1" baseline="-250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X </a:t>
            </a:r>
            <a:r>
              <a:rPr lang="en-US" altLang="zh-CN" sz="20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* f</a:t>
            </a:r>
            <a:r>
              <a:rPr lang="en-US" altLang="zh-CN" sz="2000" i="1" baseline="-250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Y 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，即：</a:t>
            </a:r>
          </a:p>
        </p:txBody>
      </p:sp>
      <p:pic>
        <p:nvPicPr>
          <p:cNvPr id="22530" name="图片 7">
            <a:extLst>
              <a:ext uri="{FF2B5EF4-FFF2-40B4-BE49-F238E27FC236}">
                <a16:creationId xmlns:a16="http://schemas.microsoft.com/office/drawing/2014/main" id="{AE6A0D86-D7BB-78D3-25D6-30941F274D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825" y="3573463"/>
            <a:ext cx="7258050" cy="60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1" name="文本框 8">
            <a:extLst>
              <a:ext uri="{FF2B5EF4-FFF2-40B4-BE49-F238E27FC236}">
                <a16:creationId xmlns:a16="http://schemas.microsoft.com/office/drawing/2014/main" id="{BD3E5201-D82B-2306-73AF-1496C89D8D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07950" y="333375"/>
            <a:ext cx="5256213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09575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一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zh-CN" altLang="en-US" sz="28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zh-CN" altLang="en-US" sz="28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en-US" sz="28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zh-CN" altLang="en-US" sz="28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 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的分布</a:t>
            </a:r>
          </a:p>
        </p:txBody>
      </p:sp>
      <p:sp>
        <p:nvSpPr>
          <p:cNvPr id="22532" name="矩形 11">
            <a:extLst>
              <a:ext uri="{FF2B5EF4-FFF2-40B4-BE49-F238E27FC236}">
                <a16:creationId xmlns:a16="http://schemas.microsoft.com/office/drawing/2014/main" id="{FAC6EF86-ED9E-EC4A-BA1D-49AFCBEB1E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288" y="3429000"/>
            <a:ext cx="8064500" cy="936625"/>
          </a:xfrm>
          <a:prstGeom prst="rect">
            <a:avLst/>
          </a:prstGeom>
          <a:noFill/>
          <a:ln w="28575" algn="ctr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标题 1">
            <a:extLst>
              <a:ext uri="{FF2B5EF4-FFF2-40B4-BE49-F238E27FC236}">
                <a16:creationId xmlns:a16="http://schemas.microsoft.com/office/drawing/2014/main" id="{2AEDA7BE-BB62-A203-EA1A-3EFB7BE8FC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313" y="1630363"/>
            <a:ext cx="5584825" cy="585787"/>
          </a:xfrm>
        </p:spPr>
        <p:txBody>
          <a:bodyPr/>
          <a:lstStyle/>
          <a:p>
            <a:r>
              <a:rPr lang="zh-CN" altLang="en-US" sz="20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证</a:t>
            </a:r>
            <a:r>
              <a:rPr lang="zh-CN" altLang="en-US" sz="200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先来求 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zh-CN" altLang="en-US" sz="20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en-US" sz="20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的分布函数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sz="2000" b="1" i="1" baseline="-25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，即有</a:t>
            </a:r>
          </a:p>
        </p:txBody>
      </p:sp>
      <p:pic>
        <p:nvPicPr>
          <p:cNvPr id="24578" name="内容占位符 3">
            <a:extLst>
              <a:ext uri="{FF2B5EF4-FFF2-40B4-BE49-F238E27FC236}">
                <a16:creationId xmlns:a16="http://schemas.microsoft.com/office/drawing/2014/main" id="{CC37A6DB-A4F9-835F-AC76-04AB3FAA596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25513" y="2427288"/>
            <a:ext cx="4546600" cy="690562"/>
          </a:xfrm>
        </p:spPr>
      </p:pic>
      <p:sp>
        <p:nvSpPr>
          <p:cNvPr id="24579" name="文本框 6">
            <a:extLst>
              <a:ext uri="{FF2B5EF4-FFF2-40B4-BE49-F238E27FC236}">
                <a16:creationId xmlns:a16="http://schemas.microsoft.com/office/drawing/2014/main" id="{3C63E0F7-F39F-BF2E-C83E-891E6D82D7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3279775"/>
            <a:ext cx="5054600" cy="141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这里积分区域 </a:t>
            </a:r>
            <a:r>
              <a:rPr lang="en-US" altLang="zh-CN" sz="2000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∶ </a:t>
            </a:r>
            <a:r>
              <a:rPr lang="en-US" altLang="zh-CN" sz="2000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＋</a:t>
            </a:r>
            <a:r>
              <a:rPr lang="en-US" altLang="zh-CN" sz="2000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en-US" sz="2000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≤ </a:t>
            </a:r>
            <a:r>
              <a:rPr lang="en-US" altLang="zh-CN" sz="2000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zh-CN" altLang="en-US" sz="2000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是直线 </a:t>
            </a:r>
            <a:r>
              <a:rPr lang="en-US" altLang="zh-CN" sz="2000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en-US" sz="2000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en-US" sz="2000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及其左下方的半平面</a:t>
            </a:r>
            <a:endParaRPr lang="en-US" altLang="zh-CN" sz="20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将二重积分化成累次积分，得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en-US" sz="20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4580" name="图片 7">
            <a:extLst>
              <a:ext uri="{FF2B5EF4-FFF2-40B4-BE49-F238E27FC236}">
                <a16:creationId xmlns:a16="http://schemas.microsoft.com/office/drawing/2014/main" id="{21046FFC-46EB-3379-F033-E9352BFCB1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125" y="5119688"/>
            <a:ext cx="3670300" cy="54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1" name="图片 17">
            <a:extLst>
              <a:ext uri="{FF2B5EF4-FFF2-40B4-BE49-F238E27FC236}">
                <a16:creationId xmlns:a16="http://schemas.microsoft.com/office/drawing/2014/main" id="{D511B6B4-1C04-3D2A-91F8-1DB6114295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7763" y="2032000"/>
            <a:ext cx="2828925" cy="2601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2" name="文本框 11">
            <a:extLst>
              <a:ext uri="{FF2B5EF4-FFF2-40B4-BE49-F238E27FC236}">
                <a16:creationId xmlns:a16="http://schemas.microsoft.com/office/drawing/2014/main" id="{18F1E08E-7D42-A89E-FEBF-12A13E0380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73025" y="338138"/>
            <a:ext cx="5257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09575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一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zh-CN" altLang="en-US" sz="28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zh-CN" altLang="en-US" sz="28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en-US" sz="28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zh-CN" altLang="en-US" sz="28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 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的分布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文本框 10">
            <a:extLst>
              <a:ext uri="{FF2B5EF4-FFF2-40B4-BE49-F238E27FC236}">
                <a16:creationId xmlns:a16="http://schemas.microsoft.com/office/drawing/2014/main" id="{7B12269E-7815-F3DB-9842-A8BE3B7547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713" y="3359150"/>
            <a:ext cx="7654925" cy="3490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固定</a:t>
            </a:r>
            <a:r>
              <a:rPr lang="en-US" altLang="zh-CN" sz="2000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2000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对积分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 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作变量变换，令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2000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sz="2000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，得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                        </a:t>
            </a:r>
          </a:p>
          <a:p>
            <a:pPr>
              <a:lnSpc>
                <a:spcPct val="200000"/>
              </a:lnSpc>
              <a:spcBef>
                <a:spcPct val="0"/>
              </a:spcBef>
              <a:buFontTx/>
              <a:buNone/>
            </a:pPr>
            <a:endParaRPr lang="en-US" altLang="zh-CN" sz="20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Bef>
                <a:spcPct val="0"/>
              </a:spcBef>
              <a:buFontTx/>
              <a:buNone/>
            </a:pPr>
            <a:endParaRPr lang="en-US" altLang="zh-CN" sz="20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于是</a:t>
            </a:r>
          </a:p>
          <a:p>
            <a:pPr>
              <a:lnSpc>
                <a:spcPct val="200000"/>
              </a:lnSpc>
              <a:spcBef>
                <a:spcPct val="0"/>
              </a:spcBef>
              <a:buFontTx/>
              <a:buNone/>
            </a:pPr>
            <a:endParaRPr lang="en-US" altLang="zh-CN" sz="10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由概率密度的定义即可得</a:t>
            </a:r>
            <a:r>
              <a:rPr lang="zh-CN" altLang="en-US"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5.1</a:t>
            </a:r>
            <a:r>
              <a:rPr lang="zh-CN" altLang="en-US"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）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式</a:t>
            </a:r>
            <a:r>
              <a:rPr lang="en-US" altLang="zh-CN"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类似可证得</a:t>
            </a:r>
            <a:r>
              <a:rPr lang="zh-CN" altLang="en-US"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5.2</a:t>
            </a:r>
            <a:r>
              <a:rPr lang="zh-CN" altLang="en-US"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）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式</a:t>
            </a:r>
            <a:r>
              <a:rPr lang="en-US" altLang="zh-CN"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.</a:t>
            </a:r>
          </a:p>
        </p:txBody>
      </p:sp>
      <p:pic>
        <p:nvPicPr>
          <p:cNvPr id="26626" name="图片 7">
            <a:extLst>
              <a:ext uri="{FF2B5EF4-FFF2-40B4-BE49-F238E27FC236}">
                <a16:creationId xmlns:a16="http://schemas.microsoft.com/office/drawing/2014/main" id="{53C0B463-7915-C476-902D-19246054BB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950" y="1879600"/>
            <a:ext cx="3668713" cy="54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EDA9D4B2-C900-B54F-5553-91C53E8820A6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483768" y="3434300"/>
            <a:ext cx="1528944" cy="624402"/>
          </a:xfrm>
          <a:prstGeom prst="rect">
            <a:avLst/>
          </a:prstGeom>
          <a:blipFill>
            <a:blip r:embed="rId4"/>
            <a:stretch>
              <a:fillRect l="-47934" t="-156000" b="-224000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26628" name="文本框 11">
            <a:extLst>
              <a:ext uri="{FF2B5EF4-FFF2-40B4-BE49-F238E27FC236}">
                <a16:creationId xmlns:a16="http://schemas.microsoft.com/office/drawing/2014/main" id="{0684B251-4F03-A355-47D3-DC952AE27C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73025" y="338138"/>
            <a:ext cx="5257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09575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一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zh-CN" altLang="en-US" sz="28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zh-CN" altLang="en-US" sz="28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en-US" sz="28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zh-CN" altLang="en-US" sz="28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 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的分布</a:t>
            </a:r>
          </a:p>
        </p:txBody>
      </p:sp>
      <p:pic>
        <p:nvPicPr>
          <p:cNvPr id="26629" name="图片 18">
            <a:extLst>
              <a:ext uri="{FF2B5EF4-FFF2-40B4-BE49-F238E27FC236}">
                <a16:creationId xmlns:a16="http://schemas.microsoft.com/office/drawing/2014/main" id="{975357FB-0C4C-3E7E-8867-13B505C08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5600" y="439738"/>
            <a:ext cx="2828925" cy="260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0" name="图片 1">
            <a:extLst>
              <a:ext uri="{FF2B5EF4-FFF2-40B4-BE49-F238E27FC236}">
                <a16:creationId xmlns:a16="http://schemas.microsoft.com/office/drawing/2014/main" id="{B0B5CC8A-C0A2-23C1-86FB-6BFFB6C3A7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77" b="1227"/>
          <a:stretch>
            <a:fillRect/>
          </a:stretch>
        </p:blipFill>
        <p:spPr bwMode="auto">
          <a:xfrm>
            <a:off x="2411413" y="4294188"/>
            <a:ext cx="2160587" cy="68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1" name="图片 2">
            <a:extLst>
              <a:ext uri="{FF2B5EF4-FFF2-40B4-BE49-F238E27FC236}">
                <a16:creationId xmlns:a16="http://schemas.microsoft.com/office/drawing/2014/main" id="{9D4DEE4D-973A-A850-1E78-0FA84CD5F0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11" b="1227"/>
          <a:stretch>
            <a:fillRect/>
          </a:stretch>
        </p:blipFill>
        <p:spPr bwMode="auto">
          <a:xfrm>
            <a:off x="1409700" y="5297488"/>
            <a:ext cx="3775075" cy="69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434A3B18-BD69-A114-0639-49774A24B6E9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184775" y="5344911"/>
            <a:ext cx="2853858" cy="619144"/>
          </a:xfrm>
          <a:prstGeom prst="rect">
            <a:avLst/>
          </a:prstGeom>
          <a:blipFill>
            <a:blip r:embed="rId8"/>
            <a:stretch>
              <a:fillRect l="-31858" t="-180000" b="-268000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文本框 3">
            <a:extLst>
              <a:ext uri="{FF2B5EF4-FFF2-40B4-BE49-F238E27FC236}">
                <a16:creationId xmlns:a16="http://schemas.microsoft.com/office/drawing/2014/main" id="{6109C9F3-C37B-DE90-4A1F-8C5BF25829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73025" y="338138"/>
            <a:ext cx="5257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09575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一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zh-CN" altLang="en-US" sz="28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zh-CN" altLang="en-US" sz="28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en-US" sz="28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zh-CN" altLang="en-US" sz="28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 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的分布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AA60469-D62E-EFA2-5405-22E65F6B853D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01943" y="1160088"/>
            <a:ext cx="8634413" cy="957250"/>
          </a:xfrm>
          <a:prstGeom prst="rect">
            <a:avLst/>
          </a:prstGeom>
          <a:blipFill>
            <a:blip r:embed="rId4"/>
            <a:stretch>
              <a:fillRect l="-882" b="-9211"/>
            </a:stretch>
          </a:blipFill>
          <a:ln w="9525">
            <a:noFill/>
          </a:ln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28675" name="文本框 4">
            <a:extLst>
              <a:ext uri="{FF2B5EF4-FFF2-40B4-BE49-F238E27FC236}">
                <a16:creationId xmlns:a16="http://schemas.microsoft.com/office/drawing/2014/main" id="{8AAD690C-095B-F06A-C108-CE0C861F1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1513" y="3192463"/>
            <a:ext cx="3651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或</a:t>
            </a:r>
          </a:p>
        </p:txBody>
      </p:sp>
      <p:pic>
        <p:nvPicPr>
          <p:cNvPr id="28676" name="图片 5">
            <a:extLst>
              <a:ext uri="{FF2B5EF4-FFF2-40B4-BE49-F238E27FC236}">
                <a16:creationId xmlns:a16="http://schemas.microsoft.com/office/drawing/2014/main" id="{F6D91F9D-3783-1FCC-7D8B-2B3110D74B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538"/>
          <a:stretch>
            <a:fillRect/>
          </a:stretch>
        </p:blipFill>
        <p:spPr bwMode="auto">
          <a:xfrm>
            <a:off x="2555875" y="2347913"/>
            <a:ext cx="4321175" cy="1293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05D96582-1B2B-E15D-D873-59C1E4B1025F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25894" y="3893555"/>
            <a:ext cx="8550593" cy="957250"/>
          </a:xfrm>
          <a:prstGeom prst="rect">
            <a:avLst/>
          </a:prstGeom>
          <a:blipFill>
            <a:blip r:embed="rId6"/>
            <a:stretch>
              <a:fillRect l="-742" b="-10390"/>
            </a:stretch>
          </a:blipFill>
          <a:ln w="9525">
            <a:noFill/>
          </a:ln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pic>
        <p:nvPicPr>
          <p:cNvPr id="28678" name="图片 10">
            <a:extLst>
              <a:ext uri="{FF2B5EF4-FFF2-40B4-BE49-F238E27FC236}">
                <a16:creationId xmlns:a16="http://schemas.microsoft.com/office/drawing/2014/main" id="{E9FCACF6-71A3-B905-7EBA-B71684F30081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391"/>
          <a:stretch>
            <a:fillRect/>
          </a:stretch>
        </p:blipFill>
        <p:spPr bwMode="auto">
          <a:xfrm>
            <a:off x="2555875" y="5133975"/>
            <a:ext cx="4392613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9" name="矩形 11">
            <a:extLst>
              <a:ext uri="{FF2B5EF4-FFF2-40B4-BE49-F238E27FC236}">
                <a16:creationId xmlns:a16="http://schemas.microsoft.com/office/drawing/2014/main" id="{91AC119D-0BDF-487F-DE83-1AD86A1400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2209800"/>
            <a:ext cx="5543550" cy="1622425"/>
          </a:xfrm>
          <a:prstGeom prst="rect">
            <a:avLst/>
          </a:prstGeom>
          <a:noFill/>
          <a:ln w="28575" algn="ctr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ea typeface="宋体" panose="02010600030101010101" pitchFamily="2" charset="-122"/>
            </a:endParaRPr>
          </a:p>
        </p:txBody>
      </p:sp>
      <p:sp>
        <p:nvSpPr>
          <p:cNvPr id="28680" name="矩形 11">
            <a:extLst>
              <a:ext uri="{FF2B5EF4-FFF2-40B4-BE49-F238E27FC236}">
                <a16:creationId xmlns:a16="http://schemas.microsoft.com/office/drawing/2014/main" id="{6555DC67-0600-B301-AB9E-A7E89C762A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5054600"/>
            <a:ext cx="5543550" cy="1622425"/>
          </a:xfrm>
          <a:prstGeom prst="rect">
            <a:avLst/>
          </a:prstGeom>
          <a:noFill/>
          <a:ln w="28575" algn="ctr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1" name="图片 8">
            <a:extLst>
              <a:ext uri="{FF2B5EF4-FFF2-40B4-BE49-F238E27FC236}">
                <a16:creationId xmlns:a16="http://schemas.microsoft.com/office/drawing/2014/main" id="{59D55662-4F4F-2FC8-6651-72E79F0296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52513"/>
            <a:ext cx="9144000" cy="514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2" name="图片 9">
            <a:extLst>
              <a:ext uri="{FF2B5EF4-FFF2-40B4-BE49-F238E27FC236}">
                <a16:creationId xmlns:a16="http://schemas.microsoft.com/office/drawing/2014/main" id="{20A6B212-5AF9-685A-918D-BADFD4784B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64"/>
          <a:stretch>
            <a:fillRect/>
          </a:stretch>
        </p:blipFill>
        <p:spPr bwMode="auto">
          <a:xfrm>
            <a:off x="1835150" y="5503863"/>
            <a:ext cx="5265738" cy="804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3" name="图片 10">
            <a:extLst>
              <a:ext uri="{FF2B5EF4-FFF2-40B4-BE49-F238E27FC236}">
                <a16:creationId xmlns:a16="http://schemas.microsoft.com/office/drawing/2014/main" id="{41064621-7584-F524-F77F-C4936B0148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6319838"/>
            <a:ext cx="2794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4" name="文本框 4">
            <a:extLst>
              <a:ext uri="{FF2B5EF4-FFF2-40B4-BE49-F238E27FC236}">
                <a16:creationId xmlns:a16="http://schemas.microsoft.com/office/drawing/2014/main" id="{6AB8D0B1-1B77-6873-B27C-FDADFBEEB5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73025" y="338138"/>
            <a:ext cx="67325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09575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一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zh-CN" altLang="en-US" sz="28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zh-CN" altLang="en-US" sz="28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en-US" sz="28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zh-CN" altLang="en-US" sz="28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 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的分布，应用卷积公式</a:t>
            </a:r>
          </a:p>
        </p:txBody>
      </p: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5E4E8E94-E524-AC4E-B3CA-402909754D5C}"/>
              </a:ext>
            </a:extLst>
          </p:cNvPr>
          <p:cNvCxnSpPr/>
          <p:nvPr/>
        </p:nvCxnSpPr>
        <p:spPr bwMode="auto">
          <a:xfrm>
            <a:off x="2843213" y="1412875"/>
            <a:ext cx="1441450" cy="0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D8D16C9D-9054-2986-1743-242656F3CC89}"/>
              </a:ext>
            </a:extLst>
          </p:cNvPr>
          <p:cNvCxnSpPr>
            <a:cxnSpLocks/>
          </p:cNvCxnSpPr>
          <p:nvPr/>
        </p:nvCxnSpPr>
        <p:spPr bwMode="auto">
          <a:xfrm>
            <a:off x="1187450" y="4652963"/>
            <a:ext cx="3600450" cy="0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30727" name="图片 8" descr="图形用户界面&#10;&#10;低可信度描述已自动生成">
            <a:extLst>
              <a:ext uri="{FF2B5EF4-FFF2-40B4-BE49-F238E27FC236}">
                <a16:creationId xmlns:a16="http://schemas.microsoft.com/office/drawing/2014/main" id="{A6A51E9F-9625-DCBF-5024-B733FE46A7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114" b="3484"/>
          <a:stretch>
            <a:fillRect/>
          </a:stretch>
        </p:blipFill>
        <p:spPr bwMode="auto">
          <a:xfrm>
            <a:off x="6659563" y="31750"/>
            <a:ext cx="2170112" cy="925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BFE890A-FB40-B06A-B942-2345620C0B29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44797" y="1772816"/>
            <a:ext cx="8654405" cy="4667368"/>
          </a:xfrm>
          <a:prstGeom prst="rect">
            <a:avLst/>
          </a:prstGeom>
          <a:blipFill>
            <a:blip r:embed="rId3"/>
            <a:stretch>
              <a:fillRect l="-880" r="-293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13">
            <a:extLst>
              <a:ext uri="{FF2B5EF4-FFF2-40B4-BE49-F238E27FC236}">
                <a16:creationId xmlns:a16="http://schemas.microsoft.com/office/drawing/2014/main" id="{BB2CE803-EA0C-00FB-6703-A59F14A1CF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2876550"/>
            <a:ext cx="2647950" cy="4619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400" b="0" dirty="0">
                <a:latin typeface="+mn-ea"/>
                <a:ea typeface="+mn-ea"/>
              </a:rPr>
              <a:t>设          </a:t>
            </a:r>
            <a:r>
              <a:rPr lang="en-US" altLang="zh-CN" sz="2400" b="0" dirty="0">
                <a:latin typeface="+mn-ea"/>
                <a:ea typeface="+mn-ea"/>
              </a:rPr>
              <a:t>,</a:t>
            </a:r>
            <a:r>
              <a:rPr lang="zh-CN" altLang="en-US" sz="2400" b="0" dirty="0">
                <a:latin typeface="+mn-ea"/>
                <a:ea typeface="+mn-ea"/>
              </a:rPr>
              <a:t> 则</a:t>
            </a:r>
          </a:p>
        </p:txBody>
      </p:sp>
      <p:pic>
        <p:nvPicPr>
          <p:cNvPr id="34818" name="图片 2">
            <a:extLst>
              <a:ext uri="{FF2B5EF4-FFF2-40B4-BE49-F238E27FC236}">
                <a16:creationId xmlns:a16="http://schemas.microsoft.com/office/drawing/2014/main" id="{A2B61D16-A409-33C7-4F79-ABDB08C067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788" y="2890838"/>
            <a:ext cx="1606550" cy="531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19" name="图片 9">
            <a:extLst>
              <a:ext uri="{FF2B5EF4-FFF2-40B4-BE49-F238E27FC236}">
                <a16:creationId xmlns:a16="http://schemas.microsoft.com/office/drawing/2014/main" id="{2C9A90B2-32BA-C3CA-BDFA-DA66E7DC8B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1700" y="2890838"/>
            <a:ext cx="1439863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1" name="图片 17">
            <a:extLst>
              <a:ext uri="{FF2B5EF4-FFF2-40B4-BE49-F238E27FC236}">
                <a16:creationId xmlns:a16="http://schemas.microsoft.com/office/drawing/2014/main" id="{8C4EB198-C326-5512-B7BA-D230BB6204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724"/>
          <a:stretch>
            <a:fillRect/>
          </a:stretch>
        </p:blipFill>
        <p:spPr bwMode="auto">
          <a:xfrm>
            <a:off x="295275" y="1741488"/>
            <a:ext cx="5435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2" name="图片 18">
            <a:extLst>
              <a:ext uri="{FF2B5EF4-FFF2-40B4-BE49-F238E27FC236}">
                <a16:creationId xmlns:a16="http://schemas.microsoft.com/office/drawing/2014/main" id="{F2D61259-71AB-1C77-63C4-8FDFB00A02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72" r="46407" b="-8211"/>
          <a:stretch>
            <a:fillRect/>
          </a:stretch>
        </p:blipFill>
        <p:spPr bwMode="auto">
          <a:xfrm>
            <a:off x="5795963" y="1701800"/>
            <a:ext cx="2913062" cy="57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48">
            <a:extLst>
              <a:ext uri="{FF2B5EF4-FFF2-40B4-BE49-F238E27FC236}">
                <a16:creationId xmlns:a16="http://schemas.microsoft.com/office/drawing/2014/main" id="{ED7BBD79-DB7A-72E8-D639-4559D834183C}"/>
              </a:ext>
            </a:extLst>
          </p:cNvPr>
          <p:cNvCxnSpPr/>
          <p:nvPr/>
        </p:nvCxnSpPr>
        <p:spPr>
          <a:xfrm>
            <a:off x="0" y="931863"/>
            <a:ext cx="9144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682" name="Rectangle 2">
            <a:extLst>
              <a:ext uri="{FF2B5EF4-FFF2-40B4-BE49-F238E27FC236}">
                <a16:creationId xmlns:a16="http://schemas.microsoft.com/office/drawing/2014/main" id="{959CB990-2422-8E24-B1F3-B77ABED0B2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8425" y="242888"/>
            <a:ext cx="6702425" cy="59372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008965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dirty="0">
                <a:solidFill>
                  <a:srgbClr val="FF0000"/>
                </a:solidFill>
                <a:cs typeface="Arial" panose="020B0604020202020204" pitchFamily="34" charset="0"/>
              </a:rPr>
              <a:t>Practice</a:t>
            </a:r>
            <a:endParaRPr lang="zh-CN" altLang="en-US" dirty="0">
              <a:solidFill>
                <a:srgbClr val="FF0000"/>
              </a:solidFill>
              <a:ea typeface="华文新魏" panose="020108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71683" name="矩形 4">
            <a:extLst>
              <a:ext uri="{FF2B5EF4-FFF2-40B4-BE49-F238E27FC236}">
                <a16:creationId xmlns:a16="http://schemas.microsoft.com/office/drawing/2014/main" id="{B5B8220D-44DA-B58D-A1D3-B4B5D9D279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60350" cy="6858000"/>
          </a:xfrm>
          <a:prstGeom prst="rect">
            <a:avLst/>
          </a:prstGeom>
          <a:solidFill>
            <a:srgbClr val="0070C0"/>
          </a:solidFill>
          <a:ln w="9525" algn="ctr">
            <a:solidFill>
              <a:srgbClr val="0070C0"/>
            </a:solidFill>
            <a:round/>
            <a:headEnd/>
            <a:tailEnd/>
          </a:ln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E4B0D77-A683-8593-798C-79C9C1F7F1CA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34483" y="1412776"/>
            <a:ext cx="7704856" cy="1384995"/>
          </a:xfrm>
          <a:prstGeom prst="rect">
            <a:avLst/>
          </a:prstGeom>
          <a:blipFill>
            <a:blip r:embed="rId2"/>
            <a:stretch>
              <a:fillRect l="-1647" b="-1818"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3C8308A-064E-FC8D-DACE-BBBC4091C897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83530" y="3111499"/>
            <a:ext cx="1821268" cy="523220"/>
          </a:xfrm>
          <a:prstGeom prst="rect">
            <a:avLst/>
          </a:prstGeom>
          <a:blipFill>
            <a:blip r:embed="rId3"/>
            <a:stretch>
              <a:fillRect r="-690" b="-18605"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9C4EF94-F3DE-B52E-B820-81B8BD0B55A1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630858" y="3111499"/>
            <a:ext cx="1806841" cy="523220"/>
          </a:xfrm>
          <a:prstGeom prst="rect">
            <a:avLst/>
          </a:prstGeom>
          <a:blipFill>
            <a:blip r:embed="rId4"/>
            <a:stretch>
              <a:fillRect r="-699" b="-18605"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D8DE967-934F-1E5B-E483-6955BB0E5331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291192" y="3099664"/>
            <a:ext cx="2465740" cy="523220"/>
          </a:xfrm>
          <a:prstGeom prst="rect">
            <a:avLst/>
          </a:prstGeom>
          <a:blipFill>
            <a:blip r:embed="rId5"/>
            <a:stretch>
              <a:fillRect l="-1538" t="-11628" r="-3077" b="-30233"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1B3018C-74B1-572C-770C-C340C0E39C6D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83530" y="4060230"/>
            <a:ext cx="5665205" cy="523220"/>
          </a:xfrm>
          <a:prstGeom prst="rect">
            <a:avLst/>
          </a:prstGeom>
          <a:blipFill>
            <a:blip r:embed="rId6"/>
            <a:stretch>
              <a:fillRect b="-21429"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93F1ACF-D14B-D6E7-E782-E5DAEBA25CC6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269202" y="4060230"/>
            <a:ext cx="2911310" cy="523220"/>
          </a:xfrm>
          <a:prstGeom prst="rect">
            <a:avLst/>
          </a:prstGeom>
          <a:blipFill>
            <a:blip r:embed="rId7"/>
            <a:stretch>
              <a:fillRect t="-14286" r="-3478" b="-30952"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</a:p>
        </p:txBody>
      </p:sp>
      <p:pic>
        <p:nvPicPr>
          <p:cNvPr id="20" name="图片 19" descr="文本, 信件&#10;&#10;描述已自动生成">
            <a:extLst>
              <a:ext uri="{FF2B5EF4-FFF2-40B4-BE49-F238E27FC236}">
                <a16:creationId xmlns:a16="http://schemas.microsoft.com/office/drawing/2014/main" id="{3AECCCC8-D966-2BA7-2630-85B1D6065C12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16166" b="39898"/>
          <a:stretch/>
        </p:blipFill>
        <p:spPr>
          <a:xfrm>
            <a:off x="640151" y="959847"/>
            <a:ext cx="8188325" cy="26939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24C56981-44A6-2400-0988-F53C67851E68}"/>
                  </a:ext>
                </a:extLst>
              </p:cNvPr>
              <p:cNvSpPr txBox="1"/>
              <p:nvPr/>
            </p:nvSpPr>
            <p:spPr>
              <a:xfrm>
                <a:off x="659755" y="5039157"/>
                <a:ext cx="386015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b="0" dirty="0"/>
                  <a:t>[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+(2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)]~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(3,19)</m:t>
                    </m:r>
                  </m:oMath>
                </a14:m>
                <a:endParaRPr kumimoji="1" lang="zh-CN" altLang="en-US" b="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24C56981-44A6-2400-0988-F53C67851E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755" y="5039157"/>
                <a:ext cx="3860159" cy="523220"/>
              </a:xfrm>
              <a:prstGeom prst="rect">
                <a:avLst/>
              </a:prstGeom>
              <a:blipFill>
                <a:blip r:embed="rId9"/>
                <a:stretch>
                  <a:fillRect l="-3279" t="-11905" r="-1311" b="-309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444D973B-AF25-5741-16AF-F034EB237516}"/>
                  </a:ext>
                </a:extLst>
              </p:cNvPr>
              <p:cNvSpPr txBox="1"/>
              <p:nvPr/>
            </p:nvSpPr>
            <p:spPr>
              <a:xfrm>
                <a:off x="682003" y="5947682"/>
                <a:ext cx="418800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b="0" dirty="0"/>
                  <a:t>[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+2</m:t>
                        </m:r>
                        <m:r>
                          <a:rPr kumimoji="1" lang="en-US" altLang="zh-CN" b="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+3]~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(6,19)</m:t>
                    </m:r>
                  </m:oMath>
                </a14:m>
                <a:endParaRPr kumimoji="1" lang="zh-CN" altLang="en-US" b="0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444D973B-AF25-5741-16AF-F034EB237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003" y="5947682"/>
                <a:ext cx="4188006" cy="523220"/>
              </a:xfrm>
              <a:prstGeom prst="rect">
                <a:avLst/>
              </a:prstGeom>
              <a:blipFill>
                <a:blip r:embed="rId10"/>
                <a:stretch>
                  <a:fillRect l="-3021" t="-11905" r="-906" b="-309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 descr="文本, 信件&#10;&#10;描述已自动生成">
            <a:extLst>
              <a:ext uri="{FF2B5EF4-FFF2-40B4-BE49-F238E27FC236}">
                <a16:creationId xmlns:a16="http://schemas.microsoft.com/office/drawing/2014/main" id="{FEE86788-B30F-0875-D7E3-E2C4C556826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0112" y="2291266"/>
            <a:ext cx="5538202" cy="41796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031B1F25-333F-8C17-C7A2-0C6C8483365C}"/>
              </a:ext>
            </a:extLst>
          </p:cNvPr>
          <p:cNvGrpSpPr/>
          <p:nvPr/>
        </p:nvGrpSpPr>
        <p:grpSpPr>
          <a:xfrm>
            <a:off x="685800" y="3933056"/>
            <a:ext cx="7772400" cy="2191197"/>
            <a:chOff x="685800" y="3933056"/>
            <a:chExt cx="7772400" cy="2191197"/>
          </a:xfrm>
        </p:grpSpPr>
        <p:pic>
          <p:nvPicPr>
            <p:cNvPr id="5" name="图片 4" descr="文本&#10;&#10;描述已自动生成">
              <a:extLst>
                <a:ext uri="{FF2B5EF4-FFF2-40B4-BE49-F238E27FC236}">
                  <a16:creationId xmlns:a16="http://schemas.microsoft.com/office/drawing/2014/main" id="{BD33308A-F97E-9F98-0033-A8B880A603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5800" y="3933056"/>
              <a:ext cx="7772400" cy="2191197"/>
            </a:xfrm>
            <a:prstGeom prst="rect">
              <a:avLst/>
            </a:prstGeom>
          </p:spPr>
        </p:pic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DEF0F649-B728-1CB0-1868-BCD318CC1B22}"/>
                </a:ext>
              </a:extLst>
            </p:cNvPr>
            <p:cNvSpPr/>
            <p:nvPr/>
          </p:nvSpPr>
          <p:spPr bwMode="auto">
            <a:xfrm>
              <a:off x="5436096" y="5028654"/>
              <a:ext cx="2808312" cy="41657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A77A993C-016D-1427-A7C8-7332C7BE1D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1268760"/>
            <a:ext cx="7344816" cy="1514089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33972152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5" name="图片 3">
            <a:extLst>
              <a:ext uri="{FF2B5EF4-FFF2-40B4-BE49-F238E27FC236}">
                <a16:creationId xmlns:a16="http://schemas.microsoft.com/office/drawing/2014/main" id="{1E593DB7-22F5-1A72-929A-3F7914663F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538" y="1196975"/>
            <a:ext cx="8801100" cy="210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EC0340F3-E0A7-8604-E7D4-848FCC50A5A3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83568" y="3587062"/>
            <a:ext cx="7293535" cy="482376"/>
          </a:xfrm>
          <a:prstGeom prst="rect">
            <a:avLst/>
          </a:prstGeom>
          <a:blipFill>
            <a:blip r:embed="rId4"/>
            <a:stretch>
              <a:fillRect l="-868" t="-120513" b="-179487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36867" name="文本框 5">
            <a:extLst>
              <a:ext uri="{FF2B5EF4-FFF2-40B4-BE49-F238E27FC236}">
                <a16:creationId xmlns:a16="http://schemas.microsoft.com/office/drawing/2014/main" id="{4B1486E3-0710-0689-D733-8A08A5F919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73025" y="338138"/>
            <a:ext cx="71659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09575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一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zh-CN" altLang="en-US" sz="28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zh-CN" altLang="en-US" sz="28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en-US" sz="28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zh-CN" altLang="en-US" sz="28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 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的分布：应用卷积公式</a:t>
            </a:r>
          </a:p>
        </p:txBody>
      </p:sp>
      <p:pic>
        <p:nvPicPr>
          <p:cNvPr id="36868" name="图片 6">
            <a:extLst>
              <a:ext uri="{FF2B5EF4-FFF2-40B4-BE49-F238E27FC236}">
                <a16:creationId xmlns:a16="http://schemas.microsoft.com/office/drawing/2014/main" id="{79E7AD06-BB9F-E2C4-2CD0-C705ABA3D3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675" y="4935538"/>
            <a:ext cx="4257675" cy="636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69" name="图片 7">
            <a:extLst>
              <a:ext uri="{FF2B5EF4-FFF2-40B4-BE49-F238E27FC236}">
                <a16:creationId xmlns:a16="http://schemas.microsoft.com/office/drawing/2014/main" id="{E98CBD53-8F9C-502C-12C8-EECC827DC7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1500" y="4365625"/>
            <a:ext cx="3240088" cy="235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592CB5D1-6C4B-5A35-15F5-EEAF7CF2EEA9}"/>
              </a:ext>
            </a:extLst>
          </p:cNvPr>
          <p:cNvCxnSpPr/>
          <p:nvPr/>
        </p:nvCxnSpPr>
        <p:spPr bwMode="auto">
          <a:xfrm>
            <a:off x="6732588" y="1484313"/>
            <a:ext cx="1871662" cy="0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8B210B67-1C6C-CAB3-0D54-6AFDD253E0F7}"/>
              </a:ext>
            </a:extLst>
          </p:cNvPr>
          <p:cNvCxnSpPr>
            <a:cxnSpLocks/>
          </p:cNvCxnSpPr>
          <p:nvPr/>
        </p:nvCxnSpPr>
        <p:spPr bwMode="auto">
          <a:xfrm flipV="1">
            <a:off x="4716463" y="4068763"/>
            <a:ext cx="3095625" cy="17462"/>
          </a:xfrm>
          <a:prstGeom prst="line">
            <a:avLst/>
          </a:prstGeom>
          <a:ln w="22225" cap="flat" cmpd="sng" algn="ctr">
            <a:solidFill>
              <a:srgbClr val="FF0000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90EAAE9E-97B0-3359-EEE3-880520CC2B0F}"/>
              </a:ext>
            </a:extLst>
          </p:cNvPr>
          <p:cNvSpPr txBox="1"/>
          <p:nvPr/>
        </p:nvSpPr>
        <p:spPr>
          <a:xfrm>
            <a:off x="701675" y="6002338"/>
            <a:ext cx="4160838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zh-CN" altLang="en-US" sz="2000" b="0" dirty="0">
                <a:latin typeface="+mn-ea"/>
                <a:ea typeface="+mn-ea"/>
              </a:rPr>
              <a:t>只有在上述区域时，被积函数不为</a:t>
            </a:r>
            <a:r>
              <a:rPr kumimoji="1" lang="en-US" altLang="zh-CN" sz="2000" b="0" dirty="0">
                <a:latin typeface="+mn-ea"/>
                <a:ea typeface="+mn-ea"/>
              </a:rPr>
              <a:t>0</a:t>
            </a:r>
            <a:endParaRPr kumimoji="1" lang="zh-CN" altLang="en-US" sz="2000" b="0" dirty="0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3" name="图片 9">
            <a:extLst>
              <a:ext uri="{FF2B5EF4-FFF2-40B4-BE49-F238E27FC236}">
                <a16:creationId xmlns:a16="http://schemas.microsoft.com/office/drawing/2014/main" id="{E9510EDA-A336-FF0C-42E4-F290482BBF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3913" y="1196975"/>
            <a:ext cx="3240087" cy="235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14" name="图片 4">
            <a:extLst>
              <a:ext uri="{FF2B5EF4-FFF2-40B4-BE49-F238E27FC236}">
                <a16:creationId xmlns:a16="http://schemas.microsoft.com/office/drawing/2014/main" id="{0413A810-3DAA-780B-2036-AFF5014E6C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03"/>
          <a:stretch>
            <a:fillRect/>
          </a:stretch>
        </p:blipFill>
        <p:spPr bwMode="auto">
          <a:xfrm>
            <a:off x="33338" y="1163638"/>
            <a:ext cx="5661025" cy="2147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15" name="图片 10">
            <a:extLst>
              <a:ext uri="{FF2B5EF4-FFF2-40B4-BE49-F238E27FC236}">
                <a16:creationId xmlns:a16="http://schemas.microsoft.com/office/drawing/2014/main" id="{8080F36C-7861-B9FB-E97F-A6C3913A0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5013325"/>
            <a:ext cx="5929313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16" name="图片 11">
            <a:extLst>
              <a:ext uri="{FF2B5EF4-FFF2-40B4-BE49-F238E27FC236}">
                <a16:creationId xmlns:a16="http://schemas.microsoft.com/office/drawing/2014/main" id="{E119B1FA-AC8B-C481-6239-6E3D78C454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47" t="33604" r="25372" b="18050"/>
          <a:stretch>
            <a:fillRect/>
          </a:stretch>
        </p:blipFill>
        <p:spPr bwMode="auto">
          <a:xfrm>
            <a:off x="107950" y="3614738"/>
            <a:ext cx="4248150" cy="101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1" name="图片 3">
            <a:extLst>
              <a:ext uri="{FF2B5EF4-FFF2-40B4-BE49-F238E27FC236}">
                <a16:creationId xmlns:a16="http://schemas.microsoft.com/office/drawing/2014/main" id="{CB4CD3EB-CAB1-B01A-D219-132DD4D59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141"/>
          <a:stretch>
            <a:fillRect/>
          </a:stretch>
        </p:blipFill>
        <p:spPr bwMode="auto">
          <a:xfrm>
            <a:off x="95250" y="1576388"/>
            <a:ext cx="8953500" cy="3348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F457D92B-0564-80DF-7200-782B1CA2CBB6}"/>
              </a:ext>
            </a:extLst>
          </p:cNvPr>
          <p:cNvCxnSpPr/>
          <p:nvPr/>
        </p:nvCxnSpPr>
        <p:spPr bwMode="auto">
          <a:xfrm>
            <a:off x="2843213" y="1936750"/>
            <a:ext cx="1441450" cy="0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40963" name="图片 8" descr="文本&#10;&#10;中度可信度描述已自动生成">
            <a:extLst>
              <a:ext uri="{FF2B5EF4-FFF2-40B4-BE49-F238E27FC236}">
                <a16:creationId xmlns:a16="http://schemas.microsoft.com/office/drawing/2014/main" id="{F6F02784-FD97-3D02-E33B-AACBC12D8F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7763" y="168275"/>
            <a:ext cx="3529012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4" name="文本框 5">
            <a:extLst>
              <a:ext uri="{FF2B5EF4-FFF2-40B4-BE49-F238E27FC236}">
                <a16:creationId xmlns:a16="http://schemas.microsoft.com/office/drawing/2014/main" id="{C809903A-1948-1C0C-0FE2-70FD5AF53C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73025" y="338138"/>
            <a:ext cx="71659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09575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一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zh-CN" altLang="en-US" sz="28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zh-CN" altLang="en-US" sz="28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en-US" sz="28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zh-CN" altLang="en-US" sz="28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 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的分布：应用卷积公式</a:t>
            </a:r>
          </a:p>
        </p:txBody>
      </p:sp>
      <p:pic>
        <p:nvPicPr>
          <p:cNvPr id="40965" name="图片 1">
            <a:extLst>
              <a:ext uri="{FF2B5EF4-FFF2-40B4-BE49-F238E27FC236}">
                <a16:creationId xmlns:a16="http://schemas.microsoft.com/office/drawing/2014/main" id="{2968F7A5-E561-AC48-4A3D-2974E007D9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5292725"/>
            <a:ext cx="416560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090933E0-35FC-F7C6-5637-F2C98401CDCD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331640" y="5805264"/>
            <a:ext cx="2755626" cy="884281"/>
          </a:xfrm>
          <a:prstGeom prst="rect">
            <a:avLst/>
          </a:prstGeom>
          <a:blipFill>
            <a:blip r:embed="rId6"/>
            <a:stretch>
              <a:fillRect l="-31651" t="-228169" r="-1376" b="-325352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B343199-F3AD-A412-1626-A889B211D53E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860032" y="5733256"/>
            <a:ext cx="3725572" cy="1025665"/>
          </a:xfrm>
          <a:prstGeom prst="rect">
            <a:avLst/>
          </a:prstGeom>
          <a:blipFill>
            <a:blip r:embed="rId7"/>
            <a:stretch>
              <a:fillRect l="-29252" t="-231707" b="-326829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3FB86BD-23C9-EC57-4612-4652FCAD4314}"/>
              </a:ext>
            </a:extLst>
          </p:cNvPr>
          <p:cNvSpPr txBox="1"/>
          <p:nvPr/>
        </p:nvSpPr>
        <p:spPr>
          <a:xfrm>
            <a:off x="8585200" y="6457950"/>
            <a:ext cx="58420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2000" b="0" u="sng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P52</a:t>
            </a:r>
            <a:endParaRPr kumimoji="1" lang="zh-CN" altLang="en-US" sz="2000" b="0" u="sng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DB98014-59C2-AF3B-F601-504B1C46C2DD}"/>
              </a:ext>
            </a:extLst>
          </p:cNvPr>
          <p:cNvSpPr txBox="1"/>
          <p:nvPr/>
        </p:nvSpPr>
        <p:spPr>
          <a:xfrm>
            <a:off x="4038600" y="6484938"/>
            <a:ext cx="58420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2000" b="0" u="sng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P45</a:t>
            </a:r>
            <a:endParaRPr kumimoji="1" lang="zh-CN" altLang="en-US" sz="2000" b="0" u="sng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09" name="图片 14">
            <a:extLst>
              <a:ext uri="{FF2B5EF4-FFF2-40B4-BE49-F238E27FC236}">
                <a16:creationId xmlns:a16="http://schemas.microsoft.com/office/drawing/2014/main" id="{0ABC9EDE-64AD-4B89-1274-72967D36FB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9650" y="3062288"/>
            <a:ext cx="100013" cy="79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10" name="图片 18">
            <a:extLst>
              <a:ext uri="{FF2B5EF4-FFF2-40B4-BE49-F238E27FC236}">
                <a16:creationId xmlns:a16="http://schemas.microsoft.com/office/drawing/2014/main" id="{82AD1B1C-91FE-DB9B-03CB-656E7F8534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9175" y="449263"/>
            <a:ext cx="2279650" cy="221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3011" name="组合 1">
            <a:extLst>
              <a:ext uri="{FF2B5EF4-FFF2-40B4-BE49-F238E27FC236}">
                <a16:creationId xmlns:a16="http://schemas.microsoft.com/office/drawing/2014/main" id="{C8C97EF3-A39D-F16D-1D55-B722C9DB4882}"/>
              </a:ext>
            </a:extLst>
          </p:cNvPr>
          <p:cNvGrpSpPr>
            <a:grpSpLocks/>
          </p:cNvGrpSpPr>
          <p:nvPr/>
        </p:nvGrpSpPr>
        <p:grpSpPr bwMode="auto">
          <a:xfrm>
            <a:off x="303213" y="938213"/>
            <a:ext cx="5060950" cy="1995487"/>
            <a:chOff x="303848" y="938689"/>
            <a:chExt cx="4460081" cy="1726406"/>
          </a:xfrm>
        </p:grpSpPr>
        <p:pic>
          <p:nvPicPr>
            <p:cNvPr id="43019" name="图片 8">
              <a:extLst>
                <a:ext uri="{FF2B5EF4-FFF2-40B4-BE49-F238E27FC236}">
                  <a16:creationId xmlns:a16="http://schemas.microsoft.com/office/drawing/2014/main" id="{8D2A1A7A-7015-CD35-7743-5994BED57F4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804" y="1995964"/>
              <a:ext cx="3836194" cy="2643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3020" name="图片 9">
              <a:extLst>
                <a:ext uri="{FF2B5EF4-FFF2-40B4-BE49-F238E27FC236}">
                  <a16:creationId xmlns:a16="http://schemas.microsoft.com/office/drawing/2014/main" id="{16356C04-F984-7D0F-FD2D-9859A45005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70998" y="2031683"/>
              <a:ext cx="592931" cy="1928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3021" name="图片 11">
              <a:extLst>
                <a:ext uri="{FF2B5EF4-FFF2-40B4-BE49-F238E27FC236}">
                  <a16:creationId xmlns:a16="http://schemas.microsoft.com/office/drawing/2014/main" id="{A6610F9D-D970-65C2-AE80-128BE07AE4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2908" y="2404111"/>
              <a:ext cx="2228850" cy="2214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3022" name="图片 12">
              <a:extLst>
                <a:ext uri="{FF2B5EF4-FFF2-40B4-BE49-F238E27FC236}">
                  <a16:creationId xmlns:a16="http://schemas.microsoft.com/office/drawing/2014/main" id="{B7F443F9-D4BB-16CF-EA59-1050EC282D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31757" y="2365057"/>
              <a:ext cx="1185863" cy="3000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3023" name="图片 19">
              <a:extLst>
                <a:ext uri="{FF2B5EF4-FFF2-40B4-BE49-F238E27FC236}">
                  <a16:creationId xmlns:a16="http://schemas.microsoft.com/office/drawing/2014/main" id="{14EB8788-637D-E275-0DE3-D1E97536CA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77779" y="1310164"/>
              <a:ext cx="2893219" cy="6215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3024" name="图片 20">
              <a:extLst>
                <a:ext uri="{FF2B5EF4-FFF2-40B4-BE49-F238E27FC236}">
                  <a16:creationId xmlns:a16="http://schemas.microsoft.com/office/drawing/2014/main" id="{3A1C01AD-AC7C-945A-D4ED-9980BFE14E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3848" y="938689"/>
              <a:ext cx="1085850" cy="371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43012" name="图片 27">
            <a:extLst>
              <a:ext uri="{FF2B5EF4-FFF2-40B4-BE49-F238E27FC236}">
                <a16:creationId xmlns:a16="http://schemas.microsoft.com/office/drawing/2014/main" id="{66AB9DDB-68E4-8D58-AE08-8889F98A4F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13" y="6311900"/>
            <a:ext cx="4676775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13" name="图片 3">
            <a:extLst>
              <a:ext uri="{FF2B5EF4-FFF2-40B4-BE49-F238E27FC236}">
                <a16:creationId xmlns:a16="http://schemas.microsoft.com/office/drawing/2014/main" id="{1800E7C1-3A6C-A933-2323-9177032046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7" t="76605" r="28830"/>
          <a:stretch>
            <a:fillRect/>
          </a:stretch>
        </p:blipFill>
        <p:spPr bwMode="auto">
          <a:xfrm>
            <a:off x="0" y="33338"/>
            <a:ext cx="6084888" cy="101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77D24F61-3196-C320-0A2D-E262DE57DA7D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3000065"/>
            <a:ext cx="7293123" cy="757451"/>
          </a:xfrm>
          <a:prstGeom prst="rect">
            <a:avLst/>
          </a:prstGeom>
          <a:blipFill>
            <a:blip r:embed="rId13"/>
            <a:stretch>
              <a:fillRect t="-163333" b="-241667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4BF443D-EB5C-A776-5C11-64693657965C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001713" y="3757516"/>
            <a:ext cx="4457700" cy="795346"/>
          </a:xfrm>
          <a:prstGeom prst="rect">
            <a:avLst/>
          </a:prstGeom>
          <a:blipFill>
            <a:blip r:embed="rId14"/>
            <a:stretch>
              <a:fillRect t="-146875" r="-32578" b="-225000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ADAB398-178F-81A5-429D-820C149BC88E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001713" y="5461221"/>
            <a:ext cx="1979295" cy="593689"/>
          </a:xfrm>
          <a:prstGeom prst="rect">
            <a:avLst/>
          </a:prstGeom>
          <a:blipFill>
            <a:blip r:embed="rId15"/>
            <a:stretch>
              <a:fillRect l="-637" r="-12739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09F6319-9EB3-B122-4001-D655B3D64ADA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995045" y="4576972"/>
            <a:ext cx="3870325" cy="796244"/>
          </a:xfrm>
          <a:prstGeom prst="rect">
            <a:avLst/>
          </a:prstGeom>
          <a:blipFill>
            <a:blip r:embed="rId16"/>
            <a:stretch>
              <a:fillRect t="-150794" r="-12745" b="-230159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DB8CC1C-1997-0F61-DB0E-530A32EB8B2E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526969" y="3964994"/>
            <a:ext cx="1150700" cy="400110"/>
          </a:xfrm>
          <a:prstGeom prst="rect">
            <a:avLst/>
          </a:prstGeom>
          <a:blipFill>
            <a:blip r:embed="rId17"/>
            <a:stretch>
              <a:fillRect l="-5495" t="-12500" b="-21875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7" name="内容占位符 5">
            <a:extLst>
              <a:ext uri="{FF2B5EF4-FFF2-40B4-BE49-F238E27FC236}">
                <a16:creationId xmlns:a16="http://schemas.microsoft.com/office/drawing/2014/main" id="{413624D2-2F44-A961-D8E4-90EE3D8EC68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616"/>
          <a:stretch>
            <a:fillRect/>
          </a:stretch>
        </p:blipFill>
        <p:spPr>
          <a:xfrm>
            <a:off x="382588" y="1019175"/>
            <a:ext cx="7723187" cy="1833563"/>
          </a:xfrm>
        </p:spPr>
      </p:pic>
      <p:pic>
        <p:nvPicPr>
          <p:cNvPr id="45058" name="图片 6">
            <a:extLst>
              <a:ext uri="{FF2B5EF4-FFF2-40B4-BE49-F238E27FC236}">
                <a16:creationId xmlns:a16="http://schemas.microsoft.com/office/drawing/2014/main" id="{4CEB7D41-EC6E-FDC7-08A6-BEC2DC9392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38" y="2684463"/>
            <a:ext cx="8920162" cy="65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59" name="内容占位符 7">
            <a:extLst>
              <a:ext uri="{FF2B5EF4-FFF2-40B4-BE49-F238E27FC236}">
                <a16:creationId xmlns:a16="http://schemas.microsoft.com/office/drawing/2014/main" id="{E0F379B9-0885-B48F-6C13-23840E681D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913" y="3505200"/>
            <a:ext cx="8920162" cy="3257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829074DB-61E9-17C5-8EBE-E165E0EB4810}"/>
              </a:ext>
            </a:extLst>
          </p:cNvPr>
          <p:cNvGrpSpPr/>
          <p:nvPr/>
        </p:nvGrpSpPr>
        <p:grpSpPr>
          <a:xfrm>
            <a:off x="827584" y="2211936"/>
            <a:ext cx="7299562" cy="3525196"/>
            <a:chOff x="827584" y="2211936"/>
            <a:chExt cx="7299562" cy="3525196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54B3553A-1B9B-18AC-B24E-6B946F5BC986}"/>
                </a:ext>
              </a:extLst>
            </p:cNvPr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827584" y="2211936"/>
              <a:ext cx="7299562" cy="3525196"/>
            </a:xfrm>
            <a:prstGeom prst="rect">
              <a:avLst/>
            </a:prstGeom>
            <a:blipFill>
              <a:blip r:embed="rId2"/>
              <a:stretch>
                <a:fillRect l="-1739" r="-870"/>
              </a:stretch>
            </a:blipFill>
          </p:spPr>
          <p:txBody>
            <a:bodyPr/>
            <a:lstStyle/>
            <a:p>
              <a:pPr>
                <a:defRPr/>
              </a:pPr>
              <a:r>
                <a:rPr lang="zh-CN" altLang="en-US" dirty="0">
                  <a:noFill/>
                </a:rPr>
                <a:t> 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9FB0880E-66FB-8ABB-F97E-79AAED120246}"/>
                    </a:ext>
                  </a:extLst>
                </p:cNvPr>
                <p:cNvSpPr txBox="1"/>
                <p:nvPr/>
              </p:nvSpPr>
              <p:spPr>
                <a:xfrm>
                  <a:off x="2195736" y="3038316"/>
                  <a:ext cx="306000" cy="781368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r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1" lang="en-US" altLang="zh-CN" sz="24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zh-CN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𝒀</m:t>
                            </m:r>
                          </m:num>
                          <m:den>
                            <m:r>
                              <a:rPr kumimoji="1" lang="en-US" altLang="zh-CN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</m:den>
                        </m:f>
                      </m:oMath>
                    </m:oMathPara>
                  </a14:m>
                  <a:endParaRPr kumimoji="1" lang="zh-CN" altLang="en-US" dirty="0"/>
                </a:p>
              </p:txBody>
            </p:sp>
          </mc:Choice>
          <mc:Fallback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9FB0880E-66FB-8ABB-F97E-79AAED1202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95736" y="3038316"/>
                  <a:ext cx="306000" cy="781368"/>
                </a:xfrm>
                <a:prstGeom prst="rect">
                  <a:avLst/>
                </a:prstGeom>
                <a:blipFill>
                  <a:blip r:embed="rId3"/>
                  <a:stretch>
                    <a:fillRect l="-16000" r="-20000" b="-806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文本框 8">
            <a:extLst>
              <a:ext uri="{FF2B5EF4-FFF2-40B4-BE49-F238E27FC236}">
                <a16:creationId xmlns:a16="http://schemas.microsoft.com/office/drawing/2014/main" id="{E890E08F-9C73-4FEA-9B5B-E6FA785281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96875" y="641350"/>
            <a:ext cx="55086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09575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（二）</a:t>
            </a: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</a:t>
            </a:r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的分布、</a:t>
            </a: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</a:t>
            </a:r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的分布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9CDAB10-B342-069C-3C8A-E6D5DD9BF5F8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79751" y="423894"/>
            <a:ext cx="1048685" cy="781368"/>
          </a:xfrm>
          <a:prstGeom prst="rect">
            <a:avLst/>
          </a:prstGeom>
          <a:blipFill>
            <a:blip r:embed="rId3"/>
            <a:stretch>
              <a:fillRect b="-6349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D25D0D9-717A-E43F-5AB2-712DBA81AD28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863808" y="642017"/>
            <a:ext cx="1234633" cy="461665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pic>
        <p:nvPicPr>
          <p:cNvPr id="48132" name="图片 11">
            <a:extLst>
              <a:ext uri="{FF2B5EF4-FFF2-40B4-BE49-F238E27FC236}">
                <a16:creationId xmlns:a16="http://schemas.microsoft.com/office/drawing/2014/main" id="{47F4199B-E512-40BA-68B6-A57BEF04DB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877"/>
          <a:stretch>
            <a:fillRect/>
          </a:stretch>
        </p:blipFill>
        <p:spPr bwMode="auto">
          <a:xfrm>
            <a:off x="2595563" y="2924175"/>
            <a:ext cx="4929187" cy="120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133" name="图片 15">
            <a:extLst>
              <a:ext uri="{FF2B5EF4-FFF2-40B4-BE49-F238E27FC236}">
                <a16:creationId xmlns:a16="http://schemas.microsoft.com/office/drawing/2014/main" id="{83D6800E-FF3F-8E69-5CB9-AEFE47A9DB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149" r="10860"/>
          <a:stretch>
            <a:fillRect/>
          </a:stretch>
        </p:blipFill>
        <p:spPr bwMode="auto">
          <a:xfrm>
            <a:off x="452438" y="5373688"/>
            <a:ext cx="7072312" cy="66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E8D83895-3153-8C68-FC01-578F2280336A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07504" y="1500995"/>
            <a:ext cx="8870841" cy="1158074"/>
          </a:xfrm>
          <a:prstGeom prst="rect">
            <a:avLst/>
          </a:prstGeom>
          <a:blipFill>
            <a:blip r:embed="rId7"/>
            <a:stretch>
              <a:fillRect l="-714" b="-7609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94390FF-6792-FAB5-344A-121758CE33C0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07504" y="4365104"/>
            <a:ext cx="8870842" cy="960328"/>
          </a:xfrm>
          <a:prstGeom prst="rect">
            <a:avLst/>
          </a:prstGeom>
          <a:blipFill>
            <a:blip r:embed="rId8"/>
            <a:stretch>
              <a:fillRect l="-714" b="-7792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pic>
        <p:nvPicPr>
          <p:cNvPr id="48136" name="图片 10">
            <a:extLst>
              <a:ext uri="{FF2B5EF4-FFF2-40B4-BE49-F238E27FC236}">
                <a16:creationId xmlns:a16="http://schemas.microsoft.com/office/drawing/2014/main" id="{27D28A87-90F1-AB82-5A76-077D9336B1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39" r="10899" b="72491"/>
          <a:stretch>
            <a:fillRect/>
          </a:stretch>
        </p:blipFill>
        <p:spPr bwMode="auto">
          <a:xfrm>
            <a:off x="260350" y="6156325"/>
            <a:ext cx="72644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37" name="矩形 11">
            <a:extLst>
              <a:ext uri="{FF2B5EF4-FFF2-40B4-BE49-F238E27FC236}">
                <a16:creationId xmlns:a16="http://schemas.microsoft.com/office/drawing/2014/main" id="{BFBF2116-15A4-5AA9-BFC6-DA870F3B6C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1475" y="2809875"/>
            <a:ext cx="5543550" cy="1389063"/>
          </a:xfrm>
          <a:prstGeom prst="rect">
            <a:avLst/>
          </a:prstGeom>
          <a:noFill/>
          <a:ln w="28575" algn="ctr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ea typeface="宋体" panose="02010600030101010101" pitchFamily="2" charset="-122"/>
            </a:endParaRPr>
          </a:p>
        </p:txBody>
      </p:sp>
      <p:sp>
        <p:nvSpPr>
          <p:cNvPr id="48138" name="矩形 11">
            <a:extLst>
              <a:ext uri="{FF2B5EF4-FFF2-40B4-BE49-F238E27FC236}">
                <a16:creationId xmlns:a16="http://schemas.microsoft.com/office/drawing/2014/main" id="{7BF1DAE0-B3B1-EDD5-62F4-6356363D07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0" y="5373688"/>
            <a:ext cx="5543550" cy="1400175"/>
          </a:xfrm>
          <a:prstGeom prst="rect">
            <a:avLst/>
          </a:prstGeom>
          <a:noFill/>
          <a:ln w="28575" algn="ctr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7" name="图片 7">
            <a:extLst>
              <a:ext uri="{FF2B5EF4-FFF2-40B4-BE49-F238E27FC236}">
                <a16:creationId xmlns:a16="http://schemas.microsoft.com/office/drawing/2014/main" id="{054002D8-C44E-C994-91CD-2DAD5991DF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53" t="25923"/>
          <a:stretch>
            <a:fillRect/>
          </a:stretch>
        </p:blipFill>
        <p:spPr bwMode="auto">
          <a:xfrm>
            <a:off x="153988" y="2636838"/>
            <a:ext cx="8651875" cy="338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78" name="文本框 2">
            <a:extLst>
              <a:ext uri="{FF2B5EF4-FFF2-40B4-BE49-F238E27FC236}">
                <a16:creationId xmlns:a16="http://schemas.microsoft.com/office/drawing/2014/main" id="{38421288-2CFA-01F1-4F26-CC20BBBDB9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96875" y="641350"/>
            <a:ext cx="55086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09575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（二）</a:t>
            </a: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</a:t>
            </a:r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的分布、</a:t>
            </a: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</a:t>
            </a:r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的分布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A1AC131-797E-BB74-6168-83CE7F62BE34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79751" y="423894"/>
            <a:ext cx="1048685" cy="781368"/>
          </a:xfrm>
          <a:prstGeom prst="rect">
            <a:avLst/>
          </a:prstGeom>
          <a:blipFill>
            <a:blip r:embed="rId4"/>
            <a:stretch>
              <a:fillRect b="-6349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3BCD559-9E88-6060-538B-AA5EB6D0EDA9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863808" y="642017"/>
            <a:ext cx="1234633" cy="461665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pic>
        <p:nvPicPr>
          <p:cNvPr id="50181" name="图片 6">
            <a:extLst>
              <a:ext uri="{FF2B5EF4-FFF2-40B4-BE49-F238E27FC236}">
                <a16:creationId xmlns:a16="http://schemas.microsoft.com/office/drawing/2014/main" id="{72C33B63-0DC6-4DF6-F9D3-B22E58283F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7600" y="258763"/>
            <a:ext cx="4252913" cy="249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82" name="矩形 10">
            <a:extLst>
              <a:ext uri="{FF2B5EF4-FFF2-40B4-BE49-F238E27FC236}">
                <a16:creationId xmlns:a16="http://schemas.microsoft.com/office/drawing/2014/main" id="{00644F89-0D98-23F7-008A-664F5F9269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4743450"/>
            <a:ext cx="1765300" cy="576263"/>
          </a:xfrm>
          <a:prstGeom prst="rect">
            <a:avLst/>
          </a:prstGeom>
          <a:noFill/>
          <a:ln w="28575" algn="ctr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ea typeface="宋体" panose="02010600030101010101" pitchFamily="2" charset="-122"/>
            </a:endParaRPr>
          </a:p>
        </p:txBody>
      </p:sp>
      <p:sp>
        <p:nvSpPr>
          <p:cNvPr id="50183" name="矩形 16">
            <a:extLst>
              <a:ext uri="{FF2B5EF4-FFF2-40B4-BE49-F238E27FC236}">
                <a16:creationId xmlns:a16="http://schemas.microsoft.com/office/drawing/2014/main" id="{2369551D-F662-8176-B43B-F981C271A3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3213" y="5373688"/>
            <a:ext cx="2151062" cy="576262"/>
          </a:xfrm>
          <a:prstGeom prst="rect">
            <a:avLst/>
          </a:prstGeom>
          <a:noFill/>
          <a:ln w="28575" algn="ctr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文本框 5">
            <a:extLst>
              <a:ext uri="{FF2B5EF4-FFF2-40B4-BE49-F238E27FC236}">
                <a16:creationId xmlns:a16="http://schemas.microsoft.com/office/drawing/2014/main" id="{3FA4534B-A07D-5D37-F558-116FE80FD2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96875" y="641350"/>
            <a:ext cx="55086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09575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（二）</a:t>
            </a: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</a:t>
            </a:r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的分布、</a:t>
            </a: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</a:t>
            </a:r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的分布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8A67765-F2E2-029C-EB2A-4FCE9E7EA750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79751" y="423894"/>
            <a:ext cx="1048685" cy="781368"/>
          </a:xfrm>
          <a:prstGeom prst="rect">
            <a:avLst/>
          </a:prstGeom>
          <a:blipFill>
            <a:blip r:embed="rId3"/>
            <a:stretch>
              <a:fillRect b="-6349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315900B-E03A-2890-74E4-AE349BEFB4B0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863808" y="642017"/>
            <a:ext cx="1234633" cy="461665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pic>
        <p:nvPicPr>
          <p:cNvPr id="52228" name="图片 11">
            <a:extLst>
              <a:ext uri="{FF2B5EF4-FFF2-40B4-BE49-F238E27FC236}">
                <a16:creationId xmlns:a16="http://schemas.microsoft.com/office/drawing/2014/main" id="{C2B1987D-B684-AFFB-91CE-B1755B11A5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53" t="84239"/>
          <a:stretch>
            <a:fillRect/>
          </a:stretch>
        </p:blipFill>
        <p:spPr bwMode="auto">
          <a:xfrm>
            <a:off x="0" y="2424113"/>
            <a:ext cx="8650288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2229" name="组合 4">
            <a:extLst>
              <a:ext uri="{FF2B5EF4-FFF2-40B4-BE49-F238E27FC236}">
                <a16:creationId xmlns:a16="http://schemas.microsoft.com/office/drawing/2014/main" id="{FF8A280B-D46E-5839-21F1-96456DC36EB0}"/>
              </a:ext>
            </a:extLst>
          </p:cNvPr>
          <p:cNvGrpSpPr>
            <a:grpSpLocks/>
          </p:cNvGrpSpPr>
          <p:nvPr/>
        </p:nvGrpSpPr>
        <p:grpSpPr bwMode="auto">
          <a:xfrm>
            <a:off x="1258888" y="3482975"/>
            <a:ext cx="7099300" cy="2044700"/>
            <a:chOff x="1259632" y="3483061"/>
            <a:chExt cx="7099300" cy="2044700"/>
          </a:xfrm>
        </p:grpSpPr>
        <p:pic>
          <p:nvPicPr>
            <p:cNvPr id="52231" name="图片 2">
              <a:extLst>
                <a:ext uri="{FF2B5EF4-FFF2-40B4-BE49-F238E27FC236}">
                  <a16:creationId xmlns:a16="http://schemas.microsoft.com/office/drawing/2014/main" id="{2C8F90FF-64DD-ED14-FB63-282DB167010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59632" y="3483061"/>
              <a:ext cx="7099300" cy="2044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2232" name="文本框 3">
              <a:extLst>
                <a:ext uri="{FF2B5EF4-FFF2-40B4-BE49-F238E27FC236}">
                  <a16:creationId xmlns:a16="http://schemas.microsoft.com/office/drawing/2014/main" id="{B10D1096-16C6-D5C3-BFDA-9B7BC339BC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5311" y="4129335"/>
              <a:ext cx="18274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楷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楷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楷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楷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楷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楷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楷体" panose="02010609060101010101" pitchFamily="49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2000" b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∞</a:t>
              </a:r>
              <a:endParaRPr kumimoji="1" lang="zh-CN" altLang="en-US" sz="2000" b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52230" name="矩形 11">
            <a:extLst>
              <a:ext uri="{FF2B5EF4-FFF2-40B4-BE49-F238E27FC236}">
                <a16:creationId xmlns:a16="http://schemas.microsoft.com/office/drawing/2014/main" id="{FB2B5277-9C11-0074-5BDD-A7C54F62E2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050" y="4868863"/>
            <a:ext cx="2808288" cy="658812"/>
          </a:xfrm>
          <a:prstGeom prst="rect">
            <a:avLst/>
          </a:prstGeom>
          <a:noFill/>
          <a:ln w="28575" algn="ctr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文本框 8">
            <a:extLst>
              <a:ext uri="{FF2B5EF4-FFF2-40B4-BE49-F238E27FC236}">
                <a16:creationId xmlns:a16="http://schemas.microsoft.com/office/drawing/2014/main" id="{C92FA33E-C752-9B7A-8E3D-01D24AFA4F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96875" y="641350"/>
            <a:ext cx="55086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09575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（二）</a:t>
            </a: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</a:t>
            </a:r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的分布、</a:t>
            </a: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</a:t>
            </a:r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的分布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3A15965-6FA5-6273-12C1-EFCD34C89644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79751" y="423894"/>
            <a:ext cx="1048685" cy="781368"/>
          </a:xfrm>
          <a:prstGeom prst="rect">
            <a:avLst/>
          </a:prstGeom>
          <a:blipFill>
            <a:blip r:embed="rId3"/>
            <a:stretch>
              <a:fillRect b="-6349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6E028DC-69B3-537C-BC5E-6EA42E0CEA98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863808" y="642017"/>
            <a:ext cx="1234633" cy="461665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pic>
        <p:nvPicPr>
          <p:cNvPr id="54276" name="图片 11">
            <a:extLst>
              <a:ext uri="{FF2B5EF4-FFF2-40B4-BE49-F238E27FC236}">
                <a16:creationId xmlns:a16="http://schemas.microsoft.com/office/drawing/2014/main" id="{1D23520A-1014-5999-0B13-8760F4F66C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877"/>
          <a:stretch>
            <a:fillRect/>
          </a:stretch>
        </p:blipFill>
        <p:spPr bwMode="auto">
          <a:xfrm>
            <a:off x="2595563" y="2924175"/>
            <a:ext cx="4929187" cy="120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4277" name="图片 15">
            <a:extLst>
              <a:ext uri="{FF2B5EF4-FFF2-40B4-BE49-F238E27FC236}">
                <a16:creationId xmlns:a16="http://schemas.microsoft.com/office/drawing/2014/main" id="{F286969B-58C0-E138-D5A9-C4B619DA6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149" r="10860"/>
          <a:stretch>
            <a:fillRect/>
          </a:stretch>
        </p:blipFill>
        <p:spPr bwMode="auto">
          <a:xfrm>
            <a:off x="452438" y="5373688"/>
            <a:ext cx="7072312" cy="66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27380008-CB94-7010-EEEC-4089728D5E15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07504" y="1500995"/>
            <a:ext cx="8870841" cy="1158074"/>
          </a:xfrm>
          <a:prstGeom prst="rect">
            <a:avLst/>
          </a:prstGeom>
          <a:blipFill>
            <a:blip r:embed="rId7"/>
            <a:stretch>
              <a:fillRect l="-714" b="-7609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9679146-380B-053A-8EAE-0C16031F878E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07504" y="4365104"/>
            <a:ext cx="8870842" cy="960328"/>
          </a:xfrm>
          <a:prstGeom prst="rect">
            <a:avLst/>
          </a:prstGeom>
          <a:blipFill>
            <a:blip r:embed="rId8"/>
            <a:stretch>
              <a:fillRect l="-714" b="-7792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pic>
        <p:nvPicPr>
          <p:cNvPr id="54280" name="图片 10">
            <a:extLst>
              <a:ext uri="{FF2B5EF4-FFF2-40B4-BE49-F238E27FC236}">
                <a16:creationId xmlns:a16="http://schemas.microsoft.com/office/drawing/2014/main" id="{DA692B7D-66C0-4F17-0971-4DDFD2A4F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39" r="10899" b="72491"/>
          <a:stretch>
            <a:fillRect/>
          </a:stretch>
        </p:blipFill>
        <p:spPr bwMode="auto">
          <a:xfrm>
            <a:off x="260350" y="6156325"/>
            <a:ext cx="72644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281" name="矩形 11">
            <a:extLst>
              <a:ext uri="{FF2B5EF4-FFF2-40B4-BE49-F238E27FC236}">
                <a16:creationId xmlns:a16="http://schemas.microsoft.com/office/drawing/2014/main" id="{B4787EA1-D497-FD2C-2889-0598AE595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1475" y="2809875"/>
            <a:ext cx="5543550" cy="1389063"/>
          </a:xfrm>
          <a:prstGeom prst="rect">
            <a:avLst/>
          </a:prstGeom>
          <a:noFill/>
          <a:ln w="28575" algn="ctr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ea typeface="宋体" panose="02010600030101010101" pitchFamily="2" charset="-122"/>
            </a:endParaRPr>
          </a:p>
        </p:txBody>
      </p:sp>
      <p:sp>
        <p:nvSpPr>
          <p:cNvPr id="54282" name="矩形 11">
            <a:extLst>
              <a:ext uri="{FF2B5EF4-FFF2-40B4-BE49-F238E27FC236}">
                <a16:creationId xmlns:a16="http://schemas.microsoft.com/office/drawing/2014/main" id="{E4AD6ADD-6D69-7272-0183-385D384B96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0" y="5373688"/>
            <a:ext cx="5543550" cy="1400175"/>
          </a:xfrm>
          <a:prstGeom prst="rect">
            <a:avLst/>
          </a:prstGeom>
          <a:noFill/>
          <a:ln w="28575" algn="ctr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线连接符 48">
            <a:extLst>
              <a:ext uri="{FF2B5EF4-FFF2-40B4-BE49-F238E27FC236}">
                <a16:creationId xmlns:a16="http://schemas.microsoft.com/office/drawing/2014/main" id="{A46E22CE-B782-8CC8-0F6B-E930D6C9C0DD}"/>
              </a:ext>
            </a:extLst>
          </p:cNvPr>
          <p:cNvCxnSpPr/>
          <p:nvPr/>
        </p:nvCxnSpPr>
        <p:spPr>
          <a:xfrm>
            <a:off x="0" y="931863"/>
            <a:ext cx="9144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6321" name="图片 10">
            <a:extLst>
              <a:ext uri="{FF2B5EF4-FFF2-40B4-BE49-F238E27FC236}">
                <a16:creationId xmlns:a16="http://schemas.microsoft.com/office/drawing/2014/main" id="{8A6390A5-06B3-D4A9-A444-914670F161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778"/>
          <a:stretch>
            <a:fillRect/>
          </a:stretch>
        </p:blipFill>
        <p:spPr bwMode="auto">
          <a:xfrm>
            <a:off x="250825" y="5300663"/>
            <a:ext cx="7734300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12DF7BA5-D383-EDA0-F5DD-DF2FAE178A96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43737" y="1423195"/>
            <a:ext cx="7548914" cy="3753463"/>
          </a:xfrm>
          <a:prstGeom prst="rect">
            <a:avLst/>
          </a:prstGeom>
          <a:blipFill>
            <a:blip r:embed="rId4"/>
            <a:stretch>
              <a:fillRect l="-671" t="-52189" b="-74747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pic>
        <p:nvPicPr>
          <p:cNvPr id="56326" name="图片 7">
            <a:extLst>
              <a:ext uri="{FF2B5EF4-FFF2-40B4-BE49-F238E27FC236}">
                <a16:creationId xmlns:a16="http://schemas.microsoft.com/office/drawing/2014/main" id="{1DAEB309-5A17-C97F-244B-FDB8179F6B2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81" t="63506" r="26363" b="932"/>
          <a:stretch>
            <a:fillRect/>
          </a:stretch>
        </p:blipFill>
        <p:spPr bwMode="auto">
          <a:xfrm>
            <a:off x="5364163" y="4221163"/>
            <a:ext cx="3779837" cy="433387"/>
          </a:xfrm>
          <a:prstGeom prst="rect">
            <a:avLst/>
          </a:prstGeom>
          <a:noFill/>
          <a:ln w="34925">
            <a:solidFill>
              <a:srgbClr val="FF0000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4">
            <a:extLst>
              <a:ext uri="{FF2B5EF4-FFF2-40B4-BE49-F238E27FC236}">
                <a16:creationId xmlns:a16="http://schemas.microsoft.com/office/drawing/2014/main" id="{9A0B4D66-AEF9-505B-08EC-B8CDFAD441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60350" cy="6858000"/>
          </a:xfrm>
          <a:prstGeom prst="rect">
            <a:avLst/>
          </a:prstGeom>
          <a:solidFill>
            <a:srgbClr val="0070C0"/>
          </a:solidFill>
          <a:ln w="9525" algn="ctr">
            <a:solidFill>
              <a:srgbClr val="0070C0"/>
            </a:solidFill>
            <a:round/>
            <a:headEnd/>
            <a:tailEnd/>
          </a:ln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FBBBECB1-B6F7-D2DF-0691-9C247DF4F1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8425" y="242888"/>
            <a:ext cx="6702425" cy="59372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008965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dirty="0">
                <a:solidFill>
                  <a:srgbClr val="FF0000"/>
                </a:solidFill>
                <a:cs typeface="Arial" panose="020B0604020202020204" pitchFamily="34" charset="0"/>
              </a:rPr>
              <a:t>Practice</a:t>
            </a:r>
            <a:endParaRPr lang="zh-CN" altLang="en-US" dirty="0">
              <a:solidFill>
                <a:srgbClr val="FF0000"/>
              </a:solidFill>
              <a:ea typeface="华文新魏" panose="0201080004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254DD175-78F1-2B76-4FB6-E461FBBBCB71}"/>
              </a:ext>
            </a:extLst>
          </p:cNvPr>
          <p:cNvGrpSpPr/>
          <p:nvPr/>
        </p:nvGrpSpPr>
        <p:grpSpPr>
          <a:xfrm>
            <a:off x="827584" y="2211936"/>
            <a:ext cx="7299562" cy="3525196"/>
            <a:chOff x="827584" y="2211936"/>
            <a:chExt cx="7299562" cy="3525196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3F905462-4522-3056-6D9B-CF98B9491D19}"/>
                </a:ext>
              </a:extLst>
            </p:cNvPr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827584" y="2211936"/>
              <a:ext cx="7299562" cy="3525196"/>
            </a:xfrm>
            <a:prstGeom prst="rect">
              <a:avLst/>
            </a:prstGeom>
            <a:blipFill>
              <a:blip r:embed="rId2"/>
              <a:stretch>
                <a:fillRect l="-1739" r="-870"/>
              </a:stretch>
            </a:blipFill>
          </p:spPr>
          <p:txBody>
            <a:bodyPr/>
            <a:lstStyle/>
            <a:p>
              <a:pPr>
                <a:defRPr/>
              </a:pPr>
              <a:r>
                <a:rPr lang="zh-CN" altLang="en-US">
                  <a:noFill/>
                </a:rPr>
                <a:t> 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3D8A8FB2-A184-C202-6563-7AC4E12E6E04}"/>
                    </a:ext>
                  </a:extLst>
                </p:cNvPr>
                <p:cNvSpPr txBox="1"/>
                <p:nvPr/>
              </p:nvSpPr>
              <p:spPr>
                <a:xfrm>
                  <a:off x="2195736" y="3038316"/>
                  <a:ext cx="306000" cy="781368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r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1"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zh-CN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𝒀</m:t>
                            </m:r>
                          </m:num>
                          <m:den>
                            <m:r>
                              <a:rPr kumimoji="1" lang="en-US" altLang="zh-CN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</m:den>
                        </m:f>
                      </m:oMath>
                    </m:oMathPara>
                  </a14:m>
                  <a:endParaRPr kumimoji="1"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3D8A8FB2-A184-C202-6563-7AC4E12E6E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95736" y="3038316"/>
                  <a:ext cx="306000" cy="781368"/>
                </a:xfrm>
                <a:prstGeom prst="rect">
                  <a:avLst/>
                </a:prstGeom>
                <a:blipFill>
                  <a:blip r:embed="rId3"/>
                  <a:stretch>
                    <a:fillRect l="-16000" r="-20000" b="-806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93" name="图片 4">
            <a:extLst>
              <a:ext uri="{FF2B5EF4-FFF2-40B4-BE49-F238E27FC236}">
                <a16:creationId xmlns:a16="http://schemas.microsoft.com/office/drawing/2014/main" id="{4D4F7A51-8FB6-2790-BFB3-AC1BC090B2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1779588"/>
            <a:ext cx="9144000" cy="293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394" name="图片 5">
            <a:extLst>
              <a:ext uri="{FF2B5EF4-FFF2-40B4-BE49-F238E27FC236}">
                <a16:creationId xmlns:a16="http://schemas.microsoft.com/office/drawing/2014/main" id="{2660C498-8CAE-7698-1A48-74BFDF225A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088" y="5092700"/>
            <a:ext cx="82550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395" name="图片 7">
            <a:extLst>
              <a:ext uri="{FF2B5EF4-FFF2-40B4-BE49-F238E27FC236}">
                <a16:creationId xmlns:a16="http://schemas.microsoft.com/office/drawing/2014/main" id="{8FF1C8C2-D873-3DB3-3A92-2527D9A0FF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850" y="1371600"/>
            <a:ext cx="8567738" cy="40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510FC016-6589-B3F5-1A37-0EDBB9AC9535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07504" y="205900"/>
            <a:ext cx="7901947" cy="654988"/>
          </a:xfrm>
          <a:prstGeom prst="rect">
            <a:avLst/>
          </a:prstGeom>
          <a:blipFill>
            <a:blip r:embed="rId6"/>
            <a:stretch>
              <a:fillRect l="-1605" b="-26923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pic>
        <p:nvPicPr>
          <p:cNvPr id="59397" name="内容占位符 3">
            <a:extLst>
              <a:ext uri="{FF2B5EF4-FFF2-40B4-BE49-F238E27FC236}">
                <a16:creationId xmlns:a16="http://schemas.microsoft.com/office/drawing/2014/main" id="{20264552-C087-E3BB-2325-059022C67D1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5259"/>
          <a:stretch>
            <a:fillRect/>
          </a:stretch>
        </p:blipFill>
        <p:spPr>
          <a:xfrm>
            <a:off x="0" y="6337300"/>
            <a:ext cx="9144000" cy="412750"/>
          </a:xfrm>
        </p:spPr>
      </p:pic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CFC1145D-318D-7186-B9C7-2E85567E5090}"/>
              </a:ext>
            </a:extLst>
          </p:cNvPr>
          <p:cNvCxnSpPr/>
          <p:nvPr/>
        </p:nvCxnSpPr>
        <p:spPr bwMode="auto">
          <a:xfrm>
            <a:off x="2124075" y="1779588"/>
            <a:ext cx="1439863" cy="0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9399" name="矩形 2">
            <a:extLst>
              <a:ext uri="{FF2B5EF4-FFF2-40B4-BE49-F238E27FC236}">
                <a16:creationId xmlns:a16="http://schemas.microsoft.com/office/drawing/2014/main" id="{154EBF7E-4257-11F5-5FF6-3236023363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850" y="4292600"/>
            <a:ext cx="2986088" cy="504825"/>
          </a:xfrm>
          <a:prstGeom prst="rect">
            <a:avLst/>
          </a:prstGeom>
          <a:noFill/>
          <a:ln w="28575" algn="ctr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ea typeface="宋体" panose="02010600030101010101" pitchFamily="2" charset="-122"/>
            </a:endParaRPr>
          </a:p>
        </p:txBody>
      </p:sp>
      <p:sp>
        <p:nvSpPr>
          <p:cNvPr id="59400" name="矩形 11">
            <a:extLst>
              <a:ext uri="{FF2B5EF4-FFF2-40B4-BE49-F238E27FC236}">
                <a16:creationId xmlns:a16="http://schemas.microsoft.com/office/drawing/2014/main" id="{0D4B45C9-47FB-6895-28ED-70240BF23F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9950" y="6288088"/>
            <a:ext cx="4953000" cy="504825"/>
          </a:xfrm>
          <a:prstGeom prst="rect">
            <a:avLst/>
          </a:prstGeom>
          <a:noFill/>
          <a:ln w="28575" algn="ctr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41" name="内容占位符 3">
            <a:extLst>
              <a:ext uri="{FF2B5EF4-FFF2-40B4-BE49-F238E27FC236}">
                <a16:creationId xmlns:a16="http://schemas.microsoft.com/office/drawing/2014/main" id="{6E57B876-FC97-53C1-CFE5-F07646AF487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409"/>
          <a:stretch>
            <a:fillRect/>
          </a:stretch>
        </p:blipFill>
        <p:spPr>
          <a:xfrm>
            <a:off x="0" y="1516063"/>
            <a:ext cx="9004300" cy="1260475"/>
          </a:xfr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066C0FB4-7083-799A-DF59-300B126BB2E7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498641" y="2997308"/>
            <a:ext cx="3884846" cy="428066"/>
          </a:xfrm>
          <a:prstGeom prst="rect">
            <a:avLst/>
          </a:prstGeom>
          <a:blipFill>
            <a:blip r:embed="rId4"/>
            <a:stretch>
              <a:fillRect b="-5882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C74B345-26A1-6D08-6BC3-EB9604409BDB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475656" y="3576998"/>
            <a:ext cx="6199774" cy="428066"/>
          </a:xfrm>
          <a:prstGeom prst="rect">
            <a:avLst/>
          </a:prstGeom>
          <a:blipFill>
            <a:blip r:embed="rId5"/>
            <a:stretch>
              <a:fillRect b="-5714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61444" name="文本框 6">
            <a:extLst>
              <a:ext uri="{FF2B5EF4-FFF2-40B4-BE49-F238E27FC236}">
                <a16:creationId xmlns:a16="http://schemas.microsoft.com/office/drawing/2014/main" id="{28726BE5-1E15-18DC-5C72-53ECC00772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325" y="4497388"/>
            <a:ext cx="74803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0">
                <a:solidFill>
                  <a:srgbClr val="000000"/>
                </a:solidFill>
                <a:ea typeface="宋体" panose="02010600030101010101" pitchFamily="2" charset="-122"/>
              </a:rPr>
              <a:t>特别，当</a:t>
            </a:r>
            <a:r>
              <a:rPr lang="en-US" altLang="zh-CN" sz="2000" b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b="0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2000" b="0" i="1" baseline="-25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000" b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2000" b="0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2000" b="0" i="1" baseline="-25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000" b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..., </a:t>
            </a:r>
            <a:r>
              <a:rPr lang="en-US" altLang="zh-CN" sz="2000" b="0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2000" b="0" i="1" baseline="-25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 </a:t>
            </a:r>
            <a:r>
              <a:rPr lang="zh-CN" altLang="en-US" sz="2000" b="0">
                <a:solidFill>
                  <a:srgbClr val="000000"/>
                </a:solidFill>
                <a:ea typeface="宋体" panose="02010600030101010101" pitchFamily="2" charset="-122"/>
              </a:rPr>
              <a:t>相互独立且具有相同的分布函数</a:t>
            </a:r>
            <a:r>
              <a:rPr lang="en-US" altLang="zh-CN" sz="2000" b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b="0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 </a:t>
            </a:r>
            <a:r>
              <a:rPr lang="en-US" altLang="zh-CN" sz="2000" b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000" b="0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000" b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 </a:t>
            </a:r>
            <a:r>
              <a:rPr lang="zh-CN" altLang="en-US" sz="2000" b="0">
                <a:solidFill>
                  <a:srgbClr val="000000"/>
                </a:solidFill>
                <a:ea typeface="宋体" panose="02010600030101010101" pitchFamily="2" charset="-122"/>
              </a:rPr>
              <a:t>时有</a:t>
            </a:r>
          </a:p>
        </p:txBody>
      </p:sp>
      <p:pic>
        <p:nvPicPr>
          <p:cNvPr id="61445" name="图片 8">
            <a:extLst>
              <a:ext uri="{FF2B5EF4-FFF2-40B4-BE49-F238E27FC236}">
                <a16:creationId xmlns:a16="http://schemas.microsoft.com/office/drawing/2014/main" id="{164CD7E5-BA32-4BB3-4D2E-12F4FF3FE3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915"/>
          <a:stretch>
            <a:fillRect/>
          </a:stretch>
        </p:blipFill>
        <p:spPr bwMode="auto">
          <a:xfrm>
            <a:off x="2752725" y="5257800"/>
            <a:ext cx="5132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442F0731-7979-4235-5A44-D5D68AA82C99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07504" y="205900"/>
            <a:ext cx="7901947" cy="654988"/>
          </a:xfrm>
          <a:prstGeom prst="rect">
            <a:avLst/>
          </a:prstGeom>
          <a:blipFill>
            <a:blip r:embed="rId7"/>
            <a:stretch>
              <a:fillRect l="-1605" b="-26923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61447" name="矩形 10">
            <a:extLst>
              <a:ext uri="{FF2B5EF4-FFF2-40B4-BE49-F238E27FC236}">
                <a16:creationId xmlns:a16="http://schemas.microsoft.com/office/drawing/2014/main" id="{44F368D0-44B9-E276-9AE3-3108E4C66A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6475" y="2968625"/>
            <a:ext cx="6734175" cy="1133475"/>
          </a:xfrm>
          <a:prstGeom prst="rect">
            <a:avLst/>
          </a:prstGeom>
          <a:noFill/>
          <a:ln w="28575" algn="ctr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ea typeface="宋体" panose="02010600030101010101" pitchFamily="2" charset="-122"/>
            </a:endParaRPr>
          </a:p>
        </p:txBody>
      </p:sp>
      <p:sp>
        <p:nvSpPr>
          <p:cNvPr id="61448" name="矩形 11">
            <a:extLst>
              <a:ext uri="{FF2B5EF4-FFF2-40B4-BE49-F238E27FC236}">
                <a16:creationId xmlns:a16="http://schemas.microsoft.com/office/drawing/2014/main" id="{21E90CEC-17A1-4C3C-9C4F-F4E888954C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9650" y="5041900"/>
            <a:ext cx="6731000" cy="1123950"/>
          </a:xfrm>
          <a:prstGeom prst="rect">
            <a:avLst/>
          </a:prstGeom>
          <a:noFill/>
          <a:ln w="28575" algn="ctr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线连接符 48">
            <a:extLst>
              <a:ext uri="{FF2B5EF4-FFF2-40B4-BE49-F238E27FC236}">
                <a16:creationId xmlns:a16="http://schemas.microsoft.com/office/drawing/2014/main" id="{2A7BCF07-3B02-6936-84B8-08F0ED2342E9}"/>
              </a:ext>
            </a:extLst>
          </p:cNvPr>
          <p:cNvCxnSpPr/>
          <p:nvPr/>
        </p:nvCxnSpPr>
        <p:spPr>
          <a:xfrm>
            <a:off x="0" y="931863"/>
            <a:ext cx="9144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4">
            <a:extLst>
              <a:ext uri="{FF2B5EF4-FFF2-40B4-BE49-F238E27FC236}">
                <a16:creationId xmlns:a16="http://schemas.microsoft.com/office/drawing/2014/main" id="{4CD5422E-71CE-68B7-D347-9EB532FB1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60350" cy="6858000"/>
          </a:xfrm>
          <a:prstGeom prst="rect">
            <a:avLst/>
          </a:prstGeom>
          <a:solidFill>
            <a:srgbClr val="0070C0"/>
          </a:solidFill>
          <a:ln w="9525" algn="ctr">
            <a:solidFill>
              <a:srgbClr val="0070C0"/>
            </a:solidFill>
            <a:round/>
            <a:headEnd/>
            <a:tailEnd/>
          </a:ln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63489" name="图片 8">
            <a:extLst>
              <a:ext uri="{FF2B5EF4-FFF2-40B4-BE49-F238E27FC236}">
                <a16:creationId xmlns:a16="http://schemas.microsoft.com/office/drawing/2014/main" id="{3D92A98D-1BD0-B20A-0BD3-E6CF43C1F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350" y="1790229"/>
            <a:ext cx="8396773" cy="40511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3490" name="文本框 17">
            <a:extLst>
              <a:ext uri="{FF2B5EF4-FFF2-40B4-BE49-F238E27FC236}">
                <a16:creationId xmlns:a16="http://schemas.microsoft.com/office/drawing/2014/main" id="{422AC45C-0D86-6902-0987-EE65DD5D17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4388" y="5867400"/>
            <a:ext cx="8397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图3</a:t>
            </a:r>
            <a:r>
              <a:rPr lang="en-US" altLang="zh-CN" sz="1800" b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-</a:t>
            </a:r>
            <a:r>
              <a:rPr lang="zh-CN" altLang="en-US" sz="1800" b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1</a:t>
            </a:r>
            <a:r>
              <a:rPr lang="en-US" altLang="zh-CN" sz="1800" b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3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D6B4BB1-46E6-3E43-84F0-1874415F3F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8425" y="242888"/>
            <a:ext cx="6702425" cy="59372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008965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dirty="0">
                <a:solidFill>
                  <a:srgbClr val="FF0000"/>
                </a:solidFill>
                <a:cs typeface="Arial" panose="020B0604020202020204" pitchFamily="34" charset="0"/>
              </a:rPr>
              <a:t>Practice</a:t>
            </a:r>
            <a:endParaRPr lang="zh-CN" altLang="en-US" dirty="0">
              <a:solidFill>
                <a:srgbClr val="FF0000"/>
              </a:solidFill>
              <a:ea typeface="华文新魏" panose="0201080004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线连接符 48">
            <a:extLst>
              <a:ext uri="{FF2B5EF4-FFF2-40B4-BE49-F238E27FC236}">
                <a16:creationId xmlns:a16="http://schemas.microsoft.com/office/drawing/2014/main" id="{34DA1F2E-0010-FE3C-2A39-7B4E2FA342B0}"/>
              </a:ext>
            </a:extLst>
          </p:cNvPr>
          <p:cNvCxnSpPr/>
          <p:nvPr/>
        </p:nvCxnSpPr>
        <p:spPr>
          <a:xfrm>
            <a:off x="0" y="931863"/>
            <a:ext cx="9144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4">
            <a:extLst>
              <a:ext uri="{FF2B5EF4-FFF2-40B4-BE49-F238E27FC236}">
                <a16:creationId xmlns:a16="http://schemas.microsoft.com/office/drawing/2014/main" id="{38BA77FF-15BD-50D5-2A09-2D213CE30B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60350" cy="6858000"/>
          </a:xfrm>
          <a:prstGeom prst="rect">
            <a:avLst/>
          </a:prstGeom>
          <a:solidFill>
            <a:srgbClr val="0070C0"/>
          </a:solidFill>
          <a:ln w="9525" algn="ctr">
            <a:solidFill>
              <a:srgbClr val="0070C0"/>
            </a:solidFill>
            <a:round/>
            <a:headEnd/>
            <a:tailEnd/>
          </a:ln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65537" name="图片 3">
            <a:extLst>
              <a:ext uri="{FF2B5EF4-FFF2-40B4-BE49-F238E27FC236}">
                <a16:creationId xmlns:a16="http://schemas.microsoft.com/office/drawing/2014/main" id="{282EA4D8-40EB-664F-39BC-881823CF7C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125" y="1252538"/>
            <a:ext cx="2457450" cy="357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5538" name="图片 4">
            <a:extLst>
              <a:ext uri="{FF2B5EF4-FFF2-40B4-BE49-F238E27FC236}">
                <a16:creationId xmlns:a16="http://schemas.microsoft.com/office/drawing/2014/main" id="{63CAB28D-40A9-C0E7-DC83-0710740093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610" y="2001375"/>
            <a:ext cx="8479390" cy="301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5539" name="图片 5">
            <a:extLst>
              <a:ext uri="{FF2B5EF4-FFF2-40B4-BE49-F238E27FC236}">
                <a16:creationId xmlns:a16="http://schemas.microsoft.com/office/drawing/2014/main" id="{88537134-F34E-13C5-E221-269FE319BD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3" y="5251253"/>
            <a:ext cx="6479679" cy="1057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FAB46211-E9E5-F586-2DEC-96C338E393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8425" y="242888"/>
            <a:ext cx="6702425" cy="59372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008965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dirty="0">
                <a:solidFill>
                  <a:srgbClr val="FF0000"/>
                </a:solidFill>
                <a:cs typeface="Arial" panose="020B0604020202020204" pitchFamily="34" charset="0"/>
              </a:rPr>
              <a:t>Practice</a:t>
            </a:r>
            <a:endParaRPr lang="zh-CN" altLang="en-US" dirty="0">
              <a:solidFill>
                <a:srgbClr val="FF0000"/>
              </a:solidFill>
              <a:ea typeface="华文新魏" panose="0201080004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线连接符 48">
            <a:extLst>
              <a:ext uri="{FF2B5EF4-FFF2-40B4-BE49-F238E27FC236}">
                <a16:creationId xmlns:a16="http://schemas.microsoft.com/office/drawing/2014/main" id="{4B378485-95C7-F466-AE4F-8E8C8F08FD8C}"/>
              </a:ext>
            </a:extLst>
          </p:cNvPr>
          <p:cNvCxnSpPr/>
          <p:nvPr/>
        </p:nvCxnSpPr>
        <p:spPr>
          <a:xfrm>
            <a:off x="0" y="931863"/>
            <a:ext cx="9144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585" name="内容占位符 3">
            <a:extLst>
              <a:ext uri="{FF2B5EF4-FFF2-40B4-BE49-F238E27FC236}">
                <a16:creationId xmlns:a16="http://schemas.microsoft.com/office/drawing/2014/main" id="{EEAB0929-5068-19B4-1A5A-9AB103F8EB8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8841" y="1700808"/>
            <a:ext cx="8925159" cy="1518642"/>
          </a:xfr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3D0EC601-1D72-F7F8-A98E-1C80CAAB42D0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110216" y="3405053"/>
            <a:ext cx="6935040" cy="778868"/>
          </a:xfrm>
          <a:prstGeom prst="rect">
            <a:avLst/>
          </a:prstGeom>
          <a:blipFill>
            <a:blip r:embed="rId4"/>
            <a:stretch>
              <a:fillRect t="-195161" b="-282258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67587" name="文本框 5">
            <a:extLst>
              <a:ext uri="{FF2B5EF4-FFF2-40B4-BE49-F238E27FC236}">
                <a16:creationId xmlns:a16="http://schemas.microsoft.com/office/drawing/2014/main" id="{F9CBA19D-F406-10AA-3428-5ED8112787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438" y="4324350"/>
            <a:ext cx="38655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0">
                <a:solidFill>
                  <a:srgbClr val="000000"/>
                </a:solidFill>
                <a:ea typeface="宋体" panose="02010600030101010101" pitchFamily="2" charset="-122"/>
              </a:rPr>
              <a:t>于是</a:t>
            </a:r>
            <a:r>
              <a:rPr lang="en-US" altLang="zh-CN" sz="2000" b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b="0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en-US" altLang="zh-CN" sz="2000" b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2000" b="0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max</a:t>
            </a:r>
            <a:r>
              <a:rPr lang="en-US" altLang="zh-CN" sz="2000" b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sz="2000" b="0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 </a:t>
            </a:r>
            <a:r>
              <a:rPr lang="en-US" altLang="zh-CN" sz="2000" b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2000" b="0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sz="2000" b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 </a:t>
            </a:r>
            <a:r>
              <a:rPr lang="zh-CN" altLang="en-US" sz="2000" b="0">
                <a:solidFill>
                  <a:srgbClr val="000000"/>
                </a:solidFill>
                <a:ea typeface="宋体" panose="02010600030101010101" pitchFamily="2" charset="-122"/>
              </a:rPr>
              <a:t>的概率密度为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AB7F6D0-178B-60A3-3597-14F158AABBA9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249281" y="4882380"/>
            <a:ext cx="6621300" cy="778868"/>
          </a:xfrm>
          <a:prstGeom prst="rect">
            <a:avLst/>
          </a:prstGeom>
          <a:blipFill>
            <a:blip r:embed="rId5"/>
            <a:stretch>
              <a:fillRect t="-193548" b="-283871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2" name="矩形 4">
            <a:extLst>
              <a:ext uri="{FF2B5EF4-FFF2-40B4-BE49-F238E27FC236}">
                <a16:creationId xmlns:a16="http://schemas.microsoft.com/office/drawing/2014/main" id="{788C1AEE-B576-A42D-E954-9AC688B955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60350" cy="6858000"/>
          </a:xfrm>
          <a:prstGeom prst="rect">
            <a:avLst/>
          </a:prstGeom>
          <a:solidFill>
            <a:srgbClr val="0070C0"/>
          </a:solidFill>
          <a:ln w="9525" algn="ctr">
            <a:solidFill>
              <a:srgbClr val="0070C0"/>
            </a:solidFill>
            <a:round/>
            <a:headEnd/>
            <a:tailEnd/>
          </a:ln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E4F3536-6B02-710E-5486-28BDA1E0AF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8425" y="242888"/>
            <a:ext cx="6702425" cy="59372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008965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dirty="0">
                <a:solidFill>
                  <a:srgbClr val="FF0000"/>
                </a:solidFill>
                <a:cs typeface="Arial" panose="020B0604020202020204" pitchFamily="34" charset="0"/>
              </a:rPr>
              <a:t>Practice</a:t>
            </a:r>
            <a:endParaRPr lang="zh-CN" altLang="en-US" dirty="0">
              <a:solidFill>
                <a:srgbClr val="FF0000"/>
              </a:solidFill>
              <a:ea typeface="华文新魏" panose="0201080004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线连接符 48">
            <a:extLst>
              <a:ext uri="{FF2B5EF4-FFF2-40B4-BE49-F238E27FC236}">
                <a16:creationId xmlns:a16="http://schemas.microsoft.com/office/drawing/2014/main" id="{A14C1A72-4867-FF64-2618-631394A9A8F5}"/>
              </a:ext>
            </a:extLst>
          </p:cNvPr>
          <p:cNvCxnSpPr/>
          <p:nvPr/>
        </p:nvCxnSpPr>
        <p:spPr>
          <a:xfrm>
            <a:off x="0" y="931863"/>
            <a:ext cx="9144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4">
            <a:extLst>
              <a:ext uri="{FF2B5EF4-FFF2-40B4-BE49-F238E27FC236}">
                <a16:creationId xmlns:a16="http://schemas.microsoft.com/office/drawing/2014/main" id="{A23E7156-A842-A609-BACD-A07404D679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60350" cy="6858000"/>
          </a:xfrm>
          <a:prstGeom prst="rect">
            <a:avLst/>
          </a:prstGeom>
          <a:solidFill>
            <a:srgbClr val="0070C0"/>
          </a:solidFill>
          <a:ln w="9525" algn="ctr">
            <a:solidFill>
              <a:srgbClr val="0070C0"/>
            </a:solidFill>
            <a:round/>
            <a:headEnd/>
            <a:tailEnd/>
          </a:ln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69633" name="图片 7">
            <a:extLst>
              <a:ext uri="{FF2B5EF4-FFF2-40B4-BE49-F238E27FC236}">
                <a16:creationId xmlns:a16="http://schemas.microsoft.com/office/drawing/2014/main" id="{C259BB67-AF18-B233-3AEA-4B6093F37C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328" y="1628800"/>
            <a:ext cx="8714672" cy="4608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9634" name="图片 8">
            <a:extLst>
              <a:ext uri="{FF2B5EF4-FFF2-40B4-BE49-F238E27FC236}">
                <a16:creationId xmlns:a16="http://schemas.microsoft.com/office/drawing/2014/main" id="{B5ACE848-545A-7E08-6D45-31701843DB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9950" y="5356225"/>
            <a:ext cx="407988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0BE984D6-D88E-B8EA-7B9E-0C412426A2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8425" y="242888"/>
            <a:ext cx="6702425" cy="59372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008965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dirty="0">
                <a:solidFill>
                  <a:srgbClr val="FF0000"/>
                </a:solidFill>
                <a:cs typeface="Arial" panose="020B0604020202020204" pitchFamily="34" charset="0"/>
              </a:rPr>
              <a:t>Practice</a:t>
            </a:r>
            <a:endParaRPr lang="zh-CN" altLang="en-US" dirty="0">
              <a:solidFill>
                <a:srgbClr val="FF0000"/>
              </a:solidFill>
              <a:ea typeface="华文新魏" panose="0201080004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线连接符 48">
            <a:extLst>
              <a:ext uri="{FF2B5EF4-FFF2-40B4-BE49-F238E27FC236}">
                <a16:creationId xmlns:a16="http://schemas.microsoft.com/office/drawing/2014/main" id="{518D8F91-C13A-44C8-A83D-F6F748A53A9F}"/>
              </a:ext>
            </a:extLst>
          </p:cNvPr>
          <p:cNvCxnSpPr/>
          <p:nvPr/>
        </p:nvCxnSpPr>
        <p:spPr>
          <a:xfrm>
            <a:off x="0" y="931863"/>
            <a:ext cx="9144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124" name="Object 28">
            <a:extLst>
              <a:ext uri="{FF2B5EF4-FFF2-40B4-BE49-F238E27FC236}">
                <a16:creationId xmlns:a16="http://schemas.microsoft.com/office/drawing/2014/main" id="{A8149E90-EE38-EF39-DD8C-4DFE42D4F7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5980884"/>
              </p:ext>
            </p:extLst>
          </p:nvPr>
        </p:nvGraphicFramePr>
        <p:xfrm>
          <a:off x="6732588" y="3349190"/>
          <a:ext cx="2209800" cy="212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位图图像" r:id="rId2" imgW="1473200" imgH="1416050" progId="Paint.Picture">
                  <p:embed/>
                </p:oleObj>
              </mc:Choice>
              <mc:Fallback>
                <p:oleObj name="位图图像" r:id="rId2" imgW="1473200" imgH="1416050" progId="Paint.Picture">
                  <p:embed/>
                  <p:pic>
                    <p:nvPicPr>
                      <p:cNvPr id="4124" name="Object 28">
                        <a:extLst>
                          <a:ext uri="{FF2B5EF4-FFF2-40B4-BE49-F238E27FC236}">
                            <a16:creationId xmlns:a16="http://schemas.microsoft.com/office/drawing/2014/main" id="{A8149E90-EE38-EF39-DD8C-4DFE42D4F70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2588" y="3349190"/>
                        <a:ext cx="2209800" cy="212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27" name="Group 31">
            <a:extLst>
              <a:ext uri="{FF2B5EF4-FFF2-40B4-BE49-F238E27FC236}">
                <a16:creationId xmlns:a16="http://schemas.microsoft.com/office/drawing/2014/main" id="{1A9BCFFF-2190-54BF-269C-6FF53308FFE5}"/>
              </a:ext>
            </a:extLst>
          </p:cNvPr>
          <p:cNvGrpSpPr>
            <a:grpSpLocks/>
          </p:cNvGrpSpPr>
          <p:nvPr/>
        </p:nvGrpSpPr>
        <p:grpSpPr bwMode="auto">
          <a:xfrm>
            <a:off x="215900" y="1243012"/>
            <a:ext cx="7362825" cy="2185988"/>
            <a:chOff x="136" y="0"/>
            <a:chExt cx="4638" cy="13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75" name="Text Box 2">
                  <a:extLst>
                    <a:ext uri="{FF2B5EF4-FFF2-40B4-BE49-F238E27FC236}">
                      <a16:creationId xmlns:a16="http://schemas.microsoft.com/office/drawing/2014/main" id="{2AF49F1B-420D-560B-71E2-F8F5A267A28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6" y="0"/>
                  <a:ext cx="4604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0000"/>
                      </a:solidFill>
                    </a14:hiddenFill>
                  </a:ext>
                  <a:ext uri="{91240B29-F687-4F45-9708-019B960494DF}">
                    <a14:hiddenLine w="12700" cap="sq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kumimoji="1" lang="zh-CN" altLang="en-US" sz="2400" dirty="0">
                      <a:solidFill>
                        <a:srgbClr val="FF0000"/>
                      </a:solidFill>
                      <a:latin typeface="+mn-ea"/>
                      <a:ea typeface="+mn-ea"/>
                    </a:rPr>
                    <a:t>例  </a:t>
                  </a:r>
                  <a:r>
                    <a:rPr kumimoji="1" lang="zh-CN" altLang="en-US" sz="2400" dirty="0">
                      <a:latin typeface="+mn-ea"/>
                      <a:ea typeface="+mn-ea"/>
                    </a:rPr>
                    <a:t>设二维随机变量</a:t>
                  </a:r>
                  <a14:m>
                    <m:oMath xmlns:m="http://schemas.openxmlformats.org/officeDocument/2006/math">
                      <m:r>
                        <a:rPr kumimoji="1" lang="en-US" altLang="zh-CN" sz="2400" i="1" dirty="0" smtClean="0">
                          <a:latin typeface="Cambria Math" panose="02040503050406030204" pitchFamily="18" charset="0"/>
                          <a:ea typeface="+mn-ea"/>
                        </a:rPr>
                        <m:t>(</m:t>
                      </m:r>
                      <m:r>
                        <a:rPr kumimoji="1" lang="en-US" altLang="zh-CN" sz="2400" i="1" dirty="0" smtClean="0">
                          <a:latin typeface="Cambria Math" panose="02040503050406030204" pitchFamily="18" charset="0"/>
                          <a:ea typeface="+mn-ea"/>
                        </a:rPr>
                        <m:t>𝑋</m:t>
                      </m:r>
                      <m:r>
                        <a:rPr kumimoji="1" lang="en-US" altLang="zh-CN" sz="2400" i="1" dirty="0" smtClean="0">
                          <a:latin typeface="Cambria Math" panose="02040503050406030204" pitchFamily="18" charset="0"/>
                          <a:ea typeface="+mn-ea"/>
                        </a:rPr>
                        <m:t>,</m:t>
                      </m:r>
                      <m:r>
                        <a:rPr kumimoji="1" lang="en-US" altLang="zh-CN" sz="2400" i="1" dirty="0" smtClean="0">
                          <a:latin typeface="Cambria Math" panose="02040503050406030204" pitchFamily="18" charset="0"/>
                          <a:ea typeface="+mn-ea"/>
                        </a:rPr>
                        <m:t>𝑌</m:t>
                      </m:r>
                      <m:r>
                        <a:rPr kumimoji="1" lang="en-US" altLang="zh-CN" sz="2400" i="1" dirty="0" smtClean="0">
                          <a:latin typeface="Cambria Math" panose="02040503050406030204" pitchFamily="18" charset="0"/>
                          <a:ea typeface="+mn-ea"/>
                        </a:rPr>
                        <m:t>)</m:t>
                      </m:r>
                    </m:oMath>
                  </a14:m>
                  <a:r>
                    <a:rPr kumimoji="1" lang="zh-CN" altLang="en-US" sz="2400" dirty="0">
                      <a:latin typeface="+mn-ea"/>
                      <a:ea typeface="+mn-ea"/>
                    </a:rPr>
                    <a:t>的概率密度为</a:t>
                  </a:r>
                </a:p>
              </p:txBody>
            </p:sp>
          </mc:Choice>
          <mc:Fallback xmlns="">
            <p:sp>
              <p:nvSpPr>
                <p:cNvPr id="11275" name="Text Box 2">
                  <a:extLst>
                    <a:ext uri="{FF2B5EF4-FFF2-40B4-BE49-F238E27FC236}">
                      <a16:creationId xmlns:a16="http://schemas.microsoft.com/office/drawing/2014/main" id="{2AF49F1B-420D-560B-71E2-F8F5A267A2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36" y="0"/>
                  <a:ext cx="4604" cy="291"/>
                </a:xfrm>
                <a:prstGeom prst="rect">
                  <a:avLst/>
                </a:prstGeom>
                <a:blipFill>
                  <a:blip r:embed="rId4"/>
                  <a:stretch>
                    <a:fillRect l="-1213" t="-13514" b="-27027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0000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cap="sq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1276" name="Object 3">
                  <a:extLst>
                    <a:ext uri="{FF2B5EF4-FFF2-40B4-BE49-F238E27FC236}">
                      <a16:creationId xmlns:a16="http://schemas.microsoft.com/office/drawing/2014/main" id="{F0FF117D-BFAC-7535-C4C1-1FB5FAA10A8B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920214528"/>
                    </p:ext>
                  </p:extLst>
                </p:nvPr>
              </p:nvGraphicFramePr>
              <p:xfrm>
                <a:off x="952" y="389"/>
                <a:ext cx="2767" cy="65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5" imgW="47104300" imgH="11112500" progId="Equation.DSMT4">
                        <p:embed/>
                      </p:oleObj>
                    </mc:Choice>
                    <mc:Fallback>
                      <p:oleObj name="Equation" r:id="rId5" imgW="47104300" imgH="11112500" progId="Equation.DSMT4">
                        <p:embed/>
                        <p:pic>
                          <p:nvPicPr>
                            <p:cNvPr id="11276" name="Object 3">
                              <a:extLst>
                                <a:ext uri="{FF2B5EF4-FFF2-40B4-BE49-F238E27FC236}">
                                  <a16:creationId xmlns:a16="http://schemas.microsoft.com/office/drawing/2014/main" id="{F0FF117D-BFAC-7535-C4C1-1FB5FAA10A8B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952" y="389"/>
                              <a:ext cx="2767" cy="653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11276" name="Object 3">
                  <a:extLst>
                    <a:ext uri="{FF2B5EF4-FFF2-40B4-BE49-F238E27FC236}">
                      <a16:creationId xmlns:a16="http://schemas.microsoft.com/office/drawing/2014/main" id="{F0FF117D-BFAC-7535-C4C1-1FB5FAA10A8B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920214528"/>
                    </p:ext>
                  </p:extLst>
                </p:nvPr>
              </p:nvGraphicFramePr>
              <p:xfrm>
                <a:off x="952" y="389"/>
                <a:ext cx="2767" cy="65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7" imgW="47104300" imgH="11112500" progId="Equation.DSMT4">
                        <p:embed/>
                      </p:oleObj>
                    </mc:Choice>
                    <mc:Fallback>
                      <p:oleObj name="Equation" r:id="rId7" imgW="47104300" imgH="11112500" progId="Equation.DSMT4">
                        <p:embed/>
                        <p:pic>
                          <p:nvPicPr>
                            <p:cNvPr id="11276" name="Object 3">
                              <a:extLst>
                                <a:ext uri="{FF2B5EF4-FFF2-40B4-BE49-F238E27FC236}">
                                  <a16:creationId xmlns:a16="http://schemas.microsoft.com/office/drawing/2014/main" id="{F0FF117D-BFAC-7535-C4C1-1FB5FAA10A8B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952" y="389"/>
                              <a:ext cx="2767" cy="653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77" name="Text Box 4">
                  <a:extLst>
                    <a:ext uri="{FF2B5EF4-FFF2-40B4-BE49-F238E27FC236}">
                      <a16:creationId xmlns:a16="http://schemas.microsoft.com/office/drawing/2014/main" id="{D620D4B0-F56C-3A34-5C44-3EC8419A190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10" y="1086"/>
                  <a:ext cx="4264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0000"/>
                      </a:solidFill>
                    </a14:hiddenFill>
                  </a:ext>
                  <a:ext uri="{91240B29-F687-4F45-9708-019B960494DF}">
                    <a14:hiddenLine w="12700" cap="sq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kumimoji="1" lang="zh-CN" altLang="en-US" sz="2400" dirty="0">
                      <a:latin typeface="+mn-ea"/>
                      <a:ea typeface="+mn-ea"/>
                    </a:rPr>
                    <a:t>求随机变量 </a:t>
                  </a:r>
                  <a14:m>
                    <m:oMath xmlns:m="http://schemas.openxmlformats.org/officeDocument/2006/math">
                      <m:r>
                        <a:rPr kumimoji="1" lang="en-US" altLang="zh-CN" sz="2400" i="1" dirty="0" smtClean="0">
                          <a:latin typeface="Cambria Math" panose="02040503050406030204" pitchFamily="18" charset="0"/>
                          <a:ea typeface="+mn-ea"/>
                        </a:rPr>
                        <m:t>𝑍</m:t>
                      </m:r>
                      <m:r>
                        <a:rPr kumimoji="1" lang="en-US" altLang="zh-CN" sz="2400" i="1" dirty="0" smtClean="0"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r>
                        <a:rPr kumimoji="1" lang="en-US" altLang="zh-CN" sz="2400" i="1" dirty="0" smtClean="0">
                          <a:latin typeface="Cambria Math" panose="02040503050406030204" pitchFamily="18" charset="0"/>
                          <a:ea typeface="+mn-ea"/>
                        </a:rPr>
                        <m:t>𝑋</m:t>
                      </m:r>
                      <m:r>
                        <a:rPr kumimoji="1" lang="en-US" altLang="zh-CN" sz="2400" i="1" dirty="0" smtClean="0">
                          <a:latin typeface="Cambria Math" panose="02040503050406030204" pitchFamily="18" charset="0"/>
                          <a:ea typeface="+mn-ea"/>
                        </a:rPr>
                        <m:t>+2</m:t>
                      </m:r>
                      <m:r>
                        <a:rPr kumimoji="1" lang="en-US" altLang="zh-CN" sz="2400" i="1" dirty="0" smtClean="0">
                          <a:latin typeface="Cambria Math" panose="02040503050406030204" pitchFamily="18" charset="0"/>
                          <a:ea typeface="+mn-ea"/>
                        </a:rPr>
                        <m:t>𝑌</m:t>
                      </m:r>
                      <m:r>
                        <a:rPr kumimoji="1" lang="en-US" altLang="zh-CN" sz="2400" i="1" dirty="0" smtClean="0">
                          <a:latin typeface="Cambria Math" panose="02040503050406030204" pitchFamily="18" charset="0"/>
                          <a:ea typeface="+mn-ea"/>
                        </a:rPr>
                        <m:t> </m:t>
                      </m:r>
                    </m:oMath>
                  </a14:m>
                  <a:r>
                    <a:rPr kumimoji="1" lang="zh-CN" altLang="en-US" sz="2400" dirty="0">
                      <a:latin typeface="+mn-ea"/>
                      <a:ea typeface="+mn-ea"/>
                    </a:rPr>
                    <a:t>的概率密度函数</a:t>
                  </a:r>
                </a:p>
              </p:txBody>
            </p:sp>
          </mc:Choice>
          <mc:Fallback xmlns="">
            <p:sp>
              <p:nvSpPr>
                <p:cNvPr id="11277" name="Text Box 4">
                  <a:extLst>
                    <a:ext uri="{FF2B5EF4-FFF2-40B4-BE49-F238E27FC236}">
                      <a16:creationId xmlns:a16="http://schemas.microsoft.com/office/drawing/2014/main" id="{D620D4B0-F56C-3A34-5C44-3EC8419A19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10" y="1086"/>
                  <a:ext cx="4264" cy="291"/>
                </a:xfrm>
                <a:prstGeom prst="rect">
                  <a:avLst/>
                </a:prstGeom>
                <a:blipFill>
                  <a:blip r:embed="rId9"/>
                  <a:stretch>
                    <a:fillRect l="-1311" t="-10526" b="-23684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0000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cap="sq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102" name="Rectangle 6">
            <a:extLst>
              <a:ext uri="{FF2B5EF4-FFF2-40B4-BE49-F238E27FC236}">
                <a16:creationId xmlns:a16="http://schemas.microsoft.com/office/drawing/2014/main" id="{ED93B53E-F40C-811E-11AA-708429E5C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23105" y="3793407"/>
            <a:ext cx="966909" cy="426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4E3CFA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marL="908050" indent="-436563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kumimoji="1"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4104" name="Object 8">
            <a:extLst>
              <a:ext uri="{FF2B5EF4-FFF2-40B4-BE49-F238E27FC236}">
                <a16:creationId xmlns:a16="http://schemas.microsoft.com/office/drawing/2014/main" id="{F9994401-F874-997B-F1A6-B8982217F5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7937704"/>
              </p:ext>
            </p:extLst>
          </p:nvPr>
        </p:nvGraphicFramePr>
        <p:xfrm>
          <a:off x="971798" y="5373216"/>
          <a:ext cx="935038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067800" imgH="4686300" progId="Equation.DSMT4">
                  <p:embed/>
                </p:oleObj>
              </mc:Choice>
              <mc:Fallback>
                <p:oleObj name="Equation" r:id="rId10" imgW="9067800" imgH="4686300" progId="Equation.DSMT4">
                  <p:embed/>
                  <p:pic>
                    <p:nvPicPr>
                      <p:cNvPr id="4104" name="Object 8">
                        <a:extLst>
                          <a:ext uri="{FF2B5EF4-FFF2-40B4-BE49-F238E27FC236}">
                            <a16:creationId xmlns:a16="http://schemas.microsoft.com/office/drawing/2014/main" id="{F9994401-F874-997B-F1A6-B8982217F52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798" y="5373216"/>
                        <a:ext cx="935038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" name="Object 10">
            <a:extLst>
              <a:ext uri="{FF2B5EF4-FFF2-40B4-BE49-F238E27FC236}">
                <a16:creationId xmlns:a16="http://schemas.microsoft.com/office/drawing/2014/main" id="{B87342FE-953C-6C2A-D854-CFD4B78620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6972468"/>
              </p:ext>
            </p:extLst>
          </p:nvPr>
        </p:nvGraphicFramePr>
        <p:xfrm>
          <a:off x="1008311" y="6087847"/>
          <a:ext cx="935037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9067800" imgH="4686300" progId="Equation.DSMT4">
                  <p:embed/>
                </p:oleObj>
              </mc:Choice>
              <mc:Fallback>
                <p:oleObj name="Equation" r:id="rId12" imgW="9067800" imgH="4686300" progId="Equation.DSMT4">
                  <p:embed/>
                  <p:pic>
                    <p:nvPicPr>
                      <p:cNvPr id="4106" name="Object 10">
                        <a:extLst>
                          <a:ext uri="{FF2B5EF4-FFF2-40B4-BE49-F238E27FC236}">
                            <a16:creationId xmlns:a16="http://schemas.microsoft.com/office/drawing/2014/main" id="{B87342FE-953C-6C2A-D854-CFD4B78620D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8311" y="6087847"/>
                        <a:ext cx="935037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8" name="Object 12">
            <a:extLst>
              <a:ext uri="{FF2B5EF4-FFF2-40B4-BE49-F238E27FC236}">
                <a16:creationId xmlns:a16="http://schemas.microsoft.com/office/drawing/2014/main" id="{723E4B12-9E81-92DC-45A6-36A40CA7BD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8980580"/>
              </p:ext>
            </p:extLst>
          </p:nvPr>
        </p:nvGraphicFramePr>
        <p:xfrm>
          <a:off x="6649244" y="5922747"/>
          <a:ext cx="2347501" cy="6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0777200" imgH="4686300" progId="Equation.DSMT4">
                  <p:embed/>
                </p:oleObj>
              </mc:Choice>
              <mc:Fallback>
                <p:oleObj name="Equation" r:id="rId14" imgW="20777200" imgH="4686300" progId="Equation.DSMT4">
                  <p:embed/>
                  <p:pic>
                    <p:nvPicPr>
                      <p:cNvPr id="4108" name="Object 12">
                        <a:extLst>
                          <a:ext uri="{FF2B5EF4-FFF2-40B4-BE49-F238E27FC236}">
                            <a16:creationId xmlns:a16="http://schemas.microsoft.com/office/drawing/2014/main" id="{723E4B12-9E81-92DC-45A6-36A40CA7BD0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9244" y="5922747"/>
                        <a:ext cx="2347501" cy="6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25" name="Object 29">
            <a:extLst>
              <a:ext uri="{FF2B5EF4-FFF2-40B4-BE49-F238E27FC236}">
                <a16:creationId xmlns:a16="http://schemas.microsoft.com/office/drawing/2014/main" id="{809AC9B2-59F5-EE7C-C75A-EE3D90FD31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2001080"/>
              </p:ext>
            </p:extLst>
          </p:nvPr>
        </p:nvGraphicFramePr>
        <p:xfrm>
          <a:off x="1727003" y="4521834"/>
          <a:ext cx="2414178" cy="851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8092400" imgH="9067800" progId="Equation.DSMT4">
                  <p:embed/>
                </p:oleObj>
              </mc:Choice>
              <mc:Fallback>
                <p:oleObj name="Equation" r:id="rId16" imgW="28092400" imgH="9067800" progId="Equation.DSMT4">
                  <p:embed/>
                  <p:pic>
                    <p:nvPicPr>
                      <p:cNvPr id="4125" name="Object 29">
                        <a:extLst>
                          <a:ext uri="{FF2B5EF4-FFF2-40B4-BE49-F238E27FC236}">
                            <a16:creationId xmlns:a16="http://schemas.microsoft.com/office/drawing/2014/main" id="{809AC9B2-59F5-EE7C-C75A-EE3D90FD31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7003" y="4521834"/>
                        <a:ext cx="2414178" cy="8513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4">
            <a:extLst>
              <a:ext uri="{FF2B5EF4-FFF2-40B4-BE49-F238E27FC236}">
                <a16:creationId xmlns:a16="http://schemas.microsoft.com/office/drawing/2014/main" id="{3903E0D4-57F0-92F7-47D9-FBE5DED709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60350" cy="6858000"/>
          </a:xfrm>
          <a:prstGeom prst="rect">
            <a:avLst/>
          </a:prstGeom>
          <a:solidFill>
            <a:srgbClr val="00B050"/>
          </a:solidFill>
          <a:ln w="9525" algn="ctr">
            <a:noFill/>
            <a:round/>
            <a:headEnd/>
            <a:tailEnd/>
          </a:ln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400">
              <a:latin typeface="+mn-ea"/>
              <a:ea typeface="+mn-ea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5D02683F-8788-96A8-4447-E39E98E755EA}"/>
              </a:ext>
            </a:extLst>
          </p:cNvPr>
          <p:cNvGrpSpPr/>
          <p:nvPr/>
        </p:nvGrpSpPr>
        <p:grpSpPr>
          <a:xfrm>
            <a:off x="898129" y="3784133"/>
            <a:ext cx="4468018" cy="535152"/>
            <a:chOff x="898129" y="2394202"/>
            <a:chExt cx="4468018" cy="535152"/>
          </a:xfrm>
        </p:grpSpPr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4103" name="Object 7">
                  <a:extLst>
                    <a:ext uri="{FF2B5EF4-FFF2-40B4-BE49-F238E27FC236}">
                      <a16:creationId xmlns:a16="http://schemas.microsoft.com/office/drawing/2014/main" id="{EA5D3BD5-CD0C-6E58-1BCC-ECF40C8A0969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881700400"/>
                    </p:ext>
                  </p:extLst>
                </p:nvPr>
              </p:nvGraphicFramePr>
              <p:xfrm>
                <a:off x="898129" y="2401889"/>
                <a:ext cx="4468018" cy="527465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18" imgW="48856900" imgH="5270500" progId="Equation.DSMT4">
                        <p:embed/>
                      </p:oleObj>
                    </mc:Choice>
                    <mc:Fallback>
                      <p:oleObj name="Equation" r:id="rId18" imgW="48856900" imgH="5270500" progId="Equation.DSMT4">
                        <p:embed/>
                        <p:pic>
                          <p:nvPicPr>
                            <p:cNvPr id="4103" name="Object 7">
                              <a:extLst>
                                <a:ext uri="{FF2B5EF4-FFF2-40B4-BE49-F238E27FC236}">
                                  <a16:creationId xmlns:a16="http://schemas.microsoft.com/office/drawing/2014/main" id="{EA5D3BD5-CD0C-6E58-1BCC-ECF40C8A0969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9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898129" y="2401889"/>
                              <a:ext cx="4468018" cy="52746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4103" name="Object 7">
                  <a:extLst>
                    <a:ext uri="{FF2B5EF4-FFF2-40B4-BE49-F238E27FC236}">
                      <a16:creationId xmlns:a16="http://schemas.microsoft.com/office/drawing/2014/main" id="{EA5D3BD5-CD0C-6E58-1BCC-ECF40C8A0969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881700400"/>
                    </p:ext>
                  </p:extLst>
                </p:nvPr>
              </p:nvGraphicFramePr>
              <p:xfrm>
                <a:off x="898129" y="2401889"/>
                <a:ext cx="4468018" cy="527465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20" imgW="48856900" imgH="5270500" progId="Equation.DSMT4">
                        <p:embed/>
                      </p:oleObj>
                    </mc:Choice>
                    <mc:Fallback>
                      <p:oleObj name="Equation" r:id="rId20" imgW="48856900" imgH="5270500" progId="Equation.DSMT4">
                        <p:embed/>
                        <p:pic>
                          <p:nvPicPr>
                            <p:cNvPr id="4103" name="Object 7">
                              <a:extLst>
                                <a:ext uri="{FF2B5EF4-FFF2-40B4-BE49-F238E27FC236}">
                                  <a16:creationId xmlns:a16="http://schemas.microsoft.com/office/drawing/2014/main" id="{EA5D3BD5-CD0C-6E58-1BCC-ECF40C8A0969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898129" y="2401889"/>
                              <a:ext cx="4468018" cy="52746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76B18D65-9F26-A2DF-C44B-E15AD861886B}"/>
                    </a:ext>
                  </a:extLst>
                </p:cNvPr>
                <p:cNvSpPr txBox="1"/>
                <p:nvPr/>
              </p:nvSpPr>
              <p:spPr>
                <a:xfrm>
                  <a:off x="2563726" y="2394202"/>
                  <a:ext cx="288032" cy="52203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r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i="1" smtClean="0">
                            <a:latin typeface="Cambria Math" panose="02040503050406030204" pitchFamily="18" charset="0"/>
                          </a:rPr>
                          <m:t>≤</m:t>
                        </m:r>
                      </m:oMath>
                    </m:oMathPara>
                  </a14:m>
                  <a:endParaRPr kumimoji="1" lang="zh-CN" altLang="en-US" dirty="0"/>
                </a:p>
              </p:txBody>
            </p:sp>
          </mc:Choice>
          <mc:Fallback xmlns="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76B18D65-9F26-A2DF-C44B-E15AD86188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3726" y="2394202"/>
                  <a:ext cx="288032" cy="522036"/>
                </a:xfrm>
                <a:prstGeom prst="rect">
                  <a:avLst/>
                </a:prstGeom>
                <a:blipFill>
                  <a:blip r:embed="rId22"/>
                  <a:stretch>
                    <a:fillRect l="-47826" r="-39130" b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6A30C2EA-4369-E7B9-AECB-D6975D09338F}"/>
                    </a:ext>
                  </a:extLst>
                </p:cNvPr>
                <p:cNvSpPr txBox="1"/>
                <p:nvPr/>
              </p:nvSpPr>
              <p:spPr>
                <a:xfrm>
                  <a:off x="4691338" y="2394202"/>
                  <a:ext cx="288032" cy="52203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r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i="1" smtClean="0">
                            <a:latin typeface="Cambria Math" panose="02040503050406030204" pitchFamily="18" charset="0"/>
                          </a:rPr>
                          <m:t>≤</m:t>
                        </m:r>
                      </m:oMath>
                    </m:oMathPara>
                  </a14:m>
                  <a:endParaRPr kumimoji="1"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6A30C2EA-4369-E7B9-AECB-D6975D0933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91338" y="2394202"/>
                  <a:ext cx="288032" cy="522036"/>
                </a:xfrm>
                <a:prstGeom prst="rect">
                  <a:avLst/>
                </a:prstGeom>
                <a:blipFill>
                  <a:blip r:embed="rId23"/>
                  <a:stretch>
                    <a:fillRect l="-41667" r="-33333" b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FF130ED8-3771-00BB-499D-E5F5A383E1CA}"/>
              </a:ext>
            </a:extLst>
          </p:cNvPr>
          <p:cNvGrpSpPr/>
          <p:nvPr/>
        </p:nvGrpSpPr>
        <p:grpSpPr>
          <a:xfrm>
            <a:off x="2124795" y="5373216"/>
            <a:ext cx="1741959" cy="522036"/>
            <a:chOff x="1692747" y="4406900"/>
            <a:chExt cx="1741959" cy="522036"/>
          </a:xfrm>
        </p:grpSpPr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4105" name="Object 9">
                  <a:extLst>
                    <a:ext uri="{FF2B5EF4-FFF2-40B4-BE49-F238E27FC236}">
                      <a16:creationId xmlns:a16="http://schemas.microsoft.com/office/drawing/2014/main" id="{7243E96C-873B-A1E9-2F0C-AA806D88D2F6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657657574"/>
                    </p:ext>
                  </p:extLst>
                </p:nvPr>
              </p:nvGraphicFramePr>
              <p:xfrm>
                <a:off x="1692747" y="4406900"/>
                <a:ext cx="1741959" cy="494142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24" imgW="18719800" imgH="4686300" progId="Equation.DSMT4">
                        <p:embed/>
                      </p:oleObj>
                    </mc:Choice>
                    <mc:Fallback>
                      <p:oleObj name="Equation" r:id="rId24" imgW="18719800" imgH="4686300" progId="Equation.DSMT4">
                        <p:embed/>
                        <p:pic>
                          <p:nvPicPr>
                            <p:cNvPr id="4105" name="Object 9">
                              <a:extLst>
                                <a:ext uri="{FF2B5EF4-FFF2-40B4-BE49-F238E27FC236}">
                                  <a16:creationId xmlns:a16="http://schemas.microsoft.com/office/drawing/2014/main" id="{7243E96C-873B-A1E9-2F0C-AA806D88D2F6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5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692747" y="4406900"/>
                              <a:ext cx="1741959" cy="49414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4105" name="Object 9">
                  <a:extLst>
                    <a:ext uri="{FF2B5EF4-FFF2-40B4-BE49-F238E27FC236}">
                      <a16:creationId xmlns:a16="http://schemas.microsoft.com/office/drawing/2014/main" id="{7243E96C-873B-A1E9-2F0C-AA806D88D2F6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657657574"/>
                    </p:ext>
                  </p:extLst>
                </p:nvPr>
              </p:nvGraphicFramePr>
              <p:xfrm>
                <a:off x="1692747" y="4406900"/>
                <a:ext cx="1741959" cy="494142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26" imgW="18719800" imgH="4686300" progId="Equation.DSMT4">
                        <p:embed/>
                      </p:oleObj>
                    </mc:Choice>
                    <mc:Fallback>
                      <p:oleObj name="Equation" r:id="rId26" imgW="18719800" imgH="4686300" progId="Equation.DSMT4">
                        <p:embed/>
                        <p:pic>
                          <p:nvPicPr>
                            <p:cNvPr id="4105" name="Object 9">
                              <a:extLst>
                                <a:ext uri="{FF2B5EF4-FFF2-40B4-BE49-F238E27FC236}">
                                  <a16:creationId xmlns:a16="http://schemas.microsoft.com/office/drawing/2014/main" id="{7243E96C-873B-A1E9-2F0C-AA806D88D2F6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692747" y="4406900"/>
                              <a:ext cx="1741959" cy="49414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D7609166-8F3B-032B-6B45-B2AC9A0F543B}"/>
                    </a:ext>
                  </a:extLst>
                </p:cNvPr>
                <p:cNvSpPr txBox="1"/>
                <p:nvPr/>
              </p:nvSpPr>
              <p:spPr>
                <a:xfrm>
                  <a:off x="2311649" y="4406900"/>
                  <a:ext cx="288032" cy="52203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r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i="1" smtClean="0">
                            <a:latin typeface="Cambria Math" panose="02040503050406030204" pitchFamily="18" charset="0"/>
                          </a:rPr>
                          <m:t>≤</m:t>
                        </m:r>
                      </m:oMath>
                    </m:oMathPara>
                  </a14:m>
                  <a:endParaRPr kumimoji="1" lang="zh-CN" altLang="en-US" dirty="0"/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D7609166-8F3B-032B-6B45-B2AC9A0F54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11649" y="4406900"/>
                  <a:ext cx="288032" cy="522036"/>
                </a:xfrm>
                <a:prstGeom prst="rect">
                  <a:avLst/>
                </a:prstGeom>
                <a:blipFill>
                  <a:blip r:embed="rId28"/>
                  <a:stretch>
                    <a:fillRect l="-47826" r="-39130" b="-238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EDEA9FCA-EE77-1512-E60B-6D6855D00F49}"/>
              </a:ext>
            </a:extLst>
          </p:cNvPr>
          <p:cNvGrpSpPr/>
          <p:nvPr/>
        </p:nvGrpSpPr>
        <p:grpSpPr>
          <a:xfrm>
            <a:off x="2124795" y="5784476"/>
            <a:ext cx="4391421" cy="902864"/>
            <a:chOff x="1692747" y="5054442"/>
            <a:chExt cx="4391421" cy="902864"/>
          </a:xfrm>
        </p:grpSpPr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4107" name="Object 11">
                  <a:extLst>
                    <a:ext uri="{FF2B5EF4-FFF2-40B4-BE49-F238E27FC236}">
                      <a16:creationId xmlns:a16="http://schemas.microsoft.com/office/drawing/2014/main" id="{DB37D6F9-7092-B6D6-8F56-00FFBBCF5BE9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648122513"/>
                    </p:ext>
                  </p:extLst>
                </p:nvPr>
              </p:nvGraphicFramePr>
              <p:xfrm>
                <a:off x="1692747" y="5054442"/>
                <a:ext cx="4391421" cy="902864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29" imgW="44475400" imgH="8775700" progId="Equation.DSMT4">
                        <p:embed/>
                      </p:oleObj>
                    </mc:Choice>
                    <mc:Fallback>
                      <p:oleObj name="Equation" r:id="rId29" imgW="44475400" imgH="8775700" progId="Equation.DSMT4">
                        <p:embed/>
                        <p:pic>
                          <p:nvPicPr>
                            <p:cNvPr id="4107" name="Object 11">
                              <a:extLst>
                                <a:ext uri="{FF2B5EF4-FFF2-40B4-BE49-F238E27FC236}">
                                  <a16:creationId xmlns:a16="http://schemas.microsoft.com/office/drawing/2014/main" id="{DB37D6F9-7092-B6D6-8F56-00FFBBCF5BE9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0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692747" y="5054442"/>
                              <a:ext cx="4391421" cy="90286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4107" name="Object 11">
                  <a:extLst>
                    <a:ext uri="{FF2B5EF4-FFF2-40B4-BE49-F238E27FC236}">
                      <a16:creationId xmlns:a16="http://schemas.microsoft.com/office/drawing/2014/main" id="{DB37D6F9-7092-B6D6-8F56-00FFBBCF5BE9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648122513"/>
                    </p:ext>
                  </p:extLst>
                </p:nvPr>
              </p:nvGraphicFramePr>
              <p:xfrm>
                <a:off x="1692747" y="5054442"/>
                <a:ext cx="4391421" cy="902864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31" imgW="44475400" imgH="8775700" progId="Equation.DSMT4">
                        <p:embed/>
                      </p:oleObj>
                    </mc:Choice>
                    <mc:Fallback>
                      <p:oleObj name="Equation" r:id="rId31" imgW="44475400" imgH="8775700" progId="Equation.DSMT4">
                        <p:embed/>
                        <p:pic>
                          <p:nvPicPr>
                            <p:cNvPr id="4107" name="Object 11">
                              <a:extLst>
                                <a:ext uri="{FF2B5EF4-FFF2-40B4-BE49-F238E27FC236}">
                                  <a16:creationId xmlns:a16="http://schemas.microsoft.com/office/drawing/2014/main" id="{DB37D6F9-7092-B6D6-8F56-00FFBBCF5BE9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692747" y="5054442"/>
                              <a:ext cx="4391421" cy="90286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BE8148B0-4CC2-7372-8679-B9C73814164D}"/>
                    </a:ext>
                  </a:extLst>
                </p:cNvPr>
                <p:cNvSpPr txBox="1"/>
                <p:nvPr/>
              </p:nvSpPr>
              <p:spPr>
                <a:xfrm>
                  <a:off x="2347309" y="5310477"/>
                  <a:ext cx="288032" cy="52203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r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i="1" smtClean="0">
                            <a:latin typeface="Cambria Math" panose="02040503050406030204" pitchFamily="18" charset="0"/>
                          </a:rPr>
                          <m:t>≤</m:t>
                        </m:r>
                      </m:oMath>
                    </m:oMathPara>
                  </a14:m>
                  <a:endParaRPr kumimoji="1" lang="zh-CN" altLang="en-US" dirty="0"/>
                </a:p>
              </p:txBody>
            </p:sp>
          </mc:Choice>
          <mc:Fallback xmlns="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BE8148B0-4CC2-7372-8679-B9C7381416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47309" y="5310477"/>
                  <a:ext cx="288032" cy="522036"/>
                </a:xfrm>
                <a:prstGeom prst="rect">
                  <a:avLst/>
                </a:prstGeom>
                <a:blipFill>
                  <a:blip r:embed="rId33"/>
                  <a:stretch>
                    <a:fillRect l="-41667" r="-37500" b="-238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1" name="Rectangle 2">
            <a:extLst>
              <a:ext uri="{FF2B5EF4-FFF2-40B4-BE49-F238E27FC236}">
                <a16:creationId xmlns:a16="http://schemas.microsoft.com/office/drawing/2014/main" id="{6513ACEB-C70F-3FAB-7723-C58DB2CE7D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8425" y="242888"/>
            <a:ext cx="6702425" cy="59372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008965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dirty="0">
                <a:solidFill>
                  <a:srgbClr val="FF0000"/>
                </a:solidFill>
                <a:cs typeface="Arial" panose="020B0604020202020204" pitchFamily="34" charset="0"/>
              </a:rPr>
              <a:t>Practice</a:t>
            </a:r>
            <a:endParaRPr lang="zh-CN" altLang="en-US" dirty="0">
              <a:solidFill>
                <a:srgbClr val="FF0000"/>
              </a:solidFill>
              <a:ea typeface="华文新魏" panose="0201080004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线连接符 48">
            <a:extLst>
              <a:ext uri="{FF2B5EF4-FFF2-40B4-BE49-F238E27FC236}">
                <a16:creationId xmlns:a16="http://schemas.microsoft.com/office/drawing/2014/main" id="{AE00E5F3-5CE8-7730-F210-F7D7C9294141}"/>
              </a:ext>
            </a:extLst>
          </p:cNvPr>
          <p:cNvCxnSpPr/>
          <p:nvPr/>
        </p:nvCxnSpPr>
        <p:spPr>
          <a:xfrm>
            <a:off x="0" y="931863"/>
            <a:ext cx="9144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434" name="Object 2">
            <a:extLst>
              <a:ext uri="{FF2B5EF4-FFF2-40B4-BE49-F238E27FC236}">
                <a16:creationId xmlns:a16="http://schemas.microsoft.com/office/drawing/2014/main" id="{3E7DA102-5365-AAFA-7FD4-D3E288D8A0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9497983"/>
              </p:ext>
            </p:extLst>
          </p:nvPr>
        </p:nvGraphicFramePr>
        <p:xfrm>
          <a:off x="6732588" y="2392363"/>
          <a:ext cx="2209800" cy="212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位图图像" r:id="rId2" imgW="1473200" imgH="1416050" progId="Paint.Picture">
                  <p:embed/>
                </p:oleObj>
              </mc:Choice>
              <mc:Fallback>
                <p:oleObj name="位图图像" r:id="rId2" imgW="1473200" imgH="1416050" progId="Paint.Picture">
                  <p:embed/>
                  <p:pic>
                    <p:nvPicPr>
                      <p:cNvPr id="18434" name="Object 2">
                        <a:extLst>
                          <a:ext uri="{FF2B5EF4-FFF2-40B4-BE49-F238E27FC236}">
                            <a16:creationId xmlns:a16="http://schemas.microsoft.com/office/drawing/2014/main" id="{3E7DA102-5365-AAFA-7FD4-D3E288D8A0D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2588" y="2392363"/>
                        <a:ext cx="2209800" cy="212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8" name="Object 6">
            <a:extLst>
              <a:ext uri="{FF2B5EF4-FFF2-40B4-BE49-F238E27FC236}">
                <a16:creationId xmlns:a16="http://schemas.microsoft.com/office/drawing/2014/main" id="{3E8B2813-F4DF-534B-CB6C-949FC46D87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6079426"/>
              </p:ext>
            </p:extLst>
          </p:nvPr>
        </p:nvGraphicFramePr>
        <p:xfrm>
          <a:off x="1116013" y="4335735"/>
          <a:ext cx="4402137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1833800" imgH="10528300" progId="Equation.DSMT4">
                  <p:embed/>
                </p:oleObj>
              </mc:Choice>
              <mc:Fallback>
                <p:oleObj name="Equation" r:id="rId4" imgW="41833800" imgH="10528300" progId="Equation.DSMT4">
                  <p:embed/>
                  <p:pic>
                    <p:nvPicPr>
                      <p:cNvPr id="18438" name="Object 6">
                        <a:extLst>
                          <a:ext uri="{FF2B5EF4-FFF2-40B4-BE49-F238E27FC236}">
                            <a16:creationId xmlns:a16="http://schemas.microsoft.com/office/drawing/2014/main" id="{3E8B2813-F4DF-534B-CB6C-949FC46D87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4335735"/>
                        <a:ext cx="4402137" cy="1108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9" name="Rectangle 7">
            <a:extLst>
              <a:ext uri="{FF2B5EF4-FFF2-40B4-BE49-F238E27FC236}">
                <a16:creationId xmlns:a16="http://schemas.microsoft.com/office/drawing/2014/main" id="{4A4CA590-DB8A-FB27-EB49-4049015D4C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79143" y="3791631"/>
            <a:ext cx="2521822" cy="426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4E3CFA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marL="908050" indent="-436563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kumimoji="1"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解     </a:t>
            </a:r>
            <a:r>
              <a:rPr kumimoji="1"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     </a:t>
            </a:r>
          </a:p>
        </p:txBody>
      </p:sp>
      <p:sp>
        <p:nvSpPr>
          <p:cNvPr id="18447" name="Text Box 15">
            <a:extLst>
              <a:ext uri="{FF2B5EF4-FFF2-40B4-BE49-F238E27FC236}">
                <a16:creationId xmlns:a16="http://schemas.microsoft.com/office/drawing/2014/main" id="{FBC0732E-D3E5-D333-C65F-EE3D0CA4AB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523" y="3759423"/>
            <a:ext cx="312777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latin typeface="+mn-ea"/>
                <a:ea typeface="+mn-ea"/>
              </a:rPr>
              <a:t>所求分布函数为     </a:t>
            </a:r>
          </a:p>
        </p:txBody>
      </p:sp>
      <p:sp>
        <p:nvSpPr>
          <p:cNvPr id="18448" name="Text Box 16">
            <a:extLst>
              <a:ext uri="{FF2B5EF4-FFF2-40B4-BE49-F238E27FC236}">
                <a16:creationId xmlns:a16="http://schemas.microsoft.com/office/drawing/2014/main" id="{C0CD006F-AE37-485B-E08C-C75E58D72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036" y="5865634"/>
            <a:ext cx="297228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latin typeface="+mn-ea"/>
                <a:ea typeface="+mn-ea"/>
              </a:rPr>
              <a:t>概率密度函数为    </a:t>
            </a:r>
          </a:p>
        </p:txBody>
      </p:sp>
      <p:graphicFrame>
        <p:nvGraphicFramePr>
          <p:cNvPr id="18449" name="Object 17">
            <a:extLst>
              <a:ext uri="{FF2B5EF4-FFF2-40B4-BE49-F238E27FC236}">
                <a16:creationId xmlns:a16="http://schemas.microsoft.com/office/drawing/2014/main" id="{BE744A82-D16B-DBD1-7797-F6C82DFF9C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5399319"/>
              </p:ext>
            </p:extLst>
          </p:nvPr>
        </p:nvGraphicFramePr>
        <p:xfrm>
          <a:off x="3563938" y="5561285"/>
          <a:ext cx="3171825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0137100" imgH="10528300" progId="Equation.DSMT4">
                  <p:embed/>
                </p:oleObj>
              </mc:Choice>
              <mc:Fallback>
                <p:oleObj name="Equation" r:id="rId6" imgW="30137100" imgH="10528300" progId="Equation.DSMT4">
                  <p:embed/>
                  <p:pic>
                    <p:nvPicPr>
                      <p:cNvPr id="18449" name="Object 17">
                        <a:extLst>
                          <a:ext uri="{FF2B5EF4-FFF2-40B4-BE49-F238E27FC236}">
                            <a16:creationId xmlns:a16="http://schemas.microsoft.com/office/drawing/2014/main" id="{BE744A82-D16B-DBD1-7797-F6C82DFF9C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5561285"/>
                        <a:ext cx="3171825" cy="1108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4">
            <a:extLst>
              <a:ext uri="{FF2B5EF4-FFF2-40B4-BE49-F238E27FC236}">
                <a16:creationId xmlns:a16="http://schemas.microsoft.com/office/drawing/2014/main" id="{7FD9CD79-F03A-06FF-2E1C-BF3BED62B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60350" cy="6858000"/>
          </a:xfrm>
          <a:prstGeom prst="rect">
            <a:avLst/>
          </a:prstGeom>
          <a:solidFill>
            <a:srgbClr val="00B050"/>
          </a:solidFill>
          <a:ln w="9525" algn="ctr">
            <a:noFill/>
            <a:round/>
            <a:headEnd/>
            <a:tailEnd/>
          </a:ln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400">
              <a:latin typeface="+mn-ea"/>
              <a:ea typeface="+mn-ea"/>
            </a:endParaRPr>
          </a:p>
        </p:txBody>
      </p:sp>
      <p:grpSp>
        <p:nvGrpSpPr>
          <p:cNvPr id="8" name="Group 31">
            <a:extLst>
              <a:ext uri="{FF2B5EF4-FFF2-40B4-BE49-F238E27FC236}">
                <a16:creationId xmlns:a16="http://schemas.microsoft.com/office/drawing/2014/main" id="{8D03F1B8-52DF-D013-907A-A825E4CF4746}"/>
              </a:ext>
            </a:extLst>
          </p:cNvPr>
          <p:cNvGrpSpPr>
            <a:grpSpLocks/>
          </p:cNvGrpSpPr>
          <p:nvPr/>
        </p:nvGrpSpPr>
        <p:grpSpPr bwMode="auto">
          <a:xfrm>
            <a:off x="215900" y="1243012"/>
            <a:ext cx="7362825" cy="2185988"/>
            <a:chOff x="136" y="0"/>
            <a:chExt cx="4638" cy="13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 Box 2">
                  <a:extLst>
                    <a:ext uri="{FF2B5EF4-FFF2-40B4-BE49-F238E27FC236}">
                      <a16:creationId xmlns:a16="http://schemas.microsoft.com/office/drawing/2014/main" id="{49E2CA9F-A3A5-D183-125B-E4DD4EA1BB3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6" y="0"/>
                  <a:ext cx="4604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0000"/>
                      </a:solidFill>
                    </a14:hiddenFill>
                  </a:ext>
                  <a:ext uri="{91240B29-F687-4F45-9708-019B960494DF}">
                    <a14:hiddenLine w="12700" cap="sq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kumimoji="1" lang="zh-CN" altLang="en-US" sz="2400" dirty="0">
                      <a:solidFill>
                        <a:srgbClr val="FF0000"/>
                      </a:solidFill>
                      <a:latin typeface="+mn-ea"/>
                      <a:ea typeface="+mn-ea"/>
                    </a:rPr>
                    <a:t>例  </a:t>
                  </a:r>
                  <a:r>
                    <a:rPr kumimoji="1" lang="zh-CN" altLang="en-US" sz="2400" dirty="0">
                      <a:latin typeface="+mn-ea"/>
                      <a:ea typeface="+mn-ea"/>
                    </a:rPr>
                    <a:t>设二维随机变量</a:t>
                  </a:r>
                  <a14:m>
                    <m:oMath xmlns:m="http://schemas.openxmlformats.org/officeDocument/2006/math">
                      <m:r>
                        <a:rPr kumimoji="1" lang="en-US" altLang="zh-CN" sz="2400" i="1" dirty="0" smtClean="0">
                          <a:latin typeface="Cambria Math" panose="02040503050406030204" pitchFamily="18" charset="0"/>
                          <a:ea typeface="+mn-ea"/>
                        </a:rPr>
                        <m:t>(</m:t>
                      </m:r>
                      <m:r>
                        <a:rPr kumimoji="1" lang="en-US" altLang="zh-CN" sz="2400" i="1" dirty="0" smtClean="0">
                          <a:latin typeface="Cambria Math" panose="02040503050406030204" pitchFamily="18" charset="0"/>
                          <a:ea typeface="+mn-ea"/>
                        </a:rPr>
                        <m:t>𝑋</m:t>
                      </m:r>
                      <m:r>
                        <a:rPr kumimoji="1" lang="en-US" altLang="zh-CN" sz="2400" i="1" dirty="0" smtClean="0">
                          <a:latin typeface="Cambria Math" panose="02040503050406030204" pitchFamily="18" charset="0"/>
                          <a:ea typeface="+mn-ea"/>
                        </a:rPr>
                        <m:t>,</m:t>
                      </m:r>
                      <m:r>
                        <a:rPr kumimoji="1" lang="en-US" altLang="zh-CN" sz="2400" i="1" dirty="0" smtClean="0">
                          <a:latin typeface="Cambria Math" panose="02040503050406030204" pitchFamily="18" charset="0"/>
                          <a:ea typeface="+mn-ea"/>
                        </a:rPr>
                        <m:t>𝑌</m:t>
                      </m:r>
                      <m:r>
                        <a:rPr kumimoji="1" lang="en-US" altLang="zh-CN" sz="2400" i="1" dirty="0" smtClean="0">
                          <a:latin typeface="Cambria Math" panose="02040503050406030204" pitchFamily="18" charset="0"/>
                          <a:ea typeface="+mn-ea"/>
                        </a:rPr>
                        <m:t>)</m:t>
                      </m:r>
                    </m:oMath>
                  </a14:m>
                  <a:r>
                    <a:rPr kumimoji="1" lang="zh-CN" altLang="en-US" sz="2400" dirty="0">
                      <a:latin typeface="+mn-ea"/>
                      <a:ea typeface="+mn-ea"/>
                    </a:rPr>
                    <a:t>的概率密度为</a:t>
                  </a:r>
                </a:p>
              </p:txBody>
            </p:sp>
          </mc:Choice>
          <mc:Fallback xmlns="">
            <p:sp>
              <p:nvSpPr>
                <p:cNvPr id="11275" name="Text Box 2">
                  <a:extLst>
                    <a:ext uri="{FF2B5EF4-FFF2-40B4-BE49-F238E27FC236}">
                      <a16:creationId xmlns:a16="http://schemas.microsoft.com/office/drawing/2014/main" id="{2AF49F1B-420D-560B-71E2-F8F5A267A2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36" y="0"/>
                  <a:ext cx="4604" cy="291"/>
                </a:xfrm>
                <a:prstGeom prst="rect">
                  <a:avLst/>
                </a:prstGeom>
                <a:blipFill>
                  <a:blip r:embed="rId8"/>
                  <a:stretch>
                    <a:fillRect l="-1213" t="-13514" b="-27027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0000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cap="sq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0" name="Object 3">
                  <a:extLst>
                    <a:ext uri="{FF2B5EF4-FFF2-40B4-BE49-F238E27FC236}">
                      <a16:creationId xmlns:a16="http://schemas.microsoft.com/office/drawing/2014/main" id="{977BAE5D-9684-52C6-011B-825E7DFD9212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409184123"/>
                    </p:ext>
                  </p:extLst>
                </p:nvPr>
              </p:nvGraphicFramePr>
              <p:xfrm>
                <a:off x="952" y="389"/>
                <a:ext cx="2767" cy="65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9" imgW="47104300" imgH="11112500" progId="Equation.DSMT4">
                        <p:embed/>
                      </p:oleObj>
                    </mc:Choice>
                    <mc:Fallback>
                      <p:oleObj name="Equation" r:id="rId9" imgW="47104300" imgH="11112500" progId="Equation.DSMT4">
                        <p:embed/>
                        <p:pic>
                          <p:nvPicPr>
                            <p:cNvPr id="10" name="Object 3">
                              <a:extLst>
                                <a:ext uri="{FF2B5EF4-FFF2-40B4-BE49-F238E27FC236}">
                                  <a16:creationId xmlns:a16="http://schemas.microsoft.com/office/drawing/2014/main" id="{977BAE5D-9684-52C6-011B-825E7DFD9212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0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952" y="389"/>
                              <a:ext cx="2767" cy="653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11276" name="Object 3">
                  <a:extLst>
                    <a:ext uri="{FF2B5EF4-FFF2-40B4-BE49-F238E27FC236}">
                      <a16:creationId xmlns:a16="http://schemas.microsoft.com/office/drawing/2014/main" id="{F0FF117D-BFAC-7535-C4C1-1FB5FAA10A8B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920214528"/>
                    </p:ext>
                  </p:extLst>
                </p:nvPr>
              </p:nvGraphicFramePr>
              <p:xfrm>
                <a:off x="952" y="389"/>
                <a:ext cx="2767" cy="65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11" imgW="47104300" imgH="11112500" progId="Equation.DSMT4">
                        <p:embed/>
                      </p:oleObj>
                    </mc:Choice>
                    <mc:Fallback>
                      <p:oleObj name="Equation" r:id="rId11" imgW="47104300" imgH="11112500" progId="Equation.DSMT4">
                        <p:embed/>
                        <p:pic>
                          <p:nvPicPr>
                            <p:cNvPr id="11276" name="Object 3">
                              <a:extLst>
                                <a:ext uri="{FF2B5EF4-FFF2-40B4-BE49-F238E27FC236}">
                                  <a16:creationId xmlns:a16="http://schemas.microsoft.com/office/drawing/2014/main" id="{F0FF117D-BFAC-7535-C4C1-1FB5FAA10A8B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952" y="389"/>
                              <a:ext cx="2767" cy="653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 Box 4">
                  <a:extLst>
                    <a:ext uri="{FF2B5EF4-FFF2-40B4-BE49-F238E27FC236}">
                      <a16:creationId xmlns:a16="http://schemas.microsoft.com/office/drawing/2014/main" id="{D3781BFD-F8C4-518E-0613-437B8DFA062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10" y="1086"/>
                  <a:ext cx="4264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0000"/>
                      </a:solidFill>
                    </a14:hiddenFill>
                  </a:ext>
                  <a:ext uri="{91240B29-F687-4F45-9708-019B960494DF}">
                    <a14:hiddenLine w="12700" cap="sq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kumimoji="1" lang="zh-CN" altLang="en-US" sz="2400" dirty="0">
                      <a:latin typeface="+mn-ea"/>
                      <a:ea typeface="+mn-ea"/>
                    </a:rPr>
                    <a:t>求随机变量 </a:t>
                  </a:r>
                  <a14:m>
                    <m:oMath xmlns:m="http://schemas.openxmlformats.org/officeDocument/2006/math">
                      <m:r>
                        <a:rPr kumimoji="1" lang="en-US" altLang="zh-CN" sz="2400" i="1" dirty="0" smtClean="0">
                          <a:latin typeface="Cambria Math" panose="02040503050406030204" pitchFamily="18" charset="0"/>
                          <a:ea typeface="+mn-ea"/>
                        </a:rPr>
                        <m:t>𝑍</m:t>
                      </m:r>
                      <m:r>
                        <a:rPr kumimoji="1" lang="en-US" altLang="zh-CN" sz="2400" i="1" dirty="0" smtClean="0"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r>
                        <a:rPr kumimoji="1" lang="en-US" altLang="zh-CN" sz="2400" i="1" dirty="0" smtClean="0">
                          <a:latin typeface="Cambria Math" panose="02040503050406030204" pitchFamily="18" charset="0"/>
                          <a:ea typeface="+mn-ea"/>
                        </a:rPr>
                        <m:t>𝑋</m:t>
                      </m:r>
                      <m:r>
                        <a:rPr kumimoji="1" lang="en-US" altLang="zh-CN" sz="2400" i="1" dirty="0" smtClean="0">
                          <a:latin typeface="Cambria Math" panose="02040503050406030204" pitchFamily="18" charset="0"/>
                          <a:ea typeface="+mn-ea"/>
                        </a:rPr>
                        <m:t>+2</m:t>
                      </m:r>
                      <m:r>
                        <a:rPr kumimoji="1" lang="en-US" altLang="zh-CN" sz="2400" i="1" dirty="0" smtClean="0">
                          <a:latin typeface="Cambria Math" panose="02040503050406030204" pitchFamily="18" charset="0"/>
                          <a:ea typeface="+mn-ea"/>
                        </a:rPr>
                        <m:t>𝑌</m:t>
                      </m:r>
                      <m:r>
                        <a:rPr kumimoji="1" lang="en-US" altLang="zh-CN" sz="2400" i="1" dirty="0" smtClean="0">
                          <a:latin typeface="Cambria Math" panose="02040503050406030204" pitchFamily="18" charset="0"/>
                          <a:ea typeface="+mn-ea"/>
                        </a:rPr>
                        <m:t> </m:t>
                      </m:r>
                    </m:oMath>
                  </a14:m>
                  <a:r>
                    <a:rPr kumimoji="1" lang="zh-CN" altLang="en-US" sz="2400" dirty="0">
                      <a:latin typeface="+mn-ea"/>
                      <a:ea typeface="+mn-ea"/>
                    </a:rPr>
                    <a:t>的概率密度函数</a:t>
                  </a:r>
                </a:p>
              </p:txBody>
            </p:sp>
          </mc:Choice>
          <mc:Fallback xmlns="">
            <p:sp>
              <p:nvSpPr>
                <p:cNvPr id="11277" name="Text Box 4">
                  <a:extLst>
                    <a:ext uri="{FF2B5EF4-FFF2-40B4-BE49-F238E27FC236}">
                      <a16:creationId xmlns:a16="http://schemas.microsoft.com/office/drawing/2014/main" id="{D620D4B0-F56C-3A34-5C44-3EC8419A19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10" y="1086"/>
                  <a:ext cx="4264" cy="291"/>
                </a:xfrm>
                <a:prstGeom prst="rect">
                  <a:avLst/>
                </a:prstGeom>
                <a:blipFill>
                  <a:blip r:embed="rId13"/>
                  <a:stretch>
                    <a:fillRect l="-1311" t="-10526" b="-23684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0000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cap="sq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" name="Rectangle 2">
            <a:extLst>
              <a:ext uri="{FF2B5EF4-FFF2-40B4-BE49-F238E27FC236}">
                <a16:creationId xmlns:a16="http://schemas.microsoft.com/office/drawing/2014/main" id="{FAF332E2-18C6-CFAD-1937-372C370D66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8425" y="242888"/>
            <a:ext cx="6702425" cy="59372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008965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dirty="0">
                <a:solidFill>
                  <a:srgbClr val="FF0000"/>
                </a:solidFill>
                <a:cs typeface="Arial" panose="020B0604020202020204" pitchFamily="34" charset="0"/>
              </a:rPr>
              <a:t>Practice</a:t>
            </a:r>
            <a:endParaRPr lang="zh-CN" altLang="en-US" dirty="0">
              <a:solidFill>
                <a:srgbClr val="FF0000"/>
              </a:solidFill>
              <a:ea typeface="华文新魏" panose="0201080004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9" grpId="0"/>
      <p:bldP spid="18447" grpId="0"/>
      <p:bldP spid="18448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3284,&quot;width&quot;:14575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3284,&quot;width&quot;:14575}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7047</TotalTime>
  <Words>528</Words>
  <Application>Microsoft Macintosh PowerPoint</Application>
  <PresentationFormat>全屏显示(4:3)</PresentationFormat>
  <Paragraphs>140</Paragraphs>
  <Slides>35</Slides>
  <Notes>25</Notes>
  <HiddenSlides>1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35</vt:i4>
      </vt:variant>
    </vt:vector>
  </HeadingPairs>
  <TitlesOfParts>
    <vt:vector size="47" baseType="lpstr">
      <vt:lpstr>等线</vt:lpstr>
      <vt:lpstr>黑体</vt:lpstr>
      <vt:lpstr>华文新魏</vt:lpstr>
      <vt:lpstr>楷体</vt:lpstr>
      <vt:lpstr>宋体</vt:lpstr>
      <vt:lpstr>Arial</vt:lpstr>
      <vt:lpstr>Cambria Math</vt:lpstr>
      <vt:lpstr>Times New Roman</vt:lpstr>
      <vt:lpstr>Wingdings</vt:lpstr>
      <vt:lpstr>默认设计模板</vt:lpstr>
      <vt:lpstr>Equation</vt:lpstr>
      <vt:lpstr>位图图像</vt:lpstr>
      <vt:lpstr>PowerPoint 演示文稿</vt:lpstr>
      <vt:lpstr>PowerPoint 演示文稿</vt:lpstr>
      <vt:lpstr> </vt:lpstr>
      <vt:lpstr> 两个随机变量函数的分布</vt:lpstr>
      <vt:lpstr>PowerPoint 演示文稿</vt:lpstr>
      <vt:lpstr>PowerPoint 演示文稿</vt:lpstr>
      <vt:lpstr>PowerPoint 演示文稿</vt:lpstr>
      <vt:lpstr>证  先来求 Z = X + Y的分布函数FZ(z)，即有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>math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subject/>
  <dc:creator>zlx</dc:creator>
  <cp:keywords/>
  <dc:description/>
  <cp:lastModifiedBy>Fei Zheng</cp:lastModifiedBy>
  <cp:revision>43</cp:revision>
  <cp:lastPrinted>2022-03-18T12:41:19Z</cp:lastPrinted>
  <dcterms:created xsi:type="dcterms:W3CDTF">2004-03-14T03:49:06Z</dcterms:created>
  <dcterms:modified xsi:type="dcterms:W3CDTF">2023-04-06T05:29:08Z</dcterms:modified>
  <cp:category/>
</cp:coreProperties>
</file>