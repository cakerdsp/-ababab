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310.xml" ContentType="application/vnd.openxmlformats-officedocument.presentationml.tags+xml"/>
  <Override PartName="/ppt/tags/tag1610.xml" ContentType="application/vnd.openxmlformats-officedocument.presentationml.tags+xml"/>
  <Override PartName="/ppt/tags/tag290.xml" ContentType="application/vnd.openxmlformats-officedocument.presentationml.tag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63" r:id="rId2"/>
    <p:sldId id="464" r:id="rId3"/>
    <p:sldId id="465" r:id="rId4"/>
    <p:sldId id="466" r:id="rId5"/>
    <p:sldId id="272" r:id="rId6"/>
    <p:sldId id="273" r:id="rId7"/>
    <p:sldId id="430" r:id="rId8"/>
    <p:sldId id="433" r:id="rId9"/>
    <p:sldId id="459" r:id="rId10"/>
    <p:sldId id="257" r:id="rId11"/>
    <p:sldId id="434" r:id="rId12"/>
    <p:sldId id="258" r:id="rId13"/>
    <p:sldId id="460" r:id="rId14"/>
    <p:sldId id="438" r:id="rId15"/>
    <p:sldId id="468" r:id="rId16"/>
    <p:sldId id="439" r:id="rId17"/>
    <p:sldId id="444" r:id="rId18"/>
    <p:sldId id="461" r:id="rId19"/>
    <p:sldId id="441" r:id="rId20"/>
    <p:sldId id="442" r:id="rId21"/>
    <p:sldId id="440" r:id="rId22"/>
    <p:sldId id="435" r:id="rId23"/>
    <p:sldId id="529" r:id="rId24"/>
    <p:sldId id="530" r:id="rId25"/>
    <p:sldId id="531" r:id="rId26"/>
    <p:sldId id="525" r:id="rId27"/>
    <p:sldId id="526" r:id="rId28"/>
    <p:sldId id="527" r:id="rId29"/>
    <p:sldId id="52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CE2AE-BE2B-AD4C-AC41-5E9B8B10D491}" v="1159" dt="2023-05-15T10:41:58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35" autoAdjust="0"/>
    <p:restoredTop sz="95069"/>
  </p:normalViewPr>
  <p:slideViewPr>
    <p:cSldViewPr snapToGrid="0">
      <p:cViewPr varScale="1">
        <p:scale>
          <a:sx n="83" d="100"/>
          <a:sy n="83" d="100"/>
        </p:scale>
        <p:origin x="37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804CE2AE-BE2B-AD4C-AC41-5E9B8B10D491}"/>
    <pc:docChg chg="undo custSel addSld delSld modSld sldOrd">
      <pc:chgData name="Fei Zheng" userId="d19317889db4c986" providerId="LiveId" clId="{804CE2AE-BE2B-AD4C-AC41-5E9B8B10D491}" dt="2023-05-15T10:41:58.228" v="2175"/>
      <pc:docMkLst>
        <pc:docMk/>
      </pc:docMkLst>
      <pc:sldChg chg="modAnim">
        <pc:chgData name="Fei Zheng" userId="d19317889db4c986" providerId="LiveId" clId="{804CE2AE-BE2B-AD4C-AC41-5E9B8B10D491}" dt="2023-05-15T08:41:32.539" v="420"/>
        <pc:sldMkLst>
          <pc:docMk/>
          <pc:sldMk cId="1216094134" sldId="257"/>
        </pc:sldMkLst>
      </pc:sldChg>
      <pc:sldChg chg="modSp mod modAnim">
        <pc:chgData name="Fei Zheng" userId="d19317889db4c986" providerId="LiveId" clId="{804CE2AE-BE2B-AD4C-AC41-5E9B8B10D491}" dt="2023-05-15T10:17:01.270" v="1534" actId="1076"/>
        <pc:sldMkLst>
          <pc:docMk/>
          <pc:sldMk cId="1645511775" sldId="258"/>
        </pc:sldMkLst>
        <pc:picChg chg="mod modCrop">
          <ac:chgData name="Fei Zheng" userId="d19317889db4c986" providerId="LiveId" clId="{804CE2AE-BE2B-AD4C-AC41-5E9B8B10D491}" dt="2023-05-15T10:17:01.270" v="1534" actId="1076"/>
          <ac:picMkLst>
            <pc:docMk/>
            <pc:sldMk cId="1645511775" sldId="258"/>
            <ac:picMk id="7" creationId="{B3BB181F-443C-7347-857D-57EB1B8BD06F}"/>
          </ac:picMkLst>
        </pc:picChg>
      </pc:sldChg>
      <pc:sldChg chg="modSp del mod">
        <pc:chgData name="Fei Zheng" userId="d19317889db4c986" providerId="LiveId" clId="{804CE2AE-BE2B-AD4C-AC41-5E9B8B10D491}" dt="2023-05-15T09:06:18.907" v="701" actId="2696"/>
        <pc:sldMkLst>
          <pc:docMk/>
          <pc:sldMk cId="3190379674" sldId="260"/>
        </pc:sldMkLst>
        <pc:spChg chg="mod">
          <ac:chgData name="Fei Zheng" userId="d19317889db4c986" providerId="LiveId" clId="{804CE2AE-BE2B-AD4C-AC41-5E9B8B10D491}" dt="2023-05-15T09:05:20.200" v="693" actId="21"/>
          <ac:spMkLst>
            <pc:docMk/>
            <pc:sldMk cId="3190379674" sldId="260"/>
            <ac:spMk id="3" creationId="{30F7B529-DB21-7DDE-6CEA-5842A80BC794}"/>
          </ac:spMkLst>
        </pc:spChg>
      </pc:sldChg>
      <pc:sldChg chg="addSp modSp mod modAnim">
        <pc:chgData name="Fei Zheng" userId="d19317889db4c986" providerId="LiveId" clId="{804CE2AE-BE2B-AD4C-AC41-5E9B8B10D491}" dt="2023-05-15T09:37:52.033" v="804"/>
        <pc:sldMkLst>
          <pc:docMk/>
          <pc:sldMk cId="0" sldId="272"/>
        </pc:sldMkLst>
        <pc:spChg chg="add mod">
          <ac:chgData name="Fei Zheng" userId="d19317889db4c986" providerId="LiveId" clId="{804CE2AE-BE2B-AD4C-AC41-5E9B8B10D491}" dt="2023-05-15T09:36:41.029" v="798" actId="1076"/>
          <ac:spMkLst>
            <pc:docMk/>
            <pc:sldMk cId="0" sldId="272"/>
            <ac:spMk id="3" creationId="{CD8E41CB-BE2E-A5BA-FE65-67BE27DF46EF}"/>
          </ac:spMkLst>
        </pc:spChg>
        <pc:spChg chg="mod">
          <ac:chgData name="Fei Zheng" userId="d19317889db4c986" providerId="LiveId" clId="{804CE2AE-BE2B-AD4C-AC41-5E9B8B10D491}" dt="2023-05-15T09:36:41.029" v="798" actId="1076"/>
          <ac:spMkLst>
            <pc:docMk/>
            <pc:sldMk cId="0" sldId="272"/>
            <ac:spMk id="6" creationId="{64D3364F-BDCB-9B6A-3E23-1A28AF95C29F}"/>
          </ac:spMkLst>
        </pc:spChg>
        <pc:spChg chg="mod">
          <ac:chgData name="Fei Zheng" userId="d19317889db4c986" providerId="LiveId" clId="{804CE2AE-BE2B-AD4C-AC41-5E9B8B10D491}" dt="2023-05-15T09:36:41.029" v="798" actId="1076"/>
          <ac:spMkLst>
            <pc:docMk/>
            <pc:sldMk cId="0" sldId="272"/>
            <ac:spMk id="7" creationId="{AD26B4C6-8E59-37F5-65A5-CEB5D2AFA490}"/>
          </ac:spMkLst>
        </pc:spChg>
        <pc:spChg chg="mod">
          <ac:chgData name="Fei Zheng" userId="d19317889db4c986" providerId="LiveId" clId="{804CE2AE-BE2B-AD4C-AC41-5E9B8B10D491}" dt="2023-05-15T09:36:41.029" v="798" actId="1076"/>
          <ac:spMkLst>
            <pc:docMk/>
            <pc:sldMk cId="0" sldId="272"/>
            <ac:spMk id="8" creationId="{41BC4813-DD24-6480-D8C1-0488E23FDCAF}"/>
          </ac:spMkLst>
        </pc:spChg>
        <pc:spChg chg="mod">
          <ac:chgData name="Fei Zheng" userId="d19317889db4c986" providerId="LiveId" clId="{804CE2AE-BE2B-AD4C-AC41-5E9B8B10D491}" dt="2023-05-15T09:36:41.029" v="798" actId="1076"/>
          <ac:spMkLst>
            <pc:docMk/>
            <pc:sldMk cId="0" sldId="272"/>
            <ac:spMk id="9" creationId="{E952346B-50DB-53B8-128D-CF89BA8D161A}"/>
          </ac:spMkLst>
        </pc:spChg>
        <pc:spChg chg="mod">
          <ac:chgData name="Fei Zheng" userId="d19317889db4c986" providerId="LiveId" clId="{804CE2AE-BE2B-AD4C-AC41-5E9B8B10D491}" dt="2023-05-15T09:37:12.695" v="803" actId="1076"/>
          <ac:spMkLst>
            <pc:docMk/>
            <pc:sldMk cId="0" sldId="272"/>
            <ac:spMk id="5125" creationId="{33365C62-D391-60DE-CCAF-A6EEFFBF51D5}"/>
          </ac:spMkLst>
        </pc:spChg>
      </pc:sldChg>
      <pc:sldChg chg="addSp delSp modSp mod modAnim">
        <pc:chgData name="Fei Zheng" userId="d19317889db4c986" providerId="LiveId" clId="{804CE2AE-BE2B-AD4C-AC41-5E9B8B10D491}" dt="2023-05-15T07:15:33.021" v="418"/>
        <pc:sldMkLst>
          <pc:docMk/>
          <pc:sldMk cId="0" sldId="273"/>
        </pc:sldMkLst>
        <pc:spChg chg="add mod">
          <ac:chgData name="Fei Zheng" userId="d19317889db4c986" providerId="LiveId" clId="{804CE2AE-BE2B-AD4C-AC41-5E9B8B10D491}" dt="2023-05-15T06:55:49.216" v="117" actId="208"/>
          <ac:spMkLst>
            <pc:docMk/>
            <pc:sldMk cId="0" sldId="273"/>
            <ac:spMk id="2" creationId="{B9A851F2-C961-6560-572B-0ABC536784B3}"/>
          </ac:spMkLst>
        </pc:spChg>
        <pc:spChg chg="add del mod">
          <ac:chgData name="Fei Zheng" userId="d19317889db4c986" providerId="LiveId" clId="{804CE2AE-BE2B-AD4C-AC41-5E9B8B10D491}" dt="2023-05-15T07:06:30.837" v="244" actId="478"/>
          <ac:spMkLst>
            <pc:docMk/>
            <pc:sldMk cId="0" sldId="273"/>
            <ac:spMk id="3" creationId="{4C57EBA8-7767-68CA-B7AC-F53CB3738222}"/>
          </ac:spMkLst>
        </pc:spChg>
      </pc:sldChg>
      <pc:sldChg chg="addSp delSp modSp del mod modAnim">
        <pc:chgData name="Fei Zheng" userId="d19317889db4c986" providerId="LiveId" clId="{804CE2AE-BE2B-AD4C-AC41-5E9B8B10D491}" dt="2023-05-15T06:43:40.636" v="64" actId="2696"/>
        <pc:sldMkLst>
          <pc:docMk/>
          <pc:sldMk cId="3697305915" sldId="432"/>
        </pc:sldMkLst>
        <pc:spChg chg="add del mod">
          <ac:chgData name="Fei Zheng" userId="d19317889db4c986" providerId="LiveId" clId="{804CE2AE-BE2B-AD4C-AC41-5E9B8B10D491}" dt="2023-05-15T06:40:29.606" v="9"/>
          <ac:spMkLst>
            <pc:docMk/>
            <pc:sldMk cId="3697305915" sldId="432"/>
            <ac:spMk id="5" creationId="{54F39EE6-998D-26EB-7688-91894DD2EA26}"/>
          </ac:spMkLst>
        </pc:spChg>
        <pc:spChg chg="add mod">
          <ac:chgData name="Fei Zheng" userId="d19317889db4c986" providerId="LiveId" clId="{804CE2AE-BE2B-AD4C-AC41-5E9B8B10D491}" dt="2023-05-15T06:42:03.446" v="57" actId="20577"/>
          <ac:spMkLst>
            <pc:docMk/>
            <pc:sldMk cId="3697305915" sldId="432"/>
            <ac:spMk id="9" creationId="{281A1308-BF47-74FD-BC7A-74841BB923C8}"/>
          </ac:spMkLst>
        </pc:spChg>
        <pc:spChg chg="add del mod">
          <ac:chgData name="Fei Zheng" userId="d19317889db4c986" providerId="LiveId" clId="{804CE2AE-BE2B-AD4C-AC41-5E9B8B10D491}" dt="2023-05-15T06:40:44.743" v="14"/>
          <ac:spMkLst>
            <pc:docMk/>
            <pc:sldMk cId="3697305915" sldId="432"/>
            <ac:spMk id="10" creationId="{6E6A0FF9-4934-56E6-F532-245342CBA310}"/>
          </ac:spMkLst>
        </pc:spChg>
        <pc:spChg chg="add mod">
          <ac:chgData name="Fei Zheng" userId="d19317889db4c986" providerId="LiveId" clId="{804CE2AE-BE2B-AD4C-AC41-5E9B8B10D491}" dt="2023-05-15T06:42:25.873" v="60" actId="767"/>
          <ac:spMkLst>
            <pc:docMk/>
            <pc:sldMk cId="3697305915" sldId="432"/>
            <ac:spMk id="11" creationId="{BC01E035-B586-EB5C-495D-5ABED0C453CB}"/>
          </ac:spMkLst>
        </pc:spChg>
        <pc:spChg chg="del">
          <ac:chgData name="Fei Zheng" userId="d19317889db4c986" providerId="LiveId" clId="{804CE2AE-BE2B-AD4C-AC41-5E9B8B10D491}" dt="2023-05-15T06:39:09.195" v="7" actId="478"/>
          <ac:spMkLst>
            <pc:docMk/>
            <pc:sldMk cId="3697305915" sldId="432"/>
            <ac:spMk id="5124" creationId="{FD8D5C1F-D1A1-AC78-AB4D-7BC12978D0E2}"/>
          </ac:spMkLst>
        </pc:spChg>
        <pc:picChg chg="add del mod">
          <ac:chgData name="Fei Zheng" userId="d19317889db4c986" providerId="LiveId" clId="{804CE2AE-BE2B-AD4C-AC41-5E9B8B10D491}" dt="2023-05-15T06:40:29.606" v="9"/>
          <ac:picMkLst>
            <pc:docMk/>
            <pc:sldMk cId="3697305915" sldId="432"/>
            <ac:picMk id="2" creationId="{2C062034-9490-F253-AD62-DB4A52DF6CD5}"/>
          </ac:picMkLst>
        </pc:picChg>
        <pc:picChg chg="add del mod">
          <ac:chgData name="Fei Zheng" userId="d19317889db4c986" providerId="LiveId" clId="{804CE2AE-BE2B-AD4C-AC41-5E9B8B10D491}" dt="2023-05-15T06:40:29.606" v="9"/>
          <ac:picMkLst>
            <pc:docMk/>
            <pc:sldMk cId="3697305915" sldId="432"/>
            <ac:picMk id="3" creationId="{1B8750ED-B1E1-EAA9-D681-DC6E0CC177F3}"/>
          </ac:picMkLst>
        </pc:picChg>
        <pc:picChg chg="add del mod">
          <ac:chgData name="Fei Zheng" userId="d19317889db4c986" providerId="LiveId" clId="{804CE2AE-BE2B-AD4C-AC41-5E9B8B10D491}" dt="2023-05-15T06:40:29.606" v="9"/>
          <ac:picMkLst>
            <pc:docMk/>
            <pc:sldMk cId="3697305915" sldId="432"/>
            <ac:picMk id="4" creationId="{1DEDC86D-5D5F-0F65-E7BB-020A59D323FD}"/>
          </ac:picMkLst>
        </pc:picChg>
        <pc:picChg chg="add mod">
          <ac:chgData name="Fei Zheng" userId="d19317889db4c986" providerId="LiveId" clId="{804CE2AE-BE2B-AD4C-AC41-5E9B8B10D491}" dt="2023-05-15T06:41:24.742" v="22" actId="14100"/>
          <ac:picMkLst>
            <pc:docMk/>
            <pc:sldMk cId="3697305915" sldId="432"/>
            <ac:picMk id="6" creationId="{7D4998ED-5031-255E-EF28-0FB12A1F4D29}"/>
          </ac:picMkLst>
        </pc:picChg>
        <pc:picChg chg="add mod modCrop">
          <ac:chgData name="Fei Zheng" userId="d19317889db4c986" providerId="LiveId" clId="{804CE2AE-BE2B-AD4C-AC41-5E9B8B10D491}" dt="2023-05-15T06:41:19.642" v="21" actId="732"/>
          <ac:picMkLst>
            <pc:docMk/>
            <pc:sldMk cId="3697305915" sldId="432"/>
            <ac:picMk id="7" creationId="{1212C117-FBAF-F847-51CB-8E14A5C7D1F9}"/>
          </ac:picMkLst>
        </pc:picChg>
        <pc:picChg chg="add mod">
          <ac:chgData name="Fei Zheng" userId="d19317889db4c986" providerId="LiveId" clId="{804CE2AE-BE2B-AD4C-AC41-5E9B8B10D491}" dt="2023-05-15T06:41:11.624" v="20" actId="14100"/>
          <ac:picMkLst>
            <pc:docMk/>
            <pc:sldMk cId="3697305915" sldId="432"/>
            <ac:picMk id="8" creationId="{6DE6E6C9-E114-EA08-C69A-6AA1E3E50C1B}"/>
          </ac:picMkLst>
        </pc:picChg>
      </pc:sldChg>
      <pc:sldChg chg="addSp modSp mod modAnim">
        <pc:chgData name="Fei Zheng" userId="d19317889db4c986" providerId="LiveId" clId="{804CE2AE-BE2B-AD4C-AC41-5E9B8B10D491}" dt="2023-05-15T09:50:56.944" v="1131"/>
        <pc:sldMkLst>
          <pc:docMk/>
          <pc:sldMk cId="1057420800" sldId="433"/>
        </pc:sldMkLst>
        <pc:spChg chg="mod">
          <ac:chgData name="Fei Zheng" userId="d19317889db4c986" providerId="LiveId" clId="{804CE2AE-BE2B-AD4C-AC41-5E9B8B10D491}" dt="2023-05-15T09:50:38.455" v="1124" actId="20577"/>
          <ac:spMkLst>
            <pc:docMk/>
            <pc:sldMk cId="1057420800" sldId="433"/>
            <ac:spMk id="3" creationId="{176E1E82-05D5-A46D-AEF4-64DB600B4544}"/>
          </ac:spMkLst>
        </pc:spChg>
        <pc:spChg chg="add mod">
          <ac:chgData name="Fei Zheng" userId="d19317889db4c986" providerId="LiveId" clId="{804CE2AE-BE2B-AD4C-AC41-5E9B8B10D491}" dt="2023-05-15T09:50:46.664" v="1127" actId="1076"/>
          <ac:spMkLst>
            <pc:docMk/>
            <pc:sldMk cId="1057420800" sldId="433"/>
            <ac:spMk id="5" creationId="{FDB0E483-E2E3-1FE3-9FDC-5DEDDDB4B9F0}"/>
          </ac:spMkLst>
        </pc:spChg>
      </pc:sldChg>
      <pc:sldChg chg="addSp delSp modSp mod ord delAnim modAnim">
        <pc:chgData name="Fei Zheng" userId="d19317889db4c986" providerId="LiveId" clId="{804CE2AE-BE2B-AD4C-AC41-5E9B8B10D491}" dt="2023-05-15T10:35:18.468" v="1977" actId="478"/>
        <pc:sldMkLst>
          <pc:docMk/>
          <pc:sldMk cId="905381530" sldId="435"/>
        </pc:sldMkLst>
        <pc:spChg chg="mod">
          <ac:chgData name="Fei Zheng" userId="d19317889db4c986" providerId="LiveId" clId="{804CE2AE-BE2B-AD4C-AC41-5E9B8B10D491}" dt="2023-05-15T10:16:22.250" v="1529" actId="20577"/>
          <ac:spMkLst>
            <pc:docMk/>
            <pc:sldMk cId="905381530" sldId="435"/>
            <ac:spMk id="3" creationId="{C78E8F70-3EFF-F3E7-D365-5A781882288E}"/>
          </ac:spMkLst>
        </pc:spChg>
        <pc:picChg chg="add del mod">
          <ac:chgData name="Fei Zheng" userId="d19317889db4c986" providerId="LiveId" clId="{804CE2AE-BE2B-AD4C-AC41-5E9B8B10D491}" dt="2023-05-15T10:35:18.468" v="1977" actId="478"/>
          <ac:picMkLst>
            <pc:docMk/>
            <pc:sldMk cId="905381530" sldId="435"/>
            <ac:picMk id="2" creationId="{541CAD22-147D-8F10-E7CB-9FB5C325AFAE}"/>
          </ac:picMkLst>
        </pc:picChg>
      </pc:sldChg>
      <pc:sldChg chg="del">
        <pc:chgData name="Fei Zheng" userId="d19317889db4c986" providerId="LiveId" clId="{804CE2AE-BE2B-AD4C-AC41-5E9B8B10D491}" dt="2023-05-15T08:56:54.626" v="677" actId="2696"/>
        <pc:sldMkLst>
          <pc:docMk/>
          <pc:sldMk cId="1751148915" sldId="436"/>
        </pc:sldMkLst>
      </pc:sldChg>
      <pc:sldChg chg="modSp del">
        <pc:chgData name="Fei Zheng" userId="d19317889db4c986" providerId="LiveId" clId="{804CE2AE-BE2B-AD4C-AC41-5E9B8B10D491}" dt="2023-05-15T10:00:32.881" v="1241" actId="2696"/>
        <pc:sldMkLst>
          <pc:docMk/>
          <pc:sldMk cId="470862343" sldId="437"/>
        </pc:sldMkLst>
        <pc:spChg chg="mod">
          <ac:chgData name="Fei Zheng" userId="d19317889db4c986" providerId="LiveId" clId="{804CE2AE-BE2B-AD4C-AC41-5E9B8B10D491}" dt="2023-05-08T16:33:33.582" v="2" actId="20577"/>
          <ac:spMkLst>
            <pc:docMk/>
            <pc:sldMk cId="470862343" sldId="437"/>
            <ac:spMk id="6" creationId="{00108695-5871-DB0C-1828-61F55CB1ED64}"/>
          </ac:spMkLst>
        </pc:spChg>
      </pc:sldChg>
      <pc:sldChg chg="delSp mod modAnim">
        <pc:chgData name="Fei Zheng" userId="d19317889db4c986" providerId="LiveId" clId="{804CE2AE-BE2B-AD4C-AC41-5E9B8B10D491}" dt="2023-05-15T10:03:48.842" v="1381"/>
        <pc:sldMkLst>
          <pc:docMk/>
          <pc:sldMk cId="4155052864" sldId="438"/>
        </pc:sldMkLst>
        <pc:spChg chg="del">
          <ac:chgData name="Fei Zheng" userId="d19317889db4c986" providerId="LiveId" clId="{804CE2AE-BE2B-AD4C-AC41-5E9B8B10D491}" dt="2023-05-15T10:03:43.847" v="1380" actId="478"/>
          <ac:spMkLst>
            <pc:docMk/>
            <pc:sldMk cId="4155052864" sldId="438"/>
            <ac:spMk id="6" creationId="{033BD04A-C261-27CD-2475-A0D0CC53D7E3}"/>
          </ac:spMkLst>
        </pc:spChg>
      </pc:sldChg>
      <pc:sldChg chg="addSp modSp mod">
        <pc:chgData name="Fei Zheng" userId="d19317889db4c986" providerId="LiveId" clId="{804CE2AE-BE2B-AD4C-AC41-5E9B8B10D491}" dt="2023-05-15T10:20:36.068" v="1555" actId="207"/>
        <pc:sldMkLst>
          <pc:docMk/>
          <pc:sldMk cId="1844936738" sldId="439"/>
        </pc:sldMkLst>
        <pc:spChg chg="mod">
          <ac:chgData name="Fei Zheng" userId="d19317889db4c986" providerId="LiveId" clId="{804CE2AE-BE2B-AD4C-AC41-5E9B8B10D491}" dt="2023-05-15T10:20:25.027" v="1553" actId="207"/>
          <ac:spMkLst>
            <pc:docMk/>
            <pc:sldMk cId="1844936738" sldId="439"/>
            <ac:spMk id="3" creationId="{03A7E337-296A-F4B5-B1CC-13BBB8062C68}"/>
          </ac:spMkLst>
        </pc:spChg>
        <pc:spChg chg="add mod">
          <ac:chgData name="Fei Zheng" userId="d19317889db4c986" providerId="LiveId" clId="{804CE2AE-BE2B-AD4C-AC41-5E9B8B10D491}" dt="2023-05-15T10:20:36.068" v="1555" actId="207"/>
          <ac:spMkLst>
            <pc:docMk/>
            <pc:sldMk cId="1844936738" sldId="439"/>
            <ac:spMk id="4" creationId="{67193D2D-010C-A296-3F2C-9F99D2E27563}"/>
          </ac:spMkLst>
        </pc:spChg>
      </pc:sldChg>
      <pc:sldChg chg="addSp delSp modSp mod ord modAnim">
        <pc:chgData name="Fei Zheng" userId="d19317889db4c986" providerId="LiveId" clId="{804CE2AE-BE2B-AD4C-AC41-5E9B8B10D491}" dt="2023-05-15T10:41:52.443" v="2171"/>
        <pc:sldMkLst>
          <pc:docMk/>
          <pc:sldMk cId="2077041129" sldId="440"/>
        </pc:sldMkLst>
        <pc:spChg chg="mod">
          <ac:chgData name="Fei Zheng" userId="d19317889db4c986" providerId="LiveId" clId="{804CE2AE-BE2B-AD4C-AC41-5E9B8B10D491}" dt="2023-05-15T10:33:51.909" v="1976" actId="20577"/>
          <ac:spMkLst>
            <pc:docMk/>
            <pc:sldMk cId="2077041129" sldId="440"/>
            <ac:spMk id="3" creationId="{A4323F13-653C-49C5-1081-9F918C5B4FA4}"/>
          </ac:spMkLst>
        </pc:spChg>
        <pc:spChg chg="add mod">
          <ac:chgData name="Fei Zheng" userId="d19317889db4c986" providerId="LiveId" clId="{804CE2AE-BE2B-AD4C-AC41-5E9B8B10D491}" dt="2023-05-15T10:29:11.342" v="1830" actId="1037"/>
          <ac:spMkLst>
            <pc:docMk/>
            <pc:sldMk cId="2077041129" sldId="440"/>
            <ac:spMk id="5" creationId="{7681220B-9934-4C25-2EFB-B447C73BC88F}"/>
          </ac:spMkLst>
        </pc:spChg>
        <pc:spChg chg="add mod">
          <ac:chgData name="Fei Zheng" userId="d19317889db4c986" providerId="LiveId" clId="{804CE2AE-BE2B-AD4C-AC41-5E9B8B10D491}" dt="2023-05-15T10:29:16.167" v="1832" actId="1076"/>
          <ac:spMkLst>
            <pc:docMk/>
            <pc:sldMk cId="2077041129" sldId="440"/>
            <ac:spMk id="6" creationId="{FF5B1327-DA86-3BBD-EE50-26E0F4B6819E}"/>
          </ac:spMkLst>
        </pc:spChg>
        <pc:spChg chg="del">
          <ac:chgData name="Fei Zheng" userId="d19317889db4c986" providerId="LiveId" clId="{804CE2AE-BE2B-AD4C-AC41-5E9B8B10D491}" dt="2023-05-15T10:41:51.942" v="2170" actId="478"/>
          <ac:spMkLst>
            <pc:docMk/>
            <pc:sldMk cId="2077041129" sldId="440"/>
            <ac:spMk id="8" creationId="{BC00AD1C-4CA1-E6DE-59CE-15D7B09B1B87}"/>
          </ac:spMkLst>
        </pc:spChg>
        <pc:spChg chg="add mod">
          <ac:chgData name="Fei Zheng" userId="d19317889db4c986" providerId="LiveId" clId="{804CE2AE-BE2B-AD4C-AC41-5E9B8B10D491}" dt="2023-05-15T10:29:20.567" v="1834" actId="1076"/>
          <ac:spMkLst>
            <pc:docMk/>
            <pc:sldMk cId="2077041129" sldId="440"/>
            <ac:spMk id="9" creationId="{F3FA0500-8DB4-FD1D-6C01-F7D0A215E1A0}"/>
          </ac:spMkLst>
        </pc:spChg>
        <pc:spChg chg="add mod">
          <ac:chgData name="Fei Zheng" userId="d19317889db4c986" providerId="LiveId" clId="{804CE2AE-BE2B-AD4C-AC41-5E9B8B10D491}" dt="2023-05-15T10:29:26.199" v="1836" actId="1076"/>
          <ac:spMkLst>
            <pc:docMk/>
            <pc:sldMk cId="2077041129" sldId="440"/>
            <ac:spMk id="10" creationId="{6F17E0CD-03A3-C4D3-EEE5-AB6733C179EB}"/>
          </ac:spMkLst>
        </pc:spChg>
        <pc:spChg chg="add mod">
          <ac:chgData name="Fei Zheng" userId="d19317889db4c986" providerId="LiveId" clId="{804CE2AE-BE2B-AD4C-AC41-5E9B8B10D491}" dt="2023-05-15T10:29:36.796" v="1863" actId="1036"/>
          <ac:spMkLst>
            <pc:docMk/>
            <pc:sldMk cId="2077041129" sldId="440"/>
            <ac:spMk id="11" creationId="{F4F2F578-EFA6-A510-6776-0C0F140DD41E}"/>
          </ac:spMkLst>
        </pc:spChg>
        <pc:spChg chg="add mod">
          <ac:chgData name="Fei Zheng" userId="d19317889db4c986" providerId="LiveId" clId="{804CE2AE-BE2B-AD4C-AC41-5E9B8B10D491}" dt="2023-05-15T10:29:36.796" v="1863" actId="1036"/>
          <ac:spMkLst>
            <pc:docMk/>
            <pc:sldMk cId="2077041129" sldId="440"/>
            <ac:spMk id="12" creationId="{8C7EC82A-5B3E-90DE-DF1B-231A669DE625}"/>
          </ac:spMkLst>
        </pc:spChg>
        <pc:spChg chg="add mod">
          <ac:chgData name="Fei Zheng" userId="d19317889db4c986" providerId="LiveId" clId="{804CE2AE-BE2B-AD4C-AC41-5E9B8B10D491}" dt="2023-05-15T10:29:36.796" v="1863" actId="1036"/>
          <ac:spMkLst>
            <pc:docMk/>
            <pc:sldMk cId="2077041129" sldId="440"/>
            <ac:spMk id="13" creationId="{C3B0D5E2-F3C0-84F7-34A6-194BB0DAEB3C}"/>
          </ac:spMkLst>
        </pc:spChg>
        <pc:spChg chg="add mod">
          <ac:chgData name="Fei Zheng" userId="d19317889db4c986" providerId="LiveId" clId="{804CE2AE-BE2B-AD4C-AC41-5E9B8B10D491}" dt="2023-05-15T10:29:36.796" v="1863" actId="1036"/>
          <ac:spMkLst>
            <pc:docMk/>
            <pc:sldMk cId="2077041129" sldId="440"/>
            <ac:spMk id="14" creationId="{2F660748-BD11-C67E-6CC0-92BD3C9A0C5B}"/>
          </ac:spMkLst>
        </pc:spChg>
        <pc:spChg chg="add mod">
          <ac:chgData name="Fei Zheng" userId="d19317889db4c986" providerId="LiveId" clId="{804CE2AE-BE2B-AD4C-AC41-5E9B8B10D491}" dt="2023-05-15T10:29:46.932" v="1894" actId="1036"/>
          <ac:spMkLst>
            <pc:docMk/>
            <pc:sldMk cId="2077041129" sldId="440"/>
            <ac:spMk id="15" creationId="{66633B2A-B8ED-E5D5-36F3-FBAB94EDD55A}"/>
          </ac:spMkLst>
        </pc:spChg>
        <pc:spChg chg="add mod">
          <ac:chgData name="Fei Zheng" userId="d19317889db4c986" providerId="LiveId" clId="{804CE2AE-BE2B-AD4C-AC41-5E9B8B10D491}" dt="2023-05-15T10:29:46.932" v="1894" actId="1036"/>
          <ac:spMkLst>
            <pc:docMk/>
            <pc:sldMk cId="2077041129" sldId="440"/>
            <ac:spMk id="16" creationId="{BEF39B67-18C7-4789-B7E8-A9A8E0B7D319}"/>
          </ac:spMkLst>
        </pc:spChg>
        <pc:spChg chg="add mod">
          <ac:chgData name="Fei Zheng" userId="d19317889db4c986" providerId="LiveId" clId="{804CE2AE-BE2B-AD4C-AC41-5E9B8B10D491}" dt="2023-05-15T10:29:46.932" v="1894" actId="1036"/>
          <ac:spMkLst>
            <pc:docMk/>
            <pc:sldMk cId="2077041129" sldId="440"/>
            <ac:spMk id="17" creationId="{BEE33226-FDC6-2924-43D1-DF65D7F3E071}"/>
          </ac:spMkLst>
        </pc:spChg>
        <pc:spChg chg="add mod">
          <ac:chgData name="Fei Zheng" userId="d19317889db4c986" providerId="LiveId" clId="{804CE2AE-BE2B-AD4C-AC41-5E9B8B10D491}" dt="2023-05-15T10:29:46.932" v="1894" actId="1036"/>
          <ac:spMkLst>
            <pc:docMk/>
            <pc:sldMk cId="2077041129" sldId="440"/>
            <ac:spMk id="18" creationId="{B4C93422-9F48-654E-7048-7F52A598DD77}"/>
          </ac:spMkLst>
        </pc:spChg>
        <pc:spChg chg="add mod">
          <ac:chgData name="Fei Zheng" userId="d19317889db4c986" providerId="LiveId" clId="{804CE2AE-BE2B-AD4C-AC41-5E9B8B10D491}" dt="2023-05-15T10:29:54.874" v="1896" actId="1076"/>
          <ac:spMkLst>
            <pc:docMk/>
            <pc:sldMk cId="2077041129" sldId="440"/>
            <ac:spMk id="19" creationId="{F9B854F1-7F6F-3CC6-C632-08073D08E382}"/>
          </ac:spMkLst>
        </pc:spChg>
        <pc:spChg chg="add mod">
          <ac:chgData name="Fei Zheng" userId="d19317889db4c986" providerId="LiveId" clId="{804CE2AE-BE2B-AD4C-AC41-5E9B8B10D491}" dt="2023-05-15T10:29:54.874" v="1896" actId="1076"/>
          <ac:spMkLst>
            <pc:docMk/>
            <pc:sldMk cId="2077041129" sldId="440"/>
            <ac:spMk id="20" creationId="{0A76C813-7D68-74D3-DC1D-0F088A3E4123}"/>
          </ac:spMkLst>
        </pc:spChg>
        <pc:spChg chg="add mod">
          <ac:chgData name="Fei Zheng" userId="d19317889db4c986" providerId="LiveId" clId="{804CE2AE-BE2B-AD4C-AC41-5E9B8B10D491}" dt="2023-05-15T10:29:54.874" v="1896" actId="1076"/>
          <ac:spMkLst>
            <pc:docMk/>
            <pc:sldMk cId="2077041129" sldId="440"/>
            <ac:spMk id="21" creationId="{F93EF758-5EB3-C7A9-D478-92EE3CC7547B}"/>
          </ac:spMkLst>
        </pc:spChg>
        <pc:spChg chg="add mod">
          <ac:chgData name="Fei Zheng" userId="d19317889db4c986" providerId="LiveId" clId="{804CE2AE-BE2B-AD4C-AC41-5E9B8B10D491}" dt="2023-05-15T10:29:54.874" v="1896" actId="1076"/>
          <ac:spMkLst>
            <pc:docMk/>
            <pc:sldMk cId="2077041129" sldId="440"/>
            <ac:spMk id="22" creationId="{CCF96E75-32F9-9995-8397-C8B6698C718A}"/>
          </ac:spMkLst>
        </pc:spChg>
        <pc:spChg chg="add mod">
          <ac:chgData name="Fei Zheng" userId="d19317889db4c986" providerId="LiveId" clId="{804CE2AE-BE2B-AD4C-AC41-5E9B8B10D491}" dt="2023-05-15T10:33:14.044" v="1973" actId="20577"/>
          <ac:spMkLst>
            <pc:docMk/>
            <pc:sldMk cId="2077041129" sldId="440"/>
            <ac:spMk id="24" creationId="{2D6C8824-6281-F6D5-E058-CB716EEB5A64}"/>
          </ac:spMkLst>
        </pc:spChg>
        <pc:spChg chg="add mod">
          <ac:chgData name="Fei Zheng" userId="d19317889db4c986" providerId="LiveId" clId="{804CE2AE-BE2B-AD4C-AC41-5E9B8B10D491}" dt="2023-05-15T10:41:52.443" v="2171"/>
          <ac:spMkLst>
            <pc:docMk/>
            <pc:sldMk cId="2077041129" sldId="440"/>
            <ac:spMk id="25" creationId="{F9ABD679-A6EA-DECE-4E42-238D82397269}"/>
          </ac:spMkLst>
        </pc:spChg>
        <pc:graphicFrameChg chg="add mod modGraphic">
          <ac:chgData name="Fei Zheng" userId="d19317889db4c986" providerId="LiveId" clId="{804CE2AE-BE2B-AD4C-AC41-5E9B8B10D491}" dt="2023-05-15T10:28:43.716" v="1817" actId="20577"/>
          <ac:graphicFrameMkLst>
            <pc:docMk/>
            <pc:sldMk cId="2077041129" sldId="440"/>
            <ac:graphicFrameMk id="4" creationId="{16DEAF21-BA55-D340-D4FF-588A5B2CD358}"/>
          </ac:graphicFrameMkLst>
        </pc:graphicFrameChg>
        <pc:picChg chg="mod modCrop">
          <ac:chgData name="Fei Zheng" userId="d19317889db4c986" providerId="LiveId" clId="{804CE2AE-BE2B-AD4C-AC41-5E9B8B10D491}" dt="2023-05-15T10:27:27.135" v="1791" actId="732"/>
          <ac:picMkLst>
            <pc:docMk/>
            <pc:sldMk cId="2077041129" sldId="440"/>
            <ac:picMk id="2" creationId="{10802C16-4B05-2372-78F7-D8864603254F}"/>
          </ac:picMkLst>
        </pc:picChg>
        <pc:picChg chg="mod modCrop">
          <ac:chgData name="Fei Zheng" userId="d19317889db4c986" providerId="LiveId" clId="{804CE2AE-BE2B-AD4C-AC41-5E9B8B10D491}" dt="2023-05-15T10:32:00.695" v="1904" actId="1076"/>
          <ac:picMkLst>
            <pc:docMk/>
            <pc:sldMk cId="2077041129" sldId="440"/>
            <ac:picMk id="7" creationId="{6C13B102-8C39-AF7D-CA8D-235B81C0183F}"/>
          </ac:picMkLst>
        </pc:picChg>
      </pc:sldChg>
      <pc:sldChg chg="modSp add mod">
        <pc:chgData name="Fei Zheng" userId="d19317889db4c986" providerId="LiveId" clId="{804CE2AE-BE2B-AD4C-AC41-5E9B8B10D491}" dt="2023-05-15T10:39:22.141" v="2058" actId="20577"/>
        <pc:sldMkLst>
          <pc:docMk/>
          <pc:sldMk cId="580841393" sldId="441"/>
        </pc:sldMkLst>
        <pc:spChg chg="mod">
          <ac:chgData name="Fei Zheng" userId="d19317889db4c986" providerId="LiveId" clId="{804CE2AE-BE2B-AD4C-AC41-5E9B8B10D491}" dt="2023-05-15T10:39:22.141" v="2058" actId="20577"/>
          <ac:spMkLst>
            <pc:docMk/>
            <pc:sldMk cId="580841393" sldId="441"/>
            <ac:spMk id="3" creationId="{57835469-5FAB-2666-F82B-57D1DBA440BB}"/>
          </ac:spMkLst>
        </pc:spChg>
      </pc:sldChg>
      <pc:sldChg chg="del mod modShow">
        <pc:chgData name="Fei Zheng" userId="d19317889db4c986" providerId="LiveId" clId="{804CE2AE-BE2B-AD4C-AC41-5E9B8B10D491}" dt="2023-05-15T10:38:44.919" v="2048" actId="2696"/>
        <pc:sldMkLst>
          <pc:docMk/>
          <pc:sldMk cId="2474415889" sldId="441"/>
        </pc:sldMkLst>
      </pc:sldChg>
      <pc:sldChg chg="addSp delSp modSp add mod addAnim delAnim modAnim">
        <pc:chgData name="Fei Zheng" userId="d19317889db4c986" providerId="LiveId" clId="{804CE2AE-BE2B-AD4C-AC41-5E9B8B10D491}" dt="2023-05-15T10:41:31.897" v="2169"/>
        <pc:sldMkLst>
          <pc:docMk/>
          <pc:sldMk cId="1220845" sldId="442"/>
        </pc:sldMkLst>
        <pc:spChg chg="add mod">
          <ac:chgData name="Fei Zheng" userId="d19317889db4c986" providerId="LiveId" clId="{804CE2AE-BE2B-AD4C-AC41-5E9B8B10D491}" dt="2023-05-15T10:40:40.613" v="2079" actId="20577"/>
          <ac:spMkLst>
            <pc:docMk/>
            <pc:sldMk cId="1220845" sldId="442"/>
            <ac:spMk id="4" creationId="{C53A0268-A311-F7A5-10CB-72EC2776DB33}"/>
          </ac:spMkLst>
        </pc:spChg>
        <pc:spChg chg="add mod">
          <ac:chgData name="Fei Zheng" userId="d19317889db4c986" providerId="LiveId" clId="{804CE2AE-BE2B-AD4C-AC41-5E9B8B10D491}" dt="2023-05-15T10:40:32.829" v="2076"/>
          <ac:spMkLst>
            <pc:docMk/>
            <pc:sldMk cId="1220845" sldId="442"/>
            <ac:spMk id="7" creationId="{DF5F0EC6-98D0-D8F5-E995-FDBEE71D3BA6}"/>
          </ac:spMkLst>
        </pc:spChg>
        <pc:spChg chg="add mod">
          <ac:chgData name="Fei Zheng" userId="d19317889db4c986" providerId="LiveId" clId="{804CE2AE-BE2B-AD4C-AC41-5E9B8B10D491}" dt="2023-05-15T10:41:06.864" v="2162"/>
          <ac:spMkLst>
            <pc:docMk/>
            <pc:sldMk cId="1220845" sldId="442"/>
            <ac:spMk id="8" creationId="{A4916010-56BF-4A68-B3BF-097DF2832F85}"/>
          </ac:spMkLst>
        </pc:spChg>
        <pc:picChg chg="add mod modCrop">
          <ac:chgData name="Fei Zheng" userId="d19317889db4c986" providerId="LiveId" clId="{804CE2AE-BE2B-AD4C-AC41-5E9B8B10D491}" dt="2023-05-15T10:41:03.592" v="2161" actId="1076"/>
          <ac:picMkLst>
            <pc:docMk/>
            <pc:sldMk cId="1220845" sldId="442"/>
            <ac:picMk id="2" creationId="{BBE009B0-4B13-B2A9-98C1-649697E67C62}"/>
          </ac:picMkLst>
        </pc:picChg>
        <pc:picChg chg="mod modCrop">
          <ac:chgData name="Fei Zheng" userId="d19317889db4c986" providerId="LiveId" clId="{804CE2AE-BE2B-AD4C-AC41-5E9B8B10D491}" dt="2023-05-15T10:41:20.026" v="2166" actId="1038"/>
          <ac:picMkLst>
            <pc:docMk/>
            <pc:sldMk cId="1220845" sldId="442"/>
            <ac:picMk id="5" creationId="{A2062F71-5AC6-40F2-83B0-12C504D47CCB}"/>
          </ac:picMkLst>
        </pc:picChg>
        <pc:picChg chg="add del">
          <ac:chgData name="Fei Zheng" userId="d19317889db4c986" providerId="LiveId" clId="{804CE2AE-BE2B-AD4C-AC41-5E9B8B10D491}" dt="2023-05-15T10:39:38.711" v="2061" actId="478"/>
          <ac:picMkLst>
            <pc:docMk/>
            <pc:sldMk cId="1220845" sldId="442"/>
            <ac:picMk id="6" creationId="{1E1F0C14-A1E9-D8DB-840A-13585A556C2C}"/>
          </ac:picMkLst>
        </pc:picChg>
      </pc:sldChg>
      <pc:sldChg chg="del mod modShow">
        <pc:chgData name="Fei Zheng" userId="d19317889db4c986" providerId="LiveId" clId="{804CE2AE-BE2B-AD4C-AC41-5E9B8B10D491}" dt="2023-05-15T10:38:44.919" v="2048" actId="2696"/>
        <pc:sldMkLst>
          <pc:docMk/>
          <pc:sldMk cId="3715198591" sldId="442"/>
        </pc:sldMkLst>
      </pc:sldChg>
      <pc:sldChg chg="modSp mod ord modAnim">
        <pc:chgData name="Fei Zheng" userId="d19317889db4c986" providerId="LiveId" clId="{804CE2AE-BE2B-AD4C-AC41-5E9B8B10D491}" dt="2023-05-15T10:21:10.974" v="1594" actId="20577"/>
        <pc:sldMkLst>
          <pc:docMk/>
          <pc:sldMk cId="4184174401" sldId="444"/>
        </pc:sldMkLst>
        <pc:spChg chg="mod">
          <ac:chgData name="Fei Zheng" userId="d19317889db4c986" providerId="LiveId" clId="{804CE2AE-BE2B-AD4C-AC41-5E9B8B10D491}" dt="2023-05-15T10:21:10.974" v="1594" actId="20577"/>
          <ac:spMkLst>
            <pc:docMk/>
            <pc:sldMk cId="4184174401" sldId="444"/>
            <ac:spMk id="3" creationId="{99BD2BC3-EDAC-D880-B046-46FE7DC89563}"/>
          </ac:spMkLst>
        </pc:spChg>
      </pc:sldChg>
      <pc:sldChg chg="del">
        <pc:chgData name="Fei Zheng" userId="d19317889db4c986" providerId="LiveId" clId="{804CE2AE-BE2B-AD4C-AC41-5E9B8B10D491}" dt="2023-05-08T16:33:41.591" v="3" actId="2696"/>
        <pc:sldMkLst>
          <pc:docMk/>
          <pc:sldMk cId="3563612223" sldId="458"/>
        </pc:sldMkLst>
      </pc:sldChg>
      <pc:sldChg chg="modSp mod">
        <pc:chgData name="Fei Zheng" userId="d19317889db4c986" providerId="LiveId" clId="{804CE2AE-BE2B-AD4C-AC41-5E9B8B10D491}" dt="2023-05-15T09:53:08.729" v="1135" actId="1076"/>
        <pc:sldMkLst>
          <pc:docMk/>
          <pc:sldMk cId="3917576949" sldId="459"/>
        </pc:sldMkLst>
        <pc:spChg chg="mod">
          <ac:chgData name="Fei Zheng" userId="d19317889db4c986" providerId="LiveId" clId="{804CE2AE-BE2B-AD4C-AC41-5E9B8B10D491}" dt="2023-05-15T09:53:08.729" v="1135" actId="1076"/>
          <ac:spMkLst>
            <pc:docMk/>
            <pc:sldMk cId="3917576949" sldId="459"/>
            <ac:spMk id="3" creationId="{176E1E82-05D5-A46D-AEF4-64DB600B4544}"/>
          </ac:spMkLst>
        </pc:spChg>
      </pc:sldChg>
      <pc:sldChg chg="addSp modSp mod modAnim">
        <pc:chgData name="Fei Zheng" userId="d19317889db4c986" providerId="LiveId" clId="{804CE2AE-BE2B-AD4C-AC41-5E9B8B10D491}" dt="2023-05-15T10:03:03.342" v="1377"/>
        <pc:sldMkLst>
          <pc:docMk/>
          <pc:sldMk cId="2198107784" sldId="460"/>
        </pc:sldMkLst>
        <pc:spChg chg="mod">
          <ac:chgData name="Fei Zheng" userId="d19317889db4c986" providerId="LiveId" clId="{804CE2AE-BE2B-AD4C-AC41-5E9B8B10D491}" dt="2023-05-15T10:00:19.898" v="1240" actId="207"/>
          <ac:spMkLst>
            <pc:docMk/>
            <pc:sldMk cId="2198107784" sldId="460"/>
            <ac:spMk id="3" creationId="{882C639D-4A94-873F-49FE-84AE6E07468D}"/>
          </ac:spMkLst>
        </pc:spChg>
        <pc:spChg chg="add mod">
          <ac:chgData name="Fei Zheng" userId="d19317889db4c986" providerId="LiveId" clId="{804CE2AE-BE2B-AD4C-AC41-5E9B8B10D491}" dt="2023-05-15T10:02:46.324" v="1375" actId="1076"/>
          <ac:spMkLst>
            <pc:docMk/>
            <pc:sldMk cId="2198107784" sldId="460"/>
            <ac:spMk id="5" creationId="{F919156C-20CB-2800-E03C-E2D3CCF6F584}"/>
          </ac:spMkLst>
        </pc:spChg>
        <pc:picChg chg="add mod">
          <ac:chgData name="Fei Zheng" userId="d19317889db4c986" providerId="LiveId" clId="{804CE2AE-BE2B-AD4C-AC41-5E9B8B10D491}" dt="2023-05-15T10:01:37.974" v="1248" actId="14861"/>
          <ac:picMkLst>
            <pc:docMk/>
            <pc:sldMk cId="2198107784" sldId="460"/>
            <ac:picMk id="4" creationId="{ED58A0D4-72CF-344F-5A37-85FBA94051F7}"/>
          </ac:picMkLst>
        </pc:picChg>
      </pc:sldChg>
      <pc:sldChg chg="modSp ord modAnim">
        <pc:chgData name="Fei Zheng" userId="d19317889db4c986" providerId="LiveId" clId="{804CE2AE-BE2B-AD4C-AC41-5E9B8B10D491}" dt="2023-05-15T10:23:17.224" v="1600"/>
        <pc:sldMkLst>
          <pc:docMk/>
          <pc:sldMk cId="3923589187" sldId="461"/>
        </pc:sldMkLst>
        <pc:spChg chg="mod">
          <ac:chgData name="Fei Zheng" userId="d19317889db4c986" providerId="LiveId" clId="{804CE2AE-BE2B-AD4C-AC41-5E9B8B10D491}" dt="2023-05-15T10:22:34.196" v="1597"/>
          <ac:spMkLst>
            <pc:docMk/>
            <pc:sldMk cId="3923589187" sldId="461"/>
            <ac:spMk id="3" creationId="{30F7B529-DB21-7DDE-6CEA-5842A80BC794}"/>
          </ac:spMkLst>
        </pc:spChg>
      </pc:sldChg>
      <pc:sldChg chg="new del">
        <pc:chgData name="Fei Zheng" userId="d19317889db4c986" providerId="LiveId" clId="{804CE2AE-BE2B-AD4C-AC41-5E9B8B10D491}" dt="2023-05-15T06:39:06.357" v="6" actId="2696"/>
        <pc:sldMkLst>
          <pc:docMk/>
          <pc:sldMk cId="316533188" sldId="462"/>
        </pc:sldMkLst>
      </pc:sldChg>
      <pc:sldChg chg="modSp add ord">
        <pc:chgData name="Fei Zheng" userId="d19317889db4c986" providerId="LiveId" clId="{804CE2AE-BE2B-AD4C-AC41-5E9B8B10D491}" dt="2023-05-15T09:28:56.892" v="741" actId="20577"/>
        <pc:sldMkLst>
          <pc:docMk/>
          <pc:sldMk cId="685325005" sldId="463"/>
        </pc:sldMkLst>
        <pc:spChg chg="mod">
          <ac:chgData name="Fei Zheng" userId="d19317889db4c986" providerId="LiveId" clId="{804CE2AE-BE2B-AD4C-AC41-5E9B8B10D491}" dt="2023-05-15T09:28:56.892" v="741" actId="20577"/>
          <ac:spMkLst>
            <pc:docMk/>
            <pc:sldMk cId="685325005" sldId="463"/>
            <ac:spMk id="5124" creationId="{FD8D5C1F-D1A1-AC78-AB4D-7BC12978D0E2}"/>
          </ac:spMkLst>
        </pc:spChg>
      </pc:sldChg>
      <pc:sldChg chg="addSp delSp modSp new mod">
        <pc:chgData name="Fei Zheng" userId="d19317889db4c986" providerId="LiveId" clId="{804CE2AE-BE2B-AD4C-AC41-5E9B8B10D491}" dt="2023-05-15T06:50:01.979" v="95" actId="12788"/>
        <pc:sldMkLst>
          <pc:docMk/>
          <pc:sldMk cId="3477259482" sldId="464"/>
        </pc:sldMkLst>
        <pc:spChg chg="del mod">
          <ac:chgData name="Fei Zheng" userId="d19317889db4c986" providerId="LiveId" clId="{804CE2AE-BE2B-AD4C-AC41-5E9B8B10D491}" dt="2023-05-15T06:45:03.739" v="70" actId="478"/>
          <ac:spMkLst>
            <pc:docMk/>
            <pc:sldMk cId="3477259482" sldId="464"/>
            <ac:spMk id="2" creationId="{F1986597-DA5F-B546-2896-1EC6C45817C3}"/>
          </ac:spMkLst>
        </pc:spChg>
        <pc:spChg chg="del">
          <ac:chgData name="Fei Zheng" userId="d19317889db4c986" providerId="LiveId" clId="{804CE2AE-BE2B-AD4C-AC41-5E9B8B10D491}" dt="2023-05-15T06:44:59.390" v="66"/>
          <ac:spMkLst>
            <pc:docMk/>
            <pc:sldMk cId="3477259482" sldId="464"/>
            <ac:spMk id="3" creationId="{9E81CCC4-2EFC-999B-C749-AFE57C72AF13}"/>
          </ac:spMkLst>
        </pc:spChg>
        <pc:picChg chg="add mod modCrop">
          <ac:chgData name="Fei Zheng" userId="d19317889db4c986" providerId="LiveId" clId="{804CE2AE-BE2B-AD4C-AC41-5E9B8B10D491}" dt="2023-05-15T06:50:01.979" v="95" actId="12788"/>
          <ac:picMkLst>
            <pc:docMk/>
            <pc:sldMk cId="3477259482" sldId="464"/>
            <ac:picMk id="5" creationId="{0819A246-7AF2-9A97-9A59-BFBECD404347}"/>
          </ac:picMkLst>
        </pc:picChg>
      </pc:sldChg>
      <pc:sldChg chg="addSp delSp modSp new mod">
        <pc:chgData name="Fei Zheng" userId="d19317889db4c986" providerId="LiveId" clId="{804CE2AE-BE2B-AD4C-AC41-5E9B8B10D491}" dt="2023-05-15T06:50:41.720" v="101" actId="12789"/>
        <pc:sldMkLst>
          <pc:docMk/>
          <pc:sldMk cId="949623636" sldId="465"/>
        </pc:sldMkLst>
        <pc:spChg chg="del">
          <ac:chgData name="Fei Zheng" userId="d19317889db4c986" providerId="LiveId" clId="{804CE2AE-BE2B-AD4C-AC41-5E9B8B10D491}" dt="2023-05-15T06:47:55.751" v="77" actId="478"/>
          <ac:spMkLst>
            <pc:docMk/>
            <pc:sldMk cId="949623636" sldId="465"/>
            <ac:spMk id="2" creationId="{4E167359-5C85-3974-1078-203EFE23FFD1}"/>
          </ac:spMkLst>
        </pc:spChg>
        <pc:spChg chg="del">
          <ac:chgData name="Fei Zheng" userId="d19317889db4c986" providerId="LiveId" clId="{804CE2AE-BE2B-AD4C-AC41-5E9B8B10D491}" dt="2023-05-15T06:47:57.280" v="78" actId="478"/>
          <ac:spMkLst>
            <pc:docMk/>
            <pc:sldMk cId="949623636" sldId="465"/>
            <ac:spMk id="3" creationId="{7CD406A7-120F-7E5C-0791-944734D7962F}"/>
          </ac:spMkLst>
        </pc:spChg>
        <pc:picChg chg="add mod">
          <ac:chgData name="Fei Zheng" userId="d19317889db4c986" providerId="LiveId" clId="{804CE2AE-BE2B-AD4C-AC41-5E9B8B10D491}" dt="2023-05-15T06:50:41.720" v="101" actId="12789"/>
          <ac:picMkLst>
            <pc:docMk/>
            <pc:sldMk cId="949623636" sldId="465"/>
            <ac:picMk id="5" creationId="{EDA947AB-C924-4C6A-0AB3-28CF4E69DFDD}"/>
          </ac:picMkLst>
        </pc:picChg>
        <pc:picChg chg="add del mod">
          <ac:chgData name="Fei Zheng" userId="d19317889db4c986" providerId="LiveId" clId="{804CE2AE-BE2B-AD4C-AC41-5E9B8B10D491}" dt="2023-05-15T06:49:31.249" v="89" actId="21"/>
          <ac:picMkLst>
            <pc:docMk/>
            <pc:sldMk cId="949623636" sldId="465"/>
            <ac:picMk id="7" creationId="{BDF97EA4-24E5-5E10-F9D0-9B697A53C87A}"/>
          </ac:picMkLst>
        </pc:picChg>
      </pc:sldChg>
      <pc:sldChg chg="addSp delSp modSp new mod">
        <pc:chgData name="Fei Zheng" userId="d19317889db4c986" providerId="LiveId" clId="{804CE2AE-BE2B-AD4C-AC41-5E9B8B10D491}" dt="2023-05-15T06:51:07.890" v="105" actId="12789"/>
        <pc:sldMkLst>
          <pc:docMk/>
          <pc:sldMk cId="230912318" sldId="466"/>
        </pc:sldMkLst>
        <pc:spChg chg="del">
          <ac:chgData name="Fei Zheng" userId="d19317889db4c986" providerId="LiveId" clId="{804CE2AE-BE2B-AD4C-AC41-5E9B8B10D491}" dt="2023-05-15T06:49:39.628" v="92" actId="478"/>
          <ac:spMkLst>
            <pc:docMk/>
            <pc:sldMk cId="230912318" sldId="466"/>
            <ac:spMk id="2" creationId="{CC009021-DBD3-3B21-7ACD-721CB2C2B5F2}"/>
          </ac:spMkLst>
        </pc:spChg>
        <pc:spChg chg="del">
          <ac:chgData name="Fei Zheng" userId="d19317889db4c986" providerId="LiveId" clId="{804CE2AE-BE2B-AD4C-AC41-5E9B8B10D491}" dt="2023-05-15T06:49:41.268" v="93" actId="478"/>
          <ac:spMkLst>
            <pc:docMk/>
            <pc:sldMk cId="230912318" sldId="466"/>
            <ac:spMk id="3" creationId="{935812F8-2D70-179C-AA2F-B0D0EFE8A0B5}"/>
          </ac:spMkLst>
        </pc:spChg>
        <pc:picChg chg="add mod">
          <ac:chgData name="Fei Zheng" userId="d19317889db4c986" providerId="LiveId" clId="{804CE2AE-BE2B-AD4C-AC41-5E9B8B10D491}" dt="2023-05-15T06:51:07.890" v="105" actId="12789"/>
          <ac:picMkLst>
            <pc:docMk/>
            <pc:sldMk cId="230912318" sldId="466"/>
            <ac:picMk id="4" creationId="{C6264D74-F3FD-AC61-EFB3-4B7799A7B1C6}"/>
          </ac:picMkLst>
        </pc:picChg>
      </pc:sldChg>
      <pc:sldChg chg="add del modAnim">
        <pc:chgData name="Fei Zheng" userId="d19317889db4c986" providerId="LiveId" clId="{804CE2AE-BE2B-AD4C-AC41-5E9B8B10D491}" dt="2023-05-15T09:33:02.360" v="742" actId="2696"/>
        <pc:sldMkLst>
          <pc:docMk/>
          <pc:sldMk cId="1900083495" sldId="467"/>
        </pc:sldMkLst>
      </pc:sldChg>
      <pc:sldChg chg="addSp delSp modSp add del mod replTag">
        <pc:chgData name="Fei Zheng" userId="d19317889db4c986" providerId="LiveId" clId="{804CE2AE-BE2B-AD4C-AC41-5E9B8B10D491}" dt="2023-05-15T07:11:32.888" v="395" actId="2696"/>
        <pc:sldMkLst>
          <pc:docMk/>
          <pc:sldMk cId="2332503560" sldId="468"/>
        </pc:sldMkLst>
        <pc:spChg chg="del mod">
          <ac:chgData name="Fei Zheng" userId="d19317889db4c986" providerId="LiveId" clId="{804CE2AE-BE2B-AD4C-AC41-5E9B8B10D491}" dt="2023-05-15T07:11:22.670" v="259"/>
          <ac:spMkLst>
            <pc:docMk/>
            <pc:sldMk cId="2332503560" sldId="468"/>
            <ac:spMk id="2" creationId="{8A806103-734D-FBC4-71DF-F9DF8BDD333B}"/>
          </ac:spMkLst>
        </pc:spChg>
        <pc:spChg chg="del mod">
          <ac:chgData name="Fei Zheng" userId="d19317889db4c986" providerId="LiveId" clId="{804CE2AE-BE2B-AD4C-AC41-5E9B8B10D491}" dt="2023-05-15T07:11:22.670" v="259"/>
          <ac:spMkLst>
            <pc:docMk/>
            <pc:sldMk cId="2332503560" sldId="468"/>
            <ac:spMk id="3" creationId="{C33382A2-B605-D1A3-9249-9163AD1FB6CF}"/>
          </ac:spMkLst>
        </pc:spChg>
        <pc:spChg chg="add mod replST">
          <ac:chgData name="Fei Zheng" userId="d19317889db4c986" providerId="LiveId" clId="{804CE2AE-BE2B-AD4C-AC41-5E9B8B10D491}" dt="2023-05-15T07:11:22.883" v="393"/>
          <ac:spMkLst>
            <pc:docMk/>
            <pc:sldMk cId="2332503560" sldId="468"/>
            <ac:spMk id="6" creationId="{AA63F2F6-4298-1100-82C6-43A2BF960F7B}"/>
          </ac:spMkLst>
        </pc:spChg>
        <pc:spChg chg="add mod replST">
          <ac:chgData name="Fei Zheng" userId="d19317889db4c986" providerId="LiveId" clId="{804CE2AE-BE2B-AD4C-AC41-5E9B8B10D491}" dt="2023-05-15T07:11:22.699" v="276"/>
          <ac:spMkLst>
            <pc:docMk/>
            <pc:sldMk cId="2332503560" sldId="468"/>
            <ac:spMk id="7" creationId="{2F402ED2-9F4D-0EE3-42BC-F2136D2E38DC}"/>
          </ac:spMkLst>
        </pc:spChg>
        <pc:spChg chg="add mod replST">
          <ac:chgData name="Fei Zheng" userId="d19317889db4c986" providerId="LiveId" clId="{804CE2AE-BE2B-AD4C-AC41-5E9B8B10D491}" dt="2023-05-15T07:11:22.721" v="295"/>
          <ac:spMkLst>
            <pc:docMk/>
            <pc:sldMk cId="2332503560" sldId="468"/>
            <ac:spMk id="8" creationId="{86F1BD0B-2583-1B21-47A9-5EB2C7992194}"/>
          </ac:spMkLst>
        </pc:spChg>
        <pc:spChg chg="add mod replST">
          <ac:chgData name="Fei Zheng" userId="d19317889db4c986" providerId="LiveId" clId="{804CE2AE-BE2B-AD4C-AC41-5E9B8B10D491}" dt="2023-05-15T07:11:22.741" v="316"/>
          <ac:spMkLst>
            <pc:docMk/>
            <pc:sldMk cId="2332503560" sldId="468"/>
            <ac:spMk id="9" creationId="{E32ADDF4-E3AD-3725-CD0C-4B0CD3189D2A}"/>
          </ac:spMkLst>
        </pc:spChg>
        <pc:spChg chg="add mod replST">
          <ac:chgData name="Fei Zheng" userId="d19317889db4c986" providerId="LiveId" clId="{804CE2AE-BE2B-AD4C-AC41-5E9B8B10D491}" dt="2023-05-15T07:11:22.763" v="337"/>
          <ac:spMkLst>
            <pc:docMk/>
            <pc:sldMk cId="2332503560" sldId="468"/>
            <ac:spMk id="11" creationId="{61758331-B7AC-C150-493D-FA59503A7F41}"/>
          </ac:spMkLst>
        </pc:spChg>
        <pc:spChg chg="add mod replST">
          <ac:chgData name="Fei Zheng" userId="d19317889db4c986" providerId="LiveId" clId="{804CE2AE-BE2B-AD4C-AC41-5E9B8B10D491}" dt="2023-05-15T07:11:22.779" v="357"/>
          <ac:spMkLst>
            <pc:docMk/>
            <pc:sldMk cId="2332503560" sldId="468"/>
            <ac:spMk id="12" creationId="{10AFB48B-7C37-0970-2B85-54F54D5DB78C}"/>
          </ac:spMkLst>
        </pc:spChg>
        <pc:spChg chg="add mod replST">
          <ac:chgData name="Fei Zheng" userId="d19317889db4c986" providerId="LiveId" clId="{804CE2AE-BE2B-AD4C-AC41-5E9B8B10D491}" dt="2023-05-15T07:11:22.799" v="392"/>
          <ac:spMkLst>
            <pc:docMk/>
            <pc:sldMk cId="2332503560" sldId="468"/>
            <ac:spMk id="13" creationId="{EB2A26CE-8A8A-38C7-42F6-FC0EB5D5B2DE}"/>
          </ac:spMkLst>
        </pc:spChg>
        <pc:grpChg chg="add replST">
          <ac:chgData name="Fei Zheng" userId="d19317889db4c986" providerId="LiveId" clId="{804CE2AE-BE2B-AD4C-AC41-5E9B8B10D491}" dt="2023-05-15T07:11:22.744" v="318"/>
          <ac:grpSpMkLst>
            <pc:docMk/>
            <pc:sldMk cId="2332503560" sldId="468"/>
            <ac:grpSpMk id="10" creationId="{129C76E9-B14B-384F-DDB4-46654AF4C039}"/>
          </ac:grpSpMkLst>
        </pc:grpChg>
        <pc:picChg chg="add mod replST">
          <ac:chgData name="Fei Zheng" userId="d19317889db4c986" providerId="LiveId" clId="{804CE2AE-BE2B-AD4C-AC41-5E9B8B10D491}" dt="2023-05-15T07:11:22.883" v="394"/>
          <ac:picMkLst>
            <pc:docMk/>
            <pc:sldMk cId="2332503560" sldId="468"/>
            <ac:picMk id="5" creationId="{C06980F0-3240-CB3E-0FDE-2A164A21BAF5}"/>
          </ac:picMkLst>
        </pc:picChg>
      </pc:sldChg>
      <pc:sldChg chg="add del">
        <pc:chgData name="Fei Zheng" userId="d19317889db4c986" providerId="LiveId" clId="{804CE2AE-BE2B-AD4C-AC41-5E9B8B10D491}" dt="2023-05-15T07:11:57.319" v="397" actId="2696"/>
        <pc:sldMkLst>
          <pc:docMk/>
          <pc:sldMk cId="2406749864" sldId="468"/>
        </pc:sldMkLst>
      </pc:sldChg>
      <pc:sldChg chg="addSp delSp modSp add mod modAnim">
        <pc:chgData name="Fei Zheng" userId="d19317889db4c986" providerId="LiveId" clId="{804CE2AE-BE2B-AD4C-AC41-5E9B8B10D491}" dt="2023-05-15T10:11:44.127" v="1443"/>
        <pc:sldMkLst>
          <pc:docMk/>
          <pc:sldMk cId="4258017405" sldId="468"/>
        </pc:sldMkLst>
        <pc:spChg chg="add mod">
          <ac:chgData name="Fei Zheng" userId="d19317889db4c986" providerId="LiveId" clId="{804CE2AE-BE2B-AD4C-AC41-5E9B8B10D491}" dt="2023-05-15T10:09:34.436" v="1442" actId="1037"/>
          <ac:spMkLst>
            <pc:docMk/>
            <pc:sldMk cId="4258017405" sldId="468"/>
            <ac:spMk id="2" creationId="{B386A477-4E09-2C2B-C41E-F90F94E569E4}"/>
          </ac:spMkLst>
        </pc:spChg>
        <pc:spChg chg="mod">
          <ac:chgData name="Fei Zheng" userId="d19317889db4c986" providerId="LiveId" clId="{804CE2AE-BE2B-AD4C-AC41-5E9B8B10D491}" dt="2023-05-15T10:09:27.861" v="1440"/>
          <ac:spMkLst>
            <pc:docMk/>
            <pc:sldMk cId="4258017405" sldId="468"/>
            <ac:spMk id="3" creationId="{882C639D-4A94-873F-49FE-84AE6E07468D}"/>
          </ac:spMkLst>
        </pc:spChg>
        <pc:spChg chg="add mod">
          <ac:chgData name="Fei Zheng" userId="d19317889db4c986" providerId="LiveId" clId="{804CE2AE-BE2B-AD4C-AC41-5E9B8B10D491}" dt="2023-05-15T10:08:49.984" v="1428" actId="1037"/>
          <ac:spMkLst>
            <pc:docMk/>
            <pc:sldMk cId="4258017405" sldId="468"/>
            <ac:spMk id="4" creationId="{96FF5EBB-C5D3-8AE1-3E99-0202A0AF58F8}"/>
          </ac:spMkLst>
        </pc:spChg>
        <pc:spChg chg="add mod">
          <ac:chgData name="Fei Zheng" userId="d19317889db4c986" providerId="LiveId" clId="{804CE2AE-BE2B-AD4C-AC41-5E9B8B10D491}" dt="2023-05-15T10:08:49.984" v="1428" actId="1037"/>
          <ac:spMkLst>
            <pc:docMk/>
            <pc:sldMk cId="4258017405" sldId="468"/>
            <ac:spMk id="5" creationId="{AA99963D-A935-3244-6810-79144E497907}"/>
          </ac:spMkLst>
        </pc:spChg>
        <pc:spChg chg="add del mod">
          <ac:chgData name="Fei Zheng" userId="d19317889db4c986" providerId="LiveId" clId="{804CE2AE-BE2B-AD4C-AC41-5E9B8B10D491}" dt="2023-05-15T08:53:36.409" v="665" actId="478"/>
          <ac:spMkLst>
            <pc:docMk/>
            <pc:sldMk cId="4258017405" sldId="468"/>
            <ac:spMk id="7" creationId="{411AD540-41BE-F1A4-C57A-33DC2A0AB2DD}"/>
          </ac:spMkLst>
        </pc:spChg>
        <pc:spChg chg="add mod">
          <ac:chgData name="Fei Zheng" userId="d19317889db4c986" providerId="LiveId" clId="{804CE2AE-BE2B-AD4C-AC41-5E9B8B10D491}" dt="2023-05-15T10:09:34.436" v="1442" actId="1037"/>
          <ac:spMkLst>
            <pc:docMk/>
            <pc:sldMk cId="4258017405" sldId="468"/>
            <ac:spMk id="7" creationId="{E30672D6-58B3-3766-6E88-8E78E4DE5EA4}"/>
          </ac:spMkLst>
        </pc:spChg>
        <pc:spChg chg="add mod">
          <ac:chgData name="Fei Zheng" userId="d19317889db4c986" providerId="LiveId" clId="{804CE2AE-BE2B-AD4C-AC41-5E9B8B10D491}" dt="2023-05-15T10:08:49.984" v="1428" actId="1037"/>
          <ac:spMkLst>
            <pc:docMk/>
            <pc:sldMk cId="4258017405" sldId="468"/>
            <ac:spMk id="8" creationId="{BC426673-AAA8-B64D-2015-50D0DA2153F0}"/>
          </ac:spMkLst>
        </pc:spChg>
        <pc:spChg chg="add mod">
          <ac:chgData name="Fei Zheng" userId="d19317889db4c986" providerId="LiveId" clId="{804CE2AE-BE2B-AD4C-AC41-5E9B8B10D491}" dt="2023-05-15T10:09:34.436" v="1442" actId="1037"/>
          <ac:spMkLst>
            <pc:docMk/>
            <pc:sldMk cId="4258017405" sldId="468"/>
            <ac:spMk id="9" creationId="{FB07DD31-CDB1-314A-EF49-61756EDEC8F2}"/>
          </ac:spMkLst>
        </pc:spChg>
      </pc:sldChg>
      <pc:sldChg chg="modSp add mod">
        <pc:chgData name="Fei Zheng" userId="d19317889db4c986" providerId="LiveId" clId="{804CE2AE-BE2B-AD4C-AC41-5E9B8B10D491}" dt="2023-05-15T10:41:58.228" v="2175"/>
        <pc:sldMkLst>
          <pc:docMk/>
          <pc:sldMk cId="946210700" sldId="525"/>
        </pc:sldMkLst>
        <pc:spChg chg="mod">
          <ac:chgData name="Fei Zheng" userId="d19317889db4c986" providerId="LiveId" clId="{804CE2AE-BE2B-AD4C-AC41-5E9B8B10D491}" dt="2023-05-15T10:41:58.228" v="2174"/>
          <ac:spMkLst>
            <pc:docMk/>
            <pc:sldMk cId="946210700" sldId="525"/>
            <ac:spMk id="6" creationId="{F1A9077B-82C8-7CF8-6E60-510B84B99F94}"/>
          </ac:spMkLst>
        </pc:spChg>
        <pc:spChg chg="mod">
          <ac:chgData name="Fei Zheng" userId="d19317889db4c986" providerId="LiveId" clId="{804CE2AE-BE2B-AD4C-AC41-5E9B8B10D491}" dt="2023-05-15T10:41:58.225" v="2172" actId="20577"/>
          <ac:spMkLst>
            <pc:docMk/>
            <pc:sldMk cId="946210700" sldId="525"/>
            <ac:spMk id="16" creationId="{B705B239-80C5-CF3B-0D31-29692D6B1AA0}"/>
          </ac:spMkLst>
        </pc:spChg>
        <pc:spChg chg="mod">
          <ac:chgData name="Fei Zheng" userId="d19317889db4c986" providerId="LiveId" clId="{804CE2AE-BE2B-AD4C-AC41-5E9B8B10D491}" dt="2023-05-15T10:41:58.226" v="2173" actId="20577"/>
          <ac:spMkLst>
            <pc:docMk/>
            <pc:sldMk cId="946210700" sldId="525"/>
            <ac:spMk id="17" creationId="{A6FE8337-CA80-454B-2720-511085AFA147}"/>
          </ac:spMkLst>
        </pc:spChg>
        <pc:picChg chg="mod">
          <ac:chgData name="Fei Zheng" userId="d19317889db4c986" providerId="LiveId" clId="{804CE2AE-BE2B-AD4C-AC41-5E9B8B10D491}" dt="2023-05-15T10:41:58.228" v="2175"/>
          <ac:picMkLst>
            <pc:docMk/>
            <pc:sldMk cId="946210700" sldId="525"/>
            <ac:picMk id="5" creationId="{5C085329-C1AF-BE72-E411-4EFA0F564914}"/>
          </ac:picMkLst>
        </pc:picChg>
      </pc:sldChg>
      <pc:sldChg chg="modSp add mod">
        <pc:chgData name="Fei Zheng" userId="d19317889db4c986" providerId="LiveId" clId="{804CE2AE-BE2B-AD4C-AC41-5E9B8B10D491}" dt="2023-05-15T10:35:49.408" v="1989"/>
        <pc:sldMkLst>
          <pc:docMk/>
          <pc:sldMk cId="867553612" sldId="526"/>
        </pc:sldMkLst>
        <pc:spChg chg="mod">
          <ac:chgData name="Fei Zheng" userId="d19317889db4c986" providerId="LiveId" clId="{804CE2AE-BE2B-AD4C-AC41-5E9B8B10D491}" dt="2023-05-15T10:35:49.407" v="1988"/>
          <ac:spMkLst>
            <pc:docMk/>
            <pc:sldMk cId="867553612" sldId="526"/>
            <ac:spMk id="6" creationId="{F1A9077B-82C8-7CF8-6E60-510B84B99F94}"/>
          </ac:spMkLst>
        </pc:spChg>
        <pc:spChg chg="mod">
          <ac:chgData name="Fei Zheng" userId="d19317889db4c986" providerId="LiveId" clId="{804CE2AE-BE2B-AD4C-AC41-5E9B8B10D491}" dt="2023-05-15T10:35:49.405" v="1986" actId="20577"/>
          <ac:spMkLst>
            <pc:docMk/>
            <pc:sldMk cId="867553612" sldId="526"/>
            <ac:spMk id="16" creationId="{B705B239-80C5-CF3B-0D31-29692D6B1AA0}"/>
          </ac:spMkLst>
        </pc:spChg>
        <pc:spChg chg="mod">
          <ac:chgData name="Fei Zheng" userId="d19317889db4c986" providerId="LiveId" clId="{804CE2AE-BE2B-AD4C-AC41-5E9B8B10D491}" dt="2023-05-15T10:35:49.406" v="1987" actId="20577"/>
          <ac:spMkLst>
            <pc:docMk/>
            <pc:sldMk cId="867553612" sldId="526"/>
            <ac:spMk id="17" creationId="{A6FE8337-CA80-454B-2720-511085AFA147}"/>
          </ac:spMkLst>
        </pc:spChg>
        <pc:picChg chg="mod">
          <ac:chgData name="Fei Zheng" userId="d19317889db4c986" providerId="LiveId" clId="{804CE2AE-BE2B-AD4C-AC41-5E9B8B10D491}" dt="2023-05-15T10:35:49.408" v="1989"/>
          <ac:picMkLst>
            <pc:docMk/>
            <pc:sldMk cId="867553612" sldId="526"/>
            <ac:picMk id="5" creationId="{5C085329-C1AF-BE72-E411-4EFA0F564914}"/>
          </ac:picMkLst>
        </pc:picChg>
      </pc:sldChg>
      <pc:sldChg chg="modSp add mod">
        <pc:chgData name="Fei Zheng" userId="d19317889db4c986" providerId="LiveId" clId="{804CE2AE-BE2B-AD4C-AC41-5E9B8B10D491}" dt="2023-05-15T10:35:53.761" v="1993"/>
        <pc:sldMkLst>
          <pc:docMk/>
          <pc:sldMk cId="1831031130" sldId="527"/>
        </pc:sldMkLst>
        <pc:spChg chg="mod">
          <ac:chgData name="Fei Zheng" userId="d19317889db4c986" providerId="LiveId" clId="{804CE2AE-BE2B-AD4C-AC41-5E9B8B10D491}" dt="2023-05-15T10:35:53.761" v="1992"/>
          <ac:spMkLst>
            <pc:docMk/>
            <pc:sldMk cId="1831031130" sldId="527"/>
            <ac:spMk id="6" creationId="{F1A9077B-82C8-7CF8-6E60-510B84B99F94}"/>
          </ac:spMkLst>
        </pc:spChg>
        <pc:spChg chg="mod">
          <ac:chgData name="Fei Zheng" userId="d19317889db4c986" providerId="LiveId" clId="{804CE2AE-BE2B-AD4C-AC41-5E9B8B10D491}" dt="2023-05-15T10:35:53.758" v="1990" actId="20577"/>
          <ac:spMkLst>
            <pc:docMk/>
            <pc:sldMk cId="1831031130" sldId="527"/>
            <ac:spMk id="16" creationId="{B705B239-80C5-CF3B-0D31-29692D6B1AA0}"/>
          </ac:spMkLst>
        </pc:spChg>
        <pc:spChg chg="mod">
          <ac:chgData name="Fei Zheng" userId="d19317889db4c986" providerId="LiveId" clId="{804CE2AE-BE2B-AD4C-AC41-5E9B8B10D491}" dt="2023-05-15T10:35:53.759" v="1991" actId="20577"/>
          <ac:spMkLst>
            <pc:docMk/>
            <pc:sldMk cId="1831031130" sldId="527"/>
            <ac:spMk id="17" creationId="{A6FE8337-CA80-454B-2720-511085AFA147}"/>
          </ac:spMkLst>
        </pc:spChg>
        <pc:picChg chg="mod">
          <ac:chgData name="Fei Zheng" userId="d19317889db4c986" providerId="LiveId" clId="{804CE2AE-BE2B-AD4C-AC41-5E9B8B10D491}" dt="2023-05-15T10:35:53.761" v="1993"/>
          <ac:picMkLst>
            <pc:docMk/>
            <pc:sldMk cId="1831031130" sldId="527"/>
            <ac:picMk id="5" creationId="{5C085329-C1AF-BE72-E411-4EFA0F564914}"/>
          </ac:picMkLst>
        </pc:picChg>
      </pc:sldChg>
      <pc:sldChg chg="modSp add mod">
        <pc:chgData name="Fei Zheng" userId="d19317889db4c986" providerId="LiveId" clId="{804CE2AE-BE2B-AD4C-AC41-5E9B8B10D491}" dt="2023-05-15T10:38:44.930" v="2052"/>
        <pc:sldMkLst>
          <pc:docMk/>
          <pc:sldMk cId="1859784392" sldId="528"/>
        </pc:sldMkLst>
        <pc:spChg chg="mod">
          <ac:chgData name="Fei Zheng" userId="d19317889db4c986" providerId="LiveId" clId="{804CE2AE-BE2B-AD4C-AC41-5E9B8B10D491}" dt="2023-05-15T10:38:44.930" v="2051"/>
          <ac:spMkLst>
            <pc:docMk/>
            <pc:sldMk cId="1859784392" sldId="528"/>
            <ac:spMk id="6" creationId="{F1A9077B-82C8-7CF8-6E60-510B84B99F94}"/>
          </ac:spMkLst>
        </pc:spChg>
        <pc:spChg chg="mod">
          <ac:chgData name="Fei Zheng" userId="d19317889db4c986" providerId="LiveId" clId="{804CE2AE-BE2B-AD4C-AC41-5E9B8B10D491}" dt="2023-05-15T10:38:07.333" v="2042" actId="20577"/>
          <ac:spMkLst>
            <pc:docMk/>
            <pc:sldMk cId="1859784392" sldId="528"/>
            <ac:spMk id="11" creationId="{76D80387-490E-C224-0DE7-413F0AA45D05}"/>
          </ac:spMkLst>
        </pc:spChg>
        <pc:spChg chg="mod">
          <ac:chgData name="Fei Zheng" userId="d19317889db4c986" providerId="LiveId" clId="{804CE2AE-BE2B-AD4C-AC41-5E9B8B10D491}" dt="2023-05-15T10:38:44.928" v="2049" actId="20577"/>
          <ac:spMkLst>
            <pc:docMk/>
            <pc:sldMk cId="1859784392" sldId="528"/>
            <ac:spMk id="16" creationId="{B705B239-80C5-CF3B-0D31-29692D6B1AA0}"/>
          </ac:spMkLst>
        </pc:spChg>
        <pc:spChg chg="mod">
          <ac:chgData name="Fei Zheng" userId="d19317889db4c986" providerId="LiveId" clId="{804CE2AE-BE2B-AD4C-AC41-5E9B8B10D491}" dt="2023-05-15T10:38:44.929" v="2050" actId="20577"/>
          <ac:spMkLst>
            <pc:docMk/>
            <pc:sldMk cId="1859784392" sldId="528"/>
            <ac:spMk id="17" creationId="{A6FE8337-CA80-454B-2720-511085AFA147}"/>
          </ac:spMkLst>
        </pc:spChg>
        <pc:picChg chg="mod">
          <ac:chgData name="Fei Zheng" userId="d19317889db4c986" providerId="LiveId" clId="{804CE2AE-BE2B-AD4C-AC41-5E9B8B10D491}" dt="2023-05-15T10:38:44.930" v="2052"/>
          <ac:picMkLst>
            <pc:docMk/>
            <pc:sldMk cId="1859784392" sldId="528"/>
            <ac:picMk id="5" creationId="{5C085329-C1AF-BE72-E411-4EFA0F564914}"/>
          </ac:picMkLst>
        </pc:picChg>
      </pc:sldChg>
      <pc:sldChg chg="modSp add mod">
        <pc:chgData name="Fei Zheng" userId="d19317889db4c986" providerId="LiveId" clId="{804CE2AE-BE2B-AD4C-AC41-5E9B8B10D491}" dt="2023-05-15T10:35:39.092" v="1980" actId="20577"/>
        <pc:sldMkLst>
          <pc:docMk/>
          <pc:sldMk cId="415115783" sldId="529"/>
        </pc:sldMkLst>
        <pc:spChg chg="mod">
          <ac:chgData name="Fei Zheng" userId="d19317889db4c986" providerId="LiveId" clId="{804CE2AE-BE2B-AD4C-AC41-5E9B8B10D491}" dt="2023-05-15T10:35:39.092" v="1980" actId="20577"/>
          <ac:spMkLst>
            <pc:docMk/>
            <pc:sldMk cId="415115783" sldId="529"/>
            <ac:spMk id="3" creationId="{C78E8F70-3EFF-F3E7-D365-5A781882288E}"/>
          </ac:spMkLst>
        </pc:spChg>
      </pc:sldChg>
      <pc:sldChg chg="modSp add mod">
        <pc:chgData name="Fei Zheng" userId="d19317889db4c986" providerId="LiveId" clId="{804CE2AE-BE2B-AD4C-AC41-5E9B8B10D491}" dt="2023-05-15T10:35:43.157" v="1981" actId="20577"/>
        <pc:sldMkLst>
          <pc:docMk/>
          <pc:sldMk cId="603908345" sldId="530"/>
        </pc:sldMkLst>
        <pc:spChg chg="mod">
          <ac:chgData name="Fei Zheng" userId="d19317889db4c986" providerId="LiveId" clId="{804CE2AE-BE2B-AD4C-AC41-5E9B8B10D491}" dt="2023-05-15T10:35:43.157" v="1981" actId="20577"/>
          <ac:spMkLst>
            <pc:docMk/>
            <pc:sldMk cId="603908345" sldId="530"/>
            <ac:spMk id="3" creationId="{C78E8F70-3EFF-F3E7-D365-5A781882288E}"/>
          </ac:spMkLst>
        </pc:spChg>
      </pc:sldChg>
    </pc:docChg>
  </pc:docChgLst>
  <pc:docChgLst>
    <pc:chgData name="Zheng Fei" userId="d19317889db4c986" providerId="LiveId" clId="{581FB442-3406-4112-8835-D4E0536477E7}"/>
    <pc:docChg chg="custSel addSld modSld">
      <pc:chgData name="Zheng Fei" userId="d19317889db4c986" providerId="LiveId" clId="{581FB442-3406-4112-8835-D4E0536477E7}" dt="2022-05-31T01:33:53.980" v="1" actId="2890"/>
      <pc:docMkLst>
        <pc:docMk/>
      </pc:docMkLst>
      <pc:sldChg chg="modSp mod">
        <pc:chgData name="Zheng Fei" userId="d19317889db4c986" providerId="LiveId" clId="{581FB442-3406-4112-8835-D4E0536477E7}" dt="2022-05-31T01:33:41.711" v="0" actId="27636"/>
        <pc:sldMkLst>
          <pc:docMk/>
          <pc:sldMk cId="3255218969" sldId="268"/>
        </pc:sldMkLst>
        <pc:spChg chg="mod">
          <ac:chgData name="Zheng Fei" userId="d19317889db4c986" providerId="LiveId" clId="{581FB442-3406-4112-8835-D4E0536477E7}" dt="2022-05-31T01:33:41.711" v="0" actId="27636"/>
          <ac:spMkLst>
            <pc:docMk/>
            <pc:sldMk cId="3255218969" sldId="268"/>
            <ac:spMk id="3" creationId="{134E5D6F-4039-1166-CACD-52EA0B71108B}"/>
          </ac:spMkLst>
        </pc:spChg>
      </pc:sldChg>
      <pc:sldChg chg="add">
        <pc:chgData name="Zheng Fei" userId="d19317889db4c986" providerId="LiveId" clId="{581FB442-3406-4112-8835-D4E0536477E7}" dt="2022-05-31T01:33:53.980" v="1" actId="2890"/>
        <pc:sldMkLst>
          <pc:docMk/>
          <pc:sldMk cId="2427545706" sldId="271"/>
        </pc:sldMkLst>
      </pc:sldChg>
    </pc:docChg>
  </pc:docChgLst>
  <pc:docChgLst>
    <pc:chgData name="Zheng Fei" userId="d19317889db4c986" providerId="LiveId" clId="{AA871E1B-A1EA-4D7E-A62D-1A8AEED4B061}"/>
    <pc:docChg chg="undo custSel addSld delSld modSld sldOrd">
      <pc:chgData name="Zheng Fei" userId="d19317889db4c986" providerId="LiveId" clId="{AA871E1B-A1EA-4D7E-A62D-1A8AEED4B061}" dt="2022-06-01T06:07:04.612" v="3302" actId="1076"/>
      <pc:docMkLst>
        <pc:docMk/>
      </pc:docMkLst>
      <pc:sldChg chg="add modTransition">
        <pc:chgData name="Zheng Fei" userId="d19317889db4c986" providerId="LiveId" clId="{AA871E1B-A1EA-4D7E-A62D-1A8AEED4B061}" dt="2022-05-31T08:20:16.301" v="1774"/>
        <pc:sldMkLst>
          <pc:docMk/>
          <pc:sldMk cId="0" sldId="256"/>
        </pc:sldMkLst>
      </pc:sldChg>
      <pc:sldChg chg="addSp delSp modSp mod">
        <pc:chgData name="Zheng Fei" userId="d19317889db4c986" providerId="LiveId" clId="{AA871E1B-A1EA-4D7E-A62D-1A8AEED4B061}" dt="2022-05-31T08:09:57.987" v="1740" actId="113"/>
        <pc:sldMkLst>
          <pc:docMk/>
          <pc:sldMk cId="1216094134" sldId="257"/>
        </pc:sldMkLst>
        <pc:spChg chg="del">
          <ac:chgData name="Zheng Fei" userId="d19317889db4c986" providerId="LiveId" clId="{AA871E1B-A1EA-4D7E-A62D-1A8AEED4B061}" dt="2022-05-31T02:46:41.153" v="868" actId="478"/>
          <ac:spMkLst>
            <pc:docMk/>
            <pc:sldMk cId="1216094134" sldId="257"/>
            <ac:spMk id="2" creationId="{27C3A274-ECE8-38D9-09FE-9BEF4EAD1C31}"/>
          </ac:spMkLst>
        </pc:spChg>
        <pc:spChg chg="mod">
          <ac:chgData name="Zheng Fei" userId="d19317889db4c986" providerId="LiveId" clId="{AA871E1B-A1EA-4D7E-A62D-1A8AEED4B061}" dt="2022-05-31T08:09:57.987" v="1740" actId="113"/>
          <ac:spMkLst>
            <pc:docMk/>
            <pc:sldMk cId="1216094134" sldId="257"/>
            <ac:spMk id="3" creationId="{176E1E82-05D5-A46D-AEF4-64DB600B4544}"/>
          </ac:spMkLst>
        </pc:spChg>
        <pc:spChg chg="add del mod">
          <ac:chgData name="Zheng Fei" userId="d19317889db4c986" providerId="LiveId" clId="{AA871E1B-A1EA-4D7E-A62D-1A8AEED4B061}" dt="2022-05-31T02:46:43.476" v="869" actId="478"/>
          <ac:spMkLst>
            <pc:docMk/>
            <pc:sldMk cId="1216094134" sldId="257"/>
            <ac:spMk id="5" creationId="{4B4E3188-E10E-FA81-BFD3-D1859F4A6401}"/>
          </ac:spMkLst>
        </pc:spChg>
        <pc:spChg chg="add mod">
          <ac:chgData name="Zheng Fei" userId="d19317889db4c986" providerId="LiveId" clId="{AA871E1B-A1EA-4D7E-A62D-1A8AEED4B061}" dt="2022-05-31T02:46:43.946" v="870"/>
          <ac:spMkLst>
            <pc:docMk/>
            <pc:sldMk cId="1216094134" sldId="257"/>
            <ac:spMk id="6" creationId="{7800C080-EFC3-FABA-F2A7-52C52F91DEBB}"/>
          </ac:spMkLst>
        </pc:spChg>
      </pc:sldChg>
      <pc:sldChg chg="addSp delSp modSp mod ord">
        <pc:chgData name="Zheng Fei" userId="d19317889db4c986" providerId="LiveId" clId="{AA871E1B-A1EA-4D7E-A62D-1A8AEED4B061}" dt="2022-05-31T08:13:31.421" v="1765" actId="207"/>
        <pc:sldMkLst>
          <pc:docMk/>
          <pc:sldMk cId="1645511775" sldId="258"/>
        </pc:sldMkLst>
        <pc:spChg chg="del mod">
          <ac:chgData name="Zheng Fei" userId="d19317889db4c986" providerId="LiveId" clId="{AA871E1B-A1EA-4D7E-A62D-1A8AEED4B061}" dt="2022-05-31T02:48:17.527" v="911" actId="478"/>
          <ac:spMkLst>
            <pc:docMk/>
            <pc:sldMk cId="1645511775" sldId="258"/>
            <ac:spMk id="3" creationId="{882C639D-4A94-873F-49FE-84AE6E07468D}"/>
          </ac:spMkLst>
        </pc:spChg>
        <pc:spChg chg="add del mod">
          <ac:chgData name="Zheng Fei" userId="d19317889db4c986" providerId="LiveId" clId="{AA871E1B-A1EA-4D7E-A62D-1A8AEED4B061}" dt="2022-05-31T02:47:51.342" v="905" actId="478"/>
          <ac:spMkLst>
            <pc:docMk/>
            <pc:sldMk cId="1645511775" sldId="258"/>
            <ac:spMk id="4" creationId="{88862752-48B6-7026-A1D8-87D0446659F2}"/>
          </ac:spMkLst>
        </pc:spChg>
        <pc:spChg chg="add del mod">
          <ac:chgData name="Zheng Fei" userId="d19317889db4c986" providerId="LiveId" clId="{AA871E1B-A1EA-4D7E-A62D-1A8AEED4B061}" dt="2022-05-31T02:47:52.958" v="906" actId="478"/>
          <ac:spMkLst>
            <pc:docMk/>
            <pc:sldMk cId="1645511775" sldId="258"/>
            <ac:spMk id="9" creationId="{6649E95E-B89D-BF69-B527-09DB10DA2CD7}"/>
          </ac:spMkLst>
        </pc:spChg>
        <pc:spChg chg="add mod">
          <ac:chgData name="Zheng Fei" userId="d19317889db4c986" providerId="LiveId" clId="{AA871E1B-A1EA-4D7E-A62D-1A8AEED4B061}" dt="2022-05-31T08:13:31.421" v="1765" actId="207"/>
          <ac:spMkLst>
            <pc:docMk/>
            <pc:sldMk cId="1645511775" sldId="258"/>
            <ac:spMk id="10" creationId="{BF336C53-698D-39E7-8745-2DB2F9E5335D}"/>
          </ac:spMkLst>
        </pc:spChg>
        <pc:picChg chg="add mod">
          <ac:chgData name="Zheng Fei" userId="d19317889db4c986" providerId="LiveId" clId="{AA871E1B-A1EA-4D7E-A62D-1A8AEED4B061}" dt="2022-05-31T02:48:33.948" v="919" actId="1076"/>
          <ac:picMkLst>
            <pc:docMk/>
            <pc:sldMk cId="1645511775" sldId="258"/>
            <ac:picMk id="5" creationId="{3838F2F4-D4E8-28FE-F7FD-B649090A81A1}"/>
          </ac:picMkLst>
        </pc:picChg>
        <pc:picChg chg="add mod">
          <ac:chgData name="Zheng Fei" userId="d19317889db4c986" providerId="LiveId" clId="{AA871E1B-A1EA-4D7E-A62D-1A8AEED4B061}" dt="2022-05-31T02:48:29.360" v="917" actId="1076"/>
          <ac:picMkLst>
            <pc:docMk/>
            <pc:sldMk cId="1645511775" sldId="258"/>
            <ac:picMk id="7" creationId="{B3BB181F-443C-7347-857D-57EB1B8BD06F}"/>
          </ac:picMkLst>
        </pc:picChg>
      </pc:sldChg>
      <pc:sldChg chg="add del">
        <pc:chgData name="Zheng Fei" userId="d19317889db4c986" providerId="LiveId" clId="{AA871E1B-A1EA-4D7E-A62D-1A8AEED4B061}" dt="2022-05-31T09:29:55.223" v="3179" actId="47"/>
        <pc:sldMkLst>
          <pc:docMk/>
          <pc:sldMk cId="2830696283" sldId="259"/>
        </pc:sldMkLst>
      </pc:sldChg>
      <pc:sldChg chg="addSp modSp del mod">
        <pc:chgData name="Zheng Fei" userId="d19317889db4c986" providerId="LiveId" clId="{AA871E1B-A1EA-4D7E-A62D-1A8AEED4B061}" dt="2022-05-31T02:56:19.706" v="1035" actId="2696"/>
        <pc:sldMkLst>
          <pc:docMk/>
          <pc:sldMk cId="3840337724" sldId="259"/>
        </pc:sldMkLst>
        <pc:spChg chg="mod">
          <ac:chgData name="Zheng Fei" userId="d19317889db4c986" providerId="LiveId" clId="{AA871E1B-A1EA-4D7E-A62D-1A8AEED4B061}" dt="2022-05-31T02:54:18.709" v="1021" actId="20577"/>
          <ac:spMkLst>
            <pc:docMk/>
            <pc:sldMk cId="3840337724" sldId="259"/>
            <ac:spMk id="3" creationId="{99BD2BC3-EDAC-D880-B046-46FE7DC89563}"/>
          </ac:spMkLst>
        </pc:spChg>
        <pc:spChg chg="add mod">
          <ac:chgData name="Zheng Fei" userId="d19317889db4c986" providerId="LiveId" clId="{AA871E1B-A1EA-4D7E-A62D-1A8AEED4B061}" dt="2022-05-31T02:52:58.420" v="989"/>
          <ac:spMkLst>
            <pc:docMk/>
            <pc:sldMk cId="3840337724" sldId="259"/>
            <ac:spMk id="4" creationId="{9E7403ED-7BC1-5C26-7408-717DE57FE89A}"/>
          </ac:spMkLst>
        </pc:spChg>
      </pc:sldChg>
      <pc:sldChg chg="addSp modSp mod">
        <pc:chgData name="Zheng Fei" userId="d19317889db4c986" providerId="LiveId" clId="{AA871E1B-A1EA-4D7E-A62D-1A8AEED4B061}" dt="2022-05-31T08:28:54.111" v="1883" actId="2711"/>
        <pc:sldMkLst>
          <pc:docMk/>
          <pc:sldMk cId="3190379674" sldId="260"/>
        </pc:sldMkLst>
        <pc:spChg chg="mod">
          <ac:chgData name="Zheng Fei" userId="d19317889db4c986" providerId="LiveId" clId="{AA871E1B-A1EA-4D7E-A62D-1A8AEED4B061}" dt="2022-05-31T08:28:54.111" v="1883" actId="2711"/>
          <ac:spMkLst>
            <pc:docMk/>
            <pc:sldMk cId="3190379674" sldId="260"/>
            <ac:spMk id="3" creationId="{30F7B529-DB21-7DDE-6CEA-5842A80BC794}"/>
          </ac:spMkLst>
        </pc:spChg>
        <pc:spChg chg="add mod">
          <ac:chgData name="Zheng Fei" userId="d19317889db4c986" providerId="LiveId" clId="{AA871E1B-A1EA-4D7E-A62D-1A8AEED4B061}" dt="2022-05-31T03:01:15.578" v="1137"/>
          <ac:spMkLst>
            <pc:docMk/>
            <pc:sldMk cId="3190379674" sldId="260"/>
            <ac:spMk id="4" creationId="{224D67C0-893A-6260-931E-E718E512C8C4}"/>
          </ac:spMkLst>
        </pc:spChg>
      </pc:sldChg>
      <pc:sldChg chg="delSp modSp mod">
        <pc:chgData name="Zheng Fei" userId="d19317889db4c986" providerId="LiveId" clId="{AA871E1B-A1EA-4D7E-A62D-1A8AEED4B061}" dt="2022-05-31T08:30:06.063" v="1891" actId="114"/>
        <pc:sldMkLst>
          <pc:docMk/>
          <pc:sldMk cId="3770873809" sldId="261"/>
        </pc:sldMkLst>
        <pc:spChg chg="mod">
          <ac:chgData name="Zheng Fei" userId="d19317889db4c986" providerId="LiveId" clId="{AA871E1B-A1EA-4D7E-A62D-1A8AEED4B061}" dt="2022-05-31T03:06:15.508" v="1180" actId="207"/>
          <ac:spMkLst>
            <pc:docMk/>
            <pc:sldMk cId="3770873809" sldId="261"/>
            <ac:spMk id="2" creationId="{0B72DD76-EDC9-920A-253D-089B01A35DE0}"/>
          </ac:spMkLst>
        </pc:spChg>
        <pc:spChg chg="mod">
          <ac:chgData name="Zheng Fei" userId="d19317889db4c986" providerId="LiveId" clId="{AA871E1B-A1EA-4D7E-A62D-1A8AEED4B061}" dt="2022-05-31T08:30:06.063" v="1891" actId="114"/>
          <ac:spMkLst>
            <pc:docMk/>
            <pc:sldMk cId="3770873809" sldId="261"/>
            <ac:spMk id="3" creationId="{A37EA942-92E5-FBBB-861D-F2A42391FCD0}"/>
          </ac:spMkLst>
        </pc:spChg>
        <pc:picChg chg="del">
          <ac:chgData name="Zheng Fei" userId="d19317889db4c986" providerId="LiveId" clId="{AA871E1B-A1EA-4D7E-A62D-1A8AEED4B061}" dt="2022-05-31T03:05:55.194" v="1176" actId="478"/>
          <ac:picMkLst>
            <pc:docMk/>
            <pc:sldMk cId="3770873809" sldId="261"/>
            <ac:picMk id="5" creationId="{64489E1D-CFCE-A3E4-97EB-B819205D78E6}"/>
          </ac:picMkLst>
        </pc:picChg>
      </pc:sldChg>
      <pc:sldChg chg="addSp modSp mod">
        <pc:chgData name="Zheng Fei" userId="d19317889db4c986" providerId="LiveId" clId="{AA871E1B-A1EA-4D7E-A62D-1A8AEED4B061}" dt="2022-05-31T08:31:19.692" v="1903"/>
        <pc:sldMkLst>
          <pc:docMk/>
          <pc:sldMk cId="866282703" sldId="262"/>
        </pc:sldMkLst>
        <pc:spChg chg="mod">
          <ac:chgData name="Zheng Fei" userId="d19317889db4c986" providerId="LiveId" clId="{AA871E1B-A1EA-4D7E-A62D-1A8AEED4B061}" dt="2022-05-31T08:31:19.692" v="1903"/>
          <ac:spMkLst>
            <pc:docMk/>
            <pc:sldMk cId="866282703" sldId="262"/>
            <ac:spMk id="3" creationId="{50C2F5D3-CF45-4CAC-83D7-C4EC4E5F5B5F}"/>
          </ac:spMkLst>
        </pc:spChg>
        <pc:spChg chg="add mod">
          <ac:chgData name="Zheng Fei" userId="d19317889db4c986" providerId="LiveId" clId="{AA871E1B-A1EA-4D7E-A62D-1A8AEED4B061}" dt="2022-05-31T03:19:34.186" v="1221"/>
          <ac:spMkLst>
            <pc:docMk/>
            <pc:sldMk cId="866282703" sldId="262"/>
            <ac:spMk id="4" creationId="{DCE2D005-C6D4-FE95-77E7-AE936988C4D0}"/>
          </ac:spMkLst>
        </pc:spChg>
      </pc:sldChg>
      <pc:sldChg chg="addSp delSp modSp mod">
        <pc:chgData name="Zheng Fei" userId="d19317889db4c986" providerId="LiveId" clId="{AA871E1B-A1EA-4D7E-A62D-1A8AEED4B061}" dt="2022-05-31T09:06:23.045" v="2490" actId="207"/>
        <pc:sldMkLst>
          <pc:docMk/>
          <pc:sldMk cId="3979032099" sldId="263"/>
        </pc:sldMkLst>
        <pc:spChg chg="add mod">
          <ac:chgData name="Zheng Fei" userId="d19317889db4c986" providerId="LiveId" clId="{AA871E1B-A1EA-4D7E-A62D-1A8AEED4B061}" dt="2022-05-31T09:03:18.088" v="2470"/>
          <ac:spMkLst>
            <pc:docMk/>
            <pc:sldMk cId="3979032099" sldId="263"/>
            <ac:spMk id="3" creationId="{0EBABAA2-2C30-D236-8938-53FEDA18BFE4}"/>
          </ac:spMkLst>
        </pc:spChg>
        <pc:spChg chg="mod">
          <ac:chgData name="Zheng Fei" userId="d19317889db4c986" providerId="LiveId" clId="{AA871E1B-A1EA-4D7E-A62D-1A8AEED4B061}" dt="2022-05-31T09:06:23.045" v="2490" actId="207"/>
          <ac:spMkLst>
            <pc:docMk/>
            <pc:sldMk cId="3979032099" sldId="263"/>
            <ac:spMk id="4" creationId="{541F518A-0F4C-A6A6-BAD2-3C6D549B65FF}"/>
          </ac:spMkLst>
        </pc:spChg>
        <pc:spChg chg="add del">
          <ac:chgData name="Zheng Fei" userId="d19317889db4c986" providerId="LiveId" clId="{AA871E1B-A1EA-4D7E-A62D-1A8AEED4B061}" dt="2022-05-31T09:06:06.425" v="2485" actId="22"/>
          <ac:spMkLst>
            <pc:docMk/>
            <pc:sldMk cId="3979032099" sldId="263"/>
            <ac:spMk id="5" creationId="{EFF1F381-4C24-0408-CF39-D52D7BDB38FD}"/>
          </ac:spMkLst>
        </pc:spChg>
        <pc:spChg chg="add mod">
          <ac:chgData name="Zheng Fei" userId="d19317889db4c986" providerId="LiveId" clId="{AA871E1B-A1EA-4D7E-A62D-1A8AEED4B061}" dt="2022-05-31T09:06:12.605" v="2489" actId="1076"/>
          <ac:spMkLst>
            <pc:docMk/>
            <pc:sldMk cId="3979032099" sldId="263"/>
            <ac:spMk id="7" creationId="{B781835F-F00A-937D-5359-1E129D400AE4}"/>
          </ac:spMkLst>
        </pc:spChg>
      </pc:sldChg>
      <pc:sldChg chg="addSp modSp mod">
        <pc:chgData name="Zheng Fei" userId="d19317889db4c986" providerId="LiveId" clId="{AA871E1B-A1EA-4D7E-A62D-1A8AEED4B061}" dt="2022-05-31T08:37:23.735" v="1935" actId="20577"/>
        <pc:sldMkLst>
          <pc:docMk/>
          <pc:sldMk cId="3377763480" sldId="264"/>
        </pc:sldMkLst>
        <pc:spChg chg="add mod">
          <ac:chgData name="Zheng Fei" userId="d19317889db4c986" providerId="LiveId" clId="{AA871E1B-A1EA-4D7E-A62D-1A8AEED4B061}" dt="2022-05-31T03:41:22.989" v="1379"/>
          <ac:spMkLst>
            <pc:docMk/>
            <pc:sldMk cId="3377763480" sldId="264"/>
            <ac:spMk id="3" creationId="{F03CCD0F-F2C4-CF94-4CE8-7A9A02DC5527}"/>
          </ac:spMkLst>
        </pc:spChg>
        <pc:spChg chg="mod">
          <ac:chgData name="Zheng Fei" userId="d19317889db4c986" providerId="LiveId" clId="{AA871E1B-A1EA-4D7E-A62D-1A8AEED4B061}" dt="2022-05-31T08:37:23.735" v="1935" actId="20577"/>
          <ac:spMkLst>
            <pc:docMk/>
            <pc:sldMk cId="3377763480" sldId="264"/>
            <ac:spMk id="4" creationId="{2524CFAF-ACAD-7609-5E86-BECCEFB77934}"/>
          </ac:spMkLst>
        </pc:spChg>
      </pc:sldChg>
      <pc:sldChg chg="addSp delSp modSp mod">
        <pc:chgData name="Zheng Fei" userId="d19317889db4c986" providerId="LiveId" clId="{AA871E1B-A1EA-4D7E-A62D-1A8AEED4B061}" dt="2022-05-31T09:13:09.298" v="2834" actId="114"/>
        <pc:sldMkLst>
          <pc:docMk/>
          <pc:sldMk cId="3663689735" sldId="265"/>
        </pc:sldMkLst>
        <pc:spChg chg="mod">
          <ac:chgData name="Zheng Fei" userId="d19317889db4c986" providerId="LiveId" clId="{AA871E1B-A1EA-4D7E-A62D-1A8AEED4B061}" dt="2022-05-31T09:13:09.298" v="2834" actId="114"/>
          <ac:spMkLst>
            <pc:docMk/>
            <pc:sldMk cId="3663689735" sldId="265"/>
            <ac:spMk id="4" creationId="{3D55AD60-2BBC-428B-25C5-32ADEF12EF36}"/>
          </ac:spMkLst>
        </pc:spChg>
        <pc:spChg chg="add mod">
          <ac:chgData name="Zheng Fei" userId="d19317889db4c986" providerId="LiveId" clId="{AA871E1B-A1EA-4D7E-A62D-1A8AEED4B061}" dt="2022-05-31T03:45:18.533" v="1428"/>
          <ac:spMkLst>
            <pc:docMk/>
            <pc:sldMk cId="3663689735" sldId="265"/>
            <ac:spMk id="5" creationId="{B55B0BE8-9309-A020-4E96-80C9DC1810C8}"/>
          </ac:spMkLst>
        </pc:spChg>
        <pc:spChg chg="mod">
          <ac:chgData name="Zheng Fei" userId="d19317889db4c986" providerId="LiveId" clId="{AA871E1B-A1EA-4D7E-A62D-1A8AEED4B061}" dt="2022-05-31T09:12:51.608" v="2806"/>
          <ac:spMkLst>
            <pc:docMk/>
            <pc:sldMk cId="3663689735" sldId="265"/>
            <ac:spMk id="8" creationId="{22CB9DA4-33D1-48E4-7EEA-9F2EEC075C55}"/>
          </ac:spMkLst>
        </pc:spChg>
        <pc:spChg chg="mod">
          <ac:chgData name="Zheng Fei" userId="d19317889db4c986" providerId="LiveId" clId="{AA871E1B-A1EA-4D7E-A62D-1A8AEED4B061}" dt="2022-05-31T09:12:51.608" v="2806"/>
          <ac:spMkLst>
            <pc:docMk/>
            <pc:sldMk cId="3663689735" sldId="265"/>
            <ac:spMk id="11" creationId="{DBC414B3-D9A9-55F5-5A9F-143777AC0E2B}"/>
          </ac:spMkLst>
        </pc:spChg>
        <pc:spChg chg="mod">
          <ac:chgData name="Zheng Fei" userId="d19317889db4c986" providerId="LiveId" clId="{AA871E1B-A1EA-4D7E-A62D-1A8AEED4B061}" dt="2022-05-31T09:12:51.608" v="2806"/>
          <ac:spMkLst>
            <pc:docMk/>
            <pc:sldMk cId="3663689735" sldId="265"/>
            <ac:spMk id="13" creationId="{FC5871A3-2A25-D7FF-6C0C-4C5139D1FAAD}"/>
          </ac:spMkLst>
        </pc:spChg>
        <pc:spChg chg="mod">
          <ac:chgData name="Zheng Fei" userId="d19317889db4c986" providerId="LiveId" clId="{AA871E1B-A1EA-4D7E-A62D-1A8AEED4B061}" dt="2022-05-31T09:12:51.608" v="2806"/>
          <ac:spMkLst>
            <pc:docMk/>
            <pc:sldMk cId="3663689735" sldId="265"/>
            <ac:spMk id="15" creationId="{EB18456D-34E5-223A-1FB1-7F449E84AB94}"/>
          </ac:spMkLst>
        </pc:spChg>
        <pc:spChg chg="mod">
          <ac:chgData name="Zheng Fei" userId="d19317889db4c986" providerId="LiveId" clId="{AA871E1B-A1EA-4D7E-A62D-1A8AEED4B061}" dt="2022-05-31T09:12:51.608" v="2806"/>
          <ac:spMkLst>
            <pc:docMk/>
            <pc:sldMk cId="3663689735" sldId="265"/>
            <ac:spMk id="17" creationId="{CB99D59B-B686-EA12-516D-CBE7E1046EA7}"/>
          </ac:spMkLst>
        </pc:spChg>
        <pc:spChg chg="mod">
          <ac:chgData name="Zheng Fei" userId="d19317889db4c986" providerId="LiveId" clId="{AA871E1B-A1EA-4D7E-A62D-1A8AEED4B061}" dt="2022-05-31T09:12:51.608" v="2806"/>
          <ac:spMkLst>
            <pc:docMk/>
            <pc:sldMk cId="3663689735" sldId="265"/>
            <ac:spMk id="19" creationId="{F14F35E7-45DA-4BA6-279A-DFCB8F117B37}"/>
          </ac:spMkLst>
        </pc:spChg>
        <pc:grpChg chg="add mod">
          <ac:chgData name="Zheng Fei" userId="d19317889db4c986" providerId="LiveId" clId="{AA871E1B-A1EA-4D7E-A62D-1A8AEED4B061}" dt="2022-05-31T09:12:56.208" v="2828" actId="1036"/>
          <ac:grpSpMkLst>
            <pc:docMk/>
            <pc:sldMk cId="3663689735" sldId="265"/>
            <ac:grpSpMk id="7" creationId="{DE55D6C3-1FD0-4388-4703-F9FD5EE791F3}"/>
          </ac:grpSpMkLst>
        </pc:grpChg>
        <pc:picChg chg="del mod">
          <ac:chgData name="Zheng Fei" userId="d19317889db4c986" providerId="LiveId" clId="{AA871E1B-A1EA-4D7E-A62D-1A8AEED4B061}" dt="2022-05-31T09:12:51.270" v="2805" actId="478"/>
          <ac:picMkLst>
            <pc:docMk/>
            <pc:sldMk cId="3663689735" sldId="265"/>
            <ac:picMk id="6" creationId="{2C37E597-6ACF-507E-2AFD-36763327281A}"/>
          </ac:picMkLst>
        </pc:pic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9" creationId="{DA26FBD2-5A78-6E1C-86D4-044C11B9F9F8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10" creationId="{D75E7B7A-BB83-C838-EFD4-3A06B3F99AC3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12" creationId="{01CEC0CA-9AD4-0AEC-7EAB-F7F1ED1E4305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14" creationId="{BDC99B92-92D0-4E6B-762A-DA89FA748538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16" creationId="{B7CB7609-F709-8824-B291-0B0FDCCD4351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18" creationId="{3B9071B4-796A-B2E7-7B90-7485E554B799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20" creationId="{B796AA3A-A68C-A8F8-613E-8ACF6AAF8B0C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21" creationId="{FC71A4B2-0B67-ED25-2250-E947EB5EC002}"/>
          </ac:cxnSpMkLst>
        </pc:cxnChg>
        <pc:cxnChg chg="mod">
          <ac:chgData name="Zheng Fei" userId="d19317889db4c986" providerId="LiveId" clId="{AA871E1B-A1EA-4D7E-A62D-1A8AEED4B061}" dt="2022-05-31T09:12:51.608" v="2806"/>
          <ac:cxnSpMkLst>
            <pc:docMk/>
            <pc:sldMk cId="3663689735" sldId="265"/>
            <ac:cxnSpMk id="22" creationId="{1DEE4BEA-6050-50FE-5319-37233EA945E6}"/>
          </ac:cxnSpMkLst>
        </pc:cxnChg>
      </pc:sldChg>
      <pc:sldChg chg="addSp delSp modSp mod">
        <pc:chgData name="Zheng Fei" userId="d19317889db4c986" providerId="LiveId" clId="{AA871E1B-A1EA-4D7E-A62D-1A8AEED4B061}" dt="2022-05-31T08:38:02.415" v="1940" actId="113"/>
        <pc:sldMkLst>
          <pc:docMk/>
          <pc:sldMk cId="367037503" sldId="266"/>
        </pc:sldMkLst>
        <pc:spChg chg="mod">
          <ac:chgData name="Zheng Fei" userId="d19317889db4c986" providerId="LiveId" clId="{AA871E1B-A1EA-4D7E-A62D-1A8AEED4B061}" dt="2022-05-31T08:38:02.415" v="1940" actId="113"/>
          <ac:spMkLst>
            <pc:docMk/>
            <pc:sldMk cId="367037503" sldId="266"/>
            <ac:spMk id="4" creationId="{1A38F27D-EC50-70D3-61EE-245646D3ED11}"/>
          </ac:spMkLst>
        </pc:spChg>
        <pc:spChg chg="add mod">
          <ac:chgData name="Zheng Fei" userId="d19317889db4c986" providerId="LiveId" clId="{AA871E1B-A1EA-4D7E-A62D-1A8AEED4B061}" dt="2022-05-31T03:48:31.565" v="1494" actId="20577"/>
          <ac:spMkLst>
            <pc:docMk/>
            <pc:sldMk cId="367037503" sldId="266"/>
            <ac:spMk id="5" creationId="{75D0AA7E-541D-64D6-BD61-892EAC1CC062}"/>
          </ac:spMkLst>
        </pc:spChg>
        <pc:picChg chg="del mod">
          <ac:chgData name="Zheng Fei" userId="d19317889db4c986" providerId="LiveId" clId="{AA871E1B-A1EA-4D7E-A62D-1A8AEED4B061}" dt="2022-05-31T03:46:23.394" v="1443" actId="478"/>
          <ac:picMkLst>
            <pc:docMk/>
            <pc:sldMk cId="367037503" sldId="266"/>
            <ac:picMk id="6" creationId="{75C366D3-2C48-3432-AF15-244DC6A1F4A1}"/>
          </ac:picMkLst>
        </pc:picChg>
      </pc:sldChg>
      <pc:sldChg chg="addSp delSp modSp mod">
        <pc:chgData name="Zheng Fei" userId="d19317889db4c986" providerId="LiveId" clId="{AA871E1B-A1EA-4D7E-A62D-1A8AEED4B061}" dt="2022-05-31T09:15:22.559" v="2848" actId="2710"/>
        <pc:sldMkLst>
          <pc:docMk/>
          <pc:sldMk cId="2537850505" sldId="267"/>
        </pc:sldMkLst>
        <pc:spChg chg="mod">
          <ac:chgData name="Zheng Fei" userId="d19317889db4c986" providerId="LiveId" clId="{AA871E1B-A1EA-4D7E-A62D-1A8AEED4B061}" dt="2022-05-31T09:15:22.559" v="2848" actId="2710"/>
          <ac:spMkLst>
            <pc:docMk/>
            <pc:sldMk cId="2537850505" sldId="267"/>
            <ac:spMk id="4" creationId="{AB973315-5E4F-4E56-E0C7-FB2B99A4F3A8}"/>
          </ac:spMkLst>
        </pc:spChg>
        <pc:spChg chg="add mod">
          <ac:chgData name="Zheng Fei" userId="d19317889db4c986" providerId="LiveId" clId="{AA871E1B-A1EA-4D7E-A62D-1A8AEED4B061}" dt="2022-05-31T03:48:34.046" v="1495"/>
          <ac:spMkLst>
            <pc:docMk/>
            <pc:sldMk cId="2537850505" sldId="267"/>
            <ac:spMk id="5" creationId="{A278DC51-FA4C-467E-FEFE-6C231F8D6AB1}"/>
          </ac:spMkLst>
        </pc:spChg>
        <pc:picChg chg="add mod">
          <ac:chgData name="Zheng Fei" userId="d19317889db4c986" providerId="LiveId" clId="{AA871E1B-A1EA-4D7E-A62D-1A8AEED4B061}" dt="2022-05-31T09:15:16.339" v="2846" actId="1076"/>
          <ac:picMkLst>
            <pc:docMk/>
            <pc:sldMk cId="2537850505" sldId="267"/>
            <ac:picMk id="3" creationId="{88297295-F66E-F349-9FC0-6FA9EDCE3AAE}"/>
          </ac:picMkLst>
        </pc:picChg>
        <pc:picChg chg="del mod">
          <ac:chgData name="Zheng Fei" userId="d19317889db4c986" providerId="LiveId" clId="{AA871E1B-A1EA-4D7E-A62D-1A8AEED4B061}" dt="2022-05-31T03:47:40.076" v="1457" actId="478"/>
          <ac:picMkLst>
            <pc:docMk/>
            <pc:sldMk cId="2537850505" sldId="267"/>
            <ac:picMk id="6" creationId="{ED4EFE9E-E34E-74A6-1BC1-043BE22FA07E}"/>
          </ac:picMkLst>
        </pc:picChg>
      </pc:sldChg>
      <pc:sldChg chg="addSp delSp modSp del mod">
        <pc:chgData name="Zheng Fei" userId="d19317889db4c986" providerId="LiveId" clId="{AA871E1B-A1EA-4D7E-A62D-1A8AEED4B061}" dt="2022-05-31T09:19:51.090" v="2927" actId="47"/>
        <pc:sldMkLst>
          <pc:docMk/>
          <pc:sldMk cId="3255218969" sldId="268"/>
        </pc:sldMkLst>
        <pc:spChg chg="del mod">
          <ac:chgData name="Zheng Fei" userId="d19317889db4c986" providerId="LiveId" clId="{AA871E1B-A1EA-4D7E-A62D-1A8AEED4B061}" dt="2022-05-31T09:19:29.780" v="2920" actId="21"/>
          <ac:spMkLst>
            <pc:docMk/>
            <pc:sldMk cId="3255218969" sldId="268"/>
            <ac:spMk id="3" creationId="{134E5D6F-4039-1166-CACD-52EA0B71108B}"/>
          </ac:spMkLst>
        </pc:spChg>
        <pc:spChg chg="add mod">
          <ac:chgData name="Zheng Fei" userId="d19317889db4c986" providerId="LiveId" clId="{AA871E1B-A1EA-4D7E-A62D-1A8AEED4B061}" dt="2022-05-31T03:48:42.010" v="1499"/>
          <ac:spMkLst>
            <pc:docMk/>
            <pc:sldMk cId="3255218969" sldId="268"/>
            <ac:spMk id="4" creationId="{4B12562F-0183-5D49-D5DB-C0DD68870FCF}"/>
          </ac:spMkLst>
        </pc:spChg>
        <pc:spChg chg="add mod">
          <ac:chgData name="Zheng Fei" userId="d19317889db4c986" providerId="LiveId" clId="{AA871E1B-A1EA-4D7E-A62D-1A8AEED4B061}" dt="2022-05-31T09:19:29.780" v="2920" actId="21"/>
          <ac:spMkLst>
            <pc:docMk/>
            <pc:sldMk cId="3255218969" sldId="268"/>
            <ac:spMk id="5" creationId="{1AC2A928-F692-19C8-B0E0-1B0D85C82585}"/>
          </ac:spMkLst>
        </pc:spChg>
        <pc:picChg chg="del">
          <ac:chgData name="Zheng Fei" userId="d19317889db4c986" providerId="LiveId" clId="{AA871E1B-A1EA-4D7E-A62D-1A8AEED4B061}" dt="2022-05-31T03:48:00.997" v="1461" actId="478"/>
          <ac:picMkLst>
            <pc:docMk/>
            <pc:sldMk cId="3255218969" sldId="268"/>
            <ac:picMk id="9" creationId="{0C8AF432-3944-6571-FBF6-CC0BD08039B1}"/>
          </ac:picMkLst>
        </pc:picChg>
      </pc:sldChg>
      <pc:sldChg chg="addSp delSp modSp mod">
        <pc:chgData name="Zheng Fei" userId="d19317889db4c986" providerId="LiveId" clId="{AA871E1B-A1EA-4D7E-A62D-1A8AEED4B061}" dt="2022-05-31T09:30:19.744" v="3186" actId="1076"/>
        <pc:sldMkLst>
          <pc:docMk/>
          <pc:sldMk cId="4034957788" sldId="269"/>
        </pc:sldMkLst>
        <pc:spChg chg="mod">
          <ac:chgData name="Zheng Fei" userId="d19317889db4c986" providerId="LiveId" clId="{AA871E1B-A1EA-4D7E-A62D-1A8AEED4B061}" dt="2022-05-31T09:30:19.744" v="3186" actId="1076"/>
          <ac:spMkLst>
            <pc:docMk/>
            <pc:sldMk cId="4034957788" sldId="269"/>
            <ac:spMk id="4" creationId="{9C64349D-72D7-D272-4637-D26F9BEA881B}"/>
          </ac:spMkLst>
        </pc:spChg>
        <pc:spChg chg="add mod">
          <ac:chgData name="Zheng Fei" userId="d19317889db4c986" providerId="LiveId" clId="{AA871E1B-A1EA-4D7E-A62D-1A8AEED4B061}" dt="2022-05-31T09:30:11.494" v="3184"/>
          <ac:spMkLst>
            <pc:docMk/>
            <pc:sldMk cId="4034957788" sldId="269"/>
            <ac:spMk id="5" creationId="{5EECFDAB-FF81-02BA-A542-0E5A5B25D0E6}"/>
          </ac:spMkLst>
        </pc:spChg>
        <pc:picChg chg="del mod">
          <ac:chgData name="Zheng Fei" userId="d19317889db4c986" providerId="LiveId" clId="{AA871E1B-A1EA-4D7E-A62D-1A8AEED4B061}" dt="2022-05-31T09:30:02.884" v="3181" actId="478"/>
          <ac:picMkLst>
            <pc:docMk/>
            <pc:sldMk cId="4034957788" sldId="269"/>
            <ac:picMk id="6" creationId="{D508018E-9CD5-715B-29F7-3BFE3A00B013}"/>
          </ac:picMkLst>
        </pc:picChg>
      </pc:sldChg>
      <pc:sldChg chg="addSp modSp mod ord">
        <pc:chgData name="Zheng Fei" userId="d19317889db4c986" providerId="LiveId" clId="{AA871E1B-A1EA-4D7E-A62D-1A8AEED4B061}" dt="2022-05-31T09:23:38.232" v="2969"/>
        <pc:sldMkLst>
          <pc:docMk/>
          <pc:sldMk cId="86293710" sldId="270"/>
        </pc:sldMkLst>
        <pc:spChg chg="add mod">
          <ac:chgData name="Zheng Fei" userId="d19317889db4c986" providerId="LiveId" clId="{AA871E1B-A1EA-4D7E-A62D-1A8AEED4B061}" dt="2022-05-31T09:23:38.232" v="2969"/>
          <ac:spMkLst>
            <pc:docMk/>
            <pc:sldMk cId="86293710" sldId="270"/>
            <ac:spMk id="3" creationId="{CB5B9383-3907-9280-86A8-449864CBA237}"/>
          </ac:spMkLst>
        </pc:spChg>
        <pc:spChg chg="mod">
          <ac:chgData name="Zheng Fei" userId="d19317889db4c986" providerId="LiveId" clId="{AA871E1B-A1EA-4D7E-A62D-1A8AEED4B061}" dt="2022-05-31T09:21:30.312" v="2939" actId="20577"/>
          <ac:spMkLst>
            <pc:docMk/>
            <pc:sldMk cId="86293710" sldId="270"/>
            <ac:spMk id="4" creationId="{3A125DFB-597D-EA17-F628-6E5F36C4DBC1}"/>
          </ac:spMkLst>
        </pc:spChg>
      </pc:sldChg>
      <pc:sldChg chg="del">
        <pc:chgData name="Zheng Fei" userId="d19317889db4c986" providerId="LiveId" clId="{AA871E1B-A1EA-4D7E-A62D-1A8AEED4B061}" dt="2022-05-31T02:15:07.325" v="445" actId="47"/>
        <pc:sldMkLst>
          <pc:docMk/>
          <pc:sldMk cId="2427545706" sldId="271"/>
        </pc:sldMkLst>
      </pc:sldChg>
      <pc:sldChg chg="addSp delSp modSp add ord modAnim">
        <pc:chgData name="Zheng Fei" userId="d19317889db4c986" providerId="LiveId" clId="{AA871E1B-A1EA-4D7E-A62D-1A8AEED4B061}" dt="2022-05-31T09:39:38.618" v="3224"/>
        <pc:sldMkLst>
          <pc:docMk/>
          <pc:sldMk cId="0" sldId="272"/>
        </pc:sldMkLst>
        <pc:spChg chg="add mod">
          <ac:chgData name="Zheng Fei" userId="d19317889db4c986" providerId="LiveId" clId="{AA871E1B-A1EA-4D7E-A62D-1A8AEED4B061}" dt="2022-05-31T02:09:04.329" v="342" actId="1038"/>
          <ac:spMkLst>
            <pc:docMk/>
            <pc:sldMk cId="0" sldId="272"/>
            <ac:spMk id="6" creationId="{64D3364F-BDCB-9B6A-3E23-1A28AF95C29F}"/>
          </ac:spMkLst>
        </pc:spChg>
        <pc:spChg chg="add mod">
          <ac:chgData name="Zheng Fei" userId="d19317889db4c986" providerId="LiveId" clId="{AA871E1B-A1EA-4D7E-A62D-1A8AEED4B061}" dt="2022-05-31T02:09:04.329" v="342" actId="1038"/>
          <ac:spMkLst>
            <pc:docMk/>
            <pc:sldMk cId="0" sldId="272"/>
            <ac:spMk id="7" creationId="{AD26B4C6-8E59-37F5-65A5-CEB5D2AFA490}"/>
          </ac:spMkLst>
        </pc:spChg>
        <pc:spChg chg="add mod">
          <ac:chgData name="Zheng Fei" userId="d19317889db4c986" providerId="LiveId" clId="{AA871E1B-A1EA-4D7E-A62D-1A8AEED4B061}" dt="2022-05-31T02:09:04.329" v="342" actId="1038"/>
          <ac:spMkLst>
            <pc:docMk/>
            <pc:sldMk cId="0" sldId="272"/>
            <ac:spMk id="8" creationId="{41BC4813-DD24-6480-D8C1-0488E23FDCAF}"/>
          </ac:spMkLst>
        </pc:spChg>
        <pc:spChg chg="add mod">
          <ac:chgData name="Zheng Fei" userId="d19317889db4c986" providerId="LiveId" clId="{AA871E1B-A1EA-4D7E-A62D-1A8AEED4B061}" dt="2022-05-31T02:09:04.329" v="342" actId="1038"/>
          <ac:spMkLst>
            <pc:docMk/>
            <pc:sldMk cId="0" sldId="272"/>
            <ac:spMk id="9" creationId="{E952346B-50DB-53B8-128D-CF89BA8D161A}"/>
          </ac:spMkLst>
        </pc:spChg>
        <pc:spChg chg="del mod">
          <ac:chgData name="Zheng Fei" userId="d19317889db4c986" providerId="LiveId" clId="{AA871E1B-A1EA-4D7E-A62D-1A8AEED4B061}" dt="2022-05-31T02:07:13.563" v="260" actId="478"/>
          <ac:spMkLst>
            <pc:docMk/>
            <pc:sldMk cId="0" sldId="272"/>
            <ac:spMk id="5122" creationId="{70CB4965-79E5-5684-68CB-C2788B841B95}"/>
          </ac:spMkLst>
        </pc:spChg>
        <pc:spChg chg="del mod">
          <ac:chgData name="Zheng Fei" userId="d19317889db4c986" providerId="LiveId" clId="{AA871E1B-A1EA-4D7E-A62D-1A8AEED4B061}" dt="2022-05-31T02:07:43.325" v="267" actId="478"/>
          <ac:spMkLst>
            <pc:docMk/>
            <pc:sldMk cId="0" sldId="272"/>
            <ac:spMk id="5123" creationId="{4444DC22-A698-1148-FFF9-D216FBC5540E}"/>
          </ac:spMkLst>
        </pc:spChg>
        <pc:spChg chg="del mod">
          <ac:chgData name="Zheng Fei" userId="d19317889db4c986" providerId="LiveId" clId="{AA871E1B-A1EA-4D7E-A62D-1A8AEED4B061}" dt="2022-05-31T02:07:41.398" v="266" actId="478"/>
          <ac:spMkLst>
            <pc:docMk/>
            <pc:sldMk cId="0" sldId="272"/>
            <ac:spMk id="5124" creationId="{FD8D5C1F-D1A1-AC78-AB4D-7BC12978D0E2}"/>
          </ac:spMkLst>
        </pc:spChg>
        <pc:spChg chg="mod">
          <ac:chgData name="Zheng Fei" userId="d19317889db4c986" providerId="LiveId" clId="{AA871E1B-A1EA-4D7E-A62D-1A8AEED4B061}" dt="2022-05-31T08:06:46.956" v="1721" actId="123"/>
          <ac:spMkLst>
            <pc:docMk/>
            <pc:sldMk cId="0" sldId="272"/>
            <ac:spMk id="5125" creationId="{33365C62-D391-60DE-CCAF-A6EEFFBF51D5}"/>
          </ac:spMkLst>
        </pc:spChg>
      </pc:sldChg>
      <pc:sldChg chg="delSp modSp add ord modAnim">
        <pc:chgData name="Zheng Fei" userId="d19317889db4c986" providerId="LiveId" clId="{AA871E1B-A1EA-4D7E-A62D-1A8AEED4B061}" dt="2022-05-31T09:39:57.578" v="3225"/>
        <pc:sldMkLst>
          <pc:docMk/>
          <pc:sldMk cId="0" sldId="273"/>
        </pc:sldMkLst>
        <pc:spChg chg="del mod">
          <ac:chgData name="Zheng Fei" userId="d19317889db4c986" providerId="LiveId" clId="{AA871E1B-A1EA-4D7E-A62D-1A8AEED4B061}" dt="2022-05-31T02:08:04.575" v="272" actId="478"/>
          <ac:spMkLst>
            <pc:docMk/>
            <pc:sldMk cId="0" sldId="273"/>
            <ac:spMk id="6146" creationId="{7B01F2A7-BED5-23DA-054C-1C09366B9672}"/>
          </ac:spMkLst>
        </pc:spChg>
        <pc:spChg chg="del mod">
          <ac:chgData name="Zheng Fei" userId="d19317889db4c986" providerId="LiveId" clId="{AA871E1B-A1EA-4D7E-A62D-1A8AEED4B061}" dt="2022-05-31T02:08:56.524" v="274" actId="21"/>
          <ac:spMkLst>
            <pc:docMk/>
            <pc:sldMk cId="0" sldId="273"/>
            <ac:spMk id="6147" creationId="{6F8D0737-84FD-AB4E-AE70-09AA73C24C99}"/>
          </ac:spMkLst>
        </pc:spChg>
        <pc:spChg chg="del mod">
          <ac:chgData name="Zheng Fei" userId="d19317889db4c986" providerId="LiveId" clId="{AA871E1B-A1EA-4D7E-A62D-1A8AEED4B061}" dt="2022-05-31T02:08:56.524" v="274" actId="21"/>
          <ac:spMkLst>
            <pc:docMk/>
            <pc:sldMk cId="0" sldId="273"/>
            <ac:spMk id="6148" creationId="{631B2973-1924-0004-287C-3ADD5EE595BD}"/>
          </ac:spMkLst>
        </pc:spChg>
        <pc:spChg chg="del mod">
          <ac:chgData name="Zheng Fei" userId="d19317889db4c986" providerId="LiveId" clId="{AA871E1B-A1EA-4D7E-A62D-1A8AEED4B061}" dt="2022-05-31T02:08:56.524" v="274" actId="21"/>
          <ac:spMkLst>
            <pc:docMk/>
            <pc:sldMk cId="0" sldId="273"/>
            <ac:spMk id="6149" creationId="{4D2309AC-E04D-5A5F-D22B-AFA5419D8A34}"/>
          </ac:spMkLst>
        </pc:spChg>
        <pc:spChg chg="del mod">
          <ac:chgData name="Zheng Fei" userId="d19317889db4c986" providerId="LiveId" clId="{AA871E1B-A1EA-4D7E-A62D-1A8AEED4B061}" dt="2022-05-31T02:08:56.524" v="274" actId="21"/>
          <ac:spMkLst>
            <pc:docMk/>
            <pc:sldMk cId="0" sldId="273"/>
            <ac:spMk id="6150" creationId="{2FCEA382-910D-BB82-5F45-81CACF060017}"/>
          </ac:spMkLst>
        </pc:spChg>
        <pc:spChg chg="mod">
          <ac:chgData name="Zheng Fei" userId="d19317889db4c986" providerId="LiveId" clId="{AA871E1B-A1EA-4D7E-A62D-1A8AEED4B061}" dt="2022-05-31T08:08:14.937" v="1727" actId="207"/>
          <ac:spMkLst>
            <pc:docMk/>
            <pc:sldMk cId="0" sldId="273"/>
            <ac:spMk id="6151" creationId="{DC7328DF-3BCA-5A6D-30AE-3325BD323438}"/>
          </ac:spMkLst>
        </pc:spChg>
      </pc:sldChg>
      <pc:sldChg chg="modSp add del mod ord modAnim">
        <pc:chgData name="Zheng Fei" userId="d19317889db4c986" providerId="LiveId" clId="{AA871E1B-A1EA-4D7E-A62D-1A8AEED4B061}" dt="2022-05-31T09:41:41.599" v="3226"/>
        <pc:sldMkLst>
          <pc:docMk/>
          <pc:sldMk cId="0" sldId="274"/>
        </pc:sldMkLst>
        <pc:spChg chg="mod">
          <ac:chgData name="Zheng Fei" userId="d19317889db4c986" providerId="LiveId" clId="{AA871E1B-A1EA-4D7E-A62D-1A8AEED4B061}" dt="2022-05-31T02:09:38.227" v="346" actId="21"/>
          <ac:spMkLst>
            <pc:docMk/>
            <pc:sldMk cId="0" sldId="274"/>
            <ac:spMk id="7170" creationId="{98B34D90-8BD9-3FFD-082F-B3C02E45439A}"/>
          </ac:spMkLst>
        </pc:spChg>
        <pc:spChg chg="mod">
          <ac:chgData name="Zheng Fei" userId="d19317889db4c986" providerId="LiveId" clId="{AA871E1B-A1EA-4D7E-A62D-1A8AEED4B061}" dt="2022-05-31T09:34:56.377" v="3200" actId="2711"/>
          <ac:spMkLst>
            <pc:docMk/>
            <pc:sldMk cId="0" sldId="274"/>
            <ac:spMk id="20483" creationId="{D2CC33EE-F2B7-64AF-6978-9659483A5067}"/>
          </ac:spMkLst>
        </pc:spChg>
        <pc:spChg chg="mod">
          <ac:chgData name="Zheng Fei" userId="d19317889db4c986" providerId="LiveId" clId="{AA871E1B-A1EA-4D7E-A62D-1A8AEED4B061}" dt="2022-05-31T09:34:56.377" v="3200" actId="2711"/>
          <ac:spMkLst>
            <pc:docMk/>
            <pc:sldMk cId="0" sldId="274"/>
            <ac:spMk id="20484" creationId="{63DB2D5E-65A5-3555-6B98-B53630C5D5EE}"/>
          </ac:spMkLst>
        </pc:spChg>
        <pc:spChg chg="mod">
          <ac:chgData name="Zheng Fei" userId="d19317889db4c986" providerId="LiveId" clId="{AA871E1B-A1EA-4D7E-A62D-1A8AEED4B061}" dt="2022-05-31T09:35:17.636" v="3203" actId="20577"/>
          <ac:spMkLst>
            <pc:docMk/>
            <pc:sldMk cId="0" sldId="274"/>
            <ac:spMk id="20485" creationId="{32C57234-22CC-AB1D-0C46-70E5D8C4CE32}"/>
          </ac:spMkLst>
        </pc:spChg>
      </pc:sldChg>
      <pc:sldChg chg="addSp delSp modSp add mod">
        <pc:chgData name="Zheng Fei" userId="d19317889db4c986" providerId="LiveId" clId="{AA871E1B-A1EA-4D7E-A62D-1A8AEED4B061}" dt="2022-05-31T09:41:56.639" v="3229" actId="113"/>
        <pc:sldMkLst>
          <pc:docMk/>
          <pc:sldMk cId="0" sldId="275"/>
        </pc:sldMkLst>
        <pc:spChg chg="mod">
          <ac:chgData name="Zheng Fei" userId="d19317889db4c986" providerId="LiveId" clId="{AA871E1B-A1EA-4D7E-A62D-1A8AEED4B061}" dt="2022-05-31T09:36:14.027" v="3216" actId="2711"/>
          <ac:spMkLst>
            <pc:docMk/>
            <pc:sldMk cId="0" sldId="275"/>
            <ac:spMk id="20481" creationId="{B5BEBE5A-AF58-02F4-095A-E84AF405148B}"/>
          </ac:spMkLst>
        </pc:spChg>
        <pc:graphicFrameChg chg="add del mod modGraphic">
          <ac:chgData name="Zheng Fei" userId="d19317889db4c986" providerId="LiveId" clId="{AA871E1B-A1EA-4D7E-A62D-1A8AEED4B061}" dt="2022-05-31T09:41:56.639" v="3229" actId="113"/>
          <ac:graphicFrameMkLst>
            <pc:docMk/>
            <pc:sldMk cId="0" sldId="275"/>
            <ac:graphicFrameMk id="21507" creationId="{D69F3F4C-EDE5-F5B4-FF77-8DB4F540225C}"/>
          </ac:graphicFrameMkLst>
        </pc:graphicFrameChg>
      </pc:sldChg>
      <pc:sldChg chg="delSp modSp add mod modTransition">
        <pc:chgData name="Zheng Fei" userId="d19317889db4c986" providerId="LiveId" clId="{AA871E1B-A1EA-4D7E-A62D-1A8AEED4B061}" dt="2022-06-01T06:07:04.612" v="3302" actId="1076"/>
        <pc:sldMkLst>
          <pc:docMk/>
          <pc:sldMk cId="0" sldId="308"/>
        </pc:sldMkLst>
        <pc:spChg chg="mod">
          <ac:chgData name="Zheng Fei" userId="d19317889db4c986" providerId="LiveId" clId="{AA871E1B-A1EA-4D7E-A62D-1A8AEED4B061}" dt="2022-06-01T06:07:01.808" v="3300"/>
          <ac:spMkLst>
            <pc:docMk/>
            <pc:sldMk cId="0" sldId="308"/>
            <ac:spMk id="243717" creationId="{45CEF7E5-8D4E-1349-EB72-4125DA3DC9F0}"/>
          </ac:spMkLst>
        </pc:spChg>
        <pc:spChg chg="del">
          <ac:chgData name="Zheng Fei" userId="d19317889db4c986" providerId="LiveId" clId="{AA871E1B-A1EA-4D7E-A62D-1A8AEED4B061}" dt="2022-05-31T09:37:14.307" v="3219" actId="478"/>
          <ac:spMkLst>
            <pc:docMk/>
            <pc:sldMk cId="0" sldId="308"/>
            <ac:spMk id="243720" creationId="{D1F2B0F6-20CE-7DCF-D964-C76D558C8E31}"/>
          </ac:spMkLst>
        </pc:spChg>
        <pc:spChg chg="del">
          <ac:chgData name="Zheng Fei" userId="d19317889db4c986" providerId="LiveId" clId="{AA871E1B-A1EA-4D7E-A62D-1A8AEED4B061}" dt="2022-05-31T08:20:41.041" v="1776" actId="478"/>
          <ac:spMkLst>
            <pc:docMk/>
            <pc:sldMk cId="0" sldId="308"/>
            <ac:spMk id="243721" creationId="{3D1A089D-2CCE-B28C-2A74-5E163307B154}"/>
          </ac:spMkLst>
        </pc:spChg>
        <pc:picChg chg="mod">
          <ac:chgData name="Zheng Fei" userId="d19317889db4c986" providerId="LiveId" clId="{AA871E1B-A1EA-4D7E-A62D-1A8AEED4B061}" dt="2022-06-01T06:07:04.612" v="3302" actId="1076"/>
          <ac:picMkLst>
            <pc:docMk/>
            <pc:sldMk cId="0" sldId="308"/>
            <ac:picMk id="243716" creationId="{7372A797-16DD-C316-588E-8B28189A7702}"/>
          </ac:picMkLst>
        </pc:picChg>
      </pc:sldChg>
      <pc:sldChg chg="delSp modSp add modTransition modAnim">
        <pc:chgData name="Zheng Fei" userId="d19317889db4c986" providerId="LiveId" clId="{AA871E1B-A1EA-4D7E-A62D-1A8AEED4B061}" dt="2022-05-31T09:42:29.309" v="3233" actId="1582"/>
        <pc:sldMkLst>
          <pc:docMk/>
          <pc:sldMk cId="3844135901" sldId="329"/>
        </pc:sldMkLst>
        <pc:spChg chg="mod">
          <ac:chgData name="Zheng Fei" userId="d19317889db4c986" providerId="LiveId" clId="{AA871E1B-A1EA-4D7E-A62D-1A8AEED4B061}" dt="2022-05-31T09:42:10.059" v="3231"/>
          <ac:spMkLst>
            <pc:docMk/>
            <pc:sldMk cId="3844135901" sldId="329"/>
            <ac:spMk id="211990" creationId="{DEA4A2FA-486B-3F2D-CB10-5A5A57257F72}"/>
          </ac:spMkLst>
        </pc:spChg>
        <pc:spChg chg="mod">
          <ac:chgData name="Zheng Fei" userId="d19317889db4c986" providerId="LiveId" clId="{AA871E1B-A1EA-4D7E-A62D-1A8AEED4B061}" dt="2022-05-31T09:42:10.059" v="3231"/>
          <ac:spMkLst>
            <pc:docMk/>
            <pc:sldMk cId="3844135901" sldId="329"/>
            <ac:spMk id="211991" creationId="{64CEBA67-9F9C-E930-1105-6388667B183A}"/>
          </ac:spMkLst>
        </pc:spChg>
        <pc:spChg chg="mod">
          <ac:chgData name="Zheng Fei" userId="d19317889db4c986" providerId="LiveId" clId="{AA871E1B-A1EA-4D7E-A62D-1A8AEED4B061}" dt="2022-05-31T09:42:10.059" v="3231"/>
          <ac:spMkLst>
            <pc:docMk/>
            <pc:sldMk cId="3844135901" sldId="329"/>
            <ac:spMk id="211992" creationId="{0F2E90B0-25E5-2954-1CD3-DC0CBADA7F78}"/>
          </ac:spMkLst>
        </pc:spChg>
        <pc:spChg chg="mod">
          <ac:chgData name="Zheng Fei" userId="d19317889db4c986" providerId="LiveId" clId="{AA871E1B-A1EA-4D7E-A62D-1A8AEED4B061}" dt="2022-05-31T09:42:19.259" v="3232" actId="1582"/>
          <ac:spMkLst>
            <pc:docMk/>
            <pc:sldMk cId="3844135901" sldId="329"/>
            <ac:spMk id="212000" creationId="{444600E4-14AF-6B9B-E43E-779B80F19066}"/>
          </ac:spMkLst>
        </pc:spChg>
        <pc:spChg chg="mod">
          <ac:chgData name="Zheng Fei" userId="d19317889db4c986" providerId="LiveId" clId="{AA871E1B-A1EA-4D7E-A62D-1A8AEED4B061}" dt="2022-05-31T09:42:19.259" v="3232" actId="1582"/>
          <ac:spMkLst>
            <pc:docMk/>
            <pc:sldMk cId="3844135901" sldId="329"/>
            <ac:spMk id="212001" creationId="{DF2B57AE-789F-AED0-8104-E9339A5ECBD6}"/>
          </ac:spMkLst>
        </pc:spChg>
        <pc:spChg chg="mod">
          <ac:chgData name="Zheng Fei" userId="d19317889db4c986" providerId="LiveId" clId="{AA871E1B-A1EA-4D7E-A62D-1A8AEED4B061}" dt="2022-05-31T09:42:29.309" v="3233" actId="1582"/>
          <ac:spMkLst>
            <pc:docMk/>
            <pc:sldMk cId="3844135901" sldId="329"/>
            <ac:spMk id="212003" creationId="{2AA809A0-9056-D879-551D-95AEBE989141}"/>
          </ac:spMkLst>
        </pc:spChg>
        <pc:spChg chg="mod">
          <ac:chgData name="Zheng Fei" userId="d19317889db4c986" providerId="LiveId" clId="{AA871E1B-A1EA-4D7E-A62D-1A8AEED4B061}" dt="2022-05-31T09:42:29.309" v="3233" actId="1582"/>
          <ac:spMkLst>
            <pc:docMk/>
            <pc:sldMk cId="3844135901" sldId="329"/>
            <ac:spMk id="212004" creationId="{0BC4253A-73D3-DE7C-9AAB-584FADD65C2C}"/>
          </ac:spMkLst>
        </pc:spChg>
        <pc:spChg chg="mod">
          <ac:chgData name="Zheng Fei" userId="d19317889db4c986" providerId="LiveId" clId="{AA871E1B-A1EA-4D7E-A62D-1A8AEED4B061}" dt="2022-05-31T09:42:29.309" v="3233" actId="1582"/>
          <ac:spMkLst>
            <pc:docMk/>
            <pc:sldMk cId="3844135901" sldId="329"/>
            <ac:spMk id="212005" creationId="{FAE6DC5A-0E4B-D169-B92C-14723636A8D2}"/>
          </ac:spMkLst>
        </pc:spChg>
        <pc:spChg chg="mod">
          <ac:chgData name="Zheng Fei" userId="d19317889db4c986" providerId="LiveId" clId="{AA871E1B-A1EA-4D7E-A62D-1A8AEED4B061}" dt="2022-05-31T09:42:29.309" v="3233" actId="1582"/>
          <ac:spMkLst>
            <pc:docMk/>
            <pc:sldMk cId="3844135901" sldId="329"/>
            <ac:spMk id="212006" creationId="{2CB0D1B1-A961-4603-5B08-2BA0F2D70D4B}"/>
          </ac:spMkLst>
        </pc:spChg>
        <pc:spChg chg="mod">
          <ac:chgData name="Zheng Fei" userId="d19317889db4c986" providerId="LiveId" clId="{AA871E1B-A1EA-4D7E-A62D-1A8AEED4B061}" dt="2022-05-31T09:42:29.309" v="3233" actId="1582"/>
          <ac:spMkLst>
            <pc:docMk/>
            <pc:sldMk cId="3844135901" sldId="329"/>
            <ac:spMk id="212007" creationId="{A9C6854B-4F29-FE85-CC68-8403A1543610}"/>
          </ac:spMkLst>
        </pc:spChg>
        <pc:spChg chg="mod">
          <ac:chgData name="Zheng Fei" userId="d19317889db4c986" providerId="LiveId" clId="{AA871E1B-A1EA-4D7E-A62D-1A8AEED4B061}" dt="2022-05-31T09:42:29.309" v="3233" actId="1582"/>
          <ac:spMkLst>
            <pc:docMk/>
            <pc:sldMk cId="3844135901" sldId="329"/>
            <ac:spMk id="212008" creationId="{17FCCEE0-5B63-7823-652A-4D0758A68076}"/>
          </ac:spMkLst>
        </pc:spChg>
        <pc:spChg chg="del">
          <ac:chgData name="Zheng Fei" userId="d19317889db4c986" providerId="LiveId" clId="{AA871E1B-A1EA-4D7E-A62D-1A8AEED4B061}" dt="2022-05-31T09:37:30.467" v="3221" actId="478"/>
          <ac:spMkLst>
            <pc:docMk/>
            <pc:sldMk cId="3844135901" sldId="329"/>
            <ac:spMk id="212009" creationId="{AF16281F-7C99-02DF-5614-6BAC28D326BB}"/>
          </ac:spMkLst>
        </pc:spChg>
      </pc:sldChg>
      <pc:sldChg chg="addSp delSp modSp add mod">
        <pc:chgData name="Zheng Fei" userId="d19317889db4c986" providerId="LiveId" clId="{AA871E1B-A1EA-4D7E-A62D-1A8AEED4B061}" dt="2022-05-31T03:50:05.424" v="1513" actId="1076"/>
        <pc:sldMkLst>
          <pc:docMk/>
          <pc:sldMk cId="2288785410" sldId="341"/>
        </pc:sldMkLst>
        <pc:spChg chg="add mod">
          <ac:chgData name="Zheng Fei" userId="d19317889db4c986" providerId="LiveId" clId="{AA871E1B-A1EA-4D7E-A62D-1A8AEED4B061}" dt="2022-05-31T02:05:36.004" v="250" actId="1037"/>
          <ac:spMkLst>
            <pc:docMk/>
            <pc:sldMk cId="2288785410" sldId="341"/>
            <ac:spMk id="9" creationId="{35753B24-FC96-505C-584C-C95C173B5081}"/>
          </ac:spMkLst>
        </pc:spChg>
        <pc:spChg chg="mod">
          <ac:chgData name="Zheng Fei" userId="d19317889db4c986" providerId="LiveId" clId="{AA871E1B-A1EA-4D7E-A62D-1A8AEED4B061}" dt="2022-05-31T03:50:05.424" v="1513" actId="1076"/>
          <ac:spMkLst>
            <pc:docMk/>
            <pc:sldMk cId="2288785410" sldId="341"/>
            <ac:spMk id="10" creationId="{70D050DC-AA1B-4AFD-97A9-933BCB8B64D0}"/>
          </ac:spMkLst>
        </pc:spChg>
        <pc:spChg chg="mod">
          <ac:chgData name="Zheng Fei" userId="d19317889db4c986" providerId="LiveId" clId="{AA871E1B-A1EA-4D7E-A62D-1A8AEED4B061}" dt="2022-05-31T03:50:05.424" v="1513" actId="1076"/>
          <ac:spMkLst>
            <pc:docMk/>
            <pc:sldMk cId="2288785410" sldId="341"/>
            <ac:spMk id="11" creationId="{A5F30993-D5E4-453E-86FB-51331B7810BE}"/>
          </ac:spMkLst>
        </pc:spChg>
        <pc:spChg chg="mod">
          <ac:chgData name="Zheng Fei" userId="d19317889db4c986" providerId="LiveId" clId="{AA871E1B-A1EA-4D7E-A62D-1A8AEED4B061}" dt="2022-05-31T03:50:05.424" v="1513" actId="1076"/>
          <ac:spMkLst>
            <pc:docMk/>
            <pc:sldMk cId="2288785410" sldId="341"/>
            <ac:spMk id="12" creationId="{04847B3D-B81E-42E8-99CB-ECF237918E6B}"/>
          </ac:spMkLst>
        </pc:spChg>
        <pc:spChg chg="mod">
          <ac:chgData name="Zheng Fei" userId="d19317889db4c986" providerId="LiveId" clId="{AA871E1B-A1EA-4D7E-A62D-1A8AEED4B061}" dt="2022-05-31T03:50:05.424" v="1513" actId="1076"/>
          <ac:spMkLst>
            <pc:docMk/>
            <pc:sldMk cId="2288785410" sldId="341"/>
            <ac:spMk id="13" creationId="{677A40D1-346B-405E-AF1D-26629E7DB444}"/>
          </ac:spMkLst>
        </pc:spChg>
        <pc:spChg chg="mod">
          <ac:chgData name="Zheng Fei" userId="d19317889db4c986" providerId="LiveId" clId="{AA871E1B-A1EA-4D7E-A62D-1A8AEED4B061}" dt="2022-05-31T03:50:05.424" v="1513" actId="1076"/>
          <ac:spMkLst>
            <pc:docMk/>
            <pc:sldMk cId="2288785410" sldId="341"/>
            <ac:spMk id="14" creationId="{32057B4F-34A0-4393-98E3-613A7F9C7261}"/>
          </ac:spMkLst>
        </pc:spChg>
        <pc:spChg chg="add mod">
          <ac:chgData name="Zheng Fei" userId="d19317889db4c986" providerId="LiveId" clId="{AA871E1B-A1EA-4D7E-A62D-1A8AEED4B061}" dt="2022-05-31T02:06:45.506" v="257" actId="207"/>
          <ac:spMkLst>
            <pc:docMk/>
            <pc:sldMk cId="2288785410" sldId="341"/>
            <ac:spMk id="15" creationId="{99A1BB37-F226-B15A-A859-04679E0EB21F}"/>
          </ac:spMkLst>
        </pc:spChg>
        <pc:spChg chg="add mod">
          <ac:chgData name="Zheng Fei" userId="d19317889db4c986" providerId="LiveId" clId="{AA871E1B-A1EA-4D7E-A62D-1A8AEED4B061}" dt="2022-05-31T02:05:39.178" v="254" actId="1036"/>
          <ac:spMkLst>
            <pc:docMk/>
            <pc:sldMk cId="2288785410" sldId="341"/>
            <ac:spMk id="16" creationId="{DD42DC8C-6FEE-97FA-9849-209097F59938}"/>
          </ac:spMkLst>
        </pc:spChg>
        <pc:picChg chg="del">
          <ac:chgData name="Zheng Fei" userId="d19317889db4c986" providerId="LiveId" clId="{AA871E1B-A1EA-4D7E-A62D-1A8AEED4B061}" dt="2022-05-31T02:00:06.192" v="114" actId="478"/>
          <ac:picMkLst>
            <pc:docMk/>
            <pc:sldMk cId="2288785410" sldId="341"/>
            <ac:picMk id="21" creationId="{28BFA854-C765-442C-9D7D-DB3EF3606819}"/>
          </ac:picMkLst>
        </pc:picChg>
      </pc:sldChg>
      <pc:sldChg chg="addSp modSp add mod">
        <pc:chgData name="Zheng Fei" userId="d19317889db4c986" providerId="LiveId" clId="{AA871E1B-A1EA-4D7E-A62D-1A8AEED4B061}" dt="2022-05-31T03:05:17.384" v="1171" actId="207"/>
        <pc:sldMkLst>
          <pc:docMk/>
          <pc:sldMk cId="3355953997" sldId="430"/>
        </pc:sldMkLst>
        <pc:spChg chg="add mod">
          <ac:chgData name="Zheng Fei" userId="d19317889db4c986" providerId="LiveId" clId="{AA871E1B-A1EA-4D7E-A62D-1A8AEED4B061}" dt="2022-05-31T01:58:44.997" v="108"/>
          <ac:spMkLst>
            <pc:docMk/>
            <pc:sldMk cId="3355953997" sldId="430"/>
            <ac:spMk id="5" creationId="{6A76435A-043E-9CE6-A38F-49C71B87F62E}"/>
          </ac:spMkLst>
        </pc:spChg>
        <pc:spChg chg="mod">
          <ac:chgData name="Zheng Fei" userId="d19317889db4c986" providerId="LiveId" clId="{AA871E1B-A1EA-4D7E-A62D-1A8AEED4B061}" dt="2022-05-31T01:57:52.267" v="31"/>
          <ac:spMkLst>
            <pc:docMk/>
            <pc:sldMk cId="3355953997" sldId="430"/>
            <ac:spMk id="61442" creationId="{9979D594-9100-0446-A19F-7140E5533581}"/>
          </ac:spMkLst>
        </pc:spChg>
        <pc:spChg chg="mod">
          <ac:chgData name="Zheng Fei" userId="d19317889db4c986" providerId="LiveId" clId="{AA871E1B-A1EA-4D7E-A62D-1A8AEED4B061}" dt="2022-05-31T03:05:17.384" v="1171" actId="207"/>
          <ac:spMkLst>
            <pc:docMk/>
            <pc:sldMk cId="3355953997" sldId="430"/>
            <ac:spMk id="61444" creationId="{601F1377-4EC1-A648-9D08-93B0CEF44388}"/>
          </ac:spMkLst>
        </pc:spChg>
        <pc:spChg chg="mod">
          <ac:chgData name="Zheng Fei" userId="d19317889db4c986" providerId="LiveId" clId="{AA871E1B-A1EA-4D7E-A62D-1A8AEED4B061}" dt="2022-05-31T01:58:21.869" v="43"/>
          <ac:spMkLst>
            <pc:docMk/>
            <pc:sldMk cId="3355953997" sldId="430"/>
            <ac:spMk id="61446" creationId="{3CA5D0EF-1412-D449-86E5-3BEFAEB9289A}"/>
          </ac:spMkLst>
        </pc:spChg>
      </pc:sldChg>
      <pc:sldChg chg="modSp add">
        <pc:chgData name="Zheng Fei" userId="d19317889db4c986" providerId="LiveId" clId="{AA871E1B-A1EA-4D7E-A62D-1A8AEED4B061}" dt="2022-05-31T03:05:26.404" v="1172" actId="207"/>
        <pc:sldMkLst>
          <pc:docMk/>
          <pc:sldMk cId="6768279" sldId="431"/>
        </pc:sldMkLst>
        <pc:spChg chg="mod">
          <ac:chgData name="Zheng Fei" userId="d19317889db4c986" providerId="LiveId" clId="{AA871E1B-A1EA-4D7E-A62D-1A8AEED4B061}" dt="2022-05-31T03:05:26.404" v="1172" actId="207"/>
          <ac:spMkLst>
            <pc:docMk/>
            <pc:sldMk cId="6768279" sldId="431"/>
            <ac:spMk id="61446" creationId="{3CA5D0EF-1412-D449-86E5-3BEFAEB9289A}"/>
          </ac:spMkLst>
        </pc:spChg>
      </pc:sldChg>
      <pc:sldChg chg="add del">
        <pc:chgData name="Zheng Fei" userId="d19317889db4c986" providerId="LiveId" clId="{AA871E1B-A1EA-4D7E-A62D-1A8AEED4B061}" dt="2022-05-31T02:26:23.665" v="546" actId="2696"/>
        <pc:sldMkLst>
          <pc:docMk/>
          <pc:sldMk cId="4195873241" sldId="431"/>
        </pc:sldMkLst>
      </pc:sldChg>
      <pc:sldChg chg="delSp add ord modAnim">
        <pc:chgData name="Zheng Fei" userId="d19317889db4c986" providerId="LiveId" clId="{AA871E1B-A1EA-4D7E-A62D-1A8AEED4B061}" dt="2022-05-31T09:39:26.948" v="3223"/>
        <pc:sldMkLst>
          <pc:docMk/>
          <pc:sldMk cId="3697305915" sldId="432"/>
        </pc:sldMkLst>
        <pc:spChg chg="del">
          <ac:chgData name="Zheng Fei" userId="d19317889db4c986" providerId="LiveId" clId="{AA871E1B-A1EA-4D7E-A62D-1A8AEED4B061}" dt="2022-05-31T02:07:36.962" v="263" actId="478"/>
          <ac:spMkLst>
            <pc:docMk/>
            <pc:sldMk cId="3697305915" sldId="432"/>
            <ac:spMk id="5125" creationId="{33365C62-D391-60DE-CCAF-A6EEFFBF51D5}"/>
          </ac:spMkLst>
        </pc:spChg>
      </pc:sldChg>
      <pc:sldChg chg="modSp add mod ord">
        <pc:chgData name="Zheng Fei" userId="d19317889db4c986" providerId="LiveId" clId="{AA871E1B-A1EA-4D7E-A62D-1A8AEED4B061}" dt="2022-05-31T08:09:37.587" v="1739" actId="207"/>
        <pc:sldMkLst>
          <pc:docMk/>
          <pc:sldMk cId="1057420800" sldId="433"/>
        </pc:sldMkLst>
        <pc:spChg chg="mod">
          <ac:chgData name="Zheng Fei" userId="d19317889db4c986" providerId="LiveId" clId="{AA871E1B-A1EA-4D7E-A62D-1A8AEED4B061}" dt="2022-05-31T02:46:31.347" v="867" actId="207"/>
          <ac:spMkLst>
            <pc:docMk/>
            <pc:sldMk cId="1057420800" sldId="433"/>
            <ac:spMk id="2" creationId="{27C3A274-ECE8-38D9-09FE-9BEF4EAD1C31}"/>
          </ac:spMkLst>
        </pc:spChg>
        <pc:spChg chg="mod">
          <ac:chgData name="Zheng Fei" userId="d19317889db4c986" providerId="LiveId" clId="{AA871E1B-A1EA-4D7E-A62D-1A8AEED4B061}" dt="2022-05-31T08:09:37.587" v="1739" actId="207"/>
          <ac:spMkLst>
            <pc:docMk/>
            <pc:sldMk cId="1057420800" sldId="433"/>
            <ac:spMk id="3" creationId="{176E1E82-05D5-A46D-AEF4-64DB600B4544}"/>
          </ac:spMkLst>
        </pc:spChg>
      </pc:sldChg>
      <pc:sldChg chg="addSp delSp modSp add mod ord">
        <pc:chgData name="Zheng Fei" userId="d19317889db4c986" providerId="LiveId" clId="{AA871E1B-A1EA-4D7E-A62D-1A8AEED4B061}" dt="2022-05-31T08:11:14.445" v="1749" actId="114"/>
        <pc:sldMkLst>
          <pc:docMk/>
          <pc:sldMk cId="188046780" sldId="434"/>
        </pc:sldMkLst>
        <pc:spChg chg="mod">
          <ac:chgData name="Zheng Fei" userId="d19317889db4c986" providerId="LiveId" clId="{AA871E1B-A1EA-4D7E-A62D-1A8AEED4B061}" dt="2022-05-31T08:11:14.445" v="1749" actId="114"/>
          <ac:spMkLst>
            <pc:docMk/>
            <pc:sldMk cId="188046780" sldId="434"/>
            <ac:spMk id="3" creationId="{882C639D-4A94-873F-49FE-84AE6E07468D}"/>
          </ac:spMkLst>
        </pc:spChg>
        <pc:spChg chg="add del mod">
          <ac:chgData name="Zheng Fei" userId="d19317889db4c986" providerId="LiveId" clId="{AA871E1B-A1EA-4D7E-A62D-1A8AEED4B061}" dt="2022-05-31T02:46:58.112" v="873" actId="478"/>
          <ac:spMkLst>
            <pc:docMk/>
            <pc:sldMk cId="188046780" sldId="434"/>
            <ac:spMk id="4" creationId="{60E49D7F-453D-2398-EB6C-A62C77A8938F}"/>
          </ac:spMkLst>
        </pc:spChg>
        <pc:spChg chg="add mod">
          <ac:chgData name="Zheng Fei" userId="d19317889db4c986" providerId="LiveId" clId="{AA871E1B-A1EA-4D7E-A62D-1A8AEED4B061}" dt="2022-05-31T02:47:11.139" v="879" actId="114"/>
          <ac:spMkLst>
            <pc:docMk/>
            <pc:sldMk cId="188046780" sldId="434"/>
            <ac:spMk id="5" creationId="{8E35BD2D-B425-A7C1-D588-41D6A6903FA7}"/>
          </ac:spMkLst>
        </pc:spChg>
        <pc:spChg chg="add del mod">
          <ac:chgData name="Zheng Fei" userId="d19317889db4c986" providerId="LiveId" clId="{AA871E1B-A1EA-4D7E-A62D-1A8AEED4B061}" dt="2022-05-31T02:46:59.625" v="874" actId="478"/>
          <ac:spMkLst>
            <pc:docMk/>
            <pc:sldMk cId="188046780" sldId="434"/>
            <ac:spMk id="6" creationId="{0B8D8B1C-1A88-C579-ACE2-8ECC0FC43F63}"/>
          </ac:spMkLst>
        </pc:spChg>
      </pc:sldChg>
      <pc:sldChg chg="addSp delSp modSp add mod">
        <pc:chgData name="Zheng Fei" userId="d19317889db4c986" providerId="LiveId" clId="{AA871E1B-A1EA-4D7E-A62D-1A8AEED4B061}" dt="2022-05-31T02:56:42.318" v="1043"/>
        <pc:sldMkLst>
          <pc:docMk/>
          <pc:sldMk cId="905381530" sldId="435"/>
        </pc:sldMkLst>
        <pc:spChg chg="del mod">
          <ac:chgData name="Zheng Fei" userId="d19317889db4c986" providerId="LiveId" clId="{AA871E1B-A1EA-4D7E-A62D-1A8AEED4B061}" dt="2022-05-31T02:55:47.632" v="1024" actId="478"/>
          <ac:spMkLst>
            <pc:docMk/>
            <pc:sldMk cId="905381530" sldId="435"/>
            <ac:spMk id="3" creationId="{99BD2BC3-EDAC-D880-B046-46FE7DC89563}"/>
          </ac:spMkLst>
        </pc:spChg>
        <pc:spChg chg="add del mod">
          <ac:chgData name="Zheng Fei" userId="d19317889db4c986" providerId="LiveId" clId="{AA871E1B-A1EA-4D7E-A62D-1A8AEED4B061}" dt="2022-05-31T02:55:49.625" v="1025" actId="478"/>
          <ac:spMkLst>
            <pc:docMk/>
            <pc:sldMk cId="905381530" sldId="435"/>
            <ac:spMk id="4" creationId="{2BBE4DF4-67AA-C0DB-0763-5B5FA18D2953}"/>
          </ac:spMkLst>
        </pc:spChg>
        <pc:spChg chg="add mod">
          <ac:chgData name="Zheng Fei" userId="d19317889db4c986" providerId="LiveId" clId="{AA871E1B-A1EA-4D7E-A62D-1A8AEED4B061}" dt="2022-05-31T02:56:42.318" v="1043"/>
          <ac:spMkLst>
            <pc:docMk/>
            <pc:sldMk cId="905381530" sldId="435"/>
            <ac:spMk id="7" creationId="{69B83F13-4105-1555-7FF8-02D1D0AECAE3}"/>
          </ac:spMkLst>
        </pc:spChg>
        <pc:picChg chg="add mod">
          <ac:chgData name="Zheng Fei" userId="d19317889db4c986" providerId="LiveId" clId="{AA871E1B-A1EA-4D7E-A62D-1A8AEED4B061}" dt="2022-05-31T02:56:33.142" v="1038" actId="1076"/>
          <ac:picMkLst>
            <pc:docMk/>
            <pc:sldMk cId="905381530" sldId="435"/>
            <ac:picMk id="6" creationId="{60B90370-A7BD-577D-1C93-E992D10DFF29}"/>
          </ac:picMkLst>
        </pc:picChg>
      </pc:sldChg>
      <pc:sldChg chg="addSp delSp modSp add mod">
        <pc:chgData name="Zheng Fei" userId="d19317889db4c986" providerId="LiveId" clId="{AA871E1B-A1EA-4D7E-A62D-1A8AEED4B061}" dt="2022-05-31T08:13:36.679" v="1766" actId="207"/>
        <pc:sldMkLst>
          <pc:docMk/>
          <pc:sldMk cId="1751148915" sldId="436"/>
        </pc:sldMkLst>
        <pc:spChg chg="mod">
          <ac:chgData name="Zheng Fei" userId="d19317889db4c986" providerId="LiveId" clId="{AA871E1B-A1EA-4D7E-A62D-1A8AEED4B061}" dt="2022-05-31T08:13:24.548" v="1764" actId="207"/>
          <ac:spMkLst>
            <pc:docMk/>
            <pc:sldMk cId="1751148915" sldId="436"/>
            <ac:spMk id="3" creationId="{882C639D-4A94-873F-49FE-84AE6E07468D}"/>
          </ac:spMkLst>
        </pc:spChg>
        <pc:spChg chg="del">
          <ac:chgData name="Zheng Fei" userId="d19317889db4c986" providerId="LiveId" clId="{AA871E1B-A1EA-4D7E-A62D-1A8AEED4B061}" dt="2022-05-31T02:47:28.057" v="900" actId="478"/>
          <ac:spMkLst>
            <pc:docMk/>
            <pc:sldMk cId="1751148915" sldId="436"/>
            <ac:spMk id="4" creationId="{60E49D7F-453D-2398-EB6C-A62C77A8938F}"/>
          </ac:spMkLst>
        </pc:spChg>
        <pc:spChg chg="add del mod">
          <ac:chgData name="Zheng Fei" userId="d19317889db4c986" providerId="LiveId" clId="{AA871E1B-A1EA-4D7E-A62D-1A8AEED4B061}" dt="2022-05-31T02:47:31.134" v="902" actId="478"/>
          <ac:spMkLst>
            <pc:docMk/>
            <pc:sldMk cId="1751148915" sldId="436"/>
            <ac:spMk id="5" creationId="{7DA591DA-2208-9E65-B847-C5AEA50FE3AE}"/>
          </ac:spMkLst>
        </pc:spChg>
        <pc:spChg chg="add mod">
          <ac:chgData name="Zheng Fei" userId="d19317889db4c986" providerId="LiveId" clId="{AA871E1B-A1EA-4D7E-A62D-1A8AEED4B061}" dt="2022-05-31T08:13:36.679" v="1766" actId="207"/>
          <ac:spMkLst>
            <pc:docMk/>
            <pc:sldMk cId="1751148915" sldId="436"/>
            <ac:spMk id="6" creationId="{5D575633-139F-E1E0-631D-2FA09DA834C5}"/>
          </ac:spMkLst>
        </pc:spChg>
      </pc:sldChg>
      <pc:sldChg chg="addSp delSp modSp add mod">
        <pc:chgData name="Zheng Fei" userId="d19317889db4c986" providerId="LiveId" clId="{AA871E1B-A1EA-4D7E-A62D-1A8AEED4B061}" dt="2022-05-31T08:14:57.929" v="1773" actId="207"/>
        <pc:sldMkLst>
          <pc:docMk/>
          <pc:sldMk cId="470862343" sldId="437"/>
        </pc:sldMkLst>
        <pc:spChg chg="mod">
          <ac:chgData name="Zheng Fei" userId="d19317889db4c986" providerId="LiveId" clId="{AA871E1B-A1EA-4D7E-A62D-1A8AEED4B061}" dt="2022-05-31T08:14:57.929" v="1773" actId="207"/>
          <ac:spMkLst>
            <pc:docMk/>
            <pc:sldMk cId="470862343" sldId="437"/>
            <ac:spMk id="3" creationId="{882C639D-4A94-873F-49FE-84AE6E07468D}"/>
          </ac:spMkLst>
        </pc:spChg>
        <pc:spChg chg="del">
          <ac:chgData name="Zheng Fei" userId="d19317889db4c986" providerId="LiveId" clId="{AA871E1B-A1EA-4D7E-A62D-1A8AEED4B061}" dt="2022-05-31T02:50:12.804" v="926" actId="478"/>
          <ac:spMkLst>
            <pc:docMk/>
            <pc:sldMk cId="470862343" sldId="437"/>
            <ac:spMk id="4" creationId="{88862752-48B6-7026-A1D8-87D0446659F2}"/>
          </ac:spMkLst>
        </pc:spChg>
        <pc:spChg chg="add del mod">
          <ac:chgData name="Zheng Fei" userId="d19317889db4c986" providerId="LiveId" clId="{AA871E1B-A1EA-4D7E-A62D-1A8AEED4B061}" dt="2022-05-31T02:50:14.478" v="927" actId="478"/>
          <ac:spMkLst>
            <pc:docMk/>
            <pc:sldMk cId="470862343" sldId="437"/>
            <ac:spMk id="5" creationId="{2EBD9351-ED2A-B794-92F5-7621261DDEC0}"/>
          </ac:spMkLst>
        </pc:spChg>
        <pc:spChg chg="add mod">
          <ac:chgData name="Zheng Fei" userId="d19317889db4c986" providerId="LiveId" clId="{AA871E1B-A1EA-4D7E-A62D-1A8AEED4B061}" dt="2022-05-31T08:14:54.449" v="1772" actId="207"/>
          <ac:spMkLst>
            <pc:docMk/>
            <pc:sldMk cId="470862343" sldId="437"/>
            <ac:spMk id="6" creationId="{00108695-5871-DB0C-1828-61F55CB1ED64}"/>
          </ac:spMkLst>
        </pc:spChg>
      </pc:sldChg>
      <pc:sldChg chg="addSp delSp modSp add mod">
        <pc:chgData name="Zheng Fei" userId="d19317889db4c986" providerId="LiveId" clId="{AA871E1B-A1EA-4D7E-A62D-1A8AEED4B061}" dt="2022-05-31T08:25:09.543" v="1856" actId="255"/>
        <pc:sldMkLst>
          <pc:docMk/>
          <pc:sldMk cId="4155052864" sldId="438"/>
        </pc:sldMkLst>
        <pc:spChg chg="mod">
          <ac:chgData name="Zheng Fei" userId="d19317889db4c986" providerId="LiveId" clId="{AA871E1B-A1EA-4D7E-A62D-1A8AEED4B061}" dt="2022-05-31T08:25:09.543" v="1856" actId="255"/>
          <ac:spMkLst>
            <pc:docMk/>
            <pc:sldMk cId="4155052864" sldId="438"/>
            <ac:spMk id="3" creationId="{882C639D-4A94-873F-49FE-84AE6E07468D}"/>
          </ac:spMkLst>
        </pc:spChg>
        <pc:spChg chg="del mod">
          <ac:chgData name="Zheng Fei" userId="d19317889db4c986" providerId="LiveId" clId="{AA871E1B-A1EA-4D7E-A62D-1A8AEED4B061}" dt="2022-05-31T02:50:31.672" v="931" actId="478"/>
          <ac:spMkLst>
            <pc:docMk/>
            <pc:sldMk cId="4155052864" sldId="438"/>
            <ac:spMk id="4" creationId="{88862752-48B6-7026-A1D8-87D0446659F2}"/>
          </ac:spMkLst>
        </pc:spChg>
        <pc:spChg chg="add del mod">
          <ac:chgData name="Zheng Fei" userId="d19317889db4c986" providerId="LiveId" clId="{AA871E1B-A1EA-4D7E-A62D-1A8AEED4B061}" dt="2022-05-31T02:50:35.769" v="933" actId="478"/>
          <ac:spMkLst>
            <pc:docMk/>
            <pc:sldMk cId="4155052864" sldId="438"/>
            <ac:spMk id="5" creationId="{442B162B-E395-3B1F-9CB7-8389694BC72C}"/>
          </ac:spMkLst>
        </pc:spChg>
        <pc:spChg chg="add mod">
          <ac:chgData name="Zheng Fei" userId="d19317889db4c986" providerId="LiveId" clId="{AA871E1B-A1EA-4D7E-A62D-1A8AEED4B061}" dt="2022-05-31T02:51:55.736" v="971" actId="114"/>
          <ac:spMkLst>
            <pc:docMk/>
            <pc:sldMk cId="4155052864" sldId="438"/>
            <ac:spMk id="6" creationId="{033BD04A-C261-27CD-2475-A0D0CC53D7E3}"/>
          </ac:spMkLst>
        </pc:spChg>
      </pc:sldChg>
      <pc:sldChg chg="addSp delSp modSp new mod">
        <pc:chgData name="Zheng Fei" userId="d19317889db4c986" providerId="LiveId" clId="{AA871E1B-A1EA-4D7E-A62D-1A8AEED4B061}" dt="2022-05-31T02:56:06.318" v="1034"/>
        <pc:sldMkLst>
          <pc:docMk/>
          <pc:sldMk cId="1844936738" sldId="439"/>
        </pc:sldMkLst>
        <pc:spChg chg="del">
          <ac:chgData name="Zheng Fei" userId="d19317889db4c986" providerId="LiveId" clId="{AA871E1B-A1EA-4D7E-A62D-1A8AEED4B061}" dt="2022-05-31T02:52:24.308" v="985" actId="478"/>
          <ac:spMkLst>
            <pc:docMk/>
            <pc:sldMk cId="1844936738" sldId="439"/>
            <ac:spMk id="2" creationId="{E9841247-409B-790B-99C8-B9B4CE33CA25}"/>
          </ac:spMkLst>
        </pc:spChg>
        <pc:spChg chg="del">
          <ac:chgData name="Zheng Fei" userId="d19317889db4c986" providerId="LiveId" clId="{AA871E1B-A1EA-4D7E-A62D-1A8AEED4B061}" dt="2022-05-31T02:42:04.363" v="834"/>
          <ac:spMkLst>
            <pc:docMk/>
            <pc:sldMk cId="1844936738" sldId="439"/>
            <ac:spMk id="3" creationId="{C1126DC6-2DC3-A15C-DD6F-327792DBFED3}"/>
          </ac:spMkLst>
        </pc:spChg>
        <pc:spChg chg="add mod">
          <ac:chgData name="Zheng Fei" userId="d19317889db4c986" providerId="LiveId" clId="{AA871E1B-A1EA-4D7E-A62D-1A8AEED4B061}" dt="2022-05-31T02:56:06.318" v="1034"/>
          <ac:spMkLst>
            <pc:docMk/>
            <pc:sldMk cId="1844936738" sldId="439"/>
            <ac:spMk id="6" creationId="{16F3E513-2926-2193-6AC4-67B8E82A62EE}"/>
          </ac:spMkLst>
        </pc:spChg>
        <pc:picChg chg="add mod">
          <ac:chgData name="Zheng Fei" userId="d19317889db4c986" providerId="LiveId" clId="{AA871E1B-A1EA-4D7E-A62D-1A8AEED4B061}" dt="2022-05-31T02:52:34.762" v="988" actId="1076"/>
          <ac:picMkLst>
            <pc:docMk/>
            <pc:sldMk cId="1844936738" sldId="439"/>
            <ac:picMk id="5" creationId="{79B80440-C778-75B3-AF12-7DFF9D11C2A4}"/>
          </ac:picMkLst>
        </pc:picChg>
      </pc:sldChg>
      <pc:sldChg chg="addSp delSp modSp new mod ord">
        <pc:chgData name="Zheng Fei" userId="d19317889db4c986" providerId="LiveId" clId="{AA871E1B-A1EA-4D7E-A62D-1A8AEED4B061}" dt="2022-05-31T02:59:09.492" v="1094" actId="1076"/>
        <pc:sldMkLst>
          <pc:docMk/>
          <pc:sldMk cId="2077041129" sldId="440"/>
        </pc:sldMkLst>
        <pc:spChg chg="del">
          <ac:chgData name="Zheng Fei" userId="d19317889db4c986" providerId="LiveId" clId="{AA871E1B-A1EA-4D7E-A62D-1A8AEED4B061}" dt="2022-05-31T02:57:33.124" v="1052" actId="478"/>
          <ac:spMkLst>
            <pc:docMk/>
            <pc:sldMk cId="2077041129" sldId="440"/>
            <ac:spMk id="2" creationId="{7E73D9C2-DDF2-3708-BB32-4555FE004F82}"/>
          </ac:spMkLst>
        </pc:spChg>
        <pc:spChg chg="del">
          <ac:chgData name="Zheng Fei" userId="d19317889db4c986" providerId="LiveId" clId="{AA871E1B-A1EA-4D7E-A62D-1A8AEED4B061}" dt="2022-05-31T02:57:31.505" v="1051" actId="478"/>
          <ac:spMkLst>
            <pc:docMk/>
            <pc:sldMk cId="2077041129" sldId="440"/>
            <ac:spMk id="3" creationId="{A9C52168-6CCC-4AD9-6F95-E140B66ADDBD}"/>
          </ac:spMkLst>
        </pc:spChg>
        <pc:spChg chg="add mod">
          <ac:chgData name="Zheng Fei" userId="d19317889db4c986" providerId="LiveId" clId="{AA871E1B-A1EA-4D7E-A62D-1A8AEED4B061}" dt="2022-05-31T02:58:55.740" v="1071"/>
          <ac:spMkLst>
            <pc:docMk/>
            <pc:sldMk cId="2077041129" sldId="440"/>
            <ac:spMk id="8" creationId="{BC00AD1C-4CA1-E6DE-59CE-15D7B09B1B87}"/>
          </ac:spMkLst>
        </pc:spChg>
        <pc:picChg chg="add mod">
          <ac:chgData name="Zheng Fei" userId="d19317889db4c986" providerId="LiveId" clId="{AA871E1B-A1EA-4D7E-A62D-1A8AEED4B061}" dt="2022-05-31T02:59:03.183" v="1091" actId="1076"/>
          <ac:picMkLst>
            <pc:docMk/>
            <pc:sldMk cId="2077041129" sldId="440"/>
            <ac:picMk id="4" creationId="{8819C35C-F2CC-8B92-7D78-BF21E1E4C8BC}"/>
          </ac:picMkLst>
        </pc:picChg>
        <pc:picChg chg="add mod">
          <ac:chgData name="Zheng Fei" userId="d19317889db4c986" providerId="LiveId" clId="{AA871E1B-A1EA-4D7E-A62D-1A8AEED4B061}" dt="2022-05-31T02:59:03.183" v="1091" actId="1076"/>
          <ac:picMkLst>
            <pc:docMk/>
            <pc:sldMk cId="2077041129" sldId="440"/>
            <ac:picMk id="5" creationId="{93D972F1-E917-51BF-EF35-FB2D69B7CF1E}"/>
          </ac:picMkLst>
        </pc:picChg>
        <pc:picChg chg="add mod">
          <ac:chgData name="Zheng Fei" userId="d19317889db4c986" providerId="LiveId" clId="{AA871E1B-A1EA-4D7E-A62D-1A8AEED4B061}" dt="2022-05-31T02:59:09.492" v="1094" actId="1076"/>
          <ac:picMkLst>
            <pc:docMk/>
            <pc:sldMk cId="2077041129" sldId="440"/>
            <ac:picMk id="7" creationId="{6C13B102-8C39-AF7D-CA8D-235B81C0183F}"/>
          </ac:picMkLst>
        </pc:picChg>
      </pc:sldChg>
      <pc:sldChg chg="addSp delSp modSp new mod">
        <pc:chgData name="Zheng Fei" userId="d19317889db4c986" providerId="LiveId" clId="{AA871E1B-A1EA-4D7E-A62D-1A8AEED4B061}" dt="2022-05-31T03:02:30.700" v="1150" actId="1076"/>
        <pc:sldMkLst>
          <pc:docMk/>
          <pc:sldMk cId="2474415889" sldId="441"/>
        </pc:sldMkLst>
        <pc:spChg chg="del">
          <ac:chgData name="Zheng Fei" userId="d19317889db4c986" providerId="LiveId" clId="{AA871E1B-A1EA-4D7E-A62D-1A8AEED4B061}" dt="2022-05-31T03:01:27.442" v="1138" actId="478"/>
          <ac:spMkLst>
            <pc:docMk/>
            <pc:sldMk cId="2474415889" sldId="441"/>
            <ac:spMk id="2" creationId="{5C164AE9-CC9B-2D28-0BC8-887E3462BA58}"/>
          </ac:spMkLst>
        </pc:spChg>
        <pc:spChg chg="del">
          <ac:chgData name="Zheng Fei" userId="d19317889db4c986" providerId="LiveId" clId="{AA871E1B-A1EA-4D7E-A62D-1A8AEED4B061}" dt="2022-05-31T02:44:50.407" v="847"/>
          <ac:spMkLst>
            <pc:docMk/>
            <pc:sldMk cId="2474415889" sldId="441"/>
            <ac:spMk id="3" creationId="{792BC9D1-EBF8-EB19-43C4-B628DEE015B4}"/>
          </ac:spMkLst>
        </pc:spChg>
        <pc:spChg chg="add mod">
          <ac:chgData name="Zheng Fei" userId="d19317889db4c986" providerId="LiveId" clId="{AA871E1B-A1EA-4D7E-A62D-1A8AEED4B061}" dt="2022-05-31T03:01:32.384" v="1139"/>
          <ac:spMkLst>
            <pc:docMk/>
            <pc:sldMk cId="2474415889" sldId="441"/>
            <ac:spMk id="6" creationId="{0EF19886-BD3C-D8D5-BF9E-6FA2A2E15869}"/>
          </ac:spMkLst>
        </pc:spChg>
        <pc:picChg chg="add mod modCrop">
          <ac:chgData name="Zheng Fei" userId="d19317889db4c986" providerId="LiveId" clId="{AA871E1B-A1EA-4D7E-A62D-1A8AEED4B061}" dt="2022-05-31T03:02:21.804" v="1148" actId="732"/>
          <ac:picMkLst>
            <pc:docMk/>
            <pc:sldMk cId="2474415889" sldId="441"/>
            <ac:picMk id="5" creationId="{7F905CFF-28E6-D5FF-B71D-D74CF36298ED}"/>
          </ac:picMkLst>
        </pc:picChg>
        <pc:picChg chg="add del mod">
          <ac:chgData name="Zheng Fei" userId="d19317889db4c986" providerId="LiveId" clId="{AA871E1B-A1EA-4D7E-A62D-1A8AEED4B061}" dt="2022-05-31T03:02:08.330" v="1145" actId="478"/>
          <ac:picMkLst>
            <pc:docMk/>
            <pc:sldMk cId="2474415889" sldId="441"/>
            <ac:picMk id="7" creationId="{54867C3C-0620-5069-099A-675F941011AD}"/>
          </ac:picMkLst>
        </pc:picChg>
        <pc:picChg chg="add mod modCrop">
          <ac:chgData name="Zheng Fei" userId="d19317889db4c986" providerId="LiveId" clId="{AA871E1B-A1EA-4D7E-A62D-1A8AEED4B061}" dt="2022-05-31T03:02:30.700" v="1150" actId="1076"/>
          <ac:picMkLst>
            <pc:docMk/>
            <pc:sldMk cId="2474415889" sldId="441"/>
            <ac:picMk id="8" creationId="{0C8D1869-521B-17AD-D118-88BF1145AC3F}"/>
          </ac:picMkLst>
        </pc:picChg>
      </pc:sldChg>
      <pc:sldChg chg="new del">
        <pc:chgData name="Zheng Fei" userId="d19317889db4c986" providerId="LiveId" clId="{AA871E1B-A1EA-4D7E-A62D-1A8AEED4B061}" dt="2022-05-31T02:44:27.793" v="846" actId="47"/>
        <pc:sldMkLst>
          <pc:docMk/>
          <pc:sldMk cId="3687871126" sldId="442"/>
        </pc:sldMkLst>
      </pc:sldChg>
      <pc:sldChg chg="addSp delSp modSp new mod modAnim">
        <pc:chgData name="Zheng Fei" userId="d19317889db4c986" providerId="LiveId" clId="{AA871E1B-A1EA-4D7E-A62D-1A8AEED4B061}" dt="2022-05-31T03:04:14.072" v="1166"/>
        <pc:sldMkLst>
          <pc:docMk/>
          <pc:sldMk cId="3715198591" sldId="442"/>
        </pc:sldMkLst>
        <pc:spChg chg="del">
          <ac:chgData name="Zheng Fei" userId="d19317889db4c986" providerId="LiveId" clId="{AA871E1B-A1EA-4D7E-A62D-1A8AEED4B061}" dt="2022-05-31T03:02:57.827" v="1155" actId="478"/>
          <ac:spMkLst>
            <pc:docMk/>
            <pc:sldMk cId="3715198591" sldId="442"/>
            <ac:spMk id="2" creationId="{AA7F817B-0962-D917-D1A5-DDD75EDE86E3}"/>
          </ac:spMkLst>
        </pc:spChg>
        <pc:spChg chg="del">
          <ac:chgData name="Zheng Fei" userId="d19317889db4c986" providerId="LiveId" clId="{AA871E1B-A1EA-4D7E-A62D-1A8AEED4B061}" dt="2022-05-31T02:45:26.399" v="855"/>
          <ac:spMkLst>
            <pc:docMk/>
            <pc:sldMk cId="3715198591" sldId="442"/>
            <ac:spMk id="3" creationId="{C1BD9EC0-2AA2-F932-E337-B54BF5FDBFB2}"/>
          </ac:spMkLst>
        </pc:spChg>
        <pc:picChg chg="add mod">
          <ac:chgData name="Zheng Fei" userId="d19317889db4c986" providerId="LiveId" clId="{AA871E1B-A1EA-4D7E-A62D-1A8AEED4B061}" dt="2022-05-31T03:04:05.902" v="1162" actId="1076"/>
          <ac:picMkLst>
            <pc:docMk/>
            <pc:sldMk cId="3715198591" sldId="442"/>
            <ac:picMk id="5" creationId="{A2062F71-5AC6-40F2-83B0-12C504D47CCB}"/>
          </ac:picMkLst>
        </pc:picChg>
        <pc:picChg chg="add mod">
          <ac:chgData name="Zheng Fei" userId="d19317889db4c986" providerId="LiveId" clId="{AA871E1B-A1EA-4D7E-A62D-1A8AEED4B061}" dt="2022-05-31T03:04:11.415" v="1165" actId="1076"/>
          <ac:picMkLst>
            <pc:docMk/>
            <pc:sldMk cId="3715198591" sldId="442"/>
            <ac:picMk id="6" creationId="{1E1F0C14-A1E9-D8DB-840A-13585A556C2C}"/>
          </ac:picMkLst>
        </pc:picChg>
      </pc:sldChg>
      <pc:sldChg chg="addSp delSp modSp new del mod">
        <pc:chgData name="Zheng Fei" userId="d19317889db4c986" providerId="LiveId" clId="{AA871E1B-A1EA-4D7E-A62D-1A8AEED4B061}" dt="2022-05-31T03:04:17.433" v="1167" actId="47"/>
        <pc:sldMkLst>
          <pc:docMk/>
          <pc:sldMk cId="2014599193" sldId="443"/>
        </pc:sldMkLst>
        <pc:spChg chg="del">
          <ac:chgData name="Zheng Fei" userId="d19317889db4c986" providerId="LiveId" clId="{AA871E1B-A1EA-4D7E-A62D-1A8AEED4B061}" dt="2022-05-31T03:03:55.372" v="1158" actId="478"/>
          <ac:spMkLst>
            <pc:docMk/>
            <pc:sldMk cId="2014599193" sldId="443"/>
            <ac:spMk id="2" creationId="{6C804D00-9DE9-AE29-E696-47A616191C98}"/>
          </ac:spMkLst>
        </pc:spChg>
        <pc:spChg chg="del">
          <ac:chgData name="Zheng Fei" userId="d19317889db4c986" providerId="LiveId" clId="{AA871E1B-A1EA-4D7E-A62D-1A8AEED4B061}" dt="2022-05-31T02:45:51.592" v="859"/>
          <ac:spMkLst>
            <pc:docMk/>
            <pc:sldMk cId="2014599193" sldId="443"/>
            <ac:spMk id="3" creationId="{266B5A11-E98A-3177-6FCE-1FC4894FD15B}"/>
          </ac:spMkLst>
        </pc:spChg>
        <pc:spChg chg="add mod">
          <ac:chgData name="Zheng Fei" userId="d19317889db4c986" providerId="LiveId" clId="{AA871E1B-A1EA-4D7E-A62D-1A8AEED4B061}" dt="2022-05-31T03:04:08.252" v="1163" actId="21"/>
          <ac:spMkLst>
            <pc:docMk/>
            <pc:sldMk cId="2014599193" sldId="443"/>
            <ac:spMk id="7" creationId="{F0308083-9329-A6A9-1524-494A7B54FADB}"/>
          </ac:spMkLst>
        </pc:spChg>
        <pc:picChg chg="add del mod">
          <ac:chgData name="Zheng Fei" userId="d19317889db4c986" providerId="LiveId" clId="{AA871E1B-A1EA-4D7E-A62D-1A8AEED4B061}" dt="2022-05-31T03:04:08.252" v="1163" actId="21"/>
          <ac:picMkLst>
            <pc:docMk/>
            <pc:sldMk cId="2014599193" sldId="443"/>
            <ac:picMk id="5" creationId="{81444A54-BC4E-3308-AC42-C4FD3613E755}"/>
          </ac:picMkLst>
        </pc:picChg>
      </pc:sldChg>
      <pc:sldChg chg="addSp modSp add mod ord">
        <pc:chgData name="Zheng Fei" userId="d19317889db4c986" providerId="LiveId" clId="{AA871E1B-A1EA-4D7E-A62D-1A8AEED4B061}" dt="2022-05-31T08:27:48.364" v="1877" actId="207"/>
        <pc:sldMkLst>
          <pc:docMk/>
          <pc:sldMk cId="4184174401" sldId="444"/>
        </pc:sldMkLst>
        <pc:spChg chg="mod">
          <ac:chgData name="Zheng Fei" userId="d19317889db4c986" providerId="LiveId" clId="{AA871E1B-A1EA-4D7E-A62D-1A8AEED4B061}" dt="2022-05-31T08:27:48.364" v="1877" actId="207"/>
          <ac:spMkLst>
            <pc:docMk/>
            <pc:sldMk cId="4184174401" sldId="444"/>
            <ac:spMk id="3" creationId="{99BD2BC3-EDAC-D880-B046-46FE7DC89563}"/>
          </ac:spMkLst>
        </pc:spChg>
        <pc:spChg chg="add mod">
          <ac:chgData name="Zheng Fei" userId="d19317889db4c986" providerId="LiveId" clId="{AA871E1B-A1EA-4D7E-A62D-1A8AEED4B061}" dt="2022-05-31T02:57:22.168" v="1049"/>
          <ac:spMkLst>
            <pc:docMk/>
            <pc:sldMk cId="4184174401" sldId="444"/>
            <ac:spMk id="4" creationId="{BBFD9356-33BA-0B72-8A75-4A48F968F80C}"/>
          </ac:spMkLst>
        </pc:spChg>
      </pc:sldChg>
      <pc:sldChg chg="addSp delSp modSp add mod">
        <pc:chgData name="Zheng Fei" userId="d19317889db4c986" providerId="LiveId" clId="{AA871E1B-A1EA-4D7E-A62D-1A8AEED4B061}" dt="2022-05-31T08:46:40.118" v="2105" actId="113"/>
        <pc:sldMkLst>
          <pc:docMk/>
          <pc:sldMk cId="630437862" sldId="445"/>
        </pc:sldMkLst>
        <pc:spChg chg="mod">
          <ac:chgData name="Zheng Fei" userId="d19317889db4c986" providerId="LiveId" clId="{AA871E1B-A1EA-4D7E-A62D-1A8AEED4B061}" dt="2022-05-31T03:16:57.770" v="1195" actId="207"/>
          <ac:spMkLst>
            <pc:docMk/>
            <pc:sldMk cId="630437862" sldId="445"/>
            <ac:spMk id="2" creationId="{0B72DD76-EDC9-920A-253D-089B01A35DE0}"/>
          </ac:spMkLst>
        </pc:spChg>
        <pc:spChg chg="mod">
          <ac:chgData name="Zheng Fei" userId="d19317889db4c986" providerId="LiveId" clId="{AA871E1B-A1EA-4D7E-A62D-1A8AEED4B061}" dt="2022-05-31T08:30:13.312" v="1893" actId="113"/>
          <ac:spMkLst>
            <pc:docMk/>
            <pc:sldMk cId="630437862" sldId="445"/>
            <ac:spMk id="3" creationId="{A37EA942-92E5-FBBB-861D-F2A42391FCD0}"/>
          </ac:spMkLst>
        </pc:spChg>
        <pc:spChg chg="add mod">
          <ac:chgData name="Zheng Fei" userId="d19317889db4c986" providerId="LiveId" clId="{AA871E1B-A1EA-4D7E-A62D-1A8AEED4B061}" dt="2022-05-31T08:46:40.118" v="2105" actId="113"/>
          <ac:spMkLst>
            <pc:docMk/>
            <pc:sldMk cId="630437862" sldId="445"/>
            <ac:spMk id="4" creationId="{E324A49A-AD39-4E04-EA78-8F0CECD556D5}"/>
          </ac:spMkLst>
        </pc:spChg>
        <pc:picChg chg="del mod">
          <ac:chgData name="Zheng Fei" userId="d19317889db4c986" providerId="LiveId" clId="{AA871E1B-A1EA-4D7E-A62D-1A8AEED4B061}" dt="2022-05-31T03:16:26.827" v="1190" actId="478"/>
          <ac:picMkLst>
            <pc:docMk/>
            <pc:sldMk cId="630437862" sldId="445"/>
            <ac:picMk id="5" creationId="{64489E1D-CFCE-A3E4-97EB-B819205D78E6}"/>
          </ac:picMkLst>
        </pc:picChg>
      </pc:sldChg>
      <pc:sldChg chg="addSp delSp modSp add mod">
        <pc:chgData name="Zheng Fei" userId="d19317889db4c986" providerId="LiveId" clId="{AA871E1B-A1EA-4D7E-A62D-1A8AEED4B061}" dt="2022-05-31T08:51:38.842" v="2318" actId="207"/>
        <pc:sldMkLst>
          <pc:docMk/>
          <pc:sldMk cId="1350672988" sldId="446"/>
        </pc:sldMkLst>
        <pc:spChg chg="del">
          <ac:chgData name="Zheng Fei" userId="d19317889db4c986" providerId="LiveId" clId="{AA871E1B-A1EA-4D7E-A62D-1A8AEED4B061}" dt="2022-05-31T03:17:05.359" v="1196" actId="478"/>
          <ac:spMkLst>
            <pc:docMk/>
            <pc:sldMk cId="1350672988" sldId="446"/>
            <ac:spMk id="2" creationId="{0B72DD76-EDC9-920A-253D-089B01A35DE0}"/>
          </ac:spMkLst>
        </pc:spChg>
        <pc:spChg chg="del mod">
          <ac:chgData name="Zheng Fei" userId="d19317889db4c986" providerId="LiveId" clId="{AA871E1B-A1EA-4D7E-A62D-1A8AEED4B061}" dt="2022-05-31T03:16:46.953" v="1192" actId="478"/>
          <ac:spMkLst>
            <pc:docMk/>
            <pc:sldMk cId="1350672988" sldId="446"/>
            <ac:spMk id="3" creationId="{A37EA942-92E5-FBBB-861D-F2A42391FCD0}"/>
          </ac:spMkLst>
        </pc:spChg>
        <pc:spChg chg="add mod">
          <ac:chgData name="Zheng Fei" userId="d19317889db4c986" providerId="LiveId" clId="{AA871E1B-A1EA-4D7E-A62D-1A8AEED4B061}" dt="2022-05-31T08:51:38.842" v="2318" actId="207"/>
          <ac:spMkLst>
            <pc:docMk/>
            <pc:sldMk cId="1350672988" sldId="446"/>
            <ac:spMk id="4" creationId="{104E744D-FFAF-EDA3-E9D0-BD623F209453}"/>
          </ac:spMkLst>
        </pc:spChg>
        <pc:spChg chg="add del mod">
          <ac:chgData name="Zheng Fei" userId="d19317889db4c986" providerId="LiveId" clId="{AA871E1B-A1EA-4D7E-A62D-1A8AEED4B061}" dt="2022-05-31T03:17:07.592" v="1198" actId="478"/>
          <ac:spMkLst>
            <pc:docMk/>
            <pc:sldMk cId="1350672988" sldId="446"/>
            <ac:spMk id="6" creationId="{594A3761-B246-356E-C78E-3B0C57DC9EB4}"/>
          </ac:spMkLst>
        </pc:spChg>
        <pc:spChg chg="add mod">
          <ac:chgData name="Zheng Fei" userId="d19317889db4c986" providerId="LiveId" clId="{AA871E1B-A1EA-4D7E-A62D-1A8AEED4B061}" dt="2022-05-31T03:17:05.714" v="1197"/>
          <ac:spMkLst>
            <pc:docMk/>
            <pc:sldMk cId="1350672988" sldId="446"/>
            <ac:spMk id="7" creationId="{8CD69074-6737-244F-E4BF-39015BCDE8FD}"/>
          </ac:spMkLst>
        </pc:spChg>
        <pc:picChg chg="mod">
          <ac:chgData name="Zheng Fei" userId="d19317889db4c986" providerId="LiveId" clId="{AA871E1B-A1EA-4D7E-A62D-1A8AEED4B061}" dt="2022-05-31T08:50:05.444" v="2268" actId="1076"/>
          <ac:picMkLst>
            <pc:docMk/>
            <pc:sldMk cId="1350672988" sldId="446"/>
            <ac:picMk id="5" creationId="{64489E1D-CFCE-A3E4-97EB-B819205D78E6}"/>
          </ac:picMkLst>
        </pc:picChg>
      </pc:sldChg>
      <pc:sldChg chg="addSp delSp modSp add mod">
        <pc:chgData name="Zheng Fei" userId="d19317889db4c986" providerId="LiveId" clId="{AA871E1B-A1EA-4D7E-A62D-1A8AEED4B061}" dt="2022-05-31T08:57:47.592" v="2422" actId="20577"/>
        <pc:sldMkLst>
          <pc:docMk/>
          <pc:sldMk cId="1781481049" sldId="447"/>
        </pc:sldMkLst>
        <pc:spChg chg="del">
          <ac:chgData name="Zheng Fei" userId="d19317889db4c986" providerId="LiveId" clId="{AA871E1B-A1EA-4D7E-A62D-1A8AEED4B061}" dt="2022-05-31T03:17:11.682" v="1199" actId="478"/>
          <ac:spMkLst>
            <pc:docMk/>
            <pc:sldMk cId="1781481049" sldId="447"/>
            <ac:spMk id="2" creationId="{0B72DD76-EDC9-920A-253D-089B01A35DE0}"/>
          </ac:spMkLst>
        </pc:spChg>
        <pc:spChg chg="add del mod">
          <ac:chgData name="Zheng Fei" userId="d19317889db4c986" providerId="LiveId" clId="{AA871E1B-A1EA-4D7E-A62D-1A8AEED4B061}" dt="2022-05-31T08:44:25.338" v="1953"/>
          <ac:spMkLst>
            <pc:docMk/>
            <pc:sldMk cId="1781481049" sldId="447"/>
            <ac:spMk id="2" creationId="{EFCC9EF1-822D-88D2-31A8-086A8CE88860}"/>
          </ac:spMkLst>
        </pc:spChg>
        <pc:spChg chg="add del mod">
          <ac:chgData name="Zheng Fei" userId="d19317889db4c986" providerId="LiveId" clId="{AA871E1B-A1EA-4D7E-A62D-1A8AEED4B061}" dt="2022-05-31T03:17:13.913" v="1201" actId="478"/>
          <ac:spMkLst>
            <pc:docMk/>
            <pc:sldMk cId="1781481049" sldId="447"/>
            <ac:spMk id="4" creationId="{9F7EC087-6423-38A0-15A6-517B0CF5F019}"/>
          </ac:spMkLst>
        </pc:spChg>
        <pc:spChg chg="add mod">
          <ac:chgData name="Zheng Fei" userId="d19317889db4c986" providerId="LiveId" clId="{AA871E1B-A1EA-4D7E-A62D-1A8AEED4B061}" dt="2022-05-31T03:17:12.056" v="1200"/>
          <ac:spMkLst>
            <pc:docMk/>
            <pc:sldMk cId="1781481049" sldId="447"/>
            <ac:spMk id="6" creationId="{93D19AD0-61F6-1422-1C95-0DC05B7F3236}"/>
          </ac:spMkLst>
        </pc:spChg>
        <pc:spChg chg="add mod">
          <ac:chgData name="Zheng Fei" userId="d19317889db4c986" providerId="LiveId" clId="{AA871E1B-A1EA-4D7E-A62D-1A8AEED4B061}" dt="2022-05-31T08:57:47.592" v="2422" actId="20577"/>
          <ac:spMkLst>
            <pc:docMk/>
            <pc:sldMk cId="1781481049" sldId="447"/>
            <ac:spMk id="7" creationId="{269321FE-F2BD-FF0B-6CCC-9E288EB0F941}"/>
          </ac:spMkLst>
        </pc:spChg>
        <pc:picChg chg="add mod modCrop">
          <ac:chgData name="Zheng Fei" userId="d19317889db4c986" providerId="LiveId" clId="{AA871E1B-A1EA-4D7E-A62D-1A8AEED4B061}" dt="2022-05-31T08:54:41.291" v="2326" actId="1076"/>
          <ac:picMkLst>
            <pc:docMk/>
            <pc:sldMk cId="1781481049" sldId="447"/>
            <ac:picMk id="4" creationId="{918CBC95-CCE9-1BDE-9DF8-17C626C70981}"/>
          </ac:picMkLst>
        </pc:picChg>
        <pc:picChg chg="del">
          <ac:chgData name="Zheng Fei" userId="d19317889db4c986" providerId="LiveId" clId="{AA871E1B-A1EA-4D7E-A62D-1A8AEED4B061}" dt="2022-05-31T03:18:22.941" v="1202" actId="478"/>
          <ac:picMkLst>
            <pc:docMk/>
            <pc:sldMk cId="1781481049" sldId="447"/>
            <ac:picMk id="5" creationId="{64489E1D-CFCE-A3E4-97EB-B819205D78E6}"/>
          </ac:picMkLst>
        </pc:picChg>
      </pc:sldChg>
      <pc:sldChg chg="addSp modSp add mod">
        <pc:chgData name="Zheng Fei" userId="d19317889db4c986" providerId="LiveId" clId="{AA871E1B-A1EA-4D7E-A62D-1A8AEED4B061}" dt="2022-05-31T09:03:29.905" v="2471"/>
        <pc:sldMkLst>
          <pc:docMk/>
          <pc:sldMk cId="2691649282" sldId="448"/>
        </pc:sldMkLst>
        <pc:spChg chg="mod">
          <ac:chgData name="Zheng Fei" userId="d19317889db4c986" providerId="LiveId" clId="{AA871E1B-A1EA-4D7E-A62D-1A8AEED4B061}" dt="2022-05-31T09:00:55.433" v="2432" actId="114"/>
          <ac:spMkLst>
            <pc:docMk/>
            <pc:sldMk cId="2691649282" sldId="448"/>
            <ac:spMk id="3" creationId="{50C2F5D3-CF45-4CAC-83D7-C4EC4E5F5B5F}"/>
          </ac:spMkLst>
        </pc:spChg>
        <pc:spChg chg="add mod">
          <ac:chgData name="Zheng Fei" userId="d19317889db4c986" providerId="LiveId" clId="{AA871E1B-A1EA-4D7E-A62D-1A8AEED4B061}" dt="2022-05-31T09:03:29.905" v="2471"/>
          <ac:spMkLst>
            <pc:docMk/>
            <pc:sldMk cId="2691649282" sldId="448"/>
            <ac:spMk id="4" creationId="{366280CF-7A6F-B0FA-A572-A50327AE8D3E}"/>
          </ac:spMkLst>
        </pc:spChg>
      </pc:sldChg>
      <pc:sldChg chg="addSp modSp add mod">
        <pc:chgData name="Zheng Fei" userId="d19317889db4c986" providerId="LiveId" clId="{AA871E1B-A1EA-4D7E-A62D-1A8AEED4B061}" dt="2022-05-31T09:06:02.235" v="2483" actId="21"/>
        <pc:sldMkLst>
          <pc:docMk/>
          <pc:sldMk cId="633461253" sldId="449"/>
        </pc:sldMkLst>
        <pc:spChg chg="add mod">
          <ac:chgData name="Zheng Fei" userId="d19317889db4c986" providerId="LiveId" clId="{AA871E1B-A1EA-4D7E-A62D-1A8AEED4B061}" dt="2022-05-31T03:40:24.699" v="1364" actId="1076"/>
          <ac:spMkLst>
            <pc:docMk/>
            <pc:sldMk cId="633461253" sldId="449"/>
            <ac:spMk id="3" creationId="{96B96CB4-664E-1DD0-2035-F33E58C16220}"/>
          </ac:spMkLst>
        </pc:spChg>
        <pc:spChg chg="mod">
          <ac:chgData name="Zheng Fei" userId="d19317889db4c986" providerId="LiveId" clId="{AA871E1B-A1EA-4D7E-A62D-1A8AEED4B061}" dt="2022-05-31T09:06:02.235" v="2483" actId="21"/>
          <ac:spMkLst>
            <pc:docMk/>
            <pc:sldMk cId="633461253" sldId="449"/>
            <ac:spMk id="4" creationId="{541F518A-0F4C-A6A6-BAD2-3C6D549B65FF}"/>
          </ac:spMkLst>
        </pc:spChg>
      </pc:sldChg>
      <pc:sldChg chg="addSp delSp modSp add mod">
        <pc:chgData name="Zheng Fei" userId="d19317889db4c986" providerId="LiveId" clId="{AA871E1B-A1EA-4D7E-A62D-1A8AEED4B061}" dt="2022-05-31T09:12:34.118" v="2804" actId="1076"/>
        <pc:sldMkLst>
          <pc:docMk/>
          <pc:sldMk cId="2926434322" sldId="450"/>
        </pc:sldMkLst>
        <pc:spChg chg="add mod">
          <ac:chgData name="Zheng Fei" userId="d19317889db4c986" providerId="LiveId" clId="{AA871E1B-A1EA-4D7E-A62D-1A8AEED4B061}" dt="2022-05-31T09:12:31.358" v="2803" actId="164"/>
          <ac:spMkLst>
            <pc:docMk/>
            <pc:sldMk cId="2926434322" sldId="450"/>
            <ac:spMk id="2" creationId="{F29B428F-12B4-6CF8-A44C-639BE675BDE2}"/>
          </ac:spMkLst>
        </pc:spChg>
        <pc:spChg chg="add mod">
          <ac:chgData name="Zheng Fei" userId="d19317889db4c986" providerId="LiveId" clId="{AA871E1B-A1EA-4D7E-A62D-1A8AEED4B061}" dt="2022-05-31T03:44:35.942" v="1407" actId="1076"/>
          <ac:spMkLst>
            <pc:docMk/>
            <pc:sldMk cId="2926434322" sldId="450"/>
            <ac:spMk id="3" creationId="{17955A7C-225B-A366-0714-07945B0B8231}"/>
          </ac:spMkLst>
        </pc:spChg>
        <pc:spChg chg="mod">
          <ac:chgData name="Zheng Fei" userId="d19317889db4c986" providerId="LiveId" clId="{AA871E1B-A1EA-4D7E-A62D-1A8AEED4B061}" dt="2022-05-31T09:06:55.816" v="2496" actId="114"/>
          <ac:spMkLst>
            <pc:docMk/>
            <pc:sldMk cId="2926434322" sldId="450"/>
            <ac:spMk id="4" creationId="{2524CFAF-ACAD-7609-5E86-BECCEFB77934}"/>
          </ac:spMkLst>
        </pc:spChg>
        <pc:spChg chg="add mod">
          <ac:chgData name="Zheng Fei" userId="d19317889db4c986" providerId="LiveId" clId="{AA871E1B-A1EA-4D7E-A62D-1A8AEED4B061}" dt="2022-05-31T09:12:31.358" v="2803" actId="164"/>
          <ac:spMkLst>
            <pc:docMk/>
            <pc:sldMk cId="2926434322" sldId="450"/>
            <ac:spMk id="10" creationId="{55350EB5-4078-4AE1-6B4F-84600DA987F9}"/>
          </ac:spMkLst>
        </pc:spChg>
        <pc:spChg chg="add mod">
          <ac:chgData name="Zheng Fei" userId="d19317889db4c986" providerId="LiveId" clId="{AA871E1B-A1EA-4D7E-A62D-1A8AEED4B061}" dt="2022-05-31T09:12:31.358" v="2803" actId="164"/>
          <ac:spMkLst>
            <pc:docMk/>
            <pc:sldMk cId="2926434322" sldId="450"/>
            <ac:spMk id="12" creationId="{CE5AE91C-5640-5F35-7B04-1DFF14832364}"/>
          </ac:spMkLst>
        </pc:spChg>
        <pc:spChg chg="add mod">
          <ac:chgData name="Zheng Fei" userId="d19317889db4c986" providerId="LiveId" clId="{AA871E1B-A1EA-4D7E-A62D-1A8AEED4B061}" dt="2022-05-31T09:12:31.358" v="2803" actId="164"/>
          <ac:spMkLst>
            <pc:docMk/>
            <pc:sldMk cId="2926434322" sldId="450"/>
            <ac:spMk id="14" creationId="{DDFED012-583C-FAF9-15A0-472EF7A7DDA0}"/>
          </ac:spMkLst>
        </pc:spChg>
        <pc:spChg chg="add mod">
          <ac:chgData name="Zheng Fei" userId="d19317889db4c986" providerId="LiveId" clId="{AA871E1B-A1EA-4D7E-A62D-1A8AEED4B061}" dt="2022-05-31T09:12:31.358" v="2803" actId="164"/>
          <ac:spMkLst>
            <pc:docMk/>
            <pc:sldMk cId="2926434322" sldId="450"/>
            <ac:spMk id="16" creationId="{4957B715-8307-662A-652D-B06D04361234}"/>
          </ac:spMkLst>
        </pc:spChg>
        <pc:spChg chg="add mod">
          <ac:chgData name="Zheng Fei" userId="d19317889db4c986" providerId="LiveId" clId="{AA871E1B-A1EA-4D7E-A62D-1A8AEED4B061}" dt="2022-05-31T09:12:31.358" v="2803" actId="164"/>
          <ac:spMkLst>
            <pc:docMk/>
            <pc:sldMk cId="2926434322" sldId="450"/>
            <ac:spMk id="18" creationId="{53C260C2-E727-FC01-6B4D-98BFBA42BE5C}"/>
          </ac:spMkLst>
        </pc:spChg>
        <pc:grpChg chg="add mod">
          <ac:chgData name="Zheng Fei" userId="d19317889db4c986" providerId="LiveId" clId="{AA871E1B-A1EA-4D7E-A62D-1A8AEED4B061}" dt="2022-05-31T09:12:34.118" v="2804" actId="1076"/>
          <ac:grpSpMkLst>
            <pc:docMk/>
            <pc:sldMk cId="2926434322" sldId="450"/>
            <ac:grpSpMk id="30" creationId="{D4200B15-7394-518B-5755-687B9D02BF0E}"/>
          </ac:grpSpMkLst>
        </pc:grpChg>
        <pc:picChg chg="add del mod">
          <ac:chgData name="Zheng Fei" userId="d19317889db4c986" providerId="LiveId" clId="{AA871E1B-A1EA-4D7E-A62D-1A8AEED4B061}" dt="2022-05-31T09:12:21.448" v="2802" actId="478"/>
          <ac:picMkLst>
            <pc:docMk/>
            <pc:sldMk cId="2926434322" sldId="450"/>
            <ac:picMk id="5" creationId="{8BE7898F-1BAA-E317-EE6D-4EDA15683936}"/>
          </ac:picMkLst>
        </pc:pic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7" creationId="{95E8E51E-685A-F267-067A-DD0E4554095C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9" creationId="{0F93CED0-5171-EB32-FB37-A6DD8C41965C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11" creationId="{7F3A7831-E353-ABB8-94A7-FD0EE3B94737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13" creationId="{9D4E3341-4CC4-E0F9-B14F-D14D69F497C5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15" creationId="{6E581AD1-C9AA-A931-FBC4-F134D6A0D34F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17" creationId="{3F4DC09D-1FB6-EB97-1859-A8F5B6C8AB8D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19" creationId="{F5599687-D910-B623-A892-9BC5E527FC02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23" creationId="{88C47E05-FB15-B651-D70E-05D82A8752F0}"/>
          </ac:cxnSpMkLst>
        </pc:cxnChg>
        <pc:cxnChg chg="add mod">
          <ac:chgData name="Zheng Fei" userId="d19317889db4c986" providerId="LiveId" clId="{AA871E1B-A1EA-4D7E-A62D-1A8AEED4B061}" dt="2022-05-31T09:12:31.358" v="2803" actId="164"/>
          <ac:cxnSpMkLst>
            <pc:docMk/>
            <pc:sldMk cId="2926434322" sldId="450"/>
            <ac:cxnSpMk id="27" creationId="{238B1ED2-D67C-858E-C269-D6FBEE4E3796}"/>
          </ac:cxnSpMkLst>
        </pc:cxnChg>
      </pc:sldChg>
      <pc:sldChg chg="addSp delSp modSp add mod">
        <pc:chgData name="Zheng Fei" userId="d19317889db4c986" providerId="LiveId" clId="{AA871E1B-A1EA-4D7E-A62D-1A8AEED4B061}" dt="2022-05-31T09:13:37.128" v="2839" actId="1076"/>
        <pc:sldMkLst>
          <pc:docMk/>
          <pc:sldMk cId="1146919773" sldId="451"/>
        </pc:sldMkLst>
        <pc:spChg chg="mod">
          <ac:chgData name="Zheng Fei" userId="d19317889db4c986" providerId="LiveId" clId="{AA871E1B-A1EA-4D7E-A62D-1A8AEED4B061}" dt="2022-05-31T09:13:27.378" v="2837" actId="2711"/>
          <ac:spMkLst>
            <pc:docMk/>
            <pc:sldMk cId="1146919773" sldId="451"/>
            <ac:spMk id="4" creationId="{3D55AD60-2BBC-428B-25C5-32ADEF12EF36}"/>
          </ac:spMkLst>
        </pc:spChg>
        <pc:spChg chg="add mod">
          <ac:chgData name="Zheng Fei" userId="d19317889db4c986" providerId="LiveId" clId="{AA871E1B-A1EA-4D7E-A62D-1A8AEED4B061}" dt="2022-05-31T03:45:25.063" v="1432"/>
          <ac:spMkLst>
            <pc:docMk/>
            <pc:sldMk cId="1146919773" sldId="451"/>
            <ac:spMk id="5" creationId="{EAC33F37-FDA9-A695-C527-138E0972DDAE}"/>
          </ac:spMkLst>
        </pc:spChg>
        <pc:spChg chg="mod">
          <ac:chgData name="Zheng Fei" userId="d19317889db4c986" providerId="LiveId" clId="{AA871E1B-A1EA-4D7E-A62D-1A8AEED4B061}" dt="2022-05-31T09:13:33.087" v="2838"/>
          <ac:spMkLst>
            <pc:docMk/>
            <pc:sldMk cId="1146919773" sldId="451"/>
            <ac:spMk id="8" creationId="{BFE6CDEE-33B5-0253-7A64-4504958E2AFE}"/>
          </ac:spMkLst>
        </pc:spChg>
        <pc:spChg chg="mod">
          <ac:chgData name="Zheng Fei" userId="d19317889db4c986" providerId="LiveId" clId="{AA871E1B-A1EA-4D7E-A62D-1A8AEED4B061}" dt="2022-05-31T09:13:33.087" v="2838"/>
          <ac:spMkLst>
            <pc:docMk/>
            <pc:sldMk cId="1146919773" sldId="451"/>
            <ac:spMk id="11" creationId="{5D3D1477-4EB2-4155-7B2A-495F80AE005E}"/>
          </ac:spMkLst>
        </pc:spChg>
        <pc:spChg chg="mod">
          <ac:chgData name="Zheng Fei" userId="d19317889db4c986" providerId="LiveId" clId="{AA871E1B-A1EA-4D7E-A62D-1A8AEED4B061}" dt="2022-05-31T09:13:33.087" v="2838"/>
          <ac:spMkLst>
            <pc:docMk/>
            <pc:sldMk cId="1146919773" sldId="451"/>
            <ac:spMk id="13" creationId="{F31E0D55-9CC3-AE5B-F829-F12B61784A3E}"/>
          </ac:spMkLst>
        </pc:spChg>
        <pc:spChg chg="mod">
          <ac:chgData name="Zheng Fei" userId="d19317889db4c986" providerId="LiveId" clId="{AA871E1B-A1EA-4D7E-A62D-1A8AEED4B061}" dt="2022-05-31T09:13:33.087" v="2838"/>
          <ac:spMkLst>
            <pc:docMk/>
            <pc:sldMk cId="1146919773" sldId="451"/>
            <ac:spMk id="15" creationId="{BEF187DE-FBA6-9D77-BB72-5064D44C15CA}"/>
          </ac:spMkLst>
        </pc:spChg>
        <pc:spChg chg="mod">
          <ac:chgData name="Zheng Fei" userId="d19317889db4c986" providerId="LiveId" clId="{AA871E1B-A1EA-4D7E-A62D-1A8AEED4B061}" dt="2022-05-31T09:13:33.087" v="2838"/>
          <ac:spMkLst>
            <pc:docMk/>
            <pc:sldMk cId="1146919773" sldId="451"/>
            <ac:spMk id="17" creationId="{25032408-EB78-7053-C31C-ED2B80455D93}"/>
          </ac:spMkLst>
        </pc:spChg>
        <pc:spChg chg="mod">
          <ac:chgData name="Zheng Fei" userId="d19317889db4c986" providerId="LiveId" clId="{AA871E1B-A1EA-4D7E-A62D-1A8AEED4B061}" dt="2022-05-31T09:13:33.087" v="2838"/>
          <ac:spMkLst>
            <pc:docMk/>
            <pc:sldMk cId="1146919773" sldId="451"/>
            <ac:spMk id="19" creationId="{79A4ACC4-917E-E321-8C27-CB0F5048366E}"/>
          </ac:spMkLst>
        </pc:spChg>
        <pc:grpChg chg="add mod">
          <ac:chgData name="Zheng Fei" userId="d19317889db4c986" providerId="LiveId" clId="{AA871E1B-A1EA-4D7E-A62D-1A8AEED4B061}" dt="2022-05-31T09:13:37.128" v="2839" actId="1076"/>
          <ac:grpSpMkLst>
            <pc:docMk/>
            <pc:sldMk cId="1146919773" sldId="451"/>
            <ac:grpSpMk id="7" creationId="{3BD3D00C-8ECA-DF87-3507-A62301415864}"/>
          </ac:grpSpMkLst>
        </pc:grpChg>
        <pc:picChg chg="del mod">
          <ac:chgData name="Zheng Fei" userId="d19317889db4c986" providerId="LiveId" clId="{AA871E1B-A1EA-4D7E-A62D-1A8AEED4B061}" dt="2022-05-31T09:13:11.428" v="2835" actId="478"/>
          <ac:picMkLst>
            <pc:docMk/>
            <pc:sldMk cId="1146919773" sldId="451"/>
            <ac:picMk id="6" creationId="{2C37E597-6ACF-507E-2AFD-36763327281A}"/>
          </ac:picMkLst>
        </pc:pic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9" creationId="{D911A4B6-7216-6D23-CC45-5E3C9167BA4E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10" creationId="{3C62A87F-F1BF-BD17-33D0-150C8C992058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12" creationId="{4712C772-29B6-A3DE-AB66-0398FCC1B002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14" creationId="{5E50E73D-42D5-DBE3-5B29-D192695F73ED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16" creationId="{FE1CE12D-6C20-2CF2-4F44-06521BD7C335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18" creationId="{67367E10-E399-82BB-0533-B6622C279104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20" creationId="{708C00E7-89C8-C24E-8BF5-5FA1645B9EBF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21" creationId="{F10EAAC5-29D8-C752-27A2-477B2CB0E6AB}"/>
          </ac:cxnSpMkLst>
        </pc:cxnChg>
        <pc:cxnChg chg="mod">
          <ac:chgData name="Zheng Fei" userId="d19317889db4c986" providerId="LiveId" clId="{AA871E1B-A1EA-4D7E-A62D-1A8AEED4B061}" dt="2022-05-31T09:13:33.087" v="2838"/>
          <ac:cxnSpMkLst>
            <pc:docMk/>
            <pc:sldMk cId="1146919773" sldId="451"/>
            <ac:cxnSpMk id="22" creationId="{1DB9C4D4-4F79-C455-C0DD-887FDDEFFDC5}"/>
          </ac:cxnSpMkLst>
        </pc:cxnChg>
      </pc:sldChg>
      <pc:sldChg chg="addSp delSp modSp add mod">
        <pc:chgData name="Zheng Fei" userId="d19317889db4c986" providerId="LiveId" clId="{AA871E1B-A1EA-4D7E-A62D-1A8AEED4B061}" dt="2022-05-31T09:18:14.850" v="2881" actId="1076"/>
        <pc:sldMkLst>
          <pc:docMk/>
          <pc:sldMk cId="2154708253" sldId="452"/>
        </pc:sldMkLst>
        <pc:spChg chg="mod">
          <ac:chgData name="Zheng Fei" userId="d19317889db4c986" providerId="LiveId" clId="{AA871E1B-A1EA-4D7E-A62D-1A8AEED4B061}" dt="2022-05-31T09:17:42.745" v="2872" actId="1076"/>
          <ac:spMkLst>
            <pc:docMk/>
            <pc:sldMk cId="2154708253" sldId="452"/>
            <ac:spMk id="4" creationId="{AB973315-5E4F-4E56-E0C7-FB2B99A4F3A8}"/>
          </ac:spMkLst>
        </pc:spChg>
        <pc:spChg chg="add mod">
          <ac:chgData name="Zheng Fei" userId="d19317889db4c986" providerId="LiveId" clId="{AA871E1B-A1EA-4D7E-A62D-1A8AEED4B061}" dt="2022-05-31T03:48:39.858" v="1498"/>
          <ac:spMkLst>
            <pc:docMk/>
            <pc:sldMk cId="2154708253" sldId="452"/>
            <ac:spMk id="5" creationId="{4F27845B-CB7B-236C-DA00-20820A2D89A6}"/>
          </ac:spMkLst>
        </pc:spChg>
        <pc:picChg chg="add del">
          <ac:chgData name="Zheng Fei" userId="d19317889db4c986" providerId="LiveId" clId="{AA871E1B-A1EA-4D7E-A62D-1A8AEED4B061}" dt="2022-05-31T09:17:29.364" v="2867" actId="478"/>
          <ac:picMkLst>
            <pc:docMk/>
            <pc:sldMk cId="2154708253" sldId="452"/>
            <ac:picMk id="6" creationId="{ED4EFE9E-E34E-74A6-1BC1-043BE22FA07E}"/>
          </ac:picMkLst>
        </pc:picChg>
        <pc:picChg chg="add del mod">
          <ac:chgData name="Zheng Fei" userId="d19317889db4c986" providerId="LiveId" clId="{AA871E1B-A1EA-4D7E-A62D-1A8AEED4B061}" dt="2022-05-31T09:17:58.859" v="2876"/>
          <ac:picMkLst>
            <pc:docMk/>
            <pc:sldMk cId="2154708253" sldId="452"/>
            <ac:picMk id="7" creationId="{21DE11D1-59FB-2536-CE4B-C007963263A2}"/>
          </ac:picMkLst>
        </pc:picChg>
        <pc:picChg chg="add mod modCrop">
          <ac:chgData name="Zheng Fei" userId="d19317889db4c986" providerId="LiveId" clId="{AA871E1B-A1EA-4D7E-A62D-1A8AEED4B061}" dt="2022-05-31T09:18:14.850" v="2881" actId="1076"/>
          <ac:picMkLst>
            <pc:docMk/>
            <pc:sldMk cId="2154708253" sldId="452"/>
            <ac:picMk id="8" creationId="{56D5E09F-F7F0-C045-4895-DAFA4AE27826}"/>
          </ac:picMkLst>
        </pc:picChg>
      </pc:sldChg>
      <pc:sldChg chg="addSp delSp modSp add mod ord">
        <pc:chgData name="Zheng Fei" userId="d19317889db4c986" providerId="LiveId" clId="{AA871E1B-A1EA-4D7E-A62D-1A8AEED4B061}" dt="2022-05-31T09:28:57.884" v="3172" actId="1035"/>
        <pc:sldMkLst>
          <pc:docMk/>
          <pc:sldMk cId="2350342937" sldId="453"/>
        </pc:sldMkLst>
        <pc:spChg chg="mod">
          <ac:chgData name="Zheng Fei" userId="d19317889db4c986" providerId="LiveId" clId="{AA871E1B-A1EA-4D7E-A62D-1A8AEED4B061}" dt="2022-05-31T09:28:22.004" v="3145" actId="20577"/>
          <ac:spMkLst>
            <pc:docMk/>
            <pc:sldMk cId="2350342937" sldId="453"/>
            <ac:spMk id="3" creationId="{134E5D6F-4039-1166-CACD-52EA0B71108B}"/>
          </ac:spMkLst>
        </pc:spChg>
        <pc:spChg chg="add mod">
          <ac:chgData name="Zheng Fei" userId="d19317889db4c986" providerId="LiveId" clId="{AA871E1B-A1EA-4D7E-A62D-1A8AEED4B061}" dt="2022-05-31T03:49:08.125" v="1506"/>
          <ac:spMkLst>
            <pc:docMk/>
            <pc:sldMk cId="2350342937" sldId="453"/>
            <ac:spMk id="4" creationId="{E4519701-8846-016C-A5B8-47FEDAFC75BB}"/>
          </ac:spMkLst>
        </pc:spChg>
        <pc:spChg chg="mod">
          <ac:chgData name="Zheng Fei" userId="d19317889db4c986" providerId="LiveId" clId="{AA871E1B-A1EA-4D7E-A62D-1A8AEED4B061}" dt="2022-05-31T09:25:16.217" v="2990"/>
          <ac:spMkLst>
            <pc:docMk/>
            <pc:sldMk cId="2350342937" sldId="453"/>
            <ac:spMk id="6" creationId="{4EE2FD51-B064-F97F-DBE5-0EF5AA11F1DB}"/>
          </ac:spMkLst>
        </pc:spChg>
        <pc:spChg chg="mod">
          <ac:chgData name="Zheng Fei" userId="d19317889db4c986" providerId="LiveId" clId="{AA871E1B-A1EA-4D7E-A62D-1A8AEED4B061}" dt="2022-05-31T09:25:16.217" v="2990"/>
          <ac:spMkLst>
            <pc:docMk/>
            <pc:sldMk cId="2350342937" sldId="453"/>
            <ac:spMk id="9" creationId="{4BDC375E-F378-6075-677D-07895FAD8B3A}"/>
          </ac:spMkLst>
        </pc:spChg>
        <pc:spChg chg="mod">
          <ac:chgData name="Zheng Fei" userId="d19317889db4c986" providerId="LiveId" clId="{AA871E1B-A1EA-4D7E-A62D-1A8AEED4B061}" dt="2022-05-31T09:25:16.217" v="2990"/>
          <ac:spMkLst>
            <pc:docMk/>
            <pc:sldMk cId="2350342937" sldId="453"/>
            <ac:spMk id="11" creationId="{7D1C34CF-F41F-5221-200C-474C34555393}"/>
          </ac:spMkLst>
        </pc:spChg>
        <pc:spChg chg="mod">
          <ac:chgData name="Zheng Fei" userId="d19317889db4c986" providerId="LiveId" clId="{AA871E1B-A1EA-4D7E-A62D-1A8AEED4B061}" dt="2022-05-31T09:25:16.217" v="2990"/>
          <ac:spMkLst>
            <pc:docMk/>
            <pc:sldMk cId="2350342937" sldId="453"/>
            <ac:spMk id="13" creationId="{FCC84F63-585F-3D8D-7A5D-A413620CECDD}"/>
          </ac:spMkLst>
        </pc:spChg>
        <pc:spChg chg="mod">
          <ac:chgData name="Zheng Fei" userId="d19317889db4c986" providerId="LiveId" clId="{AA871E1B-A1EA-4D7E-A62D-1A8AEED4B061}" dt="2022-05-31T09:25:16.217" v="2990"/>
          <ac:spMkLst>
            <pc:docMk/>
            <pc:sldMk cId="2350342937" sldId="453"/>
            <ac:spMk id="15" creationId="{471F65B0-5523-B95C-D779-BA8CC7736957}"/>
          </ac:spMkLst>
        </pc:spChg>
        <pc:spChg chg="mod">
          <ac:chgData name="Zheng Fei" userId="d19317889db4c986" providerId="LiveId" clId="{AA871E1B-A1EA-4D7E-A62D-1A8AEED4B061}" dt="2022-05-31T09:25:16.217" v="2990"/>
          <ac:spMkLst>
            <pc:docMk/>
            <pc:sldMk cId="2350342937" sldId="453"/>
            <ac:spMk id="17" creationId="{1E7FAD8F-125C-A2CA-A757-75332A059680}"/>
          </ac:spMkLst>
        </pc:spChg>
        <pc:spChg chg="mod">
          <ac:chgData name="Zheng Fei" userId="d19317889db4c986" providerId="LiveId" clId="{AA871E1B-A1EA-4D7E-A62D-1A8AEED4B061}" dt="2022-05-31T09:28:28.904" v="3146"/>
          <ac:spMkLst>
            <pc:docMk/>
            <pc:sldMk cId="2350342937" sldId="453"/>
            <ac:spMk id="22" creationId="{3A1E80B9-59BA-FA6A-5B2C-E60379E152B7}"/>
          </ac:spMkLst>
        </pc:spChg>
        <pc:spChg chg="mod">
          <ac:chgData name="Zheng Fei" userId="d19317889db4c986" providerId="LiveId" clId="{AA871E1B-A1EA-4D7E-A62D-1A8AEED4B061}" dt="2022-05-31T09:28:28.904" v="3146"/>
          <ac:spMkLst>
            <pc:docMk/>
            <pc:sldMk cId="2350342937" sldId="453"/>
            <ac:spMk id="25" creationId="{B41CF6AA-5EBF-D933-34F2-AA3F776D546D}"/>
          </ac:spMkLst>
        </pc:spChg>
        <pc:spChg chg="mod">
          <ac:chgData name="Zheng Fei" userId="d19317889db4c986" providerId="LiveId" clId="{AA871E1B-A1EA-4D7E-A62D-1A8AEED4B061}" dt="2022-05-31T09:28:28.904" v="3146"/>
          <ac:spMkLst>
            <pc:docMk/>
            <pc:sldMk cId="2350342937" sldId="453"/>
            <ac:spMk id="27" creationId="{ED78BB12-CD6D-6B96-D196-733C66290D07}"/>
          </ac:spMkLst>
        </pc:spChg>
        <pc:spChg chg="mod">
          <ac:chgData name="Zheng Fei" userId="d19317889db4c986" providerId="LiveId" clId="{AA871E1B-A1EA-4D7E-A62D-1A8AEED4B061}" dt="2022-05-31T09:28:28.904" v="3146"/>
          <ac:spMkLst>
            <pc:docMk/>
            <pc:sldMk cId="2350342937" sldId="453"/>
            <ac:spMk id="29" creationId="{A7883E55-8F80-513D-229E-15DE771FD358}"/>
          </ac:spMkLst>
        </pc:spChg>
        <pc:spChg chg="mod">
          <ac:chgData name="Zheng Fei" userId="d19317889db4c986" providerId="LiveId" clId="{AA871E1B-A1EA-4D7E-A62D-1A8AEED4B061}" dt="2022-05-31T09:28:28.904" v="3146"/>
          <ac:spMkLst>
            <pc:docMk/>
            <pc:sldMk cId="2350342937" sldId="453"/>
            <ac:spMk id="31" creationId="{2CEF3387-D2EC-7360-23FB-6EE769042BEC}"/>
          </ac:spMkLst>
        </pc:spChg>
        <pc:spChg chg="mod">
          <ac:chgData name="Zheng Fei" userId="d19317889db4c986" providerId="LiveId" clId="{AA871E1B-A1EA-4D7E-A62D-1A8AEED4B061}" dt="2022-05-31T09:28:28.904" v="3146"/>
          <ac:spMkLst>
            <pc:docMk/>
            <pc:sldMk cId="2350342937" sldId="453"/>
            <ac:spMk id="33" creationId="{E44FA688-2DD3-8571-B450-841A1ECE7097}"/>
          </ac:spMkLst>
        </pc:spChg>
        <pc:spChg chg="add mod">
          <ac:chgData name="Zheng Fei" userId="d19317889db4c986" providerId="LiveId" clId="{AA871E1B-A1EA-4D7E-A62D-1A8AEED4B061}" dt="2022-05-31T09:28:57.884" v="3172" actId="1035"/>
          <ac:spMkLst>
            <pc:docMk/>
            <pc:sldMk cId="2350342937" sldId="453"/>
            <ac:spMk id="35" creationId="{BD34DCD5-74F0-8004-108D-83EC1E3FDC48}"/>
          </ac:spMkLst>
        </pc:spChg>
        <pc:grpChg chg="add del mod">
          <ac:chgData name="Zheng Fei" userId="d19317889db4c986" providerId="LiveId" clId="{AA871E1B-A1EA-4D7E-A62D-1A8AEED4B061}" dt="2022-05-31T09:28:19.694" v="3144" actId="478"/>
          <ac:grpSpMkLst>
            <pc:docMk/>
            <pc:sldMk cId="2350342937" sldId="453"/>
            <ac:grpSpMk id="5" creationId="{9DECF5C9-33F5-24F7-3E66-D2D42461C462}"/>
          </ac:grpSpMkLst>
        </pc:grpChg>
        <pc:grpChg chg="add mod">
          <ac:chgData name="Zheng Fei" userId="d19317889db4c986" providerId="LiveId" clId="{AA871E1B-A1EA-4D7E-A62D-1A8AEED4B061}" dt="2022-05-31T09:28:57.884" v="3172" actId="1035"/>
          <ac:grpSpMkLst>
            <pc:docMk/>
            <pc:sldMk cId="2350342937" sldId="453"/>
            <ac:grpSpMk id="21" creationId="{91789D76-D8E3-AFFA-3D43-F599F6DAE8FC}"/>
          </ac:grpSpMkLst>
        </pc:grpChg>
        <pc:picChg chg="del mod">
          <ac:chgData name="Zheng Fei" userId="d19317889db4c986" providerId="LiveId" clId="{AA871E1B-A1EA-4D7E-A62D-1A8AEED4B061}" dt="2022-05-31T03:55:15.726" v="1535" actId="478"/>
          <ac:picMkLst>
            <pc:docMk/>
            <pc:sldMk cId="2350342937" sldId="453"/>
            <ac:picMk id="9" creationId="{0C8AF432-3944-6571-FBF6-CC0BD08039B1}"/>
          </ac:picMkLst>
        </pc:picChg>
        <pc:cxnChg chg="mod">
          <ac:chgData name="Zheng Fei" userId="d19317889db4c986" providerId="LiveId" clId="{AA871E1B-A1EA-4D7E-A62D-1A8AEED4B061}" dt="2022-05-31T09:25:16.217" v="2990"/>
          <ac:cxnSpMkLst>
            <pc:docMk/>
            <pc:sldMk cId="2350342937" sldId="453"/>
            <ac:cxnSpMk id="7" creationId="{B1BE3BEE-967A-10B7-E286-152EE4E54964}"/>
          </ac:cxnSpMkLst>
        </pc:cxnChg>
        <pc:cxnChg chg="mod">
          <ac:chgData name="Zheng Fei" userId="d19317889db4c986" providerId="LiveId" clId="{AA871E1B-A1EA-4D7E-A62D-1A8AEED4B061}" dt="2022-05-31T09:25:16.217" v="2990"/>
          <ac:cxnSpMkLst>
            <pc:docMk/>
            <pc:sldMk cId="2350342937" sldId="453"/>
            <ac:cxnSpMk id="8" creationId="{90CD09A2-8E1A-E2CA-9E35-359A2E98C17B}"/>
          </ac:cxnSpMkLst>
        </pc:cxnChg>
        <pc:cxnChg chg="mod">
          <ac:chgData name="Zheng Fei" userId="d19317889db4c986" providerId="LiveId" clId="{AA871E1B-A1EA-4D7E-A62D-1A8AEED4B061}" dt="2022-05-31T09:25:16.217" v="2990"/>
          <ac:cxnSpMkLst>
            <pc:docMk/>
            <pc:sldMk cId="2350342937" sldId="453"/>
            <ac:cxnSpMk id="10" creationId="{8541EB21-8949-AC78-C497-F476A70470D3}"/>
          </ac:cxnSpMkLst>
        </pc:cxnChg>
        <pc:cxnChg chg="mod">
          <ac:chgData name="Zheng Fei" userId="d19317889db4c986" providerId="LiveId" clId="{AA871E1B-A1EA-4D7E-A62D-1A8AEED4B061}" dt="2022-05-31T09:25:16.217" v="2990"/>
          <ac:cxnSpMkLst>
            <pc:docMk/>
            <pc:sldMk cId="2350342937" sldId="453"/>
            <ac:cxnSpMk id="12" creationId="{D534B543-90BD-7479-43B8-4D430F55F9A1}"/>
          </ac:cxnSpMkLst>
        </pc:cxnChg>
        <pc:cxnChg chg="mod">
          <ac:chgData name="Zheng Fei" userId="d19317889db4c986" providerId="LiveId" clId="{AA871E1B-A1EA-4D7E-A62D-1A8AEED4B061}" dt="2022-05-31T09:25:16.217" v="2990"/>
          <ac:cxnSpMkLst>
            <pc:docMk/>
            <pc:sldMk cId="2350342937" sldId="453"/>
            <ac:cxnSpMk id="14" creationId="{71A69AC4-BF54-B700-6A58-E0ADB50F181C}"/>
          </ac:cxnSpMkLst>
        </pc:cxnChg>
        <pc:cxnChg chg="mod">
          <ac:chgData name="Zheng Fei" userId="d19317889db4c986" providerId="LiveId" clId="{AA871E1B-A1EA-4D7E-A62D-1A8AEED4B061}" dt="2022-05-31T09:25:16.217" v="2990"/>
          <ac:cxnSpMkLst>
            <pc:docMk/>
            <pc:sldMk cId="2350342937" sldId="453"/>
            <ac:cxnSpMk id="16" creationId="{76C4B4E7-D03F-DA4C-1F7A-5A494A68B827}"/>
          </ac:cxnSpMkLst>
        </pc:cxnChg>
        <pc:cxnChg chg="mod">
          <ac:chgData name="Zheng Fei" userId="d19317889db4c986" providerId="LiveId" clId="{AA871E1B-A1EA-4D7E-A62D-1A8AEED4B061}" dt="2022-05-31T09:25:16.217" v="2990"/>
          <ac:cxnSpMkLst>
            <pc:docMk/>
            <pc:sldMk cId="2350342937" sldId="453"/>
            <ac:cxnSpMk id="18" creationId="{AA772106-86B6-BF96-D8A2-3B52FC2B2161}"/>
          </ac:cxnSpMkLst>
        </pc:cxnChg>
        <pc:cxnChg chg="mod">
          <ac:chgData name="Zheng Fei" userId="d19317889db4c986" providerId="LiveId" clId="{AA871E1B-A1EA-4D7E-A62D-1A8AEED4B061}" dt="2022-05-31T09:28:19.694" v="3144" actId="478"/>
          <ac:cxnSpMkLst>
            <pc:docMk/>
            <pc:sldMk cId="2350342937" sldId="453"/>
            <ac:cxnSpMk id="19" creationId="{8F038E64-69E2-6396-BC70-A42B179399B1}"/>
          </ac:cxnSpMkLst>
        </pc:cxnChg>
        <pc:cxnChg chg="mod">
          <ac:chgData name="Zheng Fei" userId="d19317889db4c986" providerId="LiveId" clId="{AA871E1B-A1EA-4D7E-A62D-1A8AEED4B061}" dt="2022-05-31T09:28:19.694" v="3144" actId="478"/>
          <ac:cxnSpMkLst>
            <pc:docMk/>
            <pc:sldMk cId="2350342937" sldId="453"/>
            <ac:cxnSpMk id="20" creationId="{1EE2913D-C604-6C2E-DDAA-142206FE9609}"/>
          </ac:cxnSpMkLst>
        </pc:cxnChg>
        <pc:cxnChg chg="mod">
          <ac:chgData name="Zheng Fei" userId="d19317889db4c986" providerId="LiveId" clId="{AA871E1B-A1EA-4D7E-A62D-1A8AEED4B061}" dt="2022-05-31T09:28:28.904" v="3146"/>
          <ac:cxnSpMkLst>
            <pc:docMk/>
            <pc:sldMk cId="2350342937" sldId="453"/>
            <ac:cxnSpMk id="23" creationId="{81484EA5-97D8-BD24-2CD4-6D4B5DCD0B3E}"/>
          </ac:cxnSpMkLst>
        </pc:cxnChg>
        <pc:cxnChg chg="mod">
          <ac:chgData name="Zheng Fei" userId="d19317889db4c986" providerId="LiveId" clId="{AA871E1B-A1EA-4D7E-A62D-1A8AEED4B061}" dt="2022-05-31T09:28:28.904" v="3146"/>
          <ac:cxnSpMkLst>
            <pc:docMk/>
            <pc:sldMk cId="2350342937" sldId="453"/>
            <ac:cxnSpMk id="24" creationId="{0336F665-E6DB-19C4-C172-D2C15FA7CFC1}"/>
          </ac:cxnSpMkLst>
        </pc:cxnChg>
        <pc:cxnChg chg="mod">
          <ac:chgData name="Zheng Fei" userId="d19317889db4c986" providerId="LiveId" clId="{AA871E1B-A1EA-4D7E-A62D-1A8AEED4B061}" dt="2022-05-31T09:28:28.904" v="3146"/>
          <ac:cxnSpMkLst>
            <pc:docMk/>
            <pc:sldMk cId="2350342937" sldId="453"/>
            <ac:cxnSpMk id="26" creationId="{FD3CFB72-B85E-C8EB-749D-CCD559562502}"/>
          </ac:cxnSpMkLst>
        </pc:cxnChg>
        <pc:cxnChg chg="mod">
          <ac:chgData name="Zheng Fei" userId="d19317889db4c986" providerId="LiveId" clId="{AA871E1B-A1EA-4D7E-A62D-1A8AEED4B061}" dt="2022-05-31T09:28:28.904" v="3146"/>
          <ac:cxnSpMkLst>
            <pc:docMk/>
            <pc:sldMk cId="2350342937" sldId="453"/>
            <ac:cxnSpMk id="28" creationId="{019B9B2C-5840-4692-E0C1-5211A288C515}"/>
          </ac:cxnSpMkLst>
        </pc:cxnChg>
        <pc:cxnChg chg="mod">
          <ac:chgData name="Zheng Fei" userId="d19317889db4c986" providerId="LiveId" clId="{AA871E1B-A1EA-4D7E-A62D-1A8AEED4B061}" dt="2022-05-31T09:28:28.904" v="3146"/>
          <ac:cxnSpMkLst>
            <pc:docMk/>
            <pc:sldMk cId="2350342937" sldId="453"/>
            <ac:cxnSpMk id="30" creationId="{7AEC3A0C-83B6-305A-978F-B81593BE18A0}"/>
          </ac:cxnSpMkLst>
        </pc:cxnChg>
        <pc:cxnChg chg="mod">
          <ac:chgData name="Zheng Fei" userId="d19317889db4c986" providerId="LiveId" clId="{AA871E1B-A1EA-4D7E-A62D-1A8AEED4B061}" dt="2022-05-31T09:28:28.904" v="3146"/>
          <ac:cxnSpMkLst>
            <pc:docMk/>
            <pc:sldMk cId="2350342937" sldId="453"/>
            <ac:cxnSpMk id="32" creationId="{FFAC9A5C-2D9B-F69E-A84F-B6E27FDD6845}"/>
          </ac:cxnSpMkLst>
        </pc:cxnChg>
        <pc:cxnChg chg="mod">
          <ac:chgData name="Zheng Fei" userId="d19317889db4c986" providerId="LiveId" clId="{AA871E1B-A1EA-4D7E-A62D-1A8AEED4B061}" dt="2022-05-31T09:28:28.904" v="3146"/>
          <ac:cxnSpMkLst>
            <pc:docMk/>
            <pc:sldMk cId="2350342937" sldId="453"/>
            <ac:cxnSpMk id="34" creationId="{C6E05EF9-DFF7-85D6-535F-D3E0DADDF539}"/>
          </ac:cxnSpMkLst>
        </pc:cxnChg>
        <pc:cxnChg chg="add mod">
          <ac:chgData name="Zheng Fei" userId="d19317889db4c986" providerId="LiveId" clId="{AA871E1B-A1EA-4D7E-A62D-1A8AEED4B061}" dt="2022-05-31T09:28:57.884" v="3172" actId="1035"/>
          <ac:cxnSpMkLst>
            <pc:docMk/>
            <pc:sldMk cId="2350342937" sldId="453"/>
            <ac:cxnSpMk id="36" creationId="{778E2581-B1AF-A0B9-6BED-133F74E3BF80}"/>
          </ac:cxnSpMkLst>
        </pc:cxnChg>
        <pc:cxnChg chg="add mod">
          <ac:chgData name="Zheng Fei" userId="d19317889db4c986" providerId="LiveId" clId="{AA871E1B-A1EA-4D7E-A62D-1A8AEED4B061}" dt="2022-05-31T09:28:57.884" v="3172" actId="1035"/>
          <ac:cxnSpMkLst>
            <pc:docMk/>
            <pc:sldMk cId="2350342937" sldId="453"/>
            <ac:cxnSpMk id="38" creationId="{85021E4C-E756-1370-98EA-B01EEBFC30BE}"/>
          </ac:cxnSpMkLst>
        </pc:cxnChg>
      </pc:sldChg>
      <pc:sldChg chg="delSp modSp add mod">
        <pc:chgData name="Zheng Fei" userId="d19317889db4c986" providerId="LiveId" clId="{AA871E1B-A1EA-4D7E-A62D-1A8AEED4B061}" dt="2022-05-31T09:23:29.832" v="2967" actId="20577"/>
        <pc:sldMkLst>
          <pc:docMk/>
          <pc:sldMk cId="2984786761" sldId="454"/>
        </pc:sldMkLst>
        <pc:spChg chg="mod">
          <ac:chgData name="Zheng Fei" userId="d19317889db4c986" providerId="LiveId" clId="{AA871E1B-A1EA-4D7E-A62D-1A8AEED4B061}" dt="2022-05-31T09:23:29.832" v="2967" actId="20577"/>
          <ac:spMkLst>
            <pc:docMk/>
            <pc:sldMk cId="2984786761" sldId="454"/>
            <ac:spMk id="3" creationId="{134E5D6F-4039-1166-CACD-52EA0B71108B}"/>
          </ac:spMkLst>
        </pc:spChg>
        <pc:spChg chg="mod">
          <ac:chgData name="Zheng Fei" userId="d19317889db4c986" providerId="LiveId" clId="{AA871E1B-A1EA-4D7E-A62D-1A8AEED4B061}" dt="2022-05-31T09:23:27.661" v="2966"/>
          <ac:spMkLst>
            <pc:docMk/>
            <pc:sldMk cId="2984786761" sldId="454"/>
            <ac:spMk id="4" creationId="{E4519701-8846-016C-A5B8-47FEDAFC75BB}"/>
          </ac:spMkLst>
        </pc:spChg>
        <pc:picChg chg="del">
          <ac:chgData name="Zheng Fei" userId="d19317889db4c986" providerId="LiveId" clId="{AA871E1B-A1EA-4D7E-A62D-1A8AEED4B061}" dt="2022-05-31T03:54:10.286" v="1522" actId="478"/>
          <ac:picMkLst>
            <pc:docMk/>
            <pc:sldMk cId="2984786761" sldId="454"/>
            <ac:picMk id="9" creationId="{0C8AF432-3944-6571-FBF6-CC0BD08039B1}"/>
          </ac:picMkLst>
        </pc:picChg>
      </pc:sldChg>
      <pc:sldChg chg="addSp modSp add mod ord">
        <pc:chgData name="Zheng Fei" userId="d19317889db4c986" providerId="LiveId" clId="{AA871E1B-A1EA-4D7E-A62D-1A8AEED4B061}" dt="2022-05-31T09:23:35.722" v="2968"/>
        <pc:sldMkLst>
          <pc:docMk/>
          <pc:sldMk cId="898951025" sldId="455"/>
        </pc:sldMkLst>
        <pc:spChg chg="add mod">
          <ac:chgData name="Zheng Fei" userId="d19317889db4c986" providerId="LiveId" clId="{AA871E1B-A1EA-4D7E-A62D-1A8AEED4B061}" dt="2022-05-31T09:23:35.722" v="2968"/>
          <ac:spMkLst>
            <pc:docMk/>
            <pc:sldMk cId="898951025" sldId="455"/>
            <ac:spMk id="3" creationId="{8F206EF5-0006-BA15-3018-9A0B78944411}"/>
          </ac:spMkLst>
        </pc:spChg>
        <pc:spChg chg="mod">
          <ac:chgData name="Zheng Fei" userId="d19317889db4c986" providerId="LiveId" clId="{AA871E1B-A1EA-4D7E-A62D-1A8AEED4B061}" dt="2022-05-31T09:20:53.915" v="2936" actId="20577"/>
          <ac:spMkLst>
            <pc:docMk/>
            <pc:sldMk cId="898951025" sldId="455"/>
            <ac:spMk id="4" creationId="{3A125DFB-597D-EA17-F628-6E5F36C4DBC1}"/>
          </ac:spMkLst>
        </pc:spChg>
      </pc:sldChg>
      <pc:sldChg chg="addSp modSp new mod">
        <pc:chgData name="Zheng Fei" userId="d19317889db4c986" providerId="LiveId" clId="{AA871E1B-A1EA-4D7E-A62D-1A8AEED4B061}" dt="2022-05-31T09:39:09.908" v="3222" actId="207"/>
        <pc:sldMkLst>
          <pc:docMk/>
          <pc:sldMk cId="3050760092" sldId="456"/>
        </pc:sldMkLst>
        <pc:spChg chg="add mod">
          <ac:chgData name="Zheng Fei" userId="d19317889db4c986" providerId="LiveId" clId="{AA871E1B-A1EA-4D7E-A62D-1A8AEED4B061}" dt="2022-05-31T09:39:09.908" v="3222" actId="207"/>
          <ac:spMkLst>
            <pc:docMk/>
            <pc:sldMk cId="3050760092" sldId="456"/>
            <ac:spMk id="2" creationId="{90813EB0-2250-9EFE-07D4-87C99A616B12}"/>
          </ac:spMkLst>
        </pc:spChg>
      </pc:sldChg>
      <pc:sldChg chg="addSp delSp modSp add mod ord">
        <pc:chgData name="Zheng Fei" userId="d19317889db4c986" providerId="LiveId" clId="{AA871E1B-A1EA-4D7E-A62D-1A8AEED4B061}" dt="2022-06-01T06:06:41.818" v="3286" actId="20577"/>
        <pc:sldMkLst>
          <pc:docMk/>
          <pc:sldMk cId="0" sldId="457"/>
        </pc:sldMkLst>
        <pc:spChg chg="add del mod">
          <ac:chgData name="Zheng Fei" userId="d19317889db4c986" providerId="LiveId" clId="{AA871E1B-A1EA-4D7E-A62D-1A8AEED4B061}" dt="2022-05-31T08:21:26.042" v="1783" actId="478"/>
          <ac:spMkLst>
            <pc:docMk/>
            <pc:sldMk cId="0" sldId="457"/>
            <ac:spMk id="3" creationId="{F63945DD-6CB5-4FD2-1238-98B49CFEF24F}"/>
          </ac:spMkLst>
        </pc:spChg>
        <pc:spChg chg="add mod">
          <ac:chgData name="Zheng Fei" userId="d19317889db4c986" providerId="LiveId" clId="{AA871E1B-A1EA-4D7E-A62D-1A8AEED4B061}" dt="2022-06-01T06:06:16.150" v="3268" actId="114"/>
          <ac:spMkLst>
            <pc:docMk/>
            <pc:sldMk cId="0" sldId="457"/>
            <ac:spMk id="19" creationId="{5976A5AC-801A-492E-60C2-D1DA88EB964A}"/>
          </ac:spMkLst>
        </pc:spChg>
        <pc:spChg chg="add mod">
          <ac:chgData name="Zheng Fei" userId="d19317889db4c986" providerId="LiveId" clId="{AA871E1B-A1EA-4D7E-A62D-1A8AEED4B061}" dt="2022-06-01T06:06:41.818" v="3286" actId="20577"/>
          <ac:spMkLst>
            <pc:docMk/>
            <pc:sldMk cId="0" sldId="457"/>
            <ac:spMk id="21" creationId="{E1C0B9DF-C2DC-881A-A8EF-665AA2538BC4}"/>
          </ac:spMkLst>
        </pc:spChg>
        <pc:spChg chg="del">
          <ac:chgData name="Zheng Fei" userId="d19317889db4c986" providerId="LiveId" clId="{AA871E1B-A1EA-4D7E-A62D-1A8AEED4B061}" dt="2022-05-31T08:21:24.612" v="1782" actId="478"/>
          <ac:spMkLst>
            <pc:docMk/>
            <pc:sldMk cId="0" sldId="457"/>
            <ac:spMk id="195587" creationId="{83DCF0C4-D4B8-38FD-4847-2FC3FA7E2F5D}"/>
          </ac:spMkLst>
        </pc:spChg>
        <pc:spChg chg="mod">
          <ac:chgData name="Zheng Fei" userId="d19317889db4c986" providerId="LiveId" clId="{AA871E1B-A1EA-4D7E-A62D-1A8AEED4B061}" dt="2022-05-31T08:24:28.562" v="1849" actId="2710"/>
          <ac:spMkLst>
            <pc:docMk/>
            <pc:sldMk cId="0" sldId="457"/>
            <ac:spMk id="195603" creationId="{542FE83A-0B90-8BA3-BB65-DF5C34F0D7C7}"/>
          </ac:spMkLst>
        </pc:spChg>
        <pc:spChg chg="del">
          <ac:chgData name="Zheng Fei" userId="d19317889db4c986" providerId="LiveId" clId="{AA871E1B-A1EA-4D7E-A62D-1A8AEED4B061}" dt="2022-05-31T09:37:17.957" v="3220" actId="478"/>
          <ac:spMkLst>
            <pc:docMk/>
            <pc:sldMk cId="0" sldId="457"/>
            <ac:spMk id="195613" creationId="{6283C583-5BF1-FC70-38C6-E84F30461950}"/>
          </ac:spMkLst>
        </pc:spChg>
        <pc:graphicFrameChg chg="del">
          <ac:chgData name="Zheng Fei" userId="d19317889db4c986" providerId="LiveId" clId="{AA871E1B-A1EA-4D7E-A62D-1A8AEED4B061}" dt="2022-05-31T08:21:26.912" v="1784" actId="478"/>
          <ac:graphicFrameMkLst>
            <pc:docMk/>
            <pc:sldMk cId="0" sldId="457"/>
            <ac:graphicFrameMk id="195588" creationId="{21CF03D1-9D38-BB06-164B-28FF3DFFDDCC}"/>
          </ac:graphicFrameMkLst>
        </pc:graphicFrameChg>
        <pc:graphicFrameChg chg="del">
          <ac:chgData name="Zheng Fei" userId="d19317889db4c986" providerId="LiveId" clId="{AA871E1B-A1EA-4D7E-A62D-1A8AEED4B061}" dt="2022-05-31T08:21:27.491" v="1785" actId="478"/>
          <ac:graphicFrameMkLst>
            <pc:docMk/>
            <pc:sldMk cId="0" sldId="457"/>
            <ac:graphicFrameMk id="195590" creationId="{8408FFC0-EAE6-541F-F689-9A838FE8DC9A}"/>
          </ac:graphicFrameMkLst>
        </pc:graphicFrameChg>
        <pc:graphicFrameChg chg="del">
          <ac:chgData name="Zheng Fei" userId="d19317889db4c986" providerId="LiveId" clId="{AA871E1B-A1EA-4D7E-A62D-1A8AEED4B061}" dt="2022-05-31T08:21:28.471" v="1786" actId="478"/>
          <ac:graphicFrameMkLst>
            <pc:docMk/>
            <pc:sldMk cId="0" sldId="457"/>
            <ac:graphicFrameMk id="195592" creationId="{14777F7C-47C9-1E7C-9F7E-771A2AD8947A}"/>
          </ac:graphicFrameMkLst>
        </pc:graphicFrameChg>
      </pc:sldChg>
      <pc:sldChg chg="add">
        <pc:chgData name="Zheng Fei" userId="d19317889db4c986" providerId="LiveId" clId="{AA871E1B-A1EA-4D7E-A62D-1A8AEED4B061}" dt="2022-05-31T08:23:18.670" v="1791"/>
        <pc:sldMkLst>
          <pc:docMk/>
          <pc:sldMk cId="3563612223" sldId="458"/>
        </pc:sldMkLst>
      </pc:sldChg>
      <pc:sldChg chg="modSp add ord">
        <pc:chgData name="Zheng Fei" userId="d19317889db4c986" providerId="LiveId" clId="{AA871E1B-A1EA-4D7E-A62D-1A8AEED4B061}" dt="2022-05-31T09:05:50.835" v="2481"/>
        <pc:sldMkLst>
          <pc:docMk/>
          <pc:sldMk cId="1657241544" sldId="459"/>
        </pc:sldMkLst>
        <pc:spChg chg="mod">
          <ac:chgData name="Zheng Fei" userId="d19317889db4c986" providerId="LiveId" clId="{AA871E1B-A1EA-4D7E-A62D-1A8AEED4B061}" dt="2022-05-31T09:05:47.278" v="2479" actId="20577"/>
          <ac:spMkLst>
            <pc:docMk/>
            <pc:sldMk cId="1657241544" sldId="459"/>
            <ac:spMk id="4" creationId="{541F518A-0F4C-A6A6-BAD2-3C6D549B65FF}"/>
          </ac:spMkLst>
        </pc:spChg>
      </pc:sldChg>
      <pc:sldChg chg="delSp add del mod">
        <pc:chgData name="Zheng Fei" userId="d19317889db4c986" providerId="LiveId" clId="{AA871E1B-A1EA-4D7E-A62D-1A8AEED4B061}" dt="2022-05-31T09:18:04.630" v="2878" actId="47"/>
        <pc:sldMkLst>
          <pc:docMk/>
          <pc:sldMk cId="644665051" sldId="460"/>
        </pc:sldMkLst>
        <pc:picChg chg="del">
          <ac:chgData name="Zheng Fei" userId="d19317889db4c986" providerId="LiveId" clId="{AA871E1B-A1EA-4D7E-A62D-1A8AEED4B061}" dt="2022-05-31T09:18:02.450" v="2877" actId="21"/>
          <ac:picMkLst>
            <pc:docMk/>
            <pc:sldMk cId="644665051" sldId="460"/>
            <ac:picMk id="3" creationId="{88297295-F66E-F349-9FC0-6FA9EDCE3AAE}"/>
          </ac:picMkLst>
        </pc:picChg>
      </pc:sldChg>
      <pc:sldChg chg="addSp delSp modSp add mod ord">
        <pc:chgData name="Zheng Fei" userId="d19317889db4c986" providerId="LiveId" clId="{AA871E1B-A1EA-4D7E-A62D-1A8AEED4B061}" dt="2022-05-31T09:17:17.087" v="2865"/>
        <pc:sldMkLst>
          <pc:docMk/>
          <pc:sldMk cId="2922804884" sldId="461"/>
        </pc:sldMkLst>
        <pc:spChg chg="mod">
          <ac:chgData name="Zheng Fei" userId="d19317889db4c986" providerId="LiveId" clId="{AA871E1B-A1EA-4D7E-A62D-1A8AEED4B061}" dt="2022-05-31T09:17:09.291" v="2863" actId="1076"/>
          <ac:spMkLst>
            <pc:docMk/>
            <pc:sldMk cId="2922804884" sldId="461"/>
            <ac:spMk id="4" creationId="{AB973315-5E4F-4E56-E0C7-FB2B99A4F3A8}"/>
          </ac:spMkLst>
        </pc:spChg>
        <pc:picChg chg="del">
          <ac:chgData name="Zheng Fei" userId="d19317889db4c986" providerId="LiveId" clId="{AA871E1B-A1EA-4D7E-A62D-1A8AEED4B061}" dt="2022-05-31T09:16:05.829" v="2855" actId="478"/>
          <ac:picMkLst>
            <pc:docMk/>
            <pc:sldMk cId="2922804884" sldId="461"/>
            <ac:picMk id="6" creationId="{ED4EFE9E-E34E-74A6-1BC1-043BE22FA07E}"/>
          </ac:picMkLst>
        </pc:picChg>
        <pc:picChg chg="add mod modCrop">
          <ac:chgData name="Zheng Fei" userId="d19317889db4c986" providerId="LiveId" clId="{AA871E1B-A1EA-4D7E-A62D-1A8AEED4B061}" dt="2022-05-31T09:16:25.879" v="2861" actId="1076"/>
          <ac:picMkLst>
            <pc:docMk/>
            <pc:sldMk cId="2922804884" sldId="461"/>
            <ac:picMk id="7" creationId="{F88FBFBA-D99A-B7F0-54E0-1E085C875251}"/>
          </ac:picMkLst>
        </pc:picChg>
      </pc:sldChg>
      <pc:sldChg chg="addSp delSp modSp add mod">
        <pc:chgData name="Zheng Fei" userId="d19317889db4c986" providerId="LiveId" clId="{AA871E1B-A1EA-4D7E-A62D-1A8AEED4B061}" dt="2022-05-31T09:19:46.270" v="2926" actId="20577"/>
        <pc:sldMkLst>
          <pc:docMk/>
          <pc:sldMk cId="4124036605" sldId="462"/>
        </pc:sldMkLst>
        <pc:spChg chg="add del mod">
          <ac:chgData name="Zheng Fei" userId="d19317889db4c986" providerId="LiveId" clId="{AA871E1B-A1EA-4D7E-A62D-1A8AEED4B061}" dt="2022-05-31T09:19:24.821" v="2919" actId="478"/>
          <ac:spMkLst>
            <pc:docMk/>
            <pc:sldMk cId="4124036605" sldId="462"/>
            <ac:spMk id="2" creationId="{E2336EF8-B46C-CE6A-2441-422AC78C55D6}"/>
          </ac:spMkLst>
        </pc:spChg>
        <pc:spChg chg="mod">
          <ac:chgData name="Zheng Fei" userId="d19317889db4c986" providerId="LiveId" clId="{AA871E1B-A1EA-4D7E-A62D-1A8AEED4B061}" dt="2022-05-31T09:18:22.500" v="2882" actId="20577"/>
          <ac:spMkLst>
            <pc:docMk/>
            <pc:sldMk cId="4124036605" sldId="462"/>
            <ac:spMk id="4" creationId="{AB973315-5E4F-4E56-E0C7-FB2B99A4F3A8}"/>
          </ac:spMkLst>
        </pc:spChg>
        <pc:spChg chg="add mod">
          <ac:chgData name="Zheng Fei" userId="d19317889db4c986" providerId="LiveId" clId="{AA871E1B-A1EA-4D7E-A62D-1A8AEED4B061}" dt="2022-05-31T09:19:46.270" v="2926" actId="20577"/>
          <ac:spMkLst>
            <pc:docMk/>
            <pc:sldMk cId="4124036605" sldId="462"/>
            <ac:spMk id="7" creationId="{02AD95F3-BB18-CF73-95AF-FD2F58C1B2F0}"/>
          </ac:spMkLst>
        </pc:spChg>
        <pc:picChg chg="mod">
          <ac:chgData name="Zheng Fei" userId="d19317889db4c986" providerId="LiveId" clId="{AA871E1B-A1EA-4D7E-A62D-1A8AEED4B061}" dt="2022-05-31T09:18:36.790" v="2889" actId="1076"/>
          <ac:picMkLst>
            <pc:docMk/>
            <pc:sldMk cId="4124036605" sldId="462"/>
            <ac:picMk id="6" creationId="{ED4EFE9E-E34E-74A6-1BC1-043BE22FA07E}"/>
          </ac:picMkLst>
        </pc:picChg>
      </pc:sldChg>
      <pc:sldChg chg="addSp delSp modSp add del mod ord">
        <pc:chgData name="Zheng Fei" userId="d19317889db4c986" providerId="LiveId" clId="{AA871E1B-A1EA-4D7E-A62D-1A8AEED4B061}" dt="2022-05-31T09:24:03.172" v="2977" actId="47"/>
        <pc:sldMkLst>
          <pc:docMk/>
          <pc:sldMk cId="1977034973" sldId="463"/>
        </pc:sldMkLst>
        <pc:spChg chg="del mod">
          <ac:chgData name="Zheng Fei" userId="d19317889db4c986" providerId="LiveId" clId="{AA871E1B-A1EA-4D7E-A62D-1A8AEED4B061}" dt="2022-05-31T09:23:48.462" v="2971" actId="21"/>
          <ac:spMkLst>
            <pc:docMk/>
            <pc:sldMk cId="1977034973" sldId="463"/>
            <ac:spMk id="3" creationId="{134E5D6F-4039-1166-CACD-52EA0B71108B}"/>
          </ac:spMkLst>
        </pc:spChg>
        <pc:spChg chg="add mod">
          <ac:chgData name="Zheng Fei" userId="d19317889db4c986" providerId="LiveId" clId="{AA871E1B-A1EA-4D7E-A62D-1A8AEED4B061}" dt="2022-05-31T09:23:48.462" v="2971" actId="21"/>
          <ac:spMkLst>
            <pc:docMk/>
            <pc:sldMk cId="1977034973" sldId="463"/>
            <ac:spMk id="5" creationId="{B6C8A7EB-FAC8-F7E3-014A-2CA36A63C264}"/>
          </ac:spMkLst>
        </pc:spChg>
      </pc:sldChg>
      <pc:sldChg chg="addSp modSp add mod ord">
        <pc:chgData name="Zheng Fei" userId="d19317889db4c986" providerId="LiveId" clId="{AA871E1B-A1EA-4D7E-A62D-1A8AEED4B061}" dt="2022-05-31T09:24:26.602" v="2988" actId="1076"/>
        <pc:sldMkLst>
          <pc:docMk/>
          <pc:sldMk cId="901248136" sldId="464"/>
        </pc:sldMkLst>
        <pc:spChg chg="mod">
          <ac:chgData name="Zheng Fei" userId="d19317889db4c986" providerId="LiveId" clId="{AA871E1B-A1EA-4D7E-A62D-1A8AEED4B061}" dt="2022-05-31T09:24:26.602" v="2988" actId="1076"/>
          <ac:spMkLst>
            <pc:docMk/>
            <pc:sldMk cId="901248136" sldId="464"/>
            <ac:spMk id="3" creationId="{134E5D6F-4039-1166-CACD-52EA0B71108B}"/>
          </ac:spMkLst>
        </pc:spChg>
        <pc:spChg chg="mod">
          <ac:chgData name="Zheng Fei" userId="d19317889db4c986" providerId="LiveId" clId="{AA871E1B-A1EA-4D7E-A62D-1A8AEED4B061}" dt="2022-05-31T09:24:20.322" v="2987"/>
          <ac:spMkLst>
            <pc:docMk/>
            <pc:sldMk cId="901248136" sldId="464"/>
            <ac:spMk id="4" creationId="{E4519701-8846-016C-A5B8-47FEDAFC75BB}"/>
          </ac:spMkLst>
        </pc:spChg>
        <pc:spChg chg="add mod">
          <ac:chgData name="Zheng Fei" userId="d19317889db4c986" providerId="LiveId" clId="{AA871E1B-A1EA-4D7E-A62D-1A8AEED4B061}" dt="2022-05-31T09:24:13.262" v="2979" actId="1076"/>
          <ac:spMkLst>
            <pc:docMk/>
            <pc:sldMk cId="901248136" sldId="464"/>
            <ac:spMk id="5" creationId="{BD65C7C2-3A95-6EBF-5B38-25F9617D0D93}"/>
          </ac:spMkLst>
        </pc:spChg>
      </pc:sldChg>
      <pc:sldChg chg="addSp delSp modSp add mod ord">
        <pc:chgData name="Zheng Fei" userId="d19317889db4c986" providerId="LiveId" clId="{AA871E1B-A1EA-4D7E-A62D-1A8AEED4B061}" dt="2022-05-31T09:29:02.924" v="3173" actId="164"/>
        <pc:sldMkLst>
          <pc:docMk/>
          <pc:sldMk cId="2651898088" sldId="465"/>
        </pc:sldMkLst>
        <pc:spChg chg="add mod">
          <ac:chgData name="Zheng Fei" userId="d19317889db4c986" providerId="LiveId" clId="{AA871E1B-A1EA-4D7E-A62D-1A8AEED4B061}" dt="2022-05-31T09:29:02.924" v="3173" actId="164"/>
          <ac:spMkLst>
            <pc:docMk/>
            <pc:sldMk cId="2651898088" sldId="465"/>
            <ac:spMk id="2" creationId="{8CA54579-0146-1C47-D937-9FA8A61E745F}"/>
          </ac:spMkLst>
        </pc:spChg>
        <pc:spChg chg="mod ord">
          <ac:chgData name="Zheng Fei" userId="d19317889db4c986" providerId="LiveId" clId="{AA871E1B-A1EA-4D7E-A62D-1A8AEED4B061}" dt="2022-05-31T09:26:36.073" v="3006" actId="20577"/>
          <ac:spMkLst>
            <pc:docMk/>
            <pc:sldMk cId="2651898088" sldId="465"/>
            <ac:spMk id="3" creationId="{134E5D6F-4039-1166-CACD-52EA0B71108B}"/>
          </ac:spMkLst>
        </pc:spChg>
        <pc:spChg chg="mod">
          <ac:chgData name="Zheng Fei" userId="d19317889db4c986" providerId="LiveId" clId="{AA871E1B-A1EA-4D7E-A62D-1A8AEED4B061}" dt="2022-05-31T09:27:15.009" v="3117" actId="14100"/>
          <ac:spMkLst>
            <pc:docMk/>
            <pc:sldMk cId="2651898088" sldId="465"/>
            <ac:spMk id="6" creationId="{4EE2FD51-B064-F97F-DBE5-0EF5AA11F1DB}"/>
          </ac:spMkLst>
        </pc:spChg>
        <pc:spChg chg="mod">
          <ac:chgData name="Zheng Fei" userId="d19317889db4c986" providerId="LiveId" clId="{AA871E1B-A1EA-4D7E-A62D-1A8AEED4B061}" dt="2022-05-31T09:26:56.803" v="3033" actId="1037"/>
          <ac:spMkLst>
            <pc:docMk/>
            <pc:sldMk cId="2651898088" sldId="465"/>
            <ac:spMk id="13" creationId="{FCC84F63-585F-3D8D-7A5D-A413620CECDD}"/>
          </ac:spMkLst>
        </pc:spChg>
        <pc:spChg chg="mod">
          <ac:chgData name="Zheng Fei" userId="d19317889db4c986" providerId="LiveId" clId="{AA871E1B-A1EA-4D7E-A62D-1A8AEED4B061}" dt="2022-05-31T09:27:02.233" v="3087" actId="1037"/>
          <ac:spMkLst>
            <pc:docMk/>
            <pc:sldMk cId="2651898088" sldId="465"/>
            <ac:spMk id="15" creationId="{471F65B0-5523-B95C-D779-BA8CC7736957}"/>
          </ac:spMkLst>
        </pc:spChg>
        <pc:spChg chg="mod">
          <ac:chgData name="Zheng Fei" userId="d19317889db4c986" providerId="LiveId" clId="{AA871E1B-A1EA-4D7E-A62D-1A8AEED4B061}" dt="2022-05-31T09:26:38.693" v="3007"/>
          <ac:spMkLst>
            <pc:docMk/>
            <pc:sldMk cId="2651898088" sldId="465"/>
            <ac:spMk id="22" creationId="{12A306AC-2EF8-2BA2-0714-148EB70E5642}"/>
          </ac:spMkLst>
        </pc:spChg>
        <pc:spChg chg="mod">
          <ac:chgData name="Zheng Fei" userId="d19317889db4c986" providerId="LiveId" clId="{AA871E1B-A1EA-4D7E-A62D-1A8AEED4B061}" dt="2022-05-31T09:26:38.693" v="3007"/>
          <ac:spMkLst>
            <pc:docMk/>
            <pc:sldMk cId="2651898088" sldId="465"/>
            <ac:spMk id="25" creationId="{160BDF19-8B53-44C9-8748-C6DFCD69FC7C}"/>
          </ac:spMkLst>
        </pc:spChg>
        <pc:spChg chg="mod">
          <ac:chgData name="Zheng Fei" userId="d19317889db4c986" providerId="LiveId" clId="{AA871E1B-A1EA-4D7E-A62D-1A8AEED4B061}" dt="2022-05-31T09:26:38.693" v="3007"/>
          <ac:spMkLst>
            <pc:docMk/>
            <pc:sldMk cId="2651898088" sldId="465"/>
            <ac:spMk id="27" creationId="{4244509A-169C-CD97-9FED-932CF3D7EC95}"/>
          </ac:spMkLst>
        </pc:spChg>
        <pc:spChg chg="mod">
          <ac:chgData name="Zheng Fei" userId="d19317889db4c986" providerId="LiveId" clId="{AA871E1B-A1EA-4D7E-A62D-1A8AEED4B061}" dt="2022-05-31T09:26:38.693" v="3007"/>
          <ac:spMkLst>
            <pc:docMk/>
            <pc:sldMk cId="2651898088" sldId="465"/>
            <ac:spMk id="29" creationId="{0DC9A9B7-D36B-EAE0-C547-C73E654BC983}"/>
          </ac:spMkLst>
        </pc:spChg>
        <pc:spChg chg="mod">
          <ac:chgData name="Zheng Fei" userId="d19317889db4c986" providerId="LiveId" clId="{AA871E1B-A1EA-4D7E-A62D-1A8AEED4B061}" dt="2022-05-31T09:26:38.693" v="3007"/>
          <ac:spMkLst>
            <pc:docMk/>
            <pc:sldMk cId="2651898088" sldId="465"/>
            <ac:spMk id="31" creationId="{B29EB4AA-8FD4-1A4D-2E90-2EA23DB58FD1}"/>
          </ac:spMkLst>
        </pc:spChg>
        <pc:spChg chg="mod">
          <ac:chgData name="Zheng Fei" userId="d19317889db4c986" providerId="LiveId" clId="{AA871E1B-A1EA-4D7E-A62D-1A8AEED4B061}" dt="2022-05-31T09:26:38.693" v="3007"/>
          <ac:spMkLst>
            <pc:docMk/>
            <pc:sldMk cId="2651898088" sldId="465"/>
            <ac:spMk id="33" creationId="{17BCD52A-A157-433C-2966-ACB8F31C8947}"/>
          </ac:spMkLst>
        </pc:spChg>
        <pc:spChg chg="mod">
          <ac:chgData name="Zheng Fei" userId="d19317889db4c986" providerId="LiveId" clId="{AA871E1B-A1EA-4D7E-A62D-1A8AEED4B061}" dt="2022-05-31T09:27:20.393" v="3119"/>
          <ac:spMkLst>
            <pc:docMk/>
            <pc:sldMk cId="2651898088" sldId="465"/>
            <ac:spMk id="36" creationId="{1411E293-43B3-B200-2E6F-A1A7F7A5D3C5}"/>
          </ac:spMkLst>
        </pc:spChg>
        <pc:spChg chg="mod">
          <ac:chgData name="Zheng Fei" userId="d19317889db4c986" providerId="LiveId" clId="{AA871E1B-A1EA-4D7E-A62D-1A8AEED4B061}" dt="2022-05-31T09:27:20.393" v="3119"/>
          <ac:spMkLst>
            <pc:docMk/>
            <pc:sldMk cId="2651898088" sldId="465"/>
            <ac:spMk id="39" creationId="{ECEC8A1D-B03F-E173-098B-78552F7B0EE6}"/>
          </ac:spMkLst>
        </pc:spChg>
        <pc:spChg chg="mod">
          <ac:chgData name="Zheng Fei" userId="d19317889db4c986" providerId="LiveId" clId="{AA871E1B-A1EA-4D7E-A62D-1A8AEED4B061}" dt="2022-05-31T09:27:20.393" v="3119"/>
          <ac:spMkLst>
            <pc:docMk/>
            <pc:sldMk cId="2651898088" sldId="465"/>
            <ac:spMk id="41" creationId="{C185230E-BFCA-C4EE-8B70-C6A1C4094ADC}"/>
          </ac:spMkLst>
        </pc:spChg>
        <pc:spChg chg="mod">
          <ac:chgData name="Zheng Fei" userId="d19317889db4c986" providerId="LiveId" clId="{AA871E1B-A1EA-4D7E-A62D-1A8AEED4B061}" dt="2022-05-31T09:27:20.393" v="3119"/>
          <ac:spMkLst>
            <pc:docMk/>
            <pc:sldMk cId="2651898088" sldId="465"/>
            <ac:spMk id="43" creationId="{74152510-8C8C-044F-52D1-1955CD51FE81}"/>
          </ac:spMkLst>
        </pc:spChg>
        <pc:spChg chg="mod">
          <ac:chgData name="Zheng Fei" userId="d19317889db4c986" providerId="LiveId" clId="{AA871E1B-A1EA-4D7E-A62D-1A8AEED4B061}" dt="2022-05-31T09:27:20.393" v="3119"/>
          <ac:spMkLst>
            <pc:docMk/>
            <pc:sldMk cId="2651898088" sldId="465"/>
            <ac:spMk id="45" creationId="{704AA9F0-55C1-AC6D-5267-C706230FB0A6}"/>
          </ac:spMkLst>
        </pc:spChg>
        <pc:spChg chg="mod">
          <ac:chgData name="Zheng Fei" userId="d19317889db4c986" providerId="LiveId" clId="{AA871E1B-A1EA-4D7E-A62D-1A8AEED4B061}" dt="2022-05-31T09:27:20.393" v="3119"/>
          <ac:spMkLst>
            <pc:docMk/>
            <pc:sldMk cId="2651898088" sldId="465"/>
            <ac:spMk id="47" creationId="{66A2957B-64A9-7CDD-CDA0-0C89BC7DC395}"/>
          </ac:spMkLst>
        </pc:spChg>
        <pc:grpChg chg="mod">
          <ac:chgData name="Zheng Fei" userId="d19317889db4c986" providerId="LiveId" clId="{AA871E1B-A1EA-4D7E-A62D-1A8AEED4B061}" dt="2022-05-31T09:26:34.812" v="3005" actId="1076"/>
          <ac:grpSpMkLst>
            <pc:docMk/>
            <pc:sldMk cId="2651898088" sldId="465"/>
            <ac:grpSpMk id="5" creationId="{9DECF5C9-33F5-24F7-3E66-D2D42461C462}"/>
          </ac:grpSpMkLst>
        </pc:grpChg>
        <pc:grpChg chg="add del mod">
          <ac:chgData name="Zheng Fei" userId="d19317889db4c986" providerId="LiveId" clId="{AA871E1B-A1EA-4D7E-A62D-1A8AEED4B061}" dt="2022-05-31T09:27:18.218" v="3118" actId="478"/>
          <ac:grpSpMkLst>
            <pc:docMk/>
            <pc:sldMk cId="2651898088" sldId="465"/>
            <ac:grpSpMk id="21" creationId="{3FF0C495-43FA-1E56-6AF4-90112B59C5A4}"/>
          </ac:grpSpMkLst>
        </pc:grpChg>
        <pc:grpChg chg="add mod">
          <ac:chgData name="Zheng Fei" userId="d19317889db4c986" providerId="LiveId" clId="{AA871E1B-A1EA-4D7E-A62D-1A8AEED4B061}" dt="2022-05-31T09:29:02.924" v="3173" actId="164"/>
          <ac:grpSpMkLst>
            <pc:docMk/>
            <pc:sldMk cId="2651898088" sldId="465"/>
            <ac:grpSpMk id="35" creationId="{A7797F9E-36AA-BAB1-C6A1-921EAD5748FF}"/>
          </ac:grpSpMkLst>
        </pc:grpChg>
        <pc:grpChg chg="add mod">
          <ac:chgData name="Zheng Fei" userId="d19317889db4c986" providerId="LiveId" clId="{AA871E1B-A1EA-4D7E-A62D-1A8AEED4B061}" dt="2022-05-31T09:29:02.924" v="3173" actId="164"/>
          <ac:grpSpMkLst>
            <pc:docMk/>
            <pc:sldMk cId="2651898088" sldId="465"/>
            <ac:grpSpMk id="50" creationId="{647C4869-38EF-DF51-9198-86C8EB8AEFAA}"/>
          </ac:grpSpMkLst>
        </pc:grpChg>
        <pc:cxnChg chg="mod">
          <ac:chgData name="Zheng Fei" userId="d19317889db4c986" providerId="LiveId" clId="{AA871E1B-A1EA-4D7E-A62D-1A8AEED4B061}" dt="2022-05-31T09:26:59.483" v="3061" actId="1037"/>
          <ac:cxnSpMkLst>
            <pc:docMk/>
            <pc:sldMk cId="2651898088" sldId="465"/>
            <ac:cxnSpMk id="12" creationId="{D534B543-90BD-7479-43B8-4D430F55F9A1}"/>
          </ac:cxnSpMkLst>
        </pc:cxnChg>
        <pc:cxnChg chg="mod">
          <ac:chgData name="Zheng Fei" userId="d19317889db4c986" providerId="LiveId" clId="{AA871E1B-A1EA-4D7E-A62D-1A8AEED4B061}" dt="2022-05-31T09:27:04.708" v="3115" actId="1037"/>
          <ac:cxnSpMkLst>
            <pc:docMk/>
            <pc:sldMk cId="2651898088" sldId="465"/>
            <ac:cxnSpMk id="14" creationId="{71A69AC4-BF54-B700-6A58-E0ADB50F181C}"/>
          </ac:cxnSpMkLst>
        </pc:cxnChg>
        <pc:cxnChg chg="mod">
          <ac:chgData name="Zheng Fei" userId="d19317889db4c986" providerId="LiveId" clId="{AA871E1B-A1EA-4D7E-A62D-1A8AEED4B061}" dt="2022-05-31T09:27:07.913" v="3116" actId="1076"/>
          <ac:cxnSpMkLst>
            <pc:docMk/>
            <pc:sldMk cId="2651898088" sldId="465"/>
            <ac:cxnSpMk id="18" creationId="{AA772106-86B6-BF96-D8A2-3B52FC2B2161}"/>
          </ac:cxnSpMkLst>
        </pc:cxnChg>
        <pc:cxnChg chg="del mod">
          <ac:chgData name="Zheng Fei" userId="d19317889db4c986" providerId="LiveId" clId="{AA871E1B-A1EA-4D7E-A62D-1A8AEED4B061}" dt="2022-05-31T09:25:41.538" v="3000" actId="478"/>
          <ac:cxnSpMkLst>
            <pc:docMk/>
            <pc:sldMk cId="2651898088" sldId="465"/>
            <ac:cxnSpMk id="19" creationId="{8F038E64-69E2-6396-BC70-A42B179399B1}"/>
          </ac:cxnSpMkLst>
        </pc:cxnChg>
        <pc:cxnChg chg="del mod">
          <ac:chgData name="Zheng Fei" userId="d19317889db4c986" providerId="LiveId" clId="{AA871E1B-A1EA-4D7E-A62D-1A8AEED4B061}" dt="2022-05-31T09:25:43.112" v="3001" actId="478"/>
          <ac:cxnSpMkLst>
            <pc:docMk/>
            <pc:sldMk cId="2651898088" sldId="465"/>
            <ac:cxnSpMk id="20" creationId="{1EE2913D-C604-6C2E-DDAA-142206FE9609}"/>
          </ac:cxnSpMkLst>
        </pc:cxnChg>
        <pc:cxnChg chg="mod">
          <ac:chgData name="Zheng Fei" userId="d19317889db4c986" providerId="LiveId" clId="{AA871E1B-A1EA-4D7E-A62D-1A8AEED4B061}" dt="2022-05-31T09:26:38.693" v="3007"/>
          <ac:cxnSpMkLst>
            <pc:docMk/>
            <pc:sldMk cId="2651898088" sldId="465"/>
            <ac:cxnSpMk id="23" creationId="{14309ABD-08D0-F072-FDBB-F94E0D2B7C0D}"/>
          </ac:cxnSpMkLst>
        </pc:cxnChg>
        <pc:cxnChg chg="mod">
          <ac:chgData name="Zheng Fei" userId="d19317889db4c986" providerId="LiveId" clId="{AA871E1B-A1EA-4D7E-A62D-1A8AEED4B061}" dt="2022-05-31T09:26:38.693" v="3007"/>
          <ac:cxnSpMkLst>
            <pc:docMk/>
            <pc:sldMk cId="2651898088" sldId="465"/>
            <ac:cxnSpMk id="24" creationId="{CBE37617-F3CC-60B3-091B-4EC0942BD6ED}"/>
          </ac:cxnSpMkLst>
        </pc:cxnChg>
        <pc:cxnChg chg="mod">
          <ac:chgData name="Zheng Fei" userId="d19317889db4c986" providerId="LiveId" clId="{AA871E1B-A1EA-4D7E-A62D-1A8AEED4B061}" dt="2022-05-31T09:26:38.693" v="3007"/>
          <ac:cxnSpMkLst>
            <pc:docMk/>
            <pc:sldMk cId="2651898088" sldId="465"/>
            <ac:cxnSpMk id="26" creationId="{F0ABEEBD-3BD1-0A95-E085-64D5CB017C46}"/>
          </ac:cxnSpMkLst>
        </pc:cxnChg>
        <pc:cxnChg chg="mod">
          <ac:chgData name="Zheng Fei" userId="d19317889db4c986" providerId="LiveId" clId="{AA871E1B-A1EA-4D7E-A62D-1A8AEED4B061}" dt="2022-05-31T09:26:38.693" v="3007"/>
          <ac:cxnSpMkLst>
            <pc:docMk/>
            <pc:sldMk cId="2651898088" sldId="465"/>
            <ac:cxnSpMk id="28" creationId="{8544C555-F4D1-6F7C-4788-7B20ACC73887}"/>
          </ac:cxnSpMkLst>
        </pc:cxnChg>
        <pc:cxnChg chg="mod">
          <ac:chgData name="Zheng Fei" userId="d19317889db4c986" providerId="LiveId" clId="{AA871E1B-A1EA-4D7E-A62D-1A8AEED4B061}" dt="2022-05-31T09:26:38.693" v="3007"/>
          <ac:cxnSpMkLst>
            <pc:docMk/>
            <pc:sldMk cId="2651898088" sldId="465"/>
            <ac:cxnSpMk id="30" creationId="{BF23F010-A092-DAB3-9DA0-414185A754D4}"/>
          </ac:cxnSpMkLst>
        </pc:cxnChg>
        <pc:cxnChg chg="mod">
          <ac:chgData name="Zheng Fei" userId="d19317889db4c986" providerId="LiveId" clId="{AA871E1B-A1EA-4D7E-A62D-1A8AEED4B061}" dt="2022-05-31T09:26:38.693" v="3007"/>
          <ac:cxnSpMkLst>
            <pc:docMk/>
            <pc:sldMk cId="2651898088" sldId="465"/>
            <ac:cxnSpMk id="32" creationId="{875D3F20-FB4B-B893-5588-D09D3D1AD4E7}"/>
          </ac:cxnSpMkLst>
        </pc:cxnChg>
        <pc:cxnChg chg="mod">
          <ac:chgData name="Zheng Fei" userId="d19317889db4c986" providerId="LiveId" clId="{AA871E1B-A1EA-4D7E-A62D-1A8AEED4B061}" dt="2022-05-31T09:26:38.693" v="3007"/>
          <ac:cxnSpMkLst>
            <pc:docMk/>
            <pc:sldMk cId="2651898088" sldId="465"/>
            <ac:cxnSpMk id="34" creationId="{7B257417-DEAF-E0D9-9605-86CF171CC8F9}"/>
          </ac:cxnSpMkLst>
        </pc:cxnChg>
        <pc:cxnChg chg="mod">
          <ac:chgData name="Zheng Fei" userId="d19317889db4c986" providerId="LiveId" clId="{AA871E1B-A1EA-4D7E-A62D-1A8AEED4B061}" dt="2022-05-31T09:27:20.393" v="3119"/>
          <ac:cxnSpMkLst>
            <pc:docMk/>
            <pc:sldMk cId="2651898088" sldId="465"/>
            <ac:cxnSpMk id="37" creationId="{C87BE788-81DB-77EA-43C0-C74B5A1BF6AE}"/>
          </ac:cxnSpMkLst>
        </pc:cxnChg>
        <pc:cxnChg chg="mod">
          <ac:chgData name="Zheng Fei" userId="d19317889db4c986" providerId="LiveId" clId="{AA871E1B-A1EA-4D7E-A62D-1A8AEED4B061}" dt="2022-05-31T09:27:20.393" v="3119"/>
          <ac:cxnSpMkLst>
            <pc:docMk/>
            <pc:sldMk cId="2651898088" sldId="465"/>
            <ac:cxnSpMk id="38" creationId="{3B2180C8-5BAE-0256-6CBB-7968B19BD157}"/>
          </ac:cxnSpMkLst>
        </pc:cxnChg>
        <pc:cxnChg chg="mod">
          <ac:chgData name="Zheng Fei" userId="d19317889db4c986" providerId="LiveId" clId="{AA871E1B-A1EA-4D7E-A62D-1A8AEED4B061}" dt="2022-05-31T09:27:20.393" v="3119"/>
          <ac:cxnSpMkLst>
            <pc:docMk/>
            <pc:sldMk cId="2651898088" sldId="465"/>
            <ac:cxnSpMk id="40" creationId="{34658058-773C-A59A-DFFB-81E2B8DE0A64}"/>
          </ac:cxnSpMkLst>
        </pc:cxnChg>
        <pc:cxnChg chg="mod">
          <ac:chgData name="Zheng Fei" userId="d19317889db4c986" providerId="LiveId" clId="{AA871E1B-A1EA-4D7E-A62D-1A8AEED4B061}" dt="2022-05-31T09:27:20.393" v="3119"/>
          <ac:cxnSpMkLst>
            <pc:docMk/>
            <pc:sldMk cId="2651898088" sldId="465"/>
            <ac:cxnSpMk id="42" creationId="{4DFF530C-EA11-016F-20FA-82722D37B6A9}"/>
          </ac:cxnSpMkLst>
        </pc:cxnChg>
        <pc:cxnChg chg="mod">
          <ac:chgData name="Zheng Fei" userId="d19317889db4c986" providerId="LiveId" clId="{AA871E1B-A1EA-4D7E-A62D-1A8AEED4B061}" dt="2022-05-31T09:27:20.393" v="3119"/>
          <ac:cxnSpMkLst>
            <pc:docMk/>
            <pc:sldMk cId="2651898088" sldId="465"/>
            <ac:cxnSpMk id="44" creationId="{08C93515-3B98-584E-BDA6-4AA0D1EC30A9}"/>
          </ac:cxnSpMkLst>
        </pc:cxnChg>
        <pc:cxnChg chg="mod">
          <ac:chgData name="Zheng Fei" userId="d19317889db4c986" providerId="LiveId" clId="{AA871E1B-A1EA-4D7E-A62D-1A8AEED4B061}" dt="2022-05-31T09:27:20.393" v="3119"/>
          <ac:cxnSpMkLst>
            <pc:docMk/>
            <pc:sldMk cId="2651898088" sldId="465"/>
            <ac:cxnSpMk id="46" creationId="{E96A8348-3F6F-80D4-0746-056A4774121E}"/>
          </ac:cxnSpMkLst>
        </pc:cxnChg>
        <pc:cxnChg chg="mod">
          <ac:chgData name="Zheng Fei" userId="d19317889db4c986" providerId="LiveId" clId="{AA871E1B-A1EA-4D7E-A62D-1A8AEED4B061}" dt="2022-05-31T09:27:20.393" v="3119"/>
          <ac:cxnSpMkLst>
            <pc:docMk/>
            <pc:sldMk cId="2651898088" sldId="465"/>
            <ac:cxnSpMk id="48" creationId="{A5A16DE6-4313-35B8-22BD-8C814D569336}"/>
          </ac:cxnSpMkLst>
        </pc:cxnChg>
        <pc:cxnChg chg="add del mod">
          <ac:chgData name="Zheng Fei" userId="d19317889db4c986" providerId="LiveId" clId="{AA871E1B-A1EA-4D7E-A62D-1A8AEED4B061}" dt="2022-05-31T09:28:08.704" v="3140" actId="478"/>
          <ac:cxnSpMkLst>
            <pc:docMk/>
            <pc:sldMk cId="2651898088" sldId="465"/>
            <ac:cxnSpMk id="49" creationId="{8B876A4C-0E6C-4087-F462-DEFFD3C997D7}"/>
          </ac:cxnSpMkLst>
        </pc:cxnChg>
      </pc:sldChg>
      <pc:sldChg chg="addSp modSp add mod">
        <pc:chgData name="Zheng Fei" userId="d19317889db4c986" providerId="LiveId" clId="{AA871E1B-A1EA-4D7E-A62D-1A8AEED4B061}" dt="2022-05-31T09:31:15.443" v="3193" actId="14100"/>
        <pc:sldMkLst>
          <pc:docMk/>
          <pc:sldMk cId="676291613" sldId="466"/>
        </pc:sldMkLst>
        <pc:spChg chg="mod">
          <ac:chgData name="Zheng Fei" userId="d19317889db4c986" providerId="LiveId" clId="{AA871E1B-A1EA-4D7E-A62D-1A8AEED4B061}" dt="2022-05-31T09:31:11.505" v="3192" actId="1076"/>
          <ac:spMkLst>
            <pc:docMk/>
            <pc:sldMk cId="676291613" sldId="466"/>
            <ac:spMk id="4" creationId="{9C64349D-72D7-D272-4637-D26F9BEA881B}"/>
          </ac:spMkLst>
        </pc:spChg>
        <pc:spChg chg="add mod">
          <ac:chgData name="Zheng Fei" userId="d19317889db4c986" providerId="LiveId" clId="{AA871E1B-A1EA-4D7E-A62D-1A8AEED4B061}" dt="2022-05-31T09:31:06.245" v="3190"/>
          <ac:spMkLst>
            <pc:docMk/>
            <pc:sldMk cId="676291613" sldId="466"/>
            <ac:spMk id="5" creationId="{BA21FFD7-7D0B-309A-BC16-FDC265E44C5D}"/>
          </ac:spMkLst>
        </pc:spChg>
        <pc:picChg chg="mod">
          <ac:chgData name="Zheng Fei" userId="d19317889db4c986" providerId="LiveId" clId="{AA871E1B-A1EA-4D7E-A62D-1A8AEED4B061}" dt="2022-05-31T09:31:15.443" v="3193" actId="14100"/>
          <ac:picMkLst>
            <pc:docMk/>
            <pc:sldMk cId="676291613" sldId="466"/>
            <ac:picMk id="6" creationId="{D508018E-9CD5-715B-29F7-3BFE3A00B013}"/>
          </ac:picMkLst>
        </pc:picChg>
      </pc:sldChg>
      <pc:sldChg chg="delSp new del mod">
        <pc:chgData name="Zheng Fei" userId="d19317889db4c986" providerId="LiveId" clId="{AA871E1B-A1EA-4D7E-A62D-1A8AEED4B061}" dt="2022-05-31T09:34:40.490" v="3198" actId="47"/>
        <pc:sldMkLst>
          <pc:docMk/>
          <pc:sldMk cId="2667389858" sldId="467"/>
        </pc:sldMkLst>
        <pc:spChg chg="del">
          <ac:chgData name="Zheng Fei" userId="d19317889db4c986" providerId="LiveId" clId="{AA871E1B-A1EA-4D7E-A62D-1A8AEED4B061}" dt="2022-05-31T09:34:29.896" v="3196" actId="478"/>
          <ac:spMkLst>
            <pc:docMk/>
            <pc:sldMk cId="2667389858" sldId="467"/>
            <ac:spMk id="2" creationId="{42DC5988-7AF2-2546-E8F6-ACE972C06D39}"/>
          </ac:spMkLst>
        </pc:spChg>
        <pc:spChg chg="del">
          <ac:chgData name="Zheng Fei" userId="d19317889db4c986" providerId="LiveId" clId="{AA871E1B-A1EA-4D7E-A62D-1A8AEED4B061}" dt="2022-05-31T09:34:29.036" v="3195" actId="478"/>
          <ac:spMkLst>
            <pc:docMk/>
            <pc:sldMk cId="2667389858" sldId="467"/>
            <ac:spMk id="3" creationId="{43206CD9-A6AB-6F8D-77EE-0A2BCE0CE289}"/>
          </ac:spMkLst>
        </pc:spChg>
      </pc:sldChg>
      <pc:sldChg chg="add">
        <pc:chgData name="Zheng Fei" userId="d19317889db4c986" providerId="LiveId" clId="{AA871E1B-A1EA-4D7E-A62D-1A8AEED4B061}" dt="2022-05-31T09:36:38.006" v="3217"/>
        <pc:sldMkLst>
          <pc:docMk/>
          <pc:sldMk cId="4162404930" sldId="467"/>
        </pc:sldMkLst>
      </pc:sldChg>
      <pc:sldChg chg="delSp add">
        <pc:chgData name="Zheng Fei" userId="d19317889db4c986" providerId="LiveId" clId="{AA871E1B-A1EA-4D7E-A62D-1A8AEED4B061}" dt="2022-06-01T06:05:14.188" v="3237" actId="478"/>
        <pc:sldMkLst>
          <pc:docMk/>
          <pc:sldMk cId="3583370521" sldId="468"/>
        </pc:sldMkLst>
        <pc:spChg chg="del">
          <ac:chgData name="Zheng Fei" userId="d19317889db4c986" providerId="LiveId" clId="{AA871E1B-A1EA-4D7E-A62D-1A8AEED4B061}" dt="2022-06-01T06:05:14.188" v="3237" actId="478"/>
          <ac:spMkLst>
            <pc:docMk/>
            <pc:sldMk cId="3583370521" sldId="468"/>
            <ac:spMk id="243717" creationId="{45CEF7E5-8D4E-1349-EB72-4125DA3DC9F0}"/>
          </ac:spMkLst>
        </pc:spChg>
      </pc:sldChg>
    </pc:docChg>
  </pc:docChgLst>
  <pc:docChgLst>
    <pc:chgData name="Fei Zheng" userId="d19317889db4c986" providerId="LiveId" clId="{C4D391FA-F3EE-6B4B-A31E-EC429587ED2B}"/>
    <pc:docChg chg="custSel addSld delSld modSld sldOrd">
      <pc:chgData name="Fei Zheng" userId="d19317889db4c986" providerId="LiveId" clId="{C4D391FA-F3EE-6B4B-A31E-EC429587ED2B}" dt="2023-04-16T14:48:38.994" v="319" actId="14100"/>
      <pc:docMkLst>
        <pc:docMk/>
      </pc:docMkLst>
      <pc:sldChg chg="modSp mod">
        <pc:chgData name="Fei Zheng" userId="d19317889db4c986" providerId="LiveId" clId="{C4D391FA-F3EE-6B4B-A31E-EC429587ED2B}" dt="2023-04-16T14:30:33.960" v="27" actId="2710"/>
        <pc:sldMkLst>
          <pc:docMk/>
          <pc:sldMk cId="1216094134" sldId="257"/>
        </pc:sldMkLst>
        <pc:spChg chg="mod">
          <ac:chgData name="Fei Zheng" userId="d19317889db4c986" providerId="LiveId" clId="{C4D391FA-F3EE-6B4B-A31E-EC429587ED2B}" dt="2023-04-16T14:30:33.960" v="27" actId="2710"/>
          <ac:spMkLst>
            <pc:docMk/>
            <pc:sldMk cId="1216094134" sldId="257"/>
            <ac:spMk id="3" creationId="{176E1E82-05D5-A46D-AEF4-64DB600B4544}"/>
          </ac:spMkLst>
        </pc:spChg>
      </pc:sldChg>
      <pc:sldChg chg="addSp delSp modSp mod">
        <pc:chgData name="Fei Zheng" userId="d19317889db4c986" providerId="LiveId" clId="{C4D391FA-F3EE-6B4B-A31E-EC429587ED2B}" dt="2023-04-16T14:42:31.485" v="177" actId="1076"/>
        <pc:sldMkLst>
          <pc:docMk/>
          <pc:sldMk cId="1645511775" sldId="258"/>
        </pc:sldMkLst>
        <pc:spChg chg="add mod">
          <ac:chgData name="Fei Zheng" userId="d19317889db4c986" providerId="LiveId" clId="{C4D391FA-F3EE-6B4B-A31E-EC429587ED2B}" dt="2023-04-16T14:33:23.508" v="56" actId="20577"/>
          <ac:spMkLst>
            <pc:docMk/>
            <pc:sldMk cId="1645511775" sldId="258"/>
            <ac:spMk id="3" creationId="{64B2D21F-9175-9507-468E-AC8B8C4D23F4}"/>
          </ac:spMkLst>
        </pc:spChg>
        <pc:spChg chg="mod">
          <ac:chgData name="Fei Zheng" userId="d19317889db4c986" providerId="LiveId" clId="{C4D391FA-F3EE-6B4B-A31E-EC429587ED2B}" dt="2023-04-16T14:31:14.916" v="32" actId="20577"/>
          <ac:spMkLst>
            <pc:docMk/>
            <pc:sldMk cId="1645511775" sldId="258"/>
            <ac:spMk id="10" creationId="{BF336C53-698D-39E7-8745-2DB2F9E5335D}"/>
          </ac:spMkLst>
        </pc:spChg>
        <pc:graphicFrameChg chg="add del mod modGraphic">
          <ac:chgData name="Fei Zheng" userId="d19317889db4c986" providerId="LiveId" clId="{C4D391FA-F3EE-6B4B-A31E-EC429587ED2B}" dt="2023-04-16T14:42:28.110" v="176" actId="478"/>
          <ac:graphicFrameMkLst>
            <pc:docMk/>
            <pc:sldMk cId="1645511775" sldId="258"/>
            <ac:graphicFrameMk id="4" creationId="{36179D53-232D-8E16-0B95-8CEA9352A1B7}"/>
          </ac:graphicFrameMkLst>
        </pc:graphicFrameChg>
        <pc:picChg chg="del">
          <ac:chgData name="Fei Zheng" userId="d19317889db4c986" providerId="LiveId" clId="{C4D391FA-F3EE-6B4B-A31E-EC429587ED2B}" dt="2023-04-16T14:32:15.398" v="33" actId="478"/>
          <ac:picMkLst>
            <pc:docMk/>
            <pc:sldMk cId="1645511775" sldId="258"/>
            <ac:picMk id="5" creationId="{3838F2F4-D4E8-28FE-F7FD-B649090A81A1}"/>
          </ac:picMkLst>
        </pc:picChg>
        <pc:picChg chg="mod">
          <ac:chgData name="Fei Zheng" userId="d19317889db4c986" providerId="LiveId" clId="{C4D391FA-F3EE-6B4B-A31E-EC429587ED2B}" dt="2023-04-16T14:42:31.485" v="177" actId="1076"/>
          <ac:picMkLst>
            <pc:docMk/>
            <pc:sldMk cId="1645511775" sldId="258"/>
            <ac:picMk id="7" creationId="{B3BB181F-443C-7347-857D-57EB1B8BD06F}"/>
          </ac:picMkLst>
        </pc:picChg>
      </pc:sldChg>
      <pc:sldChg chg="modSp mod ord">
        <pc:chgData name="Fei Zheng" userId="d19317889db4c986" providerId="LiveId" clId="{C4D391FA-F3EE-6B4B-A31E-EC429587ED2B}" dt="2023-04-16T14:45:11.924" v="218" actId="20578"/>
        <pc:sldMkLst>
          <pc:docMk/>
          <pc:sldMk cId="3190379674" sldId="260"/>
        </pc:sldMkLst>
        <pc:spChg chg="mod">
          <ac:chgData name="Fei Zheng" userId="d19317889db4c986" providerId="LiveId" clId="{C4D391FA-F3EE-6B4B-A31E-EC429587ED2B}" dt="2023-04-16T14:45:06.885" v="217" actId="1076"/>
          <ac:spMkLst>
            <pc:docMk/>
            <pc:sldMk cId="3190379674" sldId="260"/>
            <ac:spMk id="3" creationId="{30F7B529-DB21-7DDE-6CEA-5842A80BC794}"/>
          </ac:spMkLst>
        </pc:spChg>
      </pc:sldChg>
      <pc:sldChg chg="modSp">
        <pc:chgData name="Fei Zheng" userId="d19317889db4c986" providerId="LiveId" clId="{C4D391FA-F3EE-6B4B-A31E-EC429587ED2B}" dt="2023-04-16T14:26:50.654" v="12" actId="123"/>
        <pc:sldMkLst>
          <pc:docMk/>
          <pc:sldMk cId="0" sldId="273"/>
        </pc:sldMkLst>
        <pc:spChg chg="mod">
          <ac:chgData name="Fei Zheng" userId="d19317889db4c986" providerId="LiveId" clId="{C4D391FA-F3EE-6B4B-A31E-EC429587ED2B}" dt="2023-04-16T14:26:50.654" v="12" actId="123"/>
          <ac:spMkLst>
            <pc:docMk/>
            <pc:sldMk cId="0" sldId="273"/>
            <ac:spMk id="6151" creationId="{DC7328DF-3BCA-5A6D-30AE-3325BD323438}"/>
          </ac:spMkLst>
        </pc:spChg>
      </pc:sldChg>
      <pc:sldChg chg="modSp">
        <pc:chgData name="Fei Zheng" userId="d19317889db4c986" providerId="LiveId" clId="{C4D391FA-F3EE-6B4B-A31E-EC429587ED2B}" dt="2023-04-15T07:22:15.067" v="0" actId="1076"/>
        <pc:sldMkLst>
          <pc:docMk/>
          <pc:sldMk cId="3697305915" sldId="432"/>
        </pc:sldMkLst>
        <pc:spChg chg="mod">
          <ac:chgData name="Fei Zheng" userId="d19317889db4c986" providerId="LiveId" clId="{C4D391FA-F3EE-6B4B-A31E-EC429587ED2B}" dt="2023-04-15T07:22:15.067" v="0" actId="1076"/>
          <ac:spMkLst>
            <pc:docMk/>
            <pc:sldMk cId="3697305915" sldId="432"/>
            <ac:spMk id="5124" creationId="{FD8D5C1F-D1A1-AC78-AB4D-7BC12978D0E2}"/>
          </ac:spMkLst>
        </pc:spChg>
      </pc:sldChg>
      <pc:sldChg chg="modSp mod">
        <pc:chgData name="Fei Zheng" userId="d19317889db4c986" providerId="LiveId" clId="{C4D391FA-F3EE-6B4B-A31E-EC429587ED2B}" dt="2023-04-16T14:30:58.531" v="29" actId="20577"/>
        <pc:sldMkLst>
          <pc:docMk/>
          <pc:sldMk cId="188046780" sldId="434"/>
        </pc:sldMkLst>
        <pc:spChg chg="mod">
          <ac:chgData name="Fei Zheng" userId="d19317889db4c986" providerId="LiveId" clId="{C4D391FA-F3EE-6B4B-A31E-EC429587ED2B}" dt="2023-04-16T14:30:58.531" v="29" actId="20577"/>
          <ac:spMkLst>
            <pc:docMk/>
            <pc:sldMk cId="188046780" sldId="434"/>
            <ac:spMk id="3" creationId="{882C639D-4A94-873F-49FE-84AE6E07468D}"/>
          </ac:spMkLst>
        </pc:spChg>
        <pc:spChg chg="mod">
          <ac:chgData name="Fei Zheng" userId="d19317889db4c986" providerId="LiveId" clId="{C4D391FA-F3EE-6B4B-A31E-EC429587ED2B}" dt="2023-04-16T14:29:22.867" v="14"/>
          <ac:spMkLst>
            <pc:docMk/>
            <pc:sldMk cId="188046780" sldId="434"/>
            <ac:spMk id="5" creationId="{8E35BD2D-B425-A7C1-D588-41D6A6903FA7}"/>
          </ac:spMkLst>
        </pc:spChg>
      </pc:sldChg>
      <pc:sldChg chg="addSp delSp modSp mod">
        <pc:chgData name="Fei Zheng" userId="d19317889db4c986" providerId="LiveId" clId="{C4D391FA-F3EE-6B4B-A31E-EC429587ED2B}" dt="2023-04-16T14:41:28.244" v="170" actId="207"/>
        <pc:sldMkLst>
          <pc:docMk/>
          <pc:sldMk cId="905381530" sldId="435"/>
        </pc:sldMkLst>
        <pc:spChg chg="add mod">
          <ac:chgData name="Fei Zheng" userId="d19317889db4c986" providerId="LiveId" clId="{C4D391FA-F3EE-6B4B-A31E-EC429587ED2B}" dt="2023-04-16T14:41:28.244" v="170" actId="207"/>
          <ac:spMkLst>
            <pc:docMk/>
            <pc:sldMk cId="905381530" sldId="435"/>
            <ac:spMk id="3" creationId="{C78E8F70-3EFF-F3E7-D365-5A781882288E}"/>
          </ac:spMkLst>
        </pc:spChg>
        <pc:picChg chg="del">
          <ac:chgData name="Fei Zheng" userId="d19317889db4c986" providerId="LiveId" clId="{C4D391FA-F3EE-6B4B-A31E-EC429587ED2B}" dt="2023-04-16T14:40:39.100" v="157" actId="478"/>
          <ac:picMkLst>
            <pc:docMk/>
            <pc:sldMk cId="905381530" sldId="435"/>
            <ac:picMk id="6" creationId="{60B90370-A7BD-577D-1C93-E992D10DFF29}"/>
          </ac:picMkLst>
        </pc:picChg>
      </pc:sldChg>
      <pc:sldChg chg="modSp mod">
        <pc:chgData name="Fei Zheng" userId="d19317889db4c986" providerId="LiveId" clId="{C4D391FA-F3EE-6B4B-A31E-EC429587ED2B}" dt="2023-04-16T14:35:36.772" v="85" actId="20577"/>
        <pc:sldMkLst>
          <pc:docMk/>
          <pc:sldMk cId="1751148915" sldId="436"/>
        </pc:sldMkLst>
        <pc:spChg chg="mod">
          <ac:chgData name="Fei Zheng" userId="d19317889db4c986" providerId="LiveId" clId="{C4D391FA-F3EE-6B4B-A31E-EC429587ED2B}" dt="2023-04-16T14:35:36.772" v="85" actId="20577"/>
          <ac:spMkLst>
            <pc:docMk/>
            <pc:sldMk cId="1751148915" sldId="436"/>
            <ac:spMk id="3" creationId="{882C639D-4A94-873F-49FE-84AE6E07468D}"/>
          </ac:spMkLst>
        </pc:spChg>
        <pc:spChg chg="mod">
          <ac:chgData name="Fei Zheng" userId="d19317889db4c986" providerId="LiveId" clId="{C4D391FA-F3EE-6B4B-A31E-EC429587ED2B}" dt="2023-04-16T14:33:52.576" v="60"/>
          <ac:spMkLst>
            <pc:docMk/>
            <pc:sldMk cId="1751148915" sldId="436"/>
            <ac:spMk id="6" creationId="{5D575633-139F-E1E0-631D-2FA09DA834C5}"/>
          </ac:spMkLst>
        </pc:spChg>
      </pc:sldChg>
      <pc:sldChg chg="modSp mod">
        <pc:chgData name="Fei Zheng" userId="d19317889db4c986" providerId="LiveId" clId="{C4D391FA-F3EE-6B4B-A31E-EC429587ED2B}" dt="2023-04-16T14:36:54.923" v="98"/>
        <pc:sldMkLst>
          <pc:docMk/>
          <pc:sldMk cId="470862343" sldId="437"/>
        </pc:sldMkLst>
        <pc:spChg chg="mod">
          <ac:chgData name="Fei Zheng" userId="d19317889db4c986" providerId="LiveId" clId="{C4D391FA-F3EE-6B4B-A31E-EC429587ED2B}" dt="2023-04-16T14:36:54.923" v="98"/>
          <ac:spMkLst>
            <pc:docMk/>
            <pc:sldMk cId="470862343" sldId="437"/>
            <ac:spMk id="6" creationId="{00108695-5871-DB0C-1828-61F55CB1ED64}"/>
          </ac:spMkLst>
        </pc:spChg>
      </pc:sldChg>
      <pc:sldChg chg="addSp delSp modSp mod">
        <pc:chgData name="Fei Zheng" userId="d19317889db4c986" providerId="LiveId" clId="{C4D391FA-F3EE-6B4B-A31E-EC429587ED2B}" dt="2023-04-16T14:39:27.482" v="145" actId="207"/>
        <pc:sldMkLst>
          <pc:docMk/>
          <pc:sldMk cId="1844936738" sldId="439"/>
        </pc:sldMkLst>
        <pc:spChg chg="add mod">
          <ac:chgData name="Fei Zheng" userId="d19317889db4c986" providerId="LiveId" clId="{C4D391FA-F3EE-6B4B-A31E-EC429587ED2B}" dt="2023-04-16T14:39:27.482" v="145" actId="207"/>
          <ac:spMkLst>
            <pc:docMk/>
            <pc:sldMk cId="1844936738" sldId="439"/>
            <ac:spMk id="3" creationId="{03A7E337-296A-F4B5-B1CC-13BBB8062C68}"/>
          </ac:spMkLst>
        </pc:spChg>
        <pc:picChg chg="del">
          <ac:chgData name="Fei Zheng" userId="d19317889db4c986" providerId="LiveId" clId="{C4D391FA-F3EE-6B4B-A31E-EC429587ED2B}" dt="2023-04-16T14:37:35.533" v="104" actId="478"/>
          <ac:picMkLst>
            <pc:docMk/>
            <pc:sldMk cId="1844936738" sldId="439"/>
            <ac:picMk id="5" creationId="{79B80440-C778-75B3-AF12-7DFF9D11C2A4}"/>
          </ac:picMkLst>
        </pc:picChg>
      </pc:sldChg>
      <pc:sldChg chg="addSp delSp modSp mod">
        <pc:chgData name="Fei Zheng" userId="d19317889db4c986" providerId="LiveId" clId="{C4D391FA-F3EE-6B4B-A31E-EC429587ED2B}" dt="2023-04-16T14:43:26.793" v="194" actId="1076"/>
        <pc:sldMkLst>
          <pc:docMk/>
          <pc:sldMk cId="2077041129" sldId="440"/>
        </pc:sldMkLst>
        <pc:spChg chg="add mod">
          <ac:chgData name="Fei Zheng" userId="d19317889db4c986" providerId="LiveId" clId="{C4D391FA-F3EE-6B4B-A31E-EC429587ED2B}" dt="2023-04-16T14:43:09.638" v="191" actId="14100"/>
          <ac:spMkLst>
            <pc:docMk/>
            <pc:sldMk cId="2077041129" sldId="440"/>
            <ac:spMk id="3" creationId="{A4323F13-653C-49C5-1081-9F918C5B4FA4}"/>
          </ac:spMkLst>
        </pc:spChg>
        <pc:picChg chg="add mod">
          <ac:chgData name="Fei Zheng" userId="d19317889db4c986" providerId="LiveId" clId="{C4D391FA-F3EE-6B4B-A31E-EC429587ED2B}" dt="2023-04-16T14:43:11.419" v="192" actId="1076"/>
          <ac:picMkLst>
            <pc:docMk/>
            <pc:sldMk cId="2077041129" sldId="440"/>
            <ac:picMk id="2" creationId="{10802C16-4B05-2372-78F7-D8864603254F}"/>
          </ac:picMkLst>
        </pc:picChg>
        <pc:picChg chg="del">
          <ac:chgData name="Fei Zheng" userId="d19317889db4c986" providerId="LiveId" clId="{C4D391FA-F3EE-6B4B-A31E-EC429587ED2B}" dt="2023-04-16T14:42:43.024" v="179" actId="478"/>
          <ac:picMkLst>
            <pc:docMk/>
            <pc:sldMk cId="2077041129" sldId="440"/>
            <ac:picMk id="4" creationId="{8819C35C-F2CC-8B92-7D78-BF21E1E4C8BC}"/>
          </ac:picMkLst>
        </pc:picChg>
        <pc:picChg chg="del">
          <ac:chgData name="Fei Zheng" userId="d19317889db4c986" providerId="LiveId" clId="{C4D391FA-F3EE-6B4B-A31E-EC429587ED2B}" dt="2023-04-16T14:42:41.249" v="178" actId="478"/>
          <ac:picMkLst>
            <pc:docMk/>
            <pc:sldMk cId="2077041129" sldId="440"/>
            <ac:picMk id="5" creationId="{93D972F1-E917-51BF-EF35-FB2D69B7CF1E}"/>
          </ac:picMkLst>
        </pc:picChg>
        <pc:picChg chg="mod">
          <ac:chgData name="Fei Zheng" userId="d19317889db4c986" providerId="LiveId" clId="{C4D391FA-F3EE-6B4B-A31E-EC429587ED2B}" dt="2023-04-16T14:43:26.793" v="194" actId="1076"/>
          <ac:picMkLst>
            <pc:docMk/>
            <pc:sldMk cId="2077041129" sldId="440"/>
            <ac:picMk id="7" creationId="{6C13B102-8C39-AF7D-CA8D-235B81C0183F}"/>
          </ac:picMkLst>
        </pc:picChg>
      </pc:sldChg>
      <pc:sldChg chg="addSp delSp modSp mod">
        <pc:chgData name="Fei Zheng" userId="d19317889db4c986" providerId="LiveId" clId="{C4D391FA-F3EE-6B4B-A31E-EC429587ED2B}" dt="2023-04-16T14:48:14.735" v="315"/>
        <pc:sldMkLst>
          <pc:docMk/>
          <pc:sldMk cId="2474415889" sldId="441"/>
        </pc:sldMkLst>
        <pc:spChg chg="add mod">
          <ac:chgData name="Fei Zheng" userId="d19317889db4c986" providerId="LiveId" clId="{C4D391FA-F3EE-6B4B-A31E-EC429587ED2B}" dt="2023-04-16T14:48:14.735" v="315"/>
          <ac:spMkLst>
            <pc:docMk/>
            <pc:sldMk cId="2474415889" sldId="441"/>
            <ac:spMk id="3" creationId="{57835469-5FAB-2666-F82B-57D1DBA440BB}"/>
          </ac:spMkLst>
        </pc:spChg>
        <pc:picChg chg="del">
          <ac:chgData name="Fei Zheng" userId="d19317889db4c986" providerId="LiveId" clId="{C4D391FA-F3EE-6B4B-A31E-EC429587ED2B}" dt="2023-04-16T14:46:39.246" v="232" actId="478"/>
          <ac:picMkLst>
            <pc:docMk/>
            <pc:sldMk cId="2474415889" sldId="441"/>
            <ac:picMk id="5" creationId="{7F905CFF-28E6-D5FF-B71D-D74CF36298ED}"/>
          </ac:picMkLst>
        </pc:picChg>
        <pc:picChg chg="del mod">
          <ac:chgData name="Fei Zheng" userId="d19317889db4c986" providerId="LiveId" clId="{C4D391FA-F3EE-6B4B-A31E-EC429587ED2B}" dt="2023-04-16T14:48:10.298" v="314" actId="478"/>
          <ac:picMkLst>
            <pc:docMk/>
            <pc:sldMk cId="2474415889" sldId="441"/>
            <ac:picMk id="8" creationId="{0C8D1869-521B-17AD-D118-88BF1145AC3F}"/>
          </ac:picMkLst>
        </pc:picChg>
      </pc:sldChg>
      <pc:sldChg chg="modSp mod">
        <pc:chgData name="Fei Zheng" userId="d19317889db4c986" providerId="LiveId" clId="{C4D391FA-F3EE-6B4B-A31E-EC429587ED2B}" dt="2023-04-16T14:48:38.994" v="319" actId="14100"/>
        <pc:sldMkLst>
          <pc:docMk/>
          <pc:sldMk cId="3715198591" sldId="442"/>
        </pc:sldMkLst>
        <pc:picChg chg="mod">
          <ac:chgData name="Fei Zheng" userId="d19317889db4c986" providerId="LiveId" clId="{C4D391FA-F3EE-6B4B-A31E-EC429587ED2B}" dt="2023-04-16T14:48:36.806" v="317" actId="1076"/>
          <ac:picMkLst>
            <pc:docMk/>
            <pc:sldMk cId="3715198591" sldId="442"/>
            <ac:picMk id="5" creationId="{A2062F71-5AC6-40F2-83B0-12C504D47CCB}"/>
          </ac:picMkLst>
        </pc:picChg>
        <pc:picChg chg="mod">
          <ac:chgData name="Fei Zheng" userId="d19317889db4c986" providerId="LiveId" clId="{C4D391FA-F3EE-6B4B-A31E-EC429587ED2B}" dt="2023-04-16T14:48:38.994" v="319" actId="14100"/>
          <ac:picMkLst>
            <pc:docMk/>
            <pc:sldMk cId="3715198591" sldId="442"/>
            <ac:picMk id="6" creationId="{1E1F0C14-A1E9-D8DB-840A-13585A556C2C}"/>
          </ac:picMkLst>
        </pc:picChg>
      </pc:sldChg>
      <pc:sldChg chg="modSp mod">
        <pc:chgData name="Fei Zheng" userId="d19317889db4c986" providerId="LiveId" clId="{C4D391FA-F3EE-6B4B-A31E-EC429587ED2B}" dt="2023-04-16T14:40:13.757" v="156" actId="14100"/>
        <pc:sldMkLst>
          <pc:docMk/>
          <pc:sldMk cId="4184174401" sldId="444"/>
        </pc:sldMkLst>
        <pc:spChg chg="mod">
          <ac:chgData name="Fei Zheng" userId="d19317889db4c986" providerId="LiveId" clId="{C4D391FA-F3EE-6B4B-A31E-EC429587ED2B}" dt="2023-04-16T14:40:13.757" v="156" actId="14100"/>
          <ac:spMkLst>
            <pc:docMk/>
            <pc:sldMk cId="4184174401" sldId="444"/>
            <ac:spMk id="3" creationId="{99BD2BC3-EDAC-D880-B046-46FE7DC89563}"/>
          </ac:spMkLst>
        </pc:spChg>
      </pc:sldChg>
      <pc:sldChg chg="modSp mod">
        <pc:chgData name="Fei Zheng" userId="d19317889db4c986" providerId="LiveId" clId="{C4D391FA-F3EE-6B4B-A31E-EC429587ED2B}" dt="2023-04-16T14:37:13.430" v="103"/>
        <pc:sldMkLst>
          <pc:docMk/>
          <pc:sldMk cId="3563612223" sldId="458"/>
        </pc:sldMkLst>
        <pc:spChg chg="mod">
          <ac:chgData name="Fei Zheng" userId="d19317889db4c986" providerId="LiveId" clId="{C4D391FA-F3EE-6B4B-A31E-EC429587ED2B}" dt="2023-04-16T14:37:13.430" v="103"/>
          <ac:spMkLst>
            <pc:docMk/>
            <pc:sldMk cId="3563612223" sldId="458"/>
            <ac:spMk id="6" creationId="{00108695-5871-DB0C-1828-61F55CB1ED64}"/>
          </ac:spMkLst>
        </pc:spChg>
      </pc:sldChg>
      <pc:sldChg chg="delSp new del mod">
        <pc:chgData name="Fei Zheng" userId="d19317889db4c986" providerId="LiveId" clId="{C4D391FA-F3EE-6B4B-A31E-EC429587ED2B}" dt="2023-04-16T14:29:10.407" v="13" actId="2696"/>
        <pc:sldMkLst>
          <pc:docMk/>
          <pc:sldMk cId="2206344903" sldId="459"/>
        </pc:sldMkLst>
        <pc:spChg chg="del">
          <ac:chgData name="Fei Zheng" userId="d19317889db4c986" providerId="LiveId" clId="{C4D391FA-F3EE-6B4B-A31E-EC429587ED2B}" dt="2023-04-15T07:22:37.538" v="2" actId="478"/>
          <ac:spMkLst>
            <pc:docMk/>
            <pc:sldMk cId="2206344903" sldId="459"/>
            <ac:spMk id="2" creationId="{3B6D9D25-D6F2-2D23-A83E-CFD26BB5AED3}"/>
          </ac:spMkLst>
        </pc:spChg>
        <pc:spChg chg="del">
          <ac:chgData name="Fei Zheng" userId="d19317889db4c986" providerId="LiveId" clId="{C4D391FA-F3EE-6B4B-A31E-EC429587ED2B}" dt="2023-04-15T07:22:39.157" v="3" actId="478"/>
          <ac:spMkLst>
            <pc:docMk/>
            <pc:sldMk cId="2206344903" sldId="459"/>
            <ac:spMk id="3" creationId="{F776F814-CB04-C6C5-2885-B06FCB424F63}"/>
          </ac:spMkLst>
        </pc:spChg>
      </pc:sldChg>
      <pc:sldChg chg="modSp add mod ord">
        <pc:chgData name="Fei Zheng" userId="d19317889db4c986" providerId="LiveId" clId="{C4D391FA-F3EE-6B4B-A31E-EC429587ED2B}" dt="2023-04-16T14:30:25.697" v="25" actId="20578"/>
        <pc:sldMkLst>
          <pc:docMk/>
          <pc:sldMk cId="3917576949" sldId="459"/>
        </pc:sldMkLst>
        <pc:spChg chg="mod">
          <ac:chgData name="Fei Zheng" userId="d19317889db4c986" providerId="LiveId" clId="{C4D391FA-F3EE-6B4B-A31E-EC429587ED2B}" dt="2023-04-16T14:30:23.729" v="24" actId="2710"/>
          <ac:spMkLst>
            <pc:docMk/>
            <pc:sldMk cId="3917576949" sldId="459"/>
            <ac:spMk id="3" creationId="{176E1E82-05D5-A46D-AEF4-64DB600B4544}"/>
          </ac:spMkLst>
        </pc:spChg>
      </pc:sldChg>
      <pc:sldChg chg="modSp add mod">
        <pc:chgData name="Fei Zheng" userId="d19317889db4c986" providerId="LiveId" clId="{C4D391FA-F3EE-6B4B-A31E-EC429587ED2B}" dt="2023-04-16T14:36:30.687" v="95" actId="20577"/>
        <pc:sldMkLst>
          <pc:docMk/>
          <pc:sldMk cId="2198107784" sldId="460"/>
        </pc:sldMkLst>
        <pc:spChg chg="mod">
          <ac:chgData name="Fei Zheng" userId="d19317889db4c986" providerId="LiveId" clId="{C4D391FA-F3EE-6B4B-A31E-EC429587ED2B}" dt="2023-04-16T14:36:30.687" v="95" actId="20577"/>
          <ac:spMkLst>
            <pc:docMk/>
            <pc:sldMk cId="2198107784" sldId="460"/>
            <ac:spMk id="3" creationId="{882C639D-4A94-873F-49FE-84AE6E07468D}"/>
          </ac:spMkLst>
        </pc:spChg>
      </pc:sldChg>
      <pc:sldChg chg="modSp add mod">
        <pc:chgData name="Fei Zheng" userId="d19317889db4c986" providerId="LiveId" clId="{C4D391FA-F3EE-6B4B-A31E-EC429587ED2B}" dt="2023-04-16T14:45:59.896" v="231" actId="20577"/>
        <pc:sldMkLst>
          <pc:docMk/>
          <pc:sldMk cId="3923589187" sldId="461"/>
        </pc:sldMkLst>
        <pc:spChg chg="mod">
          <ac:chgData name="Fei Zheng" userId="d19317889db4c986" providerId="LiveId" clId="{C4D391FA-F3EE-6B4B-A31E-EC429587ED2B}" dt="2023-04-16T14:45:59.896" v="231" actId="20577"/>
          <ac:spMkLst>
            <pc:docMk/>
            <pc:sldMk cId="3923589187" sldId="461"/>
            <ac:spMk id="3" creationId="{30F7B529-DB21-7DDE-6CEA-5842A80BC7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854C7-C07F-474A-8ADF-5B8B71C88CAF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713C7-0288-468B-8A4B-A93E7E073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40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2023/05/16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9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6.png"/><Relationship Id="rId2" Type="http://schemas.openxmlformats.org/officeDocument/2006/relationships/tags" Target="../tags/tag2.xml"/><Relationship Id="rId16" Type="http://schemas.openxmlformats.org/officeDocument/2006/relationships/image" Target="../media/image11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310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image" Target="../media/image29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image" Target="../media/image26.png"/><Relationship Id="rId2" Type="http://schemas.openxmlformats.org/officeDocument/2006/relationships/tags" Target="../tags/tag15.xml"/><Relationship Id="rId16" Type="http://schemas.openxmlformats.org/officeDocument/2006/relationships/image" Target="../media/image41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1610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image" Target="../media/image29.png"/><Relationship Id="rId2" Type="http://schemas.openxmlformats.org/officeDocument/2006/relationships/tags" Target="../tags/tag28.xml"/><Relationship Id="rId16" Type="http://schemas.openxmlformats.org/officeDocument/2006/relationships/image" Target="../media/image51.png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tags" Target="../tags/tag290.xml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image" Target="../media/image29.png"/><Relationship Id="rId2" Type="http://schemas.openxmlformats.org/officeDocument/2006/relationships/tags" Target="../tags/tag41.xml"/><Relationship Id="rId16" Type="http://schemas.openxmlformats.org/officeDocument/2006/relationships/image" Target="../media/image31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tags" Target="../tags/tag41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>
            <a:extLst>
              <a:ext uri="{FF2B5EF4-FFF2-40B4-BE49-F238E27FC236}">
                <a16:creationId xmlns:a16="http://schemas.microsoft.com/office/drawing/2014/main" id="{4444DC22-A698-1148-FFF9-D216FBC55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6" y="1156494"/>
            <a:ext cx="8443337" cy="1172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n-ea"/>
                <a:ea typeface="+mn-ea"/>
              </a:rPr>
              <a:t>        </a:t>
            </a:r>
            <a:r>
              <a:rPr lang="zh-CN" altLang="en-US" sz="2800" b="1" dirty="0">
                <a:latin typeface="+mn-ea"/>
                <a:ea typeface="+mn-ea"/>
              </a:rPr>
              <a:t>随机变量及其所伴随的概率分布全面描述了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随机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现象的统计性规律</a:t>
            </a:r>
            <a:r>
              <a:rPr lang="zh-CN" altLang="en-US" sz="2800" b="1" dirty="0">
                <a:latin typeface="+mn-ea"/>
                <a:ea typeface="+mn-ea"/>
              </a:rPr>
              <a:t>。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FD8D5C1F-D1A1-AC78-AB4D-7BC12978D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6" y="3246264"/>
            <a:ext cx="8472488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n-ea"/>
                <a:ea typeface="+mn-ea"/>
              </a:rPr>
              <a:t>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概率论的许多问题中，随机变量的概率分布通常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是已知的，或者假设是已知的，而一切计算与推理都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是在这种已知的基础上得出来的。</a:t>
            </a:r>
          </a:p>
        </p:txBody>
      </p:sp>
    </p:spTree>
    <p:extLst>
      <p:ext uri="{BB962C8B-B14F-4D97-AF65-F5344CB8AC3E}">
        <p14:creationId xmlns:p14="http://schemas.microsoft.com/office/powerpoint/2010/main" val="685325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形用户界面, 文本&#10;&#10;描述已自动生成">
            <a:extLst>
              <a:ext uri="{FF2B5EF4-FFF2-40B4-BE49-F238E27FC236}">
                <a16:creationId xmlns:a16="http://schemas.microsoft.com/office/drawing/2014/main" id="{0819A246-7AF2-9A97-9A59-BFBECD404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"/>
          <a:stretch/>
        </p:blipFill>
        <p:spPr>
          <a:xfrm>
            <a:off x="1918508" y="316736"/>
            <a:ext cx="8354984" cy="6224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725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EDA947AB-C924-4C6A-0AB3-28CF4E69D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400" y="309646"/>
            <a:ext cx="8359200" cy="6238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962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C6264D74-F3FD-AC61-EFB3-4B7799A7B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400" y="292898"/>
            <a:ext cx="8359200" cy="627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91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ext Box 5">
            <a:extLst>
              <a:ext uri="{FF2B5EF4-FFF2-40B4-BE49-F238E27FC236}">
                <a16:creationId xmlns:a16="http://schemas.microsoft.com/office/drawing/2014/main" id="{33365C62-D391-60DE-CCAF-A6EEFFBF5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863" y="396648"/>
            <a:ext cx="8960644" cy="1693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n-ea"/>
                <a:ea typeface="+mn-ea"/>
              </a:rPr>
              <a:t>但实际中，情况往往并非如此：</a:t>
            </a:r>
            <a:endParaRPr lang="en-US" altLang="zh-CN" sz="2800" b="1" dirty="0">
              <a:latin typeface="+mn-ea"/>
              <a:ea typeface="+mn-ea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2800" b="1" dirty="0">
              <a:latin typeface="+mn-ea"/>
              <a:ea typeface="+mn-ea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）一个随机现象所服从的分布可能是完全不知道的。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4D3364F-BDCB-9B6A-3E23-1A28AF95C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45" y="2394950"/>
            <a:ext cx="1800493" cy="61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例如：      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D26B4C6-8E59-37F5-65A5-CEB5D2AFA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191" y="2424568"/>
            <a:ext cx="8622873" cy="61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n-ea"/>
                <a:ea typeface="+mn-ea"/>
              </a:rPr>
              <a:t>某公路上行驶车辆的速度服从什么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分布是未知的</a:t>
            </a:r>
            <a:r>
              <a:rPr lang="zh-CN" altLang="en-US" sz="2800" b="1" dirty="0">
                <a:latin typeface="+mn-ea"/>
                <a:ea typeface="+mn-ea"/>
              </a:rPr>
              <a:t>；      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41BC4813-DD24-6480-D8C1-0488E23FD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700" y="3189777"/>
            <a:ext cx="7545655" cy="61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n-ea"/>
                <a:ea typeface="+mn-ea"/>
              </a:rPr>
              <a:t>电视机的使用寿命服从什么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分布是未知的</a:t>
            </a:r>
            <a:r>
              <a:rPr lang="zh-CN" altLang="en-US" sz="2800" b="1" dirty="0">
                <a:latin typeface="+mn-ea"/>
                <a:ea typeface="+mn-ea"/>
              </a:rPr>
              <a:t>；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E952346B-50DB-53B8-128D-CF89BA8D16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2377" y="5119220"/>
                <a:ext cx="10414319" cy="5887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例如：</a:t>
                </a:r>
                <a:r>
                  <a:rPr lang="zh-CN" altLang="en-US" sz="2800" b="1" dirty="0">
                    <a:latin typeface="+mn-ea"/>
                    <a:ea typeface="+mn-ea"/>
                  </a:rPr>
                  <a:t>产品是否合格服从两点分布，但参数</a:t>
                </a:r>
                <a:r>
                  <a:rPr lang="en-US" altLang="zh-CN" sz="2800" b="1" dirty="0">
                    <a:latin typeface="+mn-ea"/>
                    <a:ea typeface="+mn-ea"/>
                  </a:rPr>
                  <a:t>——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合格率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未知</a:t>
                </a:r>
                <a:r>
                  <a:rPr lang="zh-CN" altLang="en-US" sz="2800" b="1" dirty="0">
                    <a:latin typeface="+mn-ea"/>
                    <a:ea typeface="+mn-ea"/>
                  </a:rPr>
                  <a:t>      </a:t>
                </a:r>
              </a:p>
            </p:txBody>
          </p:sp>
        </mc:Choice>
        <mc:Fallback xmlns=""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E952346B-50DB-53B8-128D-CF89BA8D1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377" y="5119220"/>
                <a:ext cx="10414319" cy="588751"/>
              </a:xfrm>
              <a:prstGeom prst="rect">
                <a:avLst/>
              </a:prstGeom>
              <a:blipFill>
                <a:blip r:embed="rId2"/>
                <a:stretch>
                  <a:fillRect l="-1217" t="-4255" b="-255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D8E41CB-BE2E-A5BA-FE65-67BE27DF46EF}"/>
              </a:ext>
            </a:extLst>
          </p:cNvPr>
          <p:cNvSpPr txBox="1"/>
          <p:nvPr/>
        </p:nvSpPr>
        <p:spPr>
          <a:xfrm>
            <a:off x="928944" y="4144696"/>
            <a:ext cx="9635893" cy="57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）或者知道其分布概型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，但是其中的某些参数是未知的。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Text Box 7">
            <a:extLst>
              <a:ext uri="{FF2B5EF4-FFF2-40B4-BE49-F238E27FC236}">
                <a16:creationId xmlns:a16="http://schemas.microsoft.com/office/drawing/2014/main" id="{DC7328DF-3BCA-5A6D-30AE-3325BD323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205" y="1278835"/>
            <a:ext cx="861807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457200" algn="just" eaLnBrk="1" hangingPunct="1">
              <a:lnSpc>
                <a:spcPct val="130000"/>
              </a:lnSpc>
            </a:pPr>
            <a:r>
              <a:rPr lang="zh-CN" altLang="en-US" sz="2800" b="1" dirty="0">
                <a:latin typeface="+mn-ea"/>
                <a:ea typeface="+mn-ea"/>
              </a:rPr>
              <a:t>数理统计的任务则是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以概率论为基础，根据试验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所得到的数据，对研究对象的客观统计规律性做出合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理的推断。</a:t>
            </a:r>
            <a:endParaRPr lang="en-US" altLang="zh-CN" sz="28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0" indent="45720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Corbel" panose="020B0503020204020204"/>
                <a:ea typeface="华文楷体" panose="02010600040101010101" pitchFamily="2" charset="-122"/>
              </a:rPr>
              <a:t>数理统计所包含的内容十分丰富，包括：</a:t>
            </a:r>
            <a:endParaRPr lang="en-US" altLang="zh-CN" sz="2800" b="1" dirty="0">
              <a:solidFill>
                <a:prstClr val="black"/>
              </a:solidFill>
              <a:latin typeface="Corbel" panose="020B0503020204020204"/>
              <a:ea typeface="华文楷体" panose="02010600040101010101" pitchFamily="2" charset="-122"/>
            </a:endParaRPr>
          </a:p>
          <a:p>
            <a:pPr lvl="0" indent="45720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Corbel" panose="020B0503020204020204"/>
                <a:ea typeface="华文楷体" panose="02010600040101010101" pitchFamily="2" charset="-122"/>
              </a:rPr>
              <a:t>①如何收集资料、整理数据资料；</a:t>
            </a:r>
            <a:endParaRPr lang="en-US" altLang="zh-CN" sz="2800" b="1" dirty="0">
              <a:solidFill>
                <a:prstClr val="black"/>
              </a:solidFill>
              <a:latin typeface="Corbel" panose="020B0503020204020204"/>
              <a:ea typeface="华文楷体" panose="02010600040101010101" pitchFamily="2" charset="-122"/>
            </a:endParaRPr>
          </a:p>
          <a:p>
            <a:pPr lvl="0" indent="457200" algn="just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Corbel" panose="020B0503020204020204"/>
                <a:ea typeface="华文楷体" panose="02010600040101010101" pitchFamily="2" charset="-122"/>
              </a:rPr>
              <a:t>②如何对所得的数据进行分析、研究，从而对所研究的对象的性质、特点做出推断（</a:t>
            </a:r>
            <a:r>
              <a:rPr lang="zh-CN" altLang="en-US" sz="2800" b="1" dirty="0">
                <a:solidFill>
                  <a:srgbClr val="FF0000"/>
                </a:solidFill>
                <a:latin typeface="Corbel" panose="020B0503020204020204"/>
                <a:ea typeface="华文楷体" panose="02010600040101010101" pitchFamily="2" charset="-122"/>
              </a:rPr>
              <a:t>统计推断问题</a:t>
            </a:r>
            <a:r>
              <a:rPr lang="zh-CN" altLang="en-US" sz="2800" b="1" dirty="0">
                <a:solidFill>
                  <a:prstClr val="black"/>
                </a:solidFill>
                <a:latin typeface="Corbel" panose="020B0503020204020204"/>
                <a:ea typeface="华文楷体" panose="02010600040101010101" pitchFamily="2" charset="-122"/>
              </a:rPr>
              <a:t>）。</a:t>
            </a:r>
            <a:endParaRPr lang="zh-CN" altLang="en-US" sz="2800" b="1" dirty="0">
              <a:solidFill>
                <a:srgbClr val="66FF33"/>
              </a:solidFill>
              <a:latin typeface="Corbel" panose="020B0503020204020204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9A851F2-C961-6560-572B-0ABC536784B3}"/>
              </a:ext>
            </a:extLst>
          </p:cNvPr>
          <p:cNvSpPr/>
          <p:nvPr/>
        </p:nvSpPr>
        <p:spPr>
          <a:xfrm>
            <a:off x="2362200" y="2514600"/>
            <a:ext cx="731520" cy="502920"/>
          </a:xfrm>
          <a:prstGeom prst="roundRect">
            <a:avLst/>
          </a:prstGeom>
          <a:noFill/>
          <a:ln w="28575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" action="ppaction://noaction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588" y="538263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70000"/>
              <a:defRPr/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第六章   样本及抽样分布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2572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§6.1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随机样本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2572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§6.2</a:t>
            </a:r>
            <a:r>
              <a:rPr kumimoji="1" lang="zh-CN" altLang="en-US" sz="32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直方图和箱线图</a:t>
            </a:r>
          </a:p>
        </p:txBody>
      </p:sp>
      <p:sp>
        <p:nvSpPr>
          <p:cNvPr id="5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6A76435A-043E-9CE6-A38F-49C71B87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289" y="488158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§6.3</a:t>
            </a:r>
            <a:r>
              <a:rPr kumimoji="1" lang="zh-CN" altLang="en-US" sz="32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抽样分布</a:t>
            </a:r>
          </a:p>
        </p:txBody>
      </p:sp>
    </p:spTree>
    <p:extLst>
      <p:ext uri="{BB962C8B-B14F-4D97-AF65-F5344CB8AC3E}">
        <p14:creationId xmlns:p14="http://schemas.microsoft.com/office/powerpoint/2010/main" val="335595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3A274-ECE8-38D9-09FE-9BEF4EA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7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E1E82-05D5-A46D-AEF4-64DB600B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43001"/>
            <a:ext cx="11704320" cy="571499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10000"/>
              </a:lnSpc>
              <a:buNone/>
            </a:pPr>
            <a:r>
              <a:rPr lang="zh-CN" altLang="en-US" b="1" dirty="0"/>
              <a:t>考虑随机现象的结果的数量化表示。</a:t>
            </a:r>
            <a:endParaRPr lang="en-US" altLang="zh-CN" b="1" dirty="0"/>
          </a:p>
          <a:p>
            <a:pPr marL="0" indent="457200" algn="just">
              <a:lnSpc>
                <a:spcPct val="110000"/>
              </a:lnSpc>
              <a:buNone/>
            </a:pPr>
            <a:endParaRPr lang="en-US" altLang="zh-CN" b="1" dirty="0"/>
          </a:p>
          <a:p>
            <a:pPr marL="0" indent="457200" algn="just">
              <a:lnSpc>
                <a:spcPct val="110000"/>
              </a:lnSpc>
              <a:buNone/>
            </a:pPr>
            <a:r>
              <a:rPr lang="zh-CN" altLang="en-US" b="1" dirty="0"/>
              <a:t>为此，考虑与这一数量指标相联系的</a:t>
            </a:r>
            <a:r>
              <a:rPr lang="zh-CN" altLang="en-US" b="1" dirty="0">
                <a:solidFill>
                  <a:srgbClr val="FF0000"/>
                </a:solidFill>
              </a:rPr>
              <a:t>随机试验</a:t>
            </a:r>
            <a:r>
              <a:rPr lang="zh-CN" altLang="en-US" b="1" dirty="0"/>
              <a:t>，对这一数量指标进行试验或观察。</a:t>
            </a:r>
            <a:endParaRPr lang="en-US" altLang="zh-CN" b="1" dirty="0"/>
          </a:p>
          <a:p>
            <a:pPr marL="0" indent="457200" algn="just">
              <a:lnSpc>
                <a:spcPct val="110000"/>
              </a:lnSpc>
              <a:buNone/>
            </a:pPr>
            <a:endParaRPr lang="en-US" altLang="zh-CN" b="1" dirty="0"/>
          </a:p>
          <a:p>
            <a:pPr marL="0" indent="457200" algn="just">
              <a:lnSpc>
                <a:spcPct val="110000"/>
              </a:lnSpc>
              <a:buNone/>
            </a:pPr>
            <a:r>
              <a:rPr lang="zh-CN" altLang="en-US" b="1" dirty="0"/>
              <a:t>我们将试验的全部可能的观察值称为</a:t>
            </a:r>
            <a:r>
              <a:rPr lang="zh-CN" altLang="en-US" b="1" dirty="0">
                <a:solidFill>
                  <a:srgbClr val="FF0000"/>
                </a:solidFill>
              </a:rPr>
              <a:t>总体</a:t>
            </a:r>
            <a:r>
              <a:rPr lang="zh-CN" altLang="en-US" b="1" dirty="0"/>
              <a:t>，每一个可能观察值称为</a:t>
            </a:r>
            <a:r>
              <a:rPr lang="zh-CN" altLang="en-US" b="1" dirty="0">
                <a:solidFill>
                  <a:srgbClr val="FF0000"/>
                </a:solidFill>
              </a:rPr>
              <a:t>个体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0" indent="457200" algn="just">
              <a:lnSpc>
                <a:spcPct val="110000"/>
              </a:lnSpc>
              <a:buNone/>
            </a:pPr>
            <a:r>
              <a:rPr lang="zh-CN" altLang="en-US" b="1" dirty="0"/>
              <a:t>总体中所包含的个体的个数称为总体的</a:t>
            </a:r>
            <a:r>
              <a:rPr lang="zh-CN" altLang="en-US" b="1" dirty="0">
                <a:solidFill>
                  <a:srgbClr val="FF0000"/>
                </a:solidFill>
              </a:rPr>
              <a:t>容量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0" indent="457200" algn="just">
              <a:lnSpc>
                <a:spcPct val="110000"/>
              </a:lnSpc>
              <a:buNone/>
            </a:pPr>
            <a:r>
              <a:rPr lang="zh-CN" altLang="en-US" b="1" dirty="0"/>
              <a:t>容量为有限的称为</a:t>
            </a:r>
            <a:r>
              <a:rPr lang="zh-CN" altLang="en-US" b="1" dirty="0">
                <a:solidFill>
                  <a:srgbClr val="FF0000"/>
                </a:solidFill>
              </a:rPr>
              <a:t>有限总体</a:t>
            </a:r>
            <a:r>
              <a:rPr lang="zh-CN" altLang="en-US" b="1" dirty="0"/>
              <a:t>，容量为无限的称为</a:t>
            </a:r>
            <a:r>
              <a:rPr lang="zh-CN" altLang="en-US" b="1" dirty="0">
                <a:solidFill>
                  <a:srgbClr val="FF0000"/>
                </a:solidFill>
              </a:rPr>
              <a:t>无限总体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B0E483-E2E3-1FE3-9FDC-5DEDDDB4B9F0}"/>
              </a:ext>
            </a:extLst>
          </p:cNvPr>
          <p:cNvSpPr txBox="1"/>
          <p:nvPr/>
        </p:nvSpPr>
        <p:spPr>
          <a:xfrm>
            <a:off x="5699760" y="1143001"/>
            <a:ext cx="6309360" cy="53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（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随机现象的统计规律未知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42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E1E82-05D5-A46D-AEF4-64DB600B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7898"/>
            <a:ext cx="10515600" cy="571499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观察并记录某一地点每天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包括以往，现在和将来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的最高气温，所得总体是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无限总体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测量一湖泊任一地点的深度，所得总体是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无限总体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50000"/>
              </a:lnSpc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50000"/>
              </a:lnSpc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800C080-EFC3-FABA-F2A7-52C52F91D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7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总体</a:t>
            </a:r>
          </a:p>
        </p:txBody>
      </p:sp>
    </p:spTree>
    <p:extLst>
      <p:ext uri="{BB962C8B-B14F-4D97-AF65-F5344CB8AC3E}">
        <p14:creationId xmlns:p14="http://schemas.microsoft.com/office/powerpoint/2010/main" val="391757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E1E82-05D5-A46D-AEF4-64DB600B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71499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例如在考察某大学一年级男生的身高这一试验中，若一年级男生共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人，每个男生的身高是一个可能观察值，所形成的总体中共含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个可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能观察值，是一个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有限总体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50000"/>
              </a:lnSpc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5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有些有限总体的容量很大，我们可以认为它是一个无限总体，例如，考察全国正在使用的某种型号灯泡的寿命所形成的总体，由于可能观察值的个数很多，就可以认为是无限总体。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50000"/>
              </a:lnSpc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800C080-EFC3-FABA-F2A7-52C52F91D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7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总体</a:t>
            </a:r>
          </a:p>
        </p:txBody>
      </p:sp>
    </p:spTree>
    <p:extLst>
      <p:ext uri="{BB962C8B-B14F-4D97-AF65-F5344CB8AC3E}">
        <p14:creationId xmlns:p14="http://schemas.microsoft.com/office/powerpoint/2010/main" val="121609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2C639D-4A94-873F-49FE-84AE6E074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9670" y="2139568"/>
                <a:ext cx="10201835" cy="6923323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总体中的每一个个体是随机试验的一个观察值，因此它是某一随机变量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的值，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一个总体对应于一个随机变量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50000"/>
                  </a:lnSpc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对总体的研究就是对一个随机变量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的研究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的分布函数和数字特征就称为总体的分布函数和数字特征。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今后将不区分总体与相应的随机变量，笼统称为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总体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。</a:t>
                </a:r>
                <a:endPara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50000"/>
                  </a:lnSpc>
                  <a:buNone/>
                </a:pPr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2C639D-4A94-873F-49FE-84AE6E074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9670" y="2139568"/>
                <a:ext cx="10201835" cy="6923323"/>
              </a:xfrm>
              <a:blipFill>
                <a:blip r:embed="rId2"/>
                <a:stretch>
                  <a:fillRect l="-1244" r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8E35BD2D-B425-A7C1-D588-41D6A6903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58287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总体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endParaRPr lang="zh-CN" altLang="en-US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8E35BD2D-B425-A7C1-D588-41D6A690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58287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4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表格&#10;&#10;低可信度描述已自动生成">
            <a:extLst>
              <a:ext uri="{FF2B5EF4-FFF2-40B4-BE49-F238E27FC236}">
                <a16:creationId xmlns:a16="http://schemas.microsoft.com/office/drawing/2014/main" id="{B3BB181F-443C-7347-857D-57EB1B8BD0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6" t="-1" b="45723"/>
          <a:stretch/>
        </p:blipFill>
        <p:spPr>
          <a:xfrm>
            <a:off x="2447778" y="3658736"/>
            <a:ext cx="8120653" cy="15322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标题 1">
                <a:extLst>
                  <a:ext uri="{FF2B5EF4-FFF2-40B4-BE49-F238E27FC236}">
                    <a16:creationId xmlns:a16="http://schemas.microsoft.com/office/drawing/2014/main" id="{BF336C53-698D-39E7-8745-2DB2F9E533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58287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总体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已知分布</a:t>
                </a:r>
                <a:endPara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标题 1">
                <a:extLst>
                  <a:ext uri="{FF2B5EF4-FFF2-40B4-BE49-F238E27FC236}">
                    <a16:creationId xmlns:a16="http://schemas.microsoft.com/office/drawing/2014/main" id="{BF336C53-698D-39E7-8745-2DB2F9E53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58287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4B2D21F-9175-9507-468E-AC8B8C4D23F4}"/>
                  </a:ext>
                </a:extLst>
              </p:cNvPr>
              <p:cNvSpPr txBox="1"/>
              <p:nvPr/>
            </p:nvSpPr>
            <p:spPr>
              <a:xfrm>
                <a:off x="902042" y="1734159"/>
                <a:ext cx="10873947" cy="1299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有四个同学参加了</a:t>
                </a:r>
                <a:r>
                  <a:rPr lang="en-US" altLang="zh-CN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《</a:t>
                </a:r>
                <a:r>
                  <a:rPr lang="zh-CN" altLang="en-US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概率论与数理统计</a:t>
                </a:r>
                <a:r>
                  <a:rPr lang="en-US" altLang="zh-CN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》</a:t>
                </a:r>
                <a:r>
                  <a:rPr lang="zh-CN" altLang="en-US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课程考试，成绩分别为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𝟖𝟖</m:t>
                    </m:r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𝟕𝟓</m:t>
                    </m:r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𝟕𝟎</m:t>
                    </m:r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𝟔𝟑</m:t>
                    </m:r>
                  </m:oMath>
                </a14:m>
                <a:r>
                  <a:rPr lang="zh-CN" altLang="en-US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。</a:t>
                </a:r>
                <a14:m>
                  <m:oMath xmlns:m="http://schemas.openxmlformats.org/officeDocument/2006/math">
                    <m:r>
                      <a:rPr lang="en" altLang="zh-CN" sz="28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表示这四人的成绩，写出总体</a:t>
                </a:r>
                <a14:m>
                  <m:oMath xmlns:m="http://schemas.openxmlformats.org/officeDocument/2006/math">
                    <m:r>
                      <a:rPr lang="en" altLang="zh-CN" sz="2800" b="1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sz="28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的分布律。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4B2D21F-9175-9507-468E-AC8B8C4D2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42" y="1734159"/>
                <a:ext cx="10873947" cy="1299779"/>
              </a:xfrm>
              <a:prstGeom prst="rect">
                <a:avLst/>
              </a:prstGeom>
              <a:blipFill>
                <a:blip r:embed="rId4"/>
                <a:stretch>
                  <a:fillRect l="-1284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5511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2C639D-4A94-873F-49FE-84AE6E074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799" y="1322027"/>
                <a:ext cx="10512000" cy="6923323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了解某校学生做过家教的情况，对每个学生来说，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表示做过家教，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表示没做过家教。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则总体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对应一个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(0-1)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分布的随机变量，是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(0-1)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分布总体，参数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未知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50000"/>
                  </a:lnSpc>
                  <a:buNone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又如灯泡寿命这一总体是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指数分布总体，参数未知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50000"/>
                  </a:lnSpc>
                  <a:buNone/>
                </a:pPr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2C639D-4A94-873F-49FE-84AE6E074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799" y="1322027"/>
                <a:ext cx="10512000" cy="6923323"/>
              </a:xfrm>
              <a:blipFill>
                <a:blip r:embed="rId2"/>
                <a:stretch>
                  <a:fillRect l="-1086" r="-1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标题 1">
                <a:extLst>
                  <a:ext uri="{FF2B5EF4-FFF2-40B4-BE49-F238E27FC236}">
                    <a16:creationId xmlns:a16="http://schemas.microsoft.com/office/drawing/2014/main" id="{5D575633-139F-E1E0-631D-2FA09DA834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58287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总体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未知分布或未知参数</a:t>
                </a:r>
                <a:endParaRPr lang="zh-CN" altLang="en-US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标题 1">
                <a:extLst>
                  <a:ext uri="{FF2B5EF4-FFF2-40B4-BE49-F238E27FC236}">
                    <a16:creationId xmlns:a16="http://schemas.microsoft.com/office/drawing/2014/main" id="{5D575633-139F-E1E0-631D-2FA09DA83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58287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形 3" descr="问号 纯色填充">
            <a:extLst>
              <a:ext uri="{FF2B5EF4-FFF2-40B4-BE49-F238E27FC236}">
                <a16:creationId xmlns:a16="http://schemas.microsoft.com/office/drawing/2014/main" id="{ED58A0D4-72CF-344F-5A37-85FBA94051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849837" y="3428999"/>
            <a:ext cx="1416147" cy="141614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19156C-20CB-2800-E03C-E2D3CCF6F584}"/>
              </a:ext>
            </a:extLst>
          </p:cNvPr>
          <p:cNvSpPr txBox="1"/>
          <p:nvPr/>
        </p:nvSpPr>
        <p:spPr>
          <a:xfrm>
            <a:off x="6096000" y="387546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u="sng" dirty="0">
                <a:solidFill>
                  <a:srgbClr val="FF0000"/>
                </a:solidFill>
              </a:rPr>
              <a:t>如何推断未知参数呢？</a:t>
            </a:r>
          </a:p>
        </p:txBody>
      </p:sp>
    </p:spTree>
    <p:extLst>
      <p:ext uri="{BB962C8B-B14F-4D97-AF65-F5344CB8AC3E}">
        <p14:creationId xmlns:p14="http://schemas.microsoft.com/office/powerpoint/2010/main" val="219810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2C639D-4A94-873F-49FE-84AE6E07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882" y="1439736"/>
            <a:ext cx="10100236" cy="692332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在数理统计中，人们都是通过从总体中抽取一部分个体，根据获得的数据来对总体分布作出推断的。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被抽出的部分个体叫做总体的一个</a:t>
            </a:r>
            <a:r>
              <a:rPr lang="zh-CN" altLang="en-US" b="1" dirty="0">
                <a:solidFill>
                  <a:srgbClr val="FF0000"/>
                </a:solidFill>
              </a:rPr>
              <a:t>样本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5505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2C639D-4A94-873F-49FE-84AE6E074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138" y="1483850"/>
                <a:ext cx="10987092" cy="692332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总体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抽出总体中的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个个体，总体的一个</a:t>
                </a: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样本（容量为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抽出总体中的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个个体，总体的一个</a:t>
                </a: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样本（容量为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抽出总体中的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个个体，总体的一个</a:t>
                </a: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样本（容量为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抽出总体中的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个个体，总体的一个</a:t>
                </a: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样本（容量为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2C639D-4A94-873F-49FE-84AE6E074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138" y="1483850"/>
                <a:ext cx="10987092" cy="6923323"/>
              </a:xfrm>
              <a:blipFill>
                <a:blip r:embed="rId2"/>
                <a:stretch>
                  <a:fillRect l="-1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033BD04A-C261-27CD-2475-A0D0CC53D7E3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样本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6FF5EBB-C5D3-8AE1-3E99-0202A0AF58F8}"/>
                  </a:ext>
                </a:extLst>
              </p:cNvPr>
              <p:cNvSpPr txBox="1"/>
              <p:nvPr/>
            </p:nvSpPr>
            <p:spPr>
              <a:xfrm>
                <a:off x="8504831" y="3167390"/>
                <a:ext cx="12722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6FF5EBB-C5D3-8AE1-3E99-0202A0AF5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831" y="3167390"/>
                <a:ext cx="1272209" cy="523220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99963D-A935-3244-6810-79144E497907}"/>
                  </a:ext>
                </a:extLst>
              </p:cNvPr>
              <p:cNvSpPr txBox="1"/>
              <p:nvPr/>
            </p:nvSpPr>
            <p:spPr>
              <a:xfrm>
                <a:off x="8736743" y="3942642"/>
                <a:ext cx="12722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99963D-A935-3244-6810-79144E497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6743" y="3942642"/>
                <a:ext cx="1272209" cy="523220"/>
              </a:xfrm>
              <a:prstGeom prst="rect">
                <a:avLst/>
              </a:prstGeom>
              <a:blipFill>
                <a:blip r:embed="rId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C426673-AAA8-B64D-2015-50D0DA2153F0}"/>
                  </a:ext>
                </a:extLst>
              </p:cNvPr>
              <p:cNvSpPr txBox="1"/>
              <p:nvPr/>
            </p:nvSpPr>
            <p:spPr>
              <a:xfrm>
                <a:off x="8829509" y="4717894"/>
                <a:ext cx="12722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C426673-AAA8-B64D-2015-50D0DA215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509" y="4717894"/>
                <a:ext cx="1272209" cy="523220"/>
              </a:xfrm>
              <a:prstGeom prst="rect">
                <a:avLst/>
              </a:prstGeom>
              <a:blipFill>
                <a:blip r:embed="rId5"/>
                <a:stretch>
                  <a:fillRect l="-2970" r="-31683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86A477-4E09-2C2B-C41E-F90F94E569E4}"/>
                  </a:ext>
                </a:extLst>
              </p:cNvPr>
              <p:cNvSpPr txBox="1"/>
              <p:nvPr/>
            </p:nvSpPr>
            <p:spPr>
              <a:xfrm>
                <a:off x="10411513" y="3167390"/>
                <a:ext cx="12722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86A477-4E09-2C2B-C41E-F90F94E56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513" y="3167390"/>
                <a:ext cx="1272209" cy="523220"/>
              </a:xfrm>
              <a:prstGeom prst="rect">
                <a:avLst/>
              </a:prstGeom>
              <a:blipFill>
                <a:blip r:embed="rId6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0672D6-58B3-3766-6E88-8E78E4DE5EA4}"/>
                  </a:ext>
                </a:extLst>
              </p:cNvPr>
              <p:cNvSpPr txBox="1"/>
              <p:nvPr/>
            </p:nvSpPr>
            <p:spPr>
              <a:xfrm>
                <a:off x="10610296" y="3942642"/>
                <a:ext cx="12722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0672D6-58B3-3766-6E88-8E78E4DE5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296" y="3942642"/>
                <a:ext cx="1272209" cy="523220"/>
              </a:xfrm>
              <a:prstGeom prst="rect">
                <a:avLst/>
              </a:prstGeom>
              <a:blipFill>
                <a:blip r:embed="rId7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B07DD31-CDB1-314A-EF49-61756EDEC8F2}"/>
                  </a:ext>
                </a:extLst>
              </p:cNvPr>
              <p:cNvSpPr txBox="1"/>
              <p:nvPr/>
            </p:nvSpPr>
            <p:spPr>
              <a:xfrm>
                <a:off x="10731833" y="4717894"/>
                <a:ext cx="12722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B07DD31-CDB1-314A-EF49-61756EDEC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833" y="4717894"/>
                <a:ext cx="1272209" cy="523220"/>
              </a:xfrm>
              <a:prstGeom prst="rect">
                <a:avLst/>
              </a:prstGeom>
              <a:blipFill>
                <a:blip r:embed="rId8"/>
                <a:stretch>
                  <a:fillRect r="-21569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017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2" grpId="0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6F3E513-2926-2193-6AC4-67B8E82A62EE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简单随机样本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A7E337-296A-F4B5-B1CC-13BBB8062C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effectLst/>
                    <a:latin typeface="Helvetica" pitchFamily="2" charset="0"/>
                  </a:rPr>
                  <a:t>容量是</a:t>
                </a:r>
                <a14:m>
                  <m:oMath xmlns:m="http://schemas.openxmlformats.org/officeDocument/2006/math">
                    <m:r>
                      <a:rPr lang="en" altLang="zh-CN" b="1" i="1" dirty="0" smtClean="0">
                        <a:effectLst/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 dirty="0">
                    <a:effectLst/>
                    <a:latin typeface="Helvetica" pitchFamily="2" charset="0"/>
                  </a:rPr>
                  <a:t>的简单随机样本需要满足以下两个条件：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﻿﻿</a:t>
                </a:r>
                <a:r>
                  <a:rPr lang="en-US" altLang="zh-CN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 </a:t>
                </a:r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代表性：每个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b="1" i="1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" altLang="zh-CN" b="1" i="1" dirty="0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同分布；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﻿</a:t>
                </a:r>
                <a:r>
                  <a:rPr lang="en-US" altLang="zh-CN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 </a:t>
                </a:r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独立性：</a:t>
                </a:r>
                <a:r>
                  <a:rPr lang="en-US" altLang="zh-CN" b="1" dirty="0">
                    <a:solidFill>
                      <a:srgbClr val="0000FF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dirty="0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Helvetica" pitchFamily="2" charset="0"/>
                  </a:rPr>
                  <a:t>是相互独立的随机变量。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1" dirty="0">
                    <a:effectLst/>
                    <a:latin typeface="Helvetica" pitchFamily="2" charset="0"/>
                  </a:rPr>
                  <a:t>[</a:t>
                </a:r>
                <a:r>
                  <a:rPr lang="zh-CN" altLang="en-US" b="1" dirty="0">
                    <a:effectLst/>
                    <a:latin typeface="Helvetica" pitchFamily="2" charset="0"/>
                  </a:rPr>
                  <a:t>说明</a:t>
                </a:r>
                <a:r>
                  <a:rPr lang="en-US" altLang="zh-CN" b="1" dirty="0">
                    <a:latin typeface="Helvetica" pitchFamily="2" charset="0"/>
                  </a:rPr>
                  <a:t>]</a:t>
                </a:r>
                <a:r>
                  <a:rPr lang="zh-CN" altLang="en-US" b="1" dirty="0">
                    <a:effectLst/>
                    <a:latin typeface="Helvetica" pitchFamily="2" charset="0"/>
                  </a:rPr>
                  <a:t>：后面提到的样本均指简单随机样本。</a:t>
                </a:r>
              </a:p>
              <a:p>
                <a:pPr>
                  <a:lnSpc>
                    <a:spcPct val="150000"/>
                  </a:lnSpc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A7E337-296A-F4B5-B1CC-13BBB8062C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67193D2D-010C-A296-3F2C-9F99D2E27563}"/>
              </a:ext>
            </a:extLst>
          </p:cNvPr>
          <p:cNvSpPr txBox="1"/>
          <p:nvPr/>
        </p:nvSpPr>
        <p:spPr>
          <a:xfrm>
            <a:off x="838200" y="5301679"/>
            <a:ext cx="119774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Helvetica" pitchFamily="2" charset="0"/>
              </a:rPr>
              <a:t>它们的观察值</a:t>
            </a:r>
            <a:r>
              <a:rPr lang="zh-CN" altLang="en-US" sz="2800" b="1" dirty="0">
                <a:solidFill>
                  <a:srgbClr val="00B0F0"/>
                </a:solidFill>
                <a:latin typeface="Helvetica" pitchFamily="2" charset="0"/>
              </a:rPr>
              <a:t>𝒙</a:t>
            </a:r>
            <a:r>
              <a:rPr lang="en-US" altLang="zh-CN" sz="2800" b="1" baseline="-25000" dirty="0">
                <a:solidFill>
                  <a:srgbClr val="00B0F0"/>
                </a:solidFill>
                <a:latin typeface="Helvetica" pitchFamily="2" charset="0"/>
              </a:rPr>
              <a:t>𝟏</a:t>
            </a:r>
            <a:r>
              <a:rPr lang="en-US" altLang="zh-CN" sz="2800" b="1" dirty="0">
                <a:solidFill>
                  <a:srgbClr val="00B0F0"/>
                </a:solidFill>
                <a:latin typeface="Helvetica" pitchFamily="2" charset="0"/>
              </a:rPr>
              <a:t>,𝒙</a:t>
            </a:r>
            <a:r>
              <a:rPr lang="en-US" altLang="zh-CN" sz="2800" b="1" baseline="-25000" dirty="0">
                <a:solidFill>
                  <a:srgbClr val="00B0F0"/>
                </a:solidFill>
                <a:latin typeface="Helvetica" pitchFamily="2" charset="0"/>
              </a:rPr>
              <a:t>𝟐</a:t>
            </a:r>
            <a:r>
              <a:rPr lang="en-US" altLang="zh-CN" sz="2800" b="1" dirty="0">
                <a:solidFill>
                  <a:srgbClr val="00B0F0"/>
                </a:solidFill>
                <a:latin typeface="Helvetica" pitchFamily="2" charset="0"/>
              </a:rPr>
              <a:t>,…,𝒙</a:t>
            </a:r>
            <a:r>
              <a:rPr lang="en-US" altLang="zh-CN" sz="2800" b="1" baseline="-25000" dirty="0">
                <a:solidFill>
                  <a:srgbClr val="00B0F0"/>
                </a:solidFill>
                <a:latin typeface="Helvetica" pitchFamily="2" charset="0"/>
              </a:rPr>
              <a:t>𝒏</a:t>
            </a:r>
            <a:r>
              <a:rPr lang="en-US" altLang="zh-CN" sz="2800" b="1" dirty="0">
                <a:solidFill>
                  <a:srgbClr val="00B0F0"/>
                </a:solidFill>
                <a:latin typeface="Helvetica" pitchFamily="2" charset="0"/>
              </a:rPr>
              <a:t> </a:t>
            </a:r>
            <a:r>
              <a:rPr lang="zh-CN" altLang="en-US" sz="2800" b="1" dirty="0">
                <a:latin typeface="Helvetica" pitchFamily="2" charset="0"/>
              </a:rPr>
              <a:t>，称为</a:t>
            </a:r>
            <a:r>
              <a:rPr lang="zh-CN" altLang="en-US" sz="2800" b="1" dirty="0">
                <a:solidFill>
                  <a:srgbClr val="00B0F0"/>
                </a:solidFill>
                <a:latin typeface="Helvetica" pitchFamily="2" charset="0"/>
              </a:rPr>
              <a:t>样本值</a:t>
            </a:r>
            <a:r>
              <a:rPr lang="zh-CN" altLang="en-US" sz="2800" b="1" dirty="0">
                <a:latin typeface="Helvetica" pitchFamily="2" charset="0"/>
              </a:rPr>
              <a:t>，又称为𝑿的𝒏个独立的观察值。</a:t>
            </a:r>
          </a:p>
        </p:txBody>
      </p:sp>
    </p:spTree>
    <p:extLst>
      <p:ext uri="{BB962C8B-B14F-4D97-AF65-F5344CB8AC3E}">
        <p14:creationId xmlns:p14="http://schemas.microsoft.com/office/powerpoint/2010/main" val="1844936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BD2BC3-EDAC-D880-B046-46FE7DC895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533" y="1856319"/>
                <a:ext cx="11352934" cy="6400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也可以将样本看成是一个随机向量，写成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，</a:t>
                </a:r>
                <a:endPara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此时样本值相应地写成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 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都是相应于样本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 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的样本值，一般来说它们是不相同的。</a:t>
                </a:r>
                <a:endPara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BD2BC3-EDAC-D880-B046-46FE7DC89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533" y="1856319"/>
                <a:ext cx="11352934" cy="6400800"/>
              </a:xfrm>
              <a:blipFill>
                <a:blip r:embed="rId2"/>
                <a:stretch>
                  <a:fillRect l="-1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BBFD9356-33BA-0B72-8A75-4A48F968F80C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简单随机样本</a:t>
            </a:r>
          </a:p>
        </p:txBody>
      </p:sp>
    </p:spTree>
    <p:extLst>
      <p:ext uri="{BB962C8B-B14F-4D97-AF65-F5344CB8AC3E}">
        <p14:creationId xmlns:p14="http://schemas.microsoft.com/office/powerpoint/2010/main" val="4184174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F7B529-DB21-7DDE-6CEA-5842A80BC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843" y="1166197"/>
                <a:ext cx="11652422" cy="646611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由定义得，若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的一个样本，则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相互独立，且它们的分布函数都是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，所以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的分布函数为：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又若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具有概率密度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的概率密度为：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F7B529-DB21-7DDE-6CEA-5842A80BC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843" y="1166197"/>
                <a:ext cx="11652422" cy="6466115"/>
              </a:xfrm>
              <a:blipFill>
                <a:blip r:embed="rId2"/>
                <a:stretch>
                  <a:fillRect l="-1198" b="-1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224D67C0-893A-6260-931E-E718E512C8C4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简单随机样本</a:t>
            </a:r>
          </a:p>
        </p:txBody>
      </p:sp>
    </p:spTree>
    <p:extLst>
      <p:ext uri="{BB962C8B-B14F-4D97-AF65-F5344CB8AC3E}">
        <p14:creationId xmlns:p14="http://schemas.microsoft.com/office/powerpoint/2010/main" val="392358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0EF19886-BD3C-D8D5-BF9E-6FA2A2E15869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简单随机样本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835469-5FAB-2666-F82B-57D1DBA440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489" y="1568897"/>
                <a:ext cx="11196711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effectLst/>
                    <a:latin typeface="Helvetica" pitchFamily="2" charset="0"/>
                  </a:rPr>
                  <a:t>设一批灯泡的寿命</a:t>
                </a:r>
                <a14:m>
                  <m:oMath xmlns:m="http://schemas.openxmlformats.org/officeDocument/2006/math">
                    <m:r>
                      <a:rPr lang="en" altLang="zh-CN" b="1" i="1" dirty="0" smtClean="0">
                        <a:effectLst/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" altLang="zh-CN" b="1" dirty="0">
                    <a:effectLst/>
                    <a:latin typeface="Helvetica" pitchFamily="2" charset="0"/>
                  </a:rPr>
                  <a:t>(</a:t>
                </a:r>
                <a:r>
                  <a:rPr lang="zh-CN" altLang="en-US" b="1" dirty="0">
                    <a:effectLst/>
                    <a:latin typeface="Helvetica" pitchFamily="2" charset="0"/>
                  </a:rPr>
                  <a:t>小时）服从参数为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effectLst/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b="1" dirty="0">
                    <a:effectLst/>
                    <a:latin typeface="Helvetica" pitchFamily="2" charset="0"/>
                  </a:rPr>
                  <a:t>的指数分布，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b="1" dirty="0">
                    <a:effectLst/>
                    <a:latin typeface="Helvetica" pitchFamily="2" charset="0"/>
                  </a:rPr>
                  <a:t>未知，从该批灯泡中采用简单随机抽样抽取容量为</a:t>
                </a:r>
                <a:r>
                  <a:rPr lang="en-US" altLang="zh-CN" b="1" dirty="0">
                    <a:effectLst/>
                    <a:latin typeface="Helvetica" pitchFamily="2" charset="0"/>
                  </a:rPr>
                  <a:t>10</a:t>
                </a:r>
                <a:r>
                  <a:rPr lang="zh-CN" altLang="en-US" b="1" dirty="0">
                    <a:effectLst/>
                    <a:latin typeface="Helvetica" pitchFamily="2" charset="0"/>
                  </a:rPr>
                  <a:t>的样本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" altLang="zh-CN" b="1" dirty="0">
                  <a:effectLst/>
                  <a:latin typeface="Helvetica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/>
                  <a:t>写出总体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b="1" dirty="0"/>
                  <a:t>的概率密度，以及样本的概率密度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835469-5FAB-2666-F82B-57D1DBA440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489" y="1568897"/>
                <a:ext cx="11196711" cy="4351338"/>
              </a:xfrm>
              <a:blipFill>
                <a:blip r:embed="rId2"/>
                <a:stretch>
                  <a:fillRect l="-1019" r="-5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84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A2062F71-5AC6-40F2-83B0-12C504D47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3" t="12375" b="60488"/>
          <a:stretch/>
        </p:blipFill>
        <p:spPr>
          <a:xfrm>
            <a:off x="1477109" y="1828800"/>
            <a:ext cx="6105378" cy="1600200"/>
          </a:xfrm>
        </p:spPr>
      </p:pic>
      <p:pic>
        <p:nvPicPr>
          <p:cNvPr id="2" name="内容占位符 4" descr="文本, 信件&#10;&#10;描述已自动生成">
            <a:extLst>
              <a:ext uri="{FF2B5EF4-FFF2-40B4-BE49-F238E27FC236}">
                <a16:creationId xmlns:a16="http://schemas.microsoft.com/office/drawing/2014/main" id="{BBE009B0-4B13-B2A9-98C1-649697E67C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3" t="51889"/>
          <a:stretch/>
        </p:blipFill>
        <p:spPr>
          <a:xfrm>
            <a:off x="1586132" y="4159508"/>
            <a:ext cx="5466560" cy="25402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53A0268-A311-F7A5-10CB-72EC2776DB33}"/>
                  </a:ext>
                </a:extLst>
              </p:cNvPr>
              <p:cNvSpPr txBox="1"/>
              <p:nvPr/>
            </p:nvSpPr>
            <p:spPr>
              <a:xfrm>
                <a:off x="1586132" y="1351746"/>
                <a:ext cx="60983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solidFill>
                      <a:prstClr val="black"/>
                    </a:solidFill>
                  </a:rPr>
                  <a:t>总体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b="1" dirty="0">
                    <a:solidFill>
                      <a:prstClr val="black"/>
                    </a:solidFill>
                  </a:rPr>
                  <a:t>的概率密度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53A0268-A311-F7A5-10CB-72EC2776D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132" y="1351746"/>
                <a:ext cx="6098344" cy="523220"/>
              </a:xfrm>
              <a:prstGeom prst="rect">
                <a:avLst/>
              </a:prstGeom>
              <a:blipFill>
                <a:blip r:embed="rId3"/>
                <a:stretch>
                  <a:fillRect l="-2075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DF5F0EC6-98D0-D8F5-E995-FDBEE71D3BA6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简单随机样本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4916010-56BF-4A68-B3BF-097DF2832F85}"/>
                  </a:ext>
                </a:extLst>
              </p:cNvPr>
              <p:cNvSpPr txBox="1"/>
              <p:nvPr/>
            </p:nvSpPr>
            <p:spPr>
              <a:xfrm>
                <a:off x="1586132" y="3512340"/>
                <a:ext cx="60983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solidFill>
                      <a:prstClr val="black"/>
                    </a:solidFill>
                  </a:rPr>
                  <a:t>容量为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</m:oMath>
                </a14:m>
                <a:r>
                  <a:rPr lang="zh-CN" altLang="en-US" sz="2800" b="1" dirty="0">
                    <a:solidFill>
                      <a:prstClr val="black"/>
                    </a:solidFill>
                  </a:rPr>
                  <a:t>的简单随机样本的概率密度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4916010-56BF-4A68-B3BF-097DF2832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132" y="3512340"/>
                <a:ext cx="6098344" cy="523220"/>
              </a:xfrm>
              <a:prstGeom prst="rect">
                <a:avLst/>
              </a:prstGeom>
              <a:blipFill>
                <a:blip r:embed="rId4"/>
                <a:stretch>
                  <a:fillRect l="-2075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文本&#10;&#10;描述已自动生成">
            <a:extLst>
              <a:ext uri="{FF2B5EF4-FFF2-40B4-BE49-F238E27FC236}">
                <a16:creationId xmlns:a16="http://schemas.microsoft.com/office/drawing/2014/main" id="{6C13B102-8C39-AF7D-CA8D-235B81C018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79"/>
          <a:stretch/>
        </p:blipFill>
        <p:spPr>
          <a:xfrm>
            <a:off x="6648119" y="4362064"/>
            <a:ext cx="5543881" cy="2123440"/>
          </a:xfrm>
          <a:prstGeom prst="rect">
            <a:avLst/>
          </a:prstGeom>
        </p:spPr>
      </p:pic>
      <p:pic>
        <p:nvPicPr>
          <p:cNvPr id="2" name="图片 1" descr="表格&#10;&#10;低可信度描述已自动生成">
            <a:extLst>
              <a:ext uri="{FF2B5EF4-FFF2-40B4-BE49-F238E27FC236}">
                <a16:creationId xmlns:a16="http://schemas.microsoft.com/office/drawing/2014/main" id="{10802C16-4B05-2372-78F7-D886460325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8" r="6722" b="41195"/>
          <a:stretch/>
        </p:blipFill>
        <p:spPr>
          <a:xfrm>
            <a:off x="332879" y="2965449"/>
            <a:ext cx="5139454" cy="11272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323F13-653C-49C5-1081-9F918C5B4FA4}"/>
                  </a:ext>
                </a:extLst>
              </p:cNvPr>
              <p:cNvSpPr txBox="1"/>
              <p:nvPr/>
            </p:nvSpPr>
            <p:spPr>
              <a:xfrm>
                <a:off x="157440" y="1434216"/>
                <a:ext cx="11717403" cy="1127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有四个同学参加</a:t>
                </a:r>
                <a:r>
                  <a:rPr lang="en-US" altLang="zh-CN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《</a:t>
                </a:r>
                <a:r>
                  <a:rPr lang="zh-CN" altLang="en-US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概率论与数理统计</a:t>
                </a:r>
                <a:r>
                  <a:rPr lang="en-US" altLang="zh-CN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》</a:t>
                </a:r>
                <a:r>
                  <a:rPr lang="zh-CN" altLang="en-US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课程考试，成绩分别为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𝟖𝟖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𝟕𝟓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𝟕𝟎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𝟔𝟑</m:t>
                    </m:r>
                  </m:oMath>
                </a14:m>
                <a:r>
                  <a:rPr lang="zh-CN" altLang="en-US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。</a:t>
                </a:r>
                <a14:m>
                  <m:oMath xmlns:m="http://schemas.openxmlformats.org/officeDocument/2006/math">
                    <m:r>
                      <a:rPr lang="en" altLang="zh-CN" sz="2400" b="1" i="1" dirty="0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表示这四人的成绩，容量为</a:t>
                </a:r>
                <a:r>
                  <a:rPr lang="en-US" altLang="zh-CN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2</a:t>
                </a:r>
                <a:r>
                  <a:rPr lang="zh-CN" altLang="en-US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的简单随机样本，写出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400" b="1" dirty="0"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的分布律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323F13-653C-49C5-1081-9F918C5B4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40" y="1434216"/>
                <a:ext cx="11717403" cy="1127296"/>
              </a:xfrm>
              <a:prstGeom prst="rect">
                <a:avLst/>
              </a:prstGeom>
              <a:blipFill>
                <a:blip r:embed="rId4"/>
                <a:stretch>
                  <a:fillRect l="-866" r="-541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6DEAF21-BA55-D340-D4FF-588A5B2CD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01486"/>
              </p:ext>
            </p:extLst>
          </p:nvPr>
        </p:nvGraphicFramePr>
        <p:xfrm>
          <a:off x="450167" y="4514503"/>
          <a:ext cx="5410200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2040">
                  <a:extLst>
                    <a:ext uri="{9D8B030D-6E8A-4147-A177-3AD203B41FA5}">
                      <a16:colId xmlns:a16="http://schemas.microsoft.com/office/drawing/2014/main" val="102879375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065628227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978378042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6160425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3867022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altLang="zh-CN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 algn="l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altLang="zh-CN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954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858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05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949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64660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681220B-9934-4C25-2EFB-B447C73BC88F}"/>
              </a:ext>
            </a:extLst>
          </p:cNvPr>
          <p:cNvSpPr txBox="1"/>
          <p:nvPr/>
        </p:nvSpPr>
        <p:spPr>
          <a:xfrm>
            <a:off x="1758461" y="518209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5B1327-DA86-3BBD-EE50-26E0F4B6819E}"/>
              </a:ext>
            </a:extLst>
          </p:cNvPr>
          <p:cNvSpPr txBox="1"/>
          <p:nvPr/>
        </p:nvSpPr>
        <p:spPr>
          <a:xfrm>
            <a:off x="2838513" y="518209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A0500-8DB4-FD1D-6C01-F7D0A215E1A0}"/>
              </a:ext>
            </a:extLst>
          </p:cNvPr>
          <p:cNvSpPr txBox="1"/>
          <p:nvPr/>
        </p:nvSpPr>
        <p:spPr>
          <a:xfrm>
            <a:off x="3931333" y="518209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17E0CD-03A3-C4D3-EEE5-AB6733C179EB}"/>
              </a:ext>
            </a:extLst>
          </p:cNvPr>
          <p:cNvSpPr txBox="1"/>
          <p:nvPr/>
        </p:nvSpPr>
        <p:spPr>
          <a:xfrm>
            <a:off x="5024153" y="518209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F2F578-EFA6-A510-6776-0C0F140DD41E}"/>
              </a:ext>
            </a:extLst>
          </p:cNvPr>
          <p:cNvSpPr txBox="1"/>
          <p:nvPr/>
        </p:nvSpPr>
        <p:spPr>
          <a:xfrm>
            <a:off x="1756113" y="551737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C7EC82A-5B3E-90DE-DF1B-231A669DE625}"/>
              </a:ext>
            </a:extLst>
          </p:cNvPr>
          <p:cNvSpPr txBox="1"/>
          <p:nvPr/>
        </p:nvSpPr>
        <p:spPr>
          <a:xfrm>
            <a:off x="2836165" y="551737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B0D5E2-F3C0-84F7-34A6-194BB0DAEB3C}"/>
              </a:ext>
            </a:extLst>
          </p:cNvPr>
          <p:cNvSpPr txBox="1"/>
          <p:nvPr/>
        </p:nvSpPr>
        <p:spPr>
          <a:xfrm>
            <a:off x="3928985" y="551737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660748-BD11-C67E-6CC0-92BD3C9A0C5B}"/>
              </a:ext>
            </a:extLst>
          </p:cNvPr>
          <p:cNvSpPr txBox="1"/>
          <p:nvPr/>
        </p:nvSpPr>
        <p:spPr>
          <a:xfrm>
            <a:off x="5021805" y="551737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633B2A-B8ED-E5D5-36F3-FBAB94EDD55A}"/>
              </a:ext>
            </a:extLst>
          </p:cNvPr>
          <p:cNvSpPr txBox="1"/>
          <p:nvPr/>
        </p:nvSpPr>
        <p:spPr>
          <a:xfrm>
            <a:off x="1756114" y="592533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F39B67-18C7-4789-B7E8-A9A8E0B7D319}"/>
              </a:ext>
            </a:extLst>
          </p:cNvPr>
          <p:cNvSpPr txBox="1"/>
          <p:nvPr/>
        </p:nvSpPr>
        <p:spPr>
          <a:xfrm>
            <a:off x="2836166" y="592533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EE33226-FDC6-2924-43D1-DF65D7F3E071}"/>
              </a:ext>
            </a:extLst>
          </p:cNvPr>
          <p:cNvSpPr txBox="1"/>
          <p:nvPr/>
        </p:nvSpPr>
        <p:spPr>
          <a:xfrm>
            <a:off x="3928986" y="592533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C93422-9F48-654E-7048-7F52A598DD77}"/>
              </a:ext>
            </a:extLst>
          </p:cNvPr>
          <p:cNvSpPr txBox="1"/>
          <p:nvPr/>
        </p:nvSpPr>
        <p:spPr>
          <a:xfrm>
            <a:off x="5021806" y="592533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B854F1-7F6F-3CC6-C632-08073D08E382}"/>
              </a:ext>
            </a:extLst>
          </p:cNvPr>
          <p:cNvSpPr txBox="1"/>
          <p:nvPr/>
        </p:nvSpPr>
        <p:spPr>
          <a:xfrm>
            <a:off x="1756113" y="627745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76C813-7D68-74D3-DC1D-0F088A3E4123}"/>
              </a:ext>
            </a:extLst>
          </p:cNvPr>
          <p:cNvSpPr txBox="1"/>
          <p:nvPr/>
        </p:nvSpPr>
        <p:spPr>
          <a:xfrm>
            <a:off x="2836165" y="627745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3EF758-5EB3-C7A9-D478-92EE3CC7547B}"/>
              </a:ext>
            </a:extLst>
          </p:cNvPr>
          <p:cNvSpPr txBox="1"/>
          <p:nvPr/>
        </p:nvSpPr>
        <p:spPr>
          <a:xfrm>
            <a:off x="3928985" y="627745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F96E75-32F9-9995-8397-C8B6698C718A}"/>
              </a:ext>
            </a:extLst>
          </p:cNvPr>
          <p:cNvSpPr txBox="1"/>
          <p:nvPr/>
        </p:nvSpPr>
        <p:spPr>
          <a:xfrm>
            <a:off x="5021805" y="627745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1/16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D6C8824-6281-F6D5-E058-CB716EEB5A64}"/>
                  </a:ext>
                </a:extLst>
              </p:cNvPr>
              <p:cNvSpPr txBox="1"/>
              <p:nvPr/>
            </p:nvSpPr>
            <p:spPr>
              <a:xfrm>
                <a:off x="6719669" y="3699444"/>
                <a:ext cx="61475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有？个可能的样本值</a:t>
                </a:r>
                <a:endParaRPr lang="zh-CN" alt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D6C8824-6281-F6D5-E058-CB716EEB5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669" y="3699444"/>
                <a:ext cx="6147580" cy="461665"/>
              </a:xfrm>
              <a:prstGeom prst="rect">
                <a:avLst/>
              </a:prstGeom>
              <a:blipFill>
                <a:blip r:embed="rId5"/>
                <a:stretch>
                  <a:fillRect l="-617" t="-13514" b="-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标题 1">
            <a:extLst>
              <a:ext uri="{FF2B5EF4-FFF2-40B4-BE49-F238E27FC236}">
                <a16:creationId xmlns:a16="http://schemas.microsoft.com/office/drawing/2014/main" id="{F9ABD679-A6EA-DECE-4E42-238D82397269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简单随机样本</a:t>
            </a:r>
          </a:p>
        </p:txBody>
      </p:sp>
    </p:spTree>
    <p:extLst>
      <p:ext uri="{BB962C8B-B14F-4D97-AF65-F5344CB8AC3E}">
        <p14:creationId xmlns:p14="http://schemas.microsoft.com/office/powerpoint/2010/main" val="2077041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69B83F13-4105-1555-7FF8-02D1D0AECAE3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简单随机抽样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8E8F70-3EFF-F3E7-D365-5A781882288E}"/>
              </a:ext>
            </a:extLst>
          </p:cNvPr>
          <p:cNvSpPr txBox="1"/>
          <p:nvPr/>
        </p:nvSpPr>
        <p:spPr>
          <a:xfrm>
            <a:off x="990600" y="1483850"/>
            <a:ext cx="10799805" cy="1960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获得简单随机样本的抽样称为简单随机抽样。</a:t>
            </a:r>
            <a:br>
              <a:rPr lang="zh-CN" altLang="en-US" sz="2800" b="1" dirty="0">
                <a:effectLst/>
                <a:latin typeface="Helvetica" pitchFamily="2" charset="0"/>
              </a:rPr>
            </a:br>
            <a:r>
              <a:rPr lang="en-US" altLang="zh-CN" sz="2800" b="1" dirty="0">
                <a:effectLst/>
                <a:latin typeface="Helvetica" pitchFamily="2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如何进行简单随机抽样？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﻿对于有限总体，采用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放回抽样</a:t>
            </a:r>
            <a:r>
              <a:rPr lang="zh-CN" altLang="en-US" sz="2800" b="1" dirty="0">
                <a:effectLst/>
                <a:latin typeface="Helvetica" pitchFamily="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538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69B83F13-4105-1555-7FF8-02D1D0AECAE3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简单随机抽样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8E8F70-3EFF-F3E7-D365-5A781882288E}"/>
              </a:ext>
            </a:extLst>
          </p:cNvPr>
          <p:cNvSpPr txBox="1"/>
          <p:nvPr/>
        </p:nvSpPr>
        <p:spPr>
          <a:xfrm>
            <a:off x="990600" y="1483850"/>
            <a:ext cx="10799805" cy="389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获得简单随机样本的抽样称为简单随机抽样。</a:t>
            </a:r>
            <a:br>
              <a:rPr lang="zh-CN" altLang="en-US" sz="2800" b="1" dirty="0">
                <a:effectLst/>
                <a:latin typeface="Helvetica" pitchFamily="2" charset="0"/>
              </a:rPr>
            </a:br>
            <a:r>
              <a:rPr lang="en-US" altLang="zh-CN" sz="2800" b="1" dirty="0">
                <a:effectLst/>
                <a:latin typeface="Helvetica" pitchFamily="2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如何进行简单随机抽样？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﻿对于有限总体，采用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放回抽样</a:t>
            </a:r>
            <a:r>
              <a:rPr lang="zh-CN" altLang="en-US" sz="2800" b="1" dirty="0">
                <a:effectLst/>
                <a:latin typeface="Helvetica" pitchFamily="2" charset="0"/>
              </a:rPr>
              <a:t>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﻿但当总体容量很大的时候，放回抽样有时候很不方便，因此在实际中当总体容量比较大时，通常将不放回抽样所得到的样本近似当作筒单随机样本来处理。</a:t>
            </a:r>
          </a:p>
        </p:txBody>
      </p:sp>
    </p:spTree>
    <p:extLst>
      <p:ext uri="{BB962C8B-B14F-4D97-AF65-F5344CB8AC3E}">
        <p14:creationId xmlns:p14="http://schemas.microsoft.com/office/powerpoint/2010/main" val="41511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69B83F13-4105-1555-7FF8-02D1D0AECAE3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简单随机抽样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8E8F70-3EFF-F3E7-D365-5A781882288E}"/>
              </a:ext>
            </a:extLst>
          </p:cNvPr>
          <p:cNvSpPr txBox="1"/>
          <p:nvPr/>
        </p:nvSpPr>
        <p:spPr>
          <a:xfrm>
            <a:off x="990600" y="1483850"/>
            <a:ext cx="10799805" cy="4545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获得简单随机样本的抽样称为简单随机抽样。</a:t>
            </a:r>
            <a:br>
              <a:rPr lang="zh-CN" altLang="en-US" sz="2800" b="1" dirty="0">
                <a:effectLst/>
                <a:latin typeface="Helvetica" pitchFamily="2" charset="0"/>
              </a:rPr>
            </a:br>
            <a:r>
              <a:rPr lang="en-US" altLang="zh-CN" sz="2800" b="1" dirty="0">
                <a:effectLst/>
                <a:latin typeface="Helvetica" pitchFamily="2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如何进行简单随机抽样？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﻿对于有限总体，采用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放回抽样</a:t>
            </a:r>
            <a:r>
              <a:rPr lang="zh-CN" altLang="en-US" sz="2800" b="1" dirty="0">
                <a:effectLst/>
                <a:latin typeface="Helvetica" pitchFamily="2" charset="0"/>
              </a:rPr>
              <a:t>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﻿但当总体容量很大的时候，放回抽样有时候很不方便，因此在实际中当总体容量比较大时，通常将不放回抽样所得到的样本近似当作筒单随机样本来处理。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/>
                <a:latin typeface="Helvetica" pitchFamily="2" charset="0"/>
              </a:rPr>
              <a:t>﻿对于无限总体，一般采取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不放回抽样</a:t>
            </a:r>
            <a:r>
              <a:rPr lang="zh-CN" altLang="en-US" sz="2800" b="1" dirty="0">
                <a:effectLst/>
                <a:latin typeface="Helvetica" pitchFamily="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0390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302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1105578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dirty="0"/>
                  <a:t>设总体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600" dirty="0"/>
                  <a:t>的概率密度为：</a:t>
                </a: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dirty="0"/>
                  <a:t>从总体抽取容量为</a:t>
                </a:r>
                <a:r>
                  <a:rPr kumimoji="1" lang="en-US" altLang="zh-CN" sz="2600" dirty="0"/>
                  <a:t>4</a:t>
                </a:r>
                <a:r>
                  <a:rPr kumimoji="1" lang="zh-CN" altLang="en-US" sz="2600" dirty="0"/>
                  <a:t>的样本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zh-CN" altLang="en-US" sz="2600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zh-CN" altLang="en-US" sz="2600" dirty="0"/>
                  <a:t>的联合概率密度为：</a:t>
                </a:r>
                <a:endParaRPr kumimoji="1" lang="en-US" altLang="zh-CN" sz="26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1219200" y="1105578"/>
                <a:ext cx="9753600" cy="2143125"/>
              </a:xfrm>
              <a:prstGeom prst="rect">
                <a:avLst/>
              </a:prstGeom>
              <a:blipFill>
                <a:blip r:embed="rId16"/>
                <a:stretch>
                  <a:fillRect l="-1170" t="-1705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C37CAFB1-9FEB-1118-D65A-C22421C8C1B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02933" y="473427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BBFF48-E00B-2F27-D628-39DB3443289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302933" y="559152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705B239-80C5-CF3B-0D31-29692D6B1AA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436158" y="4798571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6FE8337-CA80-454B-2720-511085AFA14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436158" y="565582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1EB2944-F13D-9CA1-2076-B8210EF6E6C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2" name="内容占位符 4" descr="文本, 信件&#10;&#10;描述已自动生成">
            <a:extLst>
              <a:ext uri="{FF2B5EF4-FFF2-40B4-BE49-F238E27FC236}">
                <a16:creationId xmlns:a16="http://schemas.microsoft.com/office/drawing/2014/main" id="{EF8D23E6-3FEE-81C0-25C6-F715F5D9631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1" r="41157" b="73289"/>
          <a:stretch/>
        </p:blipFill>
        <p:spPr>
          <a:xfrm>
            <a:off x="5187299" y="1136989"/>
            <a:ext cx="3512730" cy="1211099"/>
          </a:xfrm>
          <a:prstGeom prst="rect">
            <a:avLst/>
          </a:prstGeom>
        </p:spPr>
      </p:pic>
      <p:pic>
        <p:nvPicPr>
          <p:cNvPr id="24" name="内容占位符 4" descr="文本, 信件&#10;&#10;描述已自动生成">
            <a:extLst>
              <a:ext uri="{FF2B5EF4-FFF2-40B4-BE49-F238E27FC236}">
                <a16:creationId xmlns:a16="http://schemas.microsoft.com/office/drawing/2014/main" id="{F158CCFB-7298-B7C1-D95D-E4D8421F5D37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" t="37122" r="30399" b="31307"/>
          <a:stretch/>
        </p:blipFill>
        <p:spPr>
          <a:xfrm>
            <a:off x="3211533" y="3040848"/>
            <a:ext cx="7625800" cy="147911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4B7086B-77D9-CF5B-58DD-1D299BC515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1A9077B-82C8-7CF8-6E60-510B84B99F9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B72C96F-0CF8-B508-FA31-76BF057AD0C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2D273AF-AF8D-F24A-7AA8-808B924F8FAC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329E6F2-C00E-8D99-137F-D2AF8F47AF0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C085329-C1AF-BE72-E411-4EFA0F56491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46210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1105578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dirty="0"/>
                  <a:t>设总体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600" dirty="0"/>
                  <a:t>的概率密度为：</a:t>
                </a: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dirty="0"/>
                  <a:t>从总体抽取容量为</a:t>
                </a:r>
                <a:r>
                  <a:rPr kumimoji="1" lang="en-US" altLang="zh-CN" sz="2600" dirty="0"/>
                  <a:t>4</a:t>
                </a:r>
                <a:r>
                  <a:rPr kumimoji="1" lang="zh-CN" altLang="en-US" sz="2600" dirty="0"/>
                  <a:t>的样本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zh-CN" altLang="en-US" sz="2600" dirty="0"/>
                  <a:t>，则样本观察值为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0.124</m:t>
                    </m:r>
                    <m:r>
                      <a:rPr kumimoji="1" lang="zh-CN" altLang="en-US" sz="26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0.863</m:t>
                    </m:r>
                    <m:r>
                      <a:rPr kumimoji="1" lang="zh-CN" altLang="en-US" sz="26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1.739</m:t>
                    </m:r>
                    <m:r>
                      <a:rPr kumimoji="1" lang="zh-CN" altLang="en-US" sz="26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1.598</m:t>
                    </m:r>
                  </m:oMath>
                </a14:m>
                <a:r>
                  <a:rPr kumimoji="1" lang="zh-CN" altLang="en-US" sz="2600" dirty="0"/>
                  <a:t>是不可能</a:t>
                </a:r>
                <a:endParaRPr kumimoji="1" lang="en-US" altLang="zh-CN" sz="26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1219200" y="1105578"/>
                <a:ext cx="9753600" cy="2143125"/>
              </a:xfrm>
              <a:prstGeom prst="rect">
                <a:avLst/>
              </a:prstGeom>
              <a:blipFill>
                <a:blip r:embed="rId16"/>
                <a:stretch>
                  <a:fillRect l="-1170" t="-17059" b="-2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C37CAFB1-9FEB-1118-D65A-C22421C8C1B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02933" y="473427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BBFF48-E00B-2F27-D628-39DB3443289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302933" y="559152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705B239-80C5-CF3B-0D31-29692D6B1AA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436158" y="479857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6FE8337-CA80-454B-2720-511085AFA14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436158" y="5655821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1EB2944-F13D-9CA1-2076-B8210EF6E6C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2" name="内容占位符 4" descr="文本, 信件&#10;&#10;描述已自动生成">
            <a:extLst>
              <a:ext uri="{FF2B5EF4-FFF2-40B4-BE49-F238E27FC236}">
                <a16:creationId xmlns:a16="http://schemas.microsoft.com/office/drawing/2014/main" id="{EF8D23E6-3FEE-81C0-25C6-F715F5D9631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1" r="41157" b="73289"/>
          <a:stretch/>
        </p:blipFill>
        <p:spPr>
          <a:xfrm>
            <a:off x="5187299" y="1136989"/>
            <a:ext cx="3512730" cy="1211099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4B7086B-77D9-CF5B-58DD-1D299BC515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1A9077B-82C8-7CF8-6E60-510B84B99F9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B72C96F-0CF8-B508-FA31-76BF057AD0C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2D273AF-AF8D-F24A-7AA8-808B924F8FAC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329E6F2-C00E-8D99-137F-D2AF8F47AF0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C085329-C1AF-BE72-E411-4EFA0F56491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755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1105578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dirty="0"/>
                  <a:t>设</a:t>
                </a:r>
                <a:r>
                  <a:rPr kumimoji="1" lang="en-US" altLang="zh-CN" sz="2600" dirty="0"/>
                  <a:t>4</a:t>
                </a:r>
                <a:r>
                  <a:rPr kumimoji="1" lang="zh-CN" altLang="en-US" sz="2600" dirty="0"/>
                  <a:t>个学生甲、乙、丙、丁的成绩分别为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88</m:t>
                    </m:r>
                    <m:r>
                      <a:rPr kumimoji="1" lang="zh-CN" altLang="en-US" sz="26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kumimoji="1" lang="zh-CN" altLang="en-US" sz="26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70</m:t>
                    </m:r>
                    <m:r>
                      <a:rPr kumimoji="1" lang="zh-CN" altLang="en-US" sz="26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kumimoji="1" lang="zh-CN" altLang="en-US" sz="2600" dirty="0"/>
                  <a:t>，采用放回抽样抽取两个成绩，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zh-CN" altLang="en-US" sz="2600" b="0" i="1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600" dirty="0"/>
                  <a:t>，则</a:t>
                </a:r>
                <a14:m>
                  <m:oMath xmlns:m="http://schemas.openxmlformats.org/officeDocument/2006/math"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zh-CN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=88,</m:t>
                        </m:r>
                        <m:sSub>
                          <m:sSubPr>
                            <m:ctrlPr>
                              <a:rPr kumimoji="1"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zh-CN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</m:e>
                    </m:d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=1/16</m:t>
                    </m:r>
                  </m:oMath>
                </a14:m>
                <a:endParaRPr kumimoji="1" lang="en-US" altLang="zh-CN" sz="26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1219200" y="1105578"/>
                <a:ext cx="9753600" cy="2143125"/>
              </a:xfrm>
              <a:prstGeom prst="rect">
                <a:avLst/>
              </a:prstGeom>
              <a:blipFill>
                <a:blip r:embed="rId16"/>
                <a:stretch>
                  <a:fillRect l="-1170" r="-9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C37CAFB1-9FEB-1118-D65A-C22421C8C1B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159000" y="398178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BBFF48-E00B-2F27-D628-39DB3443289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159000" y="483903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705B239-80C5-CF3B-0D31-29692D6B1AA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292225" y="4046082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6FE8337-CA80-454B-2720-511085AFA14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292225" y="490333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1EB2944-F13D-9CA1-2076-B8210EF6E6C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B7086B-77D9-CF5B-58DD-1D299BC515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1A9077B-82C8-7CF8-6E60-510B84B99F9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B72C96F-0CF8-B508-FA31-76BF057AD0C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2D273AF-AF8D-F24A-7AA8-808B924F8FAC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329E6F2-C00E-8D99-137F-D2AF8F47AF0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C085329-C1AF-BE72-E411-4EFA0F56491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1031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1105578"/>
                <a:ext cx="10400714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dirty="0"/>
                  <a:t>设总体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600" dirty="0"/>
                  <a:t>的分布律为</a:t>
                </a: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0.1,  </m:t>
                    </m:r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.3</m:t>
                    </m:r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600" dirty="0"/>
                  <a:t>  </a:t>
                </a:r>
                <a14:m>
                  <m:oMath xmlns:m="http://schemas.openxmlformats.org/officeDocument/2006/math"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.2,</m:t>
                    </m:r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.4</m:t>
                    </m:r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dirty="0"/>
                  <a:t>，从总体抽取容量为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kumimoji="1" lang="zh-CN" altLang="en-US" sz="2600" dirty="0"/>
                  <a:t>的样本，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US" altLang="zh-CN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600" dirty="0"/>
                  <a:t>，则样本值一定是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zh-CN" altLang="en-US" sz="2600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zh-CN" altLang="en-US" sz="2600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kumimoji="1" lang="zh-CN" altLang="en-US" sz="2600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i="1" dirty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kumimoji="1" lang="en-US" altLang="zh-CN" sz="26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D80387-490E-C224-0DE7-413F0AA4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1219200" y="1105578"/>
                <a:ext cx="10400714" cy="2143125"/>
              </a:xfrm>
              <a:prstGeom prst="rect">
                <a:avLst/>
              </a:prstGeom>
              <a:blipFill>
                <a:blip r:embed="rId16"/>
                <a:stretch>
                  <a:fillRect l="-1099" t="-3529" r="-244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C37CAFB1-9FEB-1118-D65A-C22421C8C1B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246489" y="409081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BBFF48-E00B-2F27-D628-39DB3443289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46489" y="494806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705B239-80C5-CF3B-0D31-29692D6B1AA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379714" y="415510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6FE8337-CA80-454B-2720-511085AFA14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379714" y="501235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1EB2944-F13D-9CA1-2076-B8210EF6E6C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B7086B-77D9-CF5B-58DD-1D299BC515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1A9077B-82C8-7CF8-6E60-510B84B99F9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B72C96F-0CF8-B508-FA31-76BF057AD0C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2D273AF-AF8D-F24A-7AA8-808B924F8FAC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329E6F2-C00E-8D99-137F-D2AF8F47AF0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C085329-C1AF-BE72-E411-4EFA0F56491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9784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1897</Words>
  <Application>Microsoft Office PowerPoint</Application>
  <PresentationFormat>宽屏</PresentationFormat>
  <Paragraphs>169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KaiTi</vt:lpstr>
      <vt:lpstr>Microsoft Yahei</vt:lpstr>
      <vt:lpstr>等线</vt:lpstr>
      <vt:lpstr>华文楷体</vt:lpstr>
      <vt:lpstr>华文新魏</vt:lpstr>
      <vt:lpstr>Arial</vt:lpstr>
      <vt:lpstr>Cambria Math</vt:lpstr>
      <vt:lpstr>Corbel</vt:lpstr>
      <vt:lpstr>Helvetica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总体</vt:lpstr>
      <vt:lpstr>总体</vt:lpstr>
      <vt:lpstr>总体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随机样本</dc:title>
  <dc:creator>qingyang li</dc:creator>
  <cp:lastModifiedBy>201</cp:lastModifiedBy>
  <cp:revision>7</cp:revision>
  <dcterms:created xsi:type="dcterms:W3CDTF">2022-05-13T09:22:17Z</dcterms:created>
  <dcterms:modified xsi:type="dcterms:W3CDTF">2023-05-16T01:03:18Z</dcterms:modified>
</cp:coreProperties>
</file>