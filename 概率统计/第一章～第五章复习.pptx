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  <p:sldMasterId id="2147483676" r:id="rId2"/>
    <p:sldMasterId id="2147483690" r:id="rId3"/>
    <p:sldMasterId id="2147483702" r:id="rId4"/>
    <p:sldMasterId id="2147483714" r:id="rId5"/>
    <p:sldMasterId id="2147483726" r:id="rId6"/>
    <p:sldMasterId id="2147483738" r:id="rId7"/>
    <p:sldMasterId id="2147483752" r:id="rId8"/>
    <p:sldMasterId id="2147483766" r:id="rId9"/>
    <p:sldMasterId id="2147483779" r:id="rId10"/>
    <p:sldMasterId id="2147483792" r:id="rId11"/>
  </p:sldMasterIdLst>
  <p:notesMasterIdLst>
    <p:notesMasterId r:id="rId110"/>
  </p:notesMasterIdLst>
  <p:handoutMasterIdLst>
    <p:handoutMasterId r:id="rId111"/>
  </p:handoutMasterIdLst>
  <p:sldIdLst>
    <p:sldId id="460" r:id="rId12"/>
    <p:sldId id="349" r:id="rId13"/>
    <p:sldId id="389" r:id="rId14"/>
    <p:sldId id="382" r:id="rId15"/>
    <p:sldId id="392" r:id="rId16"/>
    <p:sldId id="386" r:id="rId17"/>
    <p:sldId id="394" r:id="rId18"/>
    <p:sldId id="257" r:id="rId19"/>
    <p:sldId id="385" r:id="rId20"/>
    <p:sldId id="265" r:id="rId21"/>
    <p:sldId id="266" r:id="rId22"/>
    <p:sldId id="387" r:id="rId23"/>
    <p:sldId id="388" r:id="rId24"/>
    <p:sldId id="396" r:id="rId25"/>
    <p:sldId id="397" r:id="rId26"/>
    <p:sldId id="358" r:id="rId27"/>
    <p:sldId id="354" r:id="rId28"/>
    <p:sldId id="355" r:id="rId29"/>
    <p:sldId id="272" r:id="rId30"/>
    <p:sldId id="289" r:id="rId31"/>
    <p:sldId id="443" r:id="rId32"/>
    <p:sldId id="444" r:id="rId33"/>
    <p:sldId id="408" r:id="rId34"/>
    <p:sldId id="413" r:id="rId35"/>
    <p:sldId id="293" r:id="rId36"/>
    <p:sldId id="1828" r:id="rId37"/>
    <p:sldId id="1830" r:id="rId38"/>
    <p:sldId id="1829" r:id="rId39"/>
    <p:sldId id="1825" r:id="rId40"/>
    <p:sldId id="445" r:id="rId41"/>
    <p:sldId id="430" r:id="rId42"/>
    <p:sldId id="439" r:id="rId43"/>
    <p:sldId id="446" r:id="rId44"/>
    <p:sldId id="440" r:id="rId45"/>
    <p:sldId id="436" r:id="rId46"/>
    <p:sldId id="447" r:id="rId47"/>
    <p:sldId id="448" r:id="rId48"/>
    <p:sldId id="449" r:id="rId49"/>
    <p:sldId id="450" r:id="rId50"/>
    <p:sldId id="353" r:id="rId51"/>
    <p:sldId id="331" r:id="rId52"/>
    <p:sldId id="342" r:id="rId53"/>
    <p:sldId id="343" r:id="rId54"/>
    <p:sldId id="451" r:id="rId55"/>
    <p:sldId id="274" r:id="rId56"/>
    <p:sldId id="452" r:id="rId57"/>
    <p:sldId id="453" r:id="rId58"/>
    <p:sldId id="455" r:id="rId59"/>
    <p:sldId id="364" r:id="rId60"/>
    <p:sldId id="456" r:id="rId61"/>
    <p:sldId id="259" r:id="rId62"/>
    <p:sldId id="368" r:id="rId63"/>
    <p:sldId id="457" r:id="rId64"/>
    <p:sldId id="458" r:id="rId65"/>
    <p:sldId id="409" r:id="rId66"/>
    <p:sldId id="320" r:id="rId67"/>
    <p:sldId id="1832" r:id="rId68"/>
    <p:sldId id="267" r:id="rId69"/>
    <p:sldId id="1833" r:id="rId70"/>
    <p:sldId id="474" r:id="rId71"/>
    <p:sldId id="1826" r:id="rId72"/>
    <p:sldId id="461" r:id="rId73"/>
    <p:sldId id="427" r:id="rId74"/>
    <p:sldId id="462" r:id="rId75"/>
    <p:sldId id="463" r:id="rId76"/>
    <p:sldId id="464" r:id="rId77"/>
    <p:sldId id="1813" r:id="rId78"/>
    <p:sldId id="465" r:id="rId79"/>
    <p:sldId id="428" r:id="rId80"/>
    <p:sldId id="377" r:id="rId81"/>
    <p:sldId id="431" r:id="rId82"/>
    <p:sldId id="1793" r:id="rId83"/>
    <p:sldId id="442" r:id="rId84"/>
    <p:sldId id="1811" r:id="rId85"/>
    <p:sldId id="1812" r:id="rId86"/>
    <p:sldId id="1814" r:id="rId87"/>
    <p:sldId id="1815" r:id="rId88"/>
    <p:sldId id="298" r:id="rId89"/>
    <p:sldId id="313" r:id="rId90"/>
    <p:sldId id="315" r:id="rId91"/>
    <p:sldId id="1816" r:id="rId92"/>
    <p:sldId id="1817" r:id="rId93"/>
    <p:sldId id="268" r:id="rId94"/>
    <p:sldId id="329" r:id="rId95"/>
    <p:sldId id="1818" r:id="rId96"/>
    <p:sldId id="270" r:id="rId97"/>
    <p:sldId id="360" r:id="rId98"/>
    <p:sldId id="361" r:id="rId99"/>
    <p:sldId id="1819" r:id="rId100"/>
    <p:sldId id="1820" r:id="rId101"/>
    <p:sldId id="1821" r:id="rId102"/>
    <p:sldId id="1822" r:id="rId103"/>
    <p:sldId id="1836" r:id="rId104"/>
    <p:sldId id="1837" r:id="rId105"/>
    <p:sldId id="1835" r:id="rId106"/>
    <p:sldId id="475" r:id="rId107"/>
    <p:sldId id="1824" r:id="rId108"/>
    <p:sldId id="454" r:id="rId10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92"/>
    <a:srgbClr val="0000FF"/>
    <a:srgbClr val="A8A8A8"/>
    <a:srgbClr val="031993"/>
    <a:srgbClr val="00377A"/>
    <a:srgbClr val="024421"/>
    <a:srgbClr val="4A66AC"/>
    <a:srgbClr val="7F8FA9"/>
    <a:srgbClr val="66799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DE7FE-EC93-2644-8851-325CDD970D2A}" v="55" dt="2023-04-27T12:41:00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7" autoAdjust="0"/>
    <p:restoredTop sz="82236"/>
  </p:normalViewPr>
  <p:slideViewPr>
    <p:cSldViewPr snapToGrid="0" showGuides="1">
      <p:cViewPr varScale="1">
        <p:scale>
          <a:sx n="72" d="100"/>
          <a:sy n="72" d="100"/>
        </p:scale>
        <p:origin x="1598" y="58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117" Type="http://schemas.microsoft.com/office/2015/10/relationships/revisionInfo" Target="revisionInfo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12" Type="http://schemas.openxmlformats.org/officeDocument/2006/relationships/presProps" Target="presProps.xml"/><Relationship Id="rId16" Type="http://schemas.openxmlformats.org/officeDocument/2006/relationships/slide" Target="slides/slide5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viewProps" Target="viewProps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slide" Target="slides/slide97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microsoft.com/office/2016/11/relationships/changesInfo" Target="changesInfos/changesInfo1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handoutMaster" Target="handoutMasters/handoutMaster1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3CBB1FC8-9C45-CF48-8B60-4C073653746F}"/>
    <pc:docChg chg="addSld delSld modSld sldOrd">
      <pc:chgData name="Fei Zheng" userId="d19317889db4c986" providerId="LiveId" clId="{3CBB1FC8-9C45-CF48-8B60-4C073653746F}" dt="2023-03-02T05:54:59.831" v="1730" actId="1076"/>
      <pc:docMkLst>
        <pc:docMk/>
      </pc:docMkLst>
      <pc:sldChg chg="add">
        <pc:chgData name="Fei Zheng" userId="d19317889db4c986" providerId="LiveId" clId="{3CBB1FC8-9C45-CF48-8B60-4C073653746F}" dt="2023-03-02T04:46:58.058" v="0"/>
        <pc:sldMkLst>
          <pc:docMk/>
          <pc:sldMk cId="3972388253" sldId="256"/>
        </pc:sldMkLst>
      </pc:sldChg>
      <pc:sldChg chg="addSp modSp mod modAnim">
        <pc:chgData name="Fei Zheng" userId="d19317889db4c986" providerId="LiveId" clId="{3CBB1FC8-9C45-CF48-8B60-4C073653746F}" dt="2023-03-02T05:01:19.195" v="6"/>
        <pc:sldMkLst>
          <pc:docMk/>
          <pc:sldMk cId="809317833" sldId="385"/>
        </pc:sldMkLst>
        <pc:spChg chg="add mod">
          <ac:chgData name="Fei Zheng" userId="d19317889db4c986" providerId="LiveId" clId="{3CBB1FC8-9C45-CF48-8B60-4C073653746F}" dt="2023-03-02T05:01:11.563" v="5" actId="2085"/>
          <ac:spMkLst>
            <pc:docMk/>
            <pc:sldMk cId="809317833" sldId="385"/>
            <ac:spMk id="4" creationId="{B4B9F315-689E-DB4B-8F81-20514FB6CC8D}"/>
          </ac:spMkLst>
        </pc:spChg>
      </pc:sldChg>
      <pc:sldChg chg="addSp modSp mod modAnim">
        <pc:chgData name="Fei Zheng" userId="d19317889db4c986" providerId="LiveId" clId="{3CBB1FC8-9C45-CF48-8B60-4C073653746F}" dt="2023-03-02T05:01:54.112" v="18" actId="14100"/>
        <pc:sldMkLst>
          <pc:docMk/>
          <pc:sldMk cId="1112543019" sldId="387"/>
        </pc:sldMkLst>
        <pc:spChg chg="add mod">
          <ac:chgData name="Fei Zheng" userId="d19317889db4c986" providerId="LiveId" clId="{3CBB1FC8-9C45-CF48-8B60-4C073653746F}" dt="2023-03-02T05:01:49.344" v="16" actId="14100"/>
          <ac:spMkLst>
            <pc:docMk/>
            <pc:sldMk cId="1112543019" sldId="387"/>
            <ac:spMk id="5" creationId="{9872B972-4657-9574-05FC-7775ABA3C917}"/>
          </ac:spMkLst>
        </pc:spChg>
        <pc:spChg chg="add mod">
          <ac:chgData name="Fei Zheng" userId="d19317889db4c986" providerId="LiveId" clId="{3CBB1FC8-9C45-CF48-8B60-4C073653746F}" dt="2023-03-02T05:01:54.112" v="18" actId="14100"/>
          <ac:spMkLst>
            <pc:docMk/>
            <pc:sldMk cId="1112543019" sldId="387"/>
            <ac:spMk id="6" creationId="{6254F5AD-880D-B81B-363A-9001FD693C2E}"/>
          </ac:spMkLst>
        </pc:spChg>
      </pc:sldChg>
      <pc:sldChg chg="addSp modSp mod modAnim">
        <pc:chgData name="Fei Zheng" userId="d19317889db4c986" providerId="LiveId" clId="{3CBB1FC8-9C45-CF48-8B60-4C073653746F}" dt="2023-03-02T05:07:29.368" v="30"/>
        <pc:sldMkLst>
          <pc:docMk/>
          <pc:sldMk cId="3625832555" sldId="390"/>
        </pc:sldMkLst>
        <pc:picChg chg="add mod">
          <ac:chgData name="Fei Zheng" userId="d19317889db4c986" providerId="LiveId" clId="{3CBB1FC8-9C45-CF48-8B60-4C073653746F}" dt="2023-03-02T05:06:52.977" v="25" actId="1035"/>
          <ac:picMkLst>
            <pc:docMk/>
            <pc:sldMk cId="3625832555" sldId="390"/>
            <ac:picMk id="6" creationId="{4C69AC9D-9911-531D-F87E-D84B9300501B}"/>
          </ac:picMkLst>
        </pc:picChg>
      </pc:sldChg>
      <pc:sldChg chg="modAnim">
        <pc:chgData name="Fei Zheng" userId="d19317889db4c986" providerId="LiveId" clId="{3CBB1FC8-9C45-CF48-8B60-4C073653746F}" dt="2023-03-02T04:59:39.964" v="2"/>
        <pc:sldMkLst>
          <pc:docMk/>
          <pc:sldMk cId="1003853526" sldId="392"/>
        </pc:sldMkLst>
      </pc:sldChg>
      <pc:sldChg chg="modSp modAnim">
        <pc:chgData name="Fei Zheng" userId="d19317889db4c986" providerId="LiveId" clId="{3CBB1FC8-9C45-CF48-8B60-4C073653746F}" dt="2023-03-02T05:31:15.424" v="1444" actId="20577"/>
        <pc:sldMkLst>
          <pc:docMk/>
          <pc:sldMk cId="1958136474" sldId="395"/>
        </pc:sldMkLst>
        <pc:spChg chg="mod">
          <ac:chgData name="Fei Zheng" userId="d19317889db4c986" providerId="LiveId" clId="{3CBB1FC8-9C45-CF48-8B60-4C073653746F}" dt="2023-03-02T05:31:15.424" v="144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addSp modSp mod">
        <pc:chgData name="Fei Zheng" userId="d19317889db4c986" providerId="LiveId" clId="{3CBB1FC8-9C45-CF48-8B60-4C073653746F}" dt="2023-03-02T05:54:59.831" v="1730" actId="1076"/>
        <pc:sldMkLst>
          <pc:docMk/>
          <pc:sldMk cId="525504952" sldId="1804"/>
        </pc:sldMkLst>
        <pc:spChg chg="add mod">
          <ac:chgData name="Fei Zheng" userId="d19317889db4c986" providerId="LiveId" clId="{3CBB1FC8-9C45-CF48-8B60-4C073653746F}" dt="2023-03-02T05:54:59.831" v="1730" actId="1076"/>
          <ac:spMkLst>
            <pc:docMk/>
            <pc:sldMk cId="525504952" sldId="1804"/>
            <ac:spMk id="2" creationId="{0C8E58C3-815C-12A5-B5CD-388499E524ED}"/>
          </ac:spMkLst>
        </pc:spChg>
      </pc:sldChg>
      <pc:sldChg chg="modSp mod">
        <pc:chgData name="Fei Zheng" userId="d19317889db4c986" providerId="LiveId" clId="{3CBB1FC8-9C45-CF48-8B60-4C073653746F}" dt="2023-03-02T05:11:08.198" v="49" actId="12788"/>
        <pc:sldMkLst>
          <pc:docMk/>
          <pc:sldMk cId="1754385734" sldId="1827"/>
        </pc:sldMkLst>
        <pc:spChg chg="mod">
          <ac:chgData name="Fei Zheng" userId="d19317889db4c986" providerId="LiveId" clId="{3CBB1FC8-9C45-CF48-8B60-4C073653746F}" dt="2023-03-02T05:11:08.198" v="49" actId="12788"/>
          <ac:spMkLst>
            <pc:docMk/>
            <pc:sldMk cId="1754385734" sldId="1827"/>
            <ac:spMk id="4" creationId="{E74633F8-868D-9B74-121F-3DD58F3F3A7D}"/>
          </ac:spMkLst>
        </pc:spChg>
      </pc:sldChg>
      <pc:sldChg chg="addSp modSp mod modAnim">
        <pc:chgData name="Fei Zheng" userId="d19317889db4c986" providerId="LiveId" clId="{3CBB1FC8-9C45-CF48-8B60-4C073653746F}" dt="2023-03-02T05:31:18.129" v="1446" actId="20577"/>
        <pc:sldMkLst>
          <pc:docMk/>
          <pc:sldMk cId="1470924273" sldId="1830"/>
        </pc:sldMkLst>
        <pc:spChg chg="add mod">
          <ac:chgData name="Fei Zheng" userId="d19317889db4c986" providerId="LiveId" clId="{3CBB1FC8-9C45-CF48-8B60-4C073653746F}" dt="2023-03-02T05:24:34.677" v="1137" actId="207"/>
          <ac:spMkLst>
            <pc:docMk/>
            <pc:sldMk cId="1470924273" sldId="1830"/>
            <ac:spMk id="2" creationId="{A92A4F5E-26E8-86B7-BE79-2D31E0CFD90C}"/>
          </ac:spMkLst>
        </pc:spChg>
        <pc:spChg chg="add mod">
          <ac:chgData name="Fei Zheng" userId="d19317889db4c986" providerId="LiveId" clId="{3CBB1FC8-9C45-CF48-8B60-4C073653746F}" dt="2023-03-02T05:24:58.259" v="1140" actId="20577"/>
          <ac:spMkLst>
            <pc:docMk/>
            <pc:sldMk cId="1470924273" sldId="1830"/>
            <ac:spMk id="5" creationId="{3A05FE48-1BF7-4E06-2D49-895166CB54CC}"/>
          </ac:spMkLst>
        </pc:spChg>
        <pc:spChg chg="mod">
          <ac:chgData name="Fei Zheng" userId="d19317889db4c986" providerId="LiveId" clId="{3CBB1FC8-9C45-CF48-8B60-4C073653746F}" dt="2023-03-02T05:31:18.129" v="1446" actId="20577"/>
          <ac:spMkLst>
            <pc:docMk/>
            <pc:sldMk cId="1470924273" sldId="1830"/>
            <ac:spMk id="7" creationId="{5F683D7F-CCB7-302B-8CF0-8751B3BF8615}"/>
          </ac:spMkLst>
        </pc:spChg>
      </pc:sldChg>
      <pc:sldChg chg="addSp modSp mod ord modAnim">
        <pc:chgData name="Fei Zheng" userId="d19317889db4c986" providerId="LiveId" clId="{3CBB1FC8-9C45-CF48-8B60-4C073653746F}" dt="2023-03-02T05:31:09.183" v="1442" actId="20577"/>
        <pc:sldMkLst>
          <pc:docMk/>
          <pc:sldMk cId="2999265944" sldId="1831"/>
        </pc:sldMkLst>
        <pc:spChg chg="add mod">
          <ac:chgData name="Fei Zheng" userId="d19317889db4c986" providerId="LiveId" clId="{3CBB1FC8-9C45-CF48-8B60-4C073653746F}" dt="2023-03-02T05:29:24.996" v="1375" actId="16959"/>
          <ac:spMkLst>
            <pc:docMk/>
            <pc:sldMk cId="2999265944" sldId="1831"/>
            <ac:spMk id="2" creationId="{C1A78975-1EF9-1A81-00BC-CF5F919F06B1}"/>
          </ac:spMkLst>
        </pc:spChg>
        <pc:spChg chg="add mod">
          <ac:chgData name="Fei Zheng" userId="d19317889db4c986" providerId="LiveId" clId="{3CBB1FC8-9C45-CF48-8B60-4C073653746F}" dt="2023-03-02T05:30:59.325" v="1438" actId="1076"/>
          <ac:spMkLst>
            <pc:docMk/>
            <pc:sldMk cId="2999265944" sldId="1831"/>
            <ac:spMk id="4" creationId="{8E8DF24D-4D37-1EDE-689E-59827CF4B357}"/>
          </ac:spMkLst>
        </pc:spChg>
        <pc:spChg chg="mod">
          <ac:chgData name="Fei Zheng" userId="d19317889db4c986" providerId="LiveId" clId="{3CBB1FC8-9C45-CF48-8B60-4C073653746F}" dt="2023-03-02T05:31:09.183" v="1442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del">
        <pc:chgData name="Fei Zheng" userId="d19317889db4c986" providerId="LiveId" clId="{3CBB1FC8-9C45-CF48-8B60-4C073653746F}" dt="2023-03-02T04:47:00.502" v="1" actId="2696"/>
        <pc:sldMkLst>
          <pc:docMk/>
          <pc:sldMk cId="2772511137" sldId="1832"/>
        </pc:sldMkLst>
      </pc:sldChg>
      <pc:sldChg chg="add">
        <pc:chgData name="Fei Zheng" userId="d19317889db4c986" providerId="LiveId" clId="{3CBB1FC8-9C45-CF48-8B60-4C073653746F}" dt="2023-03-02T04:46:58.058" v="0"/>
        <pc:sldMkLst>
          <pc:docMk/>
          <pc:sldMk cId="1134014420" sldId="1833"/>
        </pc:sldMkLst>
      </pc:sldChg>
    </pc:docChg>
  </pc:docChgLst>
  <pc:docChgLst>
    <pc:chgData name="Fei Zheng" userId="d19317889db4c986" providerId="LiveId" clId="{2DADE7FE-EC93-2644-8851-325CDD970D2A}"/>
    <pc:docChg chg="undo custSel addSld delSld modSld">
      <pc:chgData name="Fei Zheng" userId="d19317889db4c986" providerId="LiveId" clId="{2DADE7FE-EC93-2644-8851-325CDD970D2A}" dt="2023-04-27T12:41:42.410" v="161" actId="1076"/>
      <pc:docMkLst>
        <pc:docMk/>
      </pc:docMkLst>
      <pc:sldChg chg="addSp modSp add del mod">
        <pc:chgData name="Fei Zheng" userId="d19317889db4c986" providerId="LiveId" clId="{2DADE7FE-EC93-2644-8851-325CDD970D2A}" dt="2023-04-27T12:39:00.758" v="130" actId="14100"/>
        <pc:sldMkLst>
          <pc:docMk/>
          <pc:sldMk cId="1946586258" sldId="267"/>
        </pc:sldMkLst>
        <pc:spChg chg="mod">
          <ac:chgData name="Fei Zheng" userId="d19317889db4c986" providerId="LiveId" clId="{2DADE7FE-EC93-2644-8851-325CDD970D2A}" dt="2023-04-27T12:39:00.758" v="130" actId="14100"/>
          <ac:spMkLst>
            <pc:docMk/>
            <pc:sldMk cId="1946586258" sldId="267"/>
            <ac:spMk id="3" creationId="{EB565B5E-1F5F-A8B4-E885-99B5E93C4542}"/>
          </ac:spMkLst>
        </pc:spChg>
        <pc:spChg chg="add mod">
          <ac:chgData name="Fei Zheng" userId="d19317889db4c986" providerId="LiveId" clId="{2DADE7FE-EC93-2644-8851-325CDD970D2A}" dt="2023-04-27T12:38:57.307" v="129"/>
          <ac:spMkLst>
            <pc:docMk/>
            <pc:sldMk cId="1946586258" sldId="267"/>
            <ac:spMk id="6" creationId="{CBE8DAF8-4969-CE33-CDEF-BD1833A555A9}"/>
          </ac:spMkLst>
        </pc:spChg>
      </pc:sldChg>
      <pc:sldChg chg="modSp mod">
        <pc:chgData name="Fei Zheng" userId="d19317889db4c986" providerId="LiveId" clId="{2DADE7FE-EC93-2644-8851-325CDD970D2A}" dt="2023-04-27T12:41:42.410" v="161" actId="1076"/>
        <pc:sldMkLst>
          <pc:docMk/>
          <pc:sldMk cId="2705352885" sldId="454"/>
        </pc:sldMkLst>
        <pc:spChg chg="mod">
          <ac:chgData name="Fei Zheng" userId="d19317889db4c986" providerId="LiveId" clId="{2DADE7FE-EC93-2644-8851-325CDD970D2A}" dt="2023-04-27T12:41:42.410" v="161" actId="1076"/>
          <ac:spMkLst>
            <pc:docMk/>
            <pc:sldMk cId="2705352885" sldId="454"/>
            <ac:spMk id="2" creationId="{8C5AF77C-6216-D0EF-237F-6AD1DED5206D}"/>
          </ac:spMkLst>
        </pc:spChg>
      </pc:sldChg>
      <pc:sldChg chg="addSp delSp modSp add del mod delAnim modAnim">
        <pc:chgData name="Fei Zheng" userId="d19317889db4c986" providerId="LiveId" clId="{2DADE7FE-EC93-2644-8851-325CDD970D2A}" dt="2023-04-27T12:39:10.588" v="135" actId="478"/>
        <pc:sldMkLst>
          <pc:docMk/>
          <pc:sldMk cId="759668058" sldId="474"/>
        </pc:sldMkLst>
        <pc:spChg chg="add mod">
          <ac:chgData name="Fei Zheng" userId="d19317889db4c986" providerId="LiveId" clId="{2DADE7FE-EC93-2644-8851-325CDD970D2A}" dt="2023-04-27T12:39:04.308" v="132"/>
          <ac:spMkLst>
            <pc:docMk/>
            <pc:sldMk cId="759668058" sldId="474"/>
            <ac:spMk id="2" creationId="{B8D3D92F-FEE4-682C-A02D-5941642E9A85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16" creationId="{DE58860B-5526-D1C8-458F-3188EA96BCE7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17" creationId="{518E2BB2-59AF-C4C3-7DFD-3E4C28D98776}"/>
          </ac:spMkLst>
        </pc:spChg>
        <pc:spChg chg="del">
          <ac:chgData name="Fei Zheng" userId="d19317889db4c986" providerId="LiveId" clId="{2DADE7FE-EC93-2644-8851-325CDD970D2A}" dt="2023-04-27T12:39:08.184" v="134" actId="478"/>
          <ac:spMkLst>
            <pc:docMk/>
            <pc:sldMk cId="759668058" sldId="474"/>
            <ac:spMk id="19" creationId="{0914C439-4D66-4441-1160-4B3F2E9888F0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20" creationId="{BC8D90E0-D0CF-7F2B-A1EE-4F3D9043F025}"/>
          </ac:spMkLst>
        </pc:spChg>
        <pc:cxnChg chg="del">
          <ac:chgData name="Fei Zheng" userId="d19317889db4c986" providerId="LiveId" clId="{2DADE7FE-EC93-2644-8851-325CDD970D2A}" dt="2023-04-27T12:39:06.480" v="133" actId="478"/>
          <ac:cxnSpMkLst>
            <pc:docMk/>
            <pc:sldMk cId="759668058" sldId="474"/>
            <ac:cxnSpMk id="18" creationId="{3D8FF653-E66F-15AC-108F-C101409D58D0}"/>
          </ac:cxnSpMkLst>
        </pc:cxnChg>
      </pc:sldChg>
      <pc:sldChg chg="addSp delSp modSp add del mod modAnim">
        <pc:chgData name="Fei Zheng" userId="d19317889db4c986" providerId="LiveId" clId="{2DADE7FE-EC93-2644-8851-325CDD970D2A}" dt="2023-04-27T12:41:00.319" v="152"/>
        <pc:sldMkLst>
          <pc:docMk/>
          <pc:sldMk cId="3092246380" sldId="475"/>
        </pc:sldMkLst>
        <pc:spChg chg="add mod">
          <ac:chgData name="Fei Zheng" userId="d19317889db4c986" providerId="LiveId" clId="{2DADE7FE-EC93-2644-8851-325CDD970D2A}" dt="2023-04-27T12:41:00.319" v="152"/>
          <ac:spMkLst>
            <pc:docMk/>
            <pc:sldMk cId="3092246380" sldId="475"/>
            <ac:spMk id="2" creationId="{67B1615C-F901-D0CF-19A1-2CCC47F9522D}"/>
          </ac:spMkLst>
        </pc:spChg>
        <pc:spChg chg="del">
          <ac:chgData name="Fei Zheng" userId="d19317889db4c986" providerId="LiveId" clId="{2DADE7FE-EC93-2644-8851-325CDD970D2A}" dt="2023-04-27T12:40:59.906" v="151" actId="478"/>
          <ac:spMkLst>
            <pc:docMk/>
            <pc:sldMk cId="3092246380" sldId="475"/>
            <ac:spMk id="6" creationId="{8601AF6C-3AEB-EA55-86E7-D29DF860E960}"/>
          </ac:spMkLst>
        </pc:spChg>
      </pc:sldChg>
      <pc:sldChg chg="addSp delSp modSp mod">
        <pc:chgData name="Fei Zheng" userId="d19317889db4c986" providerId="LiveId" clId="{2DADE7FE-EC93-2644-8851-325CDD970D2A}" dt="2023-04-17T06:37:31.544" v="68" actId="478"/>
        <pc:sldMkLst>
          <pc:docMk/>
          <pc:sldMk cId="1393313682" sldId="1824"/>
        </pc:sldMkLst>
        <pc:spChg chg="mod">
          <ac:chgData name="Fei Zheng" userId="d19317889db4c986" providerId="LiveId" clId="{2DADE7FE-EC93-2644-8851-325CDD970D2A}" dt="2023-04-17T06:37:27.916" v="67" actId="1037"/>
          <ac:spMkLst>
            <pc:docMk/>
            <pc:sldMk cId="1393313682" sldId="1824"/>
            <ac:spMk id="2" creationId="{3CC1BB48-3F88-8676-551D-F09EA8977DEE}"/>
          </ac:spMkLst>
        </pc:spChg>
        <pc:spChg chg="mod">
          <ac:chgData name="Fei Zheng" userId="d19317889db4c986" providerId="LiveId" clId="{2DADE7FE-EC93-2644-8851-325CDD970D2A}" dt="2023-04-17T06:37:27.916" v="67" actId="1037"/>
          <ac:spMkLst>
            <pc:docMk/>
            <pc:sldMk cId="1393313682" sldId="1824"/>
            <ac:spMk id="3" creationId="{9D0F05CC-4E5D-2CFE-78ED-09F56C8C904F}"/>
          </ac:spMkLst>
        </pc:spChg>
        <pc:spChg chg="add del mod">
          <ac:chgData name="Fei Zheng" userId="d19317889db4c986" providerId="LiveId" clId="{2DADE7FE-EC93-2644-8851-325CDD970D2A}" dt="2023-04-17T06:37:27.529" v="66"/>
          <ac:spMkLst>
            <pc:docMk/>
            <pc:sldMk cId="1393313682" sldId="1824"/>
            <ac:spMk id="4" creationId="{9819A1CE-686C-441C-686D-7F58772A3EAD}"/>
          </ac:spMkLst>
        </pc:spChg>
        <pc:spChg chg="mod">
          <ac:chgData name="Fei Zheng" userId="d19317889db4c986" providerId="LiveId" clId="{2DADE7FE-EC93-2644-8851-325CDD970D2A}" dt="2023-04-17T06:37:03.669" v="50" actId="1076"/>
          <ac:spMkLst>
            <pc:docMk/>
            <pc:sldMk cId="1393313682" sldId="1824"/>
            <ac:spMk id="8" creationId="{E4A110A9-A857-F757-BF48-BA9A7FDC1D7A}"/>
          </ac:spMkLst>
        </pc:spChg>
        <pc:picChg chg="add del mod">
          <ac:chgData name="Fei Zheng" userId="d19317889db4c986" providerId="LiveId" clId="{2DADE7FE-EC93-2644-8851-325CDD970D2A}" dt="2023-04-17T06:37:31.544" v="68" actId="478"/>
          <ac:picMkLst>
            <pc:docMk/>
            <pc:sldMk cId="1393313682" sldId="1824"/>
            <ac:picMk id="10" creationId="{642F7B4D-928A-3FC7-4374-1DDEE20ADC29}"/>
          </ac:picMkLst>
        </pc:picChg>
      </pc:sldChg>
      <pc:sldChg chg="new del">
        <pc:chgData name="Fei Zheng" userId="d19317889db4c986" providerId="LiveId" clId="{2DADE7FE-EC93-2644-8851-325CDD970D2A}" dt="2023-04-27T12:37:50.053" v="123" actId="2696"/>
        <pc:sldMkLst>
          <pc:docMk/>
          <pc:sldMk cId="2772004381" sldId="1827"/>
        </pc:sldMkLst>
      </pc:sldChg>
      <pc:sldChg chg="addSp modSp add">
        <pc:chgData name="Fei Zheng" userId="d19317889db4c986" providerId="LiveId" clId="{2DADE7FE-EC93-2644-8851-325CDD970D2A}" dt="2023-04-27T12:37:00.670" v="71"/>
        <pc:sldMkLst>
          <pc:docMk/>
          <pc:sldMk cId="3355953997" sldId="1828"/>
        </pc:sldMkLst>
        <pc:spChg chg="add mod">
          <ac:chgData name="Fei Zheng" userId="d19317889db4c986" providerId="LiveId" clId="{2DADE7FE-EC93-2644-8851-325CDD970D2A}" dt="2023-04-27T12:37:00.670" v="71"/>
          <ac:spMkLst>
            <pc:docMk/>
            <pc:sldMk cId="3355953997" sldId="1828"/>
            <ac:spMk id="2" creationId="{F00E465C-38B1-576C-8EA3-48C0137CA122}"/>
          </ac:spMkLst>
        </pc:spChg>
      </pc:sldChg>
      <pc:sldChg chg="addSp modSp add">
        <pc:chgData name="Fei Zheng" userId="d19317889db4c986" providerId="LiveId" clId="{2DADE7FE-EC93-2644-8851-325CDD970D2A}" dt="2023-04-27T12:37:15.904" v="100" actId="1038"/>
        <pc:sldMkLst>
          <pc:docMk/>
          <pc:sldMk cId="3350887487" sldId="1829"/>
        </pc:sldMkLst>
        <pc:spChg chg="mod">
          <ac:chgData name="Fei Zheng" userId="d19317889db4c986" providerId="LiveId" clId="{2DADE7FE-EC93-2644-8851-325CDD970D2A}" dt="2023-04-27T12:37:15.904" v="100" actId="1038"/>
          <ac:spMkLst>
            <pc:docMk/>
            <pc:sldMk cId="3350887487" sldId="1829"/>
            <ac:spMk id="3" creationId="{F24BA370-3E52-0624-2F77-C75EF3EA35E3}"/>
          </ac:spMkLst>
        </pc:spChg>
        <pc:spChg chg="add mod">
          <ac:chgData name="Fei Zheng" userId="d19317889db4c986" providerId="LiveId" clId="{2DADE7FE-EC93-2644-8851-325CDD970D2A}" dt="2023-04-27T12:37:01.714" v="72"/>
          <ac:spMkLst>
            <pc:docMk/>
            <pc:sldMk cId="3350887487" sldId="1829"/>
            <ac:spMk id="8" creationId="{22095A88-AAD0-1865-4F58-61D74BC3036D}"/>
          </ac:spMkLst>
        </pc:spChg>
      </pc:sldChg>
      <pc:sldChg chg="addSp modSp add del mod">
        <pc:chgData name="Fei Zheng" userId="d19317889db4c986" providerId="LiveId" clId="{2DADE7FE-EC93-2644-8851-325CDD970D2A}" dt="2023-04-27T12:37:46.155" v="122" actId="1038"/>
        <pc:sldMkLst>
          <pc:docMk/>
          <pc:sldMk cId="579798374" sldId="1830"/>
        </pc:sldMkLst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2" creationId="{82D663D0-4787-2999-906E-DFEF63C020A2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3" creationId="{F24BA370-3E52-0624-2F77-C75EF3EA35E3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4" creationId="{BFBF7286-C89E-7F86-4116-DFAF9C03FF5B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5" creationId="{A3F738DA-D724-3DA4-74D3-10B84242144C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6" creationId="{CE2D7ECB-2D79-03B7-9BDE-E68C7BA8D64C}"/>
          </ac:spMkLst>
        </pc:spChg>
        <pc:spChg chg="add mod">
          <ac:chgData name="Fei Zheng" userId="d19317889db4c986" providerId="LiveId" clId="{2DADE7FE-EC93-2644-8851-325CDD970D2A}" dt="2023-04-27T12:37:35.583" v="104"/>
          <ac:spMkLst>
            <pc:docMk/>
            <pc:sldMk cId="579798374" sldId="1830"/>
            <ac:spMk id="9" creationId="{3422BB1D-8FCD-D321-2561-55D8B67FD8B4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11" creationId="{AD06BA05-BE84-D4D9-0D51-AFED32A104F2}"/>
          </ac:spMkLst>
        </pc:spChg>
      </pc:sldChg>
      <pc:sldChg chg="new del">
        <pc:chgData name="Fei Zheng" userId="d19317889db4c986" providerId="LiveId" clId="{2DADE7FE-EC93-2644-8851-325CDD970D2A}" dt="2023-04-27T12:39:14.990" v="136" actId="2696"/>
        <pc:sldMkLst>
          <pc:docMk/>
          <pc:sldMk cId="233271371" sldId="1831"/>
        </pc:sldMkLst>
      </pc:sldChg>
      <pc:sldChg chg="add del">
        <pc:chgData name="Fei Zheng" userId="d19317889db4c986" providerId="LiveId" clId="{2DADE7FE-EC93-2644-8851-325CDD970D2A}" dt="2023-04-27T12:38:50.966" v="126"/>
        <pc:sldMkLst>
          <pc:docMk/>
          <pc:sldMk cId="2014796011" sldId="1832"/>
        </pc:sldMkLst>
      </pc:sldChg>
      <pc:sldChg chg="addSp modSp add">
        <pc:chgData name="Fei Zheng" userId="d19317889db4c986" providerId="LiveId" clId="{2DADE7FE-EC93-2644-8851-325CDD970D2A}" dt="2023-04-27T12:38:56.453" v="128"/>
        <pc:sldMkLst>
          <pc:docMk/>
          <pc:sldMk cId="2780028826" sldId="1832"/>
        </pc:sldMkLst>
        <pc:spChg chg="add mod">
          <ac:chgData name="Fei Zheng" userId="d19317889db4c986" providerId="LiveId" clId="{2DADE7FE-EC93-2644-8851-325CDD970D2A}" dt="2023-04-27T12:38:56.453" v="128"/>
          <ac:spMkLst>
            <pc:docMk/>
            <pc:sldMk cId="2780028826" sldId="1832"/>
            <ac:spMk id="2" creationId="{CBE916E6-65EF-5A65-0B6D-AA2672489A85}"/>
          </ac:spMkLst>
        </pc:spChg>
      </pc:sldChg>
      <pc:sldChg chg="addSp modSp add del">
        <pc:chgData name="Fei Zheng" userId="d19317889db4c986" providerId="LiveId" clId="{2DADE7FE-EC93-2644-8851-325CDD970D2A}" dt="2023-04-27T12:39:02.576" v="131"/>
        <pc:sldMkLst>
          <pc:docMk/>
          <pc:sldMk cId="3009351744" sldId="1833"/>
        </pc:sldMkLst>
        <pc:spChg chg="add mod">
          <ac:chgData name="Fei Zheng" userId="d19317889db4c986" providerId="LiveId" clId="{2DADE7FE-EC93-2644-8851-325CDD970D2A}" dt="2023-04-27T12:39:02.576" v="131"/>
          <ac:spMkLst>
            <pc:docMk/>
            <pc:sldMk cId="3009351744" sldId="1833"/>
            <ac:spMk id="2" creationId="{2D0FEE53-7C41-A8FC-F315-4C8F95BBF620}"/>
          </ac:spMkLst>
        </pc:spChg>
      </pc:sldChg>
      <pc:sldChg chg="new del">
        <pc:chgData name="Fei Zheng" userId="d19317889db4c986" providerId="LiveId" clId="{2DADE7FE-EC93-2644-8851-325CDD970D2A}" dt="2023-04-27T12:41:03.720" v="153" actId="2696"/>
        <pc:sldMkLst>
          <pc:docMk/>
          <pc:sldMk cId="1499733300" sldId="1834"/>
        </pc:sldMkLst>
      </pc:sldChg>
      <pc:sldChg chg="addSp delSp modSp add del mod modAnim">
        <pc:chgData name="Fei Zheng" userId="d19317889db4c986" providerId="LiveId" clId="{2DADE7FE-EC93-2644-8851-325CDD970D2A}" dt="2023-04-27T12:40:57.333" v="150"/>
        <pc:sldMkLst>
          <pc:docMk/>
          <pc:sldMk cId="3384215162" sldId="1835"/>
        </pc:sldMkLst>
        <pc:spChg chg="add mod">
          <ac:chgData name="Fei Zheng" userId="d19317889db4c986" providerId="LiveId" clId="{2DADE7FE-EC93-2644-8851-325CDD970D2A}" dt="2023-04-27T12:40:57.333" v="150"/>
          <ac:spMkLst>
            <pc:docMk/>
            <pc:sldMk cId="3384215162" sldId="1835"/>
            <ac:spMk id="2" creationId="{7DDD2E98-8C0E-2A94-EE4C-7AFCC89CD247}"/>
          </ac:spMkLst>
        </pc:spChg>
        <pc:spChg chg="del">
          <ac:chgData name="Fei Zheng" userId="d19317889db4c986" providerId="LiveId" clId="{2DADE7FE-EC93-2644-8851-325CDD970D2A}" dt="2023-04-27T12:40:56.859" v="149" actId="478"/>
          <ac:spMkLst>
            <pc:docMk/>
            <pc:sldMk cId="3384215162" sldId="1835"/>
            <ac:spMk id="6" creationId="{34C20178-8D53-F1FB-2A02-48D7870D04CF}"/>
          </ac:spMkLst>
        </pc:spChg>
      </pc:sldChg>
      <pc:sldChg chg="addSp modSp add modAnim">
        <pc:chgData name="Fei Zheng" userId="d19317889db4c986" providerId="LiveId" clId="{2DADE7FE-EC93-2644-8851-325CDD970D2A}" dt="2023-04-27T12:40:45.060" v="145"/>
        <pc:sldMkLst>
          <pc:docMk/>
          <pc:sldMk cId="199882595" sldId="1836"/>
        </pc:sldMkLst>
        <pc:spChg chg="add mod">
          <ac:chgData name="Fei Zheng" userId="d19317889db4c986" providerId="LiveId" clId="{2DADE7FE-EC93-2644-8851-325CDD970D2A}" dt="2023-04-27T12:40:45.060" v="145"/>
          <ac:spMkLst>
            <pc:docMk/>
            <pc:sldMk cId="199882595" sldId="1836"/>
            <ac:spMk id="2" creationId="{640D048A-19DE-BD0F-25E8-C3F5CE9B98F9}"/>
          </ac:spMkLst>
        </pc:spChg>
      </pc:sldChg>
      <pc:sldChg chg="add del">
        <pc:chgData name="Fei Zheng" userId="d19317889db4c986" providerId="LiveId" clId="{2DADE7FE-EC93-2644-8851-325CDD970D2A}" dt="2023-04-27T12:40:30.327" v="142"/>
        <pc:sldMkLst>
          <pc:docMk/>
          <pc:sldMk cId="4132892178" sldId="1836"/>
        </pc:sldMkLst>
      </pc:sldChg>
      <pc:sldChg chg="addSp modSp add del mod modAnim">
        <pc:chgData name="Fei Zheng" userId="d19317889db4c986" providerId="LiveId" clId="{2DADE7FE-EC93-2644-8851-325CDD970D2A}" dt="2023-04-27T12:40:53.524" v="148" actId="1076"/>
        <pc:sldMkLst>
          <pc:docMk/>
          <pc:sldMk cId="928293808" sldId="1837"/>
        </pc:sldMkLst>
        <pc:spChg chg="add mod">
          <ac:chgData name="Fei Zheng" userId="d19317889db4c986" providerId="LiveId" clId="{2DADE7FE-EC93-2644-8851-325CDD970D2A}" dt="2023-04-27T12:40:45.759" v="146"/>
          <ac:spMkLst>
            <pc:docMk/>
            <pc:sldMk cId="928293808" sldId="1837"/>
            <ac:spMk id="2" creationId="{CDF8314E-CE1A-57BA-E29C-18FB57463C60}"/>
          </ac:spMkLst>
        </pc:spChg>
        <pc:spChg chg="mod">
          <ac:chgData name="Fei Zheng" userId="d19317889db4c986" providerId="LiveId" clId="{2DADE7FE-EC93-2644-8851-325CDD970D2A}" dt="2023-04-27T12:40:53.524" v="148" actId="1076"/>
          <ac:spMkLst>
            <pc:docMk/>
            <pc:sldMk cId="928293808" sldId="1837"/>
            <ac:spMk id="3" creationId="{EB565B5E-1F5F-A8B4-E885-99B5E93C4542}"/>
          </ac:spMkLst>
        </pc:spChg>
        <pc:spChg chg="mod">
          <ac:chgData name="Fei Zheng" userId="d19317889db4c986" providerId="LiveId" clId="{2DADE7FE-EC93-2644-8851-325CDD970D2A}" dt="2023-04-27T12:40:49.677" v="147" actId="1076"/>
          <ac:spMkLst>
            <pc:docMk/>
            <pc:sldMk cId="928293808" sldId="1837"/>
            <ac:spMk id="5" creationId="{9CA70E78-60A5-13C7-7DBC-08CB07F31873}"/>
          </ac:spMkLst>
        </pc:spChg>
      </pc:sldChg>
      <pc:sldChg chg="add del">
        <pc:chgData name="Fei Zheng" userId="d19317889db4c986" providerId="LiveId" clId="{2DADE7FE-EC93-2644-8851-325CDD970D2A}" dt="2023-04-27T12:40:30.327" v="142"/>
        <pc:sldMkLst>
          <pc:docMk/>
          <pc:sldMk cId="1191680060" sldId="1838"/>
        </pc:sldMkLst>
      </pc:sldChg>
      <pc:sldChg chg="add del">
        <pc:chgData name="Fei Zheng" userId="d19317889db4c986" providerId="LiveId" clId="{2DADE7FE-EC93-2644-8851-325CDD970D2A}" dt="2023-04-27T12:40:37.395" v="144" actId="2696"/>
        <pc:sldMkLst>
          <pc:docMk/>
          <pc:sldMk cId="4118571376" sldId="1838"/>
        </pc:sldMkLst>
      </pc:sldChg>
    </pc:docChg>
  </pc:docChgLst>
  <pc:docChgLst>
    <pc:chgData name="Zheng Fei" userId="d19317889db4c986" providerId="LiveId" clId="{B844788A-5923-6B4B-98F8-1718F1A2D9CA}"/>
    <pc:docChg chg="custSel addSld delSld modSld">
      <pc:chgData name="Zheng Fei" userId="d19317889db4c986" providerId="LiveId" clId="{B844788A-5923-6B4B-98F8-1718F1A2D9CA}" dt="2023-02-09T12:16:25.667" v="20" actId="20577"/>
      <pc:docMkLst>
        <pc:docMk/>
      </pc:docMkLst>
      <pc:sldChg chg="del">
        <pc:chgData name="Zheng Fei" userId="d19317889db4c986" providerId="LiveId" clId="{B844788A-5923-6B4B-98F8-1718F1A2D9CA}" dt="2023-02-09T12:11:44.294" v="1" actId="2696"/>
        <pc:sldMkLst>
          <pc:docMk/>
          <pc:sldMk cId="4287553338" sldId="377"/>
        </pc:sldMkLst>
      </pc:sldChg>
      <pc:sldChg chg="modSp">
        <pc:chgData name="Zheng Fei" userId="d19317889db4c986" providerId="LiveId" clId="{B844788A-5923-6B4B-98F8-1718F1A2D9CA}" dt="2023-02-09T12:10:51.431" v="0" actId="20577"/>
        <pc:sldMkLst>
          <pc:docMk/>
          <pc:sldMk cId="2953135783" sldId="389"/>
        </pc:sldMkLst>
        <pc:spChg chg="mod">
          <ac:chgData name="Zheng Fei" userId="d19317889db4c986" providerId="LiveId" clId="{B844788A-5923-6B4B-98F8-1718F1A2D9CA}" dt="2023-02-09T12:10:51.431" v="0" actId="20577"/>
          <ac:spMkLst>
            <pc:docMk/>
            <pc:sldMk cId="2953135783" sldId="389"/>
            <ac:spMk id="2" creationId="{C7E282E0-B8D3-46EC-8B06-EF6CB7D6FB94}"/>
          </ac:spMkLst>
        </pc:spChg>
      </pc:sldChg>
      <pc:sldChg chg="delSp modSp mod">
        <pc:chgData name="Zheng Fei" userId="d19317889db4c986" providerId="LiveId" clId="{B844788A-5923-6B4B-98F8-1718F1A2D9CA}" dt="2023-02-09T12:15:31.997" v="5" actId="478"/>
        <pc:sldMkLst>
          <pc:docMk/>
          <pc:sldMk cId="3625832555" sldId="390"/>
        </pc:sldMkLst>
        <pc:spChg chg="del mod">
          <ac:chgData name="Zheng Fei" userId="d19317889db4c986" providerId="LiveId" clId="{B844788A-5923-6B4B-98F8-1718F1A2D9CA}" dt="2023-02-09T12:15:31.997" v="5" actId="478"/>
          <ac:spMkLst>
            <pc:docMk/>
            <pc:sldMk cId="3625832555" sldId="390"/>
            <ac:spMk id="5" creationId="{D5AA8889-966B-C9B2-92C8-CF93189CB612}"/>
          </ac:spMkLst>
        </pc:spChg>
      </pc:sldChg>
      <pc:sldChg chg="modSp mod">
        <pc:chgData name="Zheng Fei" userId="d19317889db4c986" providerId="LiveId" clId="{B844788A-5923-6B4B-98F8-1718F1A2D9CA}" dt="2023-02-09T12:15:28.175" v="4" actId="20577"/>
        <pc:sldMkLst>
          <pc:docMk/>
          <pc:sldMk cId="1958136474" sldId="395"/>
        </pc:sldMkLst>
        <pc:spChg chg="mod">
          <ac:chgData name="Zheng Fei" userId="d19317889db4c986" providerId="LiveId" clId="{B844788A-5923-6B4B-98F8-1718F1A2D9CA}" dt="2023-02-09T12:15:28.175" v="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modSp mod">
        <pc:chgData name="Zheng Fei" userId="d19317889db4c986" providerId="LiveId" clId="{B844788A-5923-6B4B-98F8-1718F1A2D9CA}" dt="2023-02-09T12:15:16.103" v="2" actId="20577"/>
        <pc:sldMkLst>
          <pc:docMk/>
          <pc:sldMk cId="1018369862" sldId="397"/>
        </pc:sldMkLst>
        <pc:spChg chg="mod">
          <ac:chgData name="Zheng Fei" userId="d19317889db4c986" providerId="LiveId" clId="{B844788A-5923-6B4B-98F8-1718F1A2D9CA}" dt="2023-02-09T12:15:16.103" v="2" actId="20577"/>
          <ac:spMkLst>
            <pc:docMk/>
            <pc:sldMk cId="1018369862" sldId="397"/>
            <ac:spMk id="7" creationId="{29E678B3-CAA6-9814-B610-B574B3F8B094}"/>
          </ac:spMkLst>
        </pc:spChg>
      </pc:sldChg>
      <pc:sldChg chg="modSp add mod">
        <pc:chgData name="Zheng Fei" userId="d19317889db4c986" providerId="LiveId" clId="{B844788A-5923-6B4B-98F8-1718F1A2D9CA}" dt="2023-02-09T12:16:25.667" v="20" actId="20577"/>
        <pc:sldMkLst>
          <pc:docMk/>
          <pc:sldMk cId="3752521652" sldId="1792"/>
        </pc:sldMkLst>
        <pc:spChg chg="mod">
          <ac:chgData name="Zheng Fei" userId="d19317889db4c986" providerId="LiveId" clId="{B844788A-5923-6B4B-98F8-1718F1A2D9CA}" dt="2023-02-09T12:16:25.667" v="20" actId="20577"/>
          <ac:spMkLst>
            <pc:docMk/>
            <pc:sldMk cId="3752521652" sldId="1792"/>
            <ac:spMk id="4" creationId="{3563B0F5-5090-2DCF-6AD2-EDAF01C58245}"/>
          </ac:spMkLst>
        </pc:spChg>
      </pc:sldChg>
    </pc:docChg>
  </pc:docChgLst>
  <pc:docChgLst>
    <pc:chgData name="Zheng Fei" userId="d19317889db4c986" providerId="LiveId" clId="{3861D70B-005F-4AE3-9F94-86BFD29D89F4}"/>
    <pc:docChg chg="undo redo custSel addSld delSld modSld sldOrd">
      <pc:chgData name="Zheng Fei" userId="d19317889db4c986" providerId="LiveId" clId="{3861D70B-005F-4AE3-9F94-86BFD29D89F4}" dt="2022-02-23T15:09:14.260" v="1864"/>
      <pc:docMkLst>
        <pc:docMk/>
      </pc:docMkLst>
      <pc:sldChg chg="addSp delSp modSp add mod ord modShow">
        <pc:chgData name="Zheng Fei" userId="d19317889db4c986" providerId="LiveId" clId="{3861D70B-005F-4AE3-9F94-86BFD29D89F4}" dt="2022-02-17T18:15:05.548" v="803" actId="1036"/>
        <pc:sldMkLst>
          <pc:docMk/>
          <pc:sldMk cId="3140837993" sldId="258"/>
        </pc:sldMkLst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3861D70B-005F-4AE3-9F94-86BFD29D89F4}" dt="2022-02-17T18:15:05.548" v="803" actId="1036"/>
          <ac:spMkLst>
            <pc:docMk/>
            <pc:sldMk cId="3140837993" sldId="258"/>
            <ac:spMk id="15" creationId="{70E23402-D9AD-4ADC-9AB9-16F13CB48B32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20" creationId="{832CE7C9-AE8E-164F-A612-630C2CAEAF66}"/>
          </ac:spMkLst>
        </pc:spChg>
        <pc:spChg chg="del">
          <ac:chgData name="Zheng Fei" userId="d19317889db4c986" providerId="LiveId" clId="{3861D70B-005F-4AE3-9F94-86BFD29D89F4}" dt="2022-02-17T18:13:49.732" v="727" actId="478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34.439" v="778" actId="1035"/>
          <ac:spMkLst>
            <pc:docMk/>
            <pc:sldMk cId="3140837993" sldId="258"/>
            <ac:spMk id="69" creationId="{00000000-0000-0000-0000-000000000000}"/>
          </ac:spMkLst>
        </pc:spChg>
        <pc:spChg chg="mod">
          <ac:chgData name="Zheng Fei" userId="d19317889db4c986" providerId="LiveId" clId="{3861D70B-005F-4AE3-9F94-86BFD29D89F4}" dt="2022-02-11T11:36:47.711" v="14" actId="207"/>
          <ac:spMkLst>
            <pc:docMk/>
            <pc:sldMk cId="3140837993" sldId="258"/>
            <ac:spMk id="70" creationId="{00000000-0000-0000-0000-000000000000}"/>
          </ac:spMkLst>
        </pc:spChg>
      </pc:sldChg>
      <pc:sldChg chg="modSp add del mod ord modShow">
        <pc:chgData name="Zheng Fei" userId="d19317889db4c986" providerId="LiveId" clId="{3861D70B-005F-4AE3-9F94-86BFD29D89F4}" dt="2022-02-17T18:13:25.958" v="722" actId="2696"/>
        <pc:sldMkLst>
          <pc:docMk/>
          <pc:sldMk cId="3573719422" sldId="258"/>
        </pc:sldMkLst>
        <pc:spChg chg="mod">
          <ac:chgData name="Zheng Fei" userId="d19317889db4c986" providerId="LiveId" clId="{3861D70B-005F-4AE3-9F94-86BFD29D89F4}" dt="2022-02-17T18:10:45.500" v="713" actId="20577"/>
          <ac:spMkLst>
            <pc:docMk/>
            <pc:sldMk cId="3573719422" sldId="258"/>
            <ac:spMk id="23" creationId="{134965D9-6880-4F5F-A3B8-3938EBB2336A}"/>
          </ac:spMkLst>
        </pc:spChg>
      </pc:sldChg>
      <pc:sldChg chg="addSp delSp modSp mod addAnim delAnim modAnim">
        <pc:chgData name="Zheng Fei" userId="d19317889db4c986" providerId="LiveId" clId="{3861D70B-005F-4AE3-9F94-86BFD29D89F4}" dt="2022-02-17T18:41:26.824" v="1138"/>
        <pc:sldMkLst>
          <pc:docMk/>
          <pc:sldMk cId="0" sldId="269"/>
        </pc:sldMkLst>
        <pc:spChg chg="add del">
          <ac:chgData name="Zheng Fei" userId="d19317889db4c986" providerId="LiveId" clId="{3861D70B-005F-4AE3-9F94-86BFD29D89F4}" dt="2022-02-17T18:39:37.720" v="1113" actId="22"/>
          <ac:spMkLst>
            <pc:docMk/>
            <pc:sldMk cId="0" sldId="269"/>
            <ac:spMk id="15" creationId="{0C7BA4E7-8D9D-4BE1-B378-C34E9AE09423}"/>
          </ac:spMkLst>
        </pc:spChg>
        <pc:spChg chg="add mod">
          <ac:chgData name="Zheng Fei" userId="d19317889db4c986" providerId="LiveId" clId="{3861D70B-005F-4AE3-9F94-86BFD29D89F4}" dt="2022-02-17T18:39:44.667" v="1116" actId="1076"/>
          <ac:spMkLst>
            <pc:docMk/>
            <pc:sldMk cId="0" sldId="269"/>
            <ac:spMk id="17" creationId="{0A3E96BC-C269-4A33-BC8D-FA75BE56F062}"/>
          </ac:spMkLst>
        </pc:spChg>
        <pc:spChg chg="mod">
          <ac:chgData name="Zheng Fei" userId="d19317889db4c986" providerId="LiveId" clId="{3861D70B-005F-4AE3-9F94-86BFD29D89F4}" dt="2022-02-17T18:40:42.402" v="1134" actId="1037"/>
          <ac:spMkLst>
            <pc:docMk/>
            <pc:sldMk cId="0" sldId="269"/>
            <ac:spMk id="46082" creationId="{1BE94711-A3A1-4E9E-B47D-0BA91CFD30B3}"/>
          </ac:spMkLst>
        </pc:spChg>
        <pc:spChg chg="mod">
          <ac:chgData name="Zheng Fei" userId="d19317889db4c986" providerId="LiveId" clId="{3861D70B-005F-4AE3-9F94-86BFD29D89F4}" dt="2022-02-17T18:39:32.013" v="1109" actId="21"/>
          <ac:spMkLst>
            <pc:docMk/>
            <pc:sldMk cId="0" sldId="269"/>
            <ac:spMk id="46084" creationId="{30C4ECC6-CB5F-4EFA-8C96-545DEBA8260A}"/>
          </ac:spMkLst>
        </pc:spChg>
      </pc:sldChg>
      <pc:sldChg chg="modAnim">
        <pc:chgData name="Zheng Fei" userId="d19317889db4c986" providerId="LiveId" clId="{3861D70B-005F-4AE3-9F94-86BFD29D89F4}" dt="2022-02-17T18:42:15.069" v="1139"/>
        <pc:sldMkLst>
          <pc:docMk/>
          <pc:sldMk cId="1597955191" sldId="270"/>
        </pc:sldMkLst>
      </pc:sldChg>
      <pc:sldChg chg="modSp modAnim">
        <pc:chgData name="Zheng Fei" userId="d19317889db4c986" providerId="LiveId" clId="{3861D70B-005F-4AE3-9F94-86BFD29D89F4}" dt="2022-02-17T18:43:07.956" v="1145"/>
        <pc:sldMkLst>
          <pc:docMk/>
          <pc:sldMk cId="0" sldId="271"/>
        </pc:sldMkLst>
        <pc:spChg chg="mod">
          <ac:chgData name="Zheng Fei" userId="d19317889db4c986" providerId="LiveId" clId="{3861D70B-005F-4AE3-9F94-86BFD29D89F4}" dt="2022-02-17T18:42:44.545" v="1140" actId="1076"/>
          <ac:spMkLst>
            <pc:docMk/>
            <pc:sldMk cId="0" sldId="271"/>
            <ac:spMk id="48135" creationId="{11725288-A2AE-4144-84F3-34BF36CF09B1}"/>
          </ac:spMkLst>
        </pc:spChg>
      </pc:sldChg>
      <pc:sldChg chg="addSp modSp modAnim">
        <pc:chgData name="Zheng Fei" userId="d19317889db4c986" providerId="LiveId" clId="{3861D70B-005F-4AE3-9F94-86BFD29D89F4}" dt="2022-02-17T19:17:48.860" v="1570"/>
        <pc:sldMkLst>
          <pc:docMk/>
          <pc:sldMk cId="0" sldId="273"/>
        </pc:sldMkLst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0" creationId="{1AA77A98-C0D4-40F1-8D76-CB2A92DCAEE6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1" creationId="{6683064E-9BF1-4A25-9FA8-A2AB83D1DC84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2" creationId="{D50787BD-BC42-4756-9611-A90F7A56C16E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3" creationId="{DDCF60D7-2D3E-4502-93FD-80035F808E6F}"/>
          </ac:spMkLst>
        </pc:spChg>
        <pc:grpChg chg="add mod">
          <ac:chgData name="Zheng Fei" userId="d19317889db4c986" providerId="LiveId" clId="{3861D70B-005F-4AE3-9F94-86BFD29D89F4}" dt="2022-02-17T19:17:47.334" v="1569" actId="1076"/>
          <ac:grpSpMkLst>
            <pc:docMk/>
            <pc:sldMk cId="0" sldId="273"/>
            <ac:grpSpMk id="2" creationId="{9BE9AC05-A465-4235-A412-FCED08B57C3A}"/>
          </ac:grpSpMkLst>
        </pc:grpChg>
        <pc:graphicFrameChg chg="mod">
          <ac:chgData name="Zheng Fei" userId="d19317889db4c986" providerId="LiveId" clId="{3861D70B-005F-4AE3-9F94-86BFD29D89F4}" dt="2022-02-17T19:17:47.334" v="1569" actId="1076"/>
          <ac:graphicFrameMkLst>
            <pc:docMk/>
            <pc:sldMk cId="0" sldId="273"/>
            <ac:graphicFrameMk id="50198" creationId="{3124B509-F292-4E84-8E3A-78F4032EE335}"/>
          </ac:graphicFrameMkLst>
        </pc:graphicFrameChg>
      </pc:sldChg>
      <pc:sldChg chg="modTransition modAnim">
        <pc:chgData name="Zheng Fei" userId="d19317889db4c986" providerId="LiveId" clId="{3861D70B-005F-4AE3-9F94-86BFD29D89F4}" dt="2022-02-17T19:18:57.541" v="1573"/>
        <pc:sldMkLst>
          <pc:docMk/>
          <pc:sldMk cId="0" sldId="274"/>
        </pc:sldMkLst>
      </pc:sldChg>
      <pc:sldChg chg="modAnim">
        <pc:chgData name="Zheng Fei" userId="d19317889db4c986" providerId="LiveId" clId="{3861D70B-005F-4AE3-9F94-86BFD29D89F4}" dt="2022-02-17T19:19:10.397" v="1574"/>
        <pc:sldMkLst>
          <pc:docMk/>
          <pc:sldMk cId="0" sldId="275"/>
        </pc:sldMkLst>
      </pc:sldChg>
      <pc:sldChg chg="modAnim">
        <pc:chgData name="Zheng Fei" userId="d19317889db4c986" providerId="LiveId" clId="{3861D70B-005F-4AE3-9F94-86BFD29D89F4}" dt="2022-02-17T19:19:19.823" v="1575"/>
        <pc:sldMkLst>
          <pc:docMk/>
          <pc:sldMk cId="0" sldId="276"/>
        </pc:sldMkLst>
      </pc:sldChg>
      <pc:sldChg chg="modSp mod modAnim">
        <pc:chgData name="Zheng Fei" userId="d19317889db4c986" providerId="LiveId" clId="{3861D70B-005F-4AE3-9F94-86BFD29D89F4}" dt="2022-02-17T19:19:49.641" v="1583" actId="20577"/>
        <pc:sldMkLst>
          <pc:docMk/>
          <pc:sldMk cId="0" sldId="277"/>
        </pc:sldMkLst>
        <pc:spChg chg="mod">
          <ac:chgData name="Zheng Fei" userId="d19317889db4c986" providerId="LiveId" clId="{3861D70B-005F-4AE3-9F94-86BFD29D89F4}" dt="2022-02-17T19:19:49.641" v="1583" actId="20577"/>
          <ac:spMkLst>
            <pc:docMk/>
            <pc:sldMk cId="0" sldId="277"/>
            <ac:spMk id="54288" creationId="{057802A1-79EB-4689-BA7F-99021B481439}"/>
          </ac:spMkLst>
        </pc:spChg>
      </pc:sldChg>
      <pc:sldChg chg="addSp modSp mod modAnim">
        <pc:chgData name="Zheng Fei" userId="d19317889db4c986" providerId="LiveId" clId="{3861D70B-005F-4AE3-9F94-86BFD29D89F4}" dt="2022-02-17T19:25:30.052" v="1619" actId="1076"/>
        <pc:sldMkLst>
          <pc:docMk/>
          <pc:sldMk cId="0" sldId="278"/>
        </pc:sldMkLst>
        <pc:spChg chg="mod">
          <ac:chgData name="Zheng Fei" userId="d19317889db4c986" providerId="LiveId" clId="{3861D70B-005F-4AE3-9F94-86BFD29D89F4}" dt="2022-02-17T19:20:28.989" v="1585" actId="1076"/>
          <ac:spMkLst>
            <pc:docMk/>
            <pc:sldMk cId="0" sldId="278"/>
            <ac:spMk id="25" creationId="{CFDBC59C-0260-4BA1-B94C-7F73E10FD2F5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09" creationId="{12BA403A-9A57-44F7-BFDC-340DFC6D343F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10" creationId="{51E5E6E5-3718-4805-B0AD-E6D46A55554B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17" creationId="{1643FF76-4C98-4851-A9EE-F735AB5D19DE}"/>
          </ac:spMkLst>
        </pc:spChg>
        <pc:grpChg chg="add mod">
          <ac:chgData name="Zheng Fei" userId="d19317889db4c986" providerId="LiveId" clId="{3861D70B-005F-4AE3-9F94-86BFD29D89F4}" dt="2022-02-17T19:21:31.007" v="1591" actId="164"/>
          <ac:grpSpMkLst>
            <pc:docMk/>
            <pc:sldMk cId="0" sldId="278"/>
            <ac:grpSpMk id="2" creationId="{EA60A99C-EFFA-4217-82A0-D65D4586B6B5}"/>
          </ac:grpSpMkLst>
        </pc:grpChg>
        <pc:grpChg chg="mod">
          <ac:chgData name="Zheng Fei" userId="d19317889db4c986" providerId="LiveId" clId="{3861D70B-005F-4AE3-9F94-86BFD29D89F4}" dt="2022-02-17T19:25:30.052" v="1619" actId="1076"/>
          <ac:grpSpMkLst>
            <pc:docMk/>
            <pc:sldMk cId="0" sldId="278"/>
            <ac:grpSpMk id="55308" creationId="{9B0EE47A-D2D3-4A98-92BE-9130BE8D3E12}"/>
          </ac:grpSpMkLst>
        </pc:grpChg>
        <pc:graphicFrameChg chg="mod">
          <ac:chgData name="Zheng Fei" userId="d19317889db4c986" providerId="LiveId" clId="{3861D70B-005F-4AE3-9F94-86BFD29D89F4}" dt="2022-02-17T19:21:31.007" v="1591" actId="164"/>
          <ac:graphicFrameMkLst>
            <pc:docMk/>
            <pc:sldMk cId="0" sldId="278"/>
            <ac:graphicFrameMk id="55300" creationId="{23F7AEF7-B3B7-492B-9938-C5985326CC8A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1" creationId="{45468FF4-3B52-478F-94CB-D697E3334E7E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2" creationId="{AF68A8C5-DAEC-4DFE-AE07-D8325C339A10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3" creationId="{C3FEF9BF-0698-4D02-AA90-D914DB06236D}"/>
          </ac:graphicFrameMkLst>
        </pc:graphicFrameChg>
      </pc:sldChg>
      <pc:sldChg chg="modAnim">
        <pc:chgData name="Zheng Fei" userId="d19317889db4c986" providerId="LiveId" clId="{3861D70B-005F-4AE3-9F94-86BFD29D89F4}" dt="2022-02-17T19:19:28.459" v="1576"/>
        <pc:sldMkLst>
          <pc:docMk/>
          <pc:sldMk cId="0" sldId="279"/>
        </pc:sldMkLst>
      </pc:sldChg>
      <pc:sldChg chg="addSp delSp modSp mod delAnim modAnim">
        <pc:chgData name="Zheng Fei" userId="d19317889db4c986" providerId="LiveId" clId="{3861D70B-005F-4AE3-9F94-86BFD29D89F4}" dt="2022-02-17T19:21:59.622" v="1594"/>
        <pc:sldMkLst>
          <pc:docMk/>
          <pc:sldMk cId="0" sldId="280"/>
        </pc:sldMkLst>
        <pc:spChg chg="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3" creationId="{215AE15A-D5C7-461B-88FF-92B24D21A0D8}"/>
          </ac:spMkLst>
        </pc:spChg>
        <pc:spChg chg="add 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19" creationId="{8638E667-EAC2-4249-A23B-18A0E613F00B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0" creationId="{609A5B9A-E7E1-4125-86C5-08136BB353FD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1" creationId="{4C739DD1-8744-4C62-AC64-BC9A497274A8}"/>
          </ac:spMkLst>
        </pc:spChg>
        <pc:spChg chg="del mod">
          <ac:chgData name="Zheng Fei" userId="d19317889db4c986" providerId="LiveId" clId="{3861D70B-005F-4AE3-9F94-86BFD29D89F4}" dt="2022-02-17T19:08:46.258" v="1383" actId="478"/>
          <ac:spMkLst>
            <pc:docMk/>
            <pc:sldMk cId="0" sldId="280"/>
            <ac:spMk id="26" creationId="{A2550CCC-BCCF-41CC-8AE4-F4FEBBC675A8}"/>
          </ac:spMkLst>
        </pc:spChg>
        <pc:spChg chg="del mod">
          <ac:chgData name="Zheng Fei" userId="d19317889db4c986" providerId="LiveId" clId="{3861D70B-005F-4AE3-9F94-86BFD29D89F4}" dt="2022-02-17T19:10:06.360" v="1418" actId="478"/>
          <ac:spMkLst>
            <pc:docMk/>
            <pc:sldMk cId="0" sldId="280"/>
            <ac:spMk id="29" creationId="{D0BBB62B-F85E-4D31-8745-7CCB676B7BDF}"/>
          </ac:spMkLst>
        </pc:spChg>
        <pc:spChg chg="del mod">
          <ac:chgData name="Zheng Fei" userId="d19317889db4c986" providerId="LiveId" clId="{3861D70B-005F-4AE3-9F94-86BFD29D89F4}" dt="2022-02-17T19:08:57.663" v="1386" actId="478"/>
          <ac:spMkLst>
            <pc:docMk/>
            <pc:sldMk cId="0" sldId="280"/>
            <ac:spMk id="30" creationId="{24AD6BD2-8489-4DB2-BA57-A8F5DB5AE8EB}"/>
          </ac:spMkLst>
        </pc:spChg>
        <pc:spChg chg="del mod">
          <ac:chgData name="Zheng Fei" userId="d19317889db4c986" providerId="LiveId" clId="{3861D70B-005F-4AE3-9F94-86BFD29D89F4}" dt="2022-02-17T19:09:59.903" v="1417" actId="478"/>
          <ac:spMkLst>
            <pc:docMk/>
            <pc:sldMk cId="0" sldId="280"/>
            <ac:spMk id="33" creationId="{20151D39-2E55-48C6-B112-F065CB56A5B4}"/>
          </ac:spMkLst>
        </pc:spChg>
        <pc:spChg chg="mod">
          <ac:chgData name="Zheng Fei" userId="d19317889db4c986" providerId="LiveId" clId="{3861D70B-005F-4AE3-9F94-86BFD29D89F4}" dt="2022-02-17T19:12:35.586" v="1529" actId="20577"/>
          <ac:spMkLst>
            <pc:docMk/>
            <pc:sldMk cId="0" sldId="280"/>
            <ac:spMk id="57346" creationId="{2E678DED-D69C-4B5D-846E-C3C656B00904}"/>
          </ac:spMkLst>
        </pc:sp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mod">
          <ac:chgData name="Zheng Fei" userId="d19317889db4c986" providerId="LiveId" clId="{3861D70B-005F-4AE3-9F94-86BFD29D89F4}" dt="2022-02-17T19:12:51.923" v="1531" actId="1076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mod">
          <ac:chgData name="Zheng Fei" userId="d19317889db4c986" providerId="LiveId" clId="{3861D70B-005F-4AE3-9F94-86BFD29D89F4}" dt="2022-02-17T19:12:59.088" v="1559" actId="1036"/>
          <ac:graphicFrameMkLst>
            <pc:docMk/>
            <pc:sldMk cId="0" sldId="280"/>
            <ac:graphicFrameMk id="32" creationId="{E636ECDC-D97F-4471-8C05-949D390A829A}"/>
          </ac:graphicFrameMkLst>
        </pc:graphicFrameChg>
      </pc:sldChg>
      <pc:sldChg chg="modSp del mod">
        <pc:chgData name="Zheng Fei" userId="d19317889db4c986" providerId="LiveId" clId="{3861D70B-005F-4AE3-9F94-86BFD29D89F4}" dt="2022-02-17T18:04:38.370" v="684" actId="2696"/>
        <pc:sldMkLst>
          <pc:docMk/>
          <pc:sldMk cId="2026888976" sldId="305"/>
        </pc:sldMkLst>
        <pc:spChg chg="mod">
          <ac:chgData name="Zheng Fei" userId="d19317889db4c986" providerId="LiveId" clId="{3861D70B-005F-4AE3-9F94-86BFD29D89F4}" dt="2022-02-11T11:33:55.286" v="13" actId="207"/>
          <ac:spMkLst>
            <pc:docMk/>
            <pc:sldMk cId="2026888976" sldId="305"/>
            <ac:spMk id="9" creationId="{00000000-0000-0000-0000-000000000000}"/>
          </ac:spMkLst>
        </pc:spChg>
        <pc:picChg chg="add del">
          <ac:chgData name="Zheng Fei" userId="d19317889db4c986" providerId="LiveId" clId="{3861D70B-005F-4AE3-9F94-86BFD29D89F4}" dt="2022-02-17T18:46:21.716" v="1151" actId="21"/>
          <ac:picMkLst>
            <pc:docMk/>
            <pc:sldMk cId="2026888976" sldId="305"/>
            <ac:picMk id="10" creationId="{773B033F-756F-48FB-9BDF-910A666C6E66}"/>
          </ac:picMkLst>
        </pc:picChg>
      </pc:sldChg>
      <pc:sldChg chg="addSp delSp modSp mod modAnim modNotesTx">
        <pc:chgData name="Zheng Fei" userId="d19317889db4c986" providerId="LiveId" clId="{3861D70B-005F-4AE3-9F94-86BFD29D89F4}" dt="2022-02-17T18:23:58.036" v="969"/>
        <pc:sldMkLst>
          <pc:docMk/>
          <pc:sldMk cId="2050651053" sldId="328"/>
        </pc:sldMkLst>
        <pc:spChg chg="mod">
          <ac:chgData name="Zheng Fei" userId="d19317889db4c986" providerId="LiveId" clId="{3861D70B-005F-4AE3-9F94-86BFD29D89F4}" dt="2022-02-11T11:49:52.717" v="33" actId="20577"/>
          <ac:spMkLst>
            <pc:docMk/>
            <pc:sldMk cId="2050651053" sldId="328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48:12.157" v="15" actId="478"/>
          <ac:spMkLst>
            <pc:docMk/>
            <pc:sldMk cId="2050651053" sldId="328"/>
            <ac:spMk id="9" creationId="{FC1F2C7E-793E-F441-952A-A404E4CDB1F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0" creationId="{EB571022-F7D7-418B-889A-664DBD56A82E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1" creationId="{655A68AA-6942-4D72-841C-DF6268571E8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2" creationId="{57020B2D-D36E-41B2-A4A7-715372EE4B21}"/>
          </ac:spMkLst>
        </pc:spChg>
        <pc:spChg chg="add del mod">
          <ac:chgData name="Zheng Fei" userId="d19317889db4c986" providerId="LiveId" clId="{3861D70B-005F-4AE3-9F94-86BFD29D89F4}" dt="2022-02-11T11:53:45.039" v="139" actId="478"/>
          <ac:spMkLst>
            <pc:docMk/>
            <pc:sldMk cId="2050651053" sldId="328"/>
            <ac:spMk id="13" creationId="{DBFA947A-5A2C-412A-AD19-F4786DD1BED6}"/>
          </ac:spMkLst>
        </pc:spChg>
        <pc:spChg chg="add mod">
          <ac:chgData name="Zheng Fei" userId="d19317889db4c986" providerId="LiveId" clId="{3861D70B-005F-4AE3-9F94-86BFD29D89F4}" dt="2022-02-17T18:23:58.036" v="969"/>
          <ac:spMkLst>
            <pc:docMk/>
            <pc:sldMk cId="2050651053" sldId="328"/>
            <ac:spMk id="14" creationId="{F2AFB2CF-1647-4493-B623-640AC7636180}"/>
          </ac:spMkLst>
        </pc:spChg>
        <pc:spChg chg="add mod">
          <ac:chgData name="Zheng Fei" userId="d19317889db4c986" providerId="LiveId" clId="{3861D70B-005F-4AE3-9F94-86BFD29D89F4}" dt="2022-02-17T18:20:29.669" v="863" actId="1036"/>
          <ac:spMkLst>
            <pc:docMk/>
            <pc:sldMk cId="2050651053" sldId="328"/>
            <ac:spMk id="15" creationId="{1D7D2649-5F0D-447C-A398-04B8353BB3CB}"/>
          </ac:spMkLst>
        </pc:spChg>
      </pc:sldChg>
      <pc:sldChg chg="addSp delSp modSp">
        <pc:chgData name="Zheng Fei" userId="d19317889db4c986" providerId="LiveId" clId="{3861D70B-005F-4AE3-9F94-86BFD29D89F4}" dt="2022-02-17T18:46:58.822" v="1154"/>
        <pc:sldMkLst>
          <pc:docMk/>
          <pc:sldMk cId="3688734997" sldId="331"/>
        </pc:sldMkLst>
        <pc:picChg chg="add mod">
          <ac:chgData name="Zheng Fei" userId="d19317889db4c986" providerId="LiveId" clId="{3861D70B-005F-4AE3-9F94-86BFD29D89F4}" dt="2022-02-17T18:46:58.822" v="1154"/>
          <ac:picMkLst>
            <pc:docMk/>
            <pc:sldMk cId="3688734997" sldId="331"/>
            <ac:picMk id="11" creationId="{5701C5F9-7926-4C8D-A5DD-6A29E5C5E0EA}"/>
          </ac:picMkLst>
        </pc:picChg>
        <pc:picChg chg="del mod">
          <ac:chgData name="Zheng Fei" userId="d19317889db4c986" providerId="LiveId" clId="{3861D70B-005F-4AE3-9F94-86BFD29D89F4}" dt="2022-02-17T18:46:46.502" v="1153" actId="21"/>
          <ac:picMkLst>
            <pc:docMk/>
            <pc:sldMk cId="3688734997" sldId="331"/>
            <ac:picMk id="13" creationId="{FEEC2934-791A-4E39-AB97-9AEB9ABF92A2}"/>
          </ac:picMkLst>
        </pc:picChg>
      </pc:sldChg>
      <pc:sldChg chg="modSp">
        <pc:chgData name="Zheng Fei" userId="d19317889db4c986" providerId="LiveId" clId="{3861D70B-005F-4AE3-9F94-86BFD29D89F4}" dt="2022-02-17T18:37:40.656" v="1102" actId="1038"/>
        <pc:sldMkLst>
          <pc:docMk/>
          <pc:sldMk cId="779396015" sldId="332"/>
        </pc:sldMkLst>
        <pc:spChg chg="mod">
          <ac:chgData name="Zheng Fei" userId="d19317889db4c986" providerId="LiveId" clId="{3861D70B-005F-4AE3-9F94-86BFD29D89F4}" dt="2022-02-17T18:37:40.656" v="1102" actId="1038"/>
          <ac:spMkLst>
            <pc:docMk/>
            <pc:sldMk cId="779396015" sldId="332"/>
            <ac:spMk id="12" creationId="{80130987-05DB-4278-95EC-57E6C801DA86}"/>
          </ac:spMkLst>
        </pc:spChg>
      </pc:sldChg>
      <pc:sldChg chg="addSp delSp modSp mod modAnim">
        <pc:chgData name="Zheng Fei" userId="d19317889db4c986" providerId="LiveId" clId="{3861D70B-005F-4AE3-9F94-86BFD29D89F4}" dt="2022-02-11T12:30:39.212" v="469"/>
        <pc:sldMkLst>
          <pc:docMk/>
          <pc:sldMk cId="3997665689" sldId="333"/>
        </pc:sldMkLst>
        <pc:spChg chg="mod">
          <ac:chgData name="Zheng Fei" userId="d19317889db4c986" providerId="LiveId" clId="{3861D70B-005F-4AE3-9F94-86BFD29D89F4}" dt="2022-02-11T12:00:10.101" v="207" actId="1076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Zheng Fei" userId="d19317889db4c986" providerId="LiveId" clId="{3861D70B-005F-4AE3-9F94-86BFD29D89F4}" dt="2022-02-11T12:00:19.481" v="211"/>
          <ac:spMkLst>
            <pc:docMk/>
            <pc:sldMk cId="3997665689" sldId="333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59:48.066" v="198" actId="478"/>
          <ac:spMkLst>
            <pc:docMk/>
            <pc:sldMk cId="3997665689" sldId="333"/>
            <ac:spMk id="10" creationId="{A428253B-1E8E-8845-B4FF-359F3D92CCCB}"/>
          </ac:spMkLst>
        </pc:spChg>
        <pc:spChg chg="add del mod">
          <ac:chgData name="Zheng Fei" userId="d19317889db4c986" providerId="LiveId" clId="{3861D70B-005F-4AE3-9F94-86BFD29D89F4}" dt="2022-02-11T12:00:15.891" v="209" actId="478"/>
          <ac:spMkLst>
            <pc:docMk/>
            <pc:sldMk cId="3997665689" sldId="333"/>
            <ac:spMk id="11" creationId="{8BB4F2D2-0607-47F7-AF0E-9C4B8E83E491}"/>
          </ac:spMkLst>
        </pc:spChg>
        <pc:spChg chg="add mod">
          <ac:chgData name="Zheng Fei" userId="d19317889db4c986" providerId="LiveId" clId="{3861D70B-005F-4AE3-9F94-86BFD29D89F4}" dt="2022-02-11T12:28:54.066" v="429"/>
          <ac:spMkLst>
            <pc:docMk/>
            <pc:sldMk cId="3997665689" sldId="333"/>
            <ac:spMk id="12" creationId="{DE949213-57A9-471A-92E9-4F392170874B}"/>
          </ac:spMkLst>
        </pc:spChg>
        <pc:spChg chg="add mod">
          <ac:chgData name="Zheng Fei" userId="d19317889db4c986" providerId="LiveId" clId="{3861D70B-005F-4AE3-9F94-86BFD29D89F4}" dt="2022-02-11T12:30:39.212" v="469"/>
          <ac:spMkLst>
            <pc:docMk/>
            <pc:sldMk cId="3997665689" sldId="333"/>
            <ac:spMk id="13" creationId="{02563509-D651-4247-BD85-CB5088F596B3}"/>
          </ac:spMkLst>
        </pc:spChg>
        <pc:spChg chg="add mod">
          <ac:chgData name="Zheng Fei" userId="d19317889db4c986" providerId="LiveId" clId="{3861D70B-005F-4AE3-9F94-86BFD29D89F4}" dt="2022-02-11T11:59:48.776" v="199"/>
          <ac:spMkLst>
            <pc:docMk/>
            <pc:sldMk cId="3997665689" sldId="333"/>
            <ac:spMk id="14" creationId="{7F9A0FA8-E4A4-41DF-97BA-8161C8254BA9}"/>
          </ac:spMkLst>
        </pc:spChg>
      </pc:sldChg>
      <pc:sldChg chg="addSp delSp modSp add mod ord modAnim">
        <pc:chgData name="Zheng Fei" userId="d19317889db4c986" providerId="LiveId" clId="{3861D70B-005F-4AE3-9F94-86BFD29D89F4}" dt="2022-02-11T11:53:39.922" v="138"/>
        <pc:sldMkLst>
          <pc:docMk/>
          <pc:sldMk cId="1772499561" sldId="334"/>
        </pc:sldMkLst>
        <pc:spChg chg="mod">
          <ac:chgData name="Zheng Fei" userId="d19317889db4c986" providerId="LiveId" clId="{3861D70B-005F-4AE3-9F94-86BFD29D89F4}" dt="2022-02-11T11:52:47.810" v="134" actId="20577"/>
          <ac:spMkLst>
            <pc:docMk/>
            <pc:sldMk cId="1772499561" sldId="334"/>
            <ac:spMk id="13" creationId="{DBFA947A-5A2C-412A-AD19-F4786DD1BED6}"/>
          </ac:spMkLst>
        </pc:spChg>
        <pc:spChg chg="del">
          <ac:chgData name="Zheng Fei" userId="d19317889db4c986" providerId="LiveId" clId="{3861D70B-005F-4AE3-9F94-86BFD29D89F4}" dt="2022-02-11T11:50:50.218" v="35" actId="478"/>
          <ac:spMkLst>
            <pc:docMk/>
            <pc:sldMk cId="1772499561" sldId="334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1:50:52.126" v="36" actId="478"/>
          <ac:spMkLst>
            <pc:docMk/>
            <pc:sldMk cId="1772499561" sldId="334"/>
            <ac:spMk id="15" creationId="{1D7D2649-5F0D-447C-A398-04B8353BB3CB}"/>
          </ac:spMkLst>
        </pc:spChg>
        <pc:spChg chg="add del">
          <ac:chgData name="Zheng Fei" userId="d19317889db4c986" providerId="LiveId" clId="{3861D70B-005F-4AE3-9F94-86BFD29D89F4}" dt="2022-02-11T11:51:22.036" v="38" actId="478"/>
          <ac:spMkLst>
            <pc:docMk/>
            <pc:sldMk cId="1772499561" sldId="334"/>
            <ac:spMk id="16" creationId="{7C618EF3-FB18-485B-8077-DDA510F2A7F1}"/>
          </ac:spMkLst>
        </pc:spChg>
        <pc:picChg chg="add mod">
          <ac:chgData name="Zheng Fei" userId="d19317889db4c986" providerId="LiveId" clId="{3861D70B-005F-4AE3-9F94-86BFD29D89F4}" dt="2022-02-11T11:53:24.138" v="136" actId="1076"/>
          <ac:picMkLst>
            <pc:docMk/>
            <pc:sldMk cId="1772499561" sldId="334"/>
            <ac:picMk id="11" creationId="{2C721B03-C58B-4011-B173-09CC97364C74}"/>
          </ac:picMkLst>
        </pc:picChg>
      </pc:sldChg>
      <pc:sldChg chg="new del">
        <pc:chgData name="Zheng Fei" userId="d19317889db4c986" providerId="LiveId" clId="{3861D70B-005F-4AE3-9F94-86BFD29D89F4}" dt="2022-02-11T12:02:29.812" v="276" actId="47"/>
        <pc:sldMkLst>
          <pc:docMk/>
          <pc:sldMk cId="38090783" sldId="335"/>
        </pc:sldMkLst>
      </pc:sldChg>
      <pc:sldChg chg="addSp delSp modSp add mod modAnim">
        <pc:chgData name="Zheng Fei" userId="d19317889db4c986" providerId="LiveId" clId="{3861D70B-005F-4AE3-9F94-86BFD29D89F4}" dt="2022-02-17T19:00:07.065" v="1324" actId="1036"/>
        <pc:sldMkLst>
          <pc:docMk/>
          <pc:sldMk cId="1708672986" sldId="335"/>
        </pc:sldMkLst>
        <pc:spChg chg="mod">
          <ac:chgData name="Zheng Fei" userId="d19317889db4c986" providerId="LiveId" clId="{3861D70B-005F-4AE3-9F94-86BFD29D89F4}" dt="2022-02-11T12:03:03.463" v="294"/>
          <ac:spMkLst>
            <pc:docMk/>
            <pc:sldMk cId="1708672986" sldId="335"/>
            <ac:spMk id="5" creationId="{FB207D22-4ED1-D447-BEB1-4714B4D3A268}"/>
          </ac:spMkLst>
        </pc:spChg>
        <pc:spChg chg="add mod">
          <ac:chgData name="Zheng Fei" userId="d19317889db4c986" providerId="LiveId" clId="{3861D70B-005F-4AE3-9F94-86BFD29D89F4}" dt="2022-02-17T19:00:01.762" v="1306" actId="20577"/>
          <ac:spMkLst>
            <pc:docMk/>
            <pc:sldMk cId="1708672986" sldId="335"/>
            <ac:spMk id="10" creationId="{D2B5C4BD-B5DB-4D15-94BC-390712EB60C2}"/>
          </ac:spMkLst>
        </pc:spChg>
        <pc:spChg chg="add del mod">
          <ac:chgData name="Zheng Fei" userId="d19317889db4c986" providerId="LiveId" clId="{3861D70B-005F-4AE3-9F94-86BFD29D89F4}" dt="2022-02-11T12:04:01.028" v="298" actId="478"/>
          <ac:spMkLst>
            <pc:docMk/>
            <pc:sldMk cId="1708672986" sldId="335"/>
            <ac:spMk id="12" creationId="{25A03C6C-79C5-46BC-B62B-EFF0954CADBC}"/>
          </ac:spMkLst>
        </pc:spChg>
        <pc:spChg chg="del">
          <ac:chgData name="Zheng Fei" userId="d19317889db4c986" providerId="LiveId" clId="{3861D70B-005F-4AE3-9F94-86BFD29D89F4}" dt="2022-02-11T12:02:52.872" v="279" actId="478"/>
          <ac:spMkLst>
            <pc:docMk/>
            <pc:sldMk cId="1708672986" sldId="335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2:02:50.003" v="278" actId="478"/>
          <ac:spMkLst>
            <pc:docMk/>
            <pc:sldMk cId="1708672986" sldId="335"/>
            <ac:spMk id="15" creationId="{1D7D2649-5F0D-447C-A398-04B8353BB3CB}"/>
          </ac:spMkLst>
        </pc:spChg>
        <pc:picChg chg="add mod">
          <ac:chgData name="Zheng Fei" userId="d19317889db4c986" providerId="LiveId" clId="{3861D70B-005F-4AE3-9F94-86BFD29D89F4}" dt="2022-02-17T19:00:07.065" v="1324" actId="1036"/>
          <ac:picMkLst>
            <pc:docMk/>
            <pc:sldMk cId="1708672986" sldId="335"/>
            <ac:picMk id="4" creationId="{8EBC94CD-B5F1-4F64-9D85-B285E73F8A0F}"/>
          </ac:picMkLst>
        </pc:picChg>
        <pc:picChg chg="del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2" creationId="{B4C53081-EFDA-47B8-9C9B-19FB655C026B}"/>
          </ac:picMkLst>
        </pc:picChg>
        <pc:picChg chg="del mod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4" creationId="{BCCE5CCD-082A-4B1C-814A-919AC6628489}"/>
          </ac:picMkLst>
        </pc:picChg>
      </pc:sldChg>
      <pc:sldChg chg="addSp delSp modSp add mod modAnim">
        <pc:chgData name="Zheng Fei" userId="d19317889db4c986" providerId="LiveId" clId="{3861D70B-005F-4AE3-9F94-86BFD29D89F4}" dt="2022-02-17T18:28:12.171" v="985" actId="14100"/>
        <pc:sldMkLst>
          <pc:docMk/>
          <pc:sldMk cId="4231211157" sldId="336"/>
        </pc:sldMkLst>
        <pc:spChg chg="add del mod">
          <ac:chgData name="Zheng Fei" userId="d19317889db4c986" providerId="LiveId" clId="{3861D70B-005F-4AE3-9F94-86BFD29D89F4}" dt="2022-02-17T18:26:43.817" v="974" actId="478"/>
          <ac:spMkLst>
            <pc:docMk/>
            <pc:sldMk cId="4231211157" sldId="336"/>
            <ac:spMk id="2" creationId="{10C1D3EC-69A3-4099-B88D-C1F96A64CC4B}"/>
          </ac:spMkLst>
        </pc:spChg>
        <pc:spChg chg="add mod">
          <ac:chgData name="Zheng Fei" userId="d19317889db4c986" providerId="LiveId" clId="{3861D70B-005F-4AE3-9F94-86BFD29D89F4}" dt="2022-02-17T18:28:12.171" v="985" actId="14100"/>
          <ac:spMkLst>
            <pc:docMk/>
            <pc:sldMk cId="4231211157" sldId="336"/>
            <ac:spMk id="4" creationId="{3B52550B-14F9-4C7F-9054-5358A97CC025}"/>
          </ac:spMkLst>
        </pc:spChg>
        <pc:spChg chg="mod">
          <ac:chgData name="Zheng Fei" userId="d19317889db4c986" providerId="LiveId" clId="{3861D70B-005F-4AE3-9F94-86BFD29D89F4}" dt="2022-02-11T12:34:49.101" v="497"/>
          <ac:spMkLst>
            <pc:docMk/>
            <pc:sldMk cId="4231211157" sldId="336"/>
            <ac:spMk id="5" creationId="{FB207D22-4ED1-D447-BEB1-4714B4D3A268}"/>
          </ac:spMkLst>
        </pc:spChg>
        <pc:spChg chg="del mod">
          <ac:chgData name="Zheng Fei" userId="d19317889db4c986" providerId="LiveId" clId="{3861D70B-005F-4AE3-9F94-86BFD29D89F4}" dt="2022-02-11T12:35:18.448" v="501" actId="478"/>
          <ac:spMkLst>
            <pc:docMk/>
            <pc:sldMk cId="4231211157" sldId="336"/>
            <ac:spMk id="12" creationId="{DE949213-57A9-471A-92E9-4F392170874B}"/>
          </ac:spMkLst>
        </pc:spChg>
        <pc:spChg chg="del">
          <ac:chgData name="Zheng Fei" userId="d19317889db4c986" providerId="LiveId" clId="{3861D70B-005F-4AE3-9F94-86BFD29D89F4}" dt="2022-02-11T12:34:55.776" v="499" actId="478"/>
          <ac:spMkLst>
            <pc:docMk/>
            <pc:sldMk cId="4231211157" sldId="336"/>
            <ac:spMk id="13" creationId="{02563509-D651-4247-BD85-CB5088F596B3}"/>
          </ac:spMkLst>
        </pc:spChg>
        <pc:spChg chg="del">
          <ac:chgData name="Zheng Fei" userId="d19317889db4c986" providerId="LiveId" clId="{3861D70B-005F-4AE3-9F94-86BFD29D89F4}" dt="2022-02-11T12:34:53.106" v="498" actId="478"/>
          <ac:spMkLst>
            <pc:docMk/>
            <pc:sldMk cId="4231211157" sldId="336"/>
            <ac:spMk id="14" creationId="{7F9A0FA8-E4A4-41DF-97BA-8161C8254BA9}"/>
          </ac:spMkLst>
        </pc:spChg>
        <pc:spChg chg="add 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5" creationId="{FFC6ABE9-9BFE-4ACD-A506-BA9B34043FE4}"/>
          </ac:spMkLst>
        </pc:spChg>
        <pc:spChg chg="add 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21" creationId="{37840F0A-D7E8-439E-B0D0-2E844C8A852A}"/>
          </ac:spMkLst>
        </pc:spChg>
        <pc:grpChg chg="add mod">
          <ac:chgData name="Zheng Fei" userId="d19317889db4c986" providerId="LiveId" clId="{3861D70B-005F-4AE3-9F94-86BFD29D89F4}" dt="2022-02-11T12:36:38.740" v="571" actId="1076"/>
          <ac:grpSpMkLst>
            <pc:docMk/>
            <pc:sldMk cId="4231211157" sldId="336"/>
            <ac:grpSpMk id="17" creationId="{836464A8-F224-4AD4-AC4A-27898748B960}"/>
          </ac:grpSpMkLst>
        </pc:grpChg>
        <pc:grpChg chg="add mod">
          <ac:chgData name="Zheng Fei" userId="d19317889db4c986" providerId="LiveId" clId="{3861D70B-005F-4AE3-9F94-86BFD29D89F4}" dt="2022-02-11T12:36:38.327" v="570" actId="1076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Zheng Fei" userId="d19317889db4c986" providerId="LiveId" clId="{3861D70B-005F-4AE3-9F94-86BFD29D89F4}" dt="2022-02-11T12:36:38.740" v="57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Zheng Fei" userId="d19317889db4c986" providerId="LiveId" clId="{3861D70B-005F-4AE3-9F94-86BFD29D89F4}" dt="2022-02-11T12:36:38.327" v="570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17T18:35:11.988" v="1098"/>
        <pc:sldMkLst>
          <pc:docMk/>
          <pc:sldMk cId="1151378953" sldId="337"/>
        </pc:sldMkLst>
        <pc:spChg chg="mod">
          <ac:chgData name="Zheng Fei" userId="d19317889db4c986" providerId="LiveId" clId="{3861D70B-005F-4AE3-9F94-86BFD29D89F4}" dt="2022-02-11T12:39:08.678" v="601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Zheng Fei" userId="d19317889db4c986" providerId="LiveId" clId="{3861D70B-005F-4AE3-9F94-86BFD29D89F4}" dt="2022-02-17T18:35:11.988" v="1098"/>
          <ac:spMkLst>
            <pc:docMk/>
            <pc:sldMk cId="1151378953" sldId="337"/>
            <ac:spMk id="14" creationId="{EA8DF847-F28D-40A9-9417-5596EB5131A1}"/>
          </ac:spMkLst>
        </pc:spChg>
        <pc:spChg chg="add mod">
          <ac:chgData name="Zheng Fei" userId="d19317889db4c986" providerId="LiveId" clId="{3861D70B-005F-4AE3-9F94-86BFD29D89F4}" dt="2022-02-17T18:34:05.850" v="1058" actId="403"/>
          <ac:spMkLst>
            <pc:docMk/>
            <pc:sldMk cId="1151378953" sldId="337"/>
            <ac:spMk id="15" creationId="{9FB5E257-CCC9-4783-A3C8-64417589605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5" creationId="{FFC6ABE9-9BFE-4ACD-A506-BA9B34043FE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6" creationId="{87AD0794-3B8C-4675-BDC0-0314F110ABB7}"/>
          </ac:spMkLst>
        </pc:spChg>
        <pc:spChg chg="add mod">
          <ac:chgData name="Zheng Fei" userId="d19317889db4c986" providerId="LiveId" clId="{3861D70B-005F-4AE3-9F94-86BFD29D89F4}" dt="2022-02-17T18:34:28.757" v="1079"/>
          <ac:spMkLst>
            <pc:docMk/>
            <pc:sldMk cId="1151378953" sldId="337"/>
            <ac:spMk id="23" creationId="{1B88DC17-C799-4CF4-8163-4E23EA6828C6}"/>
          </ac:spMkLst>
        </pc:spChg>
        <pc:spChg chg="add mod">
          <ac:chgData name="Zheng Fei" userId="d19317889db4c986" providerId="LiveId" clId="{3861D70B-005F-4AE3-9F94-86BFD29D89F4}" dt="2022-02-11T12:39:35.058" v="603"/>
          <ac:spMkLst>
            <pc:docMk/>
            <pc:sldMk cId="1151378953" sldId="337"/>
            <ac:spMk id="24" creationId="{F57D6410-3E81-415D-A58A-4ADE1E4DBE1F}"/>
          </ac:spMkLst>
        </pc:s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17" creationId="{836464A8-F224-4AD4-AC4A-27898748B960}"/>
          </ac:grpSpMkLst>
        </pc:gr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20" creationId="{7481D171-1EF2-45DE-B01F-F5FFCC7D772F}"/>
          </ac:grpSpMkLst>
        </pc:grpChg>
      </pc:sldChg>
      <pc:sldChg chg="add">
        <pc:chgData name="Zheng Fei" userId="d19317889db4c986" providerId="LiveId" clId="{3861D70B-005F-4AE3-9F94-86BFD29D89F4}" dt="2022-02-11T12:52:35.623" v="604"/>
        <pc:sldMkLst>
          <pc:docMk/>
          <pc:sldMk cId="2749613802" sldId="338"/>
        </pc:sldMkLst>
      </pc:sldChg>
      <pc:sldChg chg="modSp mod">
        <pc:chgData name="Zheng Fei" userId="d19317889db4c986" providerId="LiveId" clId="{3861D70B-005F-4AE3-9F94-86BFD29D89F4}" dt="2022-02-17T17:53:14.928" v="639" actId="14734"/>
        <pc:sldMkLst>
          <pc:docMk/>
          <pc:sldMk cId="1494529122" sldId="340"/>
        </pc:sldMkLst>
        <pc:graphicFrameChg chg="mod modGraphic">
          <ac:chgData name="Zheng Fei" userId="d19317889db4c986" providerId="LiveId" clId="{3861D70B-005F-4AE3-9F94-86BFD29D89F4}" dt="2022-02-17T17:53:11.717" v="638" actId="14734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mod modGraphic">
          <ac:chgData name="Zheng Fei" userId="d19317889db4c986" providerId="LiveId" clId="{3861D70B-005F-4AE3-9F94-86BFD29D89F4}" dt="2022-02-17T17:53:14.928" v="639" actId="14734"/>
          <ac:graphicFrameMkLst>
            <pc:docMk/>
            <pc:sldMk cId="1494529122" sldId="340"/>
            <ac:graphicFrameMk id="7" creationId="{76D75AE2-CC26-4ED2-A60F-1100762AEC24}"/>
          </ac:graphicFrameMkLst>
        </pc:graphicFrameChg>
      </pc:sldChg>
      <pc:sldChg chg="del">
        <pc:chgData name="Zheng Fei" userId="d19317889db4c986" providerId="LiveId" clId="{3861D70B-005F-4AE3-9F94-86BFD29D89F4}" dt="2022-02-17T18:04:47.500" v="686" actId="2696"/>
        <pc:sldMkLst>
          <pc:docMk/>
          <pc:sldMk cId="1566070332" sldId="341"/>
        </pc:sldMkLst>
      </pc:sldChg>
      <pc:sldChg chg="modSp add mod">
        <pc:chgData name="Zheng Fei" userId="d19317889db4c986" providerId="LiveId" clId="{3861D70B-005F-4AE3-9F94-86BFD29D89F4}" dt="2022-02-17T18:11:09.956" v="718"/>
        <pc:sldMkLst>
          <pc:docMk/>
          <pc:sldMk cId="2114298555" sldId="341"/>
        </pc:sldMkLst>
        <pc:spChg chg="mod">
          <ac:chgData name="Zheng Fei" userId="d19317889db4c986" providerId="LiveId" clId="{3861D70B-005F-4AE3-9F94-86BFD29D89F4}" dt="2022-02-17T18:11:09.956" v="718"/>
          <ac:spMkLst>
            <pc:docMk/>
            <pc:sldMk cId="2114298555" sldId="341"/>
            <ac:spMk id="10" creationId="{70D050DC-AA1B-4AFD-97A9-933BCB8B64D0}"/>
          </ac:spMkLst>
        </pc:spChg>
        <pc:spChg chg="mod">
          <ac:chgData name="Zheng Fei" userId="d19317889db4c986" providerId="LiveId" clId="{3861D70B-005F-4AE3-9F94-86BFD29D89F4}" dt="2022-02-17T18:09:20.261" v="699" actId="20577"/>
          <ac:spMkLst>
            <pc:docMk/>
            <pc:sldMk cId="2114298555" sldId="341"/>
            <ac:spMk id="16" creationId="{BD64B7BC-7B0B-4F4A-8C4B-DA2BE2367718}"/>
          </ac:spMkLst>
        </pc:spChg>
        <pc:spChg chg="mod">
          <ac:chgData name="Zheng Fei" userId="d19317889db4c986" providerId="LiveId" clId="{3861D70B-005F-4AE3-9F94-86BFD29D89F4}" dt="2022-02-17T18:09:42.715" v="701" actId="20577"/>
          <ac:spMkLst>
            <pc:docMk/>
            <pc:sldMk cId="2114298555" sldId="341"/>
            <ac:spMk id="17" creationId="{2D9D4399-425F-4A7A-947C-7FBCAF173685}"/>
          </ac:spMkLst>
        </pc:spChg>
        <pc:spChg chg="mod">
          <ac:chgData name="Zheng Fei" userId="d19317889db4c986" providerId="LiveId" clId="{3861D70B-005F-4AE3-9F94-86BFD29D89F4}" dt="2022-02-17T18:10:18.800" v="705" actId="20577"/>
          <ac:spMkLst>
            <pc:docMk/>
            <pc:sldMk cId="2114298555" sldId="341"/>
            <ac:spMk id="18" creationId="{E25B423D-168F-487F-8F77-4CE3D5675AEA}"/>
          </ac:spMkLst>
        </pc:spChg>
        <pc:spChg chg="mod">
          <ac:chgData name="Zheng Fei" userId="d19317889db4c986" providerId="LiveId" clId="{3861D70B-005F-4AE3-9F94-86BFD29D89F4}" dt="2022-02-17T18:10:21.976" v="707" actId="20577"/>
          <ac:spMkLst>
            <pc:docMk/>
            <pc:sldMk cId="2114298555" sldId="341"/>
            <ac:spMk id="19" creationId="{5AD71633-FDC2-4556-882D-1654D6463D40}"/>
          </ac:spMkLst>
        </pc:spChg>
        <pc:spChg chg="mod">
          <ac:chgData name="Zheng Fei" userId="d19317889db4c986" providerId="LiveId" clId="{3861D70B-005F-4AE3-9F94-86BFD29D89F4}" dt="2022-02-17T18:10:36.106" v="709" actId="20577"/>
          <ac:spMkLst>
            <pc:docMk/>
            <pc:sldMk cId="2114298555" sldId="341"/>
            <ac:spMk id="20" creationId="{646B3A50-226D-438A-8D07-1E9F0B268015}"/>
          </ac:spMkLst>
        </pc:spChg>
      </pc:sldChg>
      <pc:sldChg chg="modSp mod">
        <pc:chgData name="Zheng Fei" userId="d19317889db4c986" providerId="LiveId" clId="{3861D70B-005F-4AE3-9F94-86BFD29D89F4}" dt="2022-02-17T17:56:11.198" v="681" actId="20577"/>
        <pc:sldMkLst>
          <pc:docMk/>
          <pc:sldMk cId="382227545" sldId="342"/>
        </pc:sldMkLst>
        <pc:spChg chg="mod">
          <ac:chgData name="Zheng Fei" userId="d19317889db4c986" providerId="LiveId" clId="{3861D70B-005F-4AE3-9F94-86BFD29D89F4}" dt="2022-02-17T17:56:11.198" v="681" actId="20577"/>
          <ac:spMkLst>
            <pc:docMk/>
            <pc:sldMk cId="382227545" sldId="342"/>
            <ac:spMk id="3" creationId="{03F9E30B-88EC-490E-9F85-52DAC84B15DF}"/>
          </ac:spMkLst>
        </pc:spChg>
      </pc:sldChg>
      <pc:sldChg chg="modSp mod">
        <pc:chgData name="Zheng Fei" userId="d19317889db4c986" providerId="LiveId" clId="{3861D70B-005F-4AE3-9F94-86BFD29D89F4}" dt="2022-02-17T18:55:36.088" v="1293" actId="1035"/>
        <pc:sldMkLst>
          <pc:docMk/>
          <pc:sldMk cId="3617927023" sldId="343"/>
        </pc:sldMkLst>
        <pc:spChg chg="mod">
          <ac:chgData name="Zheng Fei" userId="d19317889db4c986" providerId="LiveId" clId="{3861D70B-005F-4AE3-9F94-86BFD29D89F4}" dt="2022-02-17T18:55:36.088" v="1293" actId="1035"/>
          <ac:spMkLst>
            <pc:docMk/>
            <pc:sldMk cId="3617927023" sldId="343"/>
            <ac:spMk id="2" creationId="{59CD368B-C60F-43CD-BA5F-8B2CCD59DD97}"/>
          </ac:spMkLst>
        </pc:spChg>
      </pc:sldChg>
      <pc:sldChg chg="modSp modAnim">
        <pc:chgData name="Zheng Fei" userId="d19317889db4c986" providerId="LiveId" clId="{3861D70B-005F-4AE3-9F94-86BFD29D89F4}" dt="2022-02-17T18:29:38.932" v="1005"/>
        <pc:sldMkLst>
          <pc:docMk/>
          <pc:sldMk cId="1214083559" sldId="346"/>
        </pc:sldMkLst>
        <pc:spChg chg="mod">
          <ac:chgData name="Zheng Fei" userId="d19317889db4c986" providerId="LiveId" clId="{3861D70B-005F-4AE3-9F94-86BFD29D89F4}" dt="2022-02-17T18:29:38.932" v="1005"/>
          <ac:spMkLst>
            <pc:docMk/>
            <pc:sldMk cId="1214083559" sldId="346"/>
            <ac:spMk id="9" creationId="{74C94C83-CB5C-4087-BBD1-9EDE4C99059F}"/>
          </ac:spMkLst>
        </pc:spChg>
      </pc:sldChg>
      <pc:sldChg chg="modAnim">
        <pc:chgData name="Zheng Fei" userId="d19317889db4c986" providerId="LiveId" clId="{3861D70B-005F-4AE3-9F94-86BFD29D89F4}" dt="2022-02-17T19:23:41.568" v="1604"/>
        <pc:sldMkLst>
          <pc:docMk/>
          <pc:sldMk cId="1161903184" sldId="348"/>
        </pc:sldMkLst>
      </pc:sldChg>
      <pc:sldChg chg="ord">
        <pc:chgData name="Zheng Fei" userId="d19317889db4c986" providerId="LiveId" clId="{3861D70B-005F-4AE3-9F94-86BFD29D89F4}" dt="2022-02-23T15:08:35.633" v="1857"/>
        <pc:sldMkLst>
          <pc:docMk/>
          <pc:sldMk cId="3952504978" sldId="349"/>
        </pc:sldMkLst>
      </pc:sldChg>
      <pc:sldChg chg="modSp mod">
        <pc:chgData name="Zheng Fei" userId="d19317889db4c986" providerId="LiveId" clId="{3861D70B-005F-4AE3-9F94-86BFD29D89F4}" dt="2022-02-22T01:02:18.274" v="1627" actId="1076"/>
        <pc:sldMkLst>
          <pc:docMk/>
          <pc:sldMk cId="2252357123" sldId="380"/>
        </pc:sldMkLst>
        <pc:picChg chg="mod">
          <ac:chgData name="Zheng Fei" userId="d19317889db4c986" providerId="LiveId" clId="{3861D70B-005F-4AE3-9F94-86BFD29D89F4}" dt="2022-02-22T01:02:18.274" v="1627" actId="1076"/>
          <ac:picMkLst>
            <pc:docMk/>
            <pc:sldMk cId="2252357123" sldId="380"/>
            <ac:picMk id="3" creationId="{C81E3126-A53D-4D19-9201-EE333BD01150}"/>
          </ac:picMkLst>
        </pc:picChg>
      </pc:sldChg>
      <pc:sldChg chg="modSp mod">
        <pc:chgData name="Zheng Fei" userId="d19317889db4c986" providerId="LiveId" clId="{3861D70B-005F-4AE3-9F94-86BFD29D89F4}" dt="2022-02-22T10:17:18.380" v="1648" actId="1036"/>
        <pc:sldMkLst>
          <pc:docMk/>
          <pc:sldMk cId="2745007930" sldId="383"/>
        </pc:sldMkLst>
        <pc:picChg chg="mod">
          <ac:chgData name="Zheng Fei" userId="d19317889db4c986" providerId="LiveId" clId="{3861D70B-005F-4AE3-9F94-86BFD29D89F4}" dt="2022-02-22T10:17:18.380" v="1648" actId="1036"/>
          <ac:picMkLst>
            <pc:docMk/>
            <pc:sldMk cId="2745007930" sldId="383"/>
            <ac:picMk id="3" creationId="{0DE83779-255D-4670-8A22-B301AC43D8BC}"/>
          </ac:picMkLst>
        </pc:picChg>
      </pc:sldChg>
      <pc:sldChg chg="addSp modSp new del mod setBg">
        <pc:chgData name="Zheng Fei" userId="d19317889db4c986" providerId="LiveId" clId="{3861D70B-005F-4AE3-9F94-86BFD29D89F4}" dt="2022-02-17T18:45:30.988" v="1149" actId="47"/>
        <pc:sldMkLst>
          <pc:docMk/>
          <pc:sldMk cId="2518600147" sldId="384"/>
        </pc:sldMkLst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8" creationId="{F3060C83-F051-4F0E-ABAD-AA0DFC48B218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0" creationId="{83C98ABE-055B-441F-B07E-44F97F083C3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2" creationId="{29FDB030-9B49-4CED-8CCD-4D99382388AC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4" creationId="{3783CA14-24A1-485C-8B30-D6A5D87987AD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6" creationId="{9A97C86A-04D6-40F7-AE84-31AB43E6A846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8" creationId="{FF9F2414-84E8-453E-B1F3-389FDE8192D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20" creationId="{3ECA69A1-7536-43AC-85EF-C7106179F5ED}"/>
          </ac:spMkLst>
        </pc:spChg>
        <pc:picChg chg="add mod">
          <ac:chgData name="Zheng Fei" userId="d19317889db4c986" providerId="LiveId" clId="{3861D70B-005F-4AE3-9F94-86BFD29D89F4}" dt="2022-02-17T18:45:00.033" v="1148" actId="26606"/>
          <ac:picMkLst>
            <pc:docMk/>
            <pc:sldMk cId="2518600147" sldId="384"/>
            <ac:picMk id="3" creationId="{C47846AE-6F74-4F5B-8EB0-868CFCFBAF9B}"/>
          </ac:picMkLst>
        </pc:picChg>
      </pc:sldChg>
      <pc:sldChg chg="addSp delSp modSp new del mod setBg setFolMasterObjs">
        <pc:chgData name="Zheng Fei" userId="d19317889db4c986" providerId="LiveId" clId="{3861D70B-005F-4AE3-9F94-86BFD29D89F4}" dt="2022-02-17T18:54:51.677" v="1261" actId="2696"/>
        <pc:sldMkLst>
          <pc:docMk/>
          <pc:sldMk cId="3040588971" sldId="384"/>
        </pc:sldMkLst>
        <pc:spChg chg="add del">
          <ac:chgData name="Zheng Fei" userId="d19317889db4c986" providerId="LiveId" clId="{3861D70B-005F-4AE3-9F94-86BFD29D89F4}" dt="2022-02-17T18:48:50.042" v="1157" actId="22"/>
          <ac:spMkLst>
            <pc:docMk/>
            <pc:sldMk cId="3040588971" sldId="384"/>
            <ac:spMk id="3" creationId="{2AEEF435-D38F-44CA-80E3-6A261FAB46ED}"/>
          </ac:spMkLst>
        </pc:spChg>
        <pc:spChg chg="add mod">
          <ac:chgData name="Zheng Fei" userId="d19317889db4c986" providerId="LiveId" clId="{3861D70B-005F-4AE3-9F94-86BFD29D89F4}" dt="2022-02-17T18:54:02.406" v="1240" actId="207"/>
          <ac:spMkLst>
            <pc:docMk/>
            <pc:sldMk cId="3040588971" sldId="384"/>
            <ac:spMk id="5" creationId="{648EE9A4-3DAB-4732-8825-F4CF86EAF2F3}"/>
          </ac:spMkLst>
        </pc:spChg>
        <pc:spChg chg="add del">
          <ac:chgData name="Zheng Fei" userId="d19317889db4c986" providerId="LiveId" clId="{3861D70B-005F-4AE3-9F94-86BFD29D89F4}" dt="2022-02-17T18:49:51.994" v="1162" actId="478"/>
          <ac:spMkLst>
            <pc:docMk/>
            <pc:sldMk cId="3040588971" sldId="384"/>
            <ac:spMk id="7" creationId="{79FAC01A-10E9-4975-93B1-00F60C53BFB2}"/>
          </ac:spMkLst>
        </pc:spChg>
        <pc:spChg chg="add mod">
          <ac:chgData name="Zheng Fei" userId="d19317889db4c986" providerId="LiveId" clId="{3861D70B-005F-4AE3-9F94-86BFD29D89F4}" dt="2022-02-17T18:54:25.578" v="1260" actId="1035"/>
          <ac:spMkLst>
            <pc:docMk/>
            <pc:sldMk cId="3040588971" sldId="384"/>
            <ac:spMk id="9" creationId="{DE7C863C-1424-4BCE-8982-C62A14CAA323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4" creationId="{F3060C83-F051-4F0E-ABAD-AA0DFC48B218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6" creationId="{83C98ABE-055B-441F-B07E-44F97F083C3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8" creationId="{29FDB030-9B49-4CED-8CCD-4D99382388AC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0" creationId="{3783CA14-24A1-485C-8B30-D6A5D87987AD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2" creationId="{9A97C86A-04D6-40F7-AE84-31AB43E6A846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4" creationId="{FF9F2414-84E8-453E-B1F3-389FDE8192D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6" creationId="{3ECA69A1-7536-43AC-85EF-C7106179F5ED}"/>
          </ac:spMkLst>
        </pc:spChg>
      </pc:sldChg>
      <pc:sldChg chg="add">
        <pc:chgData name="Zheng Fei" userId="d19317889db4c986" providerId="LiveId" clId="{3861D70B-005F-4AE3-9F94-86BFD29D89F4}" dt="2022-02-17T18:55:12.281" v="1265"/>
        <pc:sldMkLst>
          <pc:docMk/>
          <pc:sldMk cId="3703298968" sldId="384"/>
        </pc:sldMkLst>
      </pc:sldChg>
      <pc:sldChg chg="addSp delSp add del setBg delDesignElem">
        <pc:chgData name="Zheng Fei" userId="d19317889db4c986" providerId="LiveId" clId="{3861D70B-005F-4AE3-9F94-86BFD29D89F4}" dt="2022-02-17T18:55:12.250" v="1264"/>
        <pc:sldMkLst>
          <pc:docMk/>
          <pc:sldMk cId="4031512997" sldId="384"/>
        </pc:sldMkLst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4" creationId="{F3060C83-F051-4F0E-ABAD-AA0DFC48B218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6" creationId="{83C98ABE-055B-441F-B07E-44F97F083C3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8" creationId="{29FDB030-9B49-4CED-8CCD-4D99382388AC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0" creationId="{3783CA14-24A1-485C-8B30-D6A5D87987AD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2" creationId="{9A97C86A-04D6-40F7-AE84-31AB43E6A846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4" creationId="{FF9F2414-84E8-453E-B1F3-389FDE8192D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6" creationId="{3ECA69A1-7536-43AC-85EF-C7106179F5ED}"/>
          </ac:spMkLst>
        </pc:spChg>
      </pc:sldChg>
      <pc:sldChg chg="addSp modSp new modAnim">
        <pc:chgData name="Zheng Fei" userId="d19317889db4c986" providerId="LiveId" clId="{3861D70B-005F-4AE3-9F94-86BFD29D89F4}" dt="2022-02-17T19:26:08.956" v="1626"/>
        <pc:sldMkLst>
          <pc:docMk/>
          <pc:sldMk cId="1171714698" sldId="385"/>
        </pc:sldMkLst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3" creationId="{6598C09C-EF0E-4F69-86F4-CBA7868D2D79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4" creationId="{AAB7B2B6-5AF4-4A4F-A0EC-062CE299C687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5" creationId="{EAD4BFFF-66D7-4281-9EAA-18C6A664FE9B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6" creationId="{ECBA4453-83F1-4DA0-A7AC-EEA248FBF2CE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7" creationId="{C4730F09-1C38-45FD-AA3B-C909E1BB083F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0" creationId="{0004C7BB-E0B5-446A-ACFC-25B72DC7D7D0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1" creationId="{73F047F9-46EB-44B1-B12C-689D8E90E8B8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2" creationId="{47154BB2-569F-4670-945F-FEB4AA04A362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7" creationId="{D3D9D7D4-C13C-43D0-9F34-EE40C6B79C4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8" creationId="{C97F7E54-98BC-4057-9AFA-299BF27E4718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9" creationId="{0E7CA3EB-DC6F-4513-9155-43236916919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0" creationId="{34166D37-CA3C-4556-BEDC-4A0EEE38905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1" creationId="{FC59714C-3574-4A37-A9B9-3A5866B6930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2" creationId="{272E6639-A60F-4CDE-A8A2-6868DE234CF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3" creationId="{A5D5EC97-AA45-4ED7-A6A7-949F7AFF7F0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4" creationId="{95423472-AA96-49D1-B5F9-62387727577C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5" creationId="{D1F2F023-1E7A-453B-BDB0-ED0D6A367CB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6" creationId="{37BF7B11-F9CB-4270-8743-8719EFC7C3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7" creationId="{25D3BFF8-0A6A-4339-B754-D11C448E333F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8" creationId="{905AC02B-D26E-4935-8029-2CD0ED65A5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9" creationId="{0117611C-1DB3-4217-BD26-AFC06259AB2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30" creationId="{0C241C46-8B1F-4672-875A-FE1F651DA6F1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5" creationId="{49FD5B52-D10E-45FD-8A72-600B6736AE8F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6" creationId="{EF48E830-63CC-4B6F-A394-4ADEF881F498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7" creationId="{1B268E87-E599-4513-BDAA-F194C1BC6E0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8" creationId="{EF1D36E1-8C51-4165-A189-526B949819C6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9" creationId="{9032B910-4493-4A1F-BDD8-42A708FE7FC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0" creationId="{5E08EAEA-C4A7-4EB7-8040-A3AB140576A0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1" creationId="{1905E988-AAA6-4D57-B878-ADC403E19E1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2" creationId="{D26F478B-F798-4B2C-AA24-355E8A2FD515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3" creationId="{A42818C1-11EF-443E-A780-75FD8B00FEE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4" creationId="{F57F4C39-7CA4-4AB5-9E8C-4596FD998F5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5" creationId="{CD285E60-C1F8-4DA7-80A7-1E757509ABA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6" creationId="{322E1675-2E62-43AC-9499-55E693C40F3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7" creationId="{8F8E2775-92DF-4321-A597-6FCD97C2EC8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51" creationId="{EB16D83E-9E88-4424-8932-115E35CCAF5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3" creationId="{8FB99C95-F807-4DE4-8B91-7613AB90642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4" creationId="{F5E744DE-B417-47D6-82AD-A4F804111775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5" creationId="{4A01B208-563B-481B-BC4B-9108E76A0FFA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0" creationId="{A6419F38-16FD-4E6A-8F0B-8A7FD7A93EB3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1" creationId="{E69B6C8B-8357-4E9A-9CCA-F9DA737B9A35}"/>
          </ac:spMkLst>
        </pc:spChg>
        <pc:grpChg chg="add mod">
          <ac:chgData name="Zheng Fei" userId="d19317889db4c986" providerId="LiveId" clId="{3861D70B-005F-4AE3-9F94-86BFD29D89F4}" dt="2022-02-17T19:25:43.669" v="1622" actId="14100"/>
          <ac:grpSpMkLst>
            <pc:docMk/>
            <pc:sldMk cId="1171714698" sldId="385"/>
            <ac:grpSpMk id="2" creationId="{14DDDC35-6C8B-404A-8DBA-0CD0BEC5D095}"/>
          </ac:grpSpMkLst>
        </pc:grpChg>
        <pc:grpChg chg="add mod">
          <ac:chgData name="Zheng Fei" userId="d19317889db4c986" providerId="LiveId" clId="{3861D70B-005F-4AE3-9F94-86BFD29D89F4}" dt="2022-02-17T19:24:49.796" v="1611" actId="1076"/>
          <ac:grpSpMkLst>
            <pc:docMk/>
            <pc:sldMk cId="1171714698" sldId="385"/>
            <ac:grpSpMk id="9" creationId="{0FE72508-5002-4D8B-8A72-190F05C032DD}"/>
          </ac:grpSpMkLst>
        </pc:grpChg>
        <pc:grpChg chg="add mod">
          <ac:chgData name="Zheng Fei" userId="d19317889db4c986" providerId="LiveId" clId="{3861D70B-005F-4AE3-9F94-86BFD29D89F4}" dt="2022-02-17T19:25:50.695" v="1623" actId="14100"/>
          <ac:grpSpMkLst>
            <pc:docMk/>
            <pc:sldMk cId="1171714698" sldId="385"/>
            <ac:grpSpMk id="16" creationId="{E15BA8C8-E4C8-498C-930D-72AF894F80A3}"/>
          </ac:grpSpMkLst>
        </pc:grpChg>
        <pc:grpChg chg="add mod">
          <ac:chgData name="Zheng Fei" userId="d19317889db4c986" providerId="LiveId" clId="{3861D70B-005F-4AE3-9F94-86BFD29D89F4}" dt="2022-02-17T19:25:15.824" v="1616" actId="14100"/>
          <ac:grpSpMkLst>
            <pc:docMk/>
            <pc:sldMk cId="1171714698" sldId="385"/>
            <ac:grpSpMk id="34" creationId="{A1DF45C0-13B4-471E-9C6D-7ED96D77FC49}"/>
          </ac:grpSpMkLst>
        </pc:grpChg>
        <pc:grpChg chg="add mod">
          <ac:chgData name="Zheng Fei" userId="d19317889db4c986" providerId="LiveId" clId="{3861D70B-005F-4AE3-9F94-86BFD29D89F4}" dt="2022-02-17T19:25:25.882" v="1618" actId="14100"/>
          <ac:grpSpMkLst>
            <pc:docMk/>
            <pc:sldMk cId="1171714698" sldId="385"/>
            <ac:grpSpMk id="52" creationId="{12E54E8B-31DD-4896-A075-B025692A25B4}"/>
          </ac:grpSpMkLst>
        </pc:grpChg>
        <pc:grpChg chg="add mod">
          <ac:chgData name="Zheng Fei" userId="d19317889db4c986" providerId="LiveId" clId="{3861D70B-005F-4AE3-9F94-86BFD29D89F4}" dt="2022-02-17T19:25:57.047" v="1625" actId="14100"/>
          <ac:grpSpMkLst>
            <pc:docMk/>
            <pc:sldMk cId="1171714698" sldId="385"/>
            <ac:grpSpMk id="59" creationId="{A30507B1-0555-454C-A2A2-24030DB78CEB}"/>
          </ac:grpSpMkLst>
        </pc:grpChg>
        <pc:graphicFrameChg chg="mod">
          <ac:chgData name="Zheng Fei" userId="d19317889db4c986" providerId="LiveId" clId="{3861D70B-005F-4AE3-9F94-86BFD29D89F4}" dt="2022-02-17T19:25:43.669" v="1622" actId="14100"/>
          <ac:graphicFrameMkLst>
            <pc:docMk/>
            <pc:sldMk cId="1171714698" sldId="385"/>
            <ac:graphicFrameMk id="8" creationId="{43A1E115-1C21-4CBF-A3A1-B5EE71846146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3" creationId="{D583A93A-E2A2-4B85-B80C-669D5AFCE865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4" creationId="{F67C650E-5F8A-49FB-BE50-F7737044CC4F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5" creationId="{B62C8B54-40E0-44DB-A0D4-D062092F9596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1" creationId="{4BF20C73-7F51-445A-8D09-C28A4284E53F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2" creationId="{764179CF-B0B5-4A68-9E7C-DB7E462E0B29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3" creationId="{F39A20A6-6EB3-4BF3-8060-4704CAC42706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8" creationId="{C095648B-A1F7-40BE-86DD-C1AC3F13733E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9" creationId="{35691685-A868-4B8E-B47C-93D03F138AAB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50" creationId="{6385745D-D39F-41C7-BAE6-F1D1F5AFF2F5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6" creationId="{0C1A7DDA-21D5-49AD-856B-BADBADBE506F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7" creationId="{96102DE5-BFCD-4800-A417-8D74BBA85C46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8" creationId="{FE5463B4-B7D7-4777-A402-DCCE2A899521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2" creationId="{689D1310-DFB0-43BE-942A-82695F5D4326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3" creationId="{F66A3C97-6FC4-492E-BACD-FF09E9ABD45F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4" creationId="{0AEEBF04-87BD-4ED7-A747-4AE1AF53658B}"/>
          </ac:graphicFrameMkLst>
        </pc:graphicFrameChg>
      </pc:sldChg>
      <pc:sldChg chg="new del">
        <pc:chgData name="Zheng Fei" userId="d19317889db4c986" providerId="LiveId" clId="{3861D70B-005F-4AE3-9F94-86BFD29D89F4}" dt="2022-02-17T18:59:14.597" v="1297" actId="47"/>
        <pc:sldMkLst>
          <pc:docMk/>
          <pc:sldMk cId="4223432677" sldId="386"/>
        </pc:sldMkLst>
      </pc:sldChg>
      <pc:sldChg chg="modSp add mod">
        <pc:chgData name="Zheng Fei" userId="d19317889db4c986" providerId="LiveId" clId="{3861D70B-005F-4AE3-9F94-86BFD29D89F4}" dt="2022-02-17T19:00:36.970" v="1326" actId="1076"/>
        <pc:sldMkLst>
          <pc:docMk/>
          <pc:sldMk cId="2146259250" sldId="387"/>
        </pc:sldMkLst>
        <pc:spChg chg="mod">
          <ac:chgData name="Zheng Fei" userId="d19317889db4c986" providerId="LiveId" clId="{3861D70B-005F-4AE3-9F94-86BFD29D89F4}" dt="2022-02-17T19:00:31.201" v="1325" actId="20577"/>
          <ac:spMkLst>
            <pc:docMk/>
            <pc:sldMk cId="2146259250" sldId="387"/>
            <ac:spMk id="10" creationId="{D2B5C4BD-B5DB-4D15-94BC-390712EB60C2}"/>
          </ac:spMkLst>
        </pc:spChg>
        <pc:picChg chg="mod">
          <ac:chgData name="Zheng Fei" userId="d19317889db4c986" providerId="LiveId" clId="{3861D70B-005F-4AE3-9F94-86BFD29D89F4}" dt="2022-02-17T19:00:36.970" v="1326" actId="1076"/>
          <ac:picMkLst>
            <pc:docMk/>
            <pc:sldMk cId="2146259250" sldId="387"/>
            <ac:picMk id="14" creationId="{BCCE5CCD-082A-4B1C-814A-919AC6628489}"/>
          </ac:picMkLst>
        </pc:picChg>
      </pc:sldChg>
      <pc:sldChg chg="delSp modSp add mod ord delAnim modAnim">
        <pc:chgData name="Zheng Fei" userId="d19317889db4c986" providerId="LiveId" clId="{3861D70B-005F-4AE3-9F94-86BFD29D89F4}" dt="2022-02-17T19:22:13.207" v="1595"/>
        <pc:sldMkLst>
          <pc:docMk/>
          <pc:sldMk cId="848197513" sldId="388"/>
        </pc:sldMkLst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3" creationId="{215AE15A-D5C7-461B-88FF-92B24D21A0D8}"/>
          </ac:spMkLst>
        </pc:spChg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19" creationId="{8638E667-EAC2-4249-A23B-18A0E613F00B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0" creationId="{609A5B9A-E7E1-4125-86C5-08136BB353FD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1" creationId="{4C739DD1-8744-4C62-AC64-BC9A497274A8}"/>
          </ac:spMkLst>
        </pc:spChg>
        <pc:spChg chg="mod">
          <ac:chgData name="Zheng Fei" userId="d19317889db4c986" providerId="LiveId" clId="{3861D70B-005F-4AE3-9F94-86BFD29D89F4}" dt="2022-02-17T19:12:16.665" v="1524" actId="20577"/>
          <ac:spMkLst>
            <pc:docMk/>
            <pc:sldMk cId="848197513" sldId="388"/>
            <ac:spMk id="57346" creationId="{2E678DED-D69C-4B5D-846E-C3C656B00904}"/>
          </ac:spMkLst>
        </pc:spChg>
        <pc:graphicFrameChg chg="mod">
          <ac:chgData name="Zheng Fei" userId="d19317889db4c986" providerId="LiveId" clId="{3861D70B-005F-4AE3-9F94-86BFD29D89F4}" dt="2022-02-17T19:12:12.906" v="1523" actId="1036"/>
          <ac:graphicFrameMkLst>
            <pc:docMk/>
            <pc:sldMk cId="848197513" sldId="388"/>
            <ac:graphicFrameMk id="24" creationId="{C1E1555A-6D9C-4C50-8F62-C2C8663D9B69}"/>
          </ac:graphicFrameMkLst>
        </pc:graphicFrameChg>
        <pc:graphicFrameChg chg="mod">
          <ac:chgData name="Zheng Fei" userId="d19317889db4c986" providerId="LiveId" clId="{3861D70B-005F-4AE3-9F94-86BFD29D89F4}" dt="2022-02-17T19:11:45.615" v="1501" actId="1036"/>
          <ac:graphicFrameMkLst>
            <pc:docMk/>
            <pc:sldMk cId="848197513" sldId="388"/>
            <ac:graphicFrameMk id="25" creationId="{2EE8083C-BADB-42D0-811F-04345CB5CE9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1" creationId="{BB1E2794-AA43-47C2-AACC-B70B21BEF65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2" creationId="{E636ECDC-D97F-4471-8C05-949D390A829A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23T15:06:45.135" v="1855"/>
        <pc:sldMkLst>
          <pc:docMk/>
          <pc:sldMk cId="2902439285" sldId="389"/>
        </pc:sldMkLst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3" creationId="{9EE395DF-978B-4730-A175-4561D6EA4028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4" creationId="{DA0B3A7D-62BC-468E-B44B-6AB7E8FABE35}"/>
          </ac:spMkLst>
        </pc:spChg>
        <pc:spChg chg="add mod">
          <ac:chgData name="Zheng Fei" userId="d19317889db4c986" providerId="LiveId" clId="{3861D70B-005F-4AE3-9F94-86BFD29D89F4}" dt="2022-02-23T15:01:16.471" v="1775" actId="207"/>
          <ac:spMkLst>
            <pc:docMk/>
            <pc:sldMk cId="2902439285" sldId="389"/>
            <ac:spMk id="7" creationId="{2DC43E23-179A-4C49-92F0-7FB49530C7AC}"/>
          </ac:spMkLst>
        </pc:spChg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8" creationId="{714CB9E9-5FA4-4F97-97AC-D95EFFA8C9E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2" creationId="{26543292-1DE8-4BF3-8EBB-63DEF4D5C67C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4" creationId="{01D33357-B2C4-442E-8FFF-306CE0E91B00}"/>
          </ac:spMkLst>
        </pc:spChg>
        <pc:spChg chg="add mod">
          <ac:chgData name="Zheng Fei" userId="d19317889db4c986" providerId="LiveId" clId="{3861D70B-005F-4AE3-9F94-86BFD29D89F4}" dt="2022-02-23T15:01:47.807" v="1781" actId="12"/>
          <ac:spMkLst>
            <pc:docMk/>
            <pc:sldMk cId="2902439285" sldId="389"/>
            <ac:spMk id="18" creationId="{46D6AA57-1987-44C2-B1EC-A9FD60549C61}"/>
          </ac:spMkLst>
        </pc:spChg>
        <pc:spChg chg="add mod">
          <ac:chgData name="Zheng Fei" userId="d19317889db4c986" providerId="LiveId" clId="{3861D70B-005F-4AE3-9F94-86BFD29D89F4}" dt="2022-02-23T15:01:22.497" v="1776" actId="207"/>
          <ac:spMkLst>
            <pc:docMk/>
            <pc:sldMk cId="2902439285" sldId="389"/>
            <ac:spMk id="20" creationId="{65CC2B03-F5D1-41A0-BFEB-D798FB6D8263}"/>
          </ac:spMkLst>
        </pc:spChg>
        <pc:spChg chg="add del mod">
          <ac:chgData name="Zheng Fei" userId="d19317889db4c986" providerId="LiveId" clId="{3861D70B-005F-4AE3-9F94-86BFD29D89F4}" dt="2022-02-23T15:01:54.886" v="1783" actId="478"/>
          <ac:spMkLst>
            <pc:docMk/>
            <pc:sldMk cId="2902439285" sldId="389"/>
            <ac:spMk id="21" creationId="{2A328DF4-009A-4C77-A908-184FCAE3E7EE}"/>
          </ac:spMkLst>
        </pc:spChg>
        <pc:spChg chg="add mod">
          <ac:chgData name="Zheng Fei" userId="d19317889db4c986" providerId="LiveId" clId="{3861D70B-005F-4AE3-9F94-86BFD29D89F4}" dt="2022-02-23T15:06:32.702" v="1851" actId="14100"/>
          <ac:spMkLst>
            <pc:docMk/>
            <pc:sldMk cId="2902439285" sldId="389"/>
            <ac:spMk id="22" creationId="{EA0D8336-AB75-47AC-B3BA-F6B65DBFE872}"/>
          </ac:spMkLst>
        </pc:spChg>
        <pc:spChg chg="add del mod">
          <ac:chgData name="Zheng Fei" userId="d19317889db4c986" providerId="LiveId" clId="{3861D70B-005F-4AE3-9F94-86BFD29D89F4}" dt="2022-02-23T15:01:57.016" v="1784" actId="478"/>
          <ac:spMkLst>
            <pc:docMk/>
            <pc:sldMk cId="2902439285" sldId="389"/>
            <ac:spMk id="23" creationId="{B124EB55-54DD-43A5-BA46-EE00C077C94A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4" creationId="{8A2836BF-073B-48A1-913B-9AA1F2FF491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5" creationId="{3E3FFA1B-6504-48E9-B6A5-FA9B5068560C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8" creationId="{04664C57-AE95-426C-B353-1C78DD6D2983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9" creationId="{7BE5A98B-B222-4C23-BDD5-97A61E48E960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0" creationId="{3FA3C658-F904-411E-93F8-61E210B3DC34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1" creationId="{6914DE78-D1E7-486B-A9C6-554A7AFD5996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2" creationId="{1032EA7A-471D-4906-8A49-42D5BC9B70C5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5" creationId="{1878C953-DF8A-4EFB-8A06-4A9A158B614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6" creationId="{15D2A076-0A7A-4425-9B7D-2E3DDE7DA57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7" creationId="{39A3BBFF-976A-4927-BA24-497FFBFAA418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2" creationId="{D7C7BECC-79A7-4B56-B819-E9CEF345EBD2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3" creationId="{FE13203F-6E6C-4736-B74A-CD04EE53BC22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8" creationId="{01AC12BA-EC24-4465-BE77-BC2961FCFC40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9" creationId="{4B3B3976-EFA8-4BFA-A089-5336F027570A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50" creationId="{1E0B1223-DBEE-4BC2-987B-E5EF2EB0FB2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5" creationId="{051B285B-8B96-4FDA-809A-67D6BE363F0B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6" creationId="{209DF068-FE6C-4AA7-BE97-D4F92A6C43D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7" creationId="{8B0CE4D2-8F6A-473A-B425-E97B64446CF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8" creationId="{D032F928-87E7-4657-BA34-1C8A545FCDC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9" creationId="{5136899B-55F3-4F16-8B33-3629BD42DF9C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0" creationId="{ECF851EF-8F4E-4EE6-8507-E26ACF1E7331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1" creationId="{F877DE14-ECC6-46B5-9158-6E430F3715E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2" creationId="{090CCF5C-FE1B-4B00-8B86-D26CADDDFE1E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3" creationId="{7671A6D9-66E8-4FAC-BFA9-1A0E55767A02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4" creationId="{4892C794-9C1A-4F34-B8CD-D8841104DFA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5" creationId="{22D989BF-9333-441E-8534-F6946E640F6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6" creationId="{0A1671D1-EAB5-46A4-BAE8-DCF98CAC8ED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7" creationId="{CDECC2E9-E14B-4B19-8DE4-9B7C87C53126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8" creationId="{6D79DDD3-F5D8-4C85-AB03-AB581D0FF05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3" creationId="{E854C573-07A1-4426-B6C2-DDE1B97817B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4" creationId="{CDAF6BDA-EF7B-44E1-88F6-DF59F62AB51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5" creationId="{160439C6-C7AA-4C79-95EA-393C9694A304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6" creationId="{6C8CF10B-DCA3-43B3-A294-80F36CA6B86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7" creationId="{3FE38861-4E9A-435F-912D-C904272ABA7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8" creationId="{688F9277-EEB9-40E2-BAA2-26DEED636C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9" creationId="{EFE3293A-C3F1-4F52-829E-DDEC0DCF2C40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0" creationId="{6D312D6A-A977-4F10-AC33-7243A6A7B646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1" creationId="{19E0270C-403D-4018-8118-CF84DF87207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2" creationId="{708351EA-2C6E-4B18-9165-B699F960A4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3" creationId="{DBBB5BA1-E73B-46BA-B4CF-8F8E08C0839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4" creationId="{13DBECD9-5A93-4304-B195-10EA01B9392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5" creationId="{498BECB9-0527-44D3-A850-68806A98E4B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9" creationId="{6DC80434-1B83-4F82-A7E1-334180350A32}"/>
          </ac:spMkLst>
        </pc:spChg>
        <pc:grpChg chg="add mod">
          <ac:chgData name="Zheng Fei" userId="d19317889db4c986" providerId="LiveId" clId="{3861D70B-005F-4AE3-9F94-86BFD29D89F4}" dt="2022-02-23T15:02:55.879" v="1797" actId="1076"/>
          <ac:grpSpMkLst>
            <pc:docMk/>
            <pc:sldMk cId="2902439285" sldId="389"/>
            <ac:grpSpMk id="26" creationId="{5E22FAEB-9567-4AEE-BF52-0EBA4AF7C632}"/>
          </ac:grpSpMkLst>
        </pc:grpChg>
        <pc:grpChg chg="add mod">
          <ac:chgData name="Zheng Fei" userId="d19317889db4c986" providerId="LiveId" clId="{3861D70B-005F-4AE3-9F94-86BFD29D89F4}" dt="2022-02-23T15:03:27.365" v="1803" actId="1076"/>
          <ac:grpSpMkLst>
            <pc:docMk/>
            <pc:sldMk cId="2902439285" sldId="389"/>
            <ac:grpSpMk id="34" creationId="{C656C72D-1CC7-4102-9A5F-E89406DE5853}"/>
          </ac:grpSpMkLst>
        </pc:grpChg>
        <pc:grpChg chg="add mod">
          <ac:chgData name="Zheng Fei" userId="d19317889db4c986" providerId="LiveId" clId="{3861D70B-005F-4AE3-9F94-86BFD29D89F4}" dt="2022-02-23T15:03:53.275" v="1809" actId="14100"/>
          <ac:grpSpMkLst>
            <pc:docMk/>
            <pc:sldMk cId="2902439285" sldId="389"/>
            <ac:grpSpMk id="41" creationId="{030F714B-2D0F-44B1-B790-9419B7D7E2C8}"/>
          </ac:grpSpMkLst>
        </pc:grpChg>
        <pc:grpChg chg="add mod">
          <ac:chgData name="Zheng Fei" userId="d19317889db4c986" providerId="LiveId" clId="{3861D70B-005F-4AE3-9F94-86BFD29D89F4}" dt="2022-02-23T15:05:46.184" v="1841" actId="1076"/>
          <ac:grpSpMkLst>
            <pc:docMk/>
            <pc:sldMk cId="2902439285" sldId="389"/>
            <ac:grpSpMk id="47" creationId="{EF7305FF-AD79-454D-90CD-1FBC56B0286B}"/>
          </ac:grpSpMkLst>
        </pc:grpChg>
        <pc:grpChg chg="add mod">
          <ac:chgData name="Zheng Fei" userId="d19317889db4c986" providerId="LiveId" clId="{3861D70B-005F-4AE3-9F94-86BFD29D89F4}" dt="2022-02-23T15:06:24.426" v="1849" actId="14100"/>
          <ac:grpSpMkLst>
            <pc:docMk/>
            <pc:sldMk cId="2902439285" sldId="389"/>
            <ac:grpSpMk id="54" creationId="{EFA79FF9-B86A-45D1-BA59-75AA1F876E31}"/>
          </ac:grpSpMkLst>
        </pc:grpChg>
        <pc:grpChg chg="add mod">
          <ac:chgData name="Zheng Fei" userId="d19317889db4c986" providerId="LiveId" clId="{3861D70B-005F-4AE3-9F94-86BFD29D89F4}" dt="2022-02-23T15:06:05.672" v="1844" actId="14100"/>
          <ac:grpSpMkLst>
            <pc:docMk/>
            <pc:sldMk cId="2902439285" sldId="389"/>
            <ac:grpSpMk id="72" creationId="{9EEC88D0-53C3-4610-82C0-BCF6F104D8A8}"/>
          </ac:grpSpMkLst>
        </pc:grpChg>
        <pc:graphicFrameChg chg="mod">
          <ac:chgData name="Zheng Fei" userId="d19317889db4c986" providerId="LiveId" clId="{3861D70B-005F-4AE3-9F94-86BFD29D89F4}" dt="2022-02-22T10:24:07.495" v="1753" actId="1076"/>
          <ac:graphicFrameMkLst>
            <pc:docMk/>
            <pc:sldMk cId="2902439285" sldId="389"/>
            <ac:graphicFrameMk id="27" creationId="{13946405-5573-4285-BCD3-CAB58B3B91E4}"/>
          </ac:graphicFrameMkLst>
        </pc:graphicFrameChg>
        <pc:graphicFrameChg chg="mod">
          <ac:chgData name="Zheng Fei" userId="d19317889db4c986" providerId="LiveId" clId="{3861D70B-005F-4AE3-9F94-86BFD29D89F4}" dt="2022-02-23T15:02:55.879" v="1797" actId="1076"/>
          <ac:graphicFrameMkLst>
            <pc:docMk/>
            <pc:sldMk cId="2902439285" sldId="389"/>
            <ac:graphicFrameMk id="33" creationId="{EEC8D92D-ABB6-456D-B8C0-F3751E368B59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8" creationId="{C422A301-D589-43D1-9E50-F5B39AE6FBEE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9" creationId="{05958CCB-D415-44FA-8551-0EB16671861B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40" creationId="{312BB0E5-3D48-4015-A407-0DA0C5CB0FCE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4" creationId="{74989E79-94F6-433F-80C9-EFFBDCE7433F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5" creationId="{08A45EF1-F0D6-4EC5-869A-5717928CA5A5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6" creationId="{EC53A5B2-65BB-474D-8F68-C8BF6F2190F8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1" creationId="{B2CCB596-FE0D-4F38-B232-6B0B69EEAE07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2" creationId="{4AF7F613-C694-4432-B7F8-DC11C828CA1F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3" creationId="{77635EF6-589E-47F8-BB4A-0BEC24D58396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69" creationId="{67FA26EB-D785-4E92-8F14-BB75D2064FC4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0" creationId="{BA99ECC4-0A5E-4B06-AAFA-80C251E63787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1" creationId="{47CC72EA-F2C1-4F91-ACD7-59AC1BC24838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6" creationId="{6151429D-551B-4838-A95D-04D75550B6DD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7" creationId="{BFE4C74A-D451-4168-8519-382886D7BAB7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8" creationId="{366E44FE-DFDF-489D-9F63-2DBCE19B8AFA}"/>
          </ac:graphicFrameMkLst>
        </pc:graphicFrame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6" creationId="{4979DC70-8BC8-41FE-B1AF-592E3F35BB75}"/>
          </ac:cxnSpMkLst>
        </pc:cxnChg>
        <pc:cxnChg chg="mod">
          <ac:chgData name="Zheng Fei" userId="d19317889db4c986" providerId="LiveId" clId="{3861D70B-005F-4AE3-9F94-86BFD29D89F4}" dt="2022-02-22T10:23:59.617" v="1752" actId="1038"/>
          <ac:cxnSpMkLst>
            <pc:docMk/>
            <pc:sldMk cId="2902439285" sldId="389"/>
            <ac:cxnSpMk id="9" creationId="{93AF8ED3-76A5-4E6A-8065-FF03C4AF8A3A}"/>
          </ac:cxnSpMkLst>
        </pc:cxn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17" creationId="{A05B5A6A-C2E9-4936-9CE1-FD6D3C71301E}"/>
          </ac:cxnSpMkLst>
        </pc:cxnChg>
      </pc:sldChg>
      <pc:sldChg chg="addSp modSp new mod">
        <pc:chgData name="Zheng Fei" userId="d19317889db4c986" providerId="LiveId" clId="{3861D70B-005F-4AE3-9F94-86BFD29D89F4}" dt="2022-02-23T15:09:09.240" v="1862"/>
        <pc:sldMkLst>
          <pc:docMk/>
          <pc:sldMk cId="4249073213" sldId="390"/>
        </pc:sldMkLst>
        <pc:spChg chg="add mod">
          <ac:chgData name="Zheng Fei" userId="d19317889db4c986" providerId="LiveId" clId="{3861D70B-005F-4AE3-9F94-86BFD29D89F4}" dt="2022-02-23T15:09:09.240" v="1862"/>
          <ac:spMkLst>
            <pc:docMk/>
            <pc:sldMk cId="4249073213" sldId="390"/>
            <ac:spMk id="2" creationId="{66E5855E-88D1-406E-85B8-36B4887AA64C}"/>
          </ac:spMkLst>
        </pc:spChg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431905263" sldId="391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932442242" sldId="392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732217486" sldId="393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254709018" sldId="394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424109515" sldId="395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926675108" sldId="396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849299568" sldId="397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2324191358" sldId="398"/>
        </pc:sldMkLst>
      </pc:sldChg>
      <pc:sldChg chg="addSp modSp new mod">
        <pc:chgData name="Zheng Fei" userId="d19317889db4c986" providerId="LiveId" clId="{3861D70B-005F-4AE3-9F94-86BFD29D89F4}" dt="2022-02-23T15:09:14.260" v="1864"/>
        <pc:sldMkLst>
          <pc:docMk/>
          <pc:sldMk cId="1421180870" sldId="399"/>
        </pc:sldMkLst>
        <pc:spChg chg="add mod">
          <ac:chgData name="Zheng Fei" userId="d19317889db4c986" providerId="LiveId" clId="{3861D70B-005F-4AE3-9F94-86BFD29D89F4}" dt="2022-02-23T15:09:14.260" v="1864"/>
          <ac:spMkLst>
            <pc:docMk/>
            <pc:sldMk cId="1421180870" sldId="399"/>
            <ac:spMk id="2" creationId="{3547EBD7-5C90-4789-AE80-BC7EFCF105AB}"/>
          </ac:spMkLst>
        </pc:spChg>
      </pc:sldChg>
    </pc:docChg>
  </pc:docChgLst>
  <pc:docChgLst>
    <pc:chgData name="Fei" userId="d19317889db4c986" providerId="LiveId" clId="{E87CCF37-DE99-49C7-B77F-1E4C7A3FD6FA}"/>
    <pc:docChg chg="undo redo custSel addSld delSld modSld sldOrd modMainMaster modNotesMaster">
      <pc:chgData name="Fei" userId="d19317889db4c986" providerId="LiveId" clId="{E87CCF37-DE99-49C7-B77F-1E4C7A3FD6FA}" dt="2022-02-16T09:24:21.242" v="3609" actId="1076"/>
      <pc:docMkLst>
        <pc:docMk/>
      </pc:docMkLst>
      <pc:sldChg chg="del">
        <pc:chgData name="Fei" userId="d19317889db4c986" providerId="LiveId" clId="{E87CCF37-DE99-49C7-B77F-1E4C7A3FD6FA}" dt="2022-02-15T10:55:22.721" v="0" actId="47"/>
        <pc:sldMkLst>
          <pc:docMk/>
          <pc:sldMk cId="1822363911" sldId="257"/>
        </pc:sldMkLst>
      </pc:sldChg>
      <pc:sldChg chg="addSp delSp modSp mod modTransition modNotes">
        <pc:chgData name="Fei" userId="d19317889db4c986" providerId="LiveId" clId="{E87CCF37-DE99-49C7-B77F-1E4C7A3FD6FA}" dt="2022-02-16T08:28:26.859" v="3348"/>
        <pc:sldMkLst>
          <pc:docMk/>
          <pc:sldMk cId="3140837993" sldId="258"/>
        </pc:sldMkLst>
        <pc:spChg chg="mod">
          <ac:chgData name="Fei" userId="d19317889db4c986" providerId="LiveId" clId="{E87CCF37-DE99-49C7-B77F-1E4C7A3FD6FA}" dt="2022-02-16T05:49:09.067" v="1321" actId="2711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20" creationId="{832CE7C9-AE8E-164F-A612-630C2CAEAF66}"/>
          </ac:spMkLst>
        </pc:spChg>
        <pc:spChg chg="del mod">
          <ac:chgData name="Fei" userId="d19317889db4c986" providerId="LiveId" clId="{E87CCF37-DE99-49C7-B77F-1E4C7A3FD6FA}" dt="2022-02-16T05:27:17.453" v="981" actId="478"/>
          <ac:spMkLst>
            <pc:docMk/>
            <pc:sldMk cId="3140837993" sldId="258"/>
            <ac:spMk id="21" creationId="{11442075-59CD-5449-88BA-231A0DF591CE}"/>
          </ac:spMkLst>
        </pc:spChg>
        <pc:spChg chg="del mod">
          <ac:chgData name="Fei" userId="d19317889db4c986" providerId="LiveId" clId="{E87CCF37-DE99-49C7-B77F-1E4C7A3FD6FA}" dt="2022-02-16T05:27:19.043" v="982" actId="478"/>
          <ac:spMkLst>
            <pc:docMk/>
            <pc:sldMk cId="3140837993" sldId="258"/>
            <ac:spMk id="22" creationId="{1CD14DBB-968D-C045-8A28-0E762E95A440}"/>
          </ac:spMkLst>
        </pc:spChg>
        <pc:spChg chg="add del mod">
          <ac:chgData name="Fei" userId="d19317889db4c986" providerId="LiveId" clId="{E87CCF37-DE99-49C7-B77F-1E4C7A3FD6FA}" dt="2022-02-16T07:04:18.617" v="2417" actId="2711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Fei" userId="d19317889db4c986" providerId="LiveId" clId="{E87CCF37-DE99-49C7-B77F-1E4C7A3FD6FA}" dt="2022-02-16T05:48:59.057" v="1320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5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7.785" v="833" actId="478"/>
          <ac:spMkLst>
            <pc:docMk/>
            <pc:sldMk cId="3140837993" sldId="258"/>
            <ac:spMk id="43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9.219" v="834" actId="478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5:51:51.892" v="1361" actId="207"/>
          <ac:spMkLst>
            <pc:docMk/>
            <pc:sldMk cId="3140837993" sldId="258"/>
            <ac:spMk id="69" creationId="{00000000-0000-0000-0000-000000000000}"/>
          </ac:spMkLst>
        </pc:spChg>
        <pc:spChg chg="del mod">
          <ac:chgData name="Fei" userId="d19317889db4c986" providerId="LiveId" clId="{E87CCF37-DE99-49C7-B77F-1E4C7A3FD6FA}" dt="2022-02-16T03:13:03.445" v="889" actId="478"/>
          <ac:spMkLst>
            <pc:docMk/>
            <pc:sldMk cId="3140837993" sldId="258"/>
            <ac:spMk id="70" creationId="{00000000-0000-0000-0000-000000000000}"/>
          </ac:spMkLst>
        </pc:spChg>
        <pc:picChg chg="add mod">
          <ac:chgData name="Fei" userId="d19317889db4c986" providerId="LiveId" clId="{E87CCF37-DE99-49C7-B77F-1E4C7A3FD6FA}" dt="2022-02-16T03:13:48.545" v="910"/>
          <ac:picMkLst>
            <pc:docMk/>
            <pc:sldMk cId="3140837993" sldId="258"/>
            <ac:picMk id="18" creationId="{9B9AE590-EDF8-44BE-ACFC-4548BE7FA884}"/>
          </ac:picMkLst>
        </pc:picChg>
      </pc:sldChg>
      <pc:sldChg chg="addSp modSp add del modTransition modAnim">
        <pc:chgData name="Fei" userId="d19317889db4c986" providerId="LiveId" clId="{E87CCF37-DE99-49C7-B77F-1E4C7A3FD6FA}" dt="2022-02-16T07:06:42.159" v="2525" actId="47"/>
        <pc:sldMkLst>
          <pc:docMk/>
          <pc:sldMk cId="2053510294" sldId="266"/>
        </pc:sldMkLst>
        <pc:spChg chg="mod">
          <ac:chgData name="Fei" userId="d19317889db4c986" providerId="LiveId" clId="{E87CCF37-DE99-49C7-B77F-1E4C7A3FD6FA}" dt="2022-02-16T07:05:13.688" v="2441" actId="1076"/>
          <ac:spMkLst>
            <pc:docMk/>
            <pc:sldMk cId="2053510294" sldId="266"/>
            <ac:spMk id="43010" creationId="{3D58B255-82C7-448D-9ED6-D36258056BFC}"/>
          </ac:spMkLst>
        </pc:spChg>
        <pc:picChg chg="add mod">
          <ac:chgData name="Fei" userId="d19317889db4c986" providerId="LiveId" clId="{E87CCF37-DE99-49C7-B77F-1E4C7A3FD6FA}" dt="2022-02-16T07:03:36.927" v="2398"/>
          <ac:picMkLst>
            <pc:docMk/>
            <pc:sldMk cId="2053510294" sldId="266"/>
            <ac:picMk id="8" creationId="{AF0D3C0A-D937-4CCC-B765-38A401CCC770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7:13:36.746" v="2638" actId="47"/>
        <pc:sldMkLst>
          <pc:docMk/>
          <pc:sldMk cId="1946586258" sldId="267"/>
        </pc:sldMkLst>
        <pc:spChg chg="del mod">
          <ac:chgData name="Fei" userId="d19317889db4c986" providerId="LiveId" clId="{E87CCF37-DE99-49C7-B77F-1E4C7A3FD6FA}" dt="2022-02-16T07:07:53.039" v="2552" actId="21"/>
          <ac:spMkLst>
            <pc:docMk/>
            <pc:sldMk cId="1946586258" sldId="267"/>
            <ac:spMk id="44035" creationId="{AD415B56-CCE2-47B4-9151-EB91073B1057}"/>
          </ac:spMkLst>
        </pc:spChg>
        <pc:spChg chg="mod">
          <ac:chgData name="Fei" userId="d19317889db4c986" providerId="LiveId" clId="{E87CCF37-DE99-49C7-B77F-1E4C7A3FD6FA}" dt="2022-02-16T07:07:27.459" v="2529" actId="1076"/>
          <ac:spMkLst>
            <pc:docMk/>
            <pc:sldMk cId="1946586258" sldId="267"/>
            <ac:spMk id="44036" creationId="{32F70240-826B-4660-86E7-6A286DC373DE}"/>
          </ac:spMkLst>
        </pc:spChg>
        <pc:spChg chg="del">
          <ac:chgData name="Fei" userId="d19317889db4c986" providerId="LiveId" clId="{E87CCF37-DE99-49C7-B77F-1E4C7A3FD6FA}" dt="2022-02-16T07:06:58.797" v="2526" actId="478"/>
          <ac:spMkLst>
            <pc:docMk/>
            <pc:sldMk cId="1946586258" sldId="267"/>
            <ac:spMk id="44038" creationId="{96F02769-CAD7-4549-8ED7-E686FB628EC1}"/>
          </ac:spMkLst>
        </pc:spChg>
        <pc:spChg chg="mod">
          <ac:chgData name="Fei" userId="d19317889db4c986" providerId="LiveId" clId="{E87CCF37-DE99-49C7-B77F-1E4C7A3FD6FA}" dt="2022-02-16T07:07:28.948" v="2530" actId="1076"/>
          <ac:spMkLst>
            <pc:docMk/>
            <pc:sldMk cId="1946586258" sldId="267"/>
            <ac:spMk id="44039" creationId="{49AC6B0E-5590-4047-B285-2B4A2AEAC985}"/>
          </ac:spMkLst>
        </pc:spChg>
        <pc:spChg chg="del mod">
          <ac:chgData name="Fei" userId="d19317889db4c986" providerId="LiveId" clId="{E87CCF37-DE99-49C7-B77F-1E4C7A3FD6FA}" dt="2022-02-16T07:07:53.050" v="2554"/>
          <ac:spMkLst>
            <pc:docMk/>
            <pc:sldMk cId="1946586258" sldId="267"/>
            <ac:spMk id="44040" creationId="{D936A7EF-A5B8-4F1E-B41B-050FA233C0DB}"/>
          </ac:spMkLst>
        </pc:spChg>
        <pc:picChg chg="add mod">
          <ac:chgData name="Fei" userId="d19317889db4c986" providerId="LiveId" clId="{E87CCF37-DE99-49C7-B77F-1E4C7A3FD6FA}" dt="2022-02-16T07:03:38.592" v="2399"/>
          <ac:picMkLst>
            <pc:docMk/>
            <pc:sldMk cId="1946586258" sldId="267"/>
            <ac:picMk id="11" creationId="{29530DAE-DB30-4A07-825D-A3FA51DD69E5}"/>
          </ac:picMkLst>
        </pc:picChg>
      </pc:sldChg>
      <pc:sldChg chg="addSp modSp add del ord modTransition modAnim">
        <pc:chgData name="Fei" userId="d19317889db4c986" providerId="LiveId" clId="{E87CCF37-DE99-49C7-B77F-1E4C7A3FD6FA}" dt="2022-02-16T07:24:20.756" v="2764" actId="47"/>
        <pc:sldMkLst>
          <pc:docMk/>
          <pc:sldMk cId="0" sldId="268"/>
        </pc:sldMkLst>
        <pc:spChg chg="add mod">
          <ac:chgData name="Fei" userId="d19317889db4c986" providerId="LiveId" clId="{E87CCF37-DE99-49C7-B77F-1E4C7A3FD6FA}" dt="2022-02-16T07:21:43.054" v="2696"/>
          <ac:spMkLst>
            <pc:docMk/>
            <pc:sldMk cId="0" sldId="268"/>
            <ac:spMk id="12" creationId="{3A5995E8-42B7-4FDB-8383-64D2C77FF9BB}"/>
          </ac:spMkLst>
        </pc:spChg>
        <pc:spChg chg="mod">
          <ac:chgData name="Fei" userId="d19317889db4c986" providerId="LiveId" clId="{E87CCF37-DE99-49C7-B77F-1E4C7A3FD6FA}" dt="2022-02-16T07:21:59.184" v="2725" actId="1036"/>
          <ac:spMkLst>
            <pc:docMk/>
            <pc:sldMk cId="0" sldId="268"/>
            <ac:spMk id="45058" creationId="{7F69F4B6-FF23-4DEB-83AB-E8CDF763E9D4}"/>
          </ac:spMkLst>
        </pc:spChg>
        <pc:spChg chg="mod">
          <ac:chgData name="Fei" userId="d19317889db4c986" providerId="LiveId" clId="{E87CCF37-DE99-49C7-B77F-1E4C7A3FD6FA}" dt="2022-02-16T07:22:29.764" v="2758" actId="20577"/>
          <ac:spMkLst>
            <pc:docMk/>
            <pc:sldMk cId="0" sldId="268"/>
            <ac:spMk id="45059" creationId="{7811B82F-C257-4E03-9B85-5213A87F3C51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1" creationId="{9B05ED21-C3F3-4865-8390-3DB1D98D437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2" creationId="{45454976-456F-4BC7-A230-13BC40702DAE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3" creationId="{43D4CDEB-03F4-4575-BE66-E177A1DFC4B7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4" creationId="{C0D5EE1F-D747-48CD-9724-50C75677DA3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5" creationId="{D5FF5EDB-0AE1-49FC-8ED7-7D084190FBD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6" creationId="{704DEC88-03D5-4E8C-82AA-9A601C636481}"/>
          </ac:spMkLst>
        </pc:spChg>
        <pc:picChg chg="add mod">
          <ac:chgData name="Fei" userId="d19317889db4c986" providerId="LiveId" clId="{E87CCF37-DE99-49C7-B77F-1E4C7A3FD6FA}" dt="2022-02-16T07:03:43.047" v="2402"/>
          <ac:picMkLst>
            <pc:docMk/>
            <pc:sldMk cId="0" sldId="268"/>
            <ac:picMk id="11" creationId="{BA8BB045-5080-4EAC-8136-5FD92A7C2BAD}"/>
          </ac:picMkLst>
        </pc:picChg>
        <pc:picChg chg="mod">
          <ac:chgData name="Fei" userId="d19317889db4c986" providerId="LiveId" clId="{E87CCF37-DE99-49C7-B77F-1E4C7A3FD6FA}" dt="2022-02-16T07:21:59.184" v="2725" actId="1036"/>
          <ac:picMkLst>
            <pc:docMk/>
            <pc:sldMk cId="0" sldId="268"/>
            <ac:picMk id="45060" creationId="{8000DDCA-3802-456D-8740-43B7CCC14211}"/>
          </ac:picMkLst>
        </pc:picChg>
      </pc:sldChg>
      <pc:sldChg chg="addSp delSp modSp add ord modTransition modAnim">
        <pc:chgData name="Fei" userId="d19317889db4c986" providerId="LiveId" clId="{E87CCF37-DE99-49C7-B77F-1E4C7A3FD6FA}" dt="2022-02-16T08:28:36.930" v="3358"/>
        <pc:sldMkLst>
          <pc:docMk/>
          <pc:sldMk cId="0" sldId="269"/>
        </pc:sldMkLst>
        <pc:spChg chg="add mod">
          <ac:chgData name="Fei" userId="d19317889db4c986" providerId="LiveId" clId="{E87CCF37-DE99-49C7-B77F-1E4C7A3FD6FA}" dt="2022-02-16T07:23:04.356" v="2760"/>
          <ac:spMkLst>
            <pc:docMk/>
            <pc:sldMk cId="0" sldId="269"/>
            <ac:spMk id="14" creationId="{1E070FEC-1477-448E-BEA0-F6AEE78BF16E}"/>
          </ac:spMkLst>
        </pc:spChg>
        <pc:spChg chg="del">
          <ac:chgData name="Fei" userId="d19317889db4c986" providerId="LiveId" clId="{E87CCF37-DE99-49C7-B77F-1E4C7A3FD6FA}" dt="2022-02-16T07:23:04.036" v="2759" actId="478"/>
          <ac:spMkLst>
            <pc:docMk/>
            <pc:sldMk cId="0" sldId="269"/>
            <ac:spMk id="46083" creationId="{72F8FD1E-B904-48CF-85C4-12C64C175621}"/>
          </ac:spMkLst>
        </pc:spChg>
        <pc:picChg chg="add mod">
          <ac:chgData name="Fei" userId="d19317889db4c986" providerId="LiveId" clId="{E87CCF37-DE99-49C7-B77F-1E4C7A3FD6FA}" dt="2022-02-16T07:03:43.718" v="2403"/>
          <ac:picMkLst>
            <pc:docMk/>
            <pc:sldMk cId="0" sldId="269"/>
            <ac:picMk id="13" creationId="{76239A09-BE11-4CFB-AA3A-9E93EB4724B9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7.487" v="3359"/>
        <pc:sldMkLst>
          <pc:docMk/>
          <pc:sldMk cId="1597955191" sldId="270"/>
        </pc:sldMkLst>
        <pc:picChg chg="add mod">
          <ac:chgData name="Fei" userId="d19317889db4c986" providerId="LiveId" clId="{E87CCF37-DE99-49C7-B77F-1E4C7A3FD6FA}" dt="2022-02-16T07:03:45.197" v="2404"/>
          <ac:picMkLst>
            <pc:docMk/>
            <pc:sldMk cId="1597955191" sldId="270"/>
            <ac:picMk id="10" creationId="{106A7445-A0E7-4072-976C-EE318039BE0A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8.206" v="3360"/>
        <pc:sldMkLst>
          <pc:docMk/>
          <pc:sldMk cId="0" sldId="271"/>
        </pc:sldMkLst>
        <pc:picChg chg="add mod">
          <ac:chgData name="Fei" userId="d19317889db4c986" providerId="LiveId" clId="{E87CCF37-DE99-49C7-B77F-1E4C7A3FD6FA}" dt="2022-02-16T07:03:46.166" v="2405"/>
          <ac:picMkLst>
            <pc:docMk/>
            <pc:sldMk cId="0" sldId="271"/>
            <ac:picMk id="13" creationId="{6367F87B-EAC3-4A21-93BF-61E0CADDB6A4}"/>
          </ac:picMkLst>
        </pc:picChg>
      </pc:sldChg>
      <pc:sldChg chg="addSp delSp modSp add del modTransition modAnim">
        <pc:chgData name="Fei" userId="d19317889db4c986" providerId="LiveId" clId="{E87CCF37-DE99-49C7-B77F-1E4C7A3FD6FA}" dt="2022-02-16T08:28:39.600" v="3362"/>
        <pc:sldMkLst>
          <pc:docMk/>
          <pc:sldMk cId="0" sldId="273"/>
        </pc:sldMkLst>
        <pc:spChg chg="add del mod">
          <ac:chgData name="Fei" userId="d19317889db4c986" providerId="LiveId" clId="{E87CCF37-DE99-49C7-B77F-1E4C7A3FD6FA}" dt="2022-02-16T07:33:51.803" v="3077" actId="1036"/>
          <ac:spMkLst>
            <pc:docMk/>
            <pc:sldMk cId="0" sldId="273"/>
            <ac:spMk id="50178" creationId="{4244FDBA-645D-440E-A7E2-CC313B07DE87}"/>
          </ac:spMkLst>
        </pc:spChg>
        <pc:spChg chg="add del mod">
          <ac:chgData name="Fei" userId="d19317889db4c986" providerId="LiveId" clId="{E87CCF37-DE99-49C7-B77F-1E4C7A3FD6FA}" dt="2022-02-16T07:35:45.397" v="3093" actId="20577"/>
          <ac:spMkLst>
            <pc:docMk/>
            <pc:sldMk cId="0" sldId="273"/>
            <ac:spMk id="50179" creationId="{4FBA96CD-56F2-4C31-AE3F-F4435D04F135}"/>
          </ac:spMkLst>
        </pc:spChg>
        <pc:spChg chg="add del mod">
          <ac:chgData name="Fei" userId="d19317889db4c986" providerId="LiveId" clId="{E87CCF37-DE99-49C7-B77F-1E4C7A3FD6FA}" dt="2022-02-16T07:33:51.577" v="3076" actId="1036"/>
          <ac:spMkLst>
            <pc:docMk/>
            <pc:sldMk cId="0" sldId="273"/>
            <ac:spMk id="50189" creationId="{73C34B28-2AFE-462A-9B4D-179113A805CD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0" creationId="{1AA77A98-C0D4-40F1-8D76-CB2A92DCAEE6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1" creationId="{6683064E-9BF1-4A25-9FA8-A2AB83D1DC84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2" creationId="{D50787BD-BC42-4756-9611-A90F7A56C16E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3" creationId="{DDCF60D7-2D3E-4502-93FD-80035F808E6F}"/>
          </ac:spMkLst>
        </pc:spChg>
        <pc:spChg chg="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5" creationId="{7EAB5A47-C0C7-4BEB-BBA6-FDB32DC83E5D}"/>
          </ac:spMkLst>
        </pc:spChg>
        <pc:spChg chg="del 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6" creationId="{86BDB1B1-885C-4187-8099-7F48F396583E}"/>
          </ac:spMkLst>
        </pc:spChg>
        <pc:spChg chg="add del">
          <ac:chgData name="Fei" userId="d19317889db4c986" providerId="LiveId" clId="{E87CCF37-DE99-49C7-B77F-1E4C7A3FD6FA}" dt="2022-02-16T07:33:49.723" v="3073" actId="21"/>
          <ac:spMkLst>
            <pc:docMk/>
            <pc:sldMk cId="0" sldId="273"/>
            <ac:spMk id="50197" creationId="{B96387AA-E0B9-48D1-A55A-326843E315EB}"/>
          </ac:spMkLst>
        </pc:spChg>
        <pc:grpChg chg="add del">
          <ac:chgData name="Fei" userId="d19317889db4c986" providerId="LiveId" clId="{E87CCF37-DE99-49C7-B77F-1E4C7A3FD6FA}" dt="2022-02-16T07:33:49.723" v="3073" actId="21"/>
          <ac:grpSpMkLst>
            <pc:docMk/>
            <pc:sldMk cId="0" sldId="273"/>
            <ac:grpSpMk id="50182" creationId="{6F7FF689-4BE2-4F0B-A90B-39D0E5E11B9B}"/>
          </ac:grpSpMkLst>
        </pc:grpChg>
        <pc:grpChg chg="add del mod">
          <ac:chgData name="Fei" userId="d19317889db4c986" providerId="LiveId" clId="{E87CCF37-DE99-49C7-B77F-1E4C7A3FD6FA}" dt="2022-02-16T07:34:21.173" v="3084" actId="478"/>
          <ac:grpSpMkLst>
            <pc:docMk/>
            <pc:sldMk cId="0" sldId="273"/>
            <ac:grpSpMk id="50194" creationId="{4DDDC9B2-E5E6-43EE-B955-456059732D0E}"/>
          </ac:grpSpMkLst>
        </pc:grp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0" creationId="{95A15698-9363-46A5-9585-BD376F0F2D65}"/>
          </ac:graphicFrameMkLst>
        </pc:graphicFrame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1" creationId="{B3C66234-0762-4789-88AB-002FBDBAE2BA}"/>
          </ac:graphicFrameMkLst>
        </pc:graphicFrameChg>
        <pc:graphicFrameChg chg="add del mod">
          <ac:chgData name="Fei" userId="d19317889db4c986" providerId="LiveId" clId="{E87CCF37-DE99-49C7-B77F-1E4C7A3FD6FA}" dt="2022-02-16T07:33:51.353" v="3075" actId="1035"/>
          <ac:graphicFrameMkLst>
            <pc:docMk/>
            <pc:sldMk cId="0" sldId="273"/>
            <ac:graphicFrameMk id="50198" creationId="{3124B509-F292-4E84-8E3A-78F4032EE335}"/>
          </ac:graphicFrameMkLst>
        </pc:graphicFrameChg>
        <pc:picChg chg="add mod">
          <ac:chgData name="Fei" userId="d19317889db4c986" providerId="LiveId" clId="{E87CCF37-DE99-49C7-B77F-1E4C7A3FD6FA}" dt="2022-02-16T07:03:48.758" v="2407"/>
          <ac:picMkLst>
            <pc:docMk/>
            <pc:sldMk cId="0" sldId="273"/>
            <ac:picMk id="23" creationId="{0FD0375E-92CF-47E7-81DE-435704D89268}"/>
          </ac:picMkLst>
        </pc:picChg>
      </pc:sldChg>
      <pc:sldChg chg="addSp modSp add modTransition">
        <pc:chgData name="Fei" userId="d19317889db4c986" providerId="LiveId" clId="{E87CCF37-DE99-49C7-B77F-1E4C7A3FD6FA}" dt="2022-02-16T08:28:40.133" v="3363"/>
        <pc:sldMkLst>
          <pc:docMk/>
          <pc:sldMk cId="0" sldId="274"/>
        </pc:sldMkLst>
        <pc:spChg chg="mod">
          <ac:chgData name="Fei" userId="d19317889db4c986" providerId="LiveId" clId="{E87CCF37-DE99-49C7-B77F-1E4C7A3FD6FA}" dt="2022-02-16T07:35:56.728" v="3101" actId="20577"/>
          <ac:spMkLst>
            <pc:docMk/>
            <pc:sldMk cId="0" sldId="274"/>
            <ac:spMk id="51202" creationId="{CE4B1E3F-448F-4E75-879C-AABC67354AAC}"/>
          </ac:spMkLst>
        </pc:spChg>
        <pc:picChg chg="add mod">
          <ac:chgData name="Fei" userId="d19317889db4c986" providerId="LiveId" clId="{E87CCF37-DE99-49C7-B77F-1E4C7A3FD6FA}" dt="2022-02-16T07:03:49.958" v="2408"/>
          <ac:picMkLst>
            <pc:docMk/>
            <pc:sldMk cId="0" sldId="274"/>
            <ac:picMk id="15" creationId="{5E4F0703-8727-4338-88E8-FD95FFF2988A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0.771" v="3364"/>
        <pc:sldMkLst>
          <pc:docMk/>
          <pc:sldMk cId="0" sldId="275"/>
        </pc:sldMkLst>
        <pc:spChg chg="mod">
          <ac:chgData name="Fei" userId="d19317889db4c986" providerId="LiveId" clId="{E87CCF37-DE99-49C7-B77F-1E4C7A3FD6FA}" dt="2022-02-16T07:36:44.277" v="3116"/>
          <ac:spMkLst>
            <pc:docMk/>
            <pc:sldMk cId="0" sldId="275"/>
            <ac:spMk id="52237" creationId="{ED24F6F2-893A-4FDA-AB8A-873C6C26D1C4}"/>
          </ac:spMkLst>
        </pc:spChg>
        <pc:spChg chg="del">
          <ac:chgData name="Fei" userId="d19317889db4c986" providerId="LiveId" clId="{E87CCF37-DE99-49C7-B77F-1E4C7A3FD6FA}" dt="2022-02-16T07:42:30.796" v="3224" actId="21"/>
          <ac:spMkLst>
            <pc:docMk/>
            <pc:sldMk cId="0" sldId="275"/>
            <ac:spMk id="52241" creationId="{0A704FB9-A698-4F5F-91F6-3F2FCE400B04}"/>
          </ac:spMkLst>
        </pc:sp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8" creationId="{0F6EC33E-18B9-4628-80A6-7833E853E923}"/>
          </ac:graphicFrameMkLst>
        </pc:graphicFrame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9" creationId="{821311EF-74A9-4F48-B394-FA79E132DDC6}"/>
          </ac:graphicFrameMkLst>
        </pc:graphicFrameChg>
        <pc:picChg chg="add mod">
          <ac:chgData name="Fei" userId="d19317889db4c986" providerId="LiveId" clId="{E87CCF37-DE99-49C7-B77F-1E4C7A3FD6FA}" dt="2022-02-16T07:03:50.710" v="2409"/>
          <ac:picMkLst>
            <pc:docMk/>
            <pc:sldMk cId="0" sldId="275"/>
            <ac:picMk id="22" creationId="{2643445D-872C-40F8-B16C-E95809B5F4B0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1.470" v="3365"/>
        <pc:sldMkLst>
          <pc:docMk/>
          <pc:sldMk cId="0" sldId="276"/>
        </pc:sldMkLst>
        <pc:spChg chg="mod">
          <ac:chgData name="Fei" userId="d19317889db4c986" providerId="LiveId" clId="{E87CCF37-DE99-49C7-B77F-1E4C7A3FD6FA}" dt="2022-02-16T07:37:35.757" v="3142" actId="14100"/>
          <ac:spMkLst>
            <pc:docMk/>
            <pc:sldMk cId="0" sldId="276"/>
            <ac:spMk id="53250" creationId="{47187005-255F-41C2-AAD1-80E909B8F57D}"/>
          </ac:spMkLst>
        </pc:spChg>
        <pc:spChg chg="del">
          <ac:chgData name="Fei" userId="d19317889db4c986" providerId="LiveId" clId="{E87CCF37-DE99-49C7-B77F-1E4C7A3FD6FA}" dt="2022-02-16T07:46:08.101" v="3330" actId="21"/>
          <ac:spMkLst>
            <pc:docMk/>
            <pc:sldMk cId="0" sldId="276"/>
            <ac:spMk id="53274" creationId="{83D2CF5A-B63A-40ED-8281-498A29E57587}"/>
          </ac:spMkLst>
        </pc:sp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2" creationId="{51222CED-3C2E-4083-9BA3-73762C1EAC95}"/>
          </ac:graphicFrameMkLst>
        </pc:graphicFrame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3" creationId="{0D7CF28E-6A1D-4E2F-8FD3-76662487C1F7}"/>
          </ac:graphicFrameMkLst>
        </pc:graphicFrameChg>
        <pc:picChg chg="add mod">
          <ac:chgData name="Fei" userId="d19317889db4c986" providerId="LiveId" clId="{E87CCF37-DE99-49C7-B77F-1E4C7A3FD6FA}" dt="2022-02-16T07:03:51.809" v="2410"/>
          <ac:picMkLst>
            <pc:docMk/>
            <pc:sldMk cId="0" sldId="276"/>
            <ac:picMk id="32" creationId="{36557FA0-E1DA-4213-9B66-36ECDA914EDF}"/>
          </ac:picMkLst>
        </pc:picChg>
      </pc:sldChg>
      <pc:sldChg chg="addSp modSp add modTransition">
        <pc:chgData name="Fei" userId="d19317889db4c986" providerId="LiveId" clId="{E87CCF37-DE99-49C7-B77F-1E4C7A3FD6FA}" dt="2022-02-16T08:28:44.250" v="3367"/>
        <pc:sldMkLst>
          <pc:docMk/>
          <pc:sldMk cId="0" sldId="277"/>
        </pc:sldMkLst>
        <pc:spChg chg="mod">
          <ac:chgData name="Fei" userId="d19317889db4c986" providerId="LiveId" clId="{E87CCF37-DE99-49C7-B77F-1E4C7A3FD6FA}" dt="2022-02-16T07:39:34.736" v="3155" actId="20577"/>
          <ac:spMkLst>
            <pc:docMk/>
            <pc:sldMk cId="0" sldId="277"/>
            <ac:spMk id="54274" creationId="{B91D74D0-DD0D-4AE9-8A4E-AD09ABC20BFB}"/>
          </ac:spMkLst>
        </pc:spChg>
        <pc:picChg chg="add mod">
          <ac:chgData name="Fei" userId="d19317889db4c986" providerId="LiveId" clId="{E87CCF37-DE99-49C7-B77F-1E4C7A3FD6FA}" dt="2022-02-16T07:03:53.117" v="2411"/>
          <ac:picMkLst>
            <pc:docMk/>
            <pc:sldMk cId="0" sldId="277"/>
            <ac:picMk id="18" creationId="{B921E780-DCDC-4D97-84FA-53EEE6C77785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075" v="3368"/>
        <pc:sldMkLst>
          <pc:docMk/>
          <pc:sldMk cId="0" sldId="278"/>
        </pc:sldMkLst>
        <pc:spChg chg="add mod">
          <ac:chgData name="Fei" userId="d19317889db4c986" providerId="LiveId" clId="{E87CCF37-DE99-49C7-B77F-1E4C7A3FD6FA}" dt="2022-02-16T07:40:54.496" v="3180" actId="403"/>
          <ac:spMkLst>
            <pc:docMk/>
            <pc:sldMk cId="0" sldId="278"/>
            <ac:spMk id="25" creationId="{CFDBC59C-0260-4BA1-B94C-7F73E10FD2F5}"/>
          </ac:spMkLst>
        </pc:spChg>
        <pc:spChg chg="add">
          <ac:chgData name="Fei" userId="d19317889db4c986" providerId="LiveId" clId="{E87CCF37-DE99-49C7-B77F-1E4C7A3FD6FA}" dt="2022-02-16T07:40:42.440" v="3169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Fei" userId="d19317889db4c986" providerId="LiveId" clId="{E87CCF37-DE99-49C7-B77F-1E4C7A3FD6FA}" dt="2022-02-16T07:39:48.517" v="3159" actId="20577"/>
          <ac:spMkLst>
            <pc:docMk/>
            <pc:sldMk cId="0" sldId="278"/>
            <ac:spMk id="55314" creationId="{6020690A-0813-4E3D-8D4E-7C6413E90136}"/>
          </ac:spMkLst>
        </pc:spChg>
        <pc:graphicFrameChg chg="add del mod replId">
          <ac:chgData name="Fei" userId="d19317889db4c986" providerId="LiveId" clId="{E87CCF37-DE99-49C7-B77F-1E4C7A3FD6FA}" dt="2022-02-16T07:40:32.907" v="3165"/>
          <ac:graphicFrameMkLst>
            <pc:docMk/>
            <pc:sldMk cId="0" sldId="278"/>
            <ac:graphicFrameMk id="2" creationId="{CFDBC59C-0260-4BA1-B94C-7F73E10FD2F5}"/>
          </ac:graphicFrameMkLst>
        </pc:graphicFrameChg>
        <pc:graphicFrameChg chg="del mod replId">
          <ac:chgData name="Fei" userId="d19317889db4c986" providerId="LiveId" clId="{E87CCF37-DE99-49C7-B77F-1E4C7A3FD6FA}" dt="2022-02-16T07:40:42.440" v="3169"/>
          <ac:graphicFrameMkLst>
            <pc:docMk/>
            <pc:sldMk cId="0" sldId="278"/>
            <ac:graphicFrameMk id="4" creationId="{9DB3E879-C867-4D17-81F0-9561C9F04A6E}"/>
          </ac:graphicFrameMkLst>
        </pc:graphicFrameChg>
        <pc:graphicFrameChg chg="mod">
          <ac:chgData name="Fei" userId="d19317889db4c986" providerId="LiveId" clId="{E87CCF37-DE99-49C7-B77F-1E4C7A3FD6FA}" dt="2022-02-16T07:40:15.677" v="3161" actId="1076"/>
          <ac:graphicFrameMkLst>
            <pc:docMk/>
            <pc:sldMk cId="0" sldId="278"/>
            <ac:graphicFrameMk id="55298" creationId="{8E4991F3-9D6E-4452-A5F6-69C3905967D3}"/>
          </ac:graphicFrameMkLst>
        </pc:graphicFrameChg>
        <pc:graphicFrameChg chg="del">
          <ac:chgData name="Fei" userId="d19317889db4c986" providerId="LiveId" clId="{E87CCF37-DE99-49C7-B77F-1E4C7A3FD6FA}" dt="2022-02-16T07:40:04.757" v="3160" actId="478"/>
          <ac:graphicFrameMkLst>
            <pc:docMk/>
            <pc:sldMk cId="0" sldId="278"/>
            <ac:graphicFrameMk id="55318" creationId="{F42B1573-3963-4E72-9CDC-7D9A90D70BB3}"/>
          </ac:graphicFrameMkLst>
        </pc:graphicFrameChg>
        <pc:picChg chg="add mod">
          <ac:chgData name="Fei" userId="d19317889db4c986" providerId="LiveId" clId="{E87CCF37-DE99-49C7-B77F-1E4C7A3FD6FA}" dt="2022-02-16T07:03:53.878" v="2412"/>
          <ac:picMkLst>
            <pc:docMk/>
            <pc:sldMk cId="0" sldId="278"/>
            <ac:picMk id="24" creationId="{27E71C3D-836E-4925-A5A7-A27298C0F837}"/>
          </ac:picMkLst>
        </pc:picChg>
      </pc:sldChg>
      <pc:sldChg chg="addSp modSp add ord modTransition">
        <pc:chgData name="Fei" userId="d19317889db4c986" providerId="LiveId" clId="{E87CCF37-DE99-49C7-B77F-1E4C7A3FD6FA}" dt="2022-02-16T08:28:42.136" v="3366"/>
        <pc:sldMkLst>
          <pc:docMk/>
          <pc:sldMk cId="0" sldId="279"/>
        </pc:sldMkLst>
        <pc:spChg chg="mod">
          <ac:chgData name="Fei" userId="d19317889db4c986" providerId="LiveId" clId="{E87CCF37-DE99-49C7-B77F-1E4C7A3FD6FA}" dt="2022-02-16T07:39:02.406" v="3149" actId="20577"/>
          <ac:spMkLst>
            <pc:docMk/>
            <pc:sldMk cId="0" sldId="279"/>
            <ac:spMk id="56326" creationId="{B854052A-5811-40BB-B2BA-D1237068B1AB}"/>
          </ac:spMkLst>
        </pc:spChg>
        <pc:picChg chg="add mod">
          <ac:chgData name="Fei" userId="d19317889db4c986" providerId="LiveId" clId="{E87CCF37-DE99-49C7-B77F-1E4C7A3FD6FA}" dt="2022-02-16T07:03:54.921" v="2413"/>
          <ac:picMkLst>
            <pc:docMk/>
            <pc:sldMk cId="0" sldId="279"/>
            <ac:picMk id="34" creationId="{64F92859-3D5D-4331-BD88-3A6EE5A90B80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766" v="3369"/>
        <pc:sldMkLst>
          <pc:docMk/>
          <pc:sldMk cId="0" sldId="280"/>
        </pc:sldMkLst>
        <pc:spChg chg="add del mod">
          <ac:chgData name="Fei" userId="d19317889db4c986" providerId="LiveId" clId="{E87CCF37-DE99-49C7-B77F-1E4C7A3FD6FA}" dt="2022-02-16T07:44:26.271" v="3308"/>
          <ac:spMkLst>
            <pc:docMk/>
            <pc:sldMk cId="0" sldId="280"/>
            <ac:spMk id="2" creationId="{0F2B6E31-E57E-48B3-B945-1410EEF71451}"/>
          </ac:spMkLst>
        </pc:spChg>
        <pc:spChg chg="add mod">
          <ac:chgData name="Fei" userId="d19317889db4c986" providerId="LiveId" clId="{E87CCF37-DE99-49C7-B77F-1E4C7A3FD6FA}" dt="2022-02-16T07:44:00.914" v="3306" actId="20577"/>
          <ac:spMkLst>
            <pc:docMk/>
            <pc:sldMk cId="0" sldId="280"/>
            <ac:spMk id="3" creationId="{215AE15A-D5C7-461B-88FF-92B24D21A0D8}"/>
          </ac:spMkLst>
        </pc:spChg>
        <pc:spChg chg="add mod">
          <ac:chgData name="Fei" userId="d19317889db4c986" providerId="LiveId" clId="{E87CCF37-DE99-49C7-B77F-1E4C7A3FD6FA}" dt="2022-02-16T07:45:51.112" v="3324" actId="14100"/>
          <ac:spMkLst>
            <pc:docMk/>
            <pc:sldMk cId="0" sldId="280"/>
            <ac:spMk id="26" creationId="{A2550CCC-BCCF-41CC-8AE4-F4FEBBC675A8}"/>
          </ac:spMkLst>
        </pc:spChg>
        <pc:spChg chg="add mod">
          <ac:chgData name="Fei" userId="d19317889db4c986" providerId="LiveId" clId="{E87CCF37-DE99-49C7-B77F-1E4C7A3FD6FA}" dt="2022-02-16T07:45:42.875" v="3320" actId="1076"/>
          <ac:spMkLst>
            <pc:docMk/>
            <pc:sldMk cId="0" sldId="280"/>
            <ac:spMk id="29" creationId="{D0BBB62B-F85E-4D31-8745-7CCB676B7BDF}"/>
          </ac:spMkLst>
        </pc:spChg>
        <pc:spChg chg="add mod">
          <ac:chgData name="Fei" userId="d19317889db4c986" providerId="LiveId" clId="{E87CCF37-DE99-49C7-B77F-1E4C7A3FD6FA}" dt="2022-02-16T07:46:00.531" v="3329"/>
          <ac:spMkLst>
            <pc:docMk/>
            <pc:sldMk cId="0" sldId="280"/>
            <ac:spMk id="30" creationId="{24AD6BD2-8489-4DB2-BA57-A8F5DB5AE8EB}"/>
          </ac:spMkLst>
        </pc:spChg>
        <pc:spChg chg="add mod">
          <ac:chgData name="Fei" userId="d19317889db4c986" providerId="LiveId" clId="{E87CCF37-DE99-49C7-B77F-1E4C7A3FD6FA}" dt="2022-02-16T07:46:10.786" v="3331"/>
          <ac:spMkLst>
            <pc:docMk/>
            <pc:sldMk cId="0" sldId="280"/>
            <ac:spMk id="33" creationId="{20151D39-2E55-48C6-B112-F065CB56A5B4}"/>
          </ac:spMkLst>
        </pc:spChg>
        <pc:spChg chg="mod">
          <ac:chgData name="Fei" userId="d19317889db4c986" providerId="LiveId" clId="{E87CCF37-DE99-49C7-B77F-1E4C7A3FD6FA}" dt="2022-02-16T07:42:19.086" v="3220" actId="14100"/>
          <ac:spMkLst>
            <pc:docMk/>
            <pc:sldMk cId="0" sldId="280"/>
            <ac:spMk id="57346" creationId="{2E678DED-D69C-4B5D-846E-C3C656B00904}"/>
          </ac:spMkLst>
        </pc:spChg>
        <pc:spChg chg="del">
          <ac:chgData name="Fei" userId="d19317889db4c986" providerId="LiveId" clId="{E87CCF37-DE99-49C7-B77F-1E4C7A3FD6FA}" dt="2022-02-16T07:42:20.082" v="3221" actId="478"/>
          <ac:spMkLst>
            <pc:docMk/>
            <pc:sldMk cId="0" sldId="280"/>
            <ac:spMk id="57350" creationId="{BFF69FFA-E9E8-4291-B05E-460C792A5404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7" creationId="{A443873B-706D-4F79-94BC-2D20D0237789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8" creationId="{8C1226B8-7443-431E-A20B-2FF286DC8857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9" creationId="{8DF82A00-4DB2-4B5E-AA70-48CC2C0156AA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0" creationId="{F1D1F637-6338-43DF-B16C-18E4237716D5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1" creationId="{6BFF1B5D-BBE7-4EFE-8F43-99F923C55D9F}"/>
          </ac:spMkLst>
        </pc:sp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2" creationId="{E636ECDC-D97F-4471-8C05-949D390A829A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7" creationId="{0E9E09CB-DFC8-40CB-AE9B-53DF11BDC63B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8" creationId="{4EE87904-52C4-4DE2-92C0-465438BA2AF9}"/>
          </ac:graphicFrameMkLst>
        </pc:graphicFrameChg>
        <pc:graphicFrameChg chg="del">
          <ac:chgData name="Fei" userId="d19317889db4c986" providerId="LiveId" clId="{E87CCF37-DE99-49C7-B77F-1E4C7A3FD6FA}" dt="2022-02-16T07:42:20.907" v="3222" actId="478"/>
          <ac:graphicFrameMkLst>
            <pc:docMk/>
            <pc:sldMk cId="0" sldId="280"/>
            <ac:graphicFrameMk id="57349" creationId="{168F6C56-5D81-4264-AB4B-302D2559614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2" creationId="{D82C3E5B-018F-4412-8728-506A117158D2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3" creationId="{AC42FC2F-90D1-4629-8981-C34FD8ACC1FC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4" creationId="{13A82117-24E9-4996-BE75-6122770FF92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5" creationId="{19994E88-6DE2-4325-8A8C-3F1DE2F27A43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6" creationId="{161BF09E-6682-400A-AA97-584AAF4B3CA6}"/>
          </ac:graphicFrameMkLst>
        </pc:graphicFrameChg>
        <pc:picChg chg="add mod">
          <ac:chgData name="Fei" userId="d19317889db4c986" providerId="LiveId" clId="{E87CCF37-DE99-49C7-B77F-1E4C7A3FD6FA}" dt="2022-02-16T07:03:55.641" v="2414"/>
          <ac:picMkLst>
            <pc:docMk/>
            <pc:sldMk cId="0" sldId="280"/>
            <ac:picMk id="23" creationId="{88393E34-EBBD-4783-8F1E-4A85C2B547E4}"/>
          </ac:picMkLst>
        </pc:picChg>
      </pc:sldChg>
      <pc:sldChg chg="delSp modSp mod delAnim modAnim modNotes">
        <pc:chgData name="Fei" userId="d19317889db4c986" providerId="LiveId" clId="{E87CCF37-DE99-49C7-B77F-1E4C7A3FD6FA}" dt="2022-02-16T03:03:46.304" v="773" actId="1036"/>
        <pc:sldMkLst>
          <pc:docMk/>
          <pc:sldMk cId="0" sldId="282"/>
        </pc:sldMkLst>
        <pc:spChg chg="mod">
          <ac:chgData name="Fei" userId="d19317889db4c986" providerId="LiveId" clId="{E87CCF37-DE99-49C7-B77F-1E4C7A3FD6FA}" dt="2022-02-16T02:49:43.214" v="264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3:03:46.304" v="773" actId="103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Fei" userId="d19317889db4c986" providerId="LiveId" clId="{E87CCF37-DE99-49C7-B77F-1E4C7A3FD6FA}" dt="2022-02-16T03:03:41.288" v="758" actId="4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0" sldId="282"/>
            <ac:spMk id="5" creationId="{00000000-0000-0000-0000-000000000000}"/>
          </ac:spMkLst>
        </pc:spChg>
        <pc:spChg chg="del mod">
          <ac:chgData name="Fei" userId="d19317889db4c986" providerId="LiveId" clId="{E87CCF37-DE99-49C7-B77F-1E4C7A3FD6FA}" dt="2022-02-16T02:50:06.837" v="365" actId="478"/>
          <ac:spMkLst>
            <pc:docMk/>
            <pc:sldMk cId="0" sldId="282"/>
            <ac:spMk id="32" creationId="{00000000-0000-0000-0000-000000000000}"/>
          </ac:spMkLst>
        </pc:spChg>
        <pc:picChg chg="mod">
          <ac:chgData name="Fei" userId="d19317889db4c986" providerId="LiveId" clId="{E87CCF37-DE99-49C7-B77F-1E4C7A3FD6FA}" dt="2022-02-16T02:49:56.153" v="266" actId="1076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7" creationId="{00000000-0000-0000-0000-000000000000}"/>
          </ac:cxnSpMkLst>
        </pc:cxn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31" creationId="{00000000-0000-0000-0000-000000000000}"/>
          </ac:cxnSpMkLst>
        </pc:cxn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4"/>
        </pc:sldMkLst>
      </pc:sldChg>
      <pc:sldChg chg="addSp delSp modSp mod modTransition modNotes">
        <pc:chgData name="Fei" userId="d19317889db4c986" providerId="LiveId" clId="{E87CCF37-DE99-49C7-B77F-1E4C7A3FD6FA}" dt="2022-02-16T08:28:08.025" v="3342"/>
        <pc:sldMkLst>
          <pc:docMk/>
          <pc:sldMk cId="2026888976" sldId="305"/>
        </pc:sldMkLst>
        <pc:spChg chg="del mod">
          <ac:chgData name="Fei" userId="d19317889db4c986" providerId="LiveId" clId="{E87CCF37-DE99-49C7-B77F-1E4C7A3FD6FA}" dt="2022-02-16T03:02:27.187" v="722" actId="478"/>
          <ac:spMkLst>
            <pc:docMk/>
            <pc:sldMk cId="2026888976" sldId="305"/>
            <ac:spMk id="2" creationId="{00000000-0000-0000-0000-000000000000}"/>
          </ac:spMkLst>
        </pc:spChg>
        <pc:spChg chg="del mod">
          <ac:chgData name="Fei" userId="d19317889db4c986" providerId="LiveId" clId="{E87CCF37-DE99-49C7-B77F-1E4C7A3FD6FA}" dt="2022-02-16T03:02:21.901" v="719" actId="478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6:39:10.220" v="2197" actId="207"/>
          <ac:spMkLst>
            <pc:docMk/>
            <pc:sldMk cId="2026888976" sldId="305"/>
            <ac:spMk id="9" creationId="{00000000-0000-0000-0000-000000000000}"/>
          </ac:spMkLst>
        </pc:spChg>
        <pc:grpChg chg="del mod">
          <ac:chgData name="Fei" userId="d19317889db4c986" providerId="LiveId" clId="{E87CCF37-DE99-49C7-B77F-1E4C7A3FD6FA}" dt="2022-02-16T03:02:23.656" v="720" actId="478"/>
          <ac:grpSpMkLst>
            <pc:docMk/>
            <pc:sldMk cId="2026888976" sldId="305"/>
            <ac:grpSpMk id="5" creationId="{00000000-0000-0000-0000-000000000000}"/>
          </ac:grpSpMkLst>
        </pc:grpChg>
        <pc:picChg chg="add mod">
          <ac:chgData name="Fei" userId="d19317889db4c986" providerId="LiveId" clId="{E87CCF37-DE99-49C7-B77F-1E4C7A3FD6FA}" dt="2022-02-16T03:08:15.372" v="840"/>
          <ac:picMkLst>
            <pc:docMk/>
            <pc:sldMk cId="2026888976" sldId="305"/>
            <ac:picMk id="10" creationId="{773B033F-756F-48FB-9BDF-910A666C6E66}"/>
          </ac:picMkLst>
        </pc:pic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1174872170" sldId="31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827287322" sldId="31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6"/>
        </pc:sldMkLst>
      </pc:sldChg>
      <pc:sldChg chg="addSp delSp modSp mod modTransition modAnim">
        <pc:chgData name="Fei" userId="d19317889db4c986" providerId="LiveId" clId="{E87CCF37-DE99-49C7-B77F-1E4C7A3FD6FA}" dt="2022-02-16T08:28:30.818" v="3350"/>
        <pc:sldMkLst>
          <pc:docMk/>
          <pc:sldMk cId="2050651053" sldId="328"/>
        </pc:sldMkLst>
        <pc:spChg chg="del mod">
          <ac:chgData name="Fei" userId="d19317889db4c986" providerId="LiveId" clId="{E87CCF37-DE99-49C7-B77F-1E4C7A3FD6FA}" dt="2022-02-16T03:24:25.720" v="932" actId="478"/>
          <ac:spMkLst>
            <pc:docMk/>
            <pc:sldMk cId="2050651053" sldId="328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8" creationId="{32BBE17A-8180-494D-BBD8-CD61CC5A98E6}"/>
          </ac:spMkLst>
        </pc:spChg>
        <pc:spChg chg="add del mod">
          <ac:chgData name="Fei" userId="d19317889db4c986" providerId="LiveId" clId="{E87CCF37-DE99-49C7-B77F-1E4C7A3FD6FA}" dt="2022-02-16T05:45:06.574" v="1234" actId="478"/>
          <ac:spMkLst>
            <pc:docMk/>
            <pc:sldMk cId="2050651053" sldId="328"/>
            <ac:spMk id="11" creationId="{523B90CA-D3B6-471B-A5C8-8FB73672C2A1}"/>
          </ac:spMkLst>
        </pc:spChg>
        <pc:spChg chg="add mod">
          <ac:chgData name="Fei" userId="d19317889db4c986" providerId="LiveId" clId="{E87CCF37-DE99-49C7-B77F-1E4C7A3FD6FA}" dt="2022-02-16T06:29:22.419" v="2039" actId="207"/>
          <ac:spMkLst>
            <pc:docMk/>
            <pc:sldMk cId="2050651053" sldId="328"/>
            <ac:spMk id="12" creationId="{F17D9A6C-5A9D-464A-BBF2-6393AB8E3DDA}"/>
          </ac:spMkLst>
        </pc:spChg>
        <pc:spChg chg="mod">
          <ac:chgData name="Fei" userId="d19317889db4c986" providerId="LiveId" clId="{E87CCF37-DE99-49C7-B77F-1E4C7A3FD6FA}" dt="2022-02-16T06:47:35.139" v="2298" actId="2711"/>
          <ac:spMkLst>
            <pc:docMk/>
            <pc:sldMk cId="2050651053" sldId="328"/>
            <ac:spMk id="14" creationId="{F2AFB2CF-1647-4493-B623-640AC7636180}"/>
          </ac:spMkLst>
        </pc:spChg>
        <pc:spChg chg="mod">
          <ac:chgData name="Fei" userId="d19317889db4c986" providerId="LiveId" clId="{E87CCF37-DE99-49C7-B77F-1E4C7A3FD6FA}" dt="2022-02-16T06:27:40.208" v="2014" actId="122"/>
          <ac:spMkLst>
            <pc:docMk/>
            <pc:sldMk cId="2050651053" sldId="328"/>
            <ac:spMk id="15" creationId="{1D7D2649-5F0D-447C-A398-04B8353BB3CB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2050651053" sldId="328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24:34.317" v="934" actId="478"/>
          <ac:picMkLst>
            <pc:docMk/>
            <pc:sldMk cId="2050651053" sldId="328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27.918" v="2392" actId="1035"/>
          <ac:picMkLst>
            <pc:docMk/>
            <pc:sldMk cId="2050651053" sldId="328"/>
            <ac:picMk id="13" creationId="{A671FBFC-0AFD-46A8-B455-D7B6E659BF1F}"/>
          </ac:picMkLst>
        </pc:picChg>
      </pc:sldChg>
      <pc:sldChg chg="delSp modSp mod modTransition delAnim modAnim">
        <pc:chgData name="Fei" userId="d19317889db4c986" providerId="LiveId" clId="{E87CCF37-DE99-49C7-B77F-1E4C7A3FD6FA}" dt="2022-02-16T08:28:14.070" v="3343"/>
        <pc:sldMkLst>
          <pc:docMk/>
          <pc:sldMk cId="2113596754" sldId="329"/>
        </pc:sldMkLst>
        <pc:spChg chg="del mod">
          <ac:chgData name="Fei" userId="d19317889db4c986" providerId="LiveId" clId="{E87CCF37-DE99-49C7-B77F-1E4C7A3FD6FA}" dt="2022-02-16T03:06:58.337" v="818" actId="478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8:57.418" v="2195" actId="207"/>
          <ac:spMkLst>
            <pc:docMk/>
            <pc:sldMk cId="2113596754" sldId="329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8:54.079" v="2194" actId="207"/>
          <ac:spMkLst>
            <pc:docMk/>
            <pc:sldMk cId="2113596754" sldId="329"/>
            <ac:spMk id="10" creationId="{FD4E03B7-8C81-864D-B432-51CCD293F808}"/>
          </ac:spMkLst>
        </pc:spChg>
        <pc:grpChg chg="del mod">
          <ac:chgData name="Fei" userId="d19317889db4c986" providerId="LiveId" clId="{E87CCF37-DE99-49C7-B77F-1E4C7A3FD6FA}" dt="2022-02-16T03:07:10.938" v="822" actId="478"/>
          <ac:grpSpMkLst>
            <pc:docMk/>
            <pc:sldMk cId="2113596754" sldId="329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3:07:58.267" v="835" actId="14100"/>
          <ac:picMkLst>
            <pc:docMk/>
            <pc:sldMk cId="2113596754" sldId="329"/>
            <ac:picMk id="4" creationId="{64A5C663-0C09-2448-836C-687D6785F4A4}"/>
          </ac:picMkLst>
        </pc:picChg>
      </pc:sldChg>
      <pc:sldChg chg="addSp delSp modSp mod modTransition modAnim modNotes">
        <pc:chgData name="Fei" userId="d19317889db4c986" providerId="LiveId" clId="{E87CCF37-DE99-49C7-B77F-1E4C7A3FD6FA}" dt="2022-02-16T08:28:16.374" v="3344"/>
        <pc:sldMkLst>
          <pc:docMk/>
          <pc:sldMk cId="1445921664" sldId="330"/>
        </pc:sldMkLst>
        <pc:spChg chg="del mod">
          <ac:chgData name="Fei" userId="d19317889db4c986" providerId="LiveId" clId="{E87CCF37-DE99-49C7-B77F-1E4C7A3FD6FA}" dt="2022-02-16T03:07:27.274" v="826" actId="478"/>
          <ac:spMkLst>
            <pc:docMk/>
            <pc:sldMk cId="1445921664" sldId="330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45:08.623" v="226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18.852" v="2199" actId="207"/>
          <ac:spMkLst>
            <pc:docMk/>
            <pc:sldMk cId="1445921664" sldId="330"/>
            <ac:spMk id="10" creationId="{FD4E03B7-8C81-864D-B432-51CCD293F80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445921664" sldId="330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18.586" v="841" actId="478"/>
          <ac:picMkLst>
            <pc:docMk/>
            <pc:sldMk cId="1445921664" sldId="330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19.611" v="842"/>
          <ac:picMkLst>
            <pc:docMk/>
            <pc:sldMk cId="1445921664" sldId="330"/>
            <ac:picMk id="11" creationId="{3E030B2E-7710-43F2-84C6-A38BF21C5622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17.692" v="3345"/>
        <pc:sldMkLst>
          <pc:docMk/>
          <pc:sldMk cId="3688734997" sldId="331"/>
        </pc:sldMkLst>
        <pc:spChg chg="del mod">
          <ac:chgData name="Fei" userId="d19317889db4c986" providerId="LiveId" clId="{E87CCF37-DE99-49C7-B77F-1E4C7A3FD6FA}" dt="2022-02-16T03:07:35.637" v="829" actId="478"/>
          <ac:spMkLst>
            <pc:docMk/>
            <pc:sldMk cId="3688734997" sldId="331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9:23.234" v="2200" actId="207"/>
          <ac:spMkLst>
            <pc:docMk/>
            <pc:sldMk cId="3688734997" sldId="331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30.672" v="2203" actId="113"/>
          <ac:spMkLst>
            <pc:docMk/>
            <pc:sldMk cId="3688734997" sldId="331"/>
            <ac:spMk id="10" creationId="{FD4E03B7-8C81-864D-B432-51CCD293F808}"/>
          </ac:spMkLst>
        </pc:spChg>
        <pc:spChg chg="del mod">
          <ac:chgData name="Fei" userId="d19317889db4c986" providerId="LiveId" clId="{E87CCF37-DE99-49C7-B77F-1E4C7A3FD6FA}" dt="2022-02-16T03:12:16.409" v="883" actId="478"/>
          <ac:spMkLst>
            <pc:docMk/>
            <pc:sldMk cId="3688734997" sldId="331"/>
            <ac:spMk id="12" creationId="{97346CCC-F160-C04A-BDBC-01190D71A735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688734997" sldId="331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21.543" v="843" actId="478"/>
          <ac:picMkLst>
            <pc:docMk/>
            <pc:sldMk cId="3688734997" sldId="331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22.686" v="844"/>
          <ac:picMkLst>
            <pc:docMk/>
            <pc:sldMk cId="3688734997" sldId="331"/>
            <ac:picMk id="13" creationId="{FEEC2934-791A-4E39-AB97-9AEB9ABF92A2}"/>
          </ac:picMkLst>
        </pc:picChg>
        <pc:picChg chg="mod">
          <ac:chgData name="Fei" userId="d19317889db4c986" providerId="LiveId" clId="{E87CCF37-DE99-49C7-B77F-1E4C7A3FD6FA}" dt="2022-02-16T03:12:18.864" v="884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6.278" v="3357"/>
        <pc:sldMkLst>
          <pc:docMk/>
          <pc:sldMk cId="779396015" sldId="332"/>
        </pc:sldMkLst>
        <pc:spChg chg="add del mod">
          <ac:chgData name="Fei" userId="d19317889db4c986" providerId="LiveId" clId="{E87CCF37-DE99-49C7-B77F-1E4C7A3FD6FA}" dt="2022-02-16T07:21:34.383" v="2695" actId="207"/>
          <ac:spMkLst>
            <pc:docMk/>
            <pc:sldMk cId="779396015" sldId="332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18:07.815" v="2661" actId="478"/>
          <ac:spMkLst>
            <pc:docMk/>
            <pc:sldMk cId="779396015" sldId="332"/>
            <ac:spMk id="3" creationId="{2AA714BD-677A-4AA9-A0F0-455570D4887E}"/>
          </ac:spMkLst>
        </pc:spChg>
        <pc:spChg chg="add mod">
          <ac:chgData name="Fei" userId="d19317889db4c986" providerId="LiveId" clId="{E87CCF37-DE99-49C7-B77F-1E4C7A3FD6FA}" dt="2022-02-16T07:19:42.086" v="2674" actId="1076"/>
          <ac:spMkLst>
            <pc:docMk/>
            <pc:sldMk cId="779396015" sldId="332"/>
            <ac:spMk id="4" creationId="{47961671-10F1-48D8-B889-1F88A35B35CE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5" creationId="{A6AD8FF1-B09B-47DD-A58F-FF5F870B2AF1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6" creationId="{8D974202-BECF-4668-8A51-8D7E7454E609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7" creationId="{8235559D-9A99-4EDB-87BD-339EC913109A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8" creationId="{750F14E5-9D33-4A5F-84C5-4C0414AE412D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9" creationId="{FF2C8C39-CFC8-4FD8-8F37-CEC639CAF76E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10" creationId="{5DE91C16-D477-4D47-B275-56F2EF869208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11" creationId="{2A212881-5B79-427A-AB95-195FD7C23B5B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12" creationId="{80130987-05DB-4278-95EC-57E6C801DA86}"/>
          </ac:spMkLst>
        </pc:spChg>
        <pc:spChg chg="add del mod">
          <ac:chgData name="Fei" userId="d19317889db4c986" providerId="LiveId" clId="{E87CCF37-DE99-49C7-B77F-1E4C7A3FD6FA}" dt="2022-02-16T07:30:55.034" v="2917" actId="20577"/>
          <ac:spMkLst>
            <pc:docMk/>
            <pc:sldMk cId="779396015" sldId="332"/>
            <ac:spMk id="14" creationId="{6ABE2A2D-8242-4275-842E-6C0A3FA13458}"/>
          </ac:spMkLst>
        </pc:spChg>
        <pc:grpChg chg="add mod">
          <ac:chgData name="Fei" userId="d19317889db4c986" providerId="LiveId" clId="{E87CCF37-DE99-49C7-B77F-1E4C7A3FD6FA}" dt="2022-02-16T07:31:44.714" v="2964" actId="164"/>
          <ac:grpSpMkLst>
            <pc:docMk/>
            <pc:sldMk cId="779396015" sldId="332"/>
            <ac:grpSpMk id="15" creationId="{7DA02AD6-19E1-4D6C-8720-F64413B2F865}"/>
          </ac:grpSpMkLst>
        </pc:grpChg>
        <pc:picChg chg="add mod">
          <ac:chgData name="Fei" userId="d19317889db4c986" providerId="LiveId" clId="{E87CCF37-DE99-49C7-B77F-1E4C7A3FD6FA}" dt="2022-02-16T07:03:41.595" v="2401"/>
          <ac:picMkLst>
            <pc:docMk/>
            <pc:sldMk cId="779396015" sldId="332"/>
            <ac:picMk id="13" creationId="{12C8861B-9A94-442D-9FE0-8488E2C5F8AC}"/>
          </ac:picMkLst>
        </pc:picChg>
      </pc:sldChg>
      <pc:sldChg chg="addSp delSp modSp del mod modAnim">
        <pc:chgData name="Fei" userId="d19317889db4c986" providerId="LiveId" clId="{E87CCF37-DE99-49C7-B77F-1E4C7A3FD6FA}" dt="2022-02-16T05:40:05.143" v="1163" actId="47"/>
        <pc:sldMkLst>
          <pc:docMk/>
          <pc:sldMk cId="3997665689" sldId="333"/>
        </pc:sldMkLst>
        <pc:spChg chg="del mod">
          <ac:chgData name="Fei" userId="d19317889db4c986" providerId="LiveId" clId="{E87CCF37-DE99-49C7-B77F-1E4C7A3FD6FA}" dt="2022-02-16T05:36:41.773" v="1126" actId="478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5:37:33.302" v="1137" actId="1076"/>
          <ac:spMkLst>
            <pc:docMk/>
            <pc:sldMk cId="3997665689" sldId="333"/>
            <ac:spMk id="12" creationId="{DE949213-57A9-471A-92E9-4F392170874B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3" creationId="{02563509-D651-4247-BD85-CB5088F596B3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4" creationId="{7F9A0FA8-E4A4-41DF-97BA-8161C8254BA9}"/>
          </ac:spMkLst>
        </pc:spChg>
        <pc:spChg chg="add mod">
          <ac:chgData name="Fei" userId="d19317889db4c986" providerId="LiveId" clId="{E87CCF37-DE99-49C7-B77F-1E4C7A3FD6FA}" dt="2022-02-16T05:38:16.484" v="1152" actId="14100"/>
          <ac:spMkLst>
            <pc:docMk/>
            <pc:sldMk cId="3997665689" sldId="333"/>
            <ac:spMk id="15" creationId="{FE7B5AE4-227F-400B-9858-C2EF7255DBC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997665689" sldId="333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2:49:34.017" v="263"/>
          <ac:picMkLst>
            <pc:docMk/>
            <pc:sldMk cId="3997665689" sldId="333"/>
            <ac:picMk id="4" creationId="{64A5C663-0C09-2448-836C-687D6785F4A4}"/>
          </ac:picMkLst>
        </pc:picChg>
      </pc:sldChg>
      <pc:sldChg chg="addSp delSp modSp mod modTransition modAnim modNotesTx">
        <pc:chgData name="Fei" userId="d19317889db4c986" providerId="LiveId" clId="{E87CCF37-DE99-49C7-B77F-1E4C7A3FD6FA}" dt="2022-02-16T08:28:29.910" v="3349"/>
        <pc:sldMkLst>
          <pc:docMk/>
          <pc:sldMk cId="1772499561" sldId="334"/>
        </pc:sldMkLst>
        <pc:spChg chg="del mod">
          <ac:chgData name="Fei" userId="d19317889db4c986" providerId="LiveId" clId="{E87CCF37-DE99-49C7-B77F-1E4C7A3FD6FA}" dt="2022-02-16T03:14:15.729" v="911" actId="478"/>
          <ac:spMkLst>
            <pc:docMk/>
            <pc:sldMk cId="1772499561" sldId="334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29:18.298" v="2038" actId="207"/>
          <ac:spMkLst>
            <pc:docMk/>
            <pc:sldMk cId="1772499561" sldId="334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5:59.779" v="2270" actId="948"/>
          <ac:spMkLst>
            <pc:docMk/>
            <pc:sldMk cId="1772499561" sldId="334"/>
            <ac:spMk id="12" creationId="{C8467766-A22E-40DB-9BC2-41BA83B362AE}"/>
          </ac:spMkLst>
        </pc:spChg>
        <pc:spChg chg="mod">
          <ac:chgData name="Fei" userId="d19317889db4c986" providerId="LiveId" clId="{E87CCF37-DE99-49C7-B77F-1E4C7A3FD6FA}" dt="2022-02-16T06:45:43.039" v="2268" actId="2711"/>
          <ac:spMkLst>
            <pc:docMk/>
            <pc:sldMk cId="1772499561" sldId="334"/>
            <ac:spMk id="13" creationId="{DBFA947A-5A2C-412A-AD19-F4786DD1BED6}"/>
          </ac:spMkLst>
        </pc:spChg>
        <pc:grpChg chg="del mod">
          <ac:chgData name="Fei" userId="d19317889db4c986" providerId="LiveId" clId="{E87CCF37-DE99-49C7-B77F-1E4C7A3FD6FA}" dt="2022-02-16T03:20:23.500" v="925" actId="478"/>
          <ac:grpSpMkLst>
            <pc:docMk/>
            <pc:sldMk cId="1772499561" sldId="334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19:32.388" v="915" actId="478"/>
          <ac:picMkLst>
            <pc:docMk/>
            <pc:sldMk cId="1772499561" sldId="334"/>
            <ac:picMk id="4" creationId="{64A5C663-0C09-2448-836C-687D6785F4A4}"/>
          </ac:picMkLst>
        </pc:picChg>
        <pc:picChg chg="mod">
          <ac:chgData name="Fei" userId="d19317889db4c986" providerId="LiveId" clId="{E87CCF37-DE99-49C7-B77F-1E4C7A3FD6FA}" dt="2022-02-16T06:28:36.695" v="2030" actId="1076"/>
          <ac:picMkLst>
            <pc:docMk/>
            <pc:sldMk cId="1772499561" sldId="334"/>
            <ac:picMk id="11" creationId="{2C721B03-C58B-4011-B173-09CC97364C74}"/>
          </ac:picMkLst>
        </pc:picChg>
        <pc:picChg chg="add mod">
          <ac:chgData name="Fei" userId="d19317889db4c986" providerId="LiveId" clId="{E87CCF37-DE99-49C7-B77F-1E4C7A3FD6FA}" dt="2022-02-16T07:03:20.988" v="2387"/>
          <ac:picMkLst>
            <pc:docMk/>
            <pc:sldMk cId="1772499561" sldId="334"/>
            <ac:picMk id="14" creationId="{17A4006B-64FA-44FC-B684-30AF4BA54DD5}"/>
          </ac:picMkLst>
        </pc:picChg>
        <pc:picChg chg="add del mod">
          <ac:chgData name="Fei" userId="d19317889db4c986" providerId="LiveId" clId="{E87CCF37-DE99-49C7-B77F-1E4C7A3FD6FA}" dt="2022-02-16T07:03:24.713" v="2389"/>
          <ac:picMkLst>
            <pc:docMk/>
            <pc:sldMk cId="1772499561" sldId="334"/>
            <ac:picMk id="15" creationId="{D8788CEE-DDDE-4DD3-B4D7-DE3E31D86E2E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8:28:31.802" v="3351"/>
        <pc:sldMkLst>
          <pc:docMk/>
          <pc:sldMk cId="1708672986" sldId="335"/>
        </pc:sldMkLst>
        <pc:spChg chg="del mod">
          <ac:chgData name="Fei" userId="d19317889db4c986" providerId="LiveId" clId="{E87CCF37-DE99-49C7-B77F-1E4C7A3FD6FA}" dt="2022-02-16T05:34:37.226" v="1093" actId="478"/>
          <ac:spMkLst>
            <pc:docMk/>
            <pc:sldMk cId="1708672986" sldId="335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3" creationId="{16870241-DFA3-5D41-B986-3405E638FC72}"/>
          </ac:spMkLst>
        </pc:spChg>
        <pc:spChg chg="del mod">
          <ac:chgData name="Fei" userId="d19317889db4c986" providerId="LiveId" clId="{E87CCF37-DE99-49C7-B77F-1E4C7A3FD6FA}" dt="2022-02-16T05:45:28.355" v="1246"/>
          <ac:spMkLst>
            <pc:docMk/>
            <pc:sldMk cId="1708672986" sldId="335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4:42.384" v="2108" actId="948"/>
          <ac:spMkLst>
            <pc:docMk/>
            <pc:sldMk cId="1708672986" sldId="335"/>
            <ac:spMk id="10" creationId="{D2B5C4BD-B5DB-4D15-94BC-390712EB60C2}"/>
          </ac:spMkLst>
        </pc:spChg>
        <pc:spChg chg="add mod">
          <ac:chgData name="Fei" userId="d19317889db4c986" providerId="LiveId" clId="{E87CCF37-DE99-49C7-B77F-1E4C7A3FD6FA}" dt="2022-02-16T06:29:25.137" v="2040" actId="207"/>
          <ac:spMkLst>
            <pc:docMk/>
            <pc:sldMk cId="1708672986" sldId="335"/>
            <ac:spMk id="11" creationId="{192E154D-21AC-4496-9A9F-B2147A0BC7C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708672986" sldId="335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6:29:14.289" v="2037" actId="478"/>
          <ac:picMkLst>
            <pc:docMk/>
            <pc:sldMk cId="1708672986" sldId="335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2" creationId="{B4C53081-EFDA-47B8-9C9B-19FB655C026B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4" creationId="{BCCE5CCD-082A-4B1C-814A-919AC6628489}"/>
          </ac:picMkLst>
        </pc:picChg>
        <pc:picChg chg="add mod">
          <ac:chgData name="Fei" userId="d19317889db4c986" providerId="LiveId" clId="{E87CCF37-DE99-49C7-B77F-1E4C7A3FD6FA}" dt="2022-02-16T07:03:30.417" v="2393"/>
          <ac:picMkLst>
            <pc:docMk/>
            <pc:sldMk cId="1708672986" sldId="335"/>
            <ac:picMk id="15" creationId="{92D61EC4-6DBD-4A8C-9493-47029E89E0C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3.285" v="3353"/>
        <pc:sldMkLst>
          <pc:docMk/>
          <pc:sldMk cId="4231211157" sldId="336"/>
        </pc:sldMkLst>
        <pc:spChg chg="del mod">
          <ac:chgData name="Fei" userId="d19317889db4c986" providerId="LiveId" clId="{E87CCF37-DE99-49C7-B77F-1E4C7A3FD6FA}" dt="2022-02-16T05:45:32.394" v="1247" actId="478"/>
          <ac:spMkLst>
            <pc:docMk/>
            <pc:sldMk cId="4231211157" sldId="336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8:10.291" v="2310" actId="1036"/>
          <ac:spMkLst>
            <pc:docMk/>
            <pc:sldMk cId="4231211157" sldId="336"/>
            <ac:spMk id="9" creationId="{74C94C83-CB5C-4087-BBD1-9EDE4C99059F}"/>
          </ac:spMkLst>
        </pc:spChg>
        <pc:spChg chg="mod">
          <ac:chgData name="Fei" userId="d19317889db4c986" providerId="LiveId" clId="{E87CCF37-DE99-49C7-B77F-1E4C7A3FD6FA}" dt="2022-02-16T06:49:22.289" v="2319" actId="20577"/>
          <ac:spMkLst>
            <pc:docMk/>
            <pc:sldMk cId="4231211157" sldId="336"/>
            <ac:spMk id="15" creationId="{FFC6ABE9-9BFE-4ACD-A506-BA9B34043FE4}"/>
          </ac:spMkLst>
        </pc:spChg>
        <pc:spChg chg="mod">
          <ac:chgData name="Fei" userId="d19317889db4c986" providerId="LiveId" clId="{E87CCF37-DE99-49C7-B77F-1E4C7A3FD6FA}" dt="2022-02-16T06:48:45.859" v="2314" actId="207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6:49:09.026" v="2317" actId="207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Fei" userId="d19317889db4c986" providerId="LiveId" clId="{E87CCF37-DE99-49C7-B77F-1E4C7A3FD6FA}" dt="2022-02-16T06:38:03.383" v="2186" actId="14100"/>
          <ac:spMkLst>
            <pc:docMk/>
            <pc:sldMk cId="4231211157" sldId="336"/>
            <ac:spMk id="21" creationId="{37840F0A-D7E8-439E-B0D0-2E844C8A852A}"/>
          </ac:spMkLst>
        </pc:spChg>
        <pc:spChg chg="add mod">
          <ac:chgData name="Fei" userId="d19317889db4c986" providerId="LiveId" clId="{E87CCF37-DE99-49C7-B77F-1E4C7A3FD6FA}" dt="2022-02-16T06:37:23.418" v="2169" actId="207"/>
          <ac:spMkLst>
            <pc:docMk/>
            <pc:sldMk cId="4231211157" sldId="336"/>
            <ac:spMk id="23" creationId="{E1EEC25B-5C51-495C-B5EC-1F8CA9F7B65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4231211157" sldId="336"/>
            <ac:grpSpMk id="6" creationId="{236A6C2E-947B-E14A-A448-3CA3C70DFB03}"/>
          </ac:grpSpMkLst>
        </pc:grpChg>
        <pc:grpChg chg="mod">
          <ac:chgData name="Fei" userId="d19317889db4c986" providerId="LiveId" clId="{E87CCF37-DE99-49C7-B77F-1E4C7A3FD6FA}" dt="2022-02-16T06:38:16.052" v="2190" actId="14100"/>
          <ac:grpSpMkLst>
            <pc:docMk/>
            <pc:sldMk cId="4231211157" sldId="336"/>
            <ac:grpSpMk id="17" creationId="{836464A8-F224-4AD4-AC4A-27898748B960}"/>
          </ac:grpSpMkLst>
        </pc:grpChg>
        <pc:grpChg chg="mod">
          <ac:chgData name="Fei" userId="d19317889db4c986" providerId="LiveId" clId="{E87CCF37-DE99-49C7-B77F-1E4C7A3FD6FA}" dt="2022-02-16T06:38:03.383" v="2186" actId="14100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Fei" userId="d19317889db4c986" providerId="LiveId" clId="{E87CCF37-DE99-49C7-B77F-1E4C7A3FD6FA}" dt="2022-02-16T06:48:19.707" v="231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Fei" userId="d19317889db4c986" providerId="LiveId" clId="{E87CCF37-DE99-49C7-B77F-1E4C7A3FD6FA}" dt="2022-02-16T06:38:06.492" v="2187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  <pc:picChg chg="del mod">
          <ac:chgData name="Fei" userId="d19317889db4c986" providerId="LiveId" clId="{E87CCF37-DE99-49C7-B77F-1E4C7A3FD6FA}" dt="2022-02-16T05:56:16.149" v="1425" actId="478"/>
          <ac:picMkLst>
            <pc:docMk/>
            <pc:sldMk cId="4231211157" sldId="336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2.657" v="2395"/>
          <ac:picMkLst>
            <pc:docMk/>
            <pc:sldMk cId="4231211157" sldId="336"/>
            <ac:picMk id="24" creationId="{8B9FD3F6-7C2B-4E45-8C44-35DBD49FB59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4.886" v="3355"/>
        <pc:sldMkLst>
          <pc:docMk/>
          <pc:sldMk cId="1151378953" sldId="337"/>
        </pc:sldMkLst>
        <pc:spChg chg="del mod">
          <ac:chgData name="Fei" userId="d19317889db4c986" providerId="LiveId" clId="{E87CCF37-DE99-49C7-B77F-1E4C7A3FD6FA}" dt="2022-02-16T05:45:57.804" v="1258" actId="478"/>
          <ac:spMkLst>
            <pc:docMk/>
            <pc:sldMk cId="1151378953" sldId="337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7:01:10.257" v="2343" actId="207"/>
          <ac:spMkLst>
            <pc:docMk/>
            <pc:sldMk cId="1151378953" sldId="337"/>
            <ac:spMk id="11" creationId="{21CEA8BC-8838-416F-9922-2429F166F83F}"/>
          </ac:spMkLst>
        </pc:spChg>
        <pc:spChg chg="add mod">
          <ac:chgData name="Fei" userId="d19317889db4c986" providerId="LiveId" clId="{E87CCF37-DE99-49C7-B77F-1E4C7A3FD6FA}" dt="2022-02-16T07:09:55.787" v="2608" actId="207"/>
          <ac:spMkLst>
            <pc:docMk/>
            <pc:sldMk cId="1151378953" sldId="337"/>
            <ac:spMk id="13" creationId="{EE3DDA77-E44C-40FA-ADEB-BE912F9BE7D4}"/>
          </ac:spMkLst>
        </pc:spChg>
        <pc:spChg chg="add mod">
          <ac:chgData name="Fei" userId="d19317889db4c986" providerId="LiveId" clId="{E87CCF37-DE99-49C7-B77F-1E4C7A3FD6FA}" dt="2022-02-16T07:08:49.430" v="2596" actId="1076"/>
          <ac:spMkLst>
            <pc:docMk/>
            <pc:sldMk cId="1151378953" sldId="337"/>
            <ac:spMk id="14" creationId="{EA8DF847-F28D-40A9-9417-5596EB5131A1}"/>
          </ac:spMkLst>
        </pc:spChg>
        <pc:spChg chg="mod">
          <ac:chgData name="Fei" userId="d19317889db4c986" providerId="LiveId" clId="{E87CCF37-DE99-49C7-B77F-1E4C7A3FD6FA}" dt="2022-02-16T07:15:04.789" v="2660" actId="207"/>
          <ac:spMkLst>
            <pc:docMk/>
            <pc:sldMk cId="1151378953" sldId="337"/>
            <ac:spMk id="23" creationId="{1B88DC17-C799-4CF4-8163-4E23EA6828C6}"/>
          </ac:spMkLst>
        </pc:spChg>
        <pc:spChg chg="del mod">
          <ac:chgData name="Fei" userId="d19317889db4c986" providerId="LiveId" clId="{E87CCF37-DE99-49C7-B77F-1E4C7A3FD6FA}" dt="2022-02-16T07:05:50.909" v="2482" actId="478"/>
          <ac:spMkLst>
            <pc:docMk/>
            <pc:sldMk cId="1151378953" sldId="337"/>
            <ac:spMk id="24" creationId="{F57D6410-3E81-415D-A58A-4ADE1E4DBE1F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151378953" sldId="337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7:01:16.888" v="2344" actId="478"/>
          <ac:picMkLst>
            <pc:docMk/>
            <pc:sldMk cId="1151378953" sldId="337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5.327" v="2397"/>
          <ac:picMkLst>
            <pc:docMk/>
            <pc:sldMk cId="1151378953" sldId="337"/>
            <ac:picMk id="12" creationId="{88F578CD-4790-4A79-8510-AC3AE03472F7}"/>
          </ac:picMkLst>
        </pc:picChg>
      </pc:sldChg>
      <pc:sldChg chg="modSp del modNotes">
        <pc:chgData name="Fei" userId="d19317889db4c986" providerId="LiveId" clId="{E87CCF37-DE99-49C7-B77F-1E4C7A3FD6FA}" dt="2022-02-16T05:40:57.331" v="1166" actId="47"/>
        <pc:sldMkLst>
          <pc:docMk/>
          <pc:sldMk cId="2749613802" sldId="338"/>
        </pc:sldMkLst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1" creationId="{11442075-59CD-5449-88BA-231A0DF591C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2" creationId="{1CD14DBB-968D-C045-8A28-0E762E95A44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9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0" creationId="{00000000-0000-0000-0000-000000000000}"/>
          </ac:spMkLst>
        </pc:spChg>
      </pc:sldChg>
      <pc:sldChg chg="new del">
        <pc:chgData name="Fei" userId="d19317889db4c986" providerId="LiveId" clId="{E87CCF37-DE99-49C7-B77F-1E4C7A3FD6FA}" dt="2022-02-16T03:13:44.496" v="909" actId="47"/>
        <pc:sldMkLst>
          <pc:docMk/>
          <pc:sldMk cId="3761312960" sldId="339"/>
        </pc:sldMkLst>
      </pc:sldChg>
      <pc:sldChg chg="addSp delSp modSp new mod modTransition">
        <pc:chgData name="Fei" userId="d19317889db4c986" providerId="LiveId" clId="{E87CCF37-DE99-49C7-B77F-1E4C7A3FD6FA}" dt="2022-02-16T08:27:46.488" v="3339"/>
        <pc:sldMkLst>
          <pc:docMk/>
          <pc:sldMk cId="1494529122" sldId="340"/>
        </pc:sldMkLst>
        <pc:spChg chg="add del mod">
          <ac:chgData name="Fei" userId="d19317889db4c986" providerId="LiveId" clId="{E87CCF37-DE99-49C7-B77F-1E4C7A3FD6FA}" dt="2022-02-16T02:34:36.601" v="6" actId="478"/>
          <ac:spMkLst>
            <pc:docMk/>
            <pc:sldMk cId="1494529122" sldId="340"/>
            <ac:spMk id="3" creationId="{A2C6DB5C-8E93-40E2-8F53-A5CAC05D65D4}"/>
          </ac:spMkLst>
        </pc:spChg>
        <pc:spChg chg="add mod">
          <ac:chgData name="Fei" userId="d19317889db4c986" providerId="LiveId" clId="{E87CCF37-DE99-49C7-B77F-1E4C7A3FD6FA}" dt="2022-02-16T06:41:55.144" v="2227" actId="20577"/>
          <ac:spMkLst>
            <pc:docMk/>
            <pc:sldMk cId="1494529122" sldId="340"/>
            <ac:spMk id="4" creationId="{7BCA0317-DE1F-4041-8290-BF2F6C39F75D}"/>
          </ac:spMkLst>
        </pc:spChg>
        <pc:spChg chg="add mod">
          <ac:chgData name="Fei" userId="d19317889db4c986" providerId="LiveId" clId="{E87CCF37-DE99-49C7-B77F-1E4C7A3FD6FA}" dt="2022-02-16T06:44:50.012" v="2264"/>
          <ac:spMkLst>
            <pc:docMk/>
            <pc:sldMk cId="1494529122" sldId="340"/>
            <ac:spMk id="8" creationId="{E1C70F4F-8367-41BA-979A-C6A8C59E4368}"/>
          </ac:spMkLst>
        </pc:spChg>
        <pc:graphicFrameChg chg="add mod modGraphic">
          <ac:chgData name="Fei" userId="d19317889db4c986" providerId="LiveId" clId="{E87CCF37-DE99-49C7-B77F-1E4C7A3FD6FA}" dt="2022-02-16T06:43:58.714" v="2248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add del mod modGraphic">
          <ac:chgData name="Fei" userId="d19317889db4c986" providerId="LiveId" clId="{E87CCF37-DE99-49C7-B77F-1E4C7A3FD6FA}" dt="2022-02-16T02:39:48.835" v="146" actId="478"/>
          <ac:graphicFrameMkLst>
            <pc:docMk/>
            <pc:sldMk cId="1494529122" sldId="340"/>
            <ac:graphicFrameMk id="6" creationId="{5AB9EE8B-C4C4-4B6A-B10E-9609269FA033}"/>
          </ac:graphicFrameMkLst>
        </pc:graphicFrameChg>
        <pc:graphicFrameChg chg="add mod modGraphic">
          <ac:chgData name="Fei" userId="d19317889db4c986" providerId="LiveId" clId="{E87CCF37-DE99-49C7-B77F-1E4C7A3FD6FA}" dt="2022-02-16T06:44:06.924" v="2250"/>
          <ac:graphicFrameMkLst>
            <pc:docMk/>
            <pc:sldMk cId="1494529122" sldId="340"/>
            <ac:graphicFrameMk id="7" creationId="{76D75AE2-CC26-4ED2-A60F-1100762AEC24}"/>
          </ac:graphicFrameMkLst>
        </pc:graphicFrameChg>
        <pc:picChg chg="add mod">
          <ac:chgData name="Fei" userId="d19317889db4c986" providerId="LiveId" clId="{E87CCF37-DE99-49C7-B77F-1E4C7A3FD6FA}" dt="2022-02-16T03:08:07.339" v="836"/>
          <ac:picMkLst>
            <pc:docMk/>
            <pc:sldMk cId="1494529122" sldId="340"/>
            <ac:picMk id="9" creationId="{40B4B17F-1C33-4D9F-87C3-65CA42B46F60}"/>
          </ac:picMkLst>
        </pc:picChg>
      </pc:sldChg>
      <pc:sldChg chg="modSp add mod modTransition">
        <pc:chgData name="Fei" userId="d19317889db4c986" providerId="LiveId" clId="{E87CCF37-DE99-49C7-B77F-1E4C7A3FD6FA}" dt="2022-02-16T08:28:18.548" v="3346"/>
        <pc:sldMkLst>
          <pc:docMk/>
          <pc:sldMk cId="1566070332" sldId="341"/>
        </pc:sldMkLst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6" creationId="{BD64B7BC-7B0B-4F4A-8C4B-DA2BE2367718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7" creationId="{2D9D4399-425F-4A7A-947C-7FBCAF173685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8" creationId="{E25B423D-168F-487F-8F77-4CE3D5675AEA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9" creationId="{5AD71633-FDC2-4556-882D-1654D6463D40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20" creationId="{646B3A50-226D-438A-8D07-1E9F0B268015}"/>
          </ac:spMkLst>
        </pc:spChg>
      </pc:sldChg>
      <pc:sldChg chg="addSp delSp modSp new del mod modAnim">
        <pc:chgData name="Fei" userId="d19317889db4c986" providerId="LiveId" clId="{E87CCF37-DE99-49C7-B77F-1E4C7A3FD6FA}" dt="2022-02-16T06:40:42.744" v="2209" actId="2696"/>
        <pc:sldMkLst>
          <pc:docMk/>
          <pc:sldMk cId="4225645614" sldId="341"/>
        </pc:sldMkLst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2" creationId="{8DEA2489-AC71-41F8-BDC8-9ACB0DA8F986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3" creationId="{FA9B2FED-71E5-410E-BA67-A87D50480839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4" creationId="{2C8031EA-744E-4AF7-A1A4-F1A6384CDC9B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5" creationId="{4155A263-BDD0-4686-A5A9-E7D77EA47670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6" creationId="{A6276939-30CF-4F09-A12D-9419D3E93F1E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7" creationId="{11ACCEBC-21EF-4DCF-A96D-E84370798783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8" creationId="{CA83F7B2-F339-45B2-9621-9E0F5C2D28B7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9" creationId="{EFB054E5-33FA-4E53-97F0-7E6C958E10B3}"/>
          </ac:spMkLst>
        </pc:spChg>
        <pc:spChg chg="add mod">
          <ac:chgData name="Fei" userId="d19317889db4c986" providerId="LiveId" clId="{E87CCF37-DE99-49C7-B77F-1E4C7A3FD6FA}" dt="2022-02-16T03:00:11.391" v="676" actId="1035"/>
          <ac:spMkLst>
            <pc:docMk/>
            <pc:sldMk cId="4225645614" sldId="341"/>
            <ac:spMk id="10" creationId="{70D050DC-AA1B-4AFD-97A9-933BCB8B64D0}"/>
          </ac:spMkLst>
        </pc:spChg>
        <pc:spChg chg="add mod">
          <ac:chgData name="Fei" userId="d19317889db4c986" providerId="LiveId" clId="{E87CCF37-DE99-49C7-B77F-1E4C7A3FD6FA}" dt="2022-02-16T02:59:58.490" v="664" actId="1036"/>
          <ac:spMkLst>
            <pc:docMk/>
            <pc:sldMk cId="4225645614" sldId="341"/>
            <ac:spMk id="11" creationId="{A5F30993-D5E4-453E-86FB-51331B7810BE}"/>
          </ac:spMkLst>
        </pc:spChg>
        <pc:spChg chg="add mod">
          <ac:chgData name="Fei" userId="d19317889db4c986" providerId="LiveId" clId="{E87CCF37-DE99-49C7-B77F-1E4C7A3FD6FA}" dt="2022-02-16T06:40:05.937" v="2204" actId="207"/>
          <ac:spMkLst>
            <pc:docMk/>
            <pc:sldMk cId="4225645614" sldId="341"/>
            <ac:spMk id="12" creationId="{04847B3D-B81E-42E8-99CB-ECF237918E6B}"/>
          </ac:spMkLst>
        </pc:spChg>
        <pc:spChg chg="add mod">
          <ac:chgData name="Fei" userId="d19317889db4c986" providerId="LiveId" clId="{E87CCF37-DE99-49C7-B77F-1E4C7A3FD6FA}" dt="2022-02-16T06:40:08.202" v="2205" actId="207"/>
          <ac:spMkLst>
            <pc:docMk/>
            <pc:sldMk cId="4225645614" sldId="341"/>
            <ac:spMk id="13" creationId="{677A40D1-346B-405E-AF1D-26629E7DB444}"/>
          </ac:spMkLst>
        </pc:spChg>
        <pc:spChg chg="add mod">
          <ac:chgData name="Fei" userId="d19317889db4c986" providerId="LiveId" clId="{E87CCF37-DE99-49C7-B77F-1E4C7A3FD6FA}" dt="2022-02-16T02:59:53.301" v="653" actId="1036"/>
          <ac:spMkLst>
            <pc:docMk/>
            <pc:sldMk cId="4225645614" sldId="341"/>
            <ac:spMk id="14" creationId="{32057B4F-34A0-4393-98E3-613A7F9C7261}"/>
          </ac:spMkLst>
        </pc:spChg>
        <pc:spChg chg="add del mod">
          <ac:chgData name="Fei" userId="d19317889db4c986" providerId="LiveId" clId="{E87CCF37-DE99-49C7-B77F-1E4C7A3FD6FA}" dt="2022-02-16T02:54:29.006" v="546" actId="767"/>
          <ac:spMkLst>
            <pc:docMk/>
            <pc:sldMk cId="4225645614" sldId="341"/>
            <ac:spMk id="15" creationId="{80C142D2-7D9B-4BFB-97E9-86FF16586735}"/>
          </ac:spMkLst>
        </pc:spChg>
        <pc:spChg chg="add mod">
          <ac:chgData name="Fei" userId="d19317889db4c986" providerId="LiveId" clId="{E87CCF37-DE99-49C7-B77F-1E4C7A3FD6FA}" dt="2022-02-16T03:01:28.595" v="717" actId="20577"/>
          <ac:spMkLst>
            <pc:docMk/>
            <pc:sldMk cId="4225645614" sldId="341"/>
            <ac:spMk id="16" creationId="{BD64B7BC-7B0B-4F4A-8C4B-DA2BE2367718}"/>
          </ac:spMkLst>
        </pc:spChg>
        <pc:spChg chg="add mod">
          <ac:chgData name="Fei" userId="d19317889db4c986" providerId="LiveId" clId="{E87CCF37-DE99-49C7-B77F-1E4C7A3FD6FA}" dt="2022-02-16T03:01:02.431" v="700" actId="1035"/>
          <ac:spMkLst>
            <pc:docMk/>
            <pc:sldMk cId="4225645614" sldId="341"/>
            <ac:spMk id="17" creationId="{2D9D4399-425F-4A7A-947C-7FBCAF173685}"/>
          </ac:spMkLst>
        </pc:spChg>
        <pc:spChg chg="add mod">
          <ac:chgData name="Fei" userId="d19317889db4c986" providerId="LiveId" clId="{E87CCF37-DE99-49C7-B77F-1E4C7A3FD6FA}" dt="2022-02-16T03:01:05.174" v="708" actId="1035"/>
          <ac:spMkLst>
            <pc:docMk/>
            <pc:sldMk cId="4225645614" sldId="341"/>
            <ac:spMk id="18" creationId="{E25B423D-168F-487F-8F77-4CE3D5675AEA}"/>
          </ac:spMkLst>
        </pc:spChg>
        <pc:spChg chg="add mod">
          <ac:chgData name="Fei" userId="d19317889db4c986" providerId="LiveId" clId="{E87CCF37-DE99-49C7-B77F-1E4C7A3FD6FA}" dt="2022-02-16T03:01:07.829" v="716" actId="1035"/>
          <ac:spMkLst>
            <pc:docMk/>
            <pc:sldMk cId="4225645614" sldId="341"/>
            <ac:spMk id="19" creationId="{5AD71633-FDC2-4556-882D-1654D6463D40}"/>
          </ac:spMkLst>
        </pc:spChg>
        <pc:spChg chg="add mod">
          <ac:chgData name="Fei" userId="d19317889db4c986" providerId="LiveId" clId="{E87CCF37-DE99-49C7-B77F-1E4C7A3FD6FA}" dt="2022-02-16T05:29:35.973" v="1021" actId="20577"/>
          <ac:spMkLst>
            <pc:docMk/>
            <pc:sldMk cId="4225645614" sldId="341"/>
            <ac:spMk id="20" creationId="{646B3A50-226D-438A-8D07-1E9F0B268015}"/>
          </ac:spMkLst>
        </pc:spChg>
        <pc:picChg chg="add mod">
          <ac:chgData name="Fei" userId="d19317889db4c986" providerId="LiveId" clId="{E87CCF37-DE99-49C7-B77F-1E4C7A3FD6FA}" dt="2022-02-16T03:08:11.324" v="838" actId="1036"/>
          <ac:picMkLst>
            <pc:docMk/>
            <pc:sldMk cId="4225645614" sldId="341"/>
            <ac:picMk id="21" creationId="{28BFA854-C765-442C-9D7D-DB3EF3606819}"/>
          </ac:picMkLst>
        </pc:picChg>
      </pc:sldChg>
      <pc:sldChg chg="addSp modSp new mod modTransition">
        <pc:chgData name="Fei" userId="d19317889db4c986" providerId="LiveId" clId="{E87CCF37-DE99-49C7-B77F-1E4C7A3FD6FA}" dt="2022-02-16T08:28:00.416" v="3341"/>
        <pc:sldMkLst>
          <pc:docMk/>
          <pc:sldMk cId="382227545" sldId="342"/>
        </pc:sldMkLst>
        <pc:spChg chg="add mod">
          <ac:chgData name="Fei" userId="d19317889db4c986" providerId="LiveId" clId="{E87CCF37-DE99-49C7-B77F-1E4C7A3FD6FA}" dt="2022-02-16T06:40:28.084" v="2208" actId="1076"/>
          <ac:spMkLst>
            <pc:docMk/>
            <pc:sldMk cId="382227545" sldId="342"/>
            <ac:spMk id="3" creationId="{03F9E30B-88EC-490E-9F85-52DAC84B15DF}"/>
          </ac:spMkLst>
        </pc:spChg>
        <pc:picChg chg="add mod">
          <ac:chgData name="Fei" userId="d19317889db4c986" providerId="LiveId" clId="{E87CCF37-DE99-49C7-B77F-1E4C7A3FD6FA}" dt="2022-02-16T03:08:13.426" v="839"/>
          <ac:picMkLst>
            <pc:docMk/>
            <pc:sldMk cId="382227545" sldId="342"/>
            <ac:picMk id="4" creationId="{6420A0F1-440E-4B0A-8DA1-C72794003A7A}"/>
          </ac:picMkLst>
        </pc:picChg>
      </pc:sldChg>
      <pc:sldChg chg="add del">
        <pc:chgData name="Fei" userId="d19317889db4c986" providerId="LiveId" clId="{E87CCF37-DE99-49C7-B77F-1E4C7A3FD6FA}" dt="2022-02-16T03:02:18.258" v="718" actId="47"/>
        <pc:sldMkLst>
          <pc:docMk/>
          <pc:sldMk cId="1221339689" sldId="342"/>
        </pc:sldMkLst>
      </pc:sldChg>
      <pc:sldChg chg="addSp delSp modSp add mod modTransition modAnim">
        <pc:chgData name="Fei" userId="d19317889db4c986" providerId="LiveId" clId="{E87CCF37-DE99-49C7-B77F-1E4C7A3FD6FA}" dt="2022-02-16T08:28:38.873" v="3361"/>
        <pc:sldMkLst>
          <pc:docMk/>
          <pc:sldMk cId="3617927023" sldId="343"/>
        </pc:sldMkLst>
        <pc:spChg chg="mod">
          <ac:chgData name="Fei" userId="d19317889db4c986" providerId="LiveId" clId="{E87CCF37-DE99-49C7-B77F-1E4C7A3FD6FA}" dt="2022-02-16T07:34:01.803" v="3082" actId="1076"/>
          <ac:spMkLst>
            <pc:docMk/>
            <pc:sldMk cId="3617927023" sldId="343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30:06.924" v="2878" actId="21"/>
          <ac:spMkLst>
            <pc:docMk/>
            <pc:sldMk cId="3617927023" sldId="343"/>
            <ac:spMk id="4" creationId="{D57D6E24-91D5-4716-8FBE-8D18EE3EF8EF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5" creationId="{68EAA3F1-1FD5-49F1-9E41-927ADE29F39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6" creationId="{AA585D94-7732-4325-8EBE-5520DC615C8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0" creationId="{FFB2A8DE-AAB2-4592-84CA-9ADFAF1CC5A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1" creationId="{3D42309E-2831-41BB-84A5-7E73DF4F09D8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2" creationId="{72F9D26F-2837-4343-970D-00B9D13FE032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3" creationId="{E32CECA4-9219-4989-A45B-9201EF15C3ED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4" creationId="{2ED8CD55-4187-4271-B6B3-16294503B00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6" creationId="{63BA71E9-3005-4151-A3CF-267C84E4E6F5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7" creationId="{26A931FC-CB34-4E21-B00E-8908CEC77BC1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8" creationId="{57D214EE-EC03-4538-A743-51984EC755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9" creationId="{55B875C2-763A-49AB-BDD8-5F9D56D36C29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0" creationId="{AA60BFA7-55CF-46FB-9235-9D02D5809CB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2" creationId="{51AAA8AC-79AA-42AE-B30E-8DD00CF7541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3" creationId="{B025677F-EDC5-4C24-BD40-7FFF557B3D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4" creationId="{DB97E06E-A946-4268-A127-D0AD4DDA9714}"/>
          </ac:spMkLst>
        </pc:s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9" creationId="{74A04FC0-056E-4C17-A752-F9CAAAB3F3E2}"/>
          </ac:grpSpMkLst>
        </pc:gr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21" creationId="{9617226A-1BC3-4F26-80F8-82C403B93C67}"/>
          </ac:grpSpMkLst>
        </pc:grp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7" creationId="{5B3B6897-80B6-41FF-AA08-60829DBF7AD8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8" creationId="{E53E3313-2B7E-47F2-8D7C-D35E65CB6A36}"/>
          </ac:graphicFrameMkLst>
        </pc:graphicFrameChg>
        <pc:graphicFrameChg chg="mod">
          <ac:chgData name="Fei" userId="d19317889db4c986" providerId="LiveId" clId="{E87CCF37-DE99-49C7-B77F-1E4C7A3FD6FA}" dt="2022-02-16T07:33:48.477" v="3071" actId="1036"/>
          <ac:graphicFrameMkLst>
            <pc:docMk/>
            <pc:sldMk cId="3617927023" sldId="343"/>
            <ac:graphicFrameMk id="15" creationId="{51B89D85-E318-485C-AE9E-E39974B83D2B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25" creationId="{150DC823-ADEA-452A-9846-CD89C52BE190}"/>
          </ac:graphicFrameMkLst>
        </pc:graphicFrameChg>
        <pc:picChg chg="add mod">
          <ac:chgData name="Fei" userId="d19317889db4c986" providerId="LiveId" clId="{E87CCF37-DE99-49C7-B77F-1E4C7A3FD6FA}" dt="2022-02-16T07:03:47.667" v="2406"/>
          <ac:picMkLst>
            <pc:docMk/>
            <pc:sldMk cId="3617927023" sldId="343"/>
            <ac:picMk id="3" creationId="{3D2D9231-7FF3-49C1-9A7A-E83E8212033E}"/>
          </ac:picMkLst>
        </pc:picChg>
      </pc:sldChg>
      <pc:sldChg chg="addSp modSp add del mod modTransition">
        <pc:chgData name="Fei" userId="d19317889db4c986" providerId="LiveId" clId="{E87CCF37-DE99-49C7-B77F-1E4C7A3FD6FA}" dt="2022-02-16T08:28:47.124" v="3371"/>
        <pc:sldMkLst>
          <pc:docMk/>
          <pc:sldMk cId="1151947026" sldId="344"/>
        </pc:sldMkLst>
        <pc:spChg chg="mod">
          <ac:chgData name="Fei" userId="d19317889db4c986" providerId="LiveId" clId="{E87CCF37-DE99-49C7-B77F-1E4C7A3FD6FA}" dt="2022-02-16T07:46:51.862" v="3332" actId="207"/>
          <ac:spMkLst>
            <pc:docMk/>
            <pc:sldMk cId="1151947026" sldId="344"/>
            <ac:spMk id="2" creationId="{59CD368B-C60F-43CD-BA5F-8B2CCD59DD97}"/>
          </ac:spMkLst>
        </pc:spChg>
        <pc:picChg chg="add mod">
          <ac:chgData name="Fei" userId="d19317889db4c986" providerId="LiveId" clId="{E87CCF37-DE99-49C7-B77F-1E4C7A3FD6FA}" dt="2022-02-16T07:03:56.888" v="2415"/>
          <ac:picMkLst>
            <pc:docMk/>
            <pc:sldMk cId="1151947026" sldId="344"/>
            <ac:picMk id="3" creationId="{E2DFC9F4-DAE4-4451-BEF4-3C06A137ACE8}"/>
          </ac:picMkLst>
        </pc:picChg>
        <pc:picChg chg="add mod">
          <ac:chgData name="Fei" userId="d19317889db4c986" providerId="LiveId" clId="{E87CCF37-DE99-49C7-B77F-1E4C7A3FD6FA}" dt="2022-02-16T07:49:25.223" v="3337" actId="1076"/>
          <ac:picMkLst>
            <pc:docMk/>
            <pc:sldMk cId="1151947026" sldId="344"/>
            <ac:picMk id="5" creationId="{46A5F97C-4A8C-47A1-884F-95CA1CEEAF28}"/>
          </ac:picMkLst>
        </pc:picChg>
      </pc:sldChg>
      <pc:sldChg chg="addSp delSp modSp new mod modTransition">
        <pc:chgData name="Fei" userId="d19317889db4c986" providerId="LiveId" clId="{E87CCF37-DE99-49C7-B77F-1E4C7A3FD6FA}" dt="2022-02-16T08:28:32.612" v="3352"/>
        <pc:sldMkLst>
          <pc:docMk/>
          <pc:sldMk cId="115241530" sldId="345"/>
        </pc:sldMkLst>
        <pc:spChg chg="add del mod">
          <ac:chgData name="Fei" userId="d19317889db4c986" providerId="LiveId" clId="{E87CCF37-DE99-49C7-B77F-1E4C7A3FD6FA}" dt="2022-02-16T06:34:11.600" v="2103"/>
          <ac:spMkLst>
            <pc:docMk/>
            <pc:sldMk cId="115241530" sldId="345"/>
            <ac:spMk id="2" creationId="{FB207D22-4ED1-D447-BEB1-4714B4D3A268}"/>
          </ac:spMkLst>
        </pc:spChg>
        <pc:spChg chg="add mod">
          <ac:chgData name="Fei" userId="d19317889db4c986" providerId="LiveId" clId="{E87CCF37-DE99-49C7-B77F-1E4C7A3FD6FA}" dt="2022-02-16T06:47:19.749" v="2297"/>
          <ac:spMkLst>
            <pc:docMk/>
            <pc:sldMk cId="115241530" sldId="345"/>
            <ac:spMk id="3" creationId="{DE949213-57A9-471A-92E9-4F392170874B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4" creationId="{02563509-D651-4247-BD85-CB5088F596B3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5" creationId="{7F9A0FA8-E4A4-41DF-97BA-8161C8254BA9}"/>
          </ac:spMkLst>
        </pc:spChg>
        <pc:spChg chg="add mod">
          <ac:chgData name="Fei" userId="d19317889db4c986" providerId="LiveId" clId="{E87CCF37-DE99-49C7-B77F-1E4C7A3FD6FA}" dt="2022-02-16T06:47:47.100" v="2300" actId="404"/>
          <ac:spMkLst>
            <pc:docMk/>
            <pc:sldMk cId="115241530" sldId="345"/>
            <ac:spMk id="6" creationId="{7B9CDB0B-BB4D-4F3A-A83D-92978D585B31}"/>
          </ac:spMkLst>
        </pc:spChg>
        <pc:picChg chg="add mod">
          <ac:chgData name="Fei" userId="d19317889db4c986" providerId="LiveId" clId="{E87CCF37-DE99-49C7-B77F-1E4C7A3FD6FA}" dt="2022-02-16T07:03:31.527" v="2394"/>
          <ac:picMkLst>
            <pc:docMk/>
            <pc:sldMk cId="115241530" sldId="345"/>
            <ac:picMk id="7" creationId="{3C6CD6D8-A7DA-48D6-99F8-B471B5899C9F}"/>
          </ac:picMkLst>
        </pc:picChg>
      </pc:sldChg>
      <pc:sldChg chg="addSp delSp modSp add mod modTransition">
        <pc:chgData name="Fei" userId="d19317889db4c986" providerId="LiveId" clId="{E87CCF37-DE99-49C7-B77F-1E4C7A3FD6FA}" dt="2022-02-16T08:28:34.133" v="3354"/>
        <pc:sldMkLst>
          <pc:docMk/>
          <pc:sldMk cId="1214083559" sldId="346"/>
        </pc:sldMkLst>
        <pc:spChg chg="mod">
          <ac:chgData name="Fei" userId="d19317889db4c986" providerId="LiveId" clId="{E87CCF37-DE99-49C7-B77F-1E4C7A3FD6FA}" dt="2022-02-16T07:03:03.737" v="2386" actId="20577"/>
          <ac:spMkLst>
            <pc:docMk/>
            <pc:sldMk cId="1214083559" sldId="346"/>
            <ac:spMk id="9" creationId="{74C94C83-CB5C-4087-BBD1-9EDE4C99059F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5" creationId="{FFC6ABE9-9BFE-4ACD-A506-BA9B34043FE4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7:00:39.386" v="2326" actId="207"/>
          <ac:spMkLst>
            <pc:docMk/>
            <pc:sldMk cId="1214083559" sldId="346"/>
            <ac:spMk id="23" creationId="{E1EEC25B-5C51-495C-B5EC-1F8CA9F7B651}"/>
          </ac:spMkLst>
        </pc:s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17" creationId="{836464A8-F224-4AD4-AC4A-27898748B960}"/>
          </ac:grpSpMkLst>
        </pc:gr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20" creationId="{7481D171-1EF2-45DE-B01F-F5FFCC7D772F}"/>
          </ac:grpSpMkLst>
        </pc:grpChg>
        <pc:picChg chg="add mod">
          <ac:chgData name="Fei" userId="d19317889db4c986" providerId="LiveId" clId="{E87CCF37-DE99-49C7-B77F-1E4C7A3FD6FA}" dt="2022-02-16T07:03:33.864" v="2396"/>
          <ac:picMkLst>
            <pc:docMk/>
            <pc:sldMk cId="1214083559" sldId="346"/>
            <ac:picMk id="24" creationId="{75237139-541C-4524-8936-D66AAE1C7805}"/>
          </ac:picMkLst>
        </pc:picChg>
      </pc:sldChg>
      <pc:sldChg chg="addSp delSp modSp add mod modTransition">
        <pc:chgData name="Fei" userId="d19317889db4c986" providerId="LiveId" clId="{E87CCF37-DE99-49C7-B77F-1E4C7A3FD6FA}" dt="2022-02-16T08:28:35.581" v="3356"/>
        <pc:sldMkLst>
          <pc:docMk/>
          <pc:sldMk cId="1131330976" sldId="347"/>
        </pc:sldMkLst>
        <pc:spChg chg="add del mod">
          <ac:chgData name="Fei" userId="d19317889db4c986" providerId="LiveId" clId="{E87CCF37-DE99-49C7-B77F-1E4C7A3FD6FA}" dt="2022-02-16T07:13:32.802" v="2634"/>
          <ac:spMkLst>
            <pc:docMk/>
            <pc:sldMk cId="1131330976" sldId="347"/>
            <ac:spMk id="12" creationId="{8885512F-6297-4277-9191-7D34E1C0E360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3" creationId="{096BE87B-46B0-48C7-BD96-D2A669ED768E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4" creationId="{E18DA69D-1512-4D6D-9A48-95A073AD560D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6" creationId="{604556DA-3768-48E7-BA74-3F211442D5D8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9" creationId="{2070749F-FB98-44C0-BD7D-9EFBD294D924}"/>
          </ac:spMkLst>
        </pc:spChg>
        <pc:spChg chg="add mod">
          <ac:chgData name="Fei" userId="d19317889db4c986" providerId="LiveId" clId="{E87CCF37-DE99-49C7-B77F-1E4C7A3FD6FA}" dt="2022-02-16T07:20:38.253" v="2690"/>
          <ac:spMkLst>
            <pc:docMk/>
            <pc:sldMk cId="1131330976" sldId="347"/>
            <ac:spMk id="21" creationId="{FBD3CA54-AA96-4900-9488-8F2FBCDB836B}"/>
          </ac:spMkLst>
        </pc:spChg>
        <pc:spChg chg="add 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2" creationId="{2A6BEC95-5806-4390-8AAE-1D58AC4078CB}"/>
          </ac:spMkLst>
        </pc:spChg>
        <pc:spChg chg="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4" creationId="{4CF5DBCD-32A3-410D-8C42-43526FB681F3}"/>
          </ac:spMkLst>
        </pc:spChg>
        <pc:spChg chg="del mod">
          <ac:chgData name="Fei" userId="d19317889db4c986" providerId="LiveId" clId="{E87CCF37-DE99-49C7-B77F-1E4C7A3FD6FA}" dt="2022-02-16T07:14:16.981" v="2657" actId="478"/>
          <ac:spMkLst>
            <pc:docMk/>
            <pc:sldMk cId="1131330976" sldId="347"/>
            <ac:spMk id="44034" creationId="{3372028F-F83B-48E3-9858-5814D86E096B}"/>
          </ac:spMkLst>
        </pc:spChg>
        <pc:spChg chg="del">
          <ac:chgData name="Fei" userId="d19317889db4c986" providerId="LiveId" clId="{E87CCF37-DE99-49C7-B77F-1E4C7A3FD6FA}" dt="2022-02-16T06:15:55.726" v="1898" actId="478"/>
          <ac:spMkLst>
            <pc:docMk/>
            <pc:sldMk cId="1131330976" sldId="347"/>
            <ac:spMk id="44035" creationId="{AD415B56-CCE2-47B4-9151-EB91073B1057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6" creationId="{32F70240-826B-4660-86E7-6A286DC373DE}"/>
          </ac:spMkLst>
        </pc:spChg>
        <pc:spChg chg="mod">
          <ac:chgData name="Fei" userId="d19317889db4c986" providerId="LiveId" clId="{E87CCF37-DE99-49C7-B77F-1E4C7A3FD6FA}" dt="2022-02-16T07:20:23.003" v="2683" actId="1076"/>
          <ac:spMkLst>
            <pc:docMk/>
            <pc:sldMk cId="1131330976" sldId="347"/>
            <ac:spMk id="44037" creationId="{3C93977B-DE63-4DEA-B69D-78D9A5F2953E}"/>
          </ac:spMkLst>
        </pc:spChg>
        <pc:spChg chg="del">
          <ac:chgData name="Fei" userId="d19317889db4c986" providerId="LiveId" clId="{E87CCF37-DE99-49C7-B77F-1E4C7A3FD6FA}" dt="2022-02-16T06:15:59.282" v="1900" actId="478"/>
          <ac:spMkLst>
            <pc:docMk/>
            <pc:sldMk cId="1131330976" sldId="347"/>
            <ac:spMk id="44038" creationId="{96F02769-CAD7-4549-8ED7-E686FB628EC1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9" creationId="{49AC6B0E-5590-4047-B285-2B4A2AEAC985}"/>
          </ac:spMkLst>
        </pc:spChg>
        <pc:spChg chg="del">
          <ac:chgData name="Fei" userId="d19317889db4c986" providerId="LiveId" clId="{E87CCF37-DE99-49C7-B77F-1E4C7A3FD6FA}" dt="2022-02-16T06:17:05.704" v="1965" actId="478"/>
          <ac:spMkLst>
            <pc:docMk/>
            <pc:sldMk cId="1131330976" sldId="347"/>
            <ac:spMk id="44040" creationId="{D936A7EF-A5B8-4F1E-B41B-050FA233C0DB}"/>
          </ac:spMkLst>
        </pc:spChg>
        <pc:spChg chg="mod">
          <ac:chgData name="Fei" userId="d19317889db4c986" providerId="LiveId" clId="{E87CCF37-DE99-49C7-B77F-1E4C7A3FD6FA}" dt="2022-02-16T07:20:48.554" v="2691" actId="207"/>
          <ac:spMkLst>
            <pc:docMk/>
            <pc:sldMk cId="1131330976" sldId="347"/>
            <ac:spMk id="44041" creationId="{3336AEA2-375A-439A-8EF2-DDD675C2F6ED}"/>
          </ac:spMkLst>
        </pc:spChg>
        <pc:spChg chg="del">
          <ac:chgData name="Fei" userId="d19317889db4c986" providerId="LiveId" clId="{E87CCF37-DE99-49C7-B77F-1E4C7A3FD6FA}" dt="2022-02-16T06:15:23.406" v="1880" actId="478"/>
          <ac:spMkLst>
            <pc:docMk/>
            <pc:sldMk cId="1131330976" sldId="347"/>
            <ac:spMk id="44042" creationId="{33AC341E-EAB3-466F-A51A-6CF79C5EAF36}"/>
          </ac:spMkLst>
        </pc:s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5" creationId="{8C31492A-0D0A-4116-92C3-E65226672229}"/>
          </ac:grpSpMkLst>
        </pc:gr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8" creationId="{BB3EBB22-1D73-428F-9233-A9BE14292540}"/>
          </ac:grpSpMkLst>
        </pc:grpChg>
        <pc:grpChg chg="add mod">
          <ac:chgData name="Fei" userId="d19317889db4c986" providerId="LiveId" clId="{E87CCF37-DE99-49C7-B77F-1E4C7A3FD6FA}" dt="2022-02-16T07:21:14.313" v="2693" actId="1076"/>
          <ac:grpSpMkLst>
            <pc:docMk/>
            <pc:sldMk cId="1131330976" sldId="347"/>
            <ac:grpSpMk id="23" creationId="{8C970F61-CA8B-4E91-AB83-112893279F53}"/>
          </ac:grpSpMkLst>
        </pc:grp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17" creationId="{03EDC49A-A2B2-4D2F-8FC1-B92C7CB572E2}"/>
          </ac:graphicFrameMkLst>
        </pc:graphicFrame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20" creationId="{67C485F4-9F07-47F3-ACA9-D1D217C7A816}"/>
          </ac:graphicFrameMkLst>
        </pc:graphicFrameChg>
        <pc:graphicFrameChg chg="mod">
          <ac:chgData name="Fei" userId="d19317889db4c986" providerId="LiveId" clId="{E87CCF37-DE99-49C7-B77F-1E4C7A3FD6FA}" dt="2022-02-16T07:21:14.313" v="2693" actId="1076"/>
          <ac:graphicFrameMkLst>
            <pc:docMk/>
            <pc:sldMk cId="1131330976" sldId="347"/>
            <ac:graphicFrameMk id="25" creationId="{025D542E-4A31-4630-8516-3EE53DA7A4E4}"/>
          </ac:graphicFrameMkLst>
        </pc:graphicFrameChg>
        <pc:picChg chg="add mod">
          <ac:chgData name="Fei" userId="d19317889db4c986" providerId="LiveId" clId="{E87CCF37-DE99-49C7-B77F-1E4C7A3FD6FA}" dt="2022-02-16T07:03:39.437" v="2400"/>
          <ac:picMkLst>
            <pc:docMk/>
            <pc:sldMk cId="1131330976" sldId="347"/>
            <ac:picMk id="11" creationId="{7B96A70A-4537-4DC1-81BC-6A350C10F6CE}"/>
          </ac:picMkLst>
        </pc:picChg>
      </pc:sldChg>
      <pc:sldChg chg="add modTransition">
        <pc:chgData name="Fei" userId="d19317889db4c986" providerId="LiveId" clId="{E87CCF37-DE99-49C7-B77F-1E4C7A3FD6FA}" dt="2022-02-16T08:28:46.486" v="3370"/>
        <pc:sldMkLst>
          <pc:docMk/>
          <pc:sldMk cId="1161903184" sldId="348"/>
        </pc:sldMkLst>
      </pc:sldChg>
      <pc:sldChg chg="modSp add mod">
        <pc:chgData name="Fei" userId="d19317889db4c986" providerId="LiveId" clId="{E87CCF37-DE99-49C7-B77F-1E4C7A3FD6FA}" dt="2022-02-16T08:29:40.908" v="3376" actId="207"/>
        <pc:sldMkLst>
          <pc:docMk/>
          <pc:sldMk cId="3952504978" sldId="349"/>
        </pc:sldMkLst>
        <pc:spChg chg="mod">
          <ac:chgData name="Fei" userId="d19317889db4c986" providerId="LiveId" clId="{E87CCF37-DE99-49C7-B77F-1E4C7A3FD6FA}" dt="2022-02-16T08:29:35.800" v="3375" actId="207"/>
          <ac:spMkLst>
            <pc:docMk/>
            <pc:sldMk cId="3952504978" sldId="349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29:27.011" v="3373" actId="207"/>
          <ac:spMkLst>
            <pc:docMk/>
            <pc:sldMk cId="3952504978" sldId="349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29:40.908" v="3376" actId="207"/>
          <ac:spMkLst>
            <pc:docMk/>
            <pc:sldMk cId="3952504978" sldId="349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8:29:28.683" v="3374" actId="207"/>
          <ac:spMkLst>
            <pc:docMk/>
            <pc:sldMk cId="3952504978" sldId="349"/>
            <ac:spMk id="33" creationId="{00000000-0000-0000-0000-000000000000}"/>
          </ac:spMkLst>
        </pc:spChg>
      </pc:sldChg>
      <pc:sldChg chg="modSp add mod">
        <pc:chgData name="Fei" userId="d19317889db4c986" providerId="LiveId" clId="{E87CCF37-DE99-49C7-B77F-1E4C7A3FD6FA}" dt="2022-02-16T08:30:16.918" v="3380" actId="207"/>
        <pc:sldMkLst>
          <pc:docMk/>
          <pc:sldMk cId="4118158739" sldId="350"/>
        </pc:sldMkLst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30:05.246" v="3378" actId="207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8:30:08.801" v="3379" actId="207"/>
          <ac:spMkLst>
            <pc:docMk/>
            <pc:sldMk cId="4118158739" sldId="350"/>
            <ac:spMk id="34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34.415" v="3385" actId="207"/>
        <pc:sldMkLst>
          <pc:docMk/>
          <pc:sldMk cId="2672971775" sldId="351"/>
        </pc:sldMkLst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35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47.315" v="3388" actId="207"/>
        <pc:sldMkLst>
          <pc:docMk/>
          <pc:sldMk cId="1263244444" sldId="352"/>
        </pc:sldMkLst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32" creationId="{00000000-0000-0000-0000-000000000000}"/>
          </ac:spMkLst>
        </pc:spChg>
      </pc:sldChg>
      <pc:sldChg chg="addSp modSp new mod">
        <pc:chgData name="Fei" userId="d19317889db4c986" providerId="LiveId" clId="{E87CCF37-DE99-49C7-B77F-1E4C7A3FD6FA}" dt="2022-02-16T09:19:43.947" v="3448"/>
        <pc:sldMkLst>
          <pc:docMk/>
          <pc:sldMk cId="1008951437" sldId="353"/>
        </pc:sldMkLst>
        <pc:picChg chg="add">
          <ac:chgData name="Fei" userId="d19317889db4c986" providerId="LiveId" clId="{E87CCF37-DE99-49C7-B77F-1E4C7A3FD6FA}" dt="2022-02-16T09:08:58.484" v="3390" actId="22"/>
          <ac:picMkLst>
            <pc:docMk/>
            <pc:sldMk cId="1008951437" sldId="353"/>
            <ac:picMk id="3" creationId="{F480153D-921D-47FE-8130-9B560FA8156F}"/>
          </ac:picMkLst>
        </pc:picChg>
        <pc:picChg chg="add mod">
          <ac:chgData name="Fei" userId="d19317889db4c986" providerId="LiveId" clId="{E87CCF37-DE99-49C7-B77F-1E4C7A3FD6FA}" dt="2022-02-16T09:19:43.947" v="3448"/>
          <ac:picMkLst>
            <pc:docMk/>
            <pc:sldMk cId="1008951437" sldId="353"/>
            <ac:picMk id="4" creationId="{9D0C5AD2-2A2C-413F-952A-C27133F763E8}"/>
          </ac:picMkLst>
        </pc:picChg>
      </pc:sldChg>
      <pc:sldChg chg="addSp modSp new mod">
        <pc:chgData name="Fei" userId="d19317889db4c986" providerId="LiveId" clId="{E87CCF37-DE99-49C7-B77F-1E4C7A3FD6FA}" dt="2022-02-16T09:19:49.048" v="3453" actId="1036"/>
        <pc:sldMkLst>
          <pc:docMk/>
          <pc:sldMk cId="2008689145" sldId="354"/>
        </pc:sldMkLst>
        <pc:picChg chg="add">
          <ac:chgData name="Fei" userId="d19317889db4c986" providerId="LiveId" clId="{E87CCF37-DE99-49C7-B77F-1E4C7A3FD6FA}" dt="2022-02-16T09:09:12.035" v="3392" actId="22"/>
          <ac:picMkLst>
            <pc:docMk/>
            <pc:sldMk cId="2008689145" sldId="354"/>
            <ac:picMk id="3" creationId="{BFF0405D-7512-45B9-B120-6F2B3551D25F}"/>
          </ac:picMkLst>
        </pc:picChg>
        <pc:picChg chg="add mod">
          <ac:chgData name="Fei" userId="d19317889db4c986" providerId="LiveId" clId="{E87CCF37-DE99-49C7-B77F-1E4C7A3FD6FA}" dt="2022-02-16T09:19:49.048" v="3453" actId="1036"/>
          <ac:picMkLst>
            <pc:docMk/>
            <pc:sldMk cId="2008689145" sldId="354"/>
            <ac:picMk id="4" creationId="{C36FBA84-3CD0-44A9-94AC-86C682C93131}"/>
          </ac:picMkLst>
        </pc:picChg>
      </pc:sldChg>
      <pc:sldChg chg="addSp modSp new mod">
        <pc:chgData name="Fei" userId="d19317889db4c986" providerId="LiveId" clId="{E87CCF37-DE99-49C7-B77F-1E4C7A3FD6FA}" dt="2022-02-16T09:19:53.436" v="3456" actId="1035"/>
        <pc:sldMkLst>
          <pc:docMk/>
          <pc:sldMk cId="3973379754" sldId="355"/>
        </pc:sldMkLst>
        <pc:picChg chg="add">
          <ac:chgData name="Fei" userId="d19317889db4c986" providerId="LiveId" clId="{E87CCF37-DE99-49C7-B77F-1E4C7A3FD6FA}" dt="2022-02-16T09:09:28.953" v="3394" actId="22"/>
          <ac:picMkLst>
            <pc:docMk/>
            <pc:sldMk cId="3973379754" sldId="355"/>
            <ac:picMk id="3" creationId="{20D0F6D8-82AD-4C3C-8487-867EAA377EAC}"/>
          </ac:picMkLst>
        </pc:picChg>
        <pc:picChg chg="add mod">
          <ac:chgData name="Fei" userId="d19317889db4c986" providerId="LiveId" clId="{E87CCF37-DE99-49C7-B77F-1E4C7A3FD6FA}" dt="2022-02-16T09:19:53.436" v="3456" actId="1035"/>
          <ac:picMkLst>
            <pc:docMk/>
            <pc:sldMk cId="3973379754" sldId="355"/>
            <ac:picMk id="4" creationId="{2AAEE21E-E66B-4FFA-AD7B-10829951FD00}"/>
          </ac:picMkLst>
        </pc:picChg>
      </pc:sldChg>
      <pc:sldChg chg="addSp modSp new mod">
        <pc:chgData name="Fei" userId="d19317889db4c986" providerId="LiveId" clId="{E87CCF37-DE99-49C7-B77F-1E4C7A3FD6FA}" dt="2022-02-16T09:19:55.389" v="3457"/>
        <pc:sldMkLst>
          <pc:docMk/>
          <pc:sldMk cId="3502800851" sldId="356"/>
        </pc:sldMkLst>
        <pc:picChg chg="add">
          <ac:chgData name="Fei" userId="d19317889db4c986" providerId="LiveId" clId="{E87CCF37-DE99-49C7-B77F-1E4C7A3FD6FA}" dt="2022-02-16T09:09:54.712" v="3396" actId="22"/>
          <ac:picMkLst>
            <pc:docMk/>
            <pc:sldMk cId="3502800851" sldId="356"/>
            <ac:picMk id="3" creationId="{F64ABA26-42A1-4ED6-A022-EE8D052BDD6F}"/>
          </ac:picMkLst>
        </pc:picChg>
        <pc:picChg chg="add mod">
          <ac:chgData name="Fei" userId="d19317889db4c986" providerId="LiveId" clId="{E87CCF37-DE99-49C7-B77F-1E4C7A3FD6FA}" dt="2022-02-16T09:19:55.389" v="3457"/>
          <ac:picMkLst>
            <pc:docMk/>
            <pc:sldMk cId="3502800851" sldId="356"/>
            <ac:picMk id="4" creationId="{166DD60D-74D5-4BDA-A336-C70C93FB8DFD}"/>
          </ac:picMkLst>
        </pc:picChg>
      </pc:sldChg>
      <pc:sldChg chg="addSp modSp new mod">
        <pc:chgData name="Fei" userId="d19317889db4c986" providerId="LiveId" clId="{E87CCF37-DE99-49C7-B77F-1E4C7A3FD6FA}" dt="2022-02-16T09:19:56.440" v="3458"/>
        <pc:sldMkLst>
          <pc:docMk/>
          <pc:sldMk cId="1348524945" sldId="357"/>
        </pc:sldMkLst>
        <pc:picChg chg="add">
          <ac:chgData name="Fei" userId="d19317889db4c986" providerId="LiveId" clId="{E87CCF37-DE99-49C7-B77F-1E4C7A3FD6FA}" dt="2022-02-16T09:10:08.777" v="3398" actId="22"/>
          <ac:picMkLst>
            <pc:docMk/>
            <pc:sldMk cId="1348524945" sldId="357"/>
            <ac:picMk id="3" creationId="{1C7F1E26-5446-4951-BF6E-F983C9A3654F}"/>
          </ac:picMkLst>
        </pc:picChg>
        <pc:picChg chg="add mod">
          <ac:chgData name="Fei" userId="d19317889db4c986" providerId="LiveId" clId="{E87CCF37-DE99-49C7-B77F-1E4C7A3FD6FA}" dt="2022-02-16T09:19:56.440" v="3458"/>
          <ac:picMkLst>
            <pc:docMk/>
            <pc:sldMk cId="1348524945" sldId="357"/>
            <ac:picMk id="4" creationId="{CD6CCCE4-43FF-4698-847B-35C36AE962D9}"/>
          </ac:picMkLst>
        </pc:picChg>
      </pc:sldChg>
      <pc:sldChg chg="addSp modSp new mod">
        <pc:chgData name="Fei" userId="d19317889db4c986" providerId="LiveId" clId="{E87CCF37-DE99-49C7-B77F-1E4C7A3FD6FA}" dt="2022-02-16T09:19:57.461" v="3459"/>
        <pc:sldMkLst>
          <pc:docMk/>
          <pc:sldMk cId="766890209" sldId="358"/>
        </pc:sldMkLst>
        <pc:picChg chg="add">
          <ac:chgData name="Fei" userId="d19317889db4c986" providerId="LiveId" clId="{E87CCF37-DE99-49C7-B77F-1E4C7A3FD6FA}" dt="2022-02-16T09:10:51.074" v="3400" actId="22"/>
          <ac:picMkLst>
            <pc:docMk/>
            <pc:sldMk cId="766890209" sldId="358"/>
            <ac:picMk id="3" creationId="{6481C5D9-D899-47E0-B67B-70D0707C5FE6}"/>
          </ac:picMkLst>
        </pc:picChg>
        <pc:picChg chg="add mod">
          <ac:chgData name="Fei" userId="d19317889db4c986" providerId="LiveId" clId="{E87CCF37-DE99-49C7-B77F-1E4C7A3FD6FA}" dt="2022-02-16T09:19:57.461" v="3459"/>
          <ac:picMkLst>
            <pc:docMk/>
            <pc:sldMk cId="766890209" sldId="358"/>
            <ac:picMk id="4" creationId="{21298A43-40AB-43B8-A9D1-EC43006779F0}"/>
          </ac:picMkLst>
        </pc:picChg>
      </pc:sldChg>
      <pc:sldChg chg="addSp modSp new mod">
        <pc:chgData name="Fei" userId="d19317889db4c986" providerId="LiveId" clId="{E87CCF37-DE99-49C7-B77F-1E4C7A3FD6FA}" dt="2022-02-16T09:19:58.360" v="3460"/>
        <pc:sldMkLst>
          <pc:docMk/>
          <pc:sldMk cId="3163972577" sldId="359"/>
        </pc:sldMkLst>
        <pc:picChg chg="add">
          <ac:chgData name="Fei" userId="d19317889db4c986" providerId="LiveId" clId="{E87CCF37-DE99-49C7-B77F-1E4C7A3FD6FA}" dt="2022-02-16T09:11:03.406" v="3402" actId="22"/>
          <ac:picMkLst>
            <pc:docMk/>
            <pc:sldMk cId="3163972577" sldId="359"/>
            <ac:picMk id="3" creationId="{32D5F24E-3606-48F9-8464-8321A2D793C4}"/>
          </ac:picMkLst>
        </pc:picChg>
        <pc:picChg chg="add mod">
          <ac:chgData name="Fei" userId="d19317889db4c986" providerId="LiveId" clId="{E87CCF37-DE99-49C7-B77F-1E4C7A3FD6FA}" dt="2022-02-16T09:19:58.360" v="3460"/>
          <ac:picMkLst>
            <pc:docMk/>
            <pc:sldMk cId="3163972577" sldId="359"/>
            <ac:picMk id="4" creationId="{BDD94173-EC07-4C5A-8CA8-B2AA0A559C4F}"/>
          </ac:picMkLst>
        </pc:picChg>
      </pc:sldChg>
      <pc:sldChg chg="addSp modSp new mod">
        <pc:chgData name="Fei" userId="d19317889db4c986" providerId="LiveId" clId="{E87CCF37-DE99-49C7-B77F-1E4C7A3FD6FA}" dt="2022-02-16T09:19:59.198" v="3461"/>
        <pc:sldMkLst>
          <pc:docMk/>
          <pc:sldMk cId="2972187867" sldId="360"/>
        </pc:sldMkLst>
        <pc:picChg chg="add">
          <ac:chgData name="Fei" userId="d19317889db4c986" providerId="LiveId" clId="{E87CCF37-DE99-49C7-B77F-1E4C7A3FD6FA}" dt="2022-02-16T09:11:12.758" v="3404" actId="22"/>
          <ac:picMkLst>
            <pc:docMk/>
            <pc:sldMk cId="2972187867" sldId="360"/>
            <ac:picMk id="3" creationId="{85017CD7-EE49-4931-80D7-AA389CA5179F}"/>
          </ac:picMkLst>
        </pc:picChg>
        <pc:picChg chg="add mod">
          <ac:chgData name="Fei" userId="d19317889db4c986" providerId="LiveId" clId="{E87CCF37-DE99-49C7-B77F-1E4C7A3FD6FA}" dt="2022-02-16T09:19:59.198" v="3461"/>
          <ac:picMkLst>
            <pc:docMk/>
            <pc:sldMk cId="2972187867" sldId="360"/>
            <ac:picMk id="4" creationId="{CA56B79B-BC27-4E06-8D09-BF82DD1D62BC}"/>
          </ac:picMkLst>
        </pc:picChg>
      </pc:sldChg>
      <pc:sldChg chg="addSp modSp new mod">
        <pc:chgData name="Fei" userId="d19317889db4c986" providerId="LiveId" clId="{E87CCF37-DE99-49C7-B77F-1E4C7A3FD6FA}" dt="2022-02-16T09:20:00.071" v="3462"/>
        <pc:sldMkLst>
          <pc:docMk/>
          <pc:sldMk cId="880097859" sldId="361"/>
        </pc:sldMkLst>
        <pc:picChg chg="add">
          <ac:chgData name="Fei" userId="d19317889db4c986" providerId="LiveId" clId="{E87CCF37-DE99-49C7-B77F-1E4C7A3FD6FA}" dt="2022-02-16T09:11:32.798" v="3406" actId="22"/>
          <ac:picMkLst>
            <pc:docMk/>
            <pc:sldMk cId="880097859" sldId="361"/>
            <ac:picMk id="3" creationId="{08F5A078-8F17-4EF3-A2A7-C50882C27E27}"/>
          </ac:picMkLst>
        </pc:picChg>
        <pc:picChg chg="add mod">
          <ac:chgData name="Fei" userId="d19317889db4c986" providerId="LiveId" clId="{E87CCF37-DE99-49C7-B77F-1E4C7A3FD6FA}" dt="2022-02-16T09:20:00.071" v="3462"/>
          <ac:picMkLst>
            <pc:docMk/>
            <pc:sldMk cId="880097859" sldId="361"/>
            <ac:picMk id="4" creationId="{9B688B19-ECC6-4D7F-ADB2-AEE34B7D2412}"/>
          </ac:picMkLst>
        </pc:picChg>
      </pc:sldChg>
      <pc:sldChg chg="addSp modSp new mod">
        <pc:chgData name="Fei" userId="d19317889db4c986" providerId="LiveId" clId="{E87CCF37-DE99-49C7-B77F-1E4C7A3FD6FA}" dt="2022-02-16T09:20:00.985" v="3463"/>
        <pc:sldMkLst>
          <pc:docMk/>
          <pc:sldMk cId="763995558" sldId="362"/>
        </pc:sldMkLst>
        <pc:picChg chg="add">
          <ac:chgData name="Fei" userId="d19317889db4c986" providerId="LiveId" clId="{E87CCF37-DE99-49C7-B77F-1E4C7A3FD6FA}" dt="2022-02-16T09:11:43.965" v="3408" actId="22"/>
          <ac:picMkLst>
            <pc:docMk/>
            <pc:sldMk cId="763995558" sldId="362"/>
            <ac:picMk id="3" creationId="{22266487-5FC7-49C0-B99A-2BEFF6C02EE9}"/>
          </ac:picMkLst>
        </pc:picChg>
        <pc:picChg chg="add mod">
          <ac:chgData name="Fei" userId="d19317889db4c986" providerId="LiveId" clId="{E87CCF37-DE99-49C7-B77F-1E4C7A3FD6FA}" dt="2022-02-16T09:20:00.985" v="3463"/>
          <ac:picMkLst>
            <pc:docMk/>
            <pc:sldMk cId="763995558" sldId="362"/>
            <ac:picMk id="4" creationId="{996E1928-D21D-4E74-99D0-062D095AF3AA}"/>
          </ac:picMkLst>
        </pc:picChg>
      </pc:sldChg>
      <pc:sldChg chg="addSp modSp new mod">
        <pc:chgData name="Fei" userId="d19317889db4c986" providerId="LiveId" clId="{E87CCF37-DE99-49C7-B77F-1E4C7A3FD6FA}" dt="2022-02-16T09:20:01.933" v="3464"/>
        <pc:sldMkLst>
          <pc:docMk/>
          <pc:sldMk cId="3112065365" sldId="363"/>
        </pc:sldMkLst>
        <pc:picChg chg="add">
          <ac:chgData name="Fei" userId="d19317889db4c986" providerId="LiveId" clId="{E87CCF37-DE99-49C7-B77F-1E4C7A3FD6FA}" dt="2022-02-16T09:11:52.216" v="3410" actId="22"/>
          <ac:picMkLst>
            <pc:docMk/>
            <pc:sldMk cId="3112065365" sldId="363"/>
            <ac:picMk id="3" creationId="{61688D62-392A-402D-900C-A3E1AEE97B37}"/>
          </ac:picMkLst>
        </pc:picChg>
        <pc:picChg chg="add mod">
          <ac:chgData name="Fei" userId="d19317889db4c986" providerId="LiveId" clId="{E87CCF37-DE99-49C7-B77F-1E4C7A3FD6FA}" dt="2022-02-16T09:20:01.933" v="3464"/>
          <ac:picMkLst>
            <pc:docMk/>
            <pc:sldMk cId="3112065365" sldId="363"/>
            <ac:picMk id="4" creationId="{9E9A06FB-2499-4CC3-876A-AFB98B4994C4}"/>
          </ac:picMkLst>
        </pc:picChg>
      </pc:sldChg>
      <pc:sldChg chg="addSp modSp new mod">
        <pc:chgData name="Fei" userId="d19317889db4c986" providerId="LiveId" clId="{E87CCF37-DE99-49C7-B77F-1E4C7A3FD6FA}" dt="2022-02-16T09:20:36.720" v="3496" actId="1036"/>
        <pc:sldMkLst>
          <pc:docMk/>
          <pc:sldMk cId="1718474870" sldId="364"/>
        </pc:sldMkLst>
        <pc:picChg chg="add mod">
          <ac:chgData name="Fei" userId="d19317889db4c986" providerId="LiveId" clId="{E87CCF37-DE99-49C7-B77F-1E4C7A3FD6FA}" dt="2022-02-16T09:20:36.720" v="3496" actId="1036"/>
          <ac:picMkLst>
            <pc:docMk/>
            <pc:sldMk cId="1718474870" sldId="364"/>
            <ac:picMk id="3" creationId="{ACBB117E-483D-44D8-B395-B229F0BB0834}"/>
          </ac:picMkLst>
        </pc:picChg>
        <pc:picChg chg="add mod">
          <ac:chgData name="Fei" userId="d19317889db4c986" providerId="LiveId" clId="{E87CCF37-DE99-49C7-B77F-1E4C7A3FD6FA}" dt="2022-02-16T09:20:03.152" v="3465"/>
          <ac:picMkLst>
            <pc:docMk/>
            <pc:sldMk cId="1718474870" sldId="364"/>
            <ac:picMk id="4" creationId="{59171175-9B38-4460-A2B1-336564B49EA8}"/>
          </ac:picMkLst>
        </pc:picChg>
      </pc:sldChg>
      <pc:sldChg chg="new del">
        <pc:chgData name="Fei" userId="d19317889db4c986" providerId="LiveId" clId="{E87CCF37-DE99-49C7-B77F-1E4C7A3FD6FA}" dt="2022-02-16T09:12:22.570" v="3414" actId="47"/>
        <pc:sldMkLst>
          <pc:docMk/>
          <pc:sldMk cId="1841294917" sldId="365"/>
        </pc:sldMkLst>
      </pc:sldChg>
      <pc:sldChg chg="addSp modSp new mod">
        <pc:chgData name="Fei" userId="d19317889db4c986" providerId="LiveId" clId="{E87CCF37-DE99-49C7-B77F-1E4C7A3FD6FA}" dt="2022-02-16T09:20:06.044" v="3466"/>
        <pc:sldMkLst>
          <pc:docMk/>
          <pc:sldMk cId="3820094131" sldId="365"/>
        </pc:sldMkLst>
        <pc:picChg chg="add">
          <ac:chgData name="Fei" userId="d19317889db4c986" providerId="LiveId" clId="{E87CCF37-DE99-49C7-B77F-1E4C7A3FD6FA}" dt="2022-02-16T09:12:34.955" v="3416" actId="22"/>
          <ac:picMkLst>
            <pc:docMk/>
            <pc:sldMk cId="3820094131" sldId="365"/>
            <ac:picMk id="3" creationId="{C8410914-AB34-4924-A719-81EA3B579323}"/>
          </ac:picMkLst>
        </pc:picChg>
        <pc:picChg chg="add mod">
          <ac:chgData name="Fei" userId="d19317889db4c986" providerId="LiveId" clId="{E87CCF37-DE99-49C7-B77F-1E4C7A3FD6FA}" dt="2022-02-16T09:20:06.044" v="3466"/>
          <ac:picMkLst>
            <pc:docMk/>
            <pc:sldMk cId="3820094131" sldId="365"/>
            <ac:picMk id="4" creationId="{674B3C1C-D553-4838-9D18-12D4777D99AF}"/>
          </ac:picMkLst>
        </pc:picChg>
      </pc:sldChg>
      <pc:sldChg chg="addSp modSp new mod">
        <pc:chgData name="Fei" userId="d19317889db4c986" providerId="LiveId" clId="{E87CCF37-DE99-49C7-B77F-1E4C7A3FD6FA}" dt="2022-02-16T09:20:07.738" v="3467"/>
        <pc:sldMkLst>
          <pc:docMk/>
          <pc:sldMk cId="3029396091" sldId="366"/>
        </pc:sldMkLst>
        <pc:picChg chg="add">
          <ac:chgData name="Fei" userId="d19317889db4c986" providerId="LiveId" clId="{E87CCF37-DE99-49C7-B77F-1E4C7A3FD6FA}" dt="2022-02-16T09:12:55.302" v="3418" actId="22"/>
          <ac:picMkLst>
            <pc:docMk/>
            <pc:sldMk cId="3029396091" sldId="366"/>
            <ac:picMk id="3" creationId="{DD4FB24C-5509-496F-ADA3-1C67C763D7C2}"/>
          </ac:picMkLst>
        </pc:picChg>
        <pc:picChg chg="add mod">
          <ac:chgData name="Fei" userId="d19317889db4c986" providerId="LiveId" clId="{E87CCF37-DE99-49C7-B77F-1E4C7A3FD6FA}" dt="2022-02-16T09:20:07.738" v="3467"/>
          <ac:picMkLst>
            <pc:docMk/>
            <pc:sldMk cId="3029396091" sldId="366"/>
            <ac:picMk id="4" creationId="{9439D188-6D9F-425A-84BA-48862E3BA42C}"/>
          </ac:picMkLst>
        </pc:picChg>
      </pc:sldChg>
      <pc:sldChg chg="addSp modSp new mod">
        <pc:chgData name="Fei" userId="d19317889db4c986" providerId="LiveId" clId="{E87CCF37-DE99-49C7-B77F-1E4C7A3FD6FA}" dt="2022-02-16T09:20:09.192" v="3468"/>
        <pc:sldMkLst>
          <pc:docMk/>
          <pc:sldMk cId="3785641543" sldId="367"/>
        </pc:sldMkLst>
        <pc:picChg chg="add">
          <ac:chgData name="Fei" userId="d19317889db4c986" providerId="LiveId" clId="{E87CCF37-DE99-49C7-B77F-1E4C7A3FD6FA}" dt="2022-02-16T09:13:03.315" v="3420" actId="22"/>
          <ac:picMkLst>
            <pc:docMk/>
            <pc:sldMk cId="3785641543" sldId="367"/>
            <ac:picMk id="3" creationId="{2E4983A2-8C8B-427F-8311-88F52C1B9C6C}"/>
          </ac:picMkLst>
        </pc:picChg>
        <pc:picChg chg="add mod">
          <ac:chgData name="Fei" userId="d19317889db4c986" providerId="LiveId" clId="{E87CCF37-DE99-49C7-B77F-1E4C7A3FD6FA}" dt="2022-02-16T09:20:09.192" v="3468"/>
          <ac:picMkLst>
            <pc:docMk/>
            <pc:sldMk cId="3785641543" sldId="367"/>
            <ac:picMk id="4" creationId="{852FA118-2A5C-4BB9-9A1A-0F5BD925B694}"/>
          </ac:picMkLst>
        </pc:picChg>
      </pc:sldChg>
      <pc:sldChg chg="addSp modSp new mod">
        <pc:chgData name="Fei" userId="d19317889db4c986" providerId="LiveId" clId="{E87CCF37-DE99-49C7-B77F-1E4C7A3FD6FA}" dt="2022-02-16T09:20:10.322" v="3469"/>
        <pc:sldMkLst>
          <pc:docMk/>
          <pc:sldMk cId="182320755" sldId="368"/>
        </pc:sldMkLst>
        <pc:picChg chg="add">
          <ac:chgData name="Fei" userId="d19317889db4c986" providerId="LiveId" clId="{E87CCF37-DE99-49C7-B77F-1E4C7A3FD6FA}" dt="2022-02-16T09:13:22.003" v="3422" actId="22"/>
          <ac:picMkLst>
            <pc:docMk/>
            <pc:sldMk cId="182320755" sldId="368"/>
            <ac:picMk id="3" creationId="{026319AD-52AD-46CC-94D6-F4A815B66F56}"/>
          </ac:picMkLst>
        </pc:picChg>
        <pc:picChg chg="add mod">
          <ac:chgData name="Fei" userId="d19317889db4c986" providerId="LiveId" clId="{E87CCF37-DE99-49C7-B77F-1E4C7A3FD6FA}" dt="2022-02-16T09:20:10.322" v="3469"/>
          <ac:picMkLst>
            <pc:docMk/>
            <pc:sldMk cId="182320755" sldId="368"/>
            <ac:picMk id="4" creationId="{FCC08F2C-DC8E-49CE-AC34-9E33ECB75123}"/>
          </ac:picMkLst>
        </pc:picChg>
      </pc:sldChg>
      <pc:sldChg chg="addSp modSp new mod">
        <pc:chgData name="Fei" userId="d19317889db4c986" providerId="LiveId" clId="{E87CCF37-DE99-49C7-B77F-1E4C7A3FD6FA}" dt="2022-02-16T09:20:11.554" v="3470"/>
        <pc:sldMkLst>
          <pc:docMk/>
          <pc:sldMk cId="13352261" sldId="369"/>
        </pc:sldMkLst>
        <pc:picChg chg="add">
          <ac:chgData name="Fei" userId="d19317889db4c986" providerId="LiveId" clId="{E87CCF37-DE99-49C7-B77F-1E4C7A3FD6FA}" dt="2022-02-16T09:13:35.575" v="3424" actId="22"/>
          <ac:picMkLst>
            <pc:docMk/>
            <pc:sldMk cId="13352261" sldId="369"/>
            <ac:picMk id="3" creationId="{AC906A7A-1AF2-46D7-A7DE-AF1A5107E024}"/>
          </ac:picMkLst>
        </pc:picChg>
        <pc:picChg chg="add mod">
          <ac:chgData name="Fei" userId="d19317889db4c986" providerId="LiveId" clId="{E87CCF37-DE99-49C7-B77F-1E4C7A3FD6FA}" dt="2022-02-16T09:20:11.554" v="3470"/>
          <ac:picMkLst>
            <pc:docMk/>
            <pc:sldMk cId="13352261" sldId="369"/>
            <ac:picMk id="4" creationId="{5FE5ACF9-3EA0-4BE1-B632-3488E5DB8A14}"/>
          </ac:picMkLst>
        </pc:picChg>
      </pc:sldChg>
      <pc:sldChg chg="addSp modSp new mod">
        <pc:chgData name="Fei" userId="d19317889db4c986" providerId="LiveId" clId="{E87CCF37-DE99-49C7-B77F-1E4C7A3FD6FA}" dt="2022-02-16T09:20:12.424" v="3471"/>
        <pc:sldMkLst>
          <pc:docMk/>
          <pc:sldMk cId="2579815030" sldId="370"/>
        </pc:sldMkLst>
        <pc:picChg chg="add">
          <ac:chgData name="Fei" userId="d19317889db4c986" providerId="LiveId" clId="{E87CCF37-DE99-49C7-B77F-1E4C7A3FD6FA}" dt="2022-02-16T09:13:49.057" v="3426" actId="22"/>
          <ac:picMkLst>
            <pc:docMk/>
            <pc:sldMk cId="2579815030" sldId="370"/>
            <ac:picMk id="3" creationId="{16A828B7-0D60-4BF4-AC3D-048BA45B806E}"/>
          </ac:picMkLst>
        </pc:picChg>
        <pc:picChg chg="add mod">
          <ac:chgData name="Fei" userId="d19317889db4c986" providerId="LiveId" clId="{E87CCF37-DE99-49C7-B77F-1E4C7A3FD6FA}" dt="2022-02-16T09:20:12.424" v="3471"/>
          <ac:picMkLst>
            <pc:docMk/>
            <pc:sldMk cId="2579815030" sldId="370"/>
            <ac:picMk id="4" creationId="{2146BD1B-7829-40E1-A3E3-8BE912735C0E}"/>
          </ac:picMkLst>
        </pc:picChg>
      </pc:sldChg>
      <pc:sldChg chg="addSp modSp new mod">
        <pc:chgData name="Fei" userId="d19317889db4c986" providerId="LiveId" clId="{E87CCF37-DE99-49C7-B77F-1E4C7A3FD6FA}" dt="2022-02-16T09:20:48.354" v="3514" actId="1036"/>
        <pc:sldMkLst>
          <pc:docMk/>
          <pc:sldMk cId="3010103594" sldId="371"/>
        </pc:sldMkLst>
        <pc:picChg chg="add mod">
          <ac:chgData name="Fei" userId="d19317889db4c986" providerId="LiveId" clId="{E87CCF37-DE99-49C7-B77F-1E4C7A3FD6FA}" dt="2022-02-16T09:20:48.354" v="3514" actId="1036"/>
          <ac:picMkLst>
            <pc:docMk/>
            <pc:sldMk cId="3010103594" sldId="371"/>
            <ac:picMk id="3" creationId="{CCE1AD29-6971-4B37-A452-9B6AB465F5B4}"/>
          </ac:picMkLst>
        </pc:picChg>
        <pc:picChg chg="add mod">
          <ac:chgData name="Fei" userId="d19317889db4c986" providerId="LiveId" clId="{E87CCF37-DE99-49C7-B77F-1E4C7A3FD6FA}" dt="2022-02-16T09:20:13.746" v="3472"/>
          <ac:picMkLst>
            <pc:docMk/>
            <pc:sldMk cId="3010103594" sldId="371"/>
            <ac:picMk id="4" creationId="{691A4B0F-BFB5-4403-94B8-70C57FFEDBEE}"/>
          </ac:picMkLst>
        </pc:picChg>
      </pc:sldChg>
      <pc:sldChg chg="addSp modSp new mod">
        <pc:chgData name="Fei" userId="d19317889db4c986" providerId="LiveId" clId="{E87CCF37-DE99-49C7-B77F-1E4C7A3FD6FA}" dt="2022-02-16T09:20:15.163" v="3473"/>
        <pc:sldMkLst>
          <pc:docMk/>
          <pc:sldMk cId="1138114101" sldId="372"/>
        </pc:sldMkLst>
        <pc:picChg chg="add mod modCrop">
          <ac:chgData name="Fei" userId="d19317889db4c986" providerId="LiveId" clId="{E87CCF37-DE99-49C7-B77F-1E4C7A3FD6FA}" dt="2022-02-16T09:14:25.391" v="3431" actId="732"/>
          <ac:picMkLst>
            <pc:docMk/>
            <pc:sldMk cId="1138114101" sldId="372"/>
            <ac:picMk id="3" creationId="{3FAFB9A9-A38B-40DD-8CFE-E9C1126703C4}"/>
          </ac:picMkLst>
        </pc:picChg>
        <pc:picChg chg="add mod">
          <ac:chgData name="Fei" userId="d19317889db4c986" providerId="LiveId" clId="{E87CCF37-DE99-49C7-B77F-1E4C7A3FD6FA}" dt="2022-02-16T09:20:15.163" v="3473"/>
          <ac:picMkLst>
            <pc:docMk/>
            <pc:sldMk cId="1138114101" sldId="372"/>
            <ac:picMk id="4" creationId="{3A5B047D-38A0-42E2-8459-7D351CCAB8D4}"/>
          </ac:picMkLst>
        </pc:picChg>
      </pc:sldChg>
      <pc:sldChg chg="addSp modSp new mod">
        <pc:chgData name="Fei" userId="d19317889db4c986" providerId="LiveId" clId="{E87CCF37-DE99-49C7-B77F-1E4C7A3FD6FA}" dt="2022-02-16T09:20:16.587" v="3474"/>
        <pc:sldMkLst>
          <pc:docMk/>
          <pc:sldMk cId="3418740384" sldId="373"/>
        </pc:sldMkLst>
        <pc:picChg chg="add">
          <ac:chgData name="Fei" userId="d19317889db4c986" providerId="LiveId" clId="{E87CCF37-DE99-49C7-B77F-1E4C7A3FD6FA}" dt="2022-02-16T09:14:49.703" v="3433" actId="22"/>
          <ac:picMkLst>
            <pc:docMk/>
            <pc:sldMk cId="3418740384" sldId="373"/>
            <ac:picMk id="3" creationId="{5E0A42B5-5E4C-4C59-8D04-E3A7E47B7CD1}"/>
          </ac:picMkLst>
        </pc:picChg>
        <pc:picChg chg="add mod">
          <ac:chgData name="Fei" userId="d19317889db4c986" providerId="LiveId" clId="{E87CCF37-DE99-49C7-B77F-1E4C7A3FD6FA}" dt="2022-02-16T09:20:16.587" v="3474"/>
          <ac:picMkLst>
            <pc:docMk/>
            <pc:sldMk cId="3418740384" sldId="373"/>
            <ac:picMk id="4" creationId="{E39A9E70-A41A-4297-9DF1-746878F568F1}"/>
          </ac:picMkLst>
        </pc:picChg>
      </pc:sldChg>
      <pc:sldChg chg="addSp modSp new mod">
        <pc:chgData name="Fei" userId="d19317889db4c986" providerId="LiveId" clId="{E87CCF37-DE99-49C7-B77F-1E4C7A3FD6FA}" dt="2022-02-16T09:20:18.393" v="3475"/>
        <pc:sldMkLst>
          <pc:docMk/>
          <pc:sldMk cId="3007288480" sldId="374"/>
        </pc:sldMkLst>
        <pc:picChg chg="add">
          <ac:chgData name="Fei" userId="d19317889db4c986" providerId="LiveId" clId="{E87CCF37-DE99-49C7-B77F-1E4C7A3FD6FA}" dt="2022-02-16T09:14:58.784" v="3435" actId="22"/>
          <ac:picMkLst>
            <pc:docMk/>
            <pc:sldMk cId="3007288480" sldId="374"/>
            <ac:picMk id="3" creationId="{30EAD257-F9ED-45B6-8BAE-4E942770D941}"/>
          </ac:picMkLst>
        </pc:picChg>
        <pc:picChg chg="add mod">
          <ac:chgData name="Fei" userId="d19317889db4c986" providerId="LiveId" clId="{E87CCF37-DE99-49C7-B77F-1E4C7A3FD6FA}" dt="2022-02-16T09:20:18.393" v="3475"/>
          <ac:picMkLst>
            <pc:docMk/>
            <pc:sldMk cId="3007288480" sldId="374"/>
            <ac:picMk id="4" creationId="{F3A64DE8-08AB-4001-A1A3-3E94C20F9D99}"/>
          </ac:picMkLst>
        </pc:picChg>
      </pc:sldChg>
      <pc:sldChg chg="new del">
        <pc:chgData name="Fei" userId="d19317889db4c986" providerId="LiveId" clId="{E87CCF37-DE99-49C7-B77F-1E4C7A3FD6FA}" dt="2022-02-16T09:15:03.345" v="3437" actId="47"/>
        <pc:sldMkLst>
          <pc:docMk/>
          <pc:sldMk cId="274288510" sldId="375"/>
        </pc:sldMkLst>
      </pc:sldChg>
      <pc:sldChg chg="addSp modSp new mod">
        <pc:chgData name="Fei" userId="d19317889db4c986" providerId="LiveId" clId="{E87CCF37-DE99-49C7-B77F-1E4C7A3FD6FA}" dt="2022-02-16T09:20:20.822" v="3476"/>
        <pc:sldMkLst>
          <pc:docMk/>
          <pc:sldMk cId="3139266100" sldId="375"/>
        </pc:sldMkLst>
        <pc:picChg chg="add">
          <ac:chgData name="Fei" userId="d19317889db4c986" providerId="LiveId" clId="{E87CCF37-DE99-49C7-B77F-1E4C7A3FD6FA}" dt="2022-02-16T09:15:13.494" v="3439" actId="22"/>
          <ac:picMkLst>
            <pc:docMk/>
            <pc:sldMk cId="3139266100" sldId="375"/>
            <ac:picMk id="3" creationId="{A3BC6200-28C9-474F-AE95-2438BD15D99E}"/>
          </ac:picMkLst>
        </pc:picChg>
        <pc:picChg chg="add mod">
          <ac:chgData name="Fei" userId="d19317889db4c986" providerId="LiveId" clId="{E87CCF37-DE99-49C7-B77F-1E4C7A3FD6FA}" dt="2022-02-16T09:20:20.822" v="3476"/>
          <ac:picMkLst>
            <pc:docMk/>
            <pc:sldMk cId="3139266100" sldId="375"/>
            <ac:picMk id="4" creationId="{D4DA2A7A-292D-46DC-970B-5E4F884C4CF3}"/>
          </ac:picMkLst>
        </pc:picChg>
      </pc:sldChg>
      <pc:sldChg chg="addSp modSp new mod">
        <pc:chgData name="Fei" userId="d19317889db4c986" providerId="LiveId" clId="{E87CCF37-DE99-49C7-B77F-1E4C7A3FD6FA}" dt="2022-02-16T09:20:55.716" v="3538" actId="1036"/>
        <pc:sldMkLst>
          <pc:docMk/>
          <pc:sldMk cId="1453297633" sldId="376"/>
        </pc:sldMkLst>
        <pc:picChg chg="add mod">
          <ac:chgData name="Fei" userId="d19317889db4c986" providerId="LiveId" clId="{E87CCF37-DE99-49C7-B77F-1E4C7A3FD6FA}" dt="2022-02-16T09:20:55.716" v="3538" actId="1036"/>
          <ac:picMkLst>
            <pc:docMk/>
            <pc:sldMk cId="1453297633" sldId="376"/>
            <ac:picMk id="3" creationId="{EA870DBD-2F57-430C-8E29-56C8BE2A5834}"/>
          </ac:picMkLst>
        </pc:picChg>
        <pc:picChg chg="add mod">
          <ac:chgData name="Fei" userId="d19317889db4c986" providerId="LiveId" clId="{E87CCF37-DE99-49C7-B77F-1E4C7A3FD6FA}" dt="2022-02-16T09:20:21.724" v="3477"/>
          <ac:picMkLst>
            <pc:docMk/>
            <pc:sldMk cId="1453297633" sldId="376"/>
            <ac:picMk id="4" creationId="{6B705901-A4BC-44B1-B2C6-E5B576C5F566}"/>
          </ac:picMkLst>
        </pc:picChg>
      </pc:sldChg>
      <pc:sldChg chg="addSp modSp new mod">
        <pc:chgData name="Fei" userId="d19317889db4c986" providerId="LiveId" clId="{E87CCF37-DE99-49C7-B77F-1E4C7A3FD6FA}" dt="2022-02-16T09:21:16.338" v="3569" actId="732"/>
        <pc:sldMkLst>
          <pc:docMk/>
          <pc:sldMk cId="50119660" sldId="377"/>
        </pc:sldMkLst>
        <pc:picChg chg="add mod modCrop">
          <ac:chgData name="Fei" userId="d19317889db4c986" providerId="LiveId" clId="{E87CCF37-DE99-49C7-B77F-1E4C7A3FD6FA}" dt="2022-02-16T09:21:16.338" v="3569" actId="732"/>
          <ac:picMkLst>
            <pc:docMk/>
            <pc:sldMk cId="50119660" sldId="377"/>
            <ac:picMk id="3" creationId="{CFFDF75F-DE18-4348-BDE7-804262A5D9CC}"/>
          </ac:picMkLst>
        </pc:picChg>
        <pc:picChg chg="add mod">
          <ac:chgData name="Fei" userId="d19317889db4c986" providerId="LiveId" clId="{E87CCF37-DE99-49C7-B77F-1E4C7A3FD6FA}" dt="2022-02-16T09:20:22.765" v="3478"/>
          <ac:picMkLst>
            <pc:docMk/>
            <pc:sldMk cId="50119660" sldId="377"/>
            <ac:picMk id="4" creationId="{2BBBD844-E3CB-4AC6-AF79-0A590C679B29}"/>
          </ac:picMkLst>
        </pc:picChg>
      </pc:sldChg>
      <pc:sldChg chg="addSp modSp new mod">
        <pc:chgData name="Fei" userId="d19317889db4c986" providerId="LiveId" clId="{E87CCF37-DE99-49C7-B77F-1E4C7A3FD6FA}" dt="2022-02-16T09:20:59.640" v="3549" actId="1036"/>
        <pc:sldMkLst>
          <pc:docMk/>
          <pc:sldMk cId="1738306927" sldId="378"/>
        </pc:sldMkLst>
        <pc:picChg chg="add mod">
          <ac:chgData name="Fei" userId="d19317889db4c986" providerId="LiveId" clId="{E87CCF37-DE99-49C7-B77F-1E4C7A3FD6FA}" dt="2022-02-16T09:20:59.640" v="3549" actId="1036"/>
          <ac:picMkLst>
            <pc:docMk/>
            <pc:sldMk cId="1738306927" sldId="378"/>
            <ac:picMk id="3" creationId="{94198EA1-51DD-42E9-A2D3-5C52F8B4323C}"/>
          </ac:picMkLst>
        </pc:picChg>
        <pc:picChg chg="add mod">
          <ac:chgData name="Fei" userId="d19317889db4c986" providerId="LiveId" clId="{E87CCF37-DE99-49C7-B77F-1E4C7A3FD6FA}" dt="2022-02-16T09:20:24.437" v="3479"/>
          <ac:picMkLst>
            <pc:docMk/>
            <pc:sldMk cId="1738306927" sldId="378"/>
            <ac:picMk id="4" creationId="{7A202ED5-34E9-41FA-8E47-6A3458947377}"/>
          </ac:picMkLst>
        </pc:picChg>
      </pc:sldChg>
      <pc:sldChg chg="addSp modSp new mod">
        <pc:chgData name="Fei" userId="d19317889db4c986" providerId="LiveId" clId="{E87CCF37-DE99-49C7-B77F-1E4C7A3FD6FA}" dt="2022-02-16T09:21:02.381" v="3567" actId="1036"/>
        <pc:sldMkLst>
          <pc:docMk/>
          <pc:sldMk cId="525206687" sldId="379"/>
        </pc:sldMkLst>
        <pc:picChg chg="add mod">
          <ac:chgData name="Fei" userId="d19317889db4c986" providerId="LiveId" clId="{E87CCF37-DE99-49C7-B77F-1E4C7A3FD6FA}" dt="2022-02-16T09:21:02.381" v="3567" actId="1036"/>
          <ac:picMkLst>
            <pc:docMk/>
            <pc:sldMk cId="525206687" sldId="379"/>
            <ac:picMk id="3" creationId="{BA7031AD-5933-4132-9346-4483C029C04F}"/>
          </ac:picMkLst>
        </pc:picChg>
        <pc:picChg chg="add mod">
          <ac:chgData name="Fei" userId="d19317889db4c986" providerId="LiveId" clId="{E87CCF37-DE99-49C7-B77F-1E4C7A3FD6FA}" dt="2022-02-16T09:20:25.537" v="3480"/>
          <ac:picMkLst>
            <pc:docMk/>
            <pc:sldMk cId="525206687" sldId="379"/>
            <ac:picMk id="4" creationId="{95B58061-735E-4C0E-93A9-BBC07F15718F}"/>
          </ac:picMkLst>
        </pc:picChg>
      </pc:sldChg>
      <pc:sldChg chg="addSp modSp new mod">
        <pc:chgData name="Fei" userId="d19317889db4c986" providerId="LiveId" clId="{E87CCF37-DE99-49C7-B77F-1E4C7A3FD6FA}" dt="2022-02-16T09:24:21.242" v="3609" actId="1076"/>
        <pc:sldMkLst>
          <pc:docMk/>
          <pc:sldMk cId="2252357123" sldId="380"/>
        </pc:sldMkLst>
        <pc:picChg chg="add mod">
          <ac:chgData name="Fei" userId="d19317889db4c986" providerId="LiveId" clId="{E87CCF37-DE99-49C7-B77F-1E4C7A3FD6FA}" dt="2022-02-16T09:24:21.242" v="3609" actId="1076"/>
          <ac:picMkLst>
            <pc:docMk/>
            <pc:sldMk cId="2252357123" sldId="380"/>
            <ac:picMk id="3" creationId="{C81E3126-A53D-4D19-9201-EE333BD01150}"/>
          </ac:picMkLst>
        </pc:picChg>
        <pc:picChg chg="add mod">
          <ac:chgData name="Fei" userId="d19317889db4c986" providerId="LiveId" clId="{E87CCF37-DE99-49C7-B77F-1E4C7A3FD6FA}" dt="2022-02-16T09:23:57.975" v="3580"/>
          <ac:picMkLst>
            <pc:docMk/>
            <pc:sldMk cId="2252357123" sldId="380"/>
            <ac:picMk id="4" creationId="{3148A13C-F231-4AB5-87F5-B9DECE9971AA}"/>
          </ac:picMkLst>
        </pc:picChg>
      </pc:sldChg>
      <pc:sldChg chg="addSp modSp new mod">
        <pc:chgData name="Fei" userId="d19317889db4c986" providerId="LiveId" clId="{E87CCF37-DE99-49C7-B77F-1E4C7A3FD6FA}" dt="2022-02-16T09:23:58.953" v="3581"/>
        <pc:sldMkLst>
          <pc:docMk/>
          <pc:sldMk cId="3348470719" sldId="381"/>
        </pc:sldMkLst>
        <pc:picChg chg="add">
          <ac:chgData name="Fei" userId="d19317889db4c986" providerId="LiveId" clId="{E87CCF37-DE99-49C7-B77F-1E4C7A3FD6FA}" dt="2022-02-16T09:23:18.311" v="3573" actId="22"/>
          <ac:picMkLst>
            <pc:docMk/>
            <pc:sldMk cId="3348470719" sldId="381"/>
            <ac:picMk id="3" creationId="{F90A9E56-4DB8-4F11-BF7D-599359C4C2EB}"/>
          </ac:picMkLst>
        </pc:picChg>
        <pc:picChg chg="add mod">
          <ac:chgData name="Fei" userId="d19317889db4c986" providerId="LiveId" clId="{E87CCF37-DE99-49C7-B77F-1E4C7A3FD6FA}" dt="2022-02-16T09:23:58.953" v="3581"/>
          <ac:picMkLst>
            <pc:docMk/>
            <pc:sldMk cId="3348470719" sldId="381"/>
            <ac:picMk id="4" creationId="{63F6C644-07C2-423A-9481-2617B5E2A45C}"/>
          </ac:picMkLst>
        </pc:picChg>
      </pc:sldChg>
      <pc:sldChg chg="addSp modSp new mod">
        <pc:chgData name="Fei" userId="d19317889db4c986" providerId="LiveId" clId="{E87CCF37-DE99-49C7-B77F-1E4C7A3FD6FA}" dt="2022-02-16T09:24:16.526" v="3608" actId="1076"/>
        <pc:sldMkLst>
          <pc:docMk/>
          <pc:sldMk cId="3713029676" sldId="382"/>
        </pc:sldMkLst>
        <pc:picChg chg="add mod">
          <ac:chgData name="Fei" userId="d19317889db4c986" providerId="LiveId" clId="{E87CCF37-DE99-49C7-B77F-1E4C7A3FD6FA}" dt="2022-02-16T09:24:16.526" v="3608" actId="1076"/>
          <ac:picMkLst>
            <pc:docMk/>
            <pc:sldMk cId="3713029676" sldId="382"/>
            <ac:picMk id="3" creationId="{13804B12-1902-4F38-BD0C-3AA028C1A335}"/>
          </ac:picMkLst>
        </pc:picChg>
        <pc:picChg chg="add mod">
          <ac:chgData name="Fei" userId="d19317889db4c986" providerId="LiveId" clId="{E87CCF37-DE99-49C7-B77F-1E4C7A3FD6FA}" dt="2022-02-16T09:24:00.236" v="3582"/>
          <ac:picMkLst>
            <pc:docMk/>
            <pc:sldMk cId="3713029676" sldId="382"/>
            <ac:picMk id="4" creationId="{6657FF30-F4D4-4AEF-BA0D-A81841D69098}"/>
          </ac:picMkLst>
        </pc:picChg>
      </pc:sldChg>
      <pc:sldChg chg="addSp modSp new mod">
        <pc:chgData name="Fei" userId="d19317889db4c986" providerId="LiveId" clId="{E87CCF37-DE99-49C7-B77F-1E4C7A3FD6FA}" dt="2022-02-16T09:24:13.540" v="3607" actId="1076"/>
        <pc:sldMkLst>
          <pc:docMk/>
          <pc:sldMk cId="2745007930" sldId="383"/>
        </pc:sldMkLst>
        <pc:picChg chg="add mod">
          <ac:chgData name="Fei" userId="d19317889db4c986" providerId="LiveId" clId="{E87CCF37-DE99-49C7-B77F-1E4C7A3FD6FA}" dt="2022-02-16T09:24:13.540" v="3607" actId="1076"/>
          <ac:picMkLst>
            <pc:docMk/>
            <pc:sldMk cId="2745007930" sldId="383"/>
            <ac:picMk id="3" creationId="{0DE83779-255D-4670-8A22-B301AC43D8BC}"/>
          </ac:picMkLst>
        </pc:picChg>
        <pc:picChg chg="add mod">
          <ac:chgData name="Fei" userId="d19317889db4c986" providerId="LiveId" clId="{E87CCF37-DE99-49C7-B77F-1E4C7A3FD6FA}" dt="2022-02-16T09:24:01.537" v="3583"/>
          <ac:picMkLst>
            <pc:docMk/>
            <pc:sldMk cId="2745007930" sldId="383"/>
            <ac:picMk id="4" creationId="{D4F12FC4-CED0-4F9D-A10A-5EFB9D9912EC}"/>
          </ac:picMkLst>
        </pc:picChg>
      </pc:sldChg>
      <pc:sldChg chg="new del">
        <pc:chgData name="Fei" userId="d19317889db4c986" providerId="LiveId" clId="{E87CCF37-DE99-49C7-B77F-1E4C7A3FD6FA}" dt="2022-02-16T09:23:46.858" v="3579" actId="47"/>
        <pc:sldMkLst>
          <pc:docMk/>
          <pc:sldMk cId="610523855" sldId="384"/>
        </pc:sldMkLst>
      </pc:sldChg>
      <pc:sldMasterChg chg="modSp delSldLayout modSldLayout">
        <pc:chgData name="Fei" userId="d19317889db4c986" providerId="LiveId" clId="{E87CCF37-DE99-49C7-B77F-1E4C7A3FD6FA}" dt="2022-02-16T02:49:34.017" v="263"/>
        <pc:sldMasterMkLst>
          <pc:docMk/>
          <pc:sldMasterMk cId="0" sldId="2147483648"/>
        </pc:sldMasterMkLst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6" creationId="{00000000-0000-0000-0000-000000000000}"/>
          </ac:spMkLst>
        </pc:spChg>
        <pc:picChg chg="mod">
          <ac:chgData name="Fei" userId="d19317889db4c986" providerId="LiveId" clId="{E87CCF37-DE99-49C7-B77F-1E4C7A3FD6FA}" dt="2022-02-16T02:49:34.017" v="263"/>
          <ac:picMkLst>
            <pc:docMk/>
            <pc:sldMasterMk cId="0" sldId="2147483648"/>
            <ac:picMk id="7" creationId="{00000000-0000-0000-0000-000000000000}"/>
          </ac:picMkLst>
        </pc:pic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4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1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2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3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6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7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3"/>
          </pc:sldLayoutMkLst>
        </pc:sldLayoutChg>
      </pc:sldMasterChg>
      <pc:sldMasterChg chg="addSp modTransition setBg modSldLayout">
        <pc:chgData name="Fei" userId="d19317889db4c986" providerId="LiveId" clId="{E87CCF37-DE99-49C7-B77F-1E4C7A3FD6FA}" dt="2022-02-16T03:25:35.756" v="936"/>
        <pc:sldMasterMkLst>
          <pc:docMk/>
          <pc:sldMasterMk cId="764794170" sldId="2147483662"/>
        </pc:sldMasterMkLst>
        <pc:picChg chg="add">
          <ac:chgData name="Fei" userId="d19317889db4c986" providerId="LiveId" clId="{E87CCF37-DE99-49C7-B77F-1E4C7A3FD6FA}" dt="2022-02-16T02:49:34.017" v="263"/>
          <ac:picMkLst>
            <pc:docMk/>
            <pc:sldMasterMk cId="764794170" sldId="2147483662"/>
            <ac:picMk id="7" creationId="{9B6BAFAD-A2B8-4313-A4B9-04C4A136A2E2}"/>
          </ac:picMkLst>
        </pc:pic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232059321" sldId="2147483663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368769018" sldId="2147483664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485063140" sldId="2147483665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107017698" sldId="2147483666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102005667" sldId="2147483667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62760707" sldId="2147483668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147947450" sldId="2147483669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974649443" sldId="2147483670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01950614" sldId="2147483671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69028198" sldId="2147483672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353215307" sldId="2147483673"/>
          </pc:sldLayoutMkLst>
        </pc:sldLayoutChg>
      </pc:sldMasterChg>
    </pc:docChg>
  </pc:docChgLst>
  <pc:docChgLst>
    <pc:chgData name="Zheng Fei" userId="d19317889db4c986" providerId="LiveId" clId="{E82539A1-A32B-B246-B37F-C03E3C428AF2}"/>
    <pc:docChg chg="addSld delSld modSld">
      <pc:chgData name="Zheng Fei" userId="d19317889db4c986" providerId="LiveId" clId="{E82539A1-A32B-B246-B37F-C03E3C428AF2}" dt="2022-03-03T07:06:10.012" v="2"/>
      <pc:docMkLst>
        <pc:docMk/>
      </pc:docMkLst>
      <pc:sldChg chg="del">
        <pc:chgData name="Zheng Fei" userId="d19317889db4c986" providerId="LiveId" clId="{E82539A1-A32B-B246-B37F-C03E3C428AF2}" dt="2022-02-24T03:07:53.607" v="0" actId="2696"/>
        <pc:sldMkLst>
          <pc:docMk/>
          <pc:sldMk cId="4118158739" sldId="35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672971775" sldId="35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008951437" sldId="35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008689145" sldId="35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73379754" sldId="35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502800851" sldId="35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48524945" sldId="35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6890209" sldId="35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63972577" sldId="35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972187867" sldId="36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880097859" sldId="36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3995558" sldId="36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12065365" sldId="36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718474870" sldId="36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820094131" sldId="36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29396091" sldId="36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785641543" sldId="36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2320755" sldId="36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352261" sldId="36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579815030" sldId="37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10103594" sldId="37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138114101" sldId="37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418740384" sldId="37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07288480" sldId="374"/>
        </pc:sldMkLst>
      </pc:sldChg>
      <pc:sldChg chg="addSp modSp new">
        <pc:chgData name="Zheng Fei" userId="d19317889db4c986" providerId="LiveId" clId="{E82539A1-A32B-B246-B37F-C03E3C428AF2}" dt="2022-03-03T07:06:10.012" v="2"/>
        <pc:sldMkLst>
          <pc:docMk/>
          <pc:sldMk cId="174361234" sldId="380"/>
        </pc:sldMkLst>
        <pc:spChg chg="add mod">
          <ac:chgData name="Zheng Fei" userId="d19317889db4c986" providerId="LiveId" clId="{E82539A1-A32B-B246-B37F-C03E3C428AF2}" dt="2022-03-03T07:06:10.012" v="2"/>
          <ac:spMkLst>
            <pc:docMk/>
            <pc:sldMk cId="174361234" sldId="380"/>
            <ac:spMk id="2" creationId="{F125F737-D6E7-1D47-AFE5-63A7AD64CC5B}"/>
          </ac:spMkLst>
        </pc:spChg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91378626" sldId="39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88470829" sldId="399"/>
        </pc:sldMkLst>
      </pc:sldChg>
    </pc:docChg>
  </pc:docChgLst>
  <pc:docChgLst>
    <pc:chgData name="Zheng Fei" userId="d19317889db4c986" providerId="LiveId" clId="{A412FB96-BF6F-40EF-ADE5-984BCFF82236}"/>
    <pc:docChg chg="undo redo custSel addSld delSld modSld sldOrd delMainMaster modMainMaster">
      <pc:chgData name="Zheng Fei" userId="d19317889db4c986" providerId="LiveId" clId="{A412FB96-BF6F-40EF-ADE5-984BCFF82236}" dt="2022-03-14T17:01:54.636" v="1260" actId="1076"/>
      <pc:docMkLst>
        <pc:docMk/>
      </pc:docMkLst>
      <pc:sldChg chg="add del">
        <pc:chgData name="Zheng Fei" userId="d19317889db4c986" providerId="LiveId" clId="{A412FB96-BF6F-40EF-ADE5-984BCFF82236}" dt="2022-03-14T13:57:06.702" v="11" actId="47"/>
        <pc:sldMkLst>
          <pc:docMk/>
          <pc:sldMk cId="0" sldId="338"/>
        </pc:sldMkLst>
      </pc:sldChg>
      <pc:sldChg chg="del">
        <pc:chgData name="Zheng Fei" userId="d19317889db4c986" providerId="LiveId" clId="{A412FB96-BF6F-40EF-ADE5-984BCFF82236}" dt="2022-03-14T14:41:56.468" v="553" actId="47"/>
        <pc:sldMkLst>
          <pc:docMk/>
          <pc:sldMk cId="3139266100" sldId="375"/>
        </pc:sldMkLst>
      </pc:sldChg>
      <pc:sldChg chg="del">
        <pc:chgData name="Zheng Fei" userId="d19317889db4c986" providerId="LiveId" clId="{A412FB96-BF6F-40EF-ADE5-984BCFF82236}" dt="2022-03-14T14:42:38.693" v="554" actId="47"/>
        <pc:sldMkLst>
          <pc:docMk/>
          <pc:sldMk cId="1453297633" sldId="376"/>
        </pc:sldMkLst>
      </pc:sldChg>
      <pc:sldChg chg="del">
        <pc:chgData name="Zheng Fei" userId="d19317889db4c986" providerId="LiveId" clId="{A412FB96-BF6F-40EF-ADE5-984BCFF82236}" dt="2022-03-14T16:30:51.038" v="1114" actId="47"/>
        <pc:sldMkLst>
          <pc:docMk/>
          <pc:sldMk cId="50119660" sldId="377"/>
        </pc:sldMkLst>
      </pc:sldChg>
      <pc:sldChg chg="del">
        <pc:chgData name="Zheng Fei" userId="d19317889db4c986" providerId="LiveId" clId="{A412FB96-BF6F-40EF-ADE5-984BCFF82236}" dt="2022-03-14T14:42:54.161" v="555" actId="47"/>
        <pc:sldMkLst>
          <pc:docMk/>
          <pc:sldMk cId="1738306927" sldId="378"/>
        </pc:sldMkLst>
      </pc:sldChg>
      <pc:sldChg chg="del">
        <pc:chgData name="Zheng Fei" userId="d19317889db4c986" providerId="LiveId" clId="{A412FB96-BF6F-40EF-ADE5-984BCFF82236}" dt="2022-03-14T14:42:54.988" v="556" actId="47"/>
        <pc:sldMkLst>
          <pc:docMk/>
          <pc:sldMk cId="525206687" sldId="379"/>
        </pc:sldMkLst>
      </pc:sldChg>
      <pc:sldChg chg="add del">
        <pc:chgData name="Zheng Fei" userId="d19317889db4c986" providerId="LiveId" clId="{A412FB96-BF6F-40EF-ADE5-984BCFF82236}" dt="2022-03-14T14:43:03.329" v="559" actId="47"/>
        <pc:sldMkLst>
          <pc:docMk/>
          <pc:sldMk cId="174361234" sldId="380"/>
        </pc:sldMkLst>
      </pc:sldChg>
      <pc:sldChg chg="del">
        <pc:chgData name="Zheng Fei" userId="d19317889db4c986" providerId="LiveId" clId="{A412FB96-BF6F-40EF-ADE5-984BCFF82236}" dt="2022-03-14T13:55:20.622" v="2" actId="47"/>
        <pc:sldMkLst>
          <pc:docMk/>
          <pc:sldMk cId="1825259269" sldId="381"/>
        </pc:sldMkLst>
      </pc:sldChg>
      <pc:sldChg chg="addSp delSp modSp mod modAnim">
        <pc:chgData name="Zheng Fei" userId="d19317889db4c986" providerId="LiveId" clId="{A412FB96-BF6F-40EF-ADE5-984BCFF82236}" dt="2022-03-14T15:10:34.294" v="583" actId="20577"/>
        <pc:sldMkLst>
          <pc:docMk/>
          <pc:sldMk cId="221761113" sldId="382"/>
        </pc:sldMkLst>
        <pc:spChg chg="add mod">
          <ac:chgData name="Zheng Fei" userId="d19317889db4c986" providerId="LiveId" clId="{A412FB96-BF6F-40EF-ADE5-984BCFF82236}" dt="2022-03-14T15:10:34.294" v="583" actId="20577"/>
          <ac:spMkLst>
            <pc:docMk/>
            <pc:sldMk cId="221761113" sldId="382"/>
            <ac:spMk id="4" creationId="{2FAF8B0D-33E1-48CE-9B9E-CBA8583D7E14}"/>
          </ac:spMkLst>
        </pc:spChg>
        <pc:spChg chg="add mod">
          <ac:chgData name="Zheng Fei" userId="d19317889db4c986" providerId="LiveId" clId="{A412FB96-BF6F-40EF-ADE5-984BCFF82236}" dt="2022-03-14T14:36:32.001" v="543" actId="113"/>
          <ac:spMkLst>
            <pc:docMk/>
            <pc:sldMk cId="221761113" sldId="382"/>
            <ac:spMk id="5" creationId="{D199A726-7A88-44B8-B617-C908C303B2CC}"/>
          </ac:spMkLst>
        </pc:spChg>
        <pc:spChg chg="add mod topLvl">
          <ac:chgData name="Zheng Fei" userId="d19317889db4c986" providerId="LiveId" clId="{A412FB96-BF6F-40EF-ADE5-984BCFF82236}" dt="2022-03-14T14:34:43.347" v="500" actId="1076"/>
          <ac:spMkLst>
            <pc:docMk/>
            <pc:sldMk cId="221761113" sldId="382"/>
            <ac:spMk id="7" creationId="{05144350-80E9-4AC4-90F5-C68D083D136D}"/>
          </ac:spMkLst>
        </pc:spChg>
        <pc:spChg chg="add mod topLvl">
          <ac:chgData name="Zheng Fei" userId="d19317889db4c986" providerId="LiveId" clId="{A412FB96-BF6F-40EF-ADE5-984BCFF82236}" dt="2022-03-14T14:34:40.084" v="499" actId="1076"/>
          <ac:spMkLst>
            <pc:docMk/>
            <pc:sldMk cId="221761113" sldId="382"/>
            <ac:spMk id="8" creationId="{EBFE683E-6B8E-4690-86E5-08D0A5552021}"/>
          </ac:spMkLst>
        </pc:spChg>
        <pc:spChg chg="add mod topLvl">
          <ac:chgData name="Zheng Fei" userId="d19317889db4c986" providerId="LiveId" clId="{A412FB96-BF6F-40EF-ADE5-984BCFF82236}" dt="2022-03-14T14:34:49.205" v="501" actId="1076"/>
          <ac:spMkLst>
            <pc:docMk/>
            <pc:sldMk cId="221761113" sldId="382"/>
            <ac:spMk id="9" creationId="{2ACA2423-3D52-4016-8E4D-0E8364ACFEE7}"/>
          </ac:spMkLst>
        </pc:spChg>
        <pc:spChg chg="add mod topLvl">
          <ac:chgData name="Zheng Fei" userId="d19317889db4c986" providerId="LiveId" clId="{A412FB96-BF6F-40EF-ADE5-984BCFF82236}" dt="2022-03-14T14:34:34.184" v="498" actId="255"/>
          <ac:spMkLst>
            <pc:docMk/>
            <pc:sldMk cId="221761113" sldId="382"/>
            <ac:spMk id="10" creationId="{870993DE-54E8-42F3-862D-148B1C1F2A08}"/>
          </ac:spMkLst>
        </pc:spChg>
        <pc:spChg chg="add mod">
          <ac:chgData name="Zheng Fei" userId="d19317889db4c986" providerId="LiveId" clId="{A412FB96-BF6F-40EF-ADE5-984BCFF82236}" dt="2022-03-14T14:37:23.172" v="548" actId="255"/>
          <ac:spMkLst>
            <pc:docMk/>
            <pc:sldMk cId="221761113" sldId="382"/>
            <ac:spMk id="18" creationId="{9AF677D4-A7E8-4A45-9901-420F4F5967CC}"/>
          </ac:spMkLst>
        </pc:spChg>
        <pc:grpChg chg="add del mod">
          <ac:chgData name="Zheng Fei" userId="d19317889db4c986" providerId="LiveId" clId="{A412FB96-BF6F-40EF-ADE5-984BCFF82236}" dt="2022-03-14T14:34:16.341" v="495" actId="165"/>
          <ac:grpSpMkLst>
            <pc:docMk/>
            <pc:sldMk cId="221761113" sldId="382"/>
            <ac:grpSpMk id="6" creationId="{BD05DA64-9733-4897-B94D-C8B00AC326B7}"/>
          </ac:grpSpMkLst>
        </pc:grp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2" creationId="{05144350-80E9-4AC4-90F5-C68D083D136D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1" creationId="{EBFE683E-6B8E-4690-86E5-08D0A5552021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3" creationId="{2ACA2423-3D52-4016-8E4D-0E8364ACFEE7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5" creationId="{870993DE-54E8-42F3-862D-148B1C1F2A08}"/>
          </ac:graphicFrameMkLst>
        </pc:graphicFrameChg>
        <pc:picChg chg="del">
          <ac:chgData name="Zheng Fei" userId="d19317889db4c986" providerId="LiveId" clId="{A412FB96-BF6F-40EF-ADE5-984BCFF82236}" dt="2022-03-14T14:00:56.446" v="12" actId="478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modSp mod">
        <pc:chgData name="Zheng Fei" userId="d19317889db4c986" providerId="LiveId" clId="{A412FB96-BF6F-40EF-ADE5-984BCFF82236}" dt="2022-03-14T15:12:54.814" v="603" actId="1076"/>
        <pc:sldMkLst>
          <pc:docMk/>
          <pc:sldMk cId="655954987" sldId="383"/>
        </pc:sldMkLst>
        <pc:spChg chg="add mod">
          <ac:chgData name="Zheng Fei" userId="d19317889db4c986" providerId="LiveId" clId="{A412FB96-BF6F-40EF-ADE5-984BCFF82236}" dt="2022-03-14T15:11:03.671" v="587"/>
          <ac:spMkLst>
            <pc:docMk/>
            <pc:sldMk cId="655954987" sldId="383"/>
            <ac:spMk id="4" creationId="{4527E1BB-6636-4951-990F-A29E232990DA}"/>
          </ac:spMkLst>
        </pc:spChg>
        <pc:picChg chg="mod">
          <ac:chgData name="Zheng Fei" userId="d19317889db4c986" providerId="LiveId" clId="{A412FB96-BF6F-40EF-ADE5-984BCFF82236}" dt="2022-03-14T15:12:54.814" v="603" actId="1076"/>
          <ac:picMkLst>
            <pc:docMk/>
            <pc:sldMk cId="655954987" sldId="383"/>
            <ac:picMk id="3" creationId="{F0BE729E-E188-4A2D-8AF1-6132672EC358}"/>
          </ac:picMkLst>
        </pc:picChg>
        <pc:picChg chg="add mod modCrop">
          <ac:chgData name="Zheng Fei" userId="d19317889db4c986" providerId="LiveId" clId="{A412FB96-BF6F-40EF-ADE5-984BCFF82236}" dt="2022-03-14T15:12:49.476" v="601" actId="14100"/>
          <ac:picMkLst>
            <pc:docMk/>
            <pc:sldMk cId="655954987" sldId="383"/>
            <ac:picMk id="5" creationId="{DE5310C7-4DAE-42A9-B3C7-60B04822BDE4}"/>
          </ac:picMkLst>
        </pc:picChg>
      </pc:sldChg>
      <pc:sldChg chg="delSp del mod">
        <pc:chgData name="Zheng Fei" userId="d19317889db4c986" providerId="LiveId" clId="{A412FB96-BF6F-40EF-ADE5-984BCFF82236}" dt="2022-03-14T15:13:00.136" v="606" actId="47"/>
        <pc:sldMkLst>
          <pc:docMk/>
          <pc:sldMk cId="932541945" sldId="384"/>
        </pc:sldMkLst>
        <pc:picChg chg="del">
          <ac:chgData name="Zheng Fei" userId="d19317889db4c986" providerId="LiveId" clId="{A412FB96-BF6F-40EF-ADE5-984BCFF82236}" dt="2022-03-14T15:11:41.980" v="592" actId="21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delSp modSp mod modAnim">
        <pc:chgData name="Zheng Fei" userId="d19317889db4c986" providerId="LiveId" clId="{A412FB96-BF6F-40EF-ADE5-984BCFF82236}" dt="2022-03-14T15:31:26.659" v="793"/>
        <pc:sldMkLst>
          <pc:docMk/>
          <pc:sldMk cId="809317833" sldId="385"/>
        </pc:sldMkLst>
        <pc:spChg chg="add del mod">
          <ac:chgData name="Zheng Fei" userId="d19317889db4c986" providerId="LiveId" clId="{A412FB96-BF6F-40EF-ADE5-984BCFF82236}" dt="2022-03-14T15:19:50.322" v="652"/>
          <ac:spMkLst>
            <pc:docMk/>
            <pc:sldMk cId="809317833" sldId="385"/>
            <ac:spMk id="8" creationId="{68569FCA-7BA7-448E-867F-F0AD0B679E06}"/>
          </ac:spMkLst>
        </pc:spChg>
        <pc:spChg chg="mod">
          <ac:chgData name="Zheng Fei" userId="d19317889db4c986" providerId="LiveId" clId="{A412FB96-BF6F-40EF-ADE5-984BCFF82236}" dt="2022-03-14T15:19:44.345" v="651"/>
          <ac:spMkLst>
            <pc:docMk/>
            <pc:sldMk cId="809317833" sldId="385"/>
            <ac:spMk id="12" creationId="{D1A2C19A-BB03-47F1-BDD3-04942FAFE6E2}"/>
          </ac:spMkLst>
        </pc:spChg>
        <pc:spChg chg="add 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21" creationId="{98B8E6E4-5723-467B-BEA5-831E6F7BDA59}"/>
          </ac:spMkLst>
        </pc:spChg>
        <pc:grpChg chg="add del mod">
          <ac:chgData name="Zheng Fei" userId="d19317889db4c986" providerId="LiveId" clId="{A412FB96-BF6F-40EF-ADE5-984BCFF82236}" dt="2022-03-14T15:19:50.322" v="652"/>
          <ac:grpSpMkLst>
            <pc:docMk/>
            <pc:sldMk cId="809317833" sldId="385"/>
            <ac:grpSpMk id="10" creationId="{F1BD842C-9242-4269-A13C-B5A5A7121FED}"/>
          </ac:grpSpMkLst>
        </pc:grpChg>
        <pc:grpChg chg="add mod">
          <ac:chgData name="Zheng Fei" userId="d19317889db4c986" providerId="LiveId" clId="{A412FB96-BF6F-40EF-ADE5-984BCFF82236}" dt="2022-03-14T15:19:52.462" v="654" actId="1076"/>
          <ac:grpSpMkLst>
            <pc:docMk/>
            <pc:sldMk cId="809317833" sldId="385"/>
            <ac:grpSpMk id="19" creationId="{BE4F8971-CBB4-4FA5-A489-9B2156643086}"/>
          </ac:grpSpMkLst>
        </pc:grp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4" creationId="{67AE6AE5-6316-4C26-B0E7-7F17882096A1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5" creationId="{68B57CFA-70B3-44FC-AC5C-44ED04C627E0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6" creationId="{E5F51E45-6883-4DAA-8828-A053FDE057BA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7" creationId="{70348A66-268E-4EDE-A05B-E942607B6A6B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9" creationId="{229A76C1-68C7-4690-B437-A86D3BA76A6E}"/>
          </ac:graphicFrameMkLst>
        </pc:graphicFrameChg>
        <pc:graphicFrameChg chg="mod">
          <ac:chgData name="Zheng Fei" userId="d19317889db4c986" providerId="LiveId" clId="{A412FB96-BF6F-40EF-ADE5-984BCFF82236}" dt="2022-03-14T15:19:44.345" v="651"/>
          <ac:graphicFrameMkLst>
            <pc:docMk/>
            <pc:sldMk cId="809317833" sldId="385"/>
            <ac:graphicFrameMk id="11" creationId="{5F90AD2F-857D-4074-960A-DBB6C8C14DA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picChg chg="del">
          <ac:chgData name="Zheng Fei" userId="d19317889db4c986" providerId="LiveId" clId="{A412FB96-BF6F-40EF-ADE5-984BCFF82236}" dt="2022-03-14T15:19:13.917" v="644" actId="21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modSp mod">
        <pc:chgData name="Zheng Fei" userId="d19317889db4c986" providerId="LiveId" clId="{A412FB96-BF6F-40EF-ADE5-984BCFF82236}" dt="2022-03-14T16:21:26.071" v="861" actId="1076"/>
        <pc:sldMkLst>
          <pc:docMk/>
          <pc:sldMk cId="2947450005" sldId="386"/>
        </pc:sldMkLst>
        <pc:spChg chg="add mod">
          <ac:chgData name="Zheng Fei" userId="d19317889db4c986" providerId="LiveId" clId="{A412FB96-BF6F-40EF-ADE5-984BCFF82236}" dt="2022-03-14T16:21:21.649" v="859" actId="114"/>
          <ac:spMkLst>
            <pc:docMk/>
            <pc:sldMk cId="2947450005" sldId="386"/>
            <ac:spMk id="4" creationId="{581BD2D8-214C-408B-84B1-8FFBAEE50DF0}"/>
          </ac:spMkLst>
        </pc:spChg>
        <pc:picChg chg="mod">
          <ac:chgData name="Zheng Fei" userId="d19317889db4c986" providerId="LiveId" clId="{A412FB96-BF6F-40EF-ADE5-984BCFF82236}" dt="2022-03-14T16:21:26.071" v="861" actId="1076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delSp modSp mod ord modAnim">
        <pc:chgData name="Zheng Fei" userId="d19317889db4c986" providerId="LiveId" clId="{A412FB96-BF6F-40EF-ADE5-984BCFF82236}" dt="2022-03-14T16:20:57.232" v="855" actId="1076"/>
        <pc:sldMkLst>
          <pc:docMk/>
          <pc:sldMk cId="1112543019" sldId="387"/>
        </pc:sldMkLst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4" creationId="{991B1DDC-F1B3-4EA6-BAA7-FC2185AF67B5}"/>
          </ac:spMkLst>
        </pc:spChg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5" creationId="{6290B45E-E6CA-4B57-992B-8E143ADED0CD}"/>
          </ac:spMkLst>
        </pc:spChg>
        <pc:spChg chg="add mod">
          <ac:chgData name="Zheng Fei" userId="d19317889db4c986" providerId="LiveId" clId="{A412FB96-BF6F-40EF-ADE5-984BCFF82236}" dt="2022-03-14T16:20:50.013" v="853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A412FB96-BF6F-40EF-ADE5-984BCFF82236}" dt="2022-03-14T16:20:57.232" v="855" actId="1076"/>
          <ac:picMkLst>
            <pc:docMk/>
            <pc:sldMk cId="1112543019" sldId="387"/>
            <ac:picMk id="3" creationId="{1C427D47-2D28-4B45-A03B-8F3AF510A1B7}"/>
          </ac:picMkLst>
        </pc:picChg>
      </pc:sldChg>
      <pc:sldChg chg="new del">
        <pc:chgData name="Zheng Fei" userId="d19317889db4c986" providerId="LiveId" clId="{A412FB96-BF6F-40EF-ADE5-984BCFF82236}" dt="2022-03-14T13:56:44.685" v="4" actId="47"/>
        <pc:sldMkLst>
          <pc:docMk/>
          <pc:sldMk cId="1775664223" sldId="388"/>
        </pc:sldMkLst>
      </pc:sldChg>
      <pc:sldChg chg="addSp delSp modSp new mod ord delAnim modAnim">
        <pc:chgData name="Zheng Fei" userId="d19317889db4c986" providerId="LiveId" clId="{A412FB96-BF6F-40EF-ADE5-984BCFF82236}" dt="2022-03-14T14:45:58.994" v="567" actId="1076"/>
        <pc:sldMkLst>
          <pc:docMk/>
          <pc:sldMk cId="3931972947" sldId="388"/>
        </pc:sldMkLst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2" creationId="{40FC27EB-62C8-4417-8FB8-360703AA138F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3" creationId="{4111A229-D2D0-4E08-A98F-13A103405E32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4" creationId="{6CF6C30B-8A87-4787-92DA-FFDB0AE49F48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5" creationId="{7FF13DE5-891F-4CA9-85FC-8B3513C3E263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6" creationId="{460B6C1A-05DA-408A-B1F0-88AE2DEED90E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7" creationId="{0D92A9C2-7FEE-4E02-8ED8-1789BB1B03D6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8" creationId="{A40B8D95-8F2F-4EEF-9B8D-8E82A2E84820}"/>
          </ac:spMkLst>
        </pc:spChg>
        <pc:spChg chg="add del mod">
          <ac:chgData name="Zheng Fei" userId="d19317889db4c986" providerId="LiveId" clId="{A412FB96-BF6F-40EF-ADE5-984BCFF82236}" dt="2022-03-14T14:24:07.884" v="331" actId="478"/>
          <ac:spMkLst>
            <pc:docMk/>
            <pc:sldMk cId="3931972947" sldId="388"/>
            <ac:spMk id="13" creationId="{02ABD23B-182D-46FA-B4D4-06EED4F06E22}"/>
          </ac:spMkLst>
        </pc:spChg>
        <pc:spChg chg="add mod">
          <ac:chgData name="Zheng Fei" userId="d19317889db4c986" providerId="LiveId" clId="{A412FB96-BF6F-40EF-ADE5-984BCFF82236}" dt="2022-03-14T14:45:58.994" v="567" actId="1076"/>
          <ac:spMkLst>
            <pc:docMk/>
            <pc:sldMk cId="3931972947" sldId="388"/>
            <ac:spMk id="14" creationId="{1CCB97B7-BB52-45C0-8AD7-1B1F7B119F75}"/>
          </ac:spMkLst>
        </pc:spChg>
        <pc:spChg chg="add mod">
          <ac:chgData name="Zheng Fei" userId="d19317889db4c986" providerId="LiveId" clId="{A412FB96-BF6F-40EF-ADE5-984BCFF82236}" dt="2022-03-14T13:57:03.584" v="10"/>
          <ac:spMkLst>
            <pc:docMk/>
            <pc:sldMk cId="3931972947" sldId="388"/>
            <ac:spMk id="15" creationId="{16CE2321-B2A8-4A3D-BDBF-A8E6D95B1AF1}"/>
          </ac:spMkLst>
        </pc:spChg>
        <pc:spChg chg="add mod">
          <ac:chgData name="Zheng Fei" userId="d19317889db4c986" providerId="LiveId" clId="{A412FB96-BF6F-40EF-ADE5-984BCFF82236}" dt="2022-03-14T14:45:44.487" v="565" actId="1076"/>
          <ac:spMkLst>
            <pc:docMk/>
            <pc:sldMk cId="3931972947" sldId="388"/>
            <ac:spMk id="16" creationId="{4C6A6C87-9262-4B53-89E1-0F195E320F58}"/>
          </ac:spMkLst>
        </pc:spChg>
        <pc:spChg chg="add del mod">
          <ac:chgData name="Zheng Fei" userId="d19317889db4c986" providerId="LiveId" clId="{A412FB96-BF6F-40EF-ADE5-984BCFF82236}" dt="2022-03-14T14:24:08.886" v="332" actId="478"/>
          <ac:spMkLst>
            <pc:docMk/>
            <pc:sldMk cId="3931972947" sldId="388"/>
            <ac:spMk id="17" creationId="{44771169-BF26-40A6-8163-224D68B8744D}"/>
          </ac:spMkLst>
        </pc:spChg>
        <pc:spChg chg="add del mod">
          <ac:chgData name="Zheng Fei" userId="d19317889db4c986" providerId="LiveId" clId="{A412FB96-BF6F-40EF-ADE5-984BCFF82236}" dt="2022-03-14T14:24:11.504" v="333" actId="478"/>
          <ac:spMkLst>
            <pc:docMk/>
            <pc:sldMk cId="3931972947" sldId="388"/>
            <ac:spMk id="18" creationId="{D6C7CA0F-B08E-42BA-93FA-D48C38EA1AA1}"/>
          </ac:spMkLst>
        </pc:spChg>
        <pc:spChg chg="add mod">
          <ac:chgData name="Zheng Fei" userId="d19317889db4c986" providerId="LiveId" clId="{A412FB96-BF6F-40EF-ADE5-984BCFF82236}" dt="2022-03-14T14:45:47.860" v="566" actId="1076"/>
          <ac:spMkLst>
            <pc:docMk/>
            <pc:sldMk cId="3931972947" sldId="388"/>
            <ac:spMk id="19" creationId="{1FDF737B-3311-4FFD-AAD7-C79680BF782B}"/>
          </ac:spMkLst>
        </pc:spChg>
        <pc:spChg chg="add mod">
          <ac:chgData name="Zheng Fei" userId="d19317889db4c986" providerId="LiveId" clId="{A412FB96-BF6F-40EF-ADE5-984BCFF82236}" dt="2022-03-14T14:32:31.447" v="469" actId="114"/>
          <ac:spMkLst>
            <pc:docMk/>
            <pc:sldMk cId="3931972947" sldId="388"/>
            <ac:spMk id="23" creationId="{31DAC371-0357-4B06-A107-16EBF27B67C0}"/>
          </ac:spMkLst>
        </pc:spChg>
        <pc:spChg chg="add mod">
          <ac:chgData name="Zheng Fei" userId="d19317889db4c986" providerId="LiveId" clId="{A412FB96-BF6F-40EF-ADE5-984BCFF82236}" dt="2022-03-14T14:32:45.121" v="475" actId="114"/>
          <ac:spMkLst>
            <pc:docMk/>
            <pc:sldMk cId="3931972947" sldId="388"/>
            <ac:spMk id="24" creationId="{9FC75E4A-278B-49E4-8D93-7A8576B839B0}"/>
          </ac:spMkLst>
        </pc:spChg>
        <pc:graphicFrameChg chg="add del mod replId">
          <ac:chgData name="Zheng Fei" userId="d19317889db4c986" providerId="LiveId" clId="{A412FB96-BF6F-40EF-ADE5-984BCFF82236}" dt="2022-03-14T14:30:06.979" v="431"/>
          <ac:graphicFrameMkLst>
            <pc:docMk/>
            <pc:sldMk cId="3931972947" sldId="388"/>
            <ac:graphicFrameMk id="2" creationId="{9FC75E4A-278B-49E4-8D93-7A8576B839B0}"/>
          </ac:graphicFrameMkLst>
        </pc:graphicFrameChg>
        <pc:graphicFrameChg chg="add del mod replId">
          <ac:chgData name="Zheng Fei" userId="d19317889db4c986" providerId="LiveId" clId="{A412FB96-BF6F-40EF-ADE5-984BCFF82236}" dt="2022-03-14T14:30:39.144" v="448"/>
          <ac:graphicFrameMkLst>
            <pc:docMk/>
            <pc:sldMk cId="3931972947" sldId="388"/>
            <ac:graphicFrameMk id="4" creationId="{31DAC371-0357-4B06-A107-16EBF27B67C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9" creationId="{64B4ECC8-4FEA-4747-9159-7BF9A67A6E1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0" creationId="{6BC8ED42-1F63-4621-97A2-F72BEAB2E61A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1" creationId="{B623C9DA-5F76-4E38-AC92-52F3A82BB321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2" creationId="{D3990477-77B5-4B34-8EA4-7EF0F2B466EB}"/>
          </ac:graphicFrameMkLst>
        </pc:graphicFrameChg>
        <pc:graphicFrameChg chg="add del mod">
          <ac:chgData name="Zheng Fei" userId="d19317889db4c986" providerId="LiveId" clId="{A412FB96-BF6F-40EF-ADE5-984BCFF82236}" dt="2022-03-14T14:24:14.965" v="334" actId="478"/>
          <ac:graphicFrameMkLst>
            <pc:docMk/>
            <pc:sldMk cId="3931972947" sldId="388"/>
            <ac:graphicFrameMk id="20" creationId="{2A68A110-FD8B-4A3F-B498-C7D40419E2B3}"/>
          </ac:graphicFrameMkLst>
        </pc:graphicFrameChg>
        <pc:graphicFrameChg chg="add del mod">
          <ac:chgData name="Zheng Fei" userId="d19317889db4c986" providerId="LiveId" clId="{A412FB96-BF6F-40EF-ADE5-984BCFF82236}" dt="2022-03-14T14:24:15.665" v="335" actId="478"/>
          <ac:graphicFrameMkLst>
            <pc:docMk/>
            <pc:sldMk cId="3931972947" sldId="388"/>
            <ac:graphicFrameMk id="21" creationId="{06E5DB96-E189-42CC-8534-E93CFB4231AE}"/>
          </ac:graphicFrameMkLst>
        </pc:graphicFrameChg>
        <pc:graphicFrameChg chg="add del mod">
          <ac:chgData name="Zheng Fei" userId="d19317889db4c986" providerId="LiveId" clId="{A412FB96-BF6F-40EF-ADE5-984BCFF82236}" dt="2022-03-14T14:24:16.345" v="336" actId="478"/>
          <ac:graphicFrameMkLst>
            <pc:docMk/>
            <pc:sldMk cId="3931972947" sldId="388"/>
            <ac:graphicFrameMk id="22" creationId="{CD23E458-58BA-4255-A4A9-312DFC551E75}"/>
          </ac:graphicFrameMkLst>
        </pc:graphicFrameChg>
      </pc:sldChg>
      <pc:sldChg chg="addSp modSp new mod">
        <pc:chgData name="Zheng Fei" userId="d19317889db4c986" providerId="LiveId" clId="{A412FB96-BF6F-40EF-ADE5-984BCFF82236}" dt="2022-03-14T14:51:49.474" v="580" actId="1076"/>
        <pc:sldMkLst>
          <pc:docMk/>
          <pc:sldMk cId="2953135783" sldId="389"/>
        </pc:sldMkLst>
        <pc:spChg chg="add mod">
          <ac:chgData name="Zheng Fei" userId="d19317889db4c986" providerId="LiveId" clId="{A412FB96-BF6F-40EF-ADE5-984BCFF82236}" dt="2022-03-14T14:51:49.474" v="580" actId="1076"/>
          <ac:spMkLst>
            <pc:docMk/>
            <pc:sldMk cId="2953135783" sldId="389"/>
            <ac:spMk id="2" creationId="{C7E282E0-B8D3-46EC-8B06-EF6CB7D6FB94}"/>
          </ac:spMkLst>
        </pc:spChg>
        <pc:spChg chg="add mod">
          <ac:chgData name="Zheng Fei" userId="d19317889db4c986" providerId="LiveId" clId="{A412FB96-BF6F-40EF-ADE5-984BCFF82236}" dt="2022-03-14T14:46:06.004" v="578"/>
          <ac:spMkLst>
            <pc:docMk/>
            <pc:sldMk cId="2953135783" sldId="389"/>
            <ac:spMk id="3" creationId="{1D37C7A8-B3F5-497B-9C54-FFC9AFF4DEFB}"/>
          </ac:spMkLst>
        </pc:spChg>
      </pc:sldChg>
      <pc:sldChg chg="addSp modSp new mod modAnim">
        <pc:chgData name="Zheng Fei" userId="d19317889db4c986" providerId="LiveId" clId="{A412FB96-BF6F-40EF-ADE5-984BCFF82236}" dt="2022-03-14T16:49:46.511" v="1186" actId="113"/>
        <pc:sldMkLst>
          <pc:docMk/>
          <pc:sldMk cId="3625832555" sldId="390"/>
        </pc:sldMkLst>
        <pc:spChg chg="add mod">
          <ac:chgData name="Zheng Fei" userId="d19317889db4c986" providerId="LiveId" clId="{A412FB96-BF6F-40EF-ADE5-984BCFF82236}" dt="2022-03-14T16:49:46.511" v="1186" actId="113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A412FB96-BF6F-40EF-ADE5-984BCFF82236}" dt="2022-03-14T16:49:35.930" v="1181" actId="21"/>
          <ac:spMkLst>
            <pc:docMk/>
            <pc:sldMk cId="3625832555" sldId="390"/>
            <ac:spMk id="3" creationId="{897FC5AB-7ADE-4F88-B647-70F250E51495}"/>
          </ac:spMkLst>
        </pc:spChg>
      </pc:sldChg>
      <pc:sldChg chg="addSp modSp new mod modAnim">
        <pc:chgData name="Zheng Fei" userId="d19317889db4c986" providerId="LiveId" clId="{A412FB96-BF6F-40EF-ADE5-984BCFF82236}" dt="2022-03-14T15:14:21.018" v="633"/>
        <pc:sldMkLst>
          <pc:docMk/>
          <pc:sldMk cId="3422799466" sldId="391"/>
        </pc:sldMkLst>
        <pc:spChg chg="add mod">
          <ac:chgData name="Zheng Fei" userId="d19317889db4c986" providerId="LiveId" clId="{A412FB96-BF6F-40EF-ADE5-984BCFF82236}" dt="2022-03-14T15:13:07.378" v="608" actId="1076"/>
          <ac:spMkLst>
            <pc:docMk/>
            <pc:sldMk cId="3422799466" sldId="391"/>
            <ac:spMk id="2" creationId="{4D65F178-47E9-4DAF-B3E9-64472D26DDD4}"/>
          </ac:spMkLst>
        </pc:spChg>
        <pc:spChg chg="add mod">
          <ac:chgData name="Zheng Fei" userId="d19317889db4c986" providerId="LiveId" clId="{A412FB96-BF6F-40EF-ADE5-984BCFF82236}" dt="2022-03-14T15:14:13.132" v="631" actId="114"/>
          <ac:spMkLst>
            <pc:docMk/>
            <pc:sldMk cId="3422799466" sldId="391"/>
            <ac:spMk id="3" creationId="{2143D91C-2AC7-4EE1-83E1-A0DBF669DDA8}"/>
          </ac:spMkLst>
        </pc:spChg>
        <pc:spChg chg="add mod">
          <ac:chgData name="Zheng Fei" userId="d19317889db4c986" providerId="LiveId" clId="{A412FB96-BF6F-40EF-ADE5-984BCFF82236}" dt="2022-03-14T15:14:18.870" v="632"/>
          <ac:spMkLst>
            <pc:docMk/>
            <pc:sldMk cId="3422799466" sldId="391"/>
            <ac:spMk id="4" creationId="{9367C17F-88C4-4F92-A0F5-E60F13316252}"/>
          </ac:spMkLst>
        </pc:spChg>
        <pc:spChg chg="add mod">
          <ac:chgData name="Zheng Fei" userId="d19317889db4c986" providerId="LiveId" clId="{A412FB96-BF6F-40EF-ADE5-984BCFF82236}" dt="2022-03-14T15:14:21.018" v="633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2" creationId="{BA87D945-806E-45D9-B48B-5F071279A6CC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3" creationId="{A7C319EE-9C4B-42E6-947E-612F71E69639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4" creationId="{86B769C0-BE4B-447E-96E7-5AD3A2872BA7}"/>
          </ac:spMkLst>
        </pc:spChg>
        <pc:graphicFrameChg chg="add mod">
          <ac:chgData name="Zheng Fei" userId="d19317889db4c986" providerId="LiveId" clId="{A412FB96-BF6F-40EF-ADE5-984BCFF82236}" dt="2022-03-14T15:13:14.563" v="611" actId="1076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add mod">
          <ac:chgData name="Zheng Fei" userId="d19317889db4c986" providerId="LiveId" clId="{A412FB96-BF6F-40EF-ADE5-984BCFF82236}" dt="2022-03-14T15:13:16.371" v="612" actId="14100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add mod">
          <ac:chgData name="Zheng Fei" userId="d19317889db4c986" providerId="LiveId" clId="{A412FB96-BF6F-40EF-ADE5-984BCFF82236}" dt="2022-03-14T15:13:23.061" v="615" actId="1076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add mod">
          <ac:chgData name="Zheng Fei" userId="d19317889db4c986" providerId="LiveId" clId="{A412FB96-BF6F-40EF-ADE5-984BCFF82236}" dt="2022-03-14T15:13:50.145" v="622" actId="14100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add mod">
          <ac:chgData name="Zheng Fei" userId="d19317889db4c986" providerId="LiveId" clId="{A412FB96-BF6F-40EF-ADE5-984BCFF82236}" dt="2022-03-14T15:13:51.614" v="623" actId="1076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add mod">
          <ac:chgData name="Zheng Fei" userId="d19317889db4c986" providerId="LiveId" clId="{A412FB96-BF6F-40EF-ADE5-984BCFF82236}" dt="2022-03-14T15:13:55.240" v="625" actId="1076"/>
          <ac:graphicFrameMkLst>
            <pc:docMk/>
            <pc:sldMk cId="3422799466" sldId="391"/>
            <ac:graphicFrameMk id="11" creationId="{BFF9B21A-0DE1-4E91-B2C4-A165937B25F0}"/>
          </ac:graphicFrameMkLst>
        </pc:graphicFrameChg>
      </pc:sldChg>
      <pc:sldChg chg="addSp modSp new mod">
        <pc:chgData name="Zheng Fei" userId="d19317889db4c986" providerId="LiveId" clId="{A412FB96-BF6F-40EF-ADE5-984BCFF82236}" dt="2022-03-14T15:31:15.923" v="792" actId="1076"/>
        <pc:sldMkLst>
          <pc:docMk/>
          <pc:sldMk cId="1003853526" sldId="392"/>
        </pc:sldMkLst>
        <pc:spChg chg="add mod">
          <ac:chgData name="Zheng Fei" userId="d19317889db4c986" providerId="LiveId" clId="{A412FB96-BF6F-40EF-ADE5-984BCFF82236}" dt="2022-03-14T15:18:56.808" v="643" actId="20577"/>
          <ac:spMkLst>
            <pc:docMk/>
            <pc:sldMk cId="1003853526" sldId="392"/>
            <ac:spMk id="2" creationId="{6D6EB3FE-0F9B-4755-BFE7-7D24FB6C6A75}"/>
          </ac:spMkLst>
        </pc:spChg>
        <pc:spChg chg="add mod">
          <ac:chgData name="Zheng Fei" userId="d19317889db4c986" providerId="LiveId" clId="{A412FB96-BF6F-40EF-ADE5-984BCFF82236}" dt="2022-03-14T15:31:15.923" v="792" actId="1076"/>
          <ac:spMkLst>
            <pc:docMk/>
            <pc:sldMk cId="1003853526" sldId="392"/>
            <ac:spMk id="4" creationId="{324AF2CE-D6FB-414C-BAB8-F99E58B9A9B4}"/>
          </ac:spMkLst>
        </pc:spChg>
        <pc:picChg chg="add mod modCrop">
          <ac:chgData name="Zheng Fei" userId="d19317889db4c986" providerId="LiveId" clId="{A412FB96-BF6F-40EF-ADE5-984BCFF82236}" dt="2022-03-14T15:28:36.854" v="704" actId="732"/>
          <ac:picMkLst>
            <pc:docMk/>
            <pc:sldMk cId="1003853526" sldId="392"/>
            <ac:picMk id="3" creationId="{31346C40-864F-46A0-8980-389A22EBD5D0}"/>
          </ac:picMkLst>
        </pc:picChg>
      </pc:sldChg>
      <pc:sldChg chg="addSp modSp new mod">
        <pc:chgData name="Zheng Fei" userId="d19317889db4c986" providerId="LiveId" clId="{A412FB96-BF6F-40EF-ADE5-984BCFF82236}" dt="2022-03-14T15:33:10.269" v="835" actId="1076"/>
        <pc:sldMkLst>
          <pc:docMk/>
          <pc:sldMk cId="2735348982" sldId="393"/>
        </pc:sldMkLst>
        <pc:spChg chg="add mod">
          <ac:chgData name="Zheng Fei" userId="d19317889db4c986" providerId="LiveId" clId="{A412FB96-BF6F-40EF-ADE5-984BCFF82236}" dt="2022-03-14T15:18:51.820" v="640" actId="20577"/>
          <ac:spMkLst>
            <pc:docMk/>
            <pc:sldMk cId="2735348982" sldId="393"/>
            <ac:spMk id="2" creationId="{13015902-A39A-4500-8FBF-BF42C0330034}"/>
          </ac:spMkLst>
        </pc:spChg>
        <pc:spChg chg="add mod">
          <ac:chgData name="Zheng Fei" userId="d19317889db4c986" providerId="LiveId" clId="{A412FB96-BF6F-40EF-ADE5-984BCFF82236}" dt="2022-03-14T15:33:10.269" v="835" actId="1076"/>
          <ac:spMkLst>
            <pc:docMk/>
            <pc:sldMk cId="2735348982" sldId="393"/>
            <ac:spMk id="3" creationId="{68B73AE3-0623-4DDC-A597-3CA991B6E821}"/>
          </ac:spMkLst>
        </pc:spChg>
      </pc:sldChg>
      <pc:sldChg chg="addSp delSp modSp new mod">
        <pc:chgData name="Zheng Fei" userId="d19317889db4c986" providerId="LiveId" clId="{A412FB96-BF6F-40EF-ADE5-984BCFF82236}" dt="2022-03-14T16:48:17.570" v="1162" actId="1076"/>
        <pc:sldMkLst>
          <pc:docMk/>
          <pc:sldMk cId="2152904118" sldId="394"/>
        </pc:sldMkLst>
        <pc:spChg chg="add mod">
          <ac:chgData name="Zheng Fei" userId="d19317889db4c986" providerId="LiveId" clId="{A412FB96-BF6F-40EF-ADE5-984BCFF82236}" dt="2022-03-14T16:21:41.993" v="864" actId="1076"/>
          <ac:spMkLst>
            <pc:docMk/>
            <pc:sldMk cId="2152904118" sldId="394"/>
            <ac:spMk id="2" creationId="{0CF3B0B3-C3A6-4C5E-9728-BFBDBA20622D}"/>
          </ac:spMkLst>
        </pc:spChg>
        <pc:spChg chg="add mod">
          <ac:chgData name="Zheng Fei" userId="d19317889db4c986" providerId="LiveId" clId="{A412FB96-BF6F-40EF-ADE5-984BCFF82236}" dt="2022-03-14T16:48:17.570" v="1162" actId="1076"/>
          <ac:spMkLst>
            <pc:docMk/>
            <pc:sldMk cId="2152904118" sldId="394"/>
            <ac:spMk id="3" creationId="{E20AC894-6EA7-42BF-84DA-8693968627B3}"/>
          </ac:spMkLst>
        </pc:spChg>
        <pc:picChg chg="add del mod">
          <ac:chgData name="Zheng Fei" userId="d19317889db4c986" providerId="LiveId" clId="{A412FB96-BF6F-40EF-ADE5-984BCFF82236}" dt="2022-03-14T16:38:24.068" v="1128"/>
          <ac:picMkLst>
            <pc:docMk/>
            <pc:sldMk cId="2152904118" sldId="394"/>
            <ac:picMk id="5" creationId="{4F93A076-A72C-4A04-8E57-7F3EB2730B0A}"/>
          </ac:picMkLst>
        </pc:picChg>
      </pc:sldChg>
      <pc:sldChg chg="addSp delSp modSp new mod modAnim">
        <pc:chgData name="Zheng Fei" userId="d19317889db4c986" providerId="LiveId" clId="{A412FB96-BF6F-40EF-ADE5-984BCFF82236}" dt="2022-03-14T17:01:54.636" v="1260" actId="1076"/>
        <pc:sldMkLst>
          <pc:docMk/>
          <pc:sldMk cId="1958136474" sldId="395"/>
        </pc:sldMkLst>
        <pc:spChg chg="add mod">
          <ac:chgData name="Zheng Fei" userId="d19317889db4c986" providerId="LiveId" clId="{A412FB96-BF6F-40EF-ADE5-984BCFF82236}" dt="2022-03-14T17:01:54.636" v="1260" actId="1076"/>
          <ac:spMkLst>
            <pc:docMk/>
            <pc:sldMk cId="1958136474" sldId="395"/>
            <ac:spMk id="2" creationId="{467E1F10-C9D6-42A4-9E30-B15732E07D69}"/>
          </ac:spMkLst>
        </pc:spChg>
        <pc:spChg chg="add del mod">
          <ac:chgData name="Zheng Fei" userId="d19317889db4c986" providerId="LiveId" clId="{A412FB96-BF6F-40EF-ADE5-984BCFF82236}" dt="2022-03-14T16:50:32.165" v="1191" actId="478"/>
          <ac:spMkLst>
            <pc:docMk/>
            <pc:sldMk cId="1958136474" sldId="395"/>
            <ac:spMk id="3" creationId="{0AB3BCBE-AD3A-4A43-97D5-740010480BC4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4" creationId="{D227CCF0-2242-446D-B284-052054243DE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5" creationId="{6BFD9611-BBDF-465A-9201-0862821820C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6" creationId="{8AC2B69F-C53F-4270-BDB3-A4855D7017CD}"/>
          </ac:spMkLst>
        </pc:spChg>
        <pc:spChg chg="add del mod">
          <ac:chgData name="Zheng Fei" userId="d19317889db4c986" providerId="LiveId" clId="{A412FB96-BF6F-40EF-ADE5-984BCFF82236}" dt="2022-03-14T16:57:04.287" v="1243" actId="478"/>
          <ac:spMkLst>
            <pc:docMk/>
            <pc:sldMk cId="1958136474" sldId="395"/>
            <ac:spMk id="7" creationId="{93DEA3A7-E404-44B3-A254-4C83608408D6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0" creationId="{83E9E24D-5454-4F4E-86E0-D62504EBC7C9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1" creationId="{0B33813D-7B4E-47A6-B61F-A15651C1A1A4}"/>
          </ac:spMkLst>
        </pc:spChg>
        <pc:spChg chg="add del mod">
          <ac:chgData name="Zheng Fei" userId="d19317889db4c986" providerId="LiveId" clId="{A412FB96-BF6F-40EF-ADE5-984BCFF82236}" dt="2022-03-14T16:31:55.284" v="1118" actId="478"/>
          <ac:spMkLst>
            <pc:docMk/>
            <pc:sldMk cId="1958136474" sldId="395"/>
            <ac:spMk id="12" creationId="{27CA3D85-E87B-4885-B443-77A811BCE625}"/>
          </ac:spMkLst>
        </pc:sp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9" creationId="{2855A34A-3E9F-467F-A754-CBAFCB2AC3D5}"/>
          </ac:graphicFrameMkLst>
        </pc:graphicFrameChg>
      </pc:sldChg>
      <pc:sldChg chg="new add del">
        <pc:chgData name="Zheng Fei" userId="d19317889db4c986" providerId="LiveId" clId="{A412FB96-BF6F-40EF-ADE5-984BCFF82236}" dt="2022-03-14T16:39:31.357" v="1157" actId="47"/>
        <pc:sldMkLst>
          <pc:docMk/>
          <pc:sldMk cId="1295820838" sldId="396"/>
        </pc:sldMkLst>
      </pc:sldChg>
      <pc:sldChg chg="addSp delSp modSp new add del mod">
        <pc:chgData name="Zheng Fei" userId="d19317889db4c986" providerId="LiveId" clId="{A412FB96-BF6F-40EF-ADE5-984BCFF82236}" dt="2022-03-14T16:39:29.411" v="1156" actId="164"/>
        <pc:sldMkLst>
          <pc:docMk/>
          <pc:sldMk cId="1018369862" sldId="397"/>
        </pc:sldMkLst>
        <pc:spChg chg="add del mod">
          <ac:chgData name="Zheng Fei" userId="d19317889db4c986" providerId="LiveId" clId="{A412FB96-BF6F-40EF-ADE5-984BCFF82236}" dt="2022-03-14T16:39:29.411" v="1156" actId="164"/>
          <ac:spMkLst>
            <pc:docMk/>
            <pc:sldMk cId="1018369862" sldId="397"/>
            <ac:spMk id="4" creationId="{D6AC7F1F-5C48-4472-9323-BF45C4A6DD91}"/>
          </ac:spMkLst>
        </pc:spChg>
        <pc:grpChg chg="add mod">
          <ac:chgData name="Zheng Fei" userId="d19317889db4c986" providerId="LiveId" clId="{A412FB96-BF6F-40EF-ADE5-984BCFF82236}" dt="2022-03-14T16:39:29.411" v="1156" actId="164"/>
          <ac:grpSpMkLst>
            <pc:docMk/>
            <pc:sldMk cId="1018369862" sldId="397"/>
            <ac:grpSpMk id="5" creationId="{84A22BE9-2424-4956-8B71-4195E2A8033F}"/>
          </ac:grpSpMkLst>
        </pc:grpChg>
        <pc:picChg chg="add del mod">
          <ac:chgData name="Zheng Fei" userId="d19317889db4c986" providerId="LiveId" clId="{A412FB96-BF6F-40EF-ADE5-984BCFF82236}" dt="2022-03-14T16:39:29.411" v="1156" actId="164"/>
          <ac:picMkLst>
            <pc:docMk/>
            <pc:sldMk cId="1018369862" sldId="397"/>
            <ac:picMk id="3" creationId="{94685A9F-A719-4157-AFDE-15F8F438E7B8}"/>
          </ac:picMkLst>
        </pc:picChg>
      </pc:sldChg>
      <pc:sldMasterChg chg="addSp modSp modSldLayout">
        <pc:chgData name="Zheng Fei" userId="d19317889db4c986" providerId="LiveId" clId="{A412FB96-BF6F-40EF-ADE5-984BCFF82236}" dt="2022-03-14T17:01:02.907" v="1256"/>
        <pc:sldMasterMkLst>
          <pc:docMk/>
          <pc:sldMasterMk cId="764794170" sldId="2147483662"/>
        </pc:sldMasterMkLst>
        <pc:picChg chg="add mod">
          <ac:chgData name="Zheng Fei" userId="d19317889db4c986" providerId="LiveId" clId="{A412FB96-BF6F-40EF-ADE5-984BCFF82236}" dt="2022-03-14T17:00:51.725" v="1255"/>
          <ac:picMkLst>
            <pc:docMk/>
            <pc:sldMasterMk cId="764794170" sldId="2147483662"/>
            <ac:picMk id="8" creationId="{98C7A2E9-D8FC-46DD-8DB9-86E2E9CC635B}"/>
          </ac:picMkLst>
        </pc:picChg>
        <pc:sldLayoutChg chg="addSp modSp">
          <pc:chgData name="Zheng Fei" userId="d19317889db4c986" providerId="LiveId" clId="{A412FB96-BF6F-40EF-ADE5-984BCFF82236}" dt="2022-03-14T17:01:02.907" v="1256"/>
          <pc:sldLayoutMkLst>
            <pc:docMk/>
            <pc:sldMasterMk cId="764794170" sldId="2147483662"/>
            <pc:sldLayoutMk cId="830854461" sldId="2147483674"/>
          </pc:sldLayoutMkLst>
          <pc:picChg chg="add mod">
            <ac:chgData name="Zheng Fei" userId="d19317889db4c986" providerId="LiveId" clId="{A412FB96-BF6F-40EF-ADE5-984BCFF82236}" dt="2022-03-14T17:01:02.907" v="1256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  <pc:sldMasterChg chg="del delSldLayout">
        <pc:chgData name="Zheng Fei" userId="d19317889db4c986" providerId="LiveId" clId="{A412FB96-BF6F-40EF-ADE5-984BCFF82236}" dt="2022-03-14T13:57:06.702" v="11" actId="47"/>
        <pc:sldMasterMkLst>
          <pc:docMk/>
          <pc:sldMasterMk cId="3758418966" sldId="2147483675"/>
        </pc:sldMasterMkLst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19391829" sldId="2147483676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175534368" sldId="2147483677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10683986" sldId="2147483678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9989236" sldId="2147483679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688315471" sldId="2147483680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08864079" sldId="2147483681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87489605" sldId="2147483682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483038726" sldId="2147483683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905298233" sldId="2147483684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249450802" sldId="2147483685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443802" sldId="2147483686"/>
          </pc:sldLayoutMkLst>
        </pc:sldLayoutChg>
      </pc:sldMasterChg>
    </pc:docChg>
  </pc:docChgLst>
  <pc:docChgLst>
    <pc:chgData name="Zheng Fei" userId="d19317889db4c986" providerId="LiveId" clId="{0FB15DA0-5C26-374C-8681-31199B622A35}"/>
    <pc:docChg chg="undo custSel addSld delSld modSld modMainMaster modNotesMaster modHandout">
      <pc:chgData name="Zheng Fei" userId="d19317889db4c986" providerId="LiveId" clId="{0FB15DA0-5C26-374C-8681-31199B622A35}" dt="2022-12-10T02:06:46.587" v="1589"/>
      <pc:docMkLst>
        <pc:docMk/>
      </pc:docMkLst>
      <pc:sldChg chg="del">
        <pc:chgData name="Zheng Fei" userId="d19317889db4c986" providerId="LiveId" clId="{0FB15DA0-5C26-374C-8681-31199B622A35}" dt="2022-12-08T13:05:43.651" v="0" actId="2696"/>
        <pc:sldMkLst>
          <pc:docMk/>
          <pc:sldMk cId="0" sldId="282"/>
        </pc:sldMkLst>
      </pc:sldChg>
      <pc:sldChg chg="addSp delSp modSp add mod modTransition">
        <pc:chgData name="Zheng Fei" userId="d19317889db4c986" providerId="LiveId" clId="{0FB15DA0-5C26-374C-8681-31199B622A35}" dt="2022-12-09T06:25:18.258" v="1551"/>
        <pc:sldMkLst>
          <pc:docMk/>
          <pc:sldMk cId="4287553338" sldId="377"/>
        </pc:sldMkLst>
        <pc:spChg chg="mod">
          <ac:chgData name="Zheng Fei" userId="d19317889db4c986" providerId="LiveId" clId="{0FB15DA0-5C26-374C-8681-31199B622A35}" dt="2022-12-09T06:13:31.889" v="1218" actId="14100"/>
          <ac:spMkLst>
            <pc:docMk/>
            <pc:sldMk cId="4287553338" sldId="377"/>
            <ac:spMk id="5" creationId="{5F1814E6-7D3B-2D81-A289-EAD019FF0A81}"/>
          </ac:spMkLst>
        </pc:spChg>
        <pc:spChg chg="mod">
          <ac:chgData name="Zheng Fei" userId="d19317889db4c986" providerId="LiveId" clId="{0FB15DA0-5C26-374C-8681-31199B622A35}" dt="2022-12-09T06:13:26.141" v="1217" actId="1038"/>
          <ac:spMkLst>
            <pc:docMk/>
            <pc:sldMk cId="4287553338" sldId="377"/>
            <ac:spMk id="7" creationId="{A7FBBC43-70E0-71F8-00B7-1DCC64D333ED}"/>
          </ac:spMkLst>
        </pc:spChg>
        <pc:spChg chg="mod">
          <ac:chgData name="Zheng Fei" userId="d19317889db4c986" providerId="LiveId" clId="{0FB15DA0-5C26-374C-8681-31199B622A35}" dt="2022-12-09T06:13:24.074" v="1215" actId="1038"/>
          <ac:spMkLst>
            <pc:docMk/>
            <pc:sldMk cId="4287553338" sldId="377"/>
            <ac:spMk id="9" creationId="{29F38E90-2CFE-CDC3-E7C4-9BB9809013B4}"/>
          </ac:spMkLst>
        </pc:spChg>
        <pc:spChg chg="mod">
          <ac:chgData name="Zheng Fei" userId="d19317889db4c986" providerId="LiveId" clId="{0FB15DA0-5C26-374C-8681-31199B622A35}" dt="2022-12-09T06:13:34.671" v="1219" actId="14100"/>
          <ac:spMkLst>
            <pc:docMk/>
            <pc:sldMk cId="4287553338" sldId="377"/>
            <ac:spMk id="10" creationId="{FE7A0E4B-9735-1491-C1A9-7F578813FCB6}"/>
          </ac:spMkLst>
        </pc:spChg>
        <pc:spChg chg="mod">
          <ac:chgData name="Zheng Fei" userId="d19317889db4c986" providerId="LiveId" clId="{0FB15DA0-5C26-374C-8681-31199B622A35}" dt="2022-12-09T06:12:54.282" v="1193" actId="1038"/>
          <ac:spMkLst>
            <pc:docMk/>
            <pc:sldMk cId="4287553338" sldId="377"/>
            <ac:spMk id="12" creationId="{4D836EB6-5DB4-BAE4-C7BE-817F63203E54}"/>
          </ac:spMkLst>
        </pc:spChg>
        <pc:spChg chg="mod">
          <ac:chgData name="Zheng Fei" userId="d19317889db4c986" providerId="LiveId" clId="{0FB15DA0-5C26-374C-8681-31199B622A35}" dt="2022-12-09T06:13:21.937" v="1211" actId="1038"/>
          <ac:spMkLst>
            <pc:docMk/>
            <pc:sldMk cId="4287553338" sldId="377"/>
            <ac:spMk id="13" creationId="{E1DFAF93-B2A6-254A-2E95-36529E5F7123}"/>
          </ac:spMkLst>
        </pc:spChg>
        <pc:inkChg chg="del">
          <ac:chgData name="Zheng Fei" userId="d19317889db4c986" providerId="LiveId" clId="{0FB15DA0-5C26-374C-8681-31199B622A35}" dt="2022-12-09T06:14:55.498" v="1227"/>
          <ac:inkMkLst>
            <pc:docMk/>
            <pc:sldMk cId="4287553338" sldId="377"/>
            <ac:inkMk id="15" creationId="{81BB3915-9596-107A-D9D8-A2A13719BA9D}"/>
          </ac:inkMkLst>
        </pc:inkChg>
        <pc:inkChg chg="add del">
          <ac:chgData name="Zheng Fei" userId="d19317889db4c986" providerId="LiveId" clId="{0FB15DA0-5C26-374C-8681-31199B622A35}" dt="2022-12-08T13:21:30.046" v="217" actId="9405"/>
          <ac:inkMkLst>
            <pc:docMk/>
            <pc:sldMk cId="4287553338" sldId="377"/>
            <ac:inkMk id="16" creationId="{07289F7C-8DA2-D92F-2C39-5EF6AB36EF48}"/>
          </ac:inkMkLst>
        </pc:inkChg>
        <pc:inkChg chg="add del">
          <ac:chgData name="Zheng Fei" userId="d19317889db4c986" providerId="LiveId" clId="{0FB15DA0-5C26-374C-8681-31199B622A35}" dt="2022-12-09T06:14:04.680" v="1221" actId="9405"/>
          <ac:inkMkLst>
            <pc:docMk/>
            <pc:sldMk cId="4287553338" sldId="377"/>
            <ac:inkMk id="16" creationId="{4E201137-945C-D3DB-6F32-3AF51B4E3BB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17" creationId="{161D960D-1D4D-9BB8-36E2-0410DE5A5695}"/>
          </ac:inkMkLst>
        </pc:inkChg>
        <pc:inkChg chg="add del">
          <ac:chgData name="Zheng Fei" userId="d19317889db4c986" providerId="LiveId" clId="{0FB15DA0-5C26-374C-8681-31199B622A35}" dt="2022-12-09T06:14:55.498" v="1228"/>
          <ac:inkMkLst>
            <pc:docMk/>
            <pc:sldMk cId="4287553338" sldId="377"/>
            <ac:inkMk id="17" creationId="{84968E98-33A6-4EB2-C50A-85EE9D4293ED}"/>
          </ac:inkMkLst>
        </pc:inkChg>
        <pc:inkChg chg="add del">
          <ac:chgData name="Zheng Fei" userId="d19317889db4c986" providerId="LiveId" clId="{0FB15DA0-5C26-374C-8681-31199B622A35}" dt="2022-12-09T06:14:55.497" v="1226"/>
          <ac:inkMkLst>
            <pc:docMk/>
            <pc:sldMk cId="4287553338" sldId="377"/>
            <ac:inkMk id="21" creationId="{5744E60E-1116-9353-42BE-F65BD22472E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21" creationId="{CE6CF0CD-8CA6-0472-7EDE-BAE0B47D2F34}"/>
          </ac:inkMkLst>
        </pc:inkChg>
        <pc:inkChg chg="add del">
          <ac:chgData name="Zheng Fei" userId="d19317889db4c986" providerId="LiveId" clId="{0FB15DA0-5C26-374C-8681-31199B622A35}" dt="2022-12-08T13:21:53.017" v="223" actId="9405"/>
          <ac:inkMkLst>
            <pc:docMk/>
            <pc:sldMk cId="4287553338" sldId="377"/>
            <ac:inkMk id="22" creationId="{E2A7E634-630F-14B3-DCB3-2D1E8C99CAEC}"/>
          </ac:inkMkLst>
        </pc:inkChg>
        <pc:inkChg chg="add del">
          <ac:chgData name="Zheng Fei" userId="d19317889db4c986" providerId="LiveId" clId="{0FB15DA0-5C26-374C-8681-31199B622A35}" dt="2022-12-09T06:14:55.496" v="1225"/>
          <ac:inkMkLst>
            <pc:docMk/>
            <pc:sldMk cId="4287553338" sldId="377"/>
            <ac:inkMk id="22" creationId="{E4F34D4E-4D9D-7E6B-625E-A40A598942CC}"/>
          </ac:inkMkLst>
        </pc:inkChg>
        <pc:inkChg chg="add del">
          <ac:chgData name="Zheng Fei" userId="d19317889db4c986" providerId="LiveId" clId="{0FB15DA0-5C26-374C-8681-31199B622A35}" dt="2022-12-08T13:21:52.433" v="222" actId="9405"/>
          <ac:inkMkLst>
            <pc:docMk/>
            <pc:sldMk cId="4287553338" sldId="377"/>
            <ac:inkMk id="23" creationId="{B49D81C6-8557-8DA5-5EED-A7049F38343D}"/>
          </ac:inkMkLst>
        </pc:inkChg>
        <pc:inkChg chg="add">
          <ac:chgData name="Zheng Fei" userId="d19317889db4c986" providerId="LiveId" clId="{0FB15DA0-5C26-374C-8681-31199B622A35}" dt="2022-12-09T06:15:11.971" v="1229" actId="9405"/>
          <ac:inkMkLst>
            <pc:docMk/>
            <pc:sldMk cId="4287553338" sldId="377"/>
            <ac:inkMk id="23" creationId="{D760D7C2-9163-6C59-6F20-FF6994B2F24D}"/>
          </ac:inkMkLst>
        </pc:inkChg>
        <pc:inkChg chg="add del">
          <ac:chgData name="Zheng Fei" userId="d19317889db4c986" providerId="LiveId" clId="{0FB15DA0-5C26-374C-8681-31199B622A35}" dt="2022-12-08T13:21:52.053" v="221" actId="9405"/>
          <ac:inkMkLst>
            <pc:docMk/>
            <pc:sldMk cId="4287553338" sldId="377"/>
            <ac:inkMk id="24" creationId="{9C43F149-B31E-8497-6AD3-F06CCE721988}"/>
          </ac:inkMkLst>
        </pc:inkChg>
        <pc:inkChg chg="add del">
          <ac:chgData name="Zheng Fei" userId="d19317889db4c986" providerId="LiveId" clId="{0FB15DA0-5C26-374C-8681-31199B622A35}" dt="2022-12-08T13:22:13.999" v="241" actId="9405"/>
          <ac:inkMkLst>
            <pc:docMk/>
            <pc:sldMk cId="4287553338" sldId="377"/>
            <ac:inkMk id="25" creationId="{4F93DEFA-07F9-8CEB-A7A7-7315D3F7EC1F}"/>
          </ac:inkMkLst>
        </pc:inkChg>
        <pc:inkChg chg="add del">
          <ac:chgData name="Zheng Fei" userId="d19317889db4c986" providerId="LiveId" clId="{0FB15DA0-5C26-374C-8681-31199B622A35}" dt="2022-12-08T13:22:13.704" v="240" actId="9405"/>
          <ac:inkMkLst>
            <pc:docMk/>
            <pc:sldMk cId="4287553338" sldId="377"/>
            <ac:inkMk id="26" creationId="{892F357C-0544-E8B2-9FF4-3678D2032D91}"/>
          </ac:inkMkLst>
        </pc:inkChg>
        <pc:inkChg chg="add del">
          <ac:chgData name="Zheng Fei" userId="d19317889db4c986" providerId="LiveId" clId="{0FB15DA0-5C26-374C-8681-31199B622A35}" dt="2022-12-08T13:22:13.465" v="239" actId="9405"/>
          <ac:inkMkLst>
            <pc:docMk/>
            <pc:sldMk cId="4287553338" sldId="377"/>
            <ac:inkMk id="27" creationId="{F522594B-EB65-FCB3-AFFF-ACB872E29BFD}"/>
          </ac:inkMkLst>
        </pc:inkChg>
        <pc:inkChg chg="add del">
          <ac:chgData name="Zheng Fei" userId="d19317889db4c986" providerId="LiveId" clId="{0FB15DA0-5C26-374C-8681-31199B622A35}" dt="2022-12-08T13:22:13.267" v="238" actId="9405"/>
          <ac:inkMkLst>
            <pc:docMk/>
            <pc:sldMk cId="4287553338" sldId="377"/>
            <ac:inkMk id="28" creationId="{1852720E-84C9-BBB1-4379-7AFE7CED0047}"/>
          </ac:inkMkLst>
        </pc:inkChg>
        <pc:inkChg chg="add del">
          <ac:chgData name="Zheng Fei" userId="d19317889db4c986" providerId="LiveId" clId="{0FB15DA0-5C26-374C-8681-31199B622A35}" dt="2022-12-08T13:22:13.062" v="237" actId="9405"/>
          <ac:inkMkLst>
            <pc:docMk/>
            <pc:sldMk cId="4287553338" sldId="377"/>
            <ac:inkMk id="29" creationId="{8A743BF8-87E3-2073-00B3-2A6B4451296F}"/>
          </ac:inkMkLst>
        </pc:inkChg>
        <pc:inkChg chg="add del">
          <ac:chgData name="Zheng Fei" userId="d19317889db4c986" providerId="LiveId" clId="{0FB15DA0-5C26-374C-8681-31199B622A35}" dt="2022-12-08T13:22:12.852" v="236" actId="9405"/>
          <ac:inkMkLst>
            <pc:docMk/>
            <pc:sldMk cId="4287553338" sldId="377"/>
            <ac:inkMk id="30" creationId="{B80905F1-7909-84F2-5002-E732801648B0}"/>
          </ac:inkMkLst>
        </pc:inkChg>
        <pc:inkChg chg="add del">
          <ac:chgData name="Zheng Fei" userId="d19317889db4c986" providerId="LiveId" clId="{0FB15DA0-5C26-374C-8681-31199B622A35}" dt="2022-12-08T13:22:12.684" v="235" actId="9405"/>
          <ac:inkMkLst>
            <pc:docMk/>
            <pc:sldMk cId="4287553338" sldId="377"/>
            <ac:inkMk id="31" creationId="{06E06781-96DF-CA28-F7AA-A875EE3C4DB8}"/>
          </ac:inkMkLst>
        </pc:inkChg>
        <pc:inkChg chg="add del">
          <ac:chgData name="Zheng Fei" userId="d19317889db4c986" providerId="LiveId" clId="{0FB15DA0-5C26-374C-8681-31199B622A35}" dt="2022-12-08T13:22:12.447" v="234" actId="9405"/>
          <ac:inkMkLst>
            <pc:docMk/>
            <pc:sldMk cId="4287553338" sldId="377"/>
            <ac:inkMk id="32" creationId="{49305555-72FF-85BF-7B72-6DCD6EF2409D}"/>
          </ac:inkMkLst>
        </pc:inkChg>
        <pc:inkChg chg="add del">
          <ac:chgData name="Zheng Fei" userId="d19317889db4c986" providerId="LiveId" clId="{0FB15DA0-5C26-374C-8681-31199B622A35}" dt="2022-12-08T13:22:12.047" v="233" actId="9405"/>
          <ac:inkMkLst>
            <pc:docMk/>
            <pc:sldMk cId="4287553338" sldId="377"/>
            <ac:inkMk id="33" creationId="{9CE72F3A-FEE9-E38E-CE40-7653B5400FA0}"/>
          </ac:inkMkLst>
        </pc:inkChg>
        <pc:inkChg chg="add del">
          <ac:chgData name="Zheng Fei" userId="d19317889db4c986" providerId="LiveId" clId="{0FB15DA0-5C26-374C-8681-31199B622A35}" dt="2022-12-08T13:22:31.215" v="244"/>
          <ac:inkMkLst>
            <pc:docMk/>
            <pc:sldMk cId="4287553338" sldId="377"/>
            <ac:inkMk id="34" creationId="{1A6DBD6F-34C6-DB31-5554-630245353079}"/>
          </ac:inkMkLst>
        </pc:inkChg>
        <pc:inkChg chg="add del">
          <ac:chgData name="Zheng Fei" userId="d19317889db4c986" providerId="LiveId" clId="{0FB15DA0-5C26-374C-8681-31199B622A35}" dt="2022-12-08T13:22:31.695" v="245"/>
          <ac:inkMkLst>
            <pc:docMk/>
            <pc:sldMk cId="4287553338" sldId="377"/>
            <ac:inkMk id="35" creationId="{454FDCE7-2B6E-7C5E-EC48-1E0E23EE834E}"/>
          </ac:inkMkLst>
        </pc:inkChg>
      </pc:sldChg>
      <pc:sldChg chg="addSp modSp mod modTransition">
        <pc:chgData name="Zheng Fei" userId="d19317889db4c986" providerId="LiveId" clId="{0FB15DA0-5C26-374C-8681-31199B622A35}" dt="2022-12-09T06:25:23.157" v="1552"/>
        <pc:sldMkLst>
          <pc:docMk/>
          <pc:sldMk cId="221761113" sldId="382"/>
        </pc:sldMkLst>
        <pc:spChg chg="add mod">
          <ac:chgData name="Zheng Fei" userId="d19317889db4c986" providerId="LiveId" clId="{0FB15DA0-5C26-374C-8681-31199B622A35}" dt="2022-12-08T13:18:53.010" v="185" actId="1076"/>
          <ac:spMkLst>
            <pc:docMk/>
            <pc:sldMk cId="221761113" sldId="382"/>
            <ac:spMk id="3" creationId="{A45BD863-D656-4AA7-8C26-2FD69A5478FC}"/>
          </ac:spMkLst>
        </pc:spChg>
        <pc:spChg chg="mod">
          <ac:chgData name="Zheng Fei" userId="d19317889db4c986" providerId="LiveId" clId="{0FB15DA0-5C26-374C-8681-31199B622A35}" dt="2022-12-08T13:23:35.501" v="253" actId="207"/>
          <ac:spMkLst>
            <pc:docMk/>
            <pc:sldMk cId="221761113" sldId="382"/>
            <ac:spMk id="4" creationId="{2FAF8B0D-33E1-48CE-9B9E-CBA8583D7E14}"/>
          </ac:spMkLst>
        </pc:spChg>
        <pc:spChg chg="mod">
          <ac:chgData name="Zheng Fei" userId="d19317889db4c986" providerId="LiveId" clId="{0FB15DA0-5C26-374C-8681-31199B622A35}" dt="2022-12-08T13:23:41.958" v="254" actId="207"/>
          <ac:spMkLst>
            <pc:docMk/>
            <pc:sldMk cId="221761113" sldId="382"/>
            <ac:spMk id="5" creationId="{D199A726-7A88-44B8-B617-C908C303B2CC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7" creationId="{05144350-80E9-4AC4-90F5-C68D083D136D}"/>
          </ac:spMkLst>
        </pc:spChg>
        <pc:spChg chg="mod">
          <ac:chgData name="Zheng Fei" userId="d19317889db4c986" providerId="LiveId" clId="{0FB15DA0-5C26-374C-8681-31199B622A35}" dt="2022-12-09T05:48:48.109" v="704" actId="1035"/>
          <ac:spMkLst>
            <pc:docMk/>
            <pc:sldMk cId="221761113" sldId="382"/>
            <ac:spMk id="8" creationId="{EBFE683E-6B8E-4690-86E5-08D0A5552021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9" creationId="{2ACA2423-3D52-4016-8E4D-0E8364ACFEE7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10" creationId="{870993DE-54E8-42F3-862D-148B1C1F2A08}"/>
          </ac:spMkLst>
        </pc:spChg>
        <pc:spChg chg="mod">
          <ac:chgData name="Zheng Fei" userId="d19317889db4c986" providerId="LiveId" clId="{0FB15DA0-5C26-374C-8681-31199B622A35}" dt="2022-12-08T13:16:44.721" v="150" actId="1076"/>
          <ac:spMkLst>
            <pc:docMk/>
            <pc:sldMk cId="221761113" sldId="382"/>
            <ac:spMk id="18" creationId="{9AF677D4-A7E8-4A45-9901-420F4F5967CC}"/>
          </ac:spMkLst>
        </pc:spChg>
        <pc:cxnChg chg="add mod">
          <ac:chgData name="Zheng Fei" userId="d19317889db4c986" providerId="LiveId" clId="{0FB15DA0-5C26-374C-8681-31199B622A35}" dt="2022-12-08T13:13:26.563" v="106"/>
          <ac:cxnSpMkLst>
            <pc:docMk/>
            <pc:sldMk cId="221761113" sldId="382"/>
            <ac:cxnSpMk id="2" creationId="{0E10752E-92B7-D3B5-23A1-E04A694B8896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24.876" v="1553"/>
        <pc:sldMkLst>
          <pc:docMk/>
          <pc:sldMk cId="655954987" sldId="383"/>
        </pc:sldMkLst>
        <pc:spChg chg="del mod">
          <ac:chgData name="Zheng Fei" userId="d19317889db4c986" providerId="LiveId" clId="{0FB15DA0-5C26-374C-8681-31199B622A35}" dt="2022-12-08T13:18:48.093" v="181" actId="478"/>
          <ac:spMkLst>
            <pc:docMk/>
            <pc:sldMk cId="655954987" sldId="383"/>
            <ac:spMk id="4" creationId="{4527E1BB-6636-4951-990F-A29E232990DA}"/>
          </ac:spMkLst>
        </pc:spChg>
        <pc:spChg chg="add mod">
          <ac:chgData name="Zheng Fei" userId="d19317889db4c986" providerId="LiveId" clId="{0FB15DA0-5C26-374C-8681-31199B622A35}" dt="2022-12-09T05:48:59.804" v="705" actId="255"/>
          <ac:spMkLst>
            <pc:docMk/>
            <pc:sldMk cId="655954987" sldId="383"/>
            <ac:spMk id="4" creationId="{DBC4F56D-2D30-BF44-A11B-81596013970B}"/>
          </ac:spMkLst>
        </pc:spChg>
        <pc:spChg chg="add del">
          <ac:chgData name="Zheng Fei" userId="d19317889db4c986" providerId="LiveId" clId="{0FB15DA0-5C26-374C-8681-31199B622A35}" dt="2022-12-08T13:18:50.244" v="183" actId="22"/>
          <ac:spMkLst>
            <pc:docMk/>
            <pc:sldMk cId="655954987" sldId="383"/>
            <ac:spMk id="6" creationId="{F7586C58-4701-C038-CEEA-3574A905B122}"/>
          </ac:spMkLst>
        </pc:spChg>
        <pc:spChg chg="add mod">
          <ac:chgData name="Zheng Fei" userId="d19317889db4c986" providerId="LiveId" clId="{0FB15DA0-5C26-374C-8681-31199B622A35}" dt="2022-12-08T13:19:03.283" v="207" actId="20577"/>
          <ac:spMkLst>
            <pc:docMk/>
            <pc:sldMk cId="655954987" sldId="383"/>
            <ac:spMk id="8" creationId="{48A9BCC9-0CE3-FFD7-BAEF-C19E5C01261D}"/>
          </ac:spMkLst>
        </pc:spChg>
        <pc:spChg chg="add del mod">
          <ac:chgData name="Zheng Fei" userId="d19317889db4c986" providerId="LiveId" clId="{0FB15DA0-5C26-374C-8681-31199B622A35}" dt="2022-12-09T05:35:20.176" v="452" actId="21"/>
          <ac:spMkLst>
            <pc:docMk/>
            <pc:sldMk cId="655954987" sldId="383"/>
            <ac:spMk id="9" creationId="{4A59970C-7446-E4E2-B8AB-8AF539481101}"/>
          </ac:spMkLst>
        </pc:spChg>
        <pc:picChg chg="del mod">
          <ac:chgData name="Zheng Fei" userId="d19317889db4c986" providerId="LiveId" clId="{0FB15DA0-5C26-374C-8681-31199B622A35}" dt="2022-12-09T05:28:15.529" v="315" actId="478"/>
          <ac:picMkLst>
            <pc:docMk/>
            <pc:sldMk cId="655954987" sldId="383"/>
            <ac:picMk id="3" creationId="{F0BE729E-E188-4A2D-8AF1-6132672EC358}"/>
          </ac:picMkLst>
        </pc:picChg>
        <pc:picChg chg="del mod">
          <ac:chgData name="Zheng Fei" userId="d19317889db4c986" providerId="LiveId" clId="{0FB15DA0-5C26-374C-8681-31199B622A35}" dt="2022-12-09T05:29:48.222" v="337" actId="478"/>
          <ac:picMkLst>
            <pc:docMk/>
            <pc:sldMk cId="655954987" sldId="383"/>
            <ac:picMk id="5" creationId="{DE5310C7-4DAE-42A9-B3C7-60B04822BDE4}"/>
          </ac:picMkLst>
        </pc:picChg>
        <pc:cxnChg chg="add mod">
          <ac:chgData name="Zheng Fei" userId="d19317889db4c986" providerId="LiveId" clId="{0FB15DA0-5C26-374C-8681-31199B622A35}" dt="2022-12-08T13:18:56.794" v="186"/>
          <ac:cxnSpMkLst>
            <pc:docMk/>
            <pc:sldMk cId="655954987" sldId="383"/>
            <ac:cxnSpMk id="7" creationId="{6AD8D0A0-DAB6-B819-9A02-7ACFA720E89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3.190" v="1555"/>
        <pc:sldMkLst>
          <pc:docMk/>
          <pc:sldMk cId="809317833" sldId="385"/>
        </pc:sldMkLst>
        <pc:spChg chg="add mod">
          <ac:chgData name="Zheng Fei" userId="d19317889db4c986" providerId="LiveId" clId="{0FB15DA0-5C26-374C-8681-31199B622A35}" dt="2022-12-09T05:41:02.433" v="534"/>
          <ac:spMkLst>
            <pc:docMk/>
            <pc:sldMk cId="809317833" sldId="385"/>
            <ac:spMk id="3" creationId="{0ED1633D-43D3-1DE9-ABCC-C641BC44E80F}"/>
          </ac:spMkLst>
        </pc:spChg>
        <pc:spChg chg="add mod">
          <ac:chgData name="Zheng Fei" userId="d19317889db4c986" providerId="LiveId" clId="{0FB15DA0-5C26-374C-8681-31199B622A35}" dt="2022-12-09T05:54:11.455" v="791" actId="1076"/>
          <ac:spMkLst>
            <pc:docMk/>
            <pc:sldMk cId="809317833" sldId="385"/>
            <ac:spMk id="5" creationId="{38730016-666C-4653-97D3-A39D0495D0EC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6" creationId="{107438EA-D9A4-3031-F4EA-4117E00B5ACD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7" creationId="{1C1B6DDD-3BB0-D152-5A4A-2D4880464131}"/>
          </ac:spMkLst>
        </pc:spChg>
        <pc:spChg chg="add del">
          <ac:chgData name="Zheng Fei" userId="d19317889db4c986" providerId="LiveId" clId="{0FB15DA0-5C26-374C-8681-31199B622A35}" dt="2022-12-09T05:56:26.143" v="858" actId="22"/>
          <ac:spMkLst>
            <pc:docMk/>
            <pc:sldMk cId="809317833" sldId="385"/>
            <ac:spMk id="9" creationId="{A805B2B7-1415-99E0-554D-46DDAAAE2F18}"/>
          </ac:spMkLst>
        </pc:spChg>
        <pc:spChg chg="add del mod">
          <ac:chgData name="Zheng Fei" userId="d19317889db4c986" providerId="LiveId" clId="{0FB15DA0-5C26-374C-8681-31199B622A35}" dt="2022-12-09T05:56:36.307" v="862"/>
          <ac:spMkLst>
            <pc:docMk/>
            <pc:sldMk cId="809317833" sldId="385"/>
            <ac:spMk id="10" creationId="{27B9E510-F3E0-7502-27A8-CA8B2BBA15F2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1" creationId="{E5BA83B0-2DA4-F579-1CF7-8E1CB1E2FFB8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2" creationId="{9DBFC710-263A-9906-9E0F-B8EC5B28F478}"/>
          </ac:spMkLst>
        </pc:spChg>
        <pc:spChg chg="mod">
          <ac:chgData name="Zheng Fei" userId="d19317889db4c986" providerId="LiveId" clId="{0FB15DA0-5C26-374C-8681-31199B622A35}" dt="2022-12-09T05:53:06.397" v="781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0FB15DA0-5C26-374C-8681-31199B622A35}" dt="2022-12-09T05:59:35.297" v="937" actId="255"/>
          <ac:spMkLst>
            <pc:docMk/>
            <pc:sldMk cId="809317833" sldId="385"/>
            <ac:spMk id="21" creationId="{98B8E6E4-5723-467B-BEA5-831E6F7BDA59}"/>
          </ac:spMkLst>
        </pc:spChg>
        <pc:spChg chg="add del mod">
          <ac:chgData name="Zheng Fei" userId="d19317889db4c986" providerId="LiveId" clId="{0FB15DA0-5C26-374C-8681-31199B622A35}" dt="2022-12-09T05:58:04.878" v="895"/>
          <ac:spMkLst>
            <pc:docMk/>
            <pc:sldMk cId="809317833" sldId="385"/>
            <ac:spMk id="22" creationId="{7448B689-2957-24B6-D05D-57FD730C12C3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24" creationId="{85CA338E-FE9D-D91B-B502-7F38397FCC76}"/>
          </ac:spMkLst>
        </pc:spChg>
        <pc:grpChg chg="del mod">
          <ac:chgData name="Zheng Fei" userId="d19317889db4c986" providerId="LiveId" clId="{0FB15DA0-5C26-374C-8681-31199B622A35}" dt="2022-12-09T05:59:38.834" v="938" actId="478"/>
          <ac:grpSpMkLst>
            <pc:docMk/>
            <pc:sldMk cId="809317833" sldId="385"/>
            <ac:grpSpMk id="19" creationId="{BE4F8971-CBB4-4FA5-A489-9B2156643086}"/>
          </ac:grpSpMkLst>
        </pc:grpChg>
        <pc:graphicFrameChg chg="del mod">
          <ac:chgData name="Zheng Fei" userId="d19317889db4c986" providerId="LiveId" clId="{0FB15DA0-5C26-374C-8681-31199B622A35}" dt="2022-12-09T05:59:42.867" v="939" actId="478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del mod">
          <ac:chgData name="Zheng Fei" userId="d19317889db4c986" providerId="LiveId" clId="{0FB15DA0-5C26-374C-8681-31199B622A35}" dt="2022-12-09T05:55:34.013" v="831" actId="478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del mod">
          <ac:chgData name="Zheng Fei" userId="d19317889db4c986" providerId="LiveId" clId="{0FB15DA0-5C26-374C-8681-31199B622A35}" dt="2022-12-09T05:56:11.991" v="854" actId="478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del mod">
          <ac:chgData name="Zheng Fei" userId="d19317889db4c986" providerId="LiveId" clId="{0FB15DA0-5C26-374C-8681-31199B622A35}" dt="2022-12-09T05:57:07.849" v="877" actId="478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del mod">
          <ac:chgData name="Zheng Fei" userId="d19317889db4c986" providerId="LiveId" clId="{0FB15DA0-5C26-374C-8681-31199B622A35}" dt="2022-12-09T05:58:44.538" v="909" actId="478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0FB15DA0-5C26-374C-8681-31199B622A35}" dt="2022-12-09T05:59:35.297" v="937" actId="255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cxnChg chg="add mod">
          <ac:chgData name="Zheng Fei" userId="d19317889db4c986" providerId="LiveId" clId="{0FB15DA0-5C26-374C-8681-31199B622A35}" dt="2022-12-09T05:41:02.433" v="534"/>
          <ac:cxnSpMkLst>
            <pc:docMk/>
            <pc:sldMk cId="809317833" sldId="385"/>
            <ac:cxnSpMk id="2" creationId="{5738AD2C-C627-BB60-0CAE-DCFAB0120EE7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6.295" v="1557"/>
        <pc:sldMkLst>
          <pc:docMk/>
          <pc:sldMk cId="2947450005" sldId="386"/>
        </pc:sldMkLst>
        <pc:spChg chg="del mod">
          <ac:chgData name="Zheng Fei" userId="d19317889db4c986" providerId="LiveId" clId="{0FB15DA0-5C26-374C-8681-31199B622A35}" dt="2022-12-09T05:41:41.665" v="568" actId="478"/>
          <ac:spMkLst>
            <pc:docMk/>
            <pc:sldMk cId="2947450005" sldId="386"/>
            <ac:spMk id="4" creationId="{581BD2D8-214C-408B-84B1-8FFBAEE50DF0}"/>
          </ac:spMkLst>
        </pc:spChg>
        <pc:spChg chg="add mod">
          <ac:chgData name="Zheng Fei" userId="d19317889db4c986" providerId="LiveId" clId="{0FB15DA0-5C26-374C-8681-31199B622A35}" dt="2022-12-09T05:41:52.587" v="572"/>
          <ac:spMkLst>
            <pc:docMk/>
            <pc:sldMk cId="2947450005" sldId="386"/>
            <ac:spMk id="5" creationId="{9CA3CEC3-7BF0-1B68-984B-6E9CA3AA660C}"/>
          </ac:spMkLst>
        </pc:spChg>
        <pc:picChg chg="mod modCrop">
          <ac:chgData name="Zheng Fei" userId="d19317889db4c986" providerId="LiveId" clId="{0FB15DA0-5C26-374C-8681-31199B622A35}" dt="2022-12-09T06:00:54.712" v="951"/>
          <ac:picMkLst>
            <pc:docMk/>
            <pc:sldMk cId="2947450005" sldId="386"/>
            <ac:picMk id="3" creationId="{5F444A42-C16E-4568-BF13-17EDD9D78297}"/>
          </ac:picMkLst>
        </pc:picChg>
        <pc:cxnChg chg="add mod">
          <ac:chgData name="Zheng Fei" userId="d19317889db4c986" providerId="LiveId" clId="{0FB15DA0-5C26-374C-8681-31199B622A35}" dt="2022-12-09T05:41:47.003" v="569"/>
          <ac:cxnSpMkLst>
            <pc:docMk/>
            <pc:sldMk cId="2947450005" sldId="386"/>
            <ac:cxnSpMk id="2" creationId="{1AC11A8A-B8B6-148D-A33B-AB0CC3C6619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4.785" v="1556"/>
        <pc:sldMkLst>
          <pc:docMk/>
          <pc:sldMk cId="1112543019" sldId="387"/>
        </pc:sldMkLst>
        <pc:spChg chg="add mod">
          <ac:chgData name="Zheng Fei" userId="d19317889db4c986" providerId="LiveId" clId="{0FB15DA0-5C26-374C-8681-31199B622A35}" dt="2022-12-09T05:41:28.370" v="567" actId="12788"/>
          <ac:spMkLst>
            <pc:docMk/>
            <pc:sldMk cId="1112543019" sldId="387"/>
            <ac:spMk id="4" creationId="{2DFC8B8F-8A32-223C-1B9B-77FC4A15F50F}"/>
          </ac:spMkLst>
        </pc:spChg>
        <pc:spChg chg="del mod">
          <ac:chgData name="Zheng Fei" userId="d19317889db4c986" providerId="LiveId" clId="{0FB15DA0-5C26-374C-8681-31199B622A35}" dt="2022-12-09T05:41:08.368" v="535" actId="478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0FB15DA0-5C26-374C-8681-31199B622A35}" dt="2022-12-09T06:01:38.146" v="966"/>
          <ac:picMkLst>
            <pc:docMk/>
            <pc:sldMk cId="1112543019" sldId="387"/>
            <ac:picMk id="3" creationId="{1C427D47-2D28-4B45-A03B-8F3AF510A1B7}"/>
          </ac:picMkLst>
        </pc:picChg>
        <pc:cxnChg chg="add mod">
          <ac:chgData name="Zheng Fei" userId="d19317889db4c986" providerId="LiveId" clId="{0FB15DA0-5C26-374C-8681-31199B622A35}" dt="2022-12-09T05:41:08.852" v="536"/>
          <ac:cxnSpMkLst>
            <pc:docMk/>
            <pc:sldMk cId="1112543019" sldId="387"/>
            <ac:cxnSpMk id="2" creationId="{3CA266B7-AD16-A6AC-2964-83F3E4211F7F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7.994" v="1548"/>
        <pc:sldMkLst>
          <pc:docMk/>
          <pc:sldMk cId="3931972947" sldId="388"/>
        </pc:sldMkLst>
        <pc:spChg chg="add mod">
          <ac:chgData name="Zheng Fei" userId="d19317889db4c986" providerId="LiveId" clId="{0FB15DA0-5C26-374C-8681-31199B622A35}" dt="2022-12-08T13:08:57.794" v="30" actId="12788"/>
          <ac:spMkLst>
            <pc:docMk/>
            <pc:sldMk cId="3931972947" sldId="388"/>
            <ac:spMk id="3" creationId="{D68E13CD-ECEB-A980-7EC6-D6E904249535}"/>
          </ac:spMkLst>
        </pc:spChg>
        <pc:spChg chg="del mod">
          <ac:chgData name="Zheng Fei" userId="d19317889db4c986" providerId="LiveId" clId="{0FB15DA0-5C26-374C-8681-31199B622A35}" dt="2022-12-08T13:12:43.485" v="96"/>
          <ac:spMkLst>
            <pc:docMk/>
            <pc:sldMk cId="3931972947" sldId="388"/>
            <ac:spMk id="14" creationId="{1CCB97B7-BB52-45C0-8AD7-1B1F7B119F75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k cId="3931972947" sldId="388"/>
            <ac:spMk id="15" creationId="{16CE2321-B2A8-4A3D-BDBF-A8E6D95B1AF1}"/>
          </ac:spMkLst>
        </pc:spChg>
        <pc:spChg chg="mod">
          <ac:chgData name="Zheng Fei" userId="d19317889db4c986" providerId="LiveId" clId="{0FB15DA0-5C26-374C-8681-31199B622A35}" dt="2022-12-08T13:09:46.747" v="44" actId="1076"/>
          <ac:spMkLst>
            <pc:docMk/>
            <pc:sldMk cId="3931972947" sldId="388"/>
            <ac:spMk id="16" creationId="{4C6A6C87-9262-4B53-89E1-0F195E320F58}"/>
          </ac:spMkLst>
        </pc:spChg>
        <pc:spChg chg="mod">
          <ac:chgData name="Zheng Fei" userId="d19317889db4c986" providerId="LiveId" clId="{0FB15DA0-5C26-374C-8681-31199B622A35}" dt="2022-12-09T06:15:46.747" v="1237" actId="1076"/>
          <ac:spMkLst>
            <pc:docMk/>
            <pc:sldMk cId="3931972947" sldId="388"/>
            <ac:spMk id="19" creationId="{1FDF737B-3311-4FFD-AAD7-C79680BF782B}"/>
          </ac:spMkLst>
        </pc:spChg>
        <pc:spChg chg="mod">
          <ac:chgData name="Zheng Fei" userId="d19317889db4c986" providerId="LiveId" clId="{0FB15DA0-5C26-374C-8681-31199B622A35}" dt="2022-12-09T06:16:01.902" v="1241" actId="122"/>
          <ac:spMkLst>
            <pc:docMk/>
            <pc:sldMk cId="3931972947" sldId="388"/>
            <ac:spMk id="23" creationId="{31DAC371-0357-4B06-A107-16EBF27B67C0}"/>
          </ac:spMkLst>
        </pc:spChg>
        <pc:spChg chg="mod">
          <ac:chgData name="Zheng Fei" userId="d19317889db4c986" providerId="LiveId" clId="{0FB15DA0-5C26-374C-8681-31199B622A35}" dt="2022-12-09T06:16:04.323" v="1242" actId="122"/>
          <ac:spMkLst>
            <pc:docMk/>
            <pc:sldMk cId="3931972947" sldId="388"/>
            <ac:spMk id="24" creationId="{9FC75E4A-278B-49E4-8D93-7A8576B839B0}"/>
          </ac:spMkLst>
        </pc:spChg>
        <pc:cxnChg chg="add mod">
          <ac:chgData name="Zheng Fei" userId="d19317889db4c986" providerId="LiveId" clId="{0FB15DA0-5C26-374C-8681-31199B622A35}" dt="2022-12-08T13:08:46.359" v="26"/>
          <ac:cxnSpMkLst>
            <pc:docMk/>
            <pc:sldMk cId="3931972947" sldId="388"/>
            <ac:cxnSpMk id="2" creationId="{FA540BD0-40E7-53DA-D179-4120F46C9E98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0.725" v="1547"/>
        <pc:sldMkLst>
          <pc:docMk/>
          <pc:sldMk cId="2953135783" sldId="389"/>
        </pc:sldMkLst>
        <pc:spChg chg="mod">
          <ac:chgData name="Zheng Fei" userId="d19317889db4c986" providerId="LiveId" clId="{0FB15DA0-5C26-374C-8681-31199B622A35}" dt="2022-12-09T06:12:02.670" v="1164" actId="207"/>
          <ac:spMkLst>
            <pc:docMk/>
            <pc:sldMk cId="2953135783" sldId="389"/>
            <ac:spMk id="2" creationId="{C7E282E0-B8D3-46EC-8B06-EF6CB7D6FB94}"/>
          </ac:spMkLst>
        </pc:spChg>
        <pc:spChg chg="del mod">
          <ac:chgData name="Zheng Fei" userId="d19317889db4c986" providerId="LiveId" clId="{0FB15DA0-5C26-374C-8681-31199B622A35}" dt="2022-12-08T13:08:28.857" v="25"/>
          <ac:spMkLst>
            <pc:docMk/>
            <pc:sldMk cId="2953135783" sldId="389"/>
            <ac:spMk id="3" creationId="{1D37C7A8-B3F5-497B-9C54-FFC9AFF4DEFB}"/>
          </ac:spMkLst>
        </pc:spChg>
        <pc:spChg chg="add mod">
          <ac:chgData name="Zheng Fei" userId="d19317889db4c986" providerId="LiveId" clId="{0FB15DA0-5C26-374C-8681-31199B622A35}" dt="2022-12-08T13:08:17.036" v="22" actId="12788"/>
          <ac:spMkLst>
            <pc:docMk/>
            <pc:sldMk cId="2953135783" sldId="389"/>
            <ac:spMk id="5" creationId="{893BBE7B-B922-282A-A318-C4B50EFE1721}"/>
          </ac:spMkLst>
        </pc:spChg>
        <pc:cxnChg chg="add mod">
          <ac:chgData name="Zheng Fei" userId="d19317889db4c986" providerId="LiveId" clId="{0FB15DA0-5C26-374C-8681-31199B622A35}" dt="2022-12-08T13:08:04.580" v="18"/>
          <ac:cxnSpMkLst>
            <pc:docMk/>
            <pc:sldMk cId="2953135783" sldId="389"/>
            <ac:cxnSpMk id="4" creationId="{DAE4A924-F94D-E0A1-29E5-4AEEFB855D61}"/>
          </ac:cxnSpMkLst>
        </pc:cxnChg>
      </pc:sldChg>
      <pc:sldChg chg="addSp modSp mod modTransition modAnim">
        <pc:chgData name="Zheng Fei" userId="d19317889db4c986" providerId="LiveId" clId="{0FB15DA0-5C26-374C-8681-31199B622A35}" dt="2022-12-10T02:06:46.587" v="1589"/>
        <pc:sldMkLst>
          <pc:docMk/>
          <pc:sldMk cId="3625832555" sldId="390"/>
        </pc:sldMkLst>
        <pc:spChg chg="mod">
          <ac:chgData name="Zheng Fei" userId="d19317889db4c986" providerId="LiveId" clId="{0FB15DA0-5C26-374C-8681-31199B622A35}" dt="2022-12-10T02:05:57.067" v="1561" actId="21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0FB15DA0-5C26-374C-8681-31199B622A35}" dt="2022-12-09T05:45:58.905" v="667" actId="20577"/>
          <ac:spMkLst>
            <pc:docMk/>
            <pc:sldMk cId="3625832555" sldId="390"/>
            <ac:spMk id="5" creationId="{D5AA8889-966B-C9B2-92C8-CF93189CB612}"/>
          </ac:spMkLst>
        </pc:spChg>
        <pc:spChg chg="add mod">
          <ac:chgData name="Zheng Fei" userId="d19317889db4c986" providerId="LiveId" clId="{0FB15DA0-5C26-374C-8681-31199B622A35}" dt="2022-12-10T02:06:29.129" v="1587" actId="255"/>
          <ac:spMkLst>
            <pc:docMk/>
            <pc:sldMk cId="3625832555" sldId="390"/>
            <ac:spMk id="7" creationId="{92839C26-B862-CB81-6069-BAB2FC6397D5}"/>
          </ac:spMkLst>
        </pc:spChg>
        <pc:cxnChg chg="add mod">
          <ac:chgData name="Zheng Fei" userId="d19317889db4c986" providerId="LiveId" clId="{0FB15DA0-5C26-374C-8681-31199B622A35}" dt="2022-12-09T05:45:28.725" v="663"/>
          <ac:cxnSpMkLst>
            <pc:docMk/>
            <pc:sldMk cId="3625832555" sldId="390"/>
            <ac:cxnSpMk id="4" creationId="{3F9A0C05-5F90-9420-4659-13F06ACF1DE0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5:27.951" v="1554"/>
        <pc:sldMkLst>
          <pc:docMk/>
          <pc:sldMk cId="3422799466" sldId="391"/>
        </pc:sldMkLst>
        <pc:spChg chg="del mod">
          <ac:chgData name="Zheng Fei" userId="d19317889db4c986" providerId="LiveId" clId="{0FB15DA0-5C26-374C-8681-31199B622A35}" dt="2022-12-08T13:23:54.052" v="255" actId="478"/>
          <ac:spMkLst>
            <pc:docMk/>
            <pc:sldMk cId="3422799466" sldId="391"/>
            <ac:spMk id="2" creationId="{4D65F178-47E9-4DAF-B3E9-64472D26DDD4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3" creationId="{2143D91C-2AC7-4EE1-83E1-A0DBF669DDA8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4" creationId="{9367C17F-88C4-4F92-A0F5-E60F13316252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9" creationId="{635F1D11-F435-78FD-1268-A57BFFED8780}"/>
          </ac:spMkLst>
        </pc:spChg>
        <pc:spChg chg="add mod">
          <ac:chgData name="Zheng Fei" userId="d19317889db4c986" providerId="LiveId" clId="{0FB15DA0-5C26-374C-8681-31199B622A35}" dt="2022-12-09T05:34:34.430" v="449" actId="1076"/>
          <ac:spMkLst>
            <pc:docMk/>
            <pc:sldMk cId="3422799466" sldId="391"/>
            <ac:spMk id="13" creationId="{D1BA1927-F6F9-13A6-81C3-52A2D39AE6F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6" creationId="{B5144387-57A0-0C2B-283E-F5A40B8FB6BA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8" creationId="{05B00303-18D6-C692-47B6-EAFE2585D810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9" creationId="{F18C0D61-F61B-AC08-5126-CB2B0B2B993B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0" creationId="{FC00E03D-56FC-C5AB-4DDB-8C26AD16B69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1" creationId="{A7369038-5E26-300D-354C-4939D152D715}"/>
          </ac:spMkLst>
        </pc:spChg>
        <pc:graphicFrameChg chg="del mod">
          <ac:chgData name="Zheng Fei" userId="d19317889db4c986" providerId="LiveId" clId="{0FB15DA0-5C26-374C-8681-31199B622A35}" dt="2022-12-09T05:32:14.367" v="398" actId="478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del">
          <ac:chgData name="Zheng Fei" userId="d19317889db4c986" providerId="LiveId" clId="{0FB15DA0-5C26-374C-8681-31199B622A35}" dt="2022-12-09T05:32:49.532" v="406" actId="478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del mod">
          <ac:chgData name="Zheng Fei" userId="d19317889db4c986" providerId="LiveId" clId="{0FB15DA0-5C26-374C-8681-31199B622A35}" dt="2022-12-09T05:32:42.693" v="402" actId="478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del">
          <ac:chgData name="Zheng Fei" userId="d19317889db4c986" providerId="LiveId" clId="{0FB15DA0-5C26-374C-8681-31199B622A35}" dt="2022-12-08T13:25:09.691" v="310" actId="478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del mod">
          <ac:chgData name="Zheng Fei" userId="d19317889db4c986" providerId="LiveId" clId="{0FB15DA0-5C26-374C-8681-31199B622A35}" dt="2022-12-09T05:33:32.596" v="423" actId="478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del">
          <ac:chgData name="Zheng Fei" userId="d19317889db4c986" providerId="LiveId" clId="{0FB15DA0-5C26-374C-8681-31199B622A35}" dt="2022-12-09T05:33:45.671" v="428" actId="478"/>
          <ac:graphicFrameMkLst>
            <pc:docMk/>
            <pc:sldMk cId="3422799466" sldId="391"/>
            <ac:graphicFrameMk id="11" creationId="{BFF9B21A-0DE1-4E91-B2C4-A165937B25F0}"/>
          </ac:graphicFrameMkLst>
        </pc:graphicFrameChg>
        <pc:graphicFrameChg chg="add del mod">
          <ac:chgData name="Zheng Fei" userId="d19317889db4c986" providerId="LiveId" clId="{0FB15DA0-5C26-374C-8681-31199B622A35}" dt="2022-12-09T05:33:27.131" v="420" actId="478"/>
          <ac:graphicFrameMkLst>
            <pc:docMk/>
            <pc:sldMk cId="3422799466" sldId="391"/>
            <ac:graphicFrameMk id="14" creationId="{AA2A01A8-0C77-7C5D-AA03-81F47468042B}"/>
          </ac:graphicFrameMkLst>
        </pc:graphicFrameChg>
        <pc:cxnChg chg="add mod">
          <ac:chgData name="Zheng Fei" userId="d19317889db4c986" providerId="LiveId" clId="{0FB15DA0-5C26-374C-8681-31199B622A35}" dt="2022-12-09T05:49:09.652" v="706" actId="255"/>
          <ac:cxnSpMkLst>
            <pc:docMk/>
            <pc:sldMk cId="3422799466" sldId="391"/>
            <ac:cxnSpMk id="12" creationId="{89292AB6-AB65-4134-2BA4-03DC3BF4268C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4.781" v="1550"/>
        <pc:sldMkLst>
          <pc:docMk/>
          <pc:sldMk cId="1003853526" sldId="392"/>
        </pc:sldMkLst>
        <pc:spChg chg="del mod">
          <ac:chgData name="Zheng Fei" userId="d19317889db4c986" providerId="LiveId" clId="{0FB15DA0-5C26-374C-8681-31199B622A35}" dt="2022-12-09T05:35:51.542" v="478" actId="478"/>
          <ac:spMkLst>
            <pc:docMk/>
            <pc:sldMk cId="1003853526" sldId="392"/>
            <ac:spMk id="2" creationId="{6D6EB3FE-0F9B-4755-BFE7-7D24FB6C6A75}"/>
          </ac:spMkLst>
        </pc:spChg>
        <pc:spChg chg="mod">
          <ac:chgData name="Zheng Fei" userId="d19317889db4c986" providerId="LiveId" clId="{0FB15DA0-5C26-374C-8681-31199B622A35}" dt="2022-12-09T05:49:40.573" v="717" actId="1076"/>
          <ac:spMkLst>
            <pc:docMk/>
            <pc:sldMk cId="1003853526" sldId="392"/>
            <ac:spMk id="4" creationId="{324AF2CE-D6FB-414C-BAB8-F99E58B9A9B4}"/>
          </ac:spMkLst>
        </pc:spChg>
        <pc:spChg chg="add del mod">
          <ac:chgData name="Zheng Fei" userId="d19317889db4c986" providerId="LiveId" clId="{0FB15DA0-5C26-374C-8681-31199B622A35}" dt="2022-12-09T05:35:53.992" v="480"/>
          <ac:spMkLst>
            <pc:docMk/>
            <pc:sldMk cId="1003853526" sldId="392"/>
            <ac:spMk id="5" creationId="{02700924-1691-9945-D9FB-34E5D5C954B6}"/>
          </ac:spMkLst>
        </pc:spChg>
        <pc:spChg chg="add mod">
          <ac:chgData name="Zheng Fei" userId="d19317889db4c986" providerId="LiveId" clId="{0FB15DA0-5C26-374C-8681-31199B622A35}" dt="2022-12-09T05:52:44.638" v="774" actId="12788"/>
          <ac:spMkLst>
            <pc:docMk/>
            <pc:sldMk cId="1003853526" sldId="392"/>
            <ac:spMk id="7" creationId="{09C7622A-946A-B43C-7224-977C2D2C8C97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9" creationId="{F45701F0-A3CF-E1BD-0F21-80B1149F5AF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2" creationId="{44D12F5B-0889-9481-DF3F-0311F85A826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4" creationId="{734C3430-B371-C765-93FB-1A3EEAA37CFB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6" creationId="{DCBC99C3-1363-78D4-2E8D-E4C5680B2522}"/>
          </ac:spMkLst>
        </pc:spChg>
        <pc:spChg chg="add del mod">
          <ac:chgData name="Zheng Fei" userId="d19317889db4c986" providerId="LiveId" clId="{0FB15DA0-5C26-374C-8681-31199B622A35}" dt="2022-12-09T05:52:46.108" v="776"/>
          <ac:spMkLst>
            <pc:docMk/>
            <pc:sldMk cId="1003853526" sldId="392"/>
            <ac:spMk id="17" creationId="{7C5825F6-FA5E-305E-5470-54211F0AA6D8}"/>
          </ac:spMkLst>
        </pc:spChg>
        <pc:picChg chg="del mod">
          <ac:chgData name="Zheng Fei" userId="d19317889db4c986" providerId="LiveId" clId="{0FB15DA0-5C26-374C-8681-31199B622A35}" dt="2022-12-09T05:52:33.785" v="772" actId="478"/>
          <ac:picMkLst>
            <pc:docMk/>
            <pc:sldMk cId="1003853526" sldId="392"/>
            <ac:picMk id="3" creationId="{31346C40-864F-46A0-8980-389A22EBD5D0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1" creationId="{D124F31C-EB26-8DC1-E83B-A4ACCFE63303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3" creationId="{7C0F3092-E8B0-B20A-C72D-7F040BCB1519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5" creationId="{1DE20686-615F-0AF3-5657-F9C34C4E0974}"/>
          </ac:picMkLst>
        </pc:picChg>
        <pc:cxnChg chg="add mod">
          <ac:chgData name="Zheng Fei" userId="d19317889db4c986" providerId="LiveId" clId="{0FB15DA0-5C26-374C-8681-31199B622A35}" dt="2022-12-09T05:38:44.938" v="481"/>
          <ac:cxnSpMkLst>
            <pc:docMk/>
            <pc:sldMk cId="1003853526" sldId="392"/>
            <ac:cxnSpMk id="6" creationId="{BCC5826F-570A-3C4A-1F29-2A885FC62BA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0.165" v="1549"/>
        <pc:sldMkLst>
          <pc:docMk/>
          <pc:sldMk cId="2735348982" sldId="393"/>
        </pc:sldMkLst>
        <pc:spChg chg="del mod">
          <ac:chgData name="Zheng Fei" userId="d19317889db4c986" providerId="LiveId" clId="{0FB15DA0-5C26-374C-8681-31199B622A35}" dt="2022-12-09T05:34:40.165" v="450" actId="478"/>
          <ac:spMkLst>
            <pc:docMk/>
            <pc:sldMk cId="2735348982" sldId="393"/>
            <ac:spMk id="2" creationId="{13015902-A39A-4500-8FBF-BF42C0330034}"/>
          </ac:spMkLst>
        </pc:spChg>
        <pc:spChg chg="del mod">
          <ac:chgData name="Zheng Fei" userId="d19317889db4c986" providerId="LiveId" clId="{0FB15DA0-5C26-374C-8681-31199B622A35}" dt="2022-12-09T05:35:36.148" v="475" actId="478"/>
          <ac:spMkLst>
            <pc:docMk/>
            <pc:sldMk cId="2735348982" sldId="393"/>
            <ac:spMk id="3" creationId="{68B73AE3-0623-4DDC-A597-3CA991B6E821}"/>
          </ac:spMkLst>
        </pc:spChg>
        <pc:spChg chg="add mod">
          <ac:chgData name="Zheng Fei" userId="d19317889db4c986" providerId="LiveId" clId="{0FB15DA0-5C26-374C-8681-31199B622A35}" dt="2022-12-09T05:35:33.339" v="474" actId="20577"/>
          <ac:spMkLst>
            <pc:docMk/>
            <pc:sldMk cId="2735348982" sldId="393"/>
            <ac:spMk id="5" creationId="{4E2241C5-8C64-A79F-C7E2-4A0D9961FB70}"/>
          </ac:spMkLst>
        </pc:spChg>
        <pc:spChg chg="add mod">
          <ac:chgData name="Zheng Fei" userId="d19317889db4c986" providerId="LiveId" clId="{0FB15DA0-5C26-374C-8681-31199B622A35}" dt="2022-12-09T05:49:19.897" v="709" actId="207"/>
          <ac:spMkLst>
            <pc:docMk/>
            <pc:sldMk cId="2735348982" sldId="393"/>
            <ac:spMk id="6" creationId="{8522911F-859C-2004-D28C-87D14CDF4983}"/>
          </ac:spMkLst>
        </pc:spChg>
        <pc:cxnChg chg="add mod">
          <ac:chgData name="Zheng Fei" userId="d19317889db4c986" providerId="LiveId" clId="{0FB15DA0-5C26-374C-8681-31199B622A35}" dt="2022-12-09T05:34:40.526" v="451"/>
          <ac:cxnSpMkLst>
            <pc:docMk/>
            <pc:sldMk cId="2735348982" sldId="393"/>
            <ac:cxnSpMk id="4" creationId="{6EC333E2-FBDD-C2C6-E48E-2F22B293ED3E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8.609" v="1558"/>
        <pc:sldMkLst>
          <pc:docMk/>
          <pc:sldMk cId="2152904118" sldId="394"/>
        </pc:sldMkLst>
        <pc:spChg chg="del mod">
          <ac:chgData name="Zheng Fei" userId="d19317889db4c986" providerId="LiveId" clId="{0FB15DA0-5C26-374C-8681-31199B622A35}" dt="2022-12-09T05:42:11.841" v="573" actId="478"/>
          <ac:spMkLst>
            <pc:docMk/>
            <pc:sldMk cId="2152904118" sldId="394"/>
            <ac:spMk id="2" creationId="{0CF3B0B3-C3A6-4C5E-9728-BFBDBA20622D}"/>
          </ac:spMkLst>
        </pc:spChg>
        <pc:spChg chg="mod">
          <ac:chgData name="Zheng Fei" userId="d19317889db4c986" providerId="LiveId" clId="{0FB15DA0-5C26-374C-8681-31199B622A35}" dt="2022-12-09T05:42:39.241" v="575" actId="207"/>
          <ac:spMkLst>
            <pc:docMk/>
            <pc:sldMk cId="2152904118" sldId="394"/>
            <ac:spMk id="3" creationId="{E20AC894-6EA7-42BF-84DA-8693968627B3}"/>
          </ac:spMkLst>
        </pc:spChg>
        <pc:spChg chg="add mod">
          <ac:chgData name="Zheng Fei" userId="d19317889db4c986" providerId="LiveId" clId="{0FB15DA0-5C26-374C-8681-31199B622A35}" dt="2022-12-09T05:42:12.163" v="574"/>
          <ac:spMkLst>
            <pc:docMk/>
            <pc:sldMk cId="2152904118" sldId="394"/>
            <ac:spMk id="5" creationId="{9C402B8D-5BA1-7C72-8041-74CED7009A6D}"/>
          </ac:spMkLst>
        </pc:spChg>
        <pc:cxnChg chg="add mod">
          <ac:chgData name="Zheng Fei" userId="d19317889db4c986" providerId="LiveId" clId="{0FB15DA0-5C26-374C-8681-31199B622A35}" dt="2022-12-09T05:42:12.163" v="574"/>
          <ac:cxnSpMkLst>
            <pc:docMk/>
            <pc:sldMk cId="2152904118" sldId="394"/>
            <ac:cxnSpMk id="4" creationId="{E530E13D-91EE-C293-1CE1-49A06B4312E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44.453" v="1560"/>
        <pc:sldMkLst>
          <pc:docMk/>
          <pc:sldMk cId="1958136474" sldId="395"/>
        </pc:sldMkLst>
        <pc:spChg chg="mod">
          <ac:chgData name="Zheng Fei" userId="d19317889db4c986" providerId="LiveId" clId="{0FB15DA0-5C26-374C-8681-31199B622A35}" dt="2022-12-09T06:11:00.780" v="1160" actId="1036"/>
          <ac:spMkLst>
            <pc:docMk/>
            <pc:sldMk cId="1958136474" sldId="395"/>
            <ac:spMk id="2" creationId="{467E1F10-C9D6-42A4-9E30-B15732E07D69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4" creationId="{D227CCF0-2242-446D-B284-052054243DE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5" creationId="{6BFD9611-BBDF-465A-9201-0862821820C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6" creationId="{8AC2B69F-C53F-4270-BDB3-A4855D7017CD}"/>
          </ac:spMkLst>
        </pc:spChg>
        <pc:spChg chg="add mod">
          <ac:chgData name="Zheng Fei" userId="d19317889db4c986" providerId="LiveId" clId="{0FB15DA0-5C26-374C-8681-31199B622A35}" dt="2022-12-09T05:46:01.517" v="668" actId="20577"/>
          <ac:spMkLst>
            <pc:docMk/>
            <pc:sldMk cId="1958136474" sldId="395"/>
            <ac:spMk id="7" creationId="{5F683D7F-CCB7-302B-8CF0-8751B3BF8615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0" creationId="{83E9E24D-5454-4F4E-86E0-D62504EBC7C9}"/>
          </ac:spMkLst>
        </pc:spChg>
        <pc:spChg chg="del mod">
          <ac:chgData name="Zheng Fei" userId="d19317889db4c986" providerId="LiveId" clId="{0FB15DA0-5C26-374C-8681-31199B622A35}" dt="2022-12-09T06:08:59.344" v="1082"/>
          <ac:spMkLst>
            <pc:docMk/>
            <pc:sldMk cId="1958136474" sldId="395"/>
            <ac:spMk id="11" creationId="{0B33813D-7B4E-47A6-B61F-A15651C1A1A4}"/>
          </ac:spMkLst>
        </pc:spChg>
        <pc:spChg chg="add 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2" creationId="{CD8E9032-E798-C869-6641-DD413F0788E4}"/>
          </ac:spMkLst>
        </pc:spChg>
        <pc:graphicFrameChg chg="del mod">
          <ac:chgData name="Zheng Fei" userId="d19317889db4c986" providerId="LiveId" clId="{0FB15DA0-5C26-374C-8681-31199B622A35}" dt="2022-12-09T06:08:09.184" v="1065" actId="478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del mod">
          <ac:chgData name="Zheng Fei" userId="d19317889db4c986" providerId="LiveId" clId="{0FB15DA0-5C26-374C-8681-31199B622A35}" dt="2022-12-09T06:08:08.828" v="1064" actId="478"/>
          <ac:graphicFrameMkLst>
            <pc:docMk/>
            <pc:sldMk cId="1958136474" sldId="395"/>
            <ac:graphicFrameMk id="9" creationId="{2855A34A-3E9F-467F-A754-CBAFCB2AC3D5}"/>
          </ac:graphicFrameMkLst>
        </pc:graphicFrameChg>
        <pc:cxnChg chg="add mod">
          <ac:chgData name="Zheng Fei" userId="d19317889db4c986" providerId="LiveId" clId="{0FB15DA0-5C26-374C-8681-31199B622A35}" dt="2022-12-09T05:45:47.111" v="664"/>
          <ac:cxnSpMkLst>
            <pc:docMk/>
            <pc:sldMk cId="1958136474" sldId="395"/>
            <ac:cxnSpMk id="3" creationId="{DA09B118-55DC-01B4-322E-7AC7744B2E54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4:15.160" v="1546"/>
        <pc:sldMkLst>
          <pc:docMk/>
          <pc:sldMk cId="1018369862" sldId="397"/>
        </pc:sldMkLst>
        <pc:spChg chg="mod topLvl">
          <ac:chgData name="Zheng Fei" userId="d19317889db4c986" providerId="LiveId" clId="{0FB15DA0-5C26-374C-8681-31199B622A35}" dt="2022-12-09T06:20:09.963" v="1409" actId="165"/>
          <ac:spMkLst>
            <pc:docMk/>
            <pc:sldMk cId="1018369862" sldId="397"/>
            <ac:spMk id="4" creationId="{D6AC7F1F-5C48-4472-9323-BF45C4A6DD91}"/>
          </ac:spMkLst>
        </pc:spChg>
        <pc:spChg chg="add del mod">
          <ac:chgData name="Zheng Fei" userId="d19317889db4c986" providerId="LiveId" clId="{0FB15DA0-5C26-374C-8681-31199B622A35}" dt="2022-12-09T05:44:22.473" v="645" actId="478"/>
          <ac:spMkLst>
            <pc:docMk/>
            <pc:sldMk cId="1018369862" sldId="397"/>
            <ac:spMk id="6" creationId="{23EB649B-F7C1-ABF5-E4E3-18A7B04565D1}"/>
          </ac:spMkLst>
        </pc:spChg>
        <pc:spChg chg="add mod">
          <ac:chgData name="Zheng Fei" userId="d19317889db4c986" providerId="LiveId" clId="{0FB15DA0-5C26-374C-8681-31199B622A35}" dt="2022-12-09T05:45:25.454" v="662" actId="1076"/>
          <ac:spMkLst>
            <pc:docMk/>
            <pc:sldMk cId="1018369862" sldId="397"/>
            <ac:spMk id="7" creationId="{29E678B3-CAA6-9814-B610-B574B3F8B094}"/>
          </ac:spMkLst>
        </pc:spChg>
        <pc:spChg chg="add mod">
          <ac:chgData name="Zheng Fei" userId="d19317889db4c986" providerId="LiveId" clId="{0FB15DA0-5C26-374C-8681-31199B622A35}" dt="2022-12-09T06:20:20.181" v="1422" actId="1036"/>
          <ac:spMkLst>
            <pc:docMk/>
            <pc:sldMk cId="1018369862" sldId="397"/>
            <ac:spMk id="8" creationId="{C7C0D59A-5D8E-0F93-41B5-F56B09975028}"/>
          </ac:spMkLst>
        </pc:spChg>
        <pc:spChg chg="add mod">
          <ac:chgData name="Zheng Fei" userId="d19317889db4c986" providerId="LiveId" clId="{0FB15DA0-5C26-374C-8681-31199B622A35}" dt="2022-12-09T06:23:56.641" v="1541" actId="1035"/>
          <ac:spMkLst>
            <pc:docMk/>
            <pc:sldMk cId="1018369862" sldId="397"/>
            <ac:spMk id="9" creationId="{E074AC7F-9065-E026-228B-1B50F3A6A74F}"/>
          </ac:spMkLst>
        </pc:spChg>
        <pc:spChg chg="add mod">
          <ac:chgData name="Zheng Fei" userId="d19317889db4c986" providerId="LiveId" clId="{0FB15DA0-5C26-374C-8681-31199B622A35}" dt="2022-12-09T06:23:47.081" v="1534" actId="1076"/>
          <ac:spMkLst>
            <pc:docMk/>
            <pc:sldMk cId="1018369862" sldId="397"/>
            <ac:spMk id="10" creationId="{B434C10B-636B-8435-1A3D-7D7694A5FDD5}"/>
          </ac:spMkLst>
        </pc:spChg>
        <pc:spChg chg="add mod">
          <ac:chgData name="Zheng Fei" userId="d19317889db4c986" providerId="LiveId" clId="{0FB15DA0-5C26-374C-8681-31199B622A35}" dt="2022-12-09T06:23:45.107" v="1533" actId="1076"/>
          <ac:spMkLst>
            <pc:docMk/>
            <pc:sldMk cId="1018369862" sldId="397"/>
            <ac:spMk id="11" creationId="{1C5C9C81-C148-4CFE-93D0-74ED9B3BFF00}"/>
          </ac:spMkLst>
        </pc:spChg>
        <pc:spChg chg="add mod">
          <ac:chgData name="Zheng Fei" userId="d19317889db4c986" providerId="LiveId" clId="{0FB15DA0-5C26-374C-8681-31199B622A35}" dt="2022-12-09T06:23:49.921" v="1535" actId="1076"/>
          <ac:spMkLst>
            <pc:docMk/>
            <pc:sldMk cId="1018369862" sldId="397"/>
            <ac:spMk id="12" creationId="{291AD02D-E42F-BE12-1948-39CFBE69DDD2}"/>
          </ac:spMkLst>
        </pc:spChg>
        <pc:grpChg chg="del mod">
          <ac:chgData name="Zheng Fei" userId="d19317889db4c986" providerId="LiveId" clId="{0FB15DA0-5C26-374C-8681-31199B622A35}" dt="2022-12-09T06:20:09.963" v="1409" actId="165"/>
          <ac:grpSpMkLst>
            <pc:docMk/>
            <pc:sldMk cId="1018369862" sldId="397"/>
            <ac:grpSpMk id="5" creationId="{84A22BE9-2424-4956-8B71-4195E2A8033F}"/>
          </ac:grpSpMkLst>
        </pc:grpChg>
        <pc:picChg chg="del mod topLvl modCrop">
          <ac:chgData name="Zheng Fei" userId="d19317889db4c986" providerId="LiveId" clId="{0FB15DA0-5C26-374C-8681-31199B622A35}" dt="2022-12-09T06:23:27.752" v="1526" actId="478"/>
          <ac:picMkLst>
            <pc:docMk/>
            <pc:sldMk cId="1018369862" sldId="397"/>
            <ac:picMk id="3" creationId="{94685A9F-A719-4157-AFDE-15F8F438E7B8}"/>
          </ac:picMkLst>
        </pc:picChg>
        <pc:cxnChg chg="add mod">
          <ac:chgData name="Zheng Fei" userId="d19317889db4c986" providerId="LiveId" clId="{0FB15DA0-5C26-374C-8681-31199B622A35}" dt="2022-12-09T05:42:50.184" v="576"/>
          <ac:cxnSpMkLst>
            <pc:docMk/>
            <pc:sldMk cId="1018369862" sldId="397"/>
            <ac:cxnSpMk id="2" creationId="{5308F5AA-0621-0EF0-898D-BD5548BC98DA}"/>
          </ac:cxnSpMkLst>
        </pc:cxnChg>
      </pc:sldChg>
      <pc:sldMasterChg chg="delSp modSp mod modSldLayout">
        <pc:chgData name="Zheng Fei" userId="d19317889db4c986" providerId="LiveId" clId="{0FB15DA0-5C26-374C-8681-31199B622A35}" dt="2022-12-08T13:06:49.063" v="7" actId="478"/>
        <pc:sldMasterMkLst>
          <pc:docMk/>
          <pc:sldMasterMk cId="764794170" sldId="2147483662"/>
        </pc:sldMasterMkLst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2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3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4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5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6" creationId="{00000000-0000-0000-0000-000000000000}"/>
          </ac:spMkLst>
        </pc:spChg>
        <pc:picChg chg="del mod">
          <ac:chgData name="Zheng Fei" userId="d19317889db4c986" providerId="LiveId" clId="{0FB15DA0-5C26-374C-8681-31199B622A35}" dt="2022-12-08T13:06:49.063" v="7" actId="478"/>
          <ac:picMkLst>
            <pc:docMk/>
            <pc:sldMasterMk cId="764794170" sldId="2147483662"/>
            <ac:picMk id="7" creationId="{9B6BAFAD-A2B8-4313-A4B9-04C4A136A2E2}"/>
          </ac:picMkLst>
        </pc:picChg>
        <pc:picChg chg="del">
          <ac:chgData name="Zheng Fei" userId="d19317889db4c986" providerId="LiveId" clId="{0FB15DA0-5C26-374C-8681-31199B622A35}" dt="2022-12-08T13:06:34.942" v="3" actId="478"/>
          <ac:picMkLst>
            <pc:docMk/>
            <pc:sldMasterMk cId="764794170" sldId="2147483662"/>
            <ac:picMk id="8" creationId="{98C7A2E9-D8FC-46DD-8DB9-86E2E9CC635B}"/>
          </ac:picMkLst>
        </pc:picChg>
        <pc:sldLayoutChg chg="delSp modSp">
          <pc:chgData name="Zheng Fei" userId="d19317889db4c986" providerId="LiveId" clId="{0FB15DA0-5C26-374C-8681-31199B622A35}" dt="2022-12-08T13:06:44.140" v="5" actId="478"/>
          <pc:sldLayoutMkLst>
            <pc:docMk/>
            <pc:sldMasterMk cId="764794170" sldId="2147483662"/>
            <pc:sldLayoutMk cId="830854461" sldId="2147483674"/>
          </pc:sldLayoutMkLst>
          <pc:picChg chg="del mod">
            <ac:chgData name="Zheng Fei" userId="d19317889db4c986" providerId="LiveId" clId="{0FB15DA0-5C26-374C-8681-31199B622A35}" dt="2022-12-08T13:06:44.140" v="5" actId="478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</pc:docChg>
  </pc:docChgLst>
  <pc:docChgLst>
    <pc:chgData name="Fei Zheng" userId="d19317889db4c986" providerId="LiveId" clId="{32D2F1C2-F5D4-4241-9A17-3DF9023FAE02}"/>
    <pc:docChg chg="undo custSel addSld delSld modSld sldOrd">
      <pc:chgData name="Fei Zheng" userId="d19317889db4c986" providerId="LiveId" clId="{32D2F1C2-F5D4-4241-9A17-3DF9023FAE02}" dt="2023-03-01T12:17:14.815" v="3254" actId="20577"/>
      <pc:docMkLst>
        <pc:docMk/>
      </pc:docMkLst>
      <pc:sldChg chg="modSp add">
        <pc:chgData name="Fei Zheng" userId="d19317889db4c986" providerId="LiveId" clId="{32D2F1C2-F5D4-4241-9A17-3DF9023FAE02}" dt="2023-03-01T09:38:20.094" v="2895" actId="1076"/>
        <pc:sldMkLst>
          <pc:docMk/>
          <pc:sldMk cId="3952504978" sldId="349"/>
        </pc:sldMkLst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3" creationId="{A13046D6-8C50-BE45-811A-6AA1FD4A6CC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4" creationId="{48395587-44AF-FC4B-B2A9-D2220C80DA2E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5" creationId="{22050165-2A56-FB4E-9D51-664B17CF499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6" creationId="{7902E46F-CE50-B949-97D1-1D8395EF96D0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7" creationId="{7AD05E10-4A4C-7A40-BBA2-E40D0F8699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8" creationId="{77F2F523-F84D-CF46-B410-718A2B10925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2" creationId="{FD6F7C0F-EFAC-9942-812F-1FC751ED67F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6" creationId="{FEF3B40D-F6F0-FF48-A286-CAD207BF54E4}"/>
          </ac:spMkLst>
        </pc:spChg>
      </pc:sldChg>
      <pc:sldChg chg="ord">
        <pc:chgData name="Fei Zheng" userId="d19317889db4c986" providerId="LiveId" clId="{32D2F1C2-F5D4-4241-9A17-3DF9023FAE02}" dt="2023-03-01T09:52:20.270" v="2941" actId="20578"/>
        <pc:sldMkLst>
          <pc:docMk/>
          <pc:sldMk cId="3625832555" sldId="390"/>
        </pc:sldMkLst>
      </pc:sldChg>
      <pc:sldChg chg="addSp modSp mod modAnim">
        <pc:chgData name="Fei Zheng" userId="d19317889db4c986" providerId="LiveId" clId="{32D2F1C2-F5D4-4241-9A17-3DF9023FAE02}" dt="2023-03-01T09:50:04.688" v="2934" actId="1076"/>
        <pc:sldMkLst>
          <pc:docMk/>
          <pc:sldMk cId="3422799466" sldId="391"/>
        </pc:sldMkLst>
        <pc:spChg chg="add mod">
          <ac:chgData name="Fei Zheng" userId="d19317889db4c986" providerId="LiveId" clId="{32D2F1C2-F5D4-4241-9A17-3DF9023FAE02}" dt="2023-03-01T09:49:30.207" v="2930" actId="207"/>
          <ac:spMkLst>
            <pc:docMk/>
            <pc:sldMk cId="3422799466" sldId="391"/>
            <ac:spMk id="5" creationId="{B59C8B40-ACAD-DF9B-3A5C-567BCEDEF4C2}"/>
          </ac:spMkLst>
        </pc:spChg>
        <pc:spChg chg="add mod">
          <ac:chgData name="Fei Zheng" userId="d19317889db4c986" providerId="LiveId" clId="{32D2F1C2-F5D4-4241-9A17-3DF9023FAE02}" dt="2023-03-01T09:50:04.688" v="2934" actId="1076"/>
          <ac:spMkLst>
            <pc:docMk/>
            <pc:sldMk cId="3422799466" sldId="391"/>
            <ac:spMk id="6" creationId="{F2CBA11C-02E3-1248-4792-640278F2831A}"/>
          </ac:spMkLst>
        </pc:spChg>
      </pc:sldChg>
      <pc:sldChg chg="modSp">
        <pc:chgData name="Fei Zheng" userId="d19317889db4c986" providerId="LiveId" clId="{32D2F1C2-F5D4-4241-9A17-3DF9023FAE02}" dt="2023-03-01T09:51:10.648" v="2940" actId="207"/>
        <pc:sldMkLst>
          <pc:docMk/>
          <pc:sldMk cId="2735348982" sldId="393"/>
        </pc:sldMkLst>
        <pc:spChg chg="mod">
          <ac:chgData name="Fei Zheng" userId="d19317889db4c986" providerId="LiveId" clId="{32D2F1C2-F5D4-4241-9A17-3DF9023FAE02}" dt="2023-03-01T09:51:10.648" v="2940" actId="207"/>
          <ac:spMkLst>
            <pc:docMk/>
            <pc:sldMk cId="2735348982" sldId="393"/>
            <ac:spMk id="6" creationId="{8522911F-859C-2004-D28C-87D14CDF4983}"/>
          </ac:spMkLst>
        </pc:spChg>
      </pc:sldChg>
      <pc:sldChg chg="modSp add">
        <pc:chgData name="Fei Zheng" userId="d19317889db4c986" providerId="LiveId" clId="{32D2F1C2-F5D4-4241-9A17-3DF9023FAE02}" dt="2023-03-01T08:50:29.455" v="1453" actId="20577"/>
        <pc:sldMkLst>
          <pc:docMk/>
          <pc:sldMk cId="648539904" sldId="428"/>
        </pc:sldMkLst>
        <pc:spChg chg="mod">
          <ac:chgData name="Fei Zheng" userId="d19317889db4c986" providerId="LiveId" clId="{32D2F1C2-F5D4-4241-9A17-3DF9023FAE02}" dt="2023-03-01T08:50:29.455" v="1453" actId="20577"/>
          <ac:spMkLst>
            <pc:docMk/>
            <pc:sldMk cId="648539904" sldId="428"/>
            <ac:spMk id="4" creationId="{80252B59-50FE-47C9-53DC-5956F2801D0B}"/>
          </ac:spMkLst>
        </pc:sp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2283196572" sldId="431"/>
        </pc:sldMkLst>
      </pc:sldChg>
      <pc:sldChg chg="delSp modSp add del mod delAnim">
        <pc:chgData name="Fei Zheng" userId="d19317889db4c986" providerId="LiveId" clId="{32D2F1C2-F5D4-4241-9A17-3DF9023FAE02}" dt="2023-03-01T07:19:20.677" v="34" actId="2696"/>
        <pc:sldMkLst>
          <pc:docMk/>
          <pc:sldMk cId="1204855515" sldId="433"/>
        </pc:sldMkLst>
        <pc:spChg chg="mod">
          <ac:chgData name="Fei Zheng" userId="d19317889db4c986" providerId="LiveId" clId="{32D2F1C2-F5D4-4241-9A17-3DF9023FAE02}" dt="2023-03-01T07:17:19.240" v="24" actId="20577"/>
          <ac:spMkLst>
            <pc:docMk/>
            <pc:sldMk cId="1204855515" sldId="433"/>
            <ac:spMk id="3" creationId="{2DE4DA09-25B7-8720-14FB-1B4F29D8CC35}"/>
          </ac:spMkLst>
        </pc:spChg>
        <pc:spChg chg="del">
          <ac:chgData name="Fei Zheng" userId="d19317889db4c986" providerId="LiveId" clId="{32D2F1C2-F5D4-4241-9A17-3DF9023FAE02}" dt="2023-03-01T07:19:05.893" v="28" actId="21"/>
          <ac:spMkLst>
            <pc:docMk/>
            <pc:sldMk cId="1204855515" sldId="433"/>
            <ac:spMk id="11" creationId="{49F42F79-752C-08A6-9EAA-D0FE6F697E3E}"/>
          </ac:spMkLst>
        </pc:sp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4" creationId="{CFCADC41-ABF0-4C78-B133-1095E8B0E417}"/>
          </ac:picMkLst>
        </pc:pic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5" creationId="{C3040AC5-1851-462C-90D8-F0954E31D5C4}"/>
          </ac:picMkLst>
        </pc:picChg>
      </pc:sldChg>
      <pc:sldChg chg="addSp modSp add mod ord modAnim">
        <pc:chgData name="Fei Zheng" userId="d19317889db4c986" providerId="LiveId" clId="{32D2F1C2-F5D4-4241-9A17-3DF9023FAE02}" dt="2023-03-01T10:16:34.801" v="2960" actId="12788"/>
        <pc:sldMkLst>
          <pc:docMk/>
          <pc:sldMk cId="451588013" sldId="440"/>
        </pc:sldMkLst>
        <pc:spChg chg="mod">
          <ac:chgData name="Fei Zheng" userId="d19317889db4c986" providerId="LiveId" clId="{32D2F1C2-F5D4-4241-9A17-3DF9023FAE02}" dt="2023-03-01T10:16:34.801" v="2960" actId="12788"/>
          <ac:spMkLst>
            <pc:docMk/>
            <pc:sldMk cId="451588013" sldId="440"/>
            <ac:spMk id="2" creationId="{3227B9BE-1746-A0B0-5512-78CC1B444EA7}"/>
          </ac:spMkLst>
        </pc:spChg>
        <pc:spChg chg="add mod">
          <ac:chgData name="Fei Zheng" userId="d19317889db4c986" providerId="LiveId" clId="{32D2F1C2-F5D4-4241-9A17-3DF9023FAE02}" dt="2023-03-01T07:19:12.056" v="31" actId="20577"/>
          <ac:spMkLst>
            <pc:docMk/>
            <pc:sldMk cId="451588013" sldId="440"/>
            <ac:spMk id="6" creationId="{17917BF4-43D4-3582-99B2-36398CDB0D93}"/>
          </ac:spMkLst>
        </pc:spChg>
        <pc:spChg chg="mod">
          <ac:chgData name="Fei Zheng" userId="d19317889db4c986" providerId="LiveId" clId="{32D2F1C2-F5D4-4241-9A17-3DF9023FAE02}" dt="2023-03-01T08:52:44.047" v="1822" actId="20577"/>
          <ac:spMkLst>
            <pc:docMk/>
            <pc:sldMk cId="451588013" sldId="440"/>
            <ac:spMk id="14" creationId="{05655BFC-FF2B-8057-E935-C776AA9D4138}"/>
          </ac:spMkLst>
        </pc:spChg>
        <pc:picChg chg="add mod">
          <ac:chgData name="Fei Zheng" userId="d19317889db4c986" providerId="LiveId" clId="{32D2F1C2-F5D4-4241-9A17-3DF9023FAE02}" dt="2023-03-01T07:19:14.343" v="32" actId="1076"/>
          <ac:picMkLst>
            <pc:docMk/>
            <pc:sldMk cId="451588013" sldId="440"/>
            <ac:picMk id="3" creationId="{AD332DBB-D2C5-77E1-3226-4770461B98A2}"/>
          </ac:picMkLst>
        </pc:picChg>
        <pc:picChg chg="add mod">
          <ac:chgData name="Fei Zheng" userId="d19317889db4c986" providerId="LiveId" clId="{32D2F1C2-F5D4-4241-9A17-3DF9023FAE02}" dt="2023-03-01T07:19:17.884" v="33" actId="1076"/>
          <ac:picMkLst>
            <pc:docMk/>
            <pc:sldMk cId="451588013" sldId="440"/>
            <ac:picMk id="4" creationId="{61DE8ABA-F618-1CE3-1E48-28BA02E6A4FE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7" creationId="{F4412A78-9231-451A-9E51-123F51D10284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8" creationId="{601DCC3A-15B5-4BB6-AF6F-90DD7C7C9A81}"/>
          </ac:picMkLst>
        </pc:pic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3802030879" sldId="44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044105362" sldId="444"/>
        </pc:sldMkLst>
      </pc:sldChg>
      <pc:sldChg chg="del">
        <pc:chgData name="Fei Zheng" userId="d19317889db4c986" providerId="LiveId" clId="{32D2F1C2-F5D4-4241-9A17-3DF9023FAE02}" dt="2023-03-01T09:54:43.943" v="2944" actId="2696"/>
        <pc:sldMkLst>
          <pc:docMk/>
          <pc:sldMk cId="3752521652" sldId="179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287149240" sldId="1793"/>
        </pc:sldMkLst>
      </pc:sldChg>
      <pc:sldChg chg="add del ord">
        <pc:chgData name="Fei Zheng" userId="d19317889db4c986" providerId="LiveId" clId="{32D2F1C2-F5D4-4241-9A17-3DF9023FAE02}" dt="2023-03-01T09:54:43.943" v="2944" actId="2696"/>
        <pc:sldMkLst>
          <pc:docMk/>
          <pc:sldMk cId="3770543363" sldId="1803"/>
        </pc:sldMkLst>
      </pc:sldChg>
      <pc:sldChg chg="modSp add mod">
        <pc:chgData name="Fei Zheng" userId="d19317889db4c986" providerId="LiveId" clId="{32D2F1C2-F5D4-4241-9A17-3DF9023FAE02}" dt="2023-03-01T12:17:14.815" v="3254" actId="20577"/>
        <pc:sldMkLst>
          <pc:docMk/>
          <pc:sldMk cId="525504952" sldId="1804"/>
        </pc:sldMkLst>
        <pc:spChg chg="mod">
          <ac:chgData name="Fei Zheng" userId="d19317889db4c986" providerId="LiveId" clId="{32D2F1C2-F5D4-4241-9A17-3DF9023FAE02}" dt="2023-03-01T12:17:14.815" v="3254" actId="20577"/>
          <ac:spMkLst>
            <pc:docMk/>
            <pc:sldMk cId="525504952" sldId="1804"/>
            <ac:spMk id="5" creationId="{57E5EA90-DA27-64D5-4A79-DBF86E32DFAC}"/>
          </ac:spMkLst>
        </pc:spChg>
      </pc:sldChg>
      <pc:sldChg chg="addSp delSp modSp new del mod">
        <pc:chgData name="Fei Zheng" userId="d19317889db4c986" providerId="LiveId" clId="{32D2F1C2-F5D4-4241-9A17-3DF9023FAE02}" dt="2023-03-01T08:12:01.038" v="253" actId="2696"/>
        <pc:sldMkLst>
          <pc:docMk/>
          <pc:sldMk cId="555750785" sldId="1804"/>
        </pc:sldMkLst>
        <pc:spChg chg="del">
          <ac:chgData name="Fei Zheng" userId="d19317889db4c986" providerId="LiveId" clId="{32D2F1C2-F5D4-4241-9A17-3DF9023FAE02}" dt="2023-03-01T07:15:18.569" v="3" actId="478"/>
          <ac:spMkLst>
            <pc:docMk/>
            <pc:sldMk cId="555750785" sldId="1804"/>
            <ac:spMk id="2" creationId="{121F0751-9A4A-7A9B-05EC-2170AAE57AE8}"/>
          </ac:spMkLst>
        </pc:spChg>
        <pc:spChg chg="del">
          <ac:chgData name="Fei Zheng" userId="d19317889db4c986" providerId="LiveId" clId="{32D2F1C2-F5D4-4241-9A17-3DF9023FAE02}" dt="2023-03-01T07:15:19.983" v="4" actId="478"/>
          <ac:spMkLst>
            <pc:docMk/>
            <pc:sldMk cId="555750785" sldId="1804"/>
            <ac:spMk id="3" creationId="{2D6696BB-23F6-FE46-6CDF-83DD43E71F30}"/>
          </ac:spMkLst>
        </pc:spChg>
        <pc:spChg chg="add mod">
          <ac:chgData name="Fei Zheng" userId="d19317889db4c986" providerId="LiveId" clId="{32D2F1C2-F5D4-4241-9A17-3DF9023FAE02}" dt="2023-03-01T07:15:32.129" v="16" actId="12788"/>
          <ac:spMkLst>
            <pc:docMk/>
            <pc:sldMk cId="555750785" sldId="1804"/>
            <ac:spMk id="5" creationId="{57E5EA90-DA27-64D5-4A79-DBF86E32DFAC}"/>
          </ac:spMkLst>
        </pc:spChg>
        <pc:cxnChg chg="add mod">
          <ac:chgData name="Fei Zheng" userId="d19317889db4c986" providerId="LiveId" clId="{32D2F1C2-F5D4-4241-9A17-3DF9023FAE02}" dt="2023-03-01T07:15:16.063" v="2"/>
          <ac:cxnSpMkLst>
            <pc:docMk/>
            <pc:sldMk cId="555750785" sldId="1804"/>
            <ac:cxnSpMk id="4" creationId="{067EFB38-CE22-BA5C-779B-CF64DCA39D15}"/>
          </ac:cxnSpMkLst>
        </pc:cxnChg>
      </pc:sldChg>
      <pc:sldChg chg="addSp delSp modSp add mod modAnim">
        <pc:chgData name="Fei Zheng" userId="d19317889db4c986" providerId="LiveId" clId="{32D2F1C2-F5D4-4241-9A17-3DF9023FAE02}" dt="2023-03-01T10:17:09.727" v="2965"/>
        <pc:sldMkLst>
          <pc:docMk/>
          <pc:sldMk cId="400855652" sldId="1819"/>
        </pc:sldMkLst>
        <pc:spChg chg="del mod">
          <ac:chgData name="Fei Zheng" userId="d19317889db4c986" providerId="LiveId" clId="{32D2F1C2-F5D4-4241-9A17-3DF9023FAE02}" dt="2023-03-01T10:16:40.779" v="2961" actId="478"/>
          <ac:spMkLst>
            <pc:docMk/>
            <pc:sldMk cId="400855652" sldId="1819"/>
            <ac:spMk id="2" creationId="{6911C956-EA54-4DFC-2FE9-7F0BC6301FE3}"/>
          </ac:spMkLst>
        </pc:spChg>
        <pc:spChg chg="add mod">
          <ac:chgData name="Fei Zheng" userId="d19317889db4c986" providerId="LiveId" clId="{32D2F1C2-F5D4-4241-9A17-3DF9023FAE02}" dt="2023-03-01T10:16:41.317" v="2962"/>
          <ac:spMkLst>
            <pc:docMk/>
            <pc:sldMk cId="400855652" sldId="1819"/>
            <ac:spMk id="5" creationId="{A6E74311-5974-198C-ABBB-B226CE0208C0}"/>
          </ac:spMkLst>
        </pc:spChg>
      </pc:sldChg>
      <pc:sldChg chg="addSp delSp modSp new del mod">
        <pc:chgData name="Fei Zheng" userId="d19317889db4c986" providerId="LiveId" clId="{32D2F1C2-F5D4-4241-9A17-3DF9023FAE02}" dt="2023-03-01T08:14:25.679" v="865" actId="2696"/>
        <pc:sldMkLst>
          <pc:docMk/>
          <pc:sldMk cId="4078508792" sldId="1820"/>
        </pc:sldMkLst>
        <pc:spChg chg="mod">
          <ac:chgData name="Fei Zheng" userId="d19317889db4c986" providerId="LiveId" clId="{32D2F1C2-F5D4-4241-9A17-3DF9023FAE02}" dt="2023-03-01T08:13:18.873" v="575" actId="21"/>
          <ac:spMkLst>
            <pc:docMk/>
            <pc:sldMk cId="4078508792" sldId="1820"/>
            <ac:spMk id="3" creationId="{BFE00C64-F6C4-98DB-3C9C-4B07E6DCF78F}"/>
          </ac:spMkLst>
        </pc:spChg>
        <pc:spChg chg="add del mod">
          <ac:chgData name="Fei Zheng" userId="d19317889db4c986" providerId="LiveId" clId="{32D2F1C2-F5D4-4241-9A17-3DF9023FAE02}" dt="2023-03-01T08:13:43.917" v="673"/>
          <ac:spMkLst>
            <pc:docMk/>
            <pc:sldMk cId="4078508792" sldId="1820"/>
            <ac:spMk id="4" creationId="{60B9E4F6-48B5-DB62-F2F7-AB0963EE82C4}"/>
          </ac:spMkLst>
        </pc:spChg>
        <pc:spChg chg="add del mod">
          <ac:chgData name="Fei Zheng" userId="d19317889db4c986" providerId="LiveId" clId="{32D2F1C2-F5D4-4241-9A17-3DF9023FAE02}" dt="2023-03-01T08:13:44.010" v="687"/>
          <ac:spMkLst>
            <pc:docMk/>
            <pc:sldMk cId="4078508792" sldId="1820"/>
            <ac:spMk id="5" creationId="{1639B5D9-5AD4-3274-EAE2-911A0F5EAE13}"/>
          </ac:spMkLst>
        </pc:spChg>
      </pc:sldChg>
      <pc:sldChg chg="modSp new del mod">
        <pc:chgData name="Fei Zheng" userId="d19317889db4c986" providerId="LiveId" clId="{32D2F1C2-F5D4-4241-9A17-3DF9023FAE02}" dt="2023-03-01T08:16:31.004" v="1444" actId="2696"/>
        <pc:sldMkLst>
          <pc:docMk/>
          <pc:sldMk cId="715463184" sldId="1821"/>
        </pc:sldMkLst>
        <pc:spChg chg="mod">
          <ac:chgData name="Fei Zheng" userId="d19317889db4c986" providerId="LiveId" clId="{32D2F1C2-F5D4-4241-9A17-3DF9023FAE02}" dt="2023-03-01T08:15:28.354" v="1271" actId="21"/>
          <ac:spMkLst>
            <pc:docMk/>
            <pc:sldMk cId="715463184" sldId="1821"/>
            <ac:spMk id="3" creationId="{0EC8F3DC-B379-E59D-AA3C-1FE99B90406E}"/>
          </ac:spMkLst>
        </pc:spChg>
      </pc:sldChg>
      <pc:sldChg chg="new del">
        <pc:chgData name="Fei Zheng" userId="d19317889db4c986" providerId="LiveId" clId="{32D2F1C2-F5D4-4241-9A17-3DF9023FAE02}" dt="2023-03-01T08:11:01.932" v="251" actId="2696"/>
        <pc:sldMkLst>
          <pc:docMk/>
          <pc:sldMk cId="1324826962" sldId="1822"/>
        </pc:sldMkLst>
      </pc:sldChg>
      <pc:sldChg chg="addSp delSp modSp add mod replTag">
        <pc:chgData name="Fei Zheng" userId="d19317889db4c986" providerId="LiveId" clId="{32D2F1C2-F5D4-4241-9A17-3DF9023FAE02}" dt="2023-03-01T08:50:32.932" v="1458"/>
        <pc:sldMkLst>
          <pc:docMk/>
          <pc:sldMk cId="1339304420" sldId="1822"/>
        </pc:sldMkLst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2" creationId="{17109A6C-67C4-E1D2-CB4E-F4F9E4A06FD3}"/>
          </ac:spMkLst>
        </pc:spChg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3" creationId="{F5D3CF71-E509-96B8-8412-06430865415C}"/>
          </ac:spMkLst>
        </pc:spChg>
        <pc:spChg chg="add mod replST">
          <ac:chgData name="Fei Zheng" userId="d19317889db4c986" providerId="LiveId" clId="{32D2F1C2-F5D4-4241-9A17-3DF9023FAE02}" dt="2023-03-01T08:50:32.932" v="1457"/>
          <ac:spMkLst>
            <pc:docMk/>
            <pc:sldMk cId="1339304420" sldId="1822"/>
            <ac:spMk id="6" creationId="{A774AD96-288F-F65B-3A8E-802178F8002B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7" creationId="{088C2D64-8DFC-EC14-C0C5-08E2270F0D17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8" creationId="{D0200667-5A57-1F52-04D2-F46D72340410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9" creationId="{987A4B3D-C408-3B87-5559-94B129EA5F27}"/>
          </ac:spMkLst>
        </pc:spChg>
        <pc:spChg chg="add mod replST">
          <ac:chgData name="Fei Zheng" userId="d19317889db4c986" providerId="LiveId" clId="{32D2F1C2-F5D4-4241-9A17-3DF9023FAE02}" dt="2023-03-01T08:13:14.078" v="568"/>
          <ac:spMkLst>
            <pc:docMk/>
            <pc:sldMk cId="1339304420" sldId="1822"/>
            <ac:spMk id="11" creationId="{EA74CD64-CEE5-0ED6-1654-D6C2CD5E40C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2" creationId="{CABB62ED-020F-C1D7-E1D2-A1A89876B4B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3" creationId="{88B47B88-8938-2F86-F030-76F2A0C2EFC6}"/>
          </ac:spMkLst>
        </pc:spChg>
        <pc:spChg chg="add mod replST">
          <ac:chgData name="Fei Zheng" userId="d19317889db4c986" providerId="LiveId" clId="{32D2F1C2-F5D4-4241-9A17-3DF9023FAE02}" dt="2023-03-01T08:14:09.776" v="802" actId="1035"/>
          <ac:spMkLst>
            <pc:docMk/>
            <pc:sldMk cId="1339304420" sldId="1822"/>
            <ac:spMk id="14" creationId="{789459AA-E83C-412A-8621-C276DA35BD27}"/>
          </ac:spMkLst>
        </pc:spChg>
        <pc:spChg chg="add del mod replST">
          <ac:chgData name="Fei Zheng" userId="d19317889db4c986" providerId="LiveId" clId="{32D2F1C2-F5D4-4241-9A17-3DF9023FAE02}" dt="2023-03-01T08:13:39.137" v="653" actId="478"/>
          <ac:spMkLst>
            <pc:docMk/>
            <pc:sldMk cId="1339304420" sldId="1822"/>
            <ac:spMk id="15" creationId="{D2EC67A3-FD6D-49CE-6DE7-5EE79A5A9749}"/>
          </ac:spMkLst>
        </pc:spChg>
        <pc:spChg chg="add mod replST">
          <ac:chgData name="Fei Zheng" userId="d19317889db4c986" providerId="LiveId" clId="{32D2F1C2-F5D4-4241-9A17-3DF9023FAE02}" dt="2023-03-01T08:50:32.929" v="1454" actId="20577"/>
          <ac:spMkLst>
            <pc:docMk/>
            <pc:sldMk cId="1339304420" sldId="1822"/>
            <ac:spMk id="16" creationId="{8FCC20F6-236D-3A5C-0961-027797969D07}"/>
          </ac:spMkLst>
        </pc:spChg>
        <pc:spChg chg="add mod replST">
          <ac:chgData name="Fei Zheng" userId="d19317889db4c986" providerId="LiveId" clId="{32D2F1C2-F5D4-4241-9A17-3DF9023FAE02}" dt="2023-03-01T08:50:32.930" v="1455" actId="20577"/>
          <ac:spMkLst>
            <pc:docMk/>
            <pc:sldMk cId="1339304420" sldId="1822"/>
            <ac:spMk id="17" creationId="{98CB64CB-04F6-64C7-3B70-1DE699B949E1}"/>
          </ac:spMkLst>
        </pc:spChg>
        <pc:spChg chg="add mod replST">
          <ac:chgData name="Fei Zheng" userId="d19317889db4c986" providerId="LiveId" clId="{32D2F1C2-F5D4-4241-9A17-3DF9023FAE02}" dt="2023-03-01T08:50:32.931" v="1456" actId="20577"/>
          <ac:spMkLst>
            <pc:docMk/>
            <pc:sldMk cId="1339304420" sldId="1822"/>
            <ac:spMk id="18" creationId="{35CFD8A4-4D1F-B4C9-5CF1-3712525650DB}"/>
          </ac:spMkLst>
        </pc:spChg>
        <pc:spChg chg="add del mod replST">
          <ac:chgData name="Fei Zheng" userId="d19317889db4c986" providerId="LiveId" clId="{32D2F1C2-F5D4-4241-9A17-3DF9023FAE02}" dt="2023-03-01T08:13:43.654" v="666" actId="478"/>
          <ac:spMkLst>
            <pc:docMk/>
            <pc:sldMk cId="1339304420" sldId="1822"/>
            <ac:spMk id="19" creationId="{627E9376-D736-20C4-558B-57963CA5B692}"/>
          </ac:spMkLst>
        </pc:spChg>
        <pc:spChg chg="add mod replST">
          <ac:chgData name="Fei Zheng" userId="d19317889db4c986" providerId="LiveId" clId="{32D2F1C2-F5D4-4241-9A17-3DF9023FAE02}" dt="2023-03-01T08:12:55.690" v="506"/>
          <ac:spMkLst>
            <pc:docMk/>
            <pc:sldMk cId="1339304420" sldId="1822"/>
            <ac:spMk id="20" creationId="{90AB2948-FAA9-800A-4DA7-A1C25F85A6EA}"/>
          </ac:spMkLst>
        </pc:spChg>
        <pc:spChg chg="add del mod replST">
          <ac:chgData name="Fei Zheng" userId="d19317889db4c986" providerId="LiveId" clId="{32D2F1C2-F5D4-4241-9A17-3DF9023FAE02}" dt="2023-03-01T08:14:17.943" v="834"/>
          <ac:spMkLst>
            <pc:docMk/>
            <pc:sldMk cId="1339304420" sldId="1822"/>
            <ac:spMk id="21" creationId="{4630CED9-79CD-C057-1ABA-0BA17E24822A}"/>
          </ac:spMkLst>
        </pc:spChg>
        <pc:grpChg chg="add mod replST">
          <ac:chgData name="Fei Zheng" userId="d19317889db4c986" providerId="LiveId" clId="{32D2F1C2-F5D4-4241-9A17-3DF9023FAE02}" dt="2023-03-01T08:12:55.602" v="315"/>
          <ac:grpSpMkLst>
            <pc:docMk/>
            <pc:sldMk cId="1339304420" sldId="1822"/>
            <ac:grpSpMk id="10" creationId="{D0722C4C-625D-5D2E-8C68-363F60C3A171}"/>
          </ac:grpSpMkLst>
        </pc:grpChg>
        <pc:picChg chg="add mod replST">
          <ac:chgData name="Fei Zheng" userId="d19317889db4c986" providerId="LiveId" clId="{32D2F1C2-F5D4-4241-9A17-3DF9023FAE02}" dt="2023-03-01T08:50:32.932" v="1458"/>
          <ac:picMkLst>
            <pc:docMk/>
            <pc:sldMk cId="1339304420" sldId="1822"/>
            <ac:picMk id="5" creationId="{28C58307-12E3-3DB8-8C80-359D362C7684}"/>
          </ac:picMkLst>
        </pc:picChg>
      </pc:sldChg>
      <pc:sldChg chg="addSp delSp modSp add mod replTag">
        <pc:chgData name="Fei Zheng" userId="d19317889db4c986" providerId="LiveId" clId="{32D2F1C2-F5D4-4241-9A17-3DF9023FAE02}" dt="2023-03-01T08:50:36.335" v="1464"/>
        <pc:sldMkLst>
          <pc:docMk/>
          <pc:sldMk cId="344364597" sldId="1823"/>
        </pc:sldMkLst>
        <pc:spChg chg="add mod replST">
          <ac:chgData name="Fei Zheng" userId="d19317889db4c986" providerId="LiveId" clId="{32D2F1C2-F5D4-4241-9A17-3DF9023FAE02}" dt="2023-03-01T08:50:36.335" v="1463"/>
          <ac:spMkLst>
            <pc:docMk/>
            <pc:sldMk cId="344364597" sldId="1823"/>
            <ac:spMk id="4" creationId="{938D380B-1A7E-03D3-EDB7-596ACC516E2B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5" creationId="{A0B6940A-17E6-EFC3-0F07-FBE9BD504D8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6" creationId="{FD9A2A58-57CC-2034-DEF5-A442839249B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7" creationId="{053C6611-8A10-3B08-E0FB-05C429CB44CD}"/>
          </ac:spMkLst>
        </pc:spChg>
        <pc:spChg chg="add mod replST">
          <ac:chgData name="Fei Zheng" userId="d19317889db4c986" providerId="LiveId" clId="{32D2F1C2-F5D4-4241-9A17-3DF9023FAE02}" dt="2023-03-01T08:15:03.681" v="1186" actId="113"/>
          <ac:spMkLst>
            <pc:docMk/>
            <pc:sldMk cId="344364597" sldId="1823"/>
            <ac:spMk id="9" creationId="{E9695446-74BF-23D0-4F52-6F5D1357A3A5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0" creationId="{135F6BF7-1DD1-E0D0-8437-AB21EB92433E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1" creationId="{11C9F254-3349-FC3C-84A0-4D288D264C14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2" creationId="{F157AF2F-3127-6693-0AF4-4D82DABDCD66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3" creationId="{F9BE4790-058A-A2AD-2B67-7BB5229FCF10}"/>
          </ac:spMkLst>
        </pc:spChg>
        <pc:spChg chg="add mod replST">
          <ac:chgData name="Fei Zheng" userId="d19317889db4c986" providerId="LiveId" clId="{32D2F1C2-F5D4-4241-9A17-3DF9023FAE02}" dt="2023-03-01T08:50:36.330" v="1459" actId="20577"/>
          <ac:spMkLst>
            <pc:docMk/>
            <pc:sldMk cId="344364597" sldId="1823"/>
            <ac:spMk id="14" creationId="{BE342F1B-C215-FEAA-32BD-3DEE405FDCAC}"/>
          </ac:spMkLst>
        </pc:spChg>
        <pc:spChg chg="add mod replST">
          <ac:chgData name="Fei Zheng" userId="d19317889db4c986" providerId="LiveId" clId="{32D2F1C2-F5D4-4241-9A17-3DF9023FAE02}" dt="2023-03-01T08:50:36.331" v="1460" actId="20577"/>
          <ac:spMkLst>
            <pc:docMk/>
            <pc:sldMk cId="344364597" sldId="1823"/>
            <ac:spMk id="15" creationId="{0D3C7D0F-CF9B-8125-2D10-B42647A76304}"/>
          </ac:spMkLst>
        </pc:spChg>
        <pc:spChg chg="add mod replST">
          <ac:chgData name="Fei Zheng" userId="d19317889db4c986" providerId="LiveId" clId="{32D2F1C2-F5D4-4241-9A17-3DF9023FAE02}" dt="2023-03-01T08:50:36.332" v="1461" actId="20577"/>
          <ac:spMkLst>
            <pc:docMk/>
            <pc:sldMk cId="344364597" sldId="1823"/>
            <ac:spMk id="16" creationId="{89FDCD1C-A954-B551-2BC3-B1F35A33A799}"/>
          </ac:spMkLst>
        </pc:spChg>
        <pc:spChg chg="add mod replST">
          <ac:chgData name="Fei Zheng" userId="d19317889db4c986" providerId="LiveId" clId="{32D2F1C2-F5D4-4241-9A17-3DF9023FAE02}" dt="2023-03-01T08:50:36.333" v="1462" actId="20577"/>
          <ac:spMkLst>
            <pc:docMk/>
            <pc:sldMk cId="344364597" sldId="1823"/>
            <ac:spMk id="17" creationId="{47182577-7EFC-410C-EF6C-948392D09B79}"/>
          </ac:spMkLst>
        </pc:spChg>
        <pc:spChg chg="add mod replST">
          <ac:chgData name="Fei Zheng" userId="d19317889db4c986" providerId="LiveId" clId="{32D2F1C2-F5D4-4241-9A17-3DF9023FAE02}" dt="2023-03-01T08:14:36.338" v="1121"/>
          <ac:spMkLst>
            <pc:docMk/>
            <pc:sldMk cId="344364597" sldId="1823"/>
            <ac:spMk id="18" creationId="{1926427A-F002-73CA-D6D9-B119F50F95B9}"/>
          </ac:spMkLst>
        </pc:spChg>
        <pc:spChg chg="add del mod replST">
          <ac:chgData name="Fei Zheng" userId="d19317889db4c986" providerId="LiveId" clId="{32D2F1C2-F5D4-4241-9A17-3DF9023FAE02}" dt="2023-03-01T08:16:21.117" v="1425"/>
          <ac:spMkLst>
            <pc:docMk/>
            <pc:sldMk cId="344364597" sldId="1823"/>
            <ac:spMk id="19" creationId="{517DC8F9-A444-E5AA-3A74-00DE57C89FAA}"/>
          </ac:spMkLst>
        </pc:spChg>
        <pc:grpChg chg="add mod replST">
          <ac:chgData name="Fei Zheng" userId="d19317889db4c986" providerId="LiveId" clId="{32D2F1C2-F5D4-4241-9A17-3DF9023FAE02}" dt="2023-03-01T08:14:36.269" v="930"/>
          <ac:grpSpMkLst>
            <pc:docMk/>
            <pc:sldMk cId="344364597" sldId="1823"/>
            <ac:grpSpMk id="8" creationId="{46C4E2EF-F719-DC9A-F147-11146C889587}"/>
          </ac:grpSpMkLst>
        </pc:grpChg>
        <pc:picChg chg="add mod replST">
          <ac:chgData name="Fei Zheng" userId="d19317889db4c986" providerId="LiveId" clId="{32D2F1C2-F5D4-4241-9A17-3DF9023FAE02}" dt="2023-03-01T08:50:36.335" v="1464"/>
          <ac:picMkLst>
            <pc:docMk/>
            <pc:sldMk cId="344364597" sldId="1823"/>
            <ac:picMk id="3" creationId="{6C7B22D6-77F9-0681-AE5B-3F1550535DB7}"/>
          </ac:picMkLst>
        </pc:picChg>
      </pc:sldChg>
      <pc:sldChg chg="addSp delSp modSp add mod replTag">
        <pc:chgData name="Fei Zheng" userId="d19317889db4c986" providerId="LiveId" clId="{32D2F1C2-F5D4-4241-9A17-3DF9023FAE02}" dt="2023-03-01T08:58:11.355" v="1936"/>
        <pc:sldMkLst>
          <pc:docMk/>
          <pc:sldMk cId="4176483858" sldId="1824"/>
        </pc:sldMkLst>
        <pc:spChg chg="add mod replST">
          <ac:chgData name="Fei Zheng" userId="d19317889db4c986" providerId="LiveId" clId="{32D2F1C2-F5D4-4241-9A17-3DF9023FAE02}" dt="2023-03-01T08:58:11.355" v="1935"/>
          <ac:spMkLst>
            <pc:docMk/>
            <pc:sldMk cId="4176483858" sldId="1824"/>
            <ac:spMk id="4" creationId="{332B278F-7A44-9BEF-E5A4-52CE51E563D1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5" creationId="{408FE899-2F4B-6305-CC2B-A7BFBCD29438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6" creationId="{024B2701-CD0A-EAC8-2020-04B509D74047}"/>
          </ac:spMkLst>
        </pc:spChg>
        <pc:spChg chg="add mod replST">
          <ac:chgData name="Fei Zheng" userId="d19317889db4c986" providerId="LiveId" clId="{32D2F1C2-F5D4-4241-9A17-3DF9023FAE02}" dt="2023-03-01T08:51:39.517" v="1785" actId="20577"/>
          <ac:spMkLst>
            <pc:docMk/>
            <pc:sldMk cId="4176483858" sldId="1824"/>
            <ac:spMk id="7" creationId="{A29B65ED-E71C-86FE-7C01-89FC7C1239F6}"/>
          </ac:spMkLst>
        </pc:spChg>
        <pc:spChg chg="add mod replST">
          <ac:chgData name="Fei Zheng" userId="d19317889db4c986" providerId="LiveId" clId="{32D2F1C2-F5D4-4241-9A17-3DF9023FAE02}" dt="2023-03-01T08:52:24.449" v="1808" actId="1076"/>
          <ac:spMkLst>
            <pc:docMk/>
            <pc:sldMk cId="4176483858" sldId="1824"/>
            <ac:spMk id="9" creationId="{8F602681-7293-3868-BA9B-AED1E1D0A117}"/>
          </ac:spMkLst>
        </pc:spChg>
        <pc:spChg chg="add mod replST">
          <ac:chgData name="Fei Zheng" userId="d19317889db4c986" providerId="LiveId" clId="{32D2F1C2-F5D4-4241-9A17-3DF9023FAE02}" dt="2023-03-01T08:50:45.260" v="1563"/>
          <ac:spMkLst>
            <pc:docMk/>
            <pc:sldMk cId="4176483858" sldId="1824"/>
            <ac:spMk id="10" creationId="{0CE42914-B1F4-0C14-CD1B-C3AEB0D88B6C}"/>
          </ac:spMkLst>
        </pc:spChg>
        <pc:spChg chg="add del mod replST">
          <ac:chgData name="Fei Zheng" userId="d19317889db4c986" providerId="LiveId" clId="{32D2F1C2-F5D4-4241-9A17-3DF9023FAE02}" dt="2023-03-01T08:52:01.897" v="1791"/>
          <ac:spMkLst>
            <pc:docMk/>
            <pc:sldMk cId="4176483858" sldId="1824"/>
            <ac:spMk id="11" creationId="{8DE1C668-6389-8529-3FBC-885A6E8FAEC8}"/>
          </ac:spMkLst>
        </pc:spChg>
        <pc:grpChg chg="add mod replST">
          <ac:chgData name="Fei Zheng" userId="d19317889db4c986" providerId="LiveId" clId="{32D2F1C2-F5D4-4241-9A17-3DF9023FAE02}" dt="2023-03-01T08:50:45.241" v="1524"/>
          <ac:grpSpMkLst>
            <pc:docMk/>
            <pc:sldMk cId="4176483858" sldId="1824"/>
            <ac:grpSpMk id="8" creationId="{7C98CC92-83F6-98F6-6684-E6DD55CB91E7}"/>
          </ac:grpSpMkLst>
        </pc:grpChg>
        <pc:picChg chg="add mod replST">
          <ac:chgData name="Fei Zheng" userId="d19317889db4c986" providerId="LiveId" clId="{32D2F1C2-F5D4-4241-9A17-3DF9023FAE02}" dt="2023-03-01T08:58:11.355" v="1936"/>
          <ac:picMkLst>
            <pc:docMk/>
            <pc:sldMk cId="4176483858" sldId="1824"/>
            <ac:picMk id="3" creationId="{C8648556-6986-1EFF-BDA6-AA3F47221E6F}"/>
          </ac:picMkLst>
        </pc:picChg>
      </pc:sldChg>
      <pc:sldChg chg="addSp delSp modSp add mod replTag">
        <pc:chgData name="Fei Zheng" userId="d19317889db4c986" providerId="LiveId" clId="{32D2F1C2-F5D4-4241-9A17-3DF9023FAE02}" dt="2023-03-01T10:16:49.899" v="2964"/>
        <pc:sldMkLst>
          <pc:docMk/>
          <pc:sldMk cId="2079559613" sldId="1825"/>
        </pc:sldMkLst>
        <pc:spChg chg="add mod replST">
          <ac:chgData name="Fei Zheng" userId="d19317889db4c986" providerId="LiveId" clId="{32D2F1C2-F5D4-4241-9A17-3DF9023FAE02}" dt="2023-03-01T10:16:49.898" v="2963"/>
          <ac:spMkLst>
            <pc:docMk/>
            <pc:sldMk cId="2079559613" sldId="1825"/>
            <ac:spMk id="4" creationId="{8D57A4CF-BD1C-1B3B-1996-977462E9911D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5" creationId="{6C34B09A-09A4-AFBB-3280-0B847970A2A5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6" creationId="{D5F7BDE3-876C-0BC7-2792-41C407131A13}"/>
          </ac:spMkLst>
        </pc:spChg>
        <pc:spChg chg="add mod replST">
          <ac:chgData name="Fei Zheng" userId="d19317889db4c986" providerId="LiveId" clId="{32D2F1C2-F5D4-4241-9A17-3DF9023FAE02}" dt="2023-03-01T08:56:14.132" v="1901" actId="20577"/>
          <ac:spMkLst>
            <pc:docMk/>
            <pc:sldMk cId="2079559613" sldId="1825"/>
            <ac:spMk id="7" creationId="{F2EAB79F-5B4A-3E64-18DB-77FD5F155246}"/>
          </ac:spMkLst>
        </pc:spChg>
        <pc:spChg chg="add mod replST">
          <ac:chgData name="Fei Zheng" userId="d19317889db4c986" providerId="LiveId" clId="{32D2F1C2-F5D4-4241-9A17-3DF9023FAE02}" dt="2023-03-01T08:56:46.641" v="1911" actId="20577"/>
          <ac:spMkLst>
            <pc:docMk/>
            <pc:sldMk cId="2079559613" sldId="1825"/>
            <ac:spMk id="9" creationId="{4E223AF7-5711-040E-AC63-9B320F73981C}"/>
          </ac:spMkLst>
        </pc:spChg>
        <pc:spChg chg="add mod replST">
          <ac:chgData name="Fei Zheng" userId="d19317889db4c986" providerId="LiveId" clId="{32D2F1C2-F5D4-4241-9A17-3DF9023FAE02}" dt="2023-03-01T08:51:20.781" v="1723"/>
          <ac:spMkLst>
            <pc:docMk/>
            <pc:sldMk cId="2079559613" sldId="1825"/>
            <ac:spMk id="10" creationId="{3A3F5037-D80A-9620-3B0B-7710852106F1}"/>
          </ac:spMkLst>
        </pc:spChg>
        <pc:spChg chg="add del mod replST">
          <ac:chgData name="Fei Zheng" userId="d19317889db4c986" providerId="LiveId" clId="{32D2F1C2-F5D4-4241-9A17-3DF9023FAE02}" dt="2023-03-01T08:57:59.461" v="1932"/>
          <ac:spMkLst>
            <pc:docMk/>
            <pc:sldMk cId="2079559613" sldId="1825"/>
            <ac:spMk id="11" creationId="{BB44473D-5214-780D-6355-E7A09ABEE35A}"/>
          </ac:spMkLst>
        </pc:spChg>
        <pc:grpChg chg="add mod replST">
          <ac:chgData name="Fei Zheng" userId="d19317889db4c986" providerId="LiveId" clId="{32D2F1C2-F5D4-4241-9A17-3DF9023FAE02}" dt="2023-03-01T08:51:20.761" v="1684"/>
          <ac:grpSpMkLst>
            <pc:docMk/>
            <pc:sldMk cId="2079559613" sldId="1825"/>
            <ac:grpSpMk id="8" creationId="{5F177A00-D62C-E816-7A89-8638ABEC679E}"/>
          </ac:grpSpMkLst>
        </pc:grpChg>
        <pc:picChg chg="add mod replST">
          <ac:chgData name="Fei Zheng" userId="d19317889db4c986" providerId="LiveId" clId="{32D2F1C2-F5D4-4241-9A17-3DF9023FAE02}" dt="2023-03-01T10:16:49.899" v="2964"/>
          <ac:picMkLst>
            <pc:docMk/>
            <pc:sldMk cId="2079559613" sldId="1825"/>
            <ac:picMk id="3" creationId="{F54A65F7-FE21-738A-083E-05BB2B87C303}"/>
          </ac:picMkLst>
        </pc:picChg>
      </pc:sldChg>
      <pc:sldChg chg="addSp delSp modSp new mod delAnim modAnim">
        <pc:chgData name="Fei Zheng" userId="d19317889db4c986" providerId="LiveId" clId="{32D2F1C2-F5D4-4241-9A17-3DF9023FAE02}" dt="2023-03-01T10:23:30.789" v="2987" actId="14100"/>
        <pc:sldMkLst>
          <pc:docMk/>
          <pc:sldMk cId="2649308215" sldId="1826"/>
        </pc:sldMkLst>
        <pc:spChg chg="add mod">
          <ac:chgData name="Fei Zheng" userId="d19317889db4c986" providerId="LiveId" clId="{32D2F1C2-F5D4-4241-9A17-3DF9023FAE02}" dt="2023-03-01T09:31:08.982" v="2802" actId="1076"/>
          <ac:spMkLst>
            <pc:docMk/>
            <pc:sldMk cId="2649308215" sldId="1826"/>
            <ac:spMk id="3" creationId="{478DB9F8-BADA-147A-802A-9B3C00903501}"/>
          </ac:spMkLst>
        </pc:spChg>
        <pc:spChg chg="add mod">
          <ac:chgData name="Fei Zheng" userId="d19317889db4c986" providerId="LiveId" clId="{32D2F1C2-F5D4-4241-9A17-3DF9023FAE02}" dt="2023-03-01T10:21:33.806" v="2970" actId="20577"/>
          <ac:spMkLst>
            <pc:docMk/>
            <pc:sldMk cId="2649308215" sldId="1826"/>
            <ac:spMk id="4" creationId="{66204DCA-E8AA-BE1F-EAF2-E9F9AE9A5C90}"/>
          </ac:spMkLst>
        </pc:spChg>
        <pc:spChg chg="add mod">
          <ac:chgData name="Fei Zheng" userId="d19317889db4c986" providerId="LiveId" clId="{32D2F1C2-F5D4-4241-9A17-3DF9023FAE02}" dt="2023-03-01T09:23:18.860" v="2748" actId="14100"/>
          <ac:spMkLst>
            <pc:docMk/>
            <pc:sldMk cId="2649308215" sldId="1826"/>
            <ac:spMk id="5" creationId="{34E3F37D-EF29-4483-9C37-98BCC4306109}"/>
          </ac:spMkLst>
        </pc:spChg>
        <pc:spChg chg="add mod">
          <ac:chgData name="Fei Zheng" userId="d19317889db4c986" providerId="LiveId" clId="{32D2F1C2-F5D4-4241-9A17-3DF9023FAE02}" dt="2023-03-01T09:23:28.333" v="2751" actId="14100"/>
          <ac:spMkLst>
            <pc:docMk/>
            <pc:sldMk cId="2649308215" sldId="1826"/>
            <ac:spMk id="6" creationId="{7EBDD900-B7AE-9E20-55C4-920667EEC8C1}"/>
          </ac:spMkLst>
        </pc:spChg>
        <pc:spChg chg="add mod">
          <ac:chgData name="Fei Zheng" userId="d19317889db4c986" providerId="LiveId" clId="{32D2F1C2-F5D4-4241-9A17-3DF9023FAE02}" dt="2023-03-01T09:24:07.549" v="2760" actId="14100"/>
          <ac:spMkLst>
            <pc:docMk/>
            <pc:sldMk cId="2649308215" sldId="1826"/>
            <ac:spMk id="7" creationId="{584D4221-7A9D-3D11-50E8-B302BCE34903}"/>
          </ac:spMkLst>
        </pc:spChg>
        <pc:spChg chg="add mod">
          <ac:chgData name="Fei Zheng" userId="d19317889db4c986" providerId="LiveId" clId="{32D2F1C2-F5D4-4241-9A17-3DF9023FAE02}" dt="2023-03-01T09:25:23.412" v="2763" actId="14100"/>
          <ac:spMkLst>
            <pc:docMk/>
            <pc:sldMk cId="2649308215" sldId="1826"/>
            <ac:spMk id="8" creationId="{19D2C9ED-C1D8-875E-586B-EAD67625C687}"/>
          </ac:spMkLst>
        </pc:spChg>
        <pc:spChg chg="add mod">
          <ac:chgData name="Fei Zheng" userId="d19317889db4c986" providerId="LiveId" clId="{32D2F1C2-F5D4-4241-9A17-3DF9023FAE02}" dt="2023-03-01T10:23:30.789" v="2987" actId="14100"/>
          <ac:spMkLst>
            <pc:docMk/>
            <pc:sldMk cId="2649308215" sldId="1826"/>
            <ac:spMk id="9" creationId="{008290FF-D4EF-6C8E-4D92-8B9AF79C9AA8}"/>
          </ac:spMkLst>
        </pc:spChg>
        <pc:spChg chg="add mod">
          <ac:chgData name="Fei Zheng" userId="d19317889db4c986" providerId="LiveId" clId="{32D2F1C2-F5D4-4241-9A17-3DF9023FAE02}" dt="2023-03-01T10:23:25.252" v="2986" actId="1038"/>
          <ac:spMkLst>
            <pc:docMk/>
            <pc:sldMk cId="2649308215" sldId="1826"/>
            <ac:spMk id="10" creationId="{A18201A8-FCCB-116A-F59A-E20EC3EA006E}"/>
          </ac:spMkLst>
        </pc:spChg>
        <pc:spChg chg="add mod">
          <ac:chgData name="Fei Zheng" userId="d19317889db4c986" providerId="LiveId" clId="{32D2F1C2-F5D4-4241-9A17-3DF9023FAE02}" dt="2023-03-01T09:27:23.418" v="2781" actId="14100"/>
          <ac:spMkLst>
            <pc:docMk/>
            <pc:sldMk cId="2649308215" sldId="1826"/>
            <ac:spMk id="11" creationId="{A10F189E-4A50-EE7E-7ED4-511A0D5CC548}"/>
          </ac:spMkLst>
        </pc:spChg>
        <pc:spChg chg="add mod">
          <ac:chgData name="Fei Zheng" userId="d19317889db4c986" providerId="LiveId" clId="{32D2F1C2-F5D4-4241-9A17-3DF9023FAE02}" dt="2023-03-01T10:23:21.179" v="2983" actId="1038"/>
          <ac:spMkLst>
            <pc:docMk/>
            <pc:sldMk cId="2649308215" sldId="1826"/>
            <ac:spMk id="12" creationId="{80C4E1A3-AE97-EC8F-DC69-C8A822D96360}"/>
          </ac:spMkLst>
        </pc:spChg>
        <pc:spChg chg="add mod">
          <ac:chgData name="Fei Zheng" userId="d19317889db4c986" providerId="LiveId" clId="{32D2F1C2-F5D4-4241-9A17-3DF9023FAE02}" dt="2023-03-01T10:23:22.711" v="2984" actId="1038"/>
          <ac:spMkLst>
            <pc:docMk/>
            <pc:sldMk cId="2649308215" sldId="1826"/>
            <ac:spMk id="13" creationId="{93DF41E1-91CE-F1DE-F822-496C9B6086F9}"/>
          </ac:spMkLst>
        </pc:spChg>
        <pc:spChg chg="add del mod">
          <ac:chgData name="Fei Zheng" userId="d19317889db4c986" providerId="LiveId" clId="{32D2F1C2-F5D4-4241-9A17-3DF9023FAE02}" dt="2023-03-01T10:21:25.598" v="2966" actId="21"/>
          <ac:spMkLst>
            <pc:docMk/>
            <pc:sldMk cId="2649308215" sldId="1826"/>
            <ac:spMk id="14" creationId="{BB6C4E1A-04ED-0603-2E3E-F91B55043AD3}"/>
          </ac:spMkLst>
        </pc:spChg>
        <pc:spChg chg="add mod">
          <ac:chgData name="Fei Zheng" userId="d19317889db4c986" providerId="LiveId" clId="{32D2F1C2-F5D4-4241-9A17-3DF9023FAE02}" dt="2023-03-01T09:28:15.359" v="2791" actId="14100"/>
          <ac:spMkLst>
            <pc:docMk/>
            <pc:sldMk cId="2649308215" sldId="1826"/>
            <ac:spMk id="15" creationId="{22D4DA76-0562-58B4-FC2F-4CAB0CD45E40}"/>
          </ac:spMkLst>
        </pc:spChg>
        <pc:spChg chg="add mod">
          <ac:chgData name="Fei Zheng" userId="d19317889db4c986" providerId="LiveId" clId="{32D2F1C2-F5D4-4241-9A17-3DF9023FAE02}" dt="2023-03-01T09:32:44.314" v="2822" actId="208"/>
          <ac:spMkLst>
            <pc:docMk/>
            <pc:sldMk cId="2649308215" sldId="1826"/>
            <ac:spMk id="20" creationId="{24ABBE7C-EAF6-3A60-CF22-627B5D39AF68}"/>
          </ac:spMkLst>
        </pc:spChg>
        <pc:spChg chg="add del mod">
          <ac:chgData name="Fei Zheng" userId="d19317889db4c986" providerId="LiveId" clId="{32D2F1C2-F5D4-4241-9A17-3DF9023FAE02}" dt="2023-03-01T09:32:02.152" v="2808"/>
          <ac:spMkLst>
            <pc:docMk/>
            <pc:sldMk cId="2649308215" sldId="1826"/>
            <ac:spMk id="21" creationId="{238730A4-B2C3-2C01-7315-D354F5859BE8}"/>
          </ac:spMkLst>
        </pc:spChg>
        <pc:spChg chg="add mod">
          <ac:chgData name="Fei Zheng" userId="d19317889db4c986" providerId="LiveId" clId="{32D2F1C2-F5D4-4241-9A17-3DF9023FAE02}" dt="2023-03-01T09:32:59.375" v="2824" actId="1076"/>
          <ac:spMkLst>
            <pc:docMk/>
            <pc:sldMk cId="2649308215" sldId="1826"/>
            <ac:spMk id="22" creationId="{5D759A89-A6FE-E18E-E350-5D4BC7BE521A}"/>
          </ac:spMkLst>
        </pc:spChg>
        <pc:spChg chg="add mod">
          <ac:chgData name="Fei Zheng" userId="d19317889db4c986" providerId="LiveId" clId="{32D2F1C2-F5D4-4241-9A17-3DF9023FAE02}" dt="2023-03-01T09:36:12.733" v="2892" actId="14100"/>
          <ac:spMkLst>
            <pc:docMk/>
            <pc:sldMk cId="2649308215" sldId="1826"/>
            <ac:spMk id="23" creationId="{5EEB5177-891C-149B-7003-4BEB6DC450A0}"/>
          </ac:spMkLst>
        </pc:spChg>
        <pc:spChg chg="add mod">
          <ac:chgData name="Fei Zheng" userId="d19317889db4c986" providerId="LiveId" clId="{32D2F1C2-F5D4-4241-9A17-3DF9023FAE02}" dt="2023-03-01T10:21:41.432" v="2972" actId="166"/>
          <ac:spMkLst>
            <pc:docMk/>
            <pc:sldMk cId="2649308215" sldId="1826"/>
            <ac:spMk id="24" creationId="{5EE79231-6739-BEAD-76E6-23973D1949E6}"/>
          </ac:spMkLst>
        </pc:spChg>
        <pc:spChg chg="add mod">
          <ac:chgData name="Fei Zheng" userId="d19317889db4c986" providerId="LiveId" clId="{32D2F1C2-F5D4-4241-9A17-3DF9023FAE02}" dt="2023-03-01T10:21:35.837" v="2971"/>
          <ac:spMkLst>
            <pc:docMk/>
            <pc:sldMk cId="2649308215" sldId="1826"/>
            <ac:spMk id="25" creationId="{0633BFE5-DDD6-0FE3-355C-A8109232092E}"/>
          </ac:spMkLst>
        </pc:spChg>
        <pc:picChg chg="add mod">
          <ac:chgData name="Fei Zheng" userId="d19317889db4c986" providerId="LiveId" clId="{32D2F1C2-F5D4-4241-9A17-3DF9023FAE02}" dt="2023-03-01T09:32:08.355" v="2811" actId="14100"/>
          <ac:picMkLst>
            <pc:docMk/>
            <pc:sldMk cId="2649308215" sldId="1826"/>
            <ac:picMk id="17" creationId="{32363DFA-F983-36E8-36A3-83E94F5443F9}"/>
          </ac:picMkLst>
        </pc:picChg>
        <pc:picChg chg="add mod">
          <ac:chgData name="Fei Zheng" userId="d19317889db4c986" providerId="LiveId" clId="{32D2F1C2-F5D4-4241-9A17-3DF9023FAE02}" dt="2023-03-01T09:33:01.845" v="2825" actId="1076"/>
          <ac:picMkLst>
            <pc:docMk/>
            <pc:sldMk cId="2649308215" sldId="1826"/>
            <ac:picMk id="19" creationId="{28E18077-BE73-A406-C586-D30FD237D79F}"/>
          </ac:picMkLst>
        </pc:picChg>
        <pc:cxnChg chg="add del mod">
          <ac:chgData name="Fei Zheng" userId="d19317889db4c986" providerId="LiveId" clId="{32D2F1C2-F5D4-4241-9A17-3DF9023FAE02}" dt="2023-03-01T09:19:14.054" v="2715" actId="478"/>
          <ac:cxnSpMkLst>
            <pc:docMk/>
            <pc:sldMk cId="2649308215" sldId="1826"/>
            <ac:cxnSpMk id="2" creationId="{68C76F94-F5B1-7956-9C7D-7AA0A3BC1771}"/>
          </ac:cxnSpMkLst>
        </pc:cxnChg>
      </pc:sldChg>
      <pc:sldChg chg="addSp delSp modSp add mod">
        <pc:chgData name="Fei Zheng" userId="d19317889db4c986" providerId="LiveId" clId="{32D2F1C2-F5D4-4241-9A17-3DF9023FAE02}" dt="2023-03-01T12:16:37.486" v="3247" actId="20577"/>
        <pc:sldMkLst>
          <pc:docMk/>
          <pc:sldMk cId="1754385734" sldId="1827"/>
        </pc:sldMkLst>
        <pc:spChg chg="del mod">
          <ac:chgData name="Fei Zheng" userId="d19317889db4c986" providerId="LiveId" clId="{32D2F1C2-F5D4-4241-9A17-3DF9023FAE02}" dt="2023-03-01T12:13:33.434" v="3079" actId="478"/>
          <ac:spMkLst>
            <pc:docMk/>
            <pc:sldMk cId="1754385734" sldId="1827"/>
            <ac:spMk id="2" creationId="{6506088E-2B4B-944E-B5F5-33F75A925B4F}"/>
          </ac:spMkLst>
        </pc:spChg>
        <pc:spChg chg="add mod">
          <ac:chgData name="Fei Zheng" userId="d19317889db4c986" providerId="LiveId" clId="{32D2F1C2-F5D4-4241-9A17-3DF9023FAE02}" dt="2023-03-01T12:16:37.486" v="3247" actId="20577"/>
          <ac:spMkLst>
            <pc:docMk/>
            <pc:sldMk cId="1754385734" sldId="1827"/>
            <ac:spMk id="4" creationId="{E74633F8-868D-9B74-121F-3DD58F3F3A7D}"/>
          </ac:spMkLst>
        </pc:spChg>
        <pc:spChg chg="add mod">
          <ac:chgData name="Fei Zheng" userId="d19317889db4c986" providerId="LiveId" clId="{32D2F1C2-F5D4-4241-9A17-3DF9023FAE02}" dt="2023-03-01T12:16:22.995" v="3229" actId="20577"/>
          <ac:spMkLst>
            <pc:docMk/>
            <pc:sldMk cId="1754385734" sldId="1827"/>
            <ac:spMk id="6" creationId="{9250CB2E-F82D-9751-0454-67F6AF368160}"/>
          </ac:spMkLst>
        </pc:spChg>
        <pc:graphicFrameChg chg="add mod modGraphic">
          <ac:chgData name="Fei Zheng" userId="d19317889db4c986" providerId="LiveId" clId="{32D2F1C2-F5D4-4241-9A17-3DF9023FAE02}" dt="2023-03-01T12:15:49.818" v="3226" actId="1076"/>
          <ac:graphicFrameMkLst>
            <pc:docMk/>
            <pc:sldMk cId="1754385734" sldId="1827"/>
            <ac:graphicFrameMk id="5" creationId="{A812CB29-7859-18D2-A519-801887B2CB56}"/>
          </ac:graphicFrameMkLst>
        </pc:graphicFrameChg>
        <pc:cxnChg chg="add mod">
          <ac:chgData name="Fei Zheng" userId="d19317889db4c986" providerId="LiveId" clId="{32D2F1C2-F5D4-4241-9A17-3DF9023FAE02}" dt="2023-03-01T12:11:28.144" v="2991"/>
          <ac:cxnSpMkLst>
            <pc:docMk/>
            <pc:sldMk cId="1754385734" sldId="1827"/>
            <ac:cxnSpMk id="3" creationId="{35C6D91A-D1EC-0882-3C62-14BE2C4CB183}"/>
          </ac:cxnSpMkLst>
        </pc:cxnChg>
      </pc:sldChg>
      <pc:sldChg chg="addSp modSp new del mod">
        <pc:chgData name="Fei Zheng" userId="d19317889db4c986" providerId="LiveId" clId="{32D2F1C2-F5D4-4241-9A17-3DF9023FAE02}" dt="2023-03-01T09:22:12.597" v="2740" actId="2696"/>
        <pc:sldMkLst>
          <pc:docMk/>
          <pc:sldMk cId="2421943443" sldId="1827"/>
        </pc:sldMkLst>
        <pc:spChg chg="add mod">
          <ac:chgData name="Fei Zheng" userId="d19317889db4c986" providerId="LiveId" clId="{32D2F1C2-F5D4-4241-9A17-3DF9023FAE02}" dt="2023-03-01T09:07:37.308" v="2371" actId="20577"/>
          <ac:spMkLst>
            <pc:docMk/>
            <pc:sldMk cId="2421943443" sldId="1827"/>
            <ac:spMk id="2" creationId="{6506088E-2B4B-944E-B5F5-33F75A925B4F}"/>
          </ac:spMkLst>
        </pc:spChg>
      </pc:sldChg>
      <pc:sldChg chg="addSp delSp modSp new mod setBg">
        <pc:chgData name="Fei Zheng" userId="d19317889db4c986" providerId="LiveId" clId="{32D2F1C2-F5D4-4241-9A17-3DF9023FAE02}" dt="2023-03-01T09:41:21.523" v="2924" actId="1076"/>
        <pc:sldMkLst>
          <pc:docMk/>
          <pc:sldMk cId="4154633611" sldId="1828"/>
        </pc:sldMkLst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0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2" creationId="{20586029-32A0-47E5-9AEC-AE3ABA6B94D0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6" creationId="{664E23E2-7440-4E36-A67B-0F88C5F7E185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7" creationId="{B06949AE-010D-4C18-8AED-7872085ADD57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8" creationId="{FE54AADB-50C7-4293-94C0-27361A32B8CF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0" creationId="{2F19B711-C590-44D1-9AA8-9F143B0ED58A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1" creationId="{C0C79CF2-6A1C-4636-84CE-ABB2BE191D23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2" creationId="{7A5D17DF-AD65-402C-A95C-F13C770C9FCD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4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5" creationId="{20586029-32A0-47E5-9AEC-AE3ABA6B94D0}"/>
          </ac:spMkLst>
        </pc:spChg>
        <pc:picChg chg="add mod ord">
          <ac:chgData name="Fei Zheng" userId="d19317889db4c986" providerId="LiveId" clId="{32D2F1C2-F5D4-4241-9A17-3DF9023FAE02}" dt="2023-03-01T09:41:19.046" v="2923" actId="1076"/>
          <ac:picMkLst>
            <pc:docMk/>
            <pc:sldMk cId="4154633611" sldId="1828"/>
            <ac:picMk id="3" creationId="{68A7B4EB-ED87-FBC5-24E7-9A6A659DAE81}"/>
          </ac:picMkLst>
        </pc:picChg>
        <pc:picChg chg="add mod">
          <ac:chgData name="Fei Zheng" userId="d19317889db4c986" providerId="LiveId" clId="{32D2F1C2-F5D4-4241-9A17-3DF9023FAE02}" dt="2023-03-01T09:41:21.523" v="2924" actId="1076"/>
          <ac:picMkLst>
            <pc:docMk/>
            <pc:sldMk cId="4154633611" sldId="1828"/>
            <ac:picMk id="5" creationId="{307BE8C0-C28F-EE44-DAAA-02929ECD5F83}"/>
          </ac:picMkLst>
        </pc:picChg>
        <pc:cxnChg chg="add del">
          <ac:chgData name="Fei Zheng" userId="d19317889db4c986" providerId="LiveId" clId="{32D2F1C2-F5D4-4241-9A17-3DF9023FAE02}" dt="2023-03-01T09:40:35.827" v="2910" actId="26606"/>
          <ac:cxnSpMkLst>
            <pc:docMk/>
            <pc:sldMk cId="4154633611" sldId="1828"/>
            <ac:cxnSpMk id="14" creationId="{8C730EAB-A532-4295-A302-FB4B90DB9F5E}"/>
          </ac:cxnSpMkLst>
        </pc:cxnChg>
        <pc:cxnChg chg="add del">
          <ac:chgData name="Fei Zheng" userId="d19317889db4c986" providerId="LiveId" clId="{32D2F1C2-F5D4-4241-9A17-3DF9023FAE02}" dt="2023-03-01T09:40:57.299" v="2917" actId="26606"/>
          <ac:cxnSpMkLst>
            <pc:docMk/>
            <pc:sldMk cId="4154633611" sldId="1828"/>
            <ac:cxnSpMk id="26" creationId="{8C730EAB-A532-4295-A302-FB4B90DB9F5E}"/>
          </ac:cxnSpMkLst>
        </pc:cxnChg>
      </pc:sldChg>
      <pc:sldChg chg="modSp add">
        <pc:chgData name="Fei Zheng" userId="d19317889db4c986" providerId="LiveId" clId="{32D2F1C2-F5D4-4241-9A17-3DF9023FAE02}" dt="2023-03-01T09:55:56.432" v="2947" actId="207"/>
        <pc:sldMkLst>
          <pc:docMk/>
          <pc:sldMk cId="266301283" sldId="1829"/>
        </pc:sldMkLst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6" creationId="{FEF3B40D-F6F0-FF48-A286-CAD207BF54E4}"/>
          </ac:spMkLst>
        </pc:spChg>
      </pc:sldChg>
      <pc:sldChg chg="delSp modSp add mod">
        <pc:chgData name="Fei Zheng" userId="d19317889db4c986" providerId="LiveId" clId="{32D2F1C2-F5D4-4241-9A17-3DF9023FAE02}" dt="2023-03-01T12:11:17.200" v="2990" actId="20577"/>
        <pc:sldMkLst>
          <pc:docMk/>
          <pc:sldMk cId="1470924273" sldId="1830"/>
        </pc:sldMkLst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2" creationId="{467E1F10-C9D6-42A4-9E30-B15732E07D6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4" creationId="{D227CCF0-2242-446D-B284-052054243DE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5" creationId="{6BFD9611-BBDF-465A-9201-0862821820C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6" creationId="{8AC2B69F-C53F-4270-BDB3-A4855D7017CD}"/>
          </ac:spMkLst>
        </pc:spChg>
        <pc:spChg chg="mod">
          <ac:chgData name="Fei Zheng" userId="d19317889db4c986" providerId="LiveId" clId="{32D2F1C2-F5D4-4241-9A17-3DF9023FAE02}" dt="2023-03-01T12:11:17.200" v="2990" actId="20577"/>
          <ac:spMkLst>
            <pc:docMk/>
            <pc:sldMk cId="1470924273" sldId="1830"/>
            <ac:spMk id="7" creationId="{5F683D7F-CCB7-302B-8CF0-8751B3BF8615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0" creationId="{83E9E24D-5454-4F4E-86E0-D62504EBC7C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2" creationId="{CD8E9032-E798-C869-6641-DD413F0788E4}"/>
          </ac:spMkLst>
        </pc:spChg>
      </pc:sldChg>
      <pc:sldChg chg="modSp add mod">
        <pc:chgData name="Fei Zheng" userId="d19317889db4c986" providerId="LiveId" clId="{32D2F1C2-F5D4-4241-9A17-3DF9023FAE02}" dt="2023-03-01T12:16:55.430" v="3249" actId="20577"/>
        <pc:sldMkLst>
          <pc:docMk/>
          <pc:sldMk cId="2999265944" sldId="1831"/>
        </pc:sldMkLst>
        <pc:spChg chg="mod">
          <ac:chgData name="Fei Zheng" userId="d19317889db4c986" providerId="LiveId" clId="{32D2F1C2-F5D4-4241-9A17-3DF9023FAE02}" dt="2023-03-01T12:16:55.430" v="3249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add">
        <pc:chgData name="Fei Zheng" userId="d19317889db4c986" providerId="LiveId" clId="{32D2F1C2-F5D4-4241-9A17-3DF9023FAE02}" dt="2023-03-01T12:17:04.128" v="3250" actId="2890"/>
        <pc:sldMkLst>
          <pc:docMk/>
          <pc:sldMk cId="2772511137" sldId="1832"/>
        </pc:sldMkLst>
      </pc:sldChg>
    </pc:docChg>
  </pc:docChgLst>
  <pc:docChgLst>
    <pc:chgData name="Zheng Fei" userId="d19317889db4c986" providerId="LiveId" clId="{AF5590DC-626C-6343-85D9-C6F866F48CD6}"/>
    <pc:docChg chg="delSld">
      <pc:chgData name="Zheng Fei" userId="d19317889db4c986" providerId="LiveId" clId="{AF5590DC-626C-6343-85D9-C6F866F48CD6}" dt="2022-02-24T02:55:23.130" v="0" actId="2696"/>
      <pc:docMkLst>
        <pc:docMk/>
      </pc:docMkLst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52504978" sldId="34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2357123" sldId="38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713029676" sldId="38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745007930" sldId="38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2439285" sldId="38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31905263" sldId="391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32442242" sldId="39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649363187" sldId="39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58097628" sldId="39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324191358" sldId="398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968340686" sldId="40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137213224" sldId="40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9089914" sldId="40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063477856" sldId="404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485594626" sldId="40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0219743" sldId="406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284922600" sldId="407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85639274" sldId="408"/>
        </pc:sldMkLst>
      </pc:sldChg>
    </pc:docChg>
  </pc:docChgLst>
  <pc:docChgLst>
    <pc:chgData name="Zheng Fei" userId="d19317889db4c986" providerId="LiveId" clId="{5208695E-9764-E141-8C27-561FA6A33FAB}"/>
    <pc:docChg chg="undo redo custSel addSld delSld modSld sldOrd">
      <pc:chgData name="Zheng Fei" userId="d19317889db4c986" providerId="LiveId" clId="{5208695E-9764-E141-8C27-561FA6A33FAB}" dt="2022-02-24T02:53:24.825" v="2996"/>
      <pc:docMkLst>
        <pc:docMk/>
      </pc:docMkLst>
      <pc:sldChg chg="add">
        <pc:chgData name="Zheng Fei" userId="d19317889db4c986" providerId="LiveId" clId="{5208695E-9764-E141-8C27-561FA6A33FAB}" dt="2022-02-10T15:08:28.894" v="535"/>
        <pc:sldMkLst>
          <pc:docMk/>
          <pc:sldMk cId="1822363911" sldId="257"/>
        </pc:sldMkLst>
      </pc:sldChg>
      <pc:sldChg chg="addSp delSp modSp mod delAnim modAnim">
        <pc:chgData name="Zheng Fei" userId="d19317889db4c986" providerId="LiveId" clId="{5208695E-9764-E141-8C27-561FA6A33FAB}" dt="2022-02-10T15:13:24.189" v="563" actId="207"/>
        <pc:sldMkLst>
          <pc:docMk/>
          <pc:sldMk cId="3140837993" sldId="258"/>
        </pc:sldMkLst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19" creationId="{14A0E322-51C2-3748-9018-9D449F9AB12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0" creationId="{832CE7C9-AE8E-164F-A612-630C2CAEAF66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21" creationId="{11442075-59CD-5449-88BA-231A0DF591C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2" creationId="{1CD14DBB-968D-C045-8A28-0E762E95A44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5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07.808" v="292" actId="478"/>
          <ac:spMkLst>
            <pc:docMk/>
            <pc:sldMk cId="3140837993" sldId="258"/>
            <ac:spMk id="36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18.294" v="295" actId="478"/>
          <ac:spMkLst>
            <pc:docMk/>
            <pc:sldMk cId="3140837993" sldId="258"/>
            <ac:spMk id="37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31.808" v="327" actId="478"/>
          <ac:spMkLst>
            <pc:docMk/>
            <pc:sldMk cId="3140837993" sldId="258"/>
            <ac:spMk id="38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46.974" v="356" actId="478"/>
          <ac:spMkLst>
            <pc:docMk/>
            <pc:sldMk cId="3140837993" sldId="258"/>
            <ac:spMk id="39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20.802" v="554" actId="207"/>
          <ac:spMkLst>
            <pc:docMk/>
            <pc:sldMk cId="3140837993" sldId="258"/>
            <ac:spMk id="4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59.733" v="558" actId="207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Zheng Fei" userId="d19317889db4c986" providerId="LiveId" clId="{5208695E-9764-E141-8C27-561FA6A33FAB}" dt="2022-02-10T15:07:59.564" v="523" actId="20577"/>
          <ac:spMkLst>
            <pc:docMk/>
            <pc:sldMk cId="3140837993" sldId="258"/>
            <ac:spMk id="69" creationId="{00000000-0000-0000-0000-000000000000}"/>
          </ac:spMkLst>
        </pc:spChg>
        <pc:picChg chg="del">
          <ac:chgData name="Zheng Fei" userId="d19317889db4c986" providerId="LiveId" clId="{5208695E-9764-E141-8C27-561FA6A33FAB}" dt="2022-02-10T15:03:12.730" v="239" actId="478"/>
          <ac:picMkLst>
            <pc:docMk/>
            <pc:sldMk cId="3140837993" sldId="258"/>
            <ac:picMk id="71" creationId="{00000000-0000-0000-0000-000000000000}"/>
          </ac:picMkLst>
        </pc:picChg>
      </pc:sldChg>
      <pc:sldChg chg="addSp delSp modSp mod delAnim modAnim">
        <pc:chgData name="Zheng Fei" userId="d19317889db4c986" providerId="LiveId" clId="{5208695E-9764-E141-8C27-561FA6A33FAB}" dt="2022-02-10T15:12:46.146" v="561" actId="208"/>
        <pc:sldMkLst>
          <pc:docMk/>
          <pc:sldMk cId="0" sldId="282"/>
        </pc:sldMkLst>
        <pc:spChg chg="mod">
          <ac:chgData name="Zheng Fei" userId="d19317889db4c986" providerId="LiveId" clId="{5208695E-9764-E141-8C27-561FA6A33FAB}" dt="2022-02-10T15:11:15.026" v="552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Zheng Fei" userId="d19317889db4c986" providerId="LiveId" clId="{5208695E-9764-E141-8C27-561FA6A33FAB}" dt="2022-02-10T14:57:50.425" v="24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Zheng Fei" userId="d19317889db4c986" providerId="LiveId" clId="{5208695E-9764-E141-8C27-561FA6A33FAB}" dt="2022-02-10T15:00:52.962" v="102" actId="20577"/>
          <ac:spMkLst>
            <pc:docMk/>
            <pc:sldMk cId="0" sldId="282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01:00.201" v="103" actId="12788"/>
          <ac:spMkLst>
            <pc:docMk/>
            <pc:sldMk cId="0" sldId="282"/>
            <ac:spMk id="5" creationId="{00000000-0000-0000-0000-000000000000}"/>
          </ac:spMkLst>
        </pc:spChg>
        <pc:spChg chg="del">
          <ac:chgData name="Zheng Fei" userId="d19317889db4c986" providerId="LiveId" clId="{5208695E-9764-E141-8C27-561FA6A33FAB}" dt="2022-02-10T14:58:11.441" v="46" actId="478"/>
          <ac:spMkLst>
            <pc:docMk/>
            <pc:sldMk cId="0" sldId="282"/>
            <ac:spMk id="6" creationId="{00000000-0000-0000-0000-000000000000}"/>
          </ac:spMkLst>
        </pc:spChg>
        <pc:picChg chg="del">
          <ac:chgData name="Zheng Fei" userId="d19317889db4c986" providerId="LiveId" clId="{5208695E-9764-E141-8C27-561FA6A33FAB}" dt="2022-02-10T14:58:13.766" v="47" actId="478"/>
          <ac:picMkLst>
            <pc:docMk/>
            <pc:sldMk cId="0" sldId="282"/>
            <ac:picMk id="34" creationId="{00000000-0000-0000-0000-000000000000}"/>
          </ac:picMkLst>
        </pc:picChg>
        <pc:picChg chg="del">
          <ac:chgData name="Zheng Fei" userId="d19317889db4c986" providerId="LiveId" clId="{5208695E-9764-E141-8C27-561FA6A33FAB}" dt="2022-02-10T14:59:30.777" v="48" actId="478"/>
          <ac:picMkLst>
            <pc:docMk/>
            <pc:sldMk cId="0" sldId="282"/>
            <ac:picMk id="35" creationId="{00000000-0000-0000-0000-000000000000}"/>
          </ac:picMkLst>
        </pc:picChg>
        <pc:picChg chg="add del mod">
          <ac:chgData name="Zheng Fei" userId="d19317889db4c986" providerId="LiveId" clId="{5208695E-9764-E141-8C27-561FA6A33FAB}" dt="2022-02-10T14:59:35.064" v="51" actId="478"/>
          <ac:picMkLst>
            <pc:docMk/>
            <pc:sldMk cId="0" sldId="282"/>
            <ac:picMk id="1026" creationId="{A42E7FBB-BD3F-0246-9FA7-939DE63AD4B6}"/>
          </ac:picMkLst>
        </pc:picChg>
        <pc:picChg chg="add mod">
          <ac:chgData name="Zheng Fei" userId="d19317889db4c986" providerId="LiveId" clId="{5208695E-9764-E141-8C27-561FA6A33FAB}" dt="2022-02-10T15:00:15.951" v="59" actId="732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Zheng Fei" userId="d19317889db4c986" providerId="LiveId" clId="{5208695E-9764-E141-8C27-561FA6A33FAB}" dt="2022-02-10T15:12:46.146" v="561" actId="208"/>
          <ac:cxnSpMkLst>
            <pc:docMk/>
            <pc:sldMk cId="0" sldId="282"/>
            <ac:cxnSpMk id="31" creationId="{00000000-0000-0000-0000-000000000000}"/>
          </ac:cxnSpMkLst>
        </pc:cxnChg>
      </pc:sldChg>
      <pc:sldChg chg="delSp modSp mod delAnim modAnim">
        <pc:chgData name="Zheng Fei" userId="d19317889db4c986" providerId="LiveId" clId="{5208695E-9764-E141-8C27-561FA6A33FAB}" dt="2022-02-10T15:30:06.627" v="1856"/>
        <pc:sldMkLst>
          <pc:docMk/>
          <pc:sldMk cId="2026888976" sldId="305"/>
        </pc:sldMkLst>
        <pc:spChg chg="mod">
          <ac:chgData name="Zheng Fei" userId="d19317889db4c986" providerId="LiveId" clId="{5208695E-9764-E141-8C27-561FA6A33FAB}" dt="2022-02-10T15:03:01.315" v="238" actId="20577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30:06.627" v="1856"/>
          <ac:spMkLst>
            <pc:docMk/>
            <pc:sldMk cId="2026888976" sldId="305"/>
            <ac:spMk id="9" creationId="{00000000-0000-0000-0000-000000000000}"/>
          </ac:spMkLst>
        </pc:spChg>
        <pc:spChg chg="del mod">
          <ac:chgData name="Zheng Fei" userId="d19317889db4c986" providerId="LiveId" clId="{5208695E-9764-E141-8C27-561FA6A33FAB}" dt="2022-02-10T15:13:56.552" v="564" actId="478"/>
          <ac:spMkLst>
            <pc:docMk/>
            <pc:sldMk cId="2026888976" sldId="305"/>
            <ac:spMk id="10" creationId="{00000000-0000-0000-0000-000000000000}"/>
          </ac:spMkLst>
        </pc:spChg>
        <pc:spChg chg="del">
          <ac:chgData name="Zheng Fei" userId="d19317889db4c986" providerId="LiveId" clId="{5208695E-9764-E141-8C27-561FA6A33FAB}" dt="2022-02-10T15:02:37.060" v="226" actId="478"/>
          <ac:spMkLst>
            <pc:docMk/>
            <pc:sldMk cId="2026888976" sldId="305"/>
            <ac:spMk id="11" creationId="{00000000-0000-0000-0000-000000000000}"/>
          </ac:spMkLst>
        </pc:spChg>
      </pc:sldChg>
      <pc:sldChg chg="addSp modSp new del modAnim">
        <pc:chgData name="Zheng Fei" userId="d19317889db4c986" providerId="LiveId" clId="{5208695E-9764-E141-8C27-561FA6A33FAB}" dt="2022-02-10T15:09:43.096" v="538" actId="2696"/>
        <pc:sldMkLst>
          <pc:docMk/>
          <pc:sldMk cId="2674618952" sldId="327"/>
        </pc:sldMkLst>
        <pc:spChg chg="add mod">
          <ac:chgData name="Zheng Fei" userId="d19317889db4c986" providerId="LiveId" clId="{5208695E-9764-E141-8C27-561FA6A33FAB}" dt="2022-02-10T15:09:06.877" v="537"/>
          <ac:spMkLst>
            <pc:docMk/>
            <pc:sldMk cId="2674618952" sldId="327"/>
            <ac:spMk id="2" creationId="{B6A306B7-37AC-B244-AD03-CD1FA54F2041}"/>
          </ac:spMkLst>
        </pc:spChg>
      </pc:sldChg>
      <pc:sldChg chg="add del">
        <pc:chgData name="Zheng Fei" userId="d19317889db4c986" providerId="LiveId" clId="{5208695E-9764-E141-8C27-561FA6A33FAB}" dt="2022-02-10T15:04:12.592" v="293" actId="2696"/>
        <pc:sldMkLst>
          <pc:docMk/>
          <pc:sldMk cId="3840830374" sldId="327"/>
        </pc:sldMkLst>
      </pc:sldChg>
      <pc:sldChg chg="addSp modSp new del ord modAnim">
        <pc:chgData name="Zheng Fei" userId="d19317889db4c986" providerId="LiveId" clId="{5208695E-9764-E141-8C27-561FA6A33FAB}" dt="2022-02-10T15:10:49.164" v="550" actId="2696"/>
        <pc:sldMkLst>
          <pc:docMk/>
          <pc:sldMk cId="4181213699" sldId="327"/>
        </pc:sldMkLst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3" creationId="{16870241-DFA3-5D41-B986-3405E638FC72}"/>
          </ac:spMkLst>
        </pc:spChg>
        <pc:picChg chg="add mod">
          <ac:chgData name="Zheng Fei" userId="d19317889db4c986" providerId="LiveId" clId="{5208695E-9764-E141-8C27-561FA6A33FAB}" dt="2022-02-10T15:10:20.600" v="547" actId="1076"/>
          <ac:picMkLst>
            <pc:docMk/>
            <pc:sldMk cId="4181213699" sldId="327"/>
            <ac:picMk id="4" creationId="{64A5C663-0C09-2448-836C-687D6785F4A4}"/>
          </ac:picMkLst>
        </pc:picChg>
      </pc:sldChg>
      <pc:sldChg chg="addSp modSp add mod modAnim">
        <pc:chgData name="Zheng Fei" userId="d19317889db4c986" providerId="LiveId" clId="{5208695E-9764-E141-8C27-561FA6A33FAB}" dt="2022-02-10T15:36:22.078" v="2465" actId="20577"/>
        <pc:sldMkLst>
          <pc:docMk/>
          <pc:sldMk cId="2050651053" sldId="328"/>
        </pc:sldMkLst>
        <pc:spChg chg="mod">
          <ac:chgData name="Zheng Fei" userId="d19317889db4c986" providerId="LiveId" clId="{5208695E-9764-E141-8C27-561FA6A33FAB}" dt="2022-02-10T15:10:42.988" v="549" actId="207"/>
          <ac:spMkLst>
            <pc:docMk/>
            <pc:sldMk cId="2050651053" sldId="328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14:31.624" v="588" actId="20577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8" creationId="{32BBE17A-8180-494D-BBD8-CD61CC5A98E6}"/>
          </ac:spMkLst>
        </pc:spChg>
        <pc:spChg chg="add mod">
          <ac:chgData name="Zheng Fei" userId="d19317889db4c986" providerId="LiveId" clId="{5208695E-9764-E141-8C27-561FA6A33FAB}" dt="2022-02-10T15:36:22.078" v="2465" actId="20577"/>
          <ac:spMkLst>
            <pc:docMk/>
            <pc:sldMk cId="2050651053" sldId="328"/>
            <ac:spMk id="9" creationId="{FC1F2C7E-793E-F441-952A-A404E4CDB1F2}"/>
          </ac:spMkLst>
        </pc:spChg>
        <pc:grpChg chg="add mod">
          <ac:chgData name="Zheng Fei" userId="d19317889db4c986" providerId="LiveId" clId="{5208695E-9764-E141-8C27-561FA6A33FAB}" dt="2022-02-10T15:14:25.678" v="565"/>
          <ac:grpSpMkLst>
            <pc:docMk/>
            <pc:sldMk cId="2050651053" sldId="328"/>
            <ac:grpSpMk id="6" creationId="{236A6C2E-947B-E14A-A448-3CA3C70DFB03}"/>
          </ac:grpSpMkLst>
        </pc:grpChg>
      </pc:sldChg>
      <pc:sldChg chg="add del">
        <pc:chgData name="Zheng Fei" userId="d19317889db4c986" providerId="LiveId" clId="{5208695E-9764-E141-8C27-561FA6A33FAB}" dt="2022-02-10T15:04:13.504" v="294" actId="2696"/>
        <pc:sldMkLst>
          <pc:docMk/>
          <pc:sldMk cId="3560717361" sldId="328"/>
        </pc:sldMkLst>
      </pc:sldChg>
      <pc:sldChg chg="addSp delSp modSp add mod ord">
        <pc:chgData name="Zheng Fei" userId="d19317889db4c986" providerId="LiveId" clId="{5208695E-9764-E141-8C27-561FA6A33FAB}" dt="2022-02-10T15:18:49.183" v="1231" actId="948"/>
        <pc:sldMkLst>
          <pc:docMk/>
          <pc:sldMk cId="2113596754" sldId="329"/>
        </pc:sldMkLst>
        <pc:spChg chg="mod">
          <ac:chgData name="Zheng Fei" userId="d19317889db4c986" providerId="LiveId" clId="{5208695E-9764-E141-8C27-561FA6A33FAB}" dt="2022-02-10T15:15:15.102" v="593" actId="1076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Zheng Fei" userId="d19317889db4c986" providerId="LiveId" clId="{5208695E-9764-E141-8C27-561FA6A33FAB}" dt="2022-02-10T15:15:19.098" v="609" actId="20577"/>
          <ac:spMkLst>
            <pc:docMk/>
            <pc:sldMk cId="2113596754" sldId="329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15:28.346" v="611"/>
          <ac:spMkLst>
            <pc:docMk/>
            <pc:sldMk cId="2113596754" sldId="329"/>
            <ac:spMk id="9" creationId="{51DC1DDA-9FCA-0149-9AD0-1EB8F75E9C39}"/>
          </ac:spMkLst>
        </pc:spChg>
        <pc:spChg chg="add mod">
          <ac:chgData name="Zheng Fei" userId="d19317889db4c986" providerId="LiveId" clId="{5208695E-9764-E141-8C27-561FA6A33FAB}" dt="2022-02-10T15:18:49.183" v="1231" actId="948"/>
          <ac:spMkLst>
            <pc:docMk/>
            <pc:sldMk cId="2113596754" sldId="329"/>
            <ac:spMk id="10" creationId="{FD4E03B7-8C81-864D-B432-51CCD293F808}"/>
          </ac:spMkLst>
        </pc:spChg>
        <pc:picChg chg="add del">
          <ac:chgData name="Zheng Fei" userId="d19317889db4c986" providerId="LiveId" clId="{5208695E-9764-E141-8C27-561FA6A33FAB}" dt="2022-02-10T15:15:28.346" v="611"/>
          <ac:picMkLst>
            <pc:docMk/>
            <pc:sldMk cId="2113596754" sldId="329"/>
            <ac:picMk id="4097" creationId="{A384963B-3DEB-B149-81B3-D9E29D890C87}"/>
          </ac:picMkLst>
        </pc:picChg>
      </pc:sldChg>
      <pc:sldChg chg="delSp modSp add mod modNotesTx">
        <pc:chgData name="Zheng Fei" userId="d19317889db4c986" providerId="LiveId" clId="{5208695E-9764-E141-8C27-561FA6A33FAB}" dt="2022-02-10T15:28:01.123" v="1853" actId="20577"/>
        <pc:sldMkLst>
          <pc:docMk/>
          <pc:sldMk cId="1445921664" sldId="330"/>
        </pc:sldMkLst>
        <pc:spChg chg="mod">
          <ac:chgData name="Zheng Fei" userId="d19317889db4c986" providerId="LiveId" clId="{5208695E-9764-E141-8C27-561FA6A33FAB}" dt="2022-02-10T15:22:31.789" v="1261" actId="2057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25:05.356" v="1770" actId="20577"/>
          <ac:spMkLst>
            <pc:docMk/>
            <pc:sldMk cId="1445921664" sldId="330"/>
            <ac:spMk id="10" creationId="{FD4E03B7-8C81-864D-B432-51CCD293F808}"/>
          </ac:spMkLst>
        </pc:spChg>
        <pc:picChg chg="del">
          <ac:chgData name="Zheng Fei" userId="d19317889db4c986" providerId="LiveId" clId="{5208695E-9764-E141-8C27-561FA6A33FAB}" dt="2022-02-10T15:20:53.612" v="1233" actId="478"/>
          <ac:picMkLst>
            <pc:docMk/>
            <pc:sldMk cId="1445921664" sldId="330"/>
            <ac:picMk id="5121" creationId="{73B0875B-F5AE-BB4A-90F5-BF78A7E60A06}"/>
          </ac:picMkLst>
        </pc:picChg>
      </pc:sldChg>
      <pc:sldChg chg="addSp delSp modSp add mod">
        <pc:chgData name="Zheng Fei" userId="d19317889db4c986" providerId="LiveId" clId="{5208695E-9764-E141-8C27-561FA6A33FAB}" dt="2022-02-10T15:33:54.446" v="2096" actId="1076"/>
        <pc:sldMkLst>
          <pc:docMk/>
          <pc:sldMk cId="3688734997" sldId="331"/>
        </pc:sldMkLst>
        <pc:spChg chg="mod">
          <ac:chgData name="Zheng Fei" userId="d19317889db4c986" providerId="LiveId" clId="{5208695E-9764-E141-8C27-561FA6A33FAB}" dt="2022-02-10T15:26:14.160" v="1800" actId="20577"/>
          <ac:spMkLst>
            <pc:docMk/>
            <pc:sldMk cId="3688734997" sldId="331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32:05.044" v="2039"/>
          <ac:spMkLst>
            <pc:docMk/>
            <pc:sldMk cId="3688734997" sldId="331"/>
            <ac:spMk id="9" creationId="{0E496B3E-68B1-4440-9C48-5CDE10E9BF46}"/>
          </ac:spMkLst>
        </pc:spChg>
        <pc:spChg chg="mod">
          <ac:chgData name="Zheng Fei" userId="d19317889db4c986" providerId="LiveId" clId="{5208695E-9764-E141-8C27-561FA6A33FAB}" dt="2022-02-10T15:33:15.113" v="2046" actId="1076"/>
          <ac:spMkLst>
            <pc:docMk/>
            <pc:sldMk cId="3688734997" sldId="331"/>
            <ac:spMk id="10" creationId="{FD4E03B7-8C81-864D-B432-51CCD293F808}"/>
          </ac:spMkLst>
        </pc:spChg>
        <pc:spChg chg="add del">
          <ac:chgData name="Zheng Fei" userId="d19317889db4c986" providerId="LiveId" clId="{5208695E-9764-E141-8C27-561FA6A33FAB}" dt="2022-02-10T15:32:08.163" v="2041" actId="478"/>
          <ac:spMkLst>
            <pc:docMk/>
            <pc:sldMk cId="3688734997" sldId="331"/>
            <ac:spMk id="11" creationId="{DFCBD6B0-9507-0947-9CD0-217CAD01C0F2}"/>
          </ac:spMkLst>
        </pc:spChg>
        <pc:spChg chg="add mod">
          <ac:chgData name="Zheng Fei" userId="d19317889db4c986" providerId="LiveId" clId="{5208695E-9764-E141-8C27-561FA6A33FAB}" dt="2022-02-10T15:33:54.446" v="2096" actId="1076"/>
          <ac:spMkLst>
            <pc:docMk/>
            <pc:sldMk cId="3688734997" sldId="331"/>
            <ac:spMk id="12" creationId="{97346CCC-F160-C04A-BDBC-01190D71A735}"/>
          </ac:spMkLst>
        </pc:spChg>
        <pc:picChg chg="add mod">
          <ac:chgData name="Zheng Fei" userId="d19317889db4c986" providerId="LiveId" clId="{5208695E-9764-E141-8C27-561FA6A33FAB}" dt="2022-02-10T15:33:16.056" v="2047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new mod">
        <pc:chgData name="Zheng Fei" userId="d19317889db4c986" providerId="LiveId" clId="{5208695E-9764-E141-8C27-561FA6A33FAB}" dt="2022-02-10T15:38:27.766" v="2470" actId="21"/>
        <pc:sldMkLst>
          <pc:docMk/>
          <pc:sldMk cId="779396015" sldId="332"/>
        </pc:sldMkLst>
        <pc:spChg chg="add del mod">
          <ac:chgData name="Zheng Fei" userId="d19317889db4c986" providerId="LiveId" clId="{5208695E-9764-E141-8C27-561FA6A33FAB}" dt="2022-02-10T15:38:27.766" v="2470" actId="21"/>
          <ac:spMkLst>
            <pc:docMk/>
            <pc:sldMk cId="779396015" sldId="332"/>
            <ac:spMk id="2" creationId="{EE3A05C1-BA57-C440-B2A4-4CFE79AFD34E}"/>
          </ac:spMkLst>
        </pc:spChg>
      </pc:sldChg>
      <pc:sldChg chg="addSp delSp modSp add mod">
        <pc:chgData name="Zheng Fei" userId="d19317889db4c986" providerId="LiveId" clId="{5208695E-9764-E141-8C27-561FA6A33FAB}" dt="2022-02-10T15:39:54.146" v="2495" actId="20577"/>
        <pc:sldMkLst>
          <pc:docMk/>
          <pc:sldMk cId="3997665689" sldId="333"/>
        </pc:sldMkLst>
        <pc:spChg chg="del">
          <ac:chgData name="Zheng Fei" userId="d19317889db4c986" providerId="LiveId" clId="{5208695E-9764-E141-8C27-561FA6A33FAB}" dt="2022-02-10T15:38:24.205" v="2469" actId="478"/>
          <ac:spMkLst>
            <pc:docMk/>
            <pc:sldMk cId="3997665689" sldId="333"/>
            <ac:spMk id="9" creationId="{FC1F2C7E-793E-F441-952A-A404E4CDB1F2}"/>
          </ac:spMkLst>
        </pc:spChg>
        <pc:spChg chg="add mod">
          <ac:chgData name="Zheng Fei" userId="d19317889db4c986" providerId="LiveId" clId="{5208695E-9764-E141-8C27-561FA6A33FAB}" dt="2022-02-10T15:39:54.146" v="2495" actId="20577"/>
          <ac:spMkLst>
            <pc:docMk/>
            <pc:sldMk cId="3997665689" sldId="333"/>
            <ac:spMk id="10" creationId="{A428253B-1E8E-8845-B4FF-359F3D92CCCB}"/>
          </ac:spMkLst>
        </pc:spChg>
      </pc:sldChg>
      <pc:sldChg chg="del">
        <pc:chgData name="Zheng Fei" userId="d19317889db4c986" providerId="LiveId" clId="{5208695E-9764-E141-8C27-561FA6A33FAB}" dt="2022-02-24T02:52:22.310" v="2994" actId="2696"/>
        <pc:sldMkLst>
          <pc:docMk/>
          <pc:sldMk cId="3348470719" sldId="381"/>
        </pc:sldMkLst>
      </pc:sldChg>
      <pc:sldChg chg="modNotesTx">
        <pc:chgData name="Zheng Fei" userId="d19317889db4c986" providerId="LiveId" clId="{5208695E-9764-E141-8C27-561FA6A33FAB}" dt="2022-02-24T01:47:24.922" v="2599" actId="20577"/>
        <pc:sldMkLst>
          <pc:docMk/>
          <pc:sldMk cId="2902439285" sldId="38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1563969571" sldId="390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3991378626" sldId="390"/>
        </pc:sldMkLst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4249073213" sldId="390"/>
        </pc:sldMkLst>
      </pc:sldChg>
      <pc:sldChg chg="addSp delSp modSp mod ord setBg">
        <pc:chgData name="Zheng Fei" userId="d19317889db4c986" providerId="LiveId" clId="{5208695E-9764-E141-8C27-561FA6A33FAB}" dt="2022-02-24T02:44:15.242" v="2947" actId="5793"/>
        <pc:sldMkLst>
          <pc:docMk/>
          <pc:sldMk cId="1431905263" sldId="391"/>
        </pc:sldMkLst>
        <pc:spChg chg="add mod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" creationId="{2E5B3148-AA47-4B4B-B998-0342009183EE}"/>
          </ac:spMkLst>
        </pc:spChg>
        <pc:spChg chg="mod ord">
          <ac:chgData name="Zheng Fei" userId="d19317889db4c986" providerId="LiveId" clId="{5208695E-9764-E141-8C27-561FA6A33FAB}" dt="2022-02-24T02:44:15.242" v="2947" actId="5793"/>
          <ac:spMkLst>
            <pc:docMk/>
            <pc:sldMk cId="1431905263" sldId="391"/>
            <ac:spMk id="4" creationId="{66116466-D588-42A4-8223-1FDF1A19EC23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9" creationId="{827B839B-9ADE-406B-8590-F1CAEDED45A1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1" creationId="{CFE45BF0-46DB-408C-B5F7-7B11716805D4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3" creationId="{2AEBC8F2-97B1-41B4-93F1-2D289E197FBA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5" creationId="{472E3A19-F5D5-48FC-BB9C-48C2F68F598B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7" creationId="{7A62E32F-BB65-43A8-8EB5-92346890E549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9" creationId="{14E91B64-9FCC-451E-AFB4-A827D632936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1" creationId="{DAF1966E-FD40-4A4A-B61B-C4DF7FA05F06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2" creationId="{047BFA19-D45E-416B-A404-7AF2F3F2701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3" creationId="{8E0105E7-23DB-4CF2-8258-FF47C7620F6E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4" creationId="{074B4F7D-14B2-478B-8BF5-01E4E0C5D263}"/>
          </ac:spMkLst>
        </pc:spChg>
        <pc:picChg chg="del">
          <ac:chgData name="Zheng Fei" userId="d19317889db4c986" providerId="LiveId" clId="{5208695E-9764-E141-8C27-561FA6A33FAB}" dt="2022-02-24T01:53:20.453" v="2601" actId="21"/>
          <ac:picMkLst>
            <pc:docMk/>
            <pc:sldMk cId="1431905263" sldId="391"/>
            <ac:picMk id="3" creationId="{4031C3F8-C0D3-4913-B186-2618E7533AEB}"/>
          </ac:picMkLst>
        </pc:picChg>
      </pc:sldChg>
      <pc:sldChg chg="addSp delSp modSp mod ord">
        <pc:chgData name="Zheng Fei" userId="d19317889db4c986" providerId="LiveId" clId="{5208695E-9764-E141-8C27-561FA6A33FAB}" dt="2022-02-24T02:46:57.001" v="2966" actId="207"/>
        <pc:sldMkLst>
          <pc:docMk/>
          <pc:sldMk cId="3932442242" sldId="392"/>
        </pc:sldMkLst>
        <pc:spChg chg="mod">
          <ac:chgData name="Zheng Fei" userId="d19317889db4c986" providerId="LiveId" clId="{5208695E-9764-E141-8C27-561FA6A33FAB}" dt="2022-02-24T02:46:57.001" v="2966" actId="207"/>
          <ac:spMkLst>
            <pc:docMk/>
            <pc:sldMk cId="3932442242" sldId="392"/>
            <ac:spMk id="5" creationId="{4527AD1F-097F-4413-B410-C612E42FB89B}"/>
          </ac:spMkLst>
        </pc:spChg>
        <pc:picChg chg="add del mod">
          <ac:chgData name="Zheng Fei" userId="d19317889db4c986" providerId="LiveId" clId="{5208695E-9764-E141-8C27-561FA6A33FAB}" dt="2022-02-24T02:39:28.190" v="2903" actId="21"/>
          <ac:picMkLst>
            <pc:docMk/>
            <pc:sldMk cId="3932442242" sldId="392"/>
            <ac:picMk id="3" creationId="{312168F2-42EC-5449-AE3E-738473BAB7C8}"/>
          </ac:picMkLst>
        </pc:picChg>
        <pc:picChg chg="mod">
          <ac:chgData name="Zheng Fei" userId="d19317889db4c986" providerId="LiveId" clId="{5208695E-9764-E141-8C27-561FA6A33FAB}" dt="2022-02-24T02:46:12.801" v="2964" actId="1076"/>
          <ac:picMkLst>
            <pc:docMk/>
            <pc:sldMk cId="3932442242" sldId="392"/>
            <ac:picMk id="4" creationId="{B5A49BA5-E3E2-45F8-B7CB-2E34AF242C40}"/>
          </ac:picMkLst>
        </pc:picChg>
      </pc:sldChg>
      <pc:sldChg chg="addSp delSp modSp add mod">
        <pc:chgData name="Zheng Fei" userId="d19317889db4c986" providerId="LiveId" clId="{5208695E-9764-E141-8C27-561FA6A33FAB}" dt="2022-02-24T02:28:10.605" v="2731" actId="20577"/>
        <pc:sldMkLst>
          <pc:docMk/>
          <pc:sldMk cId="649363187" sldId="393"/>
        </pc:sldMkLst>
        <pc:spChg chg="mod">
          <ac:chgData name="Zheng Fei" userId="d19317889db4c986" providerId="LiveId" clId="{5208695E-9764-E141-8C27-561FA6A33FAB}" dt="2022-02-24T02:28:10.605" v="2731" actId="20577"/>
          <ac:spMkLst>
            <pc:docMk/>
            <pc:sldMk cId="649363187" sldId="393"/>
            <ac:spMk id="2" creationId="{E4C13EEE-99BF-E943-A53F-2A5707C4C9A7}"/>
          </ac:spMkLst>
        </pc:spChg>
        <pc:spChg chg="add del mod">
          <ac:chgData name="Zheng Fei" userId="d19317889db4c986" providerId="LiveId" clId="{5208695E-9764-E141-8C27-561FA6A33FAB}" dt="2022-02-24T02:23:16.744" v="2713"/>
          <ac:spMkLst>
            <pc:docMk/>
            <pc:sldMk cId="649363187" sldId="393"/>
            <ac:spMk id="3" creationId="{EAAFA907-EEF2-BF41-89D3-CD934ACBA143}"/>
          </ac:spMkLst>
        </pc:spChg>
      </pc:sldChg>
      <pc:sldChg chg="addSp delSp modSp del mod">
        <pc:chgData name="Zheng Fei" userId="d19317889db4c986" providerId="LiveId" clId="{5208695E-9764-E141-8C27-561FA6A33FAB}" dt="2022-02-24T02:12:43.881" v="2659" actId="2696"/>
        <pc:sldMkLst>
          <pc:docMk/>
          <pc:sldMk cId="1732217486" sldId="393"/>
        </pc:sldMkLst>
        <pc:spChg chg="add mod">
          <ac:chgData name="Zheng Fei" userId="d19317889db4c986" providerId="LiveId" clId="{5208695E-9764-E141-8C27-561FA6A33FAB}" dt="2022-02-24T02:12:00.260" v="2658" actId="20577"/>
          <ac:spMkLst>
            <pc:docMk/>
            <pc:sldMk cId="1732217486" sldId="393"/>
            <ac:spMk id="2" creationId="{E4C13EEE-99BF-E943-A53F-2A5707C4C9A7}"/>
          </ac:spMkLst>
        </pc:spChg>
        <pc:picChg chg="del">
          <ac:chgData name="Zheng Fei" userId="d19317889db4c986" providerId="LiveId" clId="{5208695E-9764-E141-8C27-561FA6A33FAB}" dt="2022-02-24T02:11:14.405" v="2647" actId="478"/>
          <ac:picMkLst>
            <pc:docMk/>
            <pc:sldMk cId="1732217486" sldId="393"/>
            <ac:picMk id="4" creationId="{00C5DAC1-4F48-495B-BAD0-2269B7AC736D}"/>
          </ac:picMkLst>
        </pc:picChg>
      </pc:sldChg>
      <pc:sldChg chg="del">
        <pc:chgData name="Zheng Fei" userId="d19317889db4c986" providerId="LiveId" clId="{5208695E-9764-E141-8C27-561FA6A33FAB}" dt="2022-02-24T02:47:23.359" v="2968" actId="2696"/>
        <pc:sldMkLst>
          <pc:docMk/>
          <pc:sldMk cId="1254709018" sldId="394"/>
        </pc:sldMkLst>
      </pc:sldChg>
      <pc:sldChg chg="add ord">
        <pc:chgData name="Zheng Fei" userId="d19317889db4c986" providerId="LiveId" clId="{5208695E-9764-E141-8C27-561FA6A33FAB}" dt="2022-02-24T02:47:46.780" v="2971" actId="20578"/>
        <pc:sldMkLst>
          <pc:docMk/>
          <pc:sldMk cId="458097628" sldId="395"/>
        </pc:sldMkLst>
      </pc:sldChg>
      <pc:sldChg chg="del">
        <pc:chgData name="Zheng Fei" userId="d19317889db4c986" providerId="LiveId" clId="{5208695E-9764-E141-8C27-561FA6A33FAB}" dt="2022-02-24T02:47:28.855" v="2969" actId="2696"/>
        <pc:sldMkLst>
          <pc:docMk/>
          <pc:sldMk cId="3424109515" sldId="395"/>
        </pc:sldMkLst>
      </pc:sldChg>
      <pc:sldChg chg="del">
        <pc:chgData name="Zheng Fei" userId="d19317889db4c986" providerId="LiveId" clId="{5208695E-9764-E141-8C27-561FA6A33FAB}" dt="2022-02-24T02:47:12.785" v="2967" actId="2696"/>
        <pc:sldMkLst>
          <pc:docMk/>
          <pc:sldMk cId="1926675108" sldId="396"/>
        </pc:sldMkLst>
      </pc:sldChg>
      <pc:sldChg chg="del">
        <pc:chgData name="Zheng Fei" userId="d19317889db4c986" providerId="LiveId" clId="{5208695E-9764-E141-8C27-561FA6A33FAB}" dt="2022-02-24T02:42:50.586" v="2922" actId="2696"/>
        <pc:sldMkLst>
          <pc:docMk/>
          <pc:sldMk cId="1849299568" sldId="397"/>
        </pc:sldMkLst>
      </pc:sldChg>
      <pc:sldChg chg="addSp delSp modSp mod">
        <pc:chgData name="Zheng Fei" userId="d19317889db4c986" providerId="LiveId" clId="{5208695E-9764-E141-8C27-561FA6A33FAB}" dt="2022-02-24T02:51:18.012" v="2986" actId="478"/>
        <pc:sldMkLst>
          <pc:docMk/>
          <pc:sldMk cId="2324191358" sldId="398"/>
        </pc:sldMkLst>
        <pc:picChg chg="mod">
          <ac:chgData name="Zheng Fei" userId="d19317889db4c986" providerId="LiveId" clId="{5208695E-9764-E141-8C27-561FA6A33FAB}" dt="2022-02-24T02:50:43.735" v="2983" actId="1076"/>
          <ac:picMkLst>
            <pc:docMk/>
            <pc:sldMk cId="2324191358" sldId="398"/>
            <ac:picMk id="3" creationId="{017B85F1-222E-4D87-A052-3B3E1D0924C2}"/>
          </ac:picMkLst>
        </pc:picChg>
        <pc:picChg chg="add mod">
          <ac:chgData name="Zheng Fei" userId="d19317889db4c986" providerId="LiveId" clId="{5208695E-9764-E141-8C27-561FA6A33FAB}" dt="2022-02-24T02:51:14.031" v="2984"/>
          <ac:picMkLst>
            <pc:docMk/>
            <pc:sldMk cId="2324191358" sldId="398"/>
            <ac:picMk id="4" creationId="{06B3544F-EF7A-F54A-8729-DAA83A9DD0DE}"/>
          </ac:picMkLst>
        </pc:picChg>
        <pc:picChg chg="add del mod">
          <ac:chgData name="Zheng Fei" userId="d19317889db4c986" providerId="LiveId" clId="{5208695E-9764-E141-8C27-561FA6A33FAB}" dt="2022-02-24T02:51:18.012" v="2986" actId="478"/>
          <ac:picMkLst>
            <pc:docMk/>
            <pc:sldMk cId="2324191358" sldId="398"/>
            <ac:picMk id="5" creationId="{8CDA0D91-914B-5F40-BD95-D69289BC7EE6}"/>
          </ac:picMkLst>
        </pc:picChg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1421180870" sldId="399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1888470829" sldId="39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3972932828" sldId="399"/>
        </pc:sldMkLst>
      </pc:sldChg>
      <pc:sldChg chg="addSp delSp modSp new mod setBg">
        <pc:chgData name="Zheng Fei" userId="d19317889db4c986" providerId="LiveId" clId="{5208695E-9764-E141-8C27-561FA6A33FAB}" dt="2022-02-24T02:39:44.040" v="2906" actId="26606"/>
        <pc:sldMkLst>
          <pc:docMk/>
          <pc:sldMk cId="968340686" sldId="400"/>
        </pc:sldMkLst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7" creationId="{F3060C83-F051-4F0E-ABAD-AA0DFC48B218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9" creationId="{83C98ABE-055B-441F-B07E-44F97F083C3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1" creationId="{29FDB030-9B49-4CED-8CCD-4D99382388AC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3" creationId="{3783CA14-24A1-485C-8B30-D6A5D87987AD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5" creationId="{9A97C86A-04D6-40F7-AE84-31AB43E6A846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7" creationId="{FF9F2414-84E8-453E-B1F3-389FDE8192D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9" creationId="{3ECA69A1-7536-43AC-85EF-C7106179F5ED}"/>
          </ac:spMkLst>
        </pc:spChg>
        <pc:picChg chg="add mod">
          <ac:chgData name="Zheng Fei" userId="d19317889db4c986" providerId="LiveId" clId="{5208695E-9764-E141-8C27-561FA6A33FAB}" dt="2022-02-24T02:39:44.040" v="2906" actId="26606"/>
          <ac:picMkLst>
            <pc:docMk/>
            <pc:sldMk cId="968340686" sldId="400"/>
            <ac:picMk id="2" creationId="{898C07E3-1529-E84B-9F70-8B5F218A11DA}"/>
          </ac:picMkLst>
        </pc:picChg>
      </pc:sldChg>
      <pc:sldChg chg="new del">
        <pc:chgData name="Zheng Fei" userId="d19317889db4c986" providerId="LiveId" clId="{5208695E-9764-E141-8C27-561FA6A33FAB}" dt="2022-02-24T02:37:56.093" v="2893" actId="2696"/>
        <pc:sldMkLst>
          <pc:docMk/>
          <pc:sldMk cId="946142263" sldId="401"/>
        </pc:sldMkLst>
      </pc:sldChg>
      <pc:sldChg chg="addSp delSp modSp new mod setBg">
        <pc:chgData name="Zheng Fei" userId="d19317889db4c986" providerId="LiveId" clId="{5208695E-9764-E141-8C27-561FA6A33FAB}" dt="2022-02-24T02:48:47.327" v="2980" actId="732"/>
        <pc:sldMkLst>
          <pc:docMk/>
          <pc:sldMk cId="3137213224" sldId="402"/>
        </pc:sldMkLst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1" creationId="{01D0AF59-99C3-4251-AB9A-C966C6AD4400}"/>
          </ac:spMkLst>
        </pc:spChg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3" creationId="{1855405F-37A2-4869-9154-F8BE3BECE6C3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5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7" creationId="{736F0DFD-0954-464F-BF12-DD2E6F6E0380}"/>
          </ac:spMkLst>
        </pc:spChg>
        <pc:picChg chg="add mod modCrop">
          <ac:chgData name="Zheng Fei" userId="d19317889db4c986" providerId="LiveId" clId="{5208695E-9764-E141-8C27-561FA6A33FAB}" dt="2022-02-24T02:48:25.213" v="2979" actId="1076"/>
          <ac:picMkLst>
            <pc:docMk/>
            <pc:sldMk cId="3137213224" sldId="402"/>
            <ac:picMk id="7" creationId="{F261B9FE-3C65-6C40-BD7E-E33FC77F3D4D}"/>
          </ac:picMkLst>
        </pc:picChg>
        <pc:picChg chg="add mod">
          <ac:chgData name="Zheng Fei" userId="d19317889db4c986" providerId="LiveId" clId="{5208695E-9764-E141-8C27-561FA6A33FAB}" dt="2022-02-24T02:48:47.327" v="2980" actId="732"/>
          <ac:picMkLst>
            <pc:docMk/>
            <pc:sldMk cId="3137213224" sldId="402"/>
            <ac:picMk id="1026" creationId="{10F92739-FD93-1F45-905F-3124C6D46B94}"/>
          </ac:picMkLst>
        </pc:picChg>
      </pc:sldChg>
      <pc:sldChg chg="addSp delSp modSp new mod setBg">
        <pc:chgData name="Zheng Fei" userId="d19317889db4c986" providerId="LiveId" clId="{5208695E-9764-E141-8C27-561FA6A33FAB}" dt="2022-02-24T02:49:03.156" v="2982"/>
        <pc:sldMkLst>
          <pc:docMk/>
          <pc:sldMk cId="2259089914" sldId="403"/>
        </pc:sldMkLst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1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3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9:03.156" v="2982"/>
          <ac:picMkLst>
            <pc:docMk/>
            <pc:sldMk cId="2259089914" sldId="403"/>
            <ac:picMk id="5" creationId="{8C9F9FC1-FB4F-A84A-9D04-133A1E0DC0F7}"/>
          </ac:picMkLst>
        </pc:picChg>
        <pc:picChg chg="add mod">
          <ac:chgData name="Zheng Fei" userId="d19317889db4c986" providerId="LiveId" clId="{5208695E-9764-E141-8C27-561FA6A33FAB}" dt="2022-02-24T02:48:54.936" v="2981" actId="732"/>
          <ac:picMkLst>
            <pc:docMk/>
            <pc:sldMk cId="2259089914" sldId="403"/>
            <ac:picMk id="2050" creationId="{4FAB9F1B-02AB-9149-BF33-0FB11D6035B6}"/>
          </ac:picMkLst>
        </pc:picChg>
      </pc:sldChg>
      <pc:sldChg chg="addSp modSp add mod ord">
        <pc:chgData name="Zheng Fei" userId="d19317889db4c986" providerId="LiveId" clId="{5208695E-9764-E141-8C27-561FA6A33FAB}" dt="2022-02-24T02:28:04.560" v="2722" actId="20577"/>
        <pc:sldMkLst>
          <pc:docMk/>
          <pc:sldMk cId="2063477856" sldId="404"/>
        </pc:sldMkLst>
        <pc:spChg chg="mod">
          <ac:chgData name="Zheng Fei" userId="d19317889db4c986" providerId="LiveId" clId="{5208695E-9764-E141-8C27-561FA6A33FAB}" dt="2022-02-24T02:28:04.560" v="2722" actId="20577"/>
          <ac:spMkLst>
            <pc:docMk/>
            <pc:sldMk cId="2063477856" sldId="404"/>
            <ac:spMk id="2" creationId="{E4C13EEE-99BF-E943-A53F-2A5707C4C9A7}"/>
          </ac:spMkLst>
        </pc:spChg>
        <pc:spChg chg="add mod">
          <ac:chgData name="Zheng Fei" userId="d19317889db4c986" providerId="LiveId" clId="{5208695E-9764-E141-8C27-561FA6A33FAB}" dt="2022-02-24T02:27:58.487" v="2721" actId="20577"/>
          <ac:spMkLst>
            <pc:docMk/>
            <pc:sldMk cId="2063477856" sldId="404"/>
            <ac:spMk id="3" creationId="{1746D604-ADD4-224A-823D-621F79B7436F}"/>
          </ac:spMkLst>
        </pc:spChg>
        <pc:picChg chg="add mod">
          <ac:chgData name="Zheng Fei" userId="d19317889db4c986" providerId="LiveId" clId="{5208695E-9764-E141-8C27-561FA6A33FAB}" dt="2022-02-24T02:20:32.596" v="2704" actId="732"/>
          <ac:picMkLst>
            <pc:docMk/>
            <pc:sldMk cId="2063477856" sldId="404"/>
            <ac:picMk id="3074" creationId="{30CC6F2B-D994-E145-B130-AF99762E85EB}"/>
          </ac:picMkLst>
        </pc:picChg>
      </pc:sldChg>
      <pc:sldChg chg="addSp modSp new mod setBg">
        <pc:chgData name="Zheng Fei" userId="d19317889db4c986" providerId="LiveId" clId="{5208695E-9764-E141-8C27-561FA6A33FAB}" dt="2022-02-24T02:37:11.849" v="2890"/>
        <pc:sldMkLst>
          <pc:docMk/>
          <pc:sldMk cId="2485594626" sldId="405"/>
        </pc:sldMkLst>
        <pc:spChg chg="add mod">
          <ac:chgData name="Zheng Fei" userId="d19317889db4c986" providerId="LiveId" clId="{5208695E-9764-E141-8C27-561FA6A33FAB}" dt="2022-02-24T02:36:31.021" v="2880" actId="1076"/>
          <ac:spMkLst>
            <pc:docMk/>
            <pc:sldMk cId="2485594626" sldId="405"/>
            <ac:spMk id="4" creationId="{1E713C10-19E1-DA44-AC78-BF56F50D7DC9}"/>
          </ac:spMkLst>
        </pc:spChg>
        <pc:spChg chg="add mod">
          <ac:chgData name="Zheng Fei" userId="d19317889db4c986" providerId="LiveId" clId="{5208695E-9764-E141-8C27-561FA6A33FAB}" dt="2022-02-24T02:32:43.181" v="2820" actId="1076"/>
          <ac:spMkLst>
            <pc:docMk/>
            <pc:sldMk cId="2485594626" sldId="405"/>
            <ac:spMk id="5" creationId="{495BCDAB-FA7E-C94F-8FED-E7B5CCF9A186}"/>
          </ac:spMkLst>
        </pc:spChg>
        <pc:spChg chg="add mod">
          <ac:chgData name="Zheng Fei" userId="d19317889db4c986" providerId="LiveId" clId="{5208695E-9764-E141-8C27-561FA6A33FAB}" dt="2022-02-24T02:32:36.428" v="2818" actId="1076"/>
          <ac:spMkLst>
            <pc:docMk/>
            <pc:sldMk cId="2485594626" sldId="405"/>
            <ac:spMk id="7" creationId="{0BFB104C-6003-8E4E-B422-CFD6094451DF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8" creationId="{5F879AC3-D4CE-493C-ADC7-06205677F4F8}"/>
          </ac:spMkLst>
        </pc:spChg>
        <pc:spChg chg="add mod">
          <ac:chgData name="Zheng Fei" userId="d19317889db4c986" providerId="LiveId" clId="{5208695E-9764-E141-8C27-561FA6A33FAB}" dt="2022-02-24T02:36:45.316" v="2883" actId="1076"/>
          <ac:spMkLst>
            <pc:docMk/>
            <pc:sldMk cId="2485594626" sldId="405"/>
            <ac:spMk id="9" creationId="{C074442B-E1FE-E64B-A163-CCEFBE5C4950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10" creationId="{736F0DFD-0954-464F-BF12-DD2E6F6E0380}"/>
          </ac:spMkLst>
        </pc:spChg>
        <pc:spChg chg="add mod">
          <ac:chgData name="Zheng Fei" userId="d19317889db4c986" providerId="LiveId" clId="{5208695E-9764-E141-8C27-561FA6A33FAB}" dt="2022-02-24T02:36:41.650" v="2882" actId="1076"/>
          <ac:spMkLst>
            <pc:docMk/>
            <pc:sldMk cId="2485594626" sldId="405"/>
            <ac:spMk id="11" creationId="{1F850635-A4E0-2D45-9568-82D0EE263215}"/>
          </ac:spMkLst>
        </pc:spChg>
        <pc:graphicFrameChg chg="add mod modGraphic">
          <ac:chgData name="Zheng Fei" userId="d19317889db4c986" providerId="LiveId" clId="{5208695E-9764-E141-8C27-561FA6A33FAB}" dt="2022-02-24T02:37:09.015" v="2888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add mod modGraphic">
          <ac:chgData name="Zheng Fei" userId="d19317889db4c986" providerId="LiveId" clId="{5208695E-9764-E141-8C27-561FA6A33FAB}" dt="2022-02-24T02:37:11.849" v="2890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addSp modSp new">
        <pc:chgData name="Zheng Fei" userId="d19317889db4c986" providerId="LiveId" clId="{5208695E-9764-E141-8C27-561FA6A33FAB}" dt="2022-02-24T02:37:41.950" v="2892"/>
        <pc:sldMkLst>
          <pc:docMk/>
          <pc:sldMk cId="2900219743" sldId="406"/>
        </pc:sldMkLst>
        <pc:spChg chg="add mod">
          <ac:chgData name="Zheng Fei" userId="d19317889db4c986" providerId="LiveId" clId="{5208695E-9764-E141-8C27-561FA6A33FAB}" dt="2022-02-24T02:37:41.950" v="2892"/>
          <ac:spMkLst>
            <pc:docMk/>
            <pc:sldMk cId="2900219743" sldId="406"/>
            <ac:spMk id="2" creationId="{84546DDB-1B2C-4946-872F-1056995C7057}"/>
          </ac:spMkLst>
        </pc:spChg>
      </pc:sldChg>
      <pc:sldChg chg="addSp delSp modSp new mod setBg">
        <pc:chgData name="Zheng Fei" userId="d19317889db4c986" providerId="LiveId" clId="{5208695E-9764-E141-8C27-561FA6A33FAB}" dt="2022-02-24T02:41:59.466" v="2915" actId="26606"/>
        <pc:sldMkLst>
          <pc:docMk/>
          <pc:sldMk cId="4284922600" sldId="407"/>
        </pc:sldMkLst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7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9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1:59.466" v="2915" actId="26606"/>
          <ac:picMkLst>
            <pc:docMk/>
            <pc:sldMk cId="4284922600" sldId="407"/>
            <ac:picMk id="2" creationId="{CA28E320-42B2-5941-8D82-78E19863407C}"/>
          </ac:picMkLst>
        </pc:picChg>
      </pc:sldChg>
      <pc:sldChg chg="addSp modSp new mod">
        <pc:chgData name="Zheng Fei" userId="d19317889db4c986" providerId="LiveId" clId="{5208695E-9764-E141-8C27-561FA6A33FAB}" dt="2022-02-24T02:51:44.131" v="2993" actId="1076"/>
        <pc:sldMkLst>
          <pc:docMk/>
          <pc:sldMk cId="1485639274" sldId="408"/>
        </pc:sldMkLst>
        <pc:picChg chg="add mod">
          <ac:chgData name="Zheng Fei" userId="d19317889db4c986" providerId="LiveId" clId="{5208695E-9764-E141-8C27-561FA6A33FAB}" dt="2022-02-24T02:51:29.515" v="2988"/>
          <ac:picMkLst>
            <pc:docMk/>
            <pc:sldMk cId="1485639274" sldId="408"/>
            <ac:picMk id="2" creationId="{C5541B0C-B2A5-A144-BF16-460CC995183F}"/>
          </ac:picMkLst>
        </pc:picChg>
        <pc:picChg chg="add mod">
          <ac:chgData name="Zheng Fei" userId="d19317889db4c986" providerId="LiveId" clId="{5208695E-9764-E141-8C27-561FA6A33FAB}" dt="2022-02-24T02:51:44.131" v="2993" actId="1076"/>
          <ac:picMkLst>
            <pc:docMk/>
            <pc:sldMk cId="1485639274" sldId="408"/>
            <ac:picMk id="4" creationId="{F6D37B0F-61AE-B140-85B9-EC8DA2A68039}"/>
          </ac:picMkLst>
        </pc:picChg>
      </pc:sldChg>
    </pc:docChg>
  </pc:docChgLst>
  <pc:docChgLst>
    <pc:chgData name="Zheng Fei" userId="d19317889db4c986" providerId="LiveId" clId="{3271D5D9-01F6-E94D-8F33-B415B5E3ECC8}"/>
    <pc:docChg chg="delSld">
      <pc:chgData name="Zheng Fei" userId="d19317889db4c986" providerId="LiveId" clId="{3271D5D9-01F6-E94D-8F33-B415B5E3ECC8}" dt="2022-02-24T02:54:43.713" v="0" actId="2696"/>
      <pc:docMkLst>
        <pc:docMk/>
      </pc:docMkLst>
      <pc:sldChg chg="del">
        <pc:chgData name="Zheng Fei" userId="d19317889db4c986" providerId="LiveId" clId="{3271D5D9-01F6-E94D-8F33-B415B5E3ECC8}" dt="2022-02-24T02:54:43.713" v="0" actId="2696"/>
        <pc:sldMkLst>
          <pc:docMk/>
          <pc:sldMk cId="3140837993" sldId="25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6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597955191" sldId="27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8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26888976" sldId="30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50651053" sldId="32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3596754" sldId="32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45921664" sldId="33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88734997" sldId="33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779396015" sldId="33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72499561" sldId="33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08672986" sldId="33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4231211157" sldId="33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378953" sldId="33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94529122" sldId="34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4298555" sldId="34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82227545" sldId="34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17927023" sldId="34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947026" sldId="34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241530" sldId="34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214083559" sldId="34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31330976" sldId="34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61903184" sldId="34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703298968" sldId="38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71714698" sldId="38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46259250" sldId="38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848197513" sldId="388"/>
        </pc:sldMkLst>
      </pc:sldChg>
    </pc:docChg>
  </pc:docChgLst>
  <pc:docChgLst>
    <pc:chgData name="Zheng Fei" userId="d19317889db4c986" providerId="LiveId" clId="{E29F2B5C-7253-44F5-A844-313DA2AE15EF}"/>
    <pc:docChg chg="undo custSel addSld delSld modSld">
      <pc:chgData name="Zheng Fei" userId="d19317889db4c986" providerId="LiveId" clId="{E29F2B5C-7253-44F5-A844-313DA2AE15EF}" dt="2022-03-10T16:31:38.721" v="18" actId="26606"/>
      <pc:docMkLst>
        <pc:docMk/>
      </pc:docMkLst>
      <pc:sldChg chg="del">
        <pc:chgData name="Zheng Fei" userId="d19317889db4c986" providerId="LiveId" clId="{E29F2B5C-7253-44F5-A844-313DA2AE15EF}" dt="2022-03-10T16:28:11.610" v="0" actId="47"/>
        <pc:sldMkLst>
          <pc:docMk/>
          <pc:sldMk cId="1263244444" sldId="352"/>
        </pc:sldMkLst>
      </pc:sldChg>
      <pc:sldChg chg="addSp delSp modSp new mod setBg">
        <pc:chgData name="Zheng Fei" userId="d19317889db4c986" providerId="LiveId" clId="{E29F2B5C-7253-44F5-A844-313DA2AE15EF}" dt="2022-03-10T16:31:38.721" v="18" actId="26606"/>
        <pc:sldMkLst>
          <pc:docMk/>
          <pc:sldMk cId="1825259269" sldId="381"/>
        </pc:sldMkLst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8.721" v="18" actId="26606"/>
          <ac:picMkLst>
            <pc:docMk/>
            <pc:sldMk cId="1825259269" sldId="381"/>
            <ac:picMk id="3" creationId="{385E40B7-4898-4F83-90A3-731D5B28528B}"/>
          </ac:picMkLst>
        </pc:picChg>
      </pc:sldChg>
      <pc:sldChg chg="addSp delSp modSp new mod setBg">
        <pc:chgData name="Zheng Fei" userId="d19317889db4c986" providerId="LiveId" clId="{E29F2B5C-7253-44F5-A844-313DA2AE15EF}" dt="2022-03-10T16:31:37.952" v="17" actId="26606"/>
        <pc:sldMkLst>
          <pc:docMk/>
          <pc:sldMk cId="221761113" sldId="382"/>
        </pc:sldMkLst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7.952" v="17" actId="26606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new mod">
        <pc:chgData name="Zheng Fei" userId="d19317889db4c986" providerId="LiveId" clId="{E29F2B5C-7253-44F5-A844-313DA2AE15EF}" dt="2022-03-10T16:30:01.792" v="6" actId="22"/>
        <pc:sldMkLst>
          <pc:docMk/>
          <pc:sldMk cId="655954987" sldId="383"/>
        </pc:sldMkLst>
        <pc:picChg chg="add">
          <ac:chgData name="Zheng Fei" userId="d19317889db4c986" providerId="LiveId" clId="{E29F2B5C-7253-44F5-A844-313DA2AE15EF}" dt="2022-03-10T16:30:01.792" v="6" actId="22"/>
          <ac:picMkLst>
            <pc:docMk/>
            <pc:sldMk cId="655954987" sldId="383"/>
            <ac:picMk id="3" creationId="{F0BE729E-E188-4A2D-8AF1-6132672EC358}"/>
          </ac:picMkLst>
        </pc:picChg>
      </pc:sldChg>
      <pc:sldChg chg="addSp new mod">
        <pc:chgData name="Zheng Fei" userId="d19317889db4c986" providerId="LiveId" clId="{E29F2B5C-7253-44F5-A844-313DA2AE15EF}" dt="2022-03-10T16:30:18.916" v="8" actId="22"/>
        <pc:sldMkLst>
          <pc:docMk/>
          <pc:sldMk cId="932541945" sldId="384"/>
        </pc:sldMkLst>
        <pc:picChg chg="add">
          <ac:chgData name="Zheng Fei" userId="d19317889db4c986" providerId="LiveId" clId="{E29F2B5C-7253-44F5-A844-313DA2AE15EF}" dt="2022-03-10T16:30:18.916" v="8" actId="22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new mod">
        <pc:chgData name="Zheng Fei" userId="d19317889db4c986" providerId="LiveId" clId="{E29F2B5C-7253-44F5-A844-313DA2AE15EF}" dt="2022-03-10T16:30:34.741" v="10" actId="22"/>
        <pc:sldMkLst>
          <pc:docMk/>
          <pc:sldMk cId="809317833" sldId="385"/>
        </pc:sldMkLst>
        <pc:picChg chg="add">
          <ac:chgData name="Zheng Fei" userId="d19317889db4c986" providerId="LiveId" clId="{E29F2B5C-7253-44F5-A844-313DA2AE15EF}" dt="2022-03-10T16:30:34.741" v="10" actId="22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new mod">
        <pc:chgData name="Zheng Fei" userId="d19317889db4c986" providerId="LiveId" clId="{E29F2B5C-7253-44F5-A844-313DA2AE15EF}" dt="2022-03-10T16:30:49.199" v="12" actId="22"/>
        <pc:sldMkLst>
          <pc:docMk/>
          <pc:sldMk cId="2947450005" sldId="386"/>
        </pc:sldMkLst>
        <pc:picChg chg="add">
          <ac:chgData name="Zheng Fei" userId="d19317889db4c986" providerId="LiveId" clId="{E29F2B5C-7253-44F5-A844-313DA2AE15EF}" dt="2022-03-10T16:30:49.199" v="12" actId="22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new mod">
        <pc:chgData name="Zheng Fei" userId="d19317889db4c986" providerId="LiveId" clId="{E29F2B5C-7253-44F5-A844-313DA2AE15EF}" dt="2022-03-10T16:31:14.305" v="14" actId="22"/>
        <pc:sldMkLst>
          <pc:docMk/>
          <pc:sldMk cId="1112543019" sldId="387"/>
        </pc:sldMkLst>
        <pc:picChg chg="add">
          <ac:chgData name="Zheng Fei" userId="d19317889db4c986" providerId="LiveId" clId="{E29F2B5C-7253-44F5-A844-313DA2AE15EF}" dt="2022-03-10T16:31:14.305" v="14" actId="22"/>
          <ac:picMkLst>
            <pc:docMk/>
            <pc:sldMk cId="1112543019" sldId="387"/>
            <ac:picMk id="3" creationId="{1C427D47-2D28-4B45-A03B-8F3AF510A1B7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7.emf"/><Relationship Id="rId1" Type="http://schemas.openxmlformats.org/officeDocument/2006/relationships/image" Target="../media/image52.emf"/><Relationship Id="rId4" Type="http://schemas.openxmlformats.org/officeDocument/2006/relationships/image" Target="../media/image5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png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8.emf"/><Relationship Id="rId7" Type="http://schemas.openxmlformats.org/officeDocument/2006/relationships/image" Target="../media/image72.emf"/><Relationship Id="rId12" Type="http://schemas.openxmlformats.org/officeDocument/2006/relationships/image" Target="../media/image77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11" Type="http://schemas.openxmlformats.org/officeDocument/2006/relationships/image" Target="../media/image76.emf"/><Relationship Id="rId5" Type="http://schemas.openxmlformats.org/officeDocument/2006/relationships/image" Target="../media/image70.emf"/><Relationship Id="rId10" Type="http://schemas.openxmlformats.org/officeDocument/2006/relationships/image" Target="../media/image75.emf"/><Relationship Id="rId4" Type="http://schemas.openxmlformats.org/officeDocument/2006/relationships/image" Target="../media/image69.emf"/><Relationship Id="rId9" Type="http://schemas.openxmlformats.org/officeDocument/2006/relationships/image" Target="../media/image7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4" Type="http://schemas.openxmlformats.org/officeDocument/2006/relationships/image" Target="../media/image8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6" Type="http://schemas.openxmlformats.org/officeDocument/2006/relationships/image" Target="../media/image92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image" Target="../media/image94.emf"/><Relationship Id="rId4" Type="http://schemas.openxmlformats.org/officeDocument/2006/relationships/image" Target="../media/image97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image" Target="../media/image8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4" Type="http://schemas.openxmlformats.org/officeDocument/2006/relationships/image" Target="../media/image13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image" Target="../media/image8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45.emf"/><Relationship Id="rId1" Type="http://schemas.openxmlformats.org/officeDocument/2006/relationships/image" Target="../media/image144.emf"/><Relationship Id="rId4" Type="http://schemas.openxmlformats.org/officeDocument/2006/relationships/image" Target="../media/image147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ea typeface="KaiTi" panose="02010609060101010101" pitchFamily="49" charset="-122"/>
              </a:rPr>
              <a:t>2023/05/09</a:t>
            </a:fld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ea typeface="KaiTi" panose="02010609060101010101" pitchFamily="49" charset="-122"/>
              </a:rPr>
              <a:t>‹#›</a:t>
            </a:fld>
            <a:endParaRPr lang="zh-CN" altLang="en-US" dirty="0"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13:17:24.055"/>
    </inkml:context>
    <inkml:brush xml:id="br0">
      <inkml:brushProperty name="width" value="0.2" units="cm"/>
      <inkml:brushProperty name="height" value="0.4" units="cm"/>
      <inkml:brushProperty name="color" value="#FF7E79"/>
      <inkml:brushProperty name="tip" value="rectangle"/>
      <inkml:brushProperty name="rasterOp" value="maskPen"/>
    </inkml:brush>
  </inkml:definitions>
  <inkml:trace contextRef="#ctx0" brushRef="#br0">724 52 16383,'26'3'0,"-3"0"0,-17-3 0,0 0 0,0 16 0,-6-6 0,2 10 0,-4-8 0,-1-3 0,2 0 0,-4 6 0,4-8 0,-4 5 0,1-4 0,1 2 0,-3 2 0,3-3 0,-1 3 0,-4-6 0,4 3 0,-10-5 0,3-7 0,-4-1 0,3-5 0,0 5 0,-3-4 0,4 4 0,-3-2 0,7 0 0,-2 3 0,-2-1 0,3-1 0,-6 4 0,1-4 0,3 4 0,-2-2 0,4 3 0,-2 0 0,-2 6 0,2-5 0,1 7 0,0-2 0,2-2 0,-4 7 0,4-10 0,-2 8 0,0-3 0,2 0 0,25-22 0,-12 11 0,22-20 0,-22 18 0,0 4 0,6-5 0,-5 4 0,5-2 0,-6-3 0,2 5 0,-1-5 0,5 3 0,-6 0 0,3 0 0,-33 21 0,15-10 0,-26 17 0,26-16 0,0 0 0,0 0 0,2 0 0,-5 3 0,6-5 0,-3 7 0,0-7 0,2 8 0,-2-6 0,3 3 0,0 0 0,-1-2 0,1 4 0,0-4 0,0 7 0,0-9 0,0 6 0,-3 0 0,2-3 0,1 6 0,0-8 0,0 3 0,-1-2 0,-2 4 0,0-4 0,0 2 0,-1-3 0,1 0 0,1 3 0,1-5 0,-5 7 0,5-10 0,-2 7 0,0-2 0,3 1 0,-3 2 0,0-3 0,2 0 0,-2 2 0,3-1 0,0 5 0,2-3 0,-1 0 0,1 3 0,-2-5 0,3 4 0,-3-2 0,3 1 0,-3 1 0,0-1 0,2-1 0,-1 3 0,1-6 0,-2 6 0,0-6 0,0 6 0,0-3 0,2 1 0,-1 1 0,1-4 0,-2 4 0,0-4 0,0 5 0,0-3 0,2 0 0,1 3 0,1-3 0,1 1 0,-4 1 0,4-1 0,-2-1 0,3 5 0,0-6 0,-3 6 0,3-5 0,-3 3 0,3 0 0,0-2 0,-3 1 0,3-1 0,-3 2 0,3 0 0,0-3 0,-3 3 0,2-3 0,-1 3 0,2 1 0,0-4 0,-3 2 0,2-1 0,-2 2 0,3 0 0,0-3 0,0 3 0,0-3 0,0 4 0,0-1 0,0-3 0,0 3 0,0-3 0,0 3 0,3-2 0,-2 1 0,4-2 0,-4 1 0,4 1 0,-4-1 0,4-1 0,-4 3 0,2-3 0,-1 0 0,-1 3 0,4 0 0,-4-2 0,2 2 0,-1-1 0,-1-3 0,2 6 0,8-10 0,-3-2 0,7-5 0,-4-3 0,-4 0 0,4 0 0,-1-1 0,2 1 0,-3 3 0,0-3 0,2 3 0,-3-1 0,9-4 0,-7 1 0,2 1 0,-3-3 0,-3 6 0,3-3 0,0-3 0,-2 2 0,1-2 0,-2 3 0,1 0 0,1-3 0,-2 2 0,0-2 0,3 0 0,-2 2 0,2-2 0,-1 3 0,-1 0 0,5-3 0,-6 2 0,3-1 0,0 1 0,-2 1 0,1-3 0,-2 2 0,0-1 0,3-1 0,-2 5 0,2-7 0,-1 6 0,-4-3 0,10-1 0,-9 5 0,6-5 0,-2 6 0,-2-3 0,4 0 0,-4-1 0,4 1 0,-1 0 0,-1 0 0,0 0 0,0-3 0,-3 5 0,6-4 0,-6 4 0,3-2 0,0-3 0,-2 5 0,4-7 0,-4 7 0,2-5 0,-1 0 0,-1 2 0,2-4 0,-3 4 0,0-2 0,0 0 0,0 2 0,0-5 0,0 6 0,0-6 0,0 5 0,-2-4 0,1 1 0,-4 0 0,4-1 0,-2 4 0,3-5 0,1 5 0,-1-4 0,0 4 0,0-2 0,0 0 0,0-1 0,0-2 0,-3 3 0,3 0 0,-3 0 0,6-1 0,-5 1 0,4 0 0,-7 0 0,4-1 0,-2 1 0,3-3 0,0 5 0,0-4 0,1 1 0,-1-2 0,-3 2 0,2 1 0,-1 0 0,2 0 0,-3-1 0,3-2 0,-6 3 0,3-1 0,-3-1 0,0 1 0,0-2 0,0 2 0,-3-2 0,2 3 0,-1-1 0,2-1 0,0 1 0,-3 0 0,2-1 0,-1 1 0,2-2 0,0 2 0,0-1 0,-3 1 0,2 1 0,-2-3 0,3 2 0,0-2 0,-2 2 0,1-1 0,-2 1 0,3-2 0,0 2 0,0-1 0,0 1 0,0-2 0,0 2 0,0-1 0,0 1 0,0-2 0,0 2 0,0-2 0,-3 0 0,3 2 0,-3-2 0,0 3 0,3 0 0,-6-4 0,5 4 0,-18 27 0,15-9 0,-19 27 0,16-17 0,-5 4 0,3-7 0,-2 14 0,2-15 0,-2 11 0,5-14 0,1 2 0,1-6 0,1 3 0,-3-2 0,3-2 0,-3 4 0,-1-1 0,1 2 0,3-3 0,-3 0 0,3 0 0,-3 0 0,0 3 0,2-2 0,-1 1 0,1 6 0,-3-5 0,3 21 0,-1-23 0,4 20 0,-5-22 0,6 6 0,-3 0 0,0-6 0,3 6 0,-3-1 0,0-5 0,2 6 0,-1-5 0,-1 0 0,2 11 0,-4-9 0,4 6 0,-2-8 0,0 5 0,-1-3 0,0 2 0,-1-1 0,4-2 0,-5 2 0,6 0 0,-6-6 0,3 6 0,-1-3 0,-1 1 0,2 1 0,-4-4 0,-1 4 0,3-4 0,-3 2 0,2 0 0,-1-3 0,-2 3 0,0 0 0,3-5 0,-6 4 0,5-5 0,-2 3 0,0 0 0,2 0 0,-4 0 0,1-2 0,1 1 0,-3-1 0,2 2 0,1 0 0,0 0 0,0-3 0,-1 2 0,1-1 0,0 2 0,0 0 0,2 0 0,-2 3 0,3-3 0,-3 3 0,2-3 0,-2 0 0,1 0 0,1 0 0,-5-21 0,8-26 0,-2-7 0,6-18 0,0 22 0,15-10 0,-9 25 0,12-1 0,-10 21 0,-1 2 0,2-2 0,-1 0 0,-1 5 0,5-1 0,-3 5 0,3 0 0,0-3 0,0 2 0,-2-1 0,1 2 0,-1-3 0,2 2 0,-3-2 0,3 3 0,-3 0 0,-2 11 0,-2 0 0,-5 5 0,-3-5 0,-8 3 0,5-6 0,-7 4 0,9-7 0,-5 1 0,0 4 0,-4-1 0,4 0 0,-3-6 0,5 3 0,-4-3 0,4 3 0,-5 0 0,5 3 0,-4-2 0,1 1 0,1-2 0,0 1 0,0-1 0,2 0 0,-5 0 0,5 0 0,-1 0 0,-1 3 0,-1-3 0,0 3 0,2-3 0,1 0 0,-1 3 0,1-2 0,-2 1 0,0 4 0,2-5 0,-2 2 0,3-1 0,-3-4 0,2 5 0,-4-3 0,4-3 0,-5 5 0,3-6 0,-1 3 0,-2-2 0,5 0 0,-4 3 0,4 0 0,-5 0 0,3 0 0,-1-2 0,-1 1 0,1-1 0,0-1 0,39-12 0,-7 3 0,22-10 0,-19 9 0,-12 4 0,-1-3 0,-3 6 0,-3-3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>
            <a:extLst>
              <a:ext uri="{FF2B5EF4-FFF2-40B4-BE49-F238E27FC236}">
                <a16:creationId xmlns:a16="http://schemas.microsoft.com/office/drawing/2014/main" id="{AEB85D15-41F7-F927-A616-E2CCA52D4E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文本占位符 2">
            <a:extLst>
              <a:ext uri="{FF2B5EF4-FFF2-40B4-BE49-F238E27FC236}">
                <a16:creationId xmlns:a16="http://schemas.microsoft.com/office/drawing/2014/main" id="{0DD9DF95-E188-4A05-D644-00AA93561480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D2454CF9-6888-656C-3E6C-6D0D33D73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E088E4-F0B3-544E-8F2F-BC3D1655DF18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>
            <a:extLst>
              <a:ext uri="{FF2B5EF4-FFF2-40B4-BE49-F238E27FC236}">
                <a16:creationId xmlns:a16="http://schemas.microsoft.com/office/drawing/2014/main" id="{AA7438F7-197A-8205-6EC1-BC188EDAF9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4" name="文本占位符 2">
            <a:extLst>
              <a:ext uri="{FF2B5EF4-FFF2-40B4-BE49-F238E27FC236}">
                <a16:creationId xmlns:a16="http://schemas.microsoft.com/office/drawing/2014/main" id="{8044DA26-771C-FA92-BE1D-B5DAE65647DC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55" name="灯片编号占位符 3">
            <a:extLst>
              <a:ext uri="{FF2B5EF4-FFF2-40B4-BE49-F238E27FC236}">
                <a16:creationId xmlns:a16="http://schemas.microsoft.com/office/drawing/2014/main" id="{CAB30740-9A35-07B2-F29B-182BCFA76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2628AB-B057-0B42-A859-0C2467B65C93}" type="slidenum">
              <a:rPr lang="zh-CN" altLang="en-US" sz="1200" smtClean="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>
            <a:extLst>
              <a:ext uri="{FF2B5EF4-FFF2-40B4-BE49-F238E27FC236}">
                <a16:creationId xmlns:a16="http://schemas.microsoft.com/office/drawing/2014/main" id="{FAACEDED-AA48-4BD9-6564-79B9651346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6" name="文本占位符 2">
            <a:extLst>
              <a:ext uri="{FF2B5EF4-FFF2-40B4-BE49-F238E27FC236}">
                <a16:creationId xmlns:a16="http://schemas.microsoft.com/office/drawing/2014/main" id="{73CEA67F-0D1B-6B4B-B366-C029F694FFA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67" name="灯片编号占位符 3">
            <a:extLst>
              <a:ext uri="{FF2B5EF4-FFF2-40B4-BE49-F238E27FC236}">
                <a16:creationId xmlns:a16="http://schemas.microsoft.com/office/drawing/2014/main" id="{31184083-3617-F390-517D-41331113C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6AE919-20DB-5A4A-B04D-3092D2C17ED7}" type="slidenum">
              <a:rPr lang="zh-CN" altLang="en-US" sz="1200" smtClean="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9F606A-999E-344F-9158-DDC26E4C410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07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>
            <a:extLst>
              <a:ext uri="{FF2B5EF4-FFF2-40B4-BE49-F238E27FC236}">
                <a16:creationId xmlns:a16="http://schemas.microsoft.com/office/drawing/2014/main" id="{C4D75289-91D3-EC41-ABF5-73109A10C9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文本占位符 2">
            <a:extLst>
              <a:ext uri="{FF2B5EF4-FFF2-40B4-BE49-F238E27FC236}">
                <a16:creationId xmlns:a16="http://schemas.microsoft.com/office/drawing/2014/main" id="{5E09184B-B509-86AA-5EC9-62AD8A65D91D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FB6B4209-A5D8-3717-88F5-3998F2AEAB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934E6B-C7DC-6F40-B766-1C1732F8695E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01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294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690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34BB88-DFB4-FD47-AEFA-A75D697B63CF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068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089BE7-7F23-CB4A-B0A6-B2AD046BA55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713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D82EE-9E5D-4394-97C3-36CC9E3DC0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169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D82EE-9E5D-4394-97C3-36CC9E3DC0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23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232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C0B40B2-0E66-EE4D-3B3E-E2FA7020422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B70D6F2-1CDE-3849-BF44-72720BECB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0E3E550-1240-A1CD-2D71-6C86F0940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8C52909-DC42-AC6B-CA44-BCFF09076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C6E81F4-E2A2-2924-5633-F564C3911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8812CB9-AF68-5654-707F-F55A8A4D2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D680967-7327-2F03-8433-17A2E6A05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CA13210-5D5B-FB65-6F48-4D8808670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12961B29-40B9-67C6-3155-768DB9A0C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0A1888E4-B486-08D7-6108-FCB19D699B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</p:grpSp>
      <p:sp>
        <p:nvSpPr>
          <p:cNvPr id="635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35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2271D18-942D-A235-AC9B-9963415B6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D73DF9F-E06E-2F6A-41DE-EB38BC71E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913CDDF-5E99-7A84-E14C-822A1E3D3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F1A5B88-941E-DF4C-9551-7FDAA993B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548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EA35868-DC94-E193-698D-E5447F9F0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27F60FD-FDA0-E2FB-C5CD-01C678FF5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8A6500-7273-DDF2-6B4B-1FA85CB0BD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6CAB-D2AD-FE4E-BE59-C7711DB1F1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919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38602C-5D93-8ED4-8A9E-C87339918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40A8852-7F0D-E3E9-240A-802D28287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8A2E73B-ED7C-3B4B-A69A-CE9E97736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AA48C-F9CB-724F-9D90-543756B60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650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65EB2BE-3659-936D-339A-2C2777C4B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56D318-7B64-6298-CEE6-DB29F837B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9D64EB-8662-272F-9AAD-B38B2E89B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42AD7-9DBC-7443-B9D6-16B4689B4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398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3520E00-9298-F45E-6B98-2CB638064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4A3F51F-D9AB-8854-227C-31519BE157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3778748-1E44-1526-8430-033DB2A07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D1614-15B3-1842-873B-468818137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398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3F196B4-72AE-F57D-2747-826601E6C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71B0EE-A5AF-073F-175E-E27DB8C37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12F03AE-191D-4E9C-22D9-1B279DCD9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501DF-555D-954A-ACA9-784F7E3AAA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61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0F3622-740A-1BFF-CBD8-26AD062BB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41C7691-21FC-3117-24C8-2FBE8E87A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890C387-A542-4458-CACA-359613705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08524-154C-AE4E-8CAF-309117BBB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639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797A8E7-17B9-990A-5D3C-0CE40CD0F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AA6A3E4-9189-76B4-BFAF-BEC4322D2F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424A45-CD82-E202-3047-BB4C27401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F7BD1-ED3E-4444-808E-E5C9AD2B28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613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4D0AB11-1DA0-1D31-D51F-EB2C5A0FC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F1DB87-95F3-EAE1-2734-374CAAFDC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FB1B28-F5FA-126A-DB50-F3E51E477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AFAC2-2F20-444D-B59F-1E9E465C3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33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5F6626-8849-40CF-0D7E-EE6616F8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212637-2B59-DAFB-195A-B438EC8F2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51E5EF-5C73-5EB5-E14E-A15FCBF1E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F330-A1D9-0347-A685-950E95188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2092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28929DE-C6A6-6A41-DB51-670ED0794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AC7AD3-F0D1-0452-EF72-34E5B2A3A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C2E3DED-9D6A-9DB1-23FD-FD706C894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2826-2523-F24A-9FB9-DB5AE42B5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5320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5078037-A83A-094C-FE8B-8A97B191C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D541952-DE5A-A988-DB70-7FFEAD889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60AA82-4665-AB33-617A-A45E477DA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169A-C1A4-D646-A16E-2F1F7F2548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70148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3132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137882-E31A-6BDB-256D-7A113428C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A1D1B9-50AF-BED8-5644-450618A783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3F6DC2-F281-6711-E709-23695C609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675CA-457C-BD47-AD33-60BB696866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6424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A60A8-A343-E989-E783-92C13E23D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80311A-C444-6A5A-54BF-486D0EB85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6B3D72-8778-38DA-44B1-F40C8C5666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6F329-9889-7A4C-85D1-913CB29226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213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5BE3C3-D8BE-AB74-004E-FB5DEAA4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44E27D-058B-49BF-D304-3C6F00949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F35263-9D45-1787-A2B5-B156D97DC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74B09-0DD6-9048-BCED-6AB21FC4F5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3943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D4B5-9D75-A259-18B1-034DDC64A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B2160-0227-ED42-D4D4-84A1E9B50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D27C26-DCC8-FD8C-2B2D-AFFCB745A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3460F-B57B-8847-A260-41A82E539F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181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E779FF-98E1-D7F9-5F9A-BEBFF0ADC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0785BB-10ED-F1B2-B632-7B2FF702E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AFD188-0F13-9BE7-B4BD-6FEC8BEA36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AB941-762D-4444-B08F-7AE6C5776A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0940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69C2AF7-850C-F070-60EF-02FA23839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3896132-E9D8-EFE6-DD12-4540440F32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F48EA6-86AB-3C07-6A0C-B74171D628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50B40B-EF46-B74E-8D0F-E0B5785C51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612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21307A0-AE2F-93FA-4235-568BB4469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E1369C-E93E-2626-A9B5-9E516AE7F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1FB4B1-D4F0-96E7-5AFD-8467575DA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64471-425E-A441-88AE-4C90592900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24413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8133-821A-5DB1-411C-1B5B86B96E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566EA-30A6-A2B9-8012-60058575C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D9BE5-0CB7-3F76-655E-5A554C736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389E2-F7FA-CB41-A57B-0D91600B32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50432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6C7BC-82D8-87A4-7CDB-4D04D105E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5E712-75AE-C2D8-F83B-F1FC58BDAD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A34B6-C7D6-8D00-115E-C52B23FC2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B7E0A-220F-AB43-B848-DA18797731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7970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B4798E-187C-F9A6-DA3B-83B1C46CD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96EA28-73AD-D270-3414-F2058C0CC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4D9483-9E70-BB9D-3AE0-F17E806AB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CBD98-0B17-4744-8D9B-D43DE75E95C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3666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DD7967-4DE5-C83D-BDA0-90F923681B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BCDE71-FC77-7631-CAEC-FAFE944F1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103CC1-1288-B598-DACF-FE6B0860E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8006D-34E1-2F4C-9234-83FBB99A83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07422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E416307-B0C7-704D-828F-F140F7EA92E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12678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052AC-1ECA-3F44-8BEA-327C151A75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56497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1C079-2A17-714E-B052-851B1FA7F4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96306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3A0B0-D9C6-834D-B16F-2F7A5BF442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6718432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8F807-967B-234F-B296-9AA5385DED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92351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03FABA-6498-104F-9FC5-2F856DE4ED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99838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A3B3E-0E6D-2A40-969C-EFDB524F16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965035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40C01-58A0-754E-A789-F4A55A84F0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73808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02C0A-08F6-5245-93C1-49E53098E0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71999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C03B4-4CF8-1D42-8364-4ECA60A1A6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42243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DED2D-6954-994D-9556-9A8E90CCE2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240044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8DE05769-3FA0-C844-94B9-901EE67F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3AC6C-E143-2447-9519-7469032C28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4E6F0-DB26-094F-89B3-8FB0487048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6847A-D43F-5444-A118-F21E7C28AB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 smtClean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5AE26B41-7E82-AF45-A079-95396FA7AE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19440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60EE5A-DF83-674F-855E-34D7F3E61F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3F5FE0A-03D8-0043-97E1-2D2D36C2B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43E46EB-26E2-B044-8919-508469A4FF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8666CB42-6E7A-4A4C-BEA0-2C82DFB09DD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317836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499DE1-5286-D04E-81CB-631EC6EE9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85D9B73-18EE-4A4E-BB39-5D3D4AD4DA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8EBC153-4A2C-B446-81EC-A6FB143F35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FE8393CF-B9B5-5B44-9105-819C981437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878050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B9DE717-FE8A-A648-A4D8-1B36EC06D9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19BAEEF-6C9E-0649-A266-623FD4BC9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E897938-6127-A446-AA8F-1D56662C4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E1024077-513C-7241-85BA-A6C8CEB993A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516896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45C422-8BDD-8047-BF71-0B3528575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3C29E-04EF-724A-9AD3-E3C1219C7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47538-31B2-B846-9145-0B49E69219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6B6A7124-AE56-6348-AC74-86ECA6B3AA1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5088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3EC686-D010-614E-BD50-D9CC77987D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D2371F-BF43-2E4F-BADA-1E93246B3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2EF7D96-69F8-AE41-B0ED-06E24C2E4D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D4D33195-E5CA-654D-8642-5A323D707C5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56824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9DACDF-903B-814F-BD86-E45C30921C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CE23FAF-04FA-CB47-A5DF-D6BEE7791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745D11D-424F-9D4E-B638-1B49F0CCF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E7E6D80-5CB2-4D4D-A038-0F9F842FD5E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22797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D728B7-DD89-B243-BE4D-CDF985666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4389C32-BE86-A84F-A65B-FAAF5FEC7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59CF4D1-EB8D-034E-A07C-9C61FF0126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A84BAC97-2892-A442-ACC4-D48EB433713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99230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A4806A-CEEC-B842-9FB6-98656C0A0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CEE607F-97C1-C44C-A2E0-4BE48600CB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122B68A-6E90-F544-AE83-90075692D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80E4B616-35FA-4F46-8B2F-2185DD80DC9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567071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0416B4-2FA9-DF4E-8887-07EBDCA6FF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135E584-CFFF-B642-9C13-D48ED0306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16D69C-C6E6-3A4B-AF1A-C1B20D68F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E26E5E36-1D53-584E-A07D-085BF3E0630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932149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781979F-C9A3-0D4E-91CA-A692BB4F5E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7900A5D-27A8-B54C-B285-07DB65B5A3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CD253B3-7853-4C40-BFE5-C7D72A824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9FD30EF-E1A7-1F4C-9719-4587A3B4288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2899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 2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4B78A7-D4DD-4810-17EE-4923C9162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D67E35-0322-6713-D431-39485A006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BA9FD4-89A3-A002-2A84-1ACD6A556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C1471-AE75-9048-905A-3FFEB6E1F5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0462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E23012-3CDE-4061-F512-DECAD68C9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73AE44-9834-A11E-22F6-58F26445B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E9EA2A-7F74-E6C1-487C-6FF21A879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1538A-E09D-F34E-99AB-BFAA2F3D347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5743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5FC6C0-A6E9-EBE6-9B61-37001FD26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BD1CAC-8A19-330D-7FA0-78D5C5B45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A0EBB-57C8-D78E-679F-AC035DD89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E1867-ADBE-1448-A349-B0DD409888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97621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480C8-C1E8-37C1-A93C-B417F55B71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49B21-E810-04FB-B262-4B51CCBCE8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A28A1-92BB-1DCC-ED9D-5FAF36188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A8CE7-A32A-D941-809B-4512DD05DC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86362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38C616-955E-B8DC-9CB3-BF91BA7FA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F8FA86-A709-9D08-4EF7-819749621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C9BDF1-0C17-4909-8AD4-C71944419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9D4EE-F1CE-4043-A9B8-2FFFE9E5D58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7986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F041D6-DFD6-397E-6E00-84A92A4CE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73E8D0-7B94-7E59-7C3D-27CB58F080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34D3E9-B22F-AB7F-EA4C-4624E95E2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A485-6E12-4443-A70A-53DE825923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62148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3D6C43-0591-0E4A-6400-4A5BC272B6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BC4F1-CA34-FE24-99F8-8B0C89DDC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0DE2DB-9A81-E710-F00F-B69DF13E8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DFDF2-5398-8D45-AE7A-AA01E9E31B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86604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E6415-4E3B-FFC3-19C1-1A31EBE4A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F10C1-055A-AF5D-E799-8F07C8B804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D90E84-FCFD-855E-D88C-41ADBB5A8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C33B1-3D9E-224F-AA1D-B0B04EF0CC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5932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487C2-15F7-3374-0B98-6FF5F696A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A536C-50C2-DAEF-2212-ED2D8C1AA6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CC8BC-D2E8-6400-DB0D-411C45840E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EFABD-6199-7545-842A-37B4290C83F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7407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2F7368-458E-3120-13A4-ABE4E8096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7E69AD-57A9-12F6-DA30-06CEFDBF6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3A3D8B-4CC6-1D42-33AD-D2429A8191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851F4-D0C1-644D-9803-4A17173D82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966037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6F4AE3-42C4-9264-AC7A-474AF85BBA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C44DDA-7684-74DD-AC7B-D347314F4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CC98EA-F921-A916-B9B3-852A8FE3E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A65A0-022E-7543-96CA-29CB9CE3D6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57031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78F501A3-F30A-B3E7-B998-4BB7752C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2A9A4-7578-E5BF-5142-A232462EB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C3109-91A8-D916-7846-8D52722C9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FF241-8A0A-99ED-6721-D4E6E33F0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B583A-5F77-4F48-B003-E027A1882D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3226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712090-F543-6426-39EE-7539592D8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ABC6649-A3DD-4137-1A9B-201CE6BD10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64ADD99-8854-CE29-A354-0EF3C0A068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A30DC-085A-464F-8699-AE9DDB0C6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295890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9EA35B-C7EE-808F-F3FC-48E27FF62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FD946A3-2D14-32E7-74EA-5669E50E95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3E3810A-DBBD-F1BC-1FA4-6407212E0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B8470-8E3E-594B-A2D5-7791777429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50585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75345B-8B95-D7FA-824F-71C4FFC01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56AA8A-EF94-FAA3-3BA1-7CFF4E320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2336540-1911-7917-BFF9-08B40A6D2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55BC4-23C3-594C-A659-D4BDD66251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0192149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1DCD0-E1F1-05F7-A2B3-F6834E6E4B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613AD-4D6D-BE97-4ACA-3938F0D804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6D1E0-741D-DDAB-5B8B-922BBB5B47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48B04-1903-B34D-AA97-784B0136E7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938478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1078703-FBE0-8AA4-B0F8-C3361D6B0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158392E-F04C-0217-7AD8-8658EC27D8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EC5BA0-DCC5-E846-4C3B-0E9333FDA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BC16B-E136-9849-9E90-00DB1111FA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119981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B03245-DFB8-E51A-9776-0B92C0EC4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B22E68A-39EC-B90A-AB00-4FC9F1263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BECECE2-9C51-41AC-F79E-6033850C54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CA67-FAF8-CB44-8095-20BED0747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531419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CB0243-8F94-CF29-70F5-041DC1517A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140012C-9D3C-BD6F-B407-73742670C2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D1C682E-0119-A8B5-7AF2-910C55EA3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936ED-1032-A34A-A2B5-FC4D301A71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605837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4A5858-4EBD-0D79-41BD-42C9B34E3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5E15201-522C-3098-1F18-C9452270D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4CB04F6-8C41-E7AB-1A37-10CD69185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D1450-A050-A447-A639-9340B5955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658217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3B8B6D-DA02-D14C-06DC-6E58C5C657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B6912D2-FCB6-45FC-E478-C8364BA68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83F5EBC-48C4-B52D-319D-20BB9BA5E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0DAE9-0C1C-F246-9014-1CEEFEA165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284595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545E7D-7D67-59F8-37D2-7955E3D55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E0FD048-552A-5E63-4D94-BF52E6759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EE1415-2494-6830-2387-3E68F76D9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DDC1-FABF-B34F-B124-4C99149883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98192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46B13F-B0CF-20E9-AD6C-89C21F2B40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DFB2C7-99AB-CC95-C38D-9FE58C8907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4BC66AF-FFC3-0B3D-732E-802266F92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81057-0D3D-624F-8CDC-9A2EDD29B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689490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8CA145-AA5B-9BD8-DBB3-573480F1D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E1A4A1E-80F5-807D-3A25-D11AD2CFA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D8AC0F2-D4CE-4FF5-CFF8-072800106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383CD-CA3E-3047-8EF3-A7DC2709D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471987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907991"/>
      </p:ext>
    </p:extLst>
  </p:cSld>
  <p:clrMapOvr>
    <a:masterClrMapping/>
  </p:clrMapOvr>
  <p:transition spd="slow">
    <p:push dir="u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533280"/>
      </p:ext>
    </p:extLst>
  </p:cSld>
  <p:clrMapOvr>
    <a:masterClrMapping/>
  </p:clrMapOvr>
  <p:transition spd="slow">
    <p:push dir="u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929881"/>
      </p:ext>
    </p:extLst>
  </p:cSld>
  <p:clrMapOvr>
    <a:masterClrMapping/>
  </p:clrMapOvr>
  <p:transition spd="slow">
    <p:push dir="u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923852"/>
      </p:ext>
    </p:extLst>
  </p:cSld>
  <p:clrMapOvr>
    <a:masterClrMapping/>
  </p:clrMapOvr>
  <p:transition spd="slow">
    <p:push dir="u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974718"/>
      </p:ext>
    </p:extLst>
  </p:cSld>
  <p:clrMapOvr>
    <a:masterClrMapping/>
  </p:clrMapOvr>
  <p:transition spd="slow">
    <p:push dir="u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2514565"/>
      </p:ext>
    </p:extLst>
  </p:cSld>
  <p:clrMapOvr>
    <a:masterClrMapping/>
  </p:clrMapOvr>
  <p:transition spd="slow">
    <p:push dir="u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66271"/>
      </p:ext>
    </p:extLst>
  </p:cSld>
  <p:clrMapOvr>
    <a:masterClrMapping/>
  </p:clrMapOvr>
  <p:transition spd="slow">
    <p:push dir="u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sz="2800"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333993"/>
      </p:ext>
    </p:extLst>
  </p:cSld>
  <p:clrMapOvr>
    <a:masterClrMapping/>
  </p:clrMapOvr>
  <p:transition spd="slow">
    <p:push dir="u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9988382"/>
      </p:ext>
    </p:extLst>
  </p:cSld>
  <p:clrMapOvr>
    <a:masterClrMapping/>
  </p:clrMapOvr>
  <p:transition spd="slow">
    <p:push dir="u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8438844"/>
      </p:ext>
    </p:extLst>
  </p:cSld>
  <p:clrMapOvr>
    <a:masterClrMapping/>
  </p:clrMapOvr>
  <p:transition spd="slow">
    <p:push dir="u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486077"/>
      </p:ext>
    </p:extLst>
  </p:cSld>
  <p:clrMapOvr>
    <a:masterClrMapping/>
  </p:clrMapOvr>
  <p:transition spd="slow">
    <p:push dir="u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59324"/>
      </p:ext>
    </p:extLst>
  </p:cSld>
  <p:clrMapOvr>
    <a:masterClrMapping/>
  </p:clrMapOvr>
  <p:transition spd="slow">
    <p:push dir="u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619954"/>
      </p:ext>
    </p:extLst>
  </p:cSld>
  <p:clrMapOvr>
    <a:masterClrMapping/>
  </p:clrMapOvr>
  <p:transition spd="slow">
    <p:push dir="u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7517"/>
      </p:ext>
    </p:extLst>
  </p:cSld>
  <p:clrMapOvr>
    <a:masterClrMapping/>
  </p:clrMapOvr>
  <p:transition spd="slow">
    <p:push dir="u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61224"/>
      </p:ext>
    </p:extLst>
  </p:cSld>
  <p:clrMapOvr>
    <a:masterClrMapping/>
  </p:clrMapOvr>
  <p:transition spd="slow">
    <p:push dir="u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29698"/>
      </p:ext>
    </p:extLst>
  </p:cSld>
  <p:clrMapOvr>
    <a:masterClrMapping/>
  </p:clrMapOvr>
  <p:transition spd="slow">
    <p:push dir="u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0620"/>
      </p:ext>
    </p:extLst>
  </p:cSld>
  <p:clrMapOvr>
    <a:masterClrMapping/>
  </p:clrMapOvr>
  <p:transition spd="slow">
    <p:push dir="u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683427"/>
      </p:ext>
    </p:extLst>
  </p:cSld>
  <p:clrMapOvr>
    <a:masterClrMapping/>
  </p:clrMapOvr>
  <p:transition spd="slow">
    <p:push dir="u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583241"/>
      </p:ext>
    </p:extLst>
  </p:cSld>
  <p:clrMapOvr>
    <a:masterClrMapping/>
  </p:clrMapOvr>
  <p:transition spd="slow">
    <p:push dir="u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72417"/>
      </p:ext>
    </p:extLst>
  </p:cSld>
  <p:clrMapOvr>
    <a:masterClrMapping/>
  </p:clrMapOvr>
  <p:transition spd="slow">
    <p:push dir="u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63006"/>
      </p:ext>
    </p:extLst>
  </p:cSld>
  <p:clrMapOvr>
    <a:masterClrMapping/>
  </p:clrMapOvr>
  <p:transition spd="slow">
    <p:push dir="u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918255"/>
      </p:ext>
    </p:extLst>
  </p:cSld>
  <p:clrMapOvr>
    <a:masterClrMapping/>
  </p:clrMapOvr>
  <p:transition spd="slow">
    <p:push dir="u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252971"/>
      </p:ext>
    </p:extLst>
  </p:cSld>
  <p:clrMapOvr>
    <a:masterClrMapping/>
  </p:clrMapOvr>
  <p:transition spd="slow">
    <p:push dir="u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925008"/>
      </p:ext>
    </p:extLst>
  </p:cSld>
  <p:clrMapOvr>
    <a:masterClrMapping/>
  </p:clrMapOvr>
  <p:transition spd="slow">
    <p:push dir="u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2141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57097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025214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82222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73645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02685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03834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242978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96932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47013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88014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263492"/>
      </p:ext>
    </p:extLst>
  </p:cSld>
  <p:clrMapOvr>
    <a:masterClrMapping/>
  </p:clrMapOvr>
  <p:transition spd="slow">
    <p:push dir="u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0817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60197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52947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69266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114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321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925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776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47969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0047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3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  <p:sldLayoutId id="2147483675" r:id="rId14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8F808D9-CA7C-2842-5C9A-F2A35F67FD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4DC6D1-5BA0-3042-3385-C27CC3D641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00820B3-AA15-5A3D-211D-B49596FB08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2B0EA8-9A76-7847-A74B-13064CECE9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938C2D3-7142-E777-B344-E6C21401F1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CD46D99-62BC-753D-02B2-0A3F9D92F1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D2CDCC2-6570-5EB9-DE98-DDAC6D8660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369DD64-C05D-F3D3-9300-687FF3ACD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C7E5E9C1-987D-06C2-950C-A8EE8204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12EEE47C-0AF0-2DD8-FBAD-8BC1E275C7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6" name="Rectangle 12">
            <a:extLst>
              <a:ext uri="{FF2B5EF4-FFF2-40B4-BE49-F238E27FC236}">
                <a16:creationId xmlns:a16="http://schemas.microsoft.com/office/drawing/2014/main" id="{697F395B-6D41-4CCC-91D0-C8FAB1990D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AB2558ED-7EFD-99F1-A019-B9D1D587F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82C5C04-65DF-824E-8E49-D4682498C95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154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80A86A-0583-E21D-1032-1FD301F51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30E79A-FB11-85AE-4AB5-EB31DBE6D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CB8DD3-B23B-BB31-8DDB-05C10DE158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75697D-5801-E9C5-48E8-4F6BE8E3E6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CE7B5B-A5B8-A343-084D-5021EA39B4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3D51DE47-D7D8-9944-AAB9-C24FF1FCCBA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490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21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832C7B-60E8-FE49-ADDD-09DFE086D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EEBD6C-2D82-5645-AE65-5BEBFBB73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EA00113-07A4-FF41-BC34-5725DEDEA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1D817AA7-3176-2047-8A03-2789B11DB1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897D0A62-FD80-804C-99EE-95ED66CB83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A72A1017-83D8-0E48-B393-52BCB67668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5000" name="Rectangle 8">
            <a:extLst>
              <a:ext uri="{FF2B5EF4-FFF2-40B4-BE49-F238E27FC236}">
                <a16:creationId xmlns:a16="http://schemas.microsoft.com/office/drawing/2014/main" id="{3C261A9A-4F5B-CC41-B1C3-1853506EE1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324F10E2-0F67-2F40-994B-6B9F23E30E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79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B8200C4-1BB6-1605-8E85-B4DB4086157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C172643-03E2-047D-9B8D-49418338EEC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AD99DA1D-25A8-DE93-7B69-5CBA7720FE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7A874EE3-A7C4-1A2E-4CFD-0873DA2B33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6453E87F-019D-FDE7-BFD0-C215C92D1A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89C91DF6-E9FB-6945-BF15-C23CEC81180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179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2" charset="2"/>
        <a:buChar char="¡"/>
        <a:defRPr sz="32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 2" pitchFamily="2" charset="2"/>
        <a:buChar char="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4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 2" pitchFamily="2" charset="2"/>
        <a:buChar char="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65A670-D627-B877-8269-F0AFB7A65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4BA488-4055-1D07-5D4C-4B036FD78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2113F2C3-9D71-0511-FBC7-1F442C25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52F96E64-F7AF-A136-F93C-0026A1167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528E0799-B8DF-CE73-C986-D4CB187708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D728180C-5EF5-07A2-EB1F-867D6E82BA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48141021-9A81-039B-E206-EF91EA63E0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73795596-63B4-394A-861F-18429EFADB8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654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2023/05/09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262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6067-F111-4A80-B051-23DA3C0D8FF7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D3616-C5A3-B141-A60D-6A01C7293F79}" type="datetimeFigureOut">
              <a:rPr kumimoji="1" lang="zh-CN" altLang="en-US" smtClean="0"/>
              <a:t>2023/05/09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35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2023/05/09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12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0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png"/><Relationship Id="rId4" Type="http://schemas.openxmlformats.org/officeDocument/2006/relationships/image" Target="../media/image12.emf"/><Relationship Id="rId9" Type="http://schemas.openxmlformats.org/officeDocument/2006/relationships/image" Target="../media/image1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2.xml"/><Relationship Id="rId4" Type="http://schemas.openxmlformats.org/officeDocument/2006/relationships/slide" Target="slide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NUL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9.emf"/><Relationship Id="rId17" Type="http://schemas.openxmlformats.org/officeDocument/2006/relationships/image" Target="NULL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42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41.png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4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71.xml"/><Relationship Id="rId1" Type="http://schemas.openxmlformats.org/officeDocument/2006/relationships/slideLayout" Target="../slideLayouts/slideLayout34.xml"/><Relationship Id="rId4" Type="http://schemas.openxmlformats.org/officeDocument/2006/relationships/slide" Target="slide3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2.xml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0.png"/><Relationship Id="rId5" Type="http://schemas.openxmlformats.org/officeDocument/2006/relationships/image" Target="../media/image8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56.png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52.emf"/><Relationship Id="rId10" Type="http://schemas.openxmlformats.org/officeDocument/2006/relationships/image" Target="../media/image49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54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49.png"/><Relationship Id="rId3" Type="http://schemas.openxmlformats.org/officeDocument/2006/relationships/image" Target="../media/image56.png"/><Relationship Id="rId7" Type="http://schemas.openxmlformats.org/officeDocument/2006/relationships/image" Target="../media/image57.emf"/><Relationship Id="rId12" Type="http://schemas.openxmlformats.org/officeDocument/2006/relationships/image" Target="../media/image58.png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54.emf"/><Relationship Id="rId5" Type="http://schemas.openxmlformats.org/officeDocument/2006/relationships/image" Target="../media/image52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53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59.png"/><Relationship Id="rId9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5.xml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73.emf"/><Relationship Id="rId26" Type="http://schemas.openxmlformats.org/officeDocument/2006/relationships/image" Target="../media/image77.e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70.e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45.xml"/><Relationship Id="rId16" Type="http://schemas.openxmlformats.org/officeDocument/2006/relationships/image" Target="../media/image72.emf"/><Relationship Id="rId20" Type="http://schemas.openxmlformats.org/officeDocument/2006/relationships/image" Target="../media/image74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76.e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66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71.emf"/><Relationship Id="rId22" Type="http://schemas.openxmlformats.org/officeDocument/2006/relationships/image" Target="../media/image7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83.emf"/><Relationship Id="rId3" Type="http://schemas.openxmlformats.org/officeDocument/2006/relationships/image" Target="NULL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82.emf"/><Relationship Id="rId5" Type="http://schemas.openxmlformats.org/officeDocument/2006/relationships/image" Target="../media/image80.e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1.bin"/><Relationship Id="rId9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image" Target="../media/image86.png"/><Relationship Id="rId4" Type="http://schemas.openxmlformats.org/officeDocument/2006/relationships/image" Target="../media/image85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7.xml"/><Relationship Id="rId1" Type="http://schemas.openxmlformats.org/officeDocument/2006/relationships/slideLayout" Target="../slideLayouts/slideLayout67.xml"/><Relationship Id="rId4" Type="http://schemas.openxmlformats.org/officeDocument/2006/relationships/slide" Target="slide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91.emf"/><Relationship Id="rId2" Type="http://schemas.openxmlformats.org/officeDocument/2006/relationships/slideLayout" Target="../slideLayouts/slideLayout78.xml"/><Relationship Id="rId16" Type="http://schemas.openxmlformats.org/officeDocument/2006/relationships/image" Target="../media/image92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8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90.e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2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e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97.emf"/><Relationship Id="rId4" Type="http://schemas.openxmlformats.org/officeDocument/2006/relationships/image" Target="../media/image94.emf"/><Relationship Id="rId9" Type="http://schemas.openxmlformats.org/officeDocument/2006/relationships/oleObject" Target="../embeddings/oleObject4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6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48.bin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3.xml"/><Relationship Id="rId1" Type="http://schemas.openxmlformats.org/officeDocument/2006/relationships/slideLayout" Target="../slideLayouts/slideLayout34.xml"/><Relationship Id="rId5" Type="http://schemas.openxmlformats.org/officeDocument/2006/relationships/slide" Target="slide52.xml"/><Relationship Id="rId4" Type="http://schemas.openxmlformats.org/officeDocument/2006/relationships/slide" Target="slide3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slide" Target="slide53.xml"/><Relationship Id="rId1" Type="http://schemas.openxmlformats.org/officeDocument/2006/relationships/slideLayout" Target="../slideLayouts/slideLayout34.xml"/><Relationship Id="rId4" Type="http://schemas.openxmlformats.org/officeDocument/2006/relationships/slide" Target="slide2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4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109.e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108.emf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53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12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361.png"/><Relationship Id="rId7" Type="http://schemas.openxmlformats.org/officeDocument/2006/relationships/image" Target="../media/image40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39.png"/><Relationship Id="rId5" Type="http://schemas.openxmlformats.org/officeDocument/2006/relationships/image" Target="../media/image380.png"/><Relationship Id="rId10" Type="http://schemas.openxmlformats.org/officeDocument/2006/relationships/image" Target="../media/image420.png"/><Relationship Id="rId4" Type="http://schemas.openxmlformats.org/officeDocument/2006/relationships/image" Target="../media/image371.png"/><Relationship Id="rId9" Type="http://schemas.openxmlformats.org/officeDocument/2006/relationships/image" Target="../media/image410.png"/><Relationship Id="rId14" Type="http://schemas.openxmlformats.org/officeDocument/2006/relationships/image" Target="../media/image49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96.xml"/><Relationship Id="rId4" Type="http://schemas.openxmlformats.org/officeDocument/2006/relationships/image" Target="NUL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9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2.svg"/><Relationship Id="rId7" Type="http://schemas.openxmlformats.org/officeDocument/2006/relationships/image" Target="../media/image118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17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9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0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08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1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08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8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8.xml"/><Relationship Id="rId4" Type="http://schemas.openxmlformats.org/officeDocument/2006/relationships/image" Target="NUL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76.xml"/><Relationship Id="rId1" Type="http://schemas.openxmlformats.org/officeDocument/2006/relationships/slideLayout" Target="../slideLayouts/slideLayout4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5.xml"/><Relationship Id="rId4" Type="http://schemas.openxmlformats.org/officeDocument/2006/relationships/image" Target="NUL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image" Target="../media/image129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28.emf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127.emf"/><Relationship Id="rId4" Type="http://schemas.openxmlformats.org/officeDocument/2006/relationships/image" Target="../media/image124.emf"/><Relationship Id="rId9" Type="http://schemas.openxmlformats.org/officeDocument/2006/relationships/oleObject" Target="../embeddings/oleObject58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7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35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7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7.emf"/><Relationship Id="rId11" Type="http://schemas.openxmlformats.org/officeDocument/2006/relationships/image" Target="../media/image140.png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64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133.png"/><Relationship Id="rId4" Type="http://schemas.openxmlformats.org/officeDocument/2006/relationships/image" Target="../media/image14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7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1.e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143.png"/><Relationship Id="rId4" Type="http://schemas.openxmlformats.org/officeDocument/2006/relationships/image" Target="../media/image87.emf"/><Relationship Id="rId9" Type="http://schemas.openxmlformats.org/officeDocument/2006/relationships/image" Target="../media/image142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3.xml"/><Relationship Id="rId4" Type="http://schemas.openxmlformats.org/officeDocument/2006/relationships/image" Target="NUL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5.e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147.emf"/><Relationship Id="rId4" Type="http://schemas.openxmlformats.org/officeDocument/2006/relationships/image" Target="../media/image144.emf"/><Relationship Id="rId9" Type="http://schemas.openxmlformats.org/officeDocument/2006/relationships/oleObject" Target="../embeddings/oleObject72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slide" Target="slide89.xml"/><Relationship Id="rId1" Type="http://schemas.openxmlformats.org/officeDocument/2006/relationships/slideLayout" Target="../slideLayouts/slideLayout115.xml"/><Relationship Id="rId4" Type="http://schemas.openxmlformats.org/officeDocument/2006/relationships/slide" Target="slide2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55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0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590.png"/><Relationship Id="rId7" Type="http://schemas.openxmlformats.org/officeDocument/2006/relationships/image" Target="../media/image150.emf"/><Relationship Id="rId2" Type="http://schemas.openxmlformats.org/officeDocument/2006/relationships/slideLayout" Target="../slideLayouts/slideLayout115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149.e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151.em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12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561.png"/><Relationship Id="rId5" Type="http://schemas.openxmlformats.org/officeDocument/2006/relationships/image" Target="../media/image551.png"/><Relationship Id="rId4" Type="http://schemas.openxmlformats.org/officeDocument/2006/relationships/image" Target="../media/image46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500.png"/><Relationship Id="rId7" Type="http://schemas.openxmlformats.org/officeDocument/2006/relationships/image" Target="../media/image5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580.png"/><Relationship Id="rId5" Type="http://schemas.openxmlformats.org/officeDocument/2006/relationships/image" Target="../media/image540.png"/><Relationship Id="rId4" Type="http://schemas.openxmlformats.org/officeDocument/2006/relationships/image" Target="../media/image531.png"/><Relationship Id="rId9" Type="http://schemas.openxmlformats.org/officeDocument/2006/relationships/image" Target="../media/image25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b="1" dirty="0">
                <a:solidFill>
                  <a:srgbClr val="001592"/>
                </a:solidFill>
              </a:rPr>
              <a:t>C06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C07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702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200131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316580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1782492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175655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2491312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24569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892622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8" y="385829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0319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4568395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4534188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902" y="5257691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815" y="52234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2160DE-97C4-CB90-E0F1-A3A5C8CAD2D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504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/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是试验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𝑬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的两个事件，若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＞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，可以定义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｜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。</a:t>
                </a: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一般，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的发生对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发生的概率是有影响的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，这时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,</a:t>
                </a: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｜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≠ 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C00000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blipFill>
                <a:blip r:embed="rId2"/>
                <a:stretch>
                  <a:fillRect l="-1490" t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AE4A924-F94D-E0A1-29E5-4AEEFB855D6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893BBE7B-B922-282A-A318-C4B50EFE1721}"/>
              </a:ext>
            </a:extLst>
          </p:cNvPr>
          <p:cNvSpPr/>
          <p:nvPr/>
        </p:nvSpPr>
        <p:spPr bwMode="auto">
          <a:xfrm>
            <a:off x="2402175" y="218363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CC0000"/>
                </a:solidFill>
                <a:ea typeface="KaiTi" panose="02010609060101010101" pitchFamily="49" charset="-122"/>
              </a:rPr>
              <a:t>条件概率的一般情况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2DF26-7EF6-74CC-BED4-C27B67BBC3CC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135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2" y="1100871"/>
                <a:ext cx="8504979" cy="21169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为任意两个随机事件，如果</a:t>
                </a:r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＝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即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发生的可能性不受事件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的影响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，则称事件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对于事件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独立． </a:t>
                </a: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162" y="1100871"/>
                <a:ext cx="8504979" cy="2116926"/>
              </a:xfrm>
              <a:prstGeom prst="rect">
                <a:avLst/>
              </a:prstGeom>
              <a:blipFill>
                <a:blip r:embed="rId2"/>
                <a:stretch>
                  <a:fillRect l="-1192" t="-595" b="-5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2" y="4995200"/>
                <a:ext cx="8642350" cy="5565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独立，则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也独立，故称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． 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</a:t>
                </a:r>
                <a:endParaRPr kumimoji="1" lang="zh-CN" altLang="en-US" sz="2600" b="1" dirty="0">
                  <a:solidFill>
                    <a:srgbClr val="031993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162" y="4995200"/>
                <a:ext cx="8642350" cy="556563"/>
              </a:xfrm>
              <a:prstGeom prst="rect">
                <a:avLst/>
              </a:prstGeom>
              <a:blipFill>
                <a:blip r:embed="rId3"/>
                <a:stretch>
                  <a:fillRect l="-147" t="-2222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/>
              <p:nvPr/>
            </p:nvSpPr>
            <p:spPr bwMode="auto">
              <a:xfrm>
                <a:off x="928654" y="3607244"/>
                <a:ext cx="2726504" cy="95586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8654" y="3607244"/>
                <a:ext cx="2726504" cy="955866"/>
              </a:xfrm>
              <a:prstGeom prst="rect">
                <a:avLst/>
              </a:prstGeom>
              <a:blipFill>
                <a:blip r:embed="rId4"/>
                <a:stretch>
                  <a:fillRect t="-40789" b="-6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/>
              <p:nvPr/>
            </p:nvSpPr>
            <p:spPr bwMode="auto">
              <a:xfrm>
                <a:off x="6855508" y="3775675"/>
                <a:ext cx="1142566" cy="495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5508" y="3775675"/>
                <a:ext cx="1142566" cy="495435"/>
              </a:xfrm>
              <a:prstGeom prst="rect">
                <a:avLst/>
              </a:prstGeom>
              <a:blipFill>
                <a:blip r:embed="rId5"/>
                <a:stretch>
                  <a:fillRect r="-6667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/>
              <p:nvPr/>
            </p:nvSpPr>
            <p:spPr bwMode="auto">
              <a:xfrm>
                <a:off x="3363496" y="3620034"/>
                <a:ext cx="1368725" cy="93028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3496" y="3620034"/>
                <a:ext cx="1368725" cy="930286"/>
              </a:xfrm>
              <a:prstGeom prst="rect">
                <a:avLst/>
              </a:prstGeom>
              <a:blipFill>
                <a:blip r:embed="rId6"/>
                <a:stretch>
                  <a:fillRect r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/>
              <p:nvPr/>
            </p:nvSpPr>
            <p:spPr bwMode="auto">
              <a:xfrm>
                <a:off x="4767647" y="3608591"/>
                <a:ext cx="2052435" cy="95317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647" y="3608591"/>
                <a:ext cx="2052435" cy="9531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/>
              <p:nvPr/>
            </p:nvSpPr>
            <p:spPr>
              <a:xfrm>
                <a:off x="3470886" y="6023976"/>
                <a:ext cx="464595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600" b="1" i="0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886" y="6023976"/>
                <a:ext cx="4645958" cy="492443"/>
              </a:xfrm>
              <a:prstGeom prst="rect">
                <a:avLst/>
              </a:prstGeom>
              <a:blipFill>
                <a:blip r:embed="rId8"/>
                <a:stretch>
                  <a:fillRect l="-545" t="-5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0E10752E-92B7-D3B5-23A1-E04A694B889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A45BD863-D656-4AA7-8C26-2FD69A5478FC}"/>
              </a:ext>
            </a:extLst>
          </p:cNvPr>
          <p:cNvSpPr/>
          <p:nvPr/>
        </p:nvSpPr>
        <p:spPr bwMode="auto">
          <a:xfrm>
            <a:off x="3089062" y="218363"/>
            <a:ext cx="29658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事件的独立性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405315-92F7-3208-9229-8B0581B101C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76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/>
              <p:nvPr/>
            </p:nvSpPr>
            <p:spPr>
              <a:xfrm>
                <a:off x="740667" y="3141598"/>
                <a:ext cx="857722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相互独立，进而有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:r>
                  <a:rPr lang="en-US" altLang="zh-CN" sz="2400" b="1" i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B</a:t>
                </a:r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7" y="3141598"/>
                <a:ext cx="8577220" cy="3416320"/>
              </a:xfrm>
              <a:prstGeom prst="rect">
                <a:avLst/>
              </a:prstGeom>
              <a:blipFill>
                <a:blip r:embed="rId2"/>
                <a:stretch>
                  <a:fillRect l="-1183" t="-2222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BCC5826F-570A-3C4A-1F29-2A885FC62BA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9C7622A-946A-B43C-7224-977C2D2C8C97}"/>
              </a:ext>
            </a:extLst>
          </p:cNvPr>
          <p:cNvSpPr/>
          <p:nvPr/>
        </p:nvSpPr>
        <p:spPr bwMode="auto">
          <a:xfrm>
            <a:off x="3900181" y="218363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定理</a:t>
            </a:r>
            <a:r>
              <a:rPr lang="en-US" altLang="zh-CN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lang="zh-CN" altLang="en-US" sz="3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/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blipFill>
                <a:blip r:embed="rId3"/>
                <a:stretch>
                  <a:fillRect l="-546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形 10" descr="传输 纯色填充">
            <a:extLst>
              <a:ext uri="{FF2B5EF4-FFF2-40B4-BE49-F238E27FC236}">
                <a16:creationId xmlns:a16="http://schemas.microsoft.com/office/drawing/2014/main" id="{D124F31C-EB26-8DC1-E83B-A4ACCFE633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1607" y="1437745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/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blipFill>
                <a:blip r:embed="rId6"/>
                <a:stretch>
                  <a:fillRect l="-1105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形 12" descr="传输 纯色填充">
            <a:extLst>
              <a:ext uri="{FF2B5EF4-FFF2-40B4-BE49-F238E27FC236}">
                <a16:creationId xmlns:a16="http://schemas.microsoft.com/office/drawing/2014/main" id="{7C0F3092-E8B0-B20A-C72D-7F040BCB15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370104" y="2045512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/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blipFill>
                <a:blip r:embed="rId7"/>
                <a:stretch>
                  <a:fillRect l="-549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形 14" descr="传输 纯色填充">
            <a:extLst>
              <a:ext uri="{FF2B5EF4-FFF2-40B4-BE49-F238E27FC236}">
                <a16:creationId xmlns:a16="http://schemas.microsoft.com/office/drawing/2014/main" id="{1DE20686-615F-0AF3-5657-F9C34C4E09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1607" y="2063889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/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blipFill>
                <a:blip r:embed="rId8"/>
                <a:stretch>
                  <a:fillRect l="-1105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4C0B4C8-5452-249E-2B79-DA5C62654E27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853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F444A42-C16E-4568-BF13-17EDD9D782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88540" y="1952416"/>
            <a:ext cx="6985383" cy="33008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C11A8A-B8B6-148D-A33B-AB0CC3C6619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4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8DE8172-1F6E-C0B4-0B7F-3A12BFFBFB7A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4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0AC894-6EA7-42BF-84DA-8693968627B3}"/>
              </a:ext>
            </a:extLst>
          </p:cNvPr>
          <p:cNvSpPr txBox="1"/>
          <p:nvPr/>
        </p:nvSpPr>
        <p:spPr>
          <a:xfrm>
            <a:off x="609256" y="1801906"/>
            <a:ext cx="8095957" cy="389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由定义，可得以下两个推论：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相互独立，则其中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(2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)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个事件也是独立的。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相互独立，则将事件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中任意多个事件换成它们各自的对立事件，所得的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个事件仍然相互独立。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E530E13D-91EE-C293-1CE1-49A06B4312E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2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F4C72E1-E729-119D-0BD1-055C40CEFAC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90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C0075-E2A6-D3DD-E4BF-703E7127C8A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2">
            <a:extLst>
              <a:ext uri="{FF2B5EF4-FFF2-40B4-BE49-F238E27FC236}">
                <a16:creationId xmlns:a16="http://schemas.microsoft.com/office/drawing/2014/main" id="{2840EA87-6C75-FEBA-D6ED-09096690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34" y="1077189"/>
            <a:ext cx="574675" cy="525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椭圆 27">
            <a:extLst>
              <a:ext uri="{FF2B5EF4-FFF2-40B4-BE49-F238E27FC236}">
                <a16:creationId xmlns:a16="http://schemas.microsoft.com/office/drawing/2014/main" id="{6CA5F3F7-1457-F299-512A-BF2FA36F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754926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椭圆 28">
            <a:extLst>
              <a:ext uri="{FF2B5EF4-FFF2-40B4-BE49-F238E27FC236}">
                <a16:creationId xmlns:a16="http://schemas.microsoft.com/office/drawing/2014/main" id="{7C6D2732-264C-6F06-31DE-FA1D55184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1507401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椭圆 29">
            <a:extLst>
              <a:ext uri="{FF2B5EF4-FFF2-40B4-BE49-F238E27FC236}">
                <a16:creationId xmlns:a16="http://schemas.microsoft.com/office/drawing/2014/main" id="{7DD70E8D-9513-68C4-C78E-27D2D3B7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069" y="1074014"/>
            <a:ext cx="576262" cy="525462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椭圆 30">
            <a:extLst>
              <a:ext uri="{FF2B5EF4-FFF2-40B4-BE49-F238E27FC236}">
                <a16:creationId xmlns:a16="http://schemas.microsoft.com/office/drawing/2014/main" id="{CE512482-4DBA-D089-07D8-7618851F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7549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椭圆 31">
            <a:extLst>
              <a:ext uri="{FF2B5EF4-FFF2-40B4-BE49-F238E27FC236}">
                <a16:creationId xmlns:a16="http://schemas.microsoft.com/office/drawing/2014/main" id="{AE24819E-67BC-7120-74A6-8346B534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15296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0" name="表格 10">
            <a:extLst>
              <a:ext uri="{FF2B5EF4-FFF2-40B4-BE49-F238E27FC236}">
                <a16:creationId xmlns:a16="http://schemas.microsoft.com/office/drawing/2014/main" id="{450A1C61-CEF9-8D68-9091-81D06A6A7F3A}"/>
              </a:ext>
            </a:extLst>
          </p:cNvPr>
          <p:cNvGraphicFramePr>
            <a:graphicFrameLocks noGrp="1"/>
          </p:cNvGraphicFramePr>
          <p:nvPr/>
        </p:nvGraphicFramePr>
        <p:xfrm>
          <a:off x="479670" y="3944670"/>
          <a:ext cx="367766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zh-CN" sz="2400" b="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1" name="直线连接符 12">
            <a:extLst>
              <a:ext uri="{FF2B5EF4-FFF2-40B4-BE49-F238E27FC236}">
                <a16:creationId xmlns:a16="http://schemas.microsoft.com/office/drawing/2014/main" id="{931C6071-3654-EE24-651E-D37B283886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70" y="3944670"/>
            <a:ext cx="801340" cy="36973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14">
            <a:extLst>
              <a:ext uri="{FF2B5EF4-FFF2-40B4-BE49-F238E27FC236}">
                <a16:creationId xmlns:a16="http://schemas.microsoft.com/office/drawing/2014/main" id="{B11A895F-CFE0-3AC8-5FDF-A2788127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83" y="4089133"/>
            <a:ext cx="339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1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15">
            <a:extLst>
              <a:ext uri="{FF2B5EF4-FFF2-40B4-BE49-F238E27FC236}">
                <a16:creationId xmlns:a16="http://schemas.microsoft.com/office/drawing/2014/main" id="{366C405A-5D59-D85E-7743-BA6A3BCC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571" y="3944513"/>
            <a:ext cx="33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数字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blipFill>
                <a:blip r:embed="rId2"/>
                <a:stretch>
                  <a:fillRect l="-952" t="-13514" r="-6667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颜色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blipFill>
                <a:blip r:embed="rId3"/>
                <a:stretch>
                  <a:fillRect l="-962" t="-13514" r="-576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=0}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=1}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02690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Line 96">
            <a:extLst>
              <a:ext uri="{FF2B5EF4-FFF2-40B4-BE49-F238E27FC236}">
                <a16:creationId xmlns:a16="http://schemas.microsoft.com/office/drawing/2014/main" id="{A8BB3E11-0756-591F-E550-07CA29034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8243" y="880966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3" name="Line 98">
            <a:extLst>
              <a:ext uri="{FF2B5EF4-FFF2-40B4-BE49-F238E27FC236}">
                <a16:creationId xmlns:a16="http://schemas.microsoft.com/office/drawing/2014/main" id="{8D010C2A-E90A-F9EE-53AA-111033FD0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781" y="2709766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/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/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78E9811-B014-1FDE-3AC2-BBEC1FD4BA8E}"/>
              </a:ext>
            </a:extLst>
          </p:cNvPr>
          <p:cNvSpPr txBox="1"/>
          <p:nvPr/>
        </p:nvSpPr>
        <p:spPr>
          <a:xfrm>
            <a:off x="5972748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C4782-BDC8-3653-82CA-71C87F71F885}"/>
              </a:ext>
            </a:extLst>
          </p:cNvPr>
          <p:cNvSpPr txBox="1"/>
          <p:nvPr/>
        </p:nvSpPr>
        <p:spPr>
          <a:xfrm>
            <a:off x="6737877" y="26954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D4524-3685-4BAD-436F-841FBD83460C}"/>
              </a:ext>
            </a:extLst>
          </p:cNvPr>
          <p:cNvSpPr txBox="1"/>
          <p:nvPr/>
        </p:nvSpPr>
        <p:spPr>
          <a:xfrm>
            <a:off x="7474873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C9C53E-2AE4-0A37-D605-AF0C4647FCF7}"/>
              </a:ext>
            </a:extLst>
          </p:cNvPr>
          <p:cNvSpPr txBox="1"/>
          <p:nvPr/>
        </p:nvSpPr>
        <p:spPr>
          <a:xfrm>
            <a:off x="4995680" y="192493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3861E3-C23E-6FCF-D752-10E9B4059024}"/>
              </a:ext>
            </a:extLst>
          </p:cNvPr>
          <p:cNvSpPr txBox="1"/>
          <p:nvPr/>
        </p:nvSpPr>
        <p:spPr>
          <a:xfrm>
            <a:off x="4995680" y="12029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3" name="椭圆 2">
            <a:extLst>
              <a:ext uri="{FF2B5EF4-FFF2-40B4-BE49-F238E27FC236}">
                <a16:creationId xmlns:a16="http://schemas.microsoft.com/office/drawing/2014/main" id="{4F74162B-10CF-164D-305C-576278D35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937" y="2120228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27">
            <a:extLst>
              <a:ext uri="{FF2B5EF4-FFF2-40B4-BE49-F238E27FC236}">
                <a16:creationId xmlns:a16="http://schemas.microsoft.com/office/drawing/2014/main" id="{6F6BC71B-08F5-A3DE-8E90-10C66203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6" y="2112969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椭圆 29">
            <a:extLst>
              <a:ext uri="{FF2B5EF4-FFF2-40B4-BE49-F238E27FC236}">
                <a16:creationId xmlns:a16="http://schemas.microsoft.com/office/drawing/2014/main" id="{F4AAD69A-3426-0879-D860-326A04767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65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529B391A-34BA-96E0-09DF-94C76AF7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82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椭圆 27">
            <a:extLst>
              <a:ext uri="{FF2B5EF4-FFF2-40B4-BE49-F238E27FC236}">
                <a16:creationId xmlns:a16="http://schemas.microsoft.com/office/drawing/2014/main" id="{D3848C84-2031-4750-9CF4-15A87028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168" y="2119065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椭圆 31">
            <a:extLst>
              <a:ext uri="{FF2B5EF4-FFF2-40B4-BE49-F238E27FC236}">
                <a16:creationId xmlns:a16="http://schemas.microsoft.com/office/drawing/2014/main" id="{900077CA-89E7-1D93-31DE-9824425D8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247" y="1454882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2E1773-82F8-4155-D75F-3B01FF88F425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12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2" grpId="0" animBg="1"/>
      <p:bldP spid="3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000D159-EAE2-C1CB-0B8F-EE7A5F10A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7632" y="242888"/>
            <a:ext cx="6408737" cy="593725"/>
          </a:xfr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随机变量的相互独立性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E2CA0B5F-CC3C-995D-9BD7-7B9AAA38E51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79613" y="5940402"/>
          <a:ext cx="3613113" cy="58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2766000" imgH="5270500" progId="Equation.DSMT4">
                  <p:embed/>
                </p:oleObj>
              </mc:Choice>
              <mc:Fallback>
                <p:oleObj name="Equation" r:id="rId3" imgW="32766000" imgH="5270500" progId="Equation.DSMT4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E2CA0B5F-CC3C-995D-9BD7-7B9AAA38E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940402"/>
                        <a:ext cx="3613113" cy="58026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4">
            <a:extLst>
              <a:ext uri="{FF2B5EF4-FFF2-40B4-BE49-F238E27FC236}">
                <a16:creationId xmlns:a16="http://schemas.microsoft.com/office/drawing/2014/main" id="{35ABF875-720E-01AE-8336-2E812145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741" y="3842067"/>
            <a:ext cx="8351837" cy="538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CF01"/>
              </a:buClr>
              <a:buSzTx/>
              <a:tabLst/>
              <a:defRPr/>
            </a:pP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对于离散型和连续型的随机变量，该定义分别等价于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934" y="1094082"/>
                <a:ext cx="8531051" cy="24951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90000" tIns="46800" rIns="90000" bIns="46800" anchor="ctr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定义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600" b="1" i="1" noProof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的联合分布函数为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，两个边缘分布函数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分别为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，如果对于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任意的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都有</a:t>
                </a:r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</a:p>
              <a:p>
                <a:pPr marL="471487" lvl="0" indent="0" algn="ctr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)= </m:t>
                    </m:r>
                    <m:sSub>
                      <m:sSubPr>
                        <m:ctrlP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sSub>
                      <m:sSubPr>
                        <m:ctrlP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𝒀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，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zh-CN" altLang="en-US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endPara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34" y="1094082"/>
                <a:ext cx="8531051" cy="2495171"/>
              </a:xfrm>
              <a:prstGeom prst="rect">
                <a:avLst/>
              </a:prstGeom>
              <a:blipFill>
                <a:blip r:embed="rId5"/>
                <a:stretch>
                  <a:fillRect t="-3535" b="-45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851" name="Object 11">
            <a:extLst>
              <a:ext uri="{FF2B5EF4-FFF2-40B4-BE49-F238E27FC236}">
                <a16:creationId xmlns:a16="http://schemas.microsoft.com/office/drawing/2014/main" id="{347B7CBD-38FE-CF3A-592F-642405DD367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79613" y="4868837"/>
          <a:ext cx="2252145" cy="63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9596100" imgH="5562600" progId="Equation.DSMT4">
                  <p:embed/>
                </p:oleObj>
              </mc:Choice>
              <mc:Fallback>
                <p:oleObj name="Equation" r:id="rId6" imgW="19596100" imgH="5562600" progId="Equation.DSMT4">
                  <p:embed/>
                  <p:pic>
                    <p:nvPicPr>
                      <p:cNvPr id="35851" name="Object 11">
                        <a:extLst>
                          <a:ext uri="{FF2B5EF4-FFF2-40B4-BE49-F238E27FC236}">
                            <a16:creationId xmlns:a16="http://schemas.microsoft.com/office/drawing/2014/main" id="{347B7CBD-38FE-CF3A-592F-642405DD367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868837"/>
                        <a:ext cx="2252145" cy="63404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𝒊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𝒋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blipFill>
                <a:blip r:embed="rId8"/>
                <a:stretch>
                  <a:fillRect l="-6294" t="-15000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𝒚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blipFill>
                <a:blip r:embed="rId9"/>
                <a:stretch>
                  <a:fillRect l="-5882" t="-17949" b="-256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FBA7EC59-5E44-B1E0-78B2-61EA791278D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892401A-E8A7-1235-A7CC-40F9C7BE3C7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39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9" grpId="0"/>
      <p:bldP spid="35854" grpId="0"/>
      <p:bldP spid="358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3E01F52-5E9C-99DF-CDF2-D272A70A5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  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在实际问题或应用中，当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𝑿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的取值互不影响时，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我们就认为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相互独立的，进而把上述定义式当公式运用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。</a:t>
                </a:r>
                <a:endParaRPr kumimoji="1" lang="en-US" altLang="zh-CN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blipFill>
                <a:blip r:embed="rId3"/>
                <a:stretch>
                  <a:fillRect l="-1442" t="-1948" r="-14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Rectangle 4">
            <a:extLst>
              <a:ext uri="{FF2B5EF4-FFF2-40B4-BE49-F238E27FC236}">
                <a16:creationId xmlns:a16="http://schemas.microsoft.com/office/drawing/2014/main" id="{A7C205B3-8B5F-130C-2A90-EC05C49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36838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indent="457200" algn="just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相互独立的前提下</a:t>
                </a:r>
                <a:r>
                  <a:rPr kumimoji="1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，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边缘分布可确定联合分布！</a:t>
                </a:r>
              </a:p>
            </p:txBody>
          </p:sp>
        </mc:Choice>
        <mc:Fallback xmlns="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blipFill>
                <a:blip r:embed="rId4"/>
                <a:stretch>
                  <a:fillRect l="-1727" t="-7792" r="-1570" b="-155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B3D94EB7-24DA-83CC-E8DE-227421A90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0461" y="3462021"/>
          <a:ext cx="42830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33350200" imgH="5270500" progId="Equation.DSMT4">
                  <p:embed/>
                </p:oleObj>
              </mc:Choice>
              <mc:Fallback>
                <p:oleObj name="Equation" r:id="rId5" imgW="33350200" imgH="5270500" progId="Equation.DSMT4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B3D94EB7-24DA-83CC-E8DE-227421A90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1" y="3462021"/>
                        <a:ext cx="4283075" cy="676275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76ECEF39-B13D-ED9E-7123-3B739387080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61AA926-E024-06A0-28FA-E3953A8EE023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随机变量的相互独立性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3A87-D7FE-EF33-159E-EC23C2D1DF01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35102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7E375C4-FA87-317E-CE0F-99ACC3F4FF0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blipFill>
                <a:blip r:embed="rId2"/>
                <a:stretch>
                  <a:fillRect l="-1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476AB94-9822-0D4B-D80E-FE28123A1A28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0534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643093" y="1370275"/>
                <a:ext cx="8670471" cy="5011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；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…, 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其中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分别为随机变量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的分布函数，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93" y="1370275"/>
                <a:ext cx="8670471" cy="5011949"/>
              </a:xfrm>
              <a:prstGeom prst="rect">
                <a:avLst/>
              </a:prstGeom>
              <a:blipFill>
                <a:blip r:embed="rId2"/>
                <a:stretch>
                  <a:fillRect l="-1023" r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9D55FEB-50E8-C89B-1AF6-6308842FFA91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DF7370-C35A-B6B0-B5EE-FB0B3BCF39B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04646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4017599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597408" y="1368347"/>
                <a:ext cx="8546592" cy="334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Hei" panose="02010609060101010101" pitchFamily="49" charset="-122"/>
                    <a:ea typeface="SimHei" panose="02010609060101010101" pitchFamily="49" charset="-122"/>
                    <a:cs typeface="+mn-cs"/>
                  </a:rPr>
                  <a:t>定理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设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,…, </m:t>
                        </m:r>
                        <m:r>
                          <a:rPr kumimoji="0" lang="en-US" altLang="zh-CN" sz="24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     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又若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是连续函数，则</a:t>
                </a:r>
                <a14:m>
                  <m:oMath xmlns:m="http://schemas.openxmlformats.org/officeDocument/2006/math">
                    <m:r>
                      <a:rPr kumimoji="0" lang="zh-CN" altLang="en-US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" y="1368347"/>
                <a:ext cx="8546592" cy="3349956"/>
              </a:xfrm>
              <a:prstGeom prst="rect">
                <a:avLst/>
              </a:prstGeom>
              <a:blipFill>
                <a:blip r:embed="rId2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E367BDCD-D9B9-4E35-E585-A9CFCCACC52E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33E24-2F40-6700-B4BE-70D44406BAB3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66850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96C783B-ECF7-C02C-4F07-C9A5621F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kumimoji="1"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多维随机变量及其分布</a:t>
            </a:r>
            <a:endParaRPr lang="zh-CN" altLang="en-US" sz="4000">
              <a:solidFill>
                <a:srgbClr val="C00000"/>
              </a:solidFill>
              <a:latin typeface="楷体" panose="02010609060101010101" pitchFamily="49" charset="-122"/>
            </a:endParaRP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3522A14C-B7AD-0200-25AD-2AB4B766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第三章 </a:t>
            </a:r>
          </a:p>
        </p:txBody>
      </p:sp>
      <p:sp>
        <p:nvSpPr>
          <p:cNvPr id="1433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CB766F93-AA65-B5DB-180C-F5B692D4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二维随机变量</a:t>
            </a:r>
          </a:p>
        </p:txBody>
      </p:sp>
      <p:sp>
        <p:nvSpPr>
          <p:cNvPr id="14340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6576D77F-6488-1B2F-4A8E-BBC8B227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 dirty="0">
                <a:solidFill>
                  <a:srgbClr val="161616"/>
                </a:solidFill>
                <a:latin typeface="楷体" panose="02010609060101010101" pitchFamily="49" charset="-122"/>
              </a:rPr>
              <a:t>边缘分布</a:t>
            </a:r>
          </a:p>
        </p:txBody>
      </p:sp>
      <p:sp>
        <p:nvSpPr>
          <p:cNvPr id="14341" name="Text Box 6">
            <a:hlinkClick r:id="rId5" action="ppaction://hlinksldjump"/>
            <a:extLst>
              <a:ext uri="{FF2B5EF4-FFF2-40B4-BE49-F238E27FC236}">
                <a16:creationId xmlns:a16="http://schemas.microsoft.com/office/drawing/2014/main" id="{39E2B838-A201-58FC-CA54-F48FE12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C00000"/>
                </a:solidFill>
                <a:latin typeface="楷体" panose="02010609060101010101" pitchFamily="49" charset="-122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4D8218A3-D137-9AAE-2F1B-60181BDD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dirty="0">
                <a:solidFill>
                  <a:schemeClr val="tx1">
                    <a:lumMod val="10000"/>
                  </a:schemeClr>
                </a:solidFill>
                <a:latin typeface="楷体" panose="02010609060101010101" pitchFamily="49" charset="-122"/>
              </a:rPr>
              <a:t>条件分布</a:t>
            </a:r>
          </a:p>
        </p:txBody>
      </p:sp>
      <p:sp>
        <p:nvSpPr>
          <p:cNvPr id="14343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F8CB0F20-61B4-9F67-E250-5953379F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2B4868-65A6-FD18-AD7F-BF6BDD2AF7D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29074DB-61E9-17C5-8EBE-E165E0EB4810}"/>
              </a:ext>
            </a:extLst>
          </p:cNvPr>
          <p:cNvGrpSpPr/>
          <p:nvPr/>
        </p:nvGrpSpPr>
        <p:grpSpPr>
          <a:xfrm>
            <a:off x="827584" y="2211936"/>
            <a:ext cx="7299562" cy="3525196"/>
            <a:chOff x="827584" y="2211936"/>
            <a:chExt cx="7299562" cy="352519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4B3553A-1B9B-18AC-B24E-6B946F5BC98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27584" y="2211936"/>
              <a:ext cx="7299562" cy="3525196"/>
            </a:xfrm>
            <a:prstGeom prst="rect">
              <a:avLst/>
            </a:prstGeom>
            <a:blipFill>
              <a:blip r:embed="rId2"/>
              <a:stretch>
                <a:fillRect l="-1739" r="-87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 dirty="0">
                  <a:noFill/>
                </a:rPr>
                <a:t>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/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den>
                        </m:f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blipFill>
                  <a:blip r:embed="rId3"/>
                  <a:stretch>
                    <a:fillRect l="-16000" r="-20000" b="-80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A6B45E0-B340-C03B-8DF1-3BF1589E0D0F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5">
            <a:extLst>
              <a:ext uri="{FF2B5EF4-FFF2-40B4-BE49-F238E27FC236}">
                <a16:creationId xmlns:a16="http://schemas.microsoft.com/office/drawing/2014/main" id="{FDAE5236-65CD-AFE9-B1E9-1450D327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636838"/>
            <a:ext cx="6411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这两个公式称为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的卷积公式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记为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* 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，即：</a:t>
            </a:r>
          </a:p>
        </p:txBody>
      </p:sp>
      <p:pic>
        <p:nvPicPr>
          <p:cNvPr id="22530" name="图片 7">
            <a:extLst>
              <a:ext uri="{FF2B5EF4-FFF2-40B4-BE49-F238E27FC236}">
                <a16:creationId xmlns:a16="http://schemas.microsoft.com/office/drawing/2014/main" id="{AE6A0D86-D7BB-78D3-25D6-30941F274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807" y="3548343"/>
            <a:ext cx="725805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文本框 8">
            <a:extLst>
              <a:ext uri="{FF2B5EF4-FFF2-40B4-BE49-F238E27FC236}">
                <a16:creationId xmlns:a16="http://schemas.microsoft.com/office/drawing/2014/main" id="{BD3E5201-D82B-2306-73AF-1496C89D8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79" y="324410"/>
            <a:ext cx="5256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409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22532" name="矩形 11">
            <a:extLst>
              <a:ext uri="{FF2B5EF4-FFF2-40B4-BE49-F238E27FC236}">
                <a16:creationId xmlns:a16="http://schemas.microsoft.com/office/drawing/2014/main" id="{FAC6EF86-ED9E-EC4A-BA1D-49AFCBEB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82" y="3420512"/>
            <a:ext cx="8064500" cy="9366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8E3529-0B53-628B-D68B-7FC04D7093B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8">
            <a:extLst>
              <a:ext uri="{FF2B5EF4-FFF2-40B4-BE49-F238E27FC236}">
                <a16:creationId xmlns:a16="http://schemas.microsoft.com/office/drawing/2014/main" id="{E890E08F-9C73-4FEA-9B5B-E6FA7852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DAB10-B342-069C-3C8A-E6D5DD9BF5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3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25D0D9-717A-E43F-5AB2-712DBA81AD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2" name="图片 11">
            <a:extLst>
              <a:ext uri="{FF2B5EF4-FFF2-40B4-BE49-F238E27FC236}">
                <a16:creationId xmlns:a16="http://schemas.microsoft.com/office/drawing/2014/main" id="{47F4199B-E512-40BA-68B6-A57BEF04D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77"/>
          <a:stretch>
            <a:fillRect/>
          </a:stretch>
        </p:blipFill>
        <p:spPr bwMode="auto">
          <a:xfrm>
            <a:off x="2595563" y="2924175"/>
            <a:ext cx="49291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图片 15">
            <a:extLst>
              <a:ext uri="{FF2B5EF4-FFF2-40B4-BE49-F238E27FC236}">
                <a16:creationId xmlns:a16="http://schemas.microsoft.com/office/drawing/2014/main" id="{83D6800E-FF3F-8E69-5CB9-AEFE47A9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9" r="10860"/>
          <a:stretch>
            <a:fillRect/>
          </a:stretch>
        </p:blipFill>
        <p:spPr bwMode="auto">
          <a:xfrm>
            <a:off x="452438" y="5373688"/>
            <a:ext cx="7072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D83895-3153-8C68-FC01-578F2280336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1500995"/>
            <a:ext cx="8870841" cy="1158074"/>
          </a:xfrm>
          <a:prstGeom prst="rect">
            <a:avLst/>
          </a:prstGeom>
          <a:blipFill>
            <a:blip r:embed="rId7"/>
            <a:stretch>
              <a:fillRect l="-714" b="-760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4390FF-6792-FAB5-344A-121758CE33C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4365104"/>
            <a:ext cx="8870842" cy="960328"/>
          </a:xfrm>
          <a:prstGeom prst="rect">
            <a:avLst/>
          </a:prstGeom>
          <a:blipFill>
            <a:blip r:embed="rId8"/>
            <a:stretch>
              <a:fillRect l="-714" b="-779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6" name="图片 10">
            <a:extLst>
              <a:ext uri="{FF2B5EF4-FFF2-40B4-BE49-F238E27FC236}">
                <a16:creationId xmlns:a16="http://schemas.microsoft.com/office/drawing/2014/main" id="{27D28A87-90F1-AB82-5A76-077D9336B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9" r="10899" b="72491"/>
          <a:stretch>
            <a:fillRect/>
          </a:stretch>
        </p:blipFill>
        <p:spPr bwMode="auto">
          <a:xfrm>
            <a:off x="260350" y="6156325"/>
            <a:ext cx="726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7" name="矩形 11">
            <a:extLst>
              <a:ext uri="{FF2B5EF4-FFF2-40B4-BE49-F238E27FC236}">
                <a16:creationId xmlns:a16="http://schemas.microsoft.com/office/drawing/2014/main" id="{BFBF2116-15A4-5AA9-BFC6-DA870F3B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809875"/>
            <a:ext cx="5543550" cy="1389063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8138" name="矩形 11">
            <a:extLst>
              <a:ext uri="{FF2B5EF4-FFF2-40B4-BE49-F238E27FC236}">
                <a16:creationId xmlns:a16="http://schemas.microsoft.com/office/drawing/2014/main" id="{7BF1DAE0-B3B1-EDD5-62F4-6356363D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373688"/>
            <a:ext cx="5543550" cy="14001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E56E21-4757-2F41-AE10-995022C43C68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内容占位符 3">
            <a:extLst>
              <a:ext uri="{FF2B5EF4-FFF2-40B4-BE49-F238E27FC236}">
                <a16:creationId xmlns:a16="http://schemas.microsoft.com/office/drawing/2014/main" id="{6E57B876-FC97-53C1-CFE5-F07646AF48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09"/>
          <a:stretch>
            <a:fillRect/>
          </a:stretch>
        </p:blipFill>
        <p:spPr>
          <a:xfrm>
            <a:off x="492369" y="1510507"/>
            <a:ext cx="8308975" cy="1126440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6C0FB4-7083-799A-DF59-300B126BB2E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8641" y="2997308"/>
            <a:ext cx="3884846" cy="428066"/>
          </a:xfrm>
          <a:prstGeom prst="rect">
            <a:avLst/>
          </a:prstGeom>
          <a:blipFill>
            <a:blip r:embed="rId4"/>
            <a:stretch>
              <a:fillRect b="-588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74B345-26A1-6D08-6BC3-EB9604409BD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5656" y="3576998"/>
            <a:ext cx="6199774" cy="428066"/>
          </a:xfrm>
          <a:prstGeom prst="rect">
            <a:avLst/>
          </a:prstGeom>
          <a:blipFill>
            <a:blip r:embed="rId5"/>
            <a:stretch>
              <a:fillRect b="-57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4" name="文本框 6">
            <a:extLst>
              <a:ext uri="{FF2B5EF4-FFF2-40B4-BE49-F238E27FC236}">
                <a16:creationId xmlns:a16="http://schemas.microsoft.com/office/drawing/2014/main" id="{28726BE5-1E15-18DC-5C72-53ECC007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497388"/>
            <a:ext cx="748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特别，当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...,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相互独立且具有相同的分布函数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时有</a:t>
            </a:r>
          </a:p>
        </p:txBody>
      </p:sp>
      <p:pic>
        <p:nvPicPr>
          <p:cNvPr id="61445" name="图片 8">
            <a:extLst>
              <a:ext uri="{FF2B5EF4-FFF2-40B4-BE49-F238E27FC236}">
                <a16:creationId xmlns:a16="http://schemas.microsoft.com/office/drawing/2014/main" id="{164CD7E5-BA32-4BB3-4D2E-12F4FF3F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15"/>
          <a:stretch>
            <a:fillRect/>
          </a:stretch>
        </p:blipFill>
        <p:spPr bwMode="auto">
          <a:xfrm>
            <a:off x="2752725" y="5257800"/>
            <a:ext cx="5132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2F0731-7979-4235-5A44-D5D68AA82C9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205900"/>
            <a:ext cx="7901947" cy="654988"/>
          </a:xfrm>
          <a:prstGeom prst="rect">
            <a:avLst/>
          </a:prstGeom>
          <a:blipFill>
            <a:blip r:embed="rId7"/>
            <a:stretch>
              <a:fillRect l="-1605" b="-2692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7" name="矩形 10">
            <a:extLst>
              <a:ext uri="{FF2B5EF4-FFF2-40B4-BE49-F238E27FC236}">
                <a16:creationId xmlns:a16="http://schemas.microsoft.com/office/drawing/2014/main" id="{44F368D0-44B9-E276-9AE3-3108E4C66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968625"/>
            <a:ext cx="6734175" cy="11334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61448" name="矩形 11">
            <a:extLst>
              <a:ext uri="{FF2B5EF4-FFF2-40B4-BE49-F238E27FC236}">
                <a16:creationId xmlns:a16="http://schemas.microsoft.com/office/drawing/2014/main" id="{21E90CEC-17A1-4C3C-9C4F-F4E88895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5041900"/>
            <a:ext cx="6731000" cy="112395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31FAA5-77DD-5A5B-2819-CE495AD1B52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4.4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数学期望</a:t>
            </a:r>
          </a:p>
        </p:txBody>
      </p:sp>
      <p:sp>
        <p:nvSpPr>
          <p:cNvPr id="2" name="Text Box 3">
            <a:hlinkClick r:id="" action="ppaction://noaction"/>
            <a:extLst>
              <a:ext uri="{FF2B5EF4-FFF2-40B4-BE49-F238E27FC236}">
                <a16:creationId xmlns:a16="http://schemas.microsoft.com/office/drawing/2014/main" id="{9B2B504C-35C4-C768-191B-6DC7CB7AD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" y="484501"/>
            <a:ext cx="7272338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Pct val="70000"/>
            </a:pPr>
            <a:r>
              <a:rPr lang="zh-CN" altLang="en-US" sz="3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第四章 随机变量的数字特征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521587-AB27-1689-DD81-2639247E2E9C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E701F-1F1D-4765-9CD5-03D38460DB86}"/>
                  </a:ext>
                </a:extLst>
              </p:cNvPr>
              <p:cNvSpPr txBox="1"/>
              <p:nvPr/>
            </p:nvSpPr>
            <p:spPr>
              <a:xfrm>
                <a:off x="368401" y="1344033"/>
                <a:ext cx="9025074" cy="5110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42900"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（以下设所遇到的随机变量的数学期望存在）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是常数，则有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2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是一个随机变量，</a:t>
                </a: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是常数，则有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是两个随机变量，则有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这一性质可以推广到任意有限个随机变量之和的情况。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是相互独立的随机变量，则有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这一性质可以推广到任意有限个相互独立的随机变量之积的情况。</a:t>
                </a:r>
                <a:endParaRPr lang="en-US" altLang="zh-CN" sz="2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E701F-1F1D-4765-9CD5-03D38460D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1" y="1344033"/>
                <a:ext cx="9025074" cy="5110630"/>
              </a:xfrm>
              <a:prstGeom prst="rect">
                <a:avLst/>
              </a:prstGeom>
              <a:blipFill>
                <a:blip r:embed="rId2"/>
                <a:stretch>
                  <a:fillRect r="-421" b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副标题 2">
            <a:extLst>
              <a:ext uri="{FF2B5EF4-FFF2-40B4-BE49-F238E27FC236}">
                <a16:creationId xmlns:a16="http://schemas.microsoft.com/office/drawing/2014/main" id="{FDC032E1-FCDA-CC95-20E3-002625858C76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数学期望的性质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213528F-0A64-C98E-657F-D6F102ADD7E3}"/>
              </a:ext>
            </a:extLst>
          </p:cNvPr>
          <p:cNvCxnSpPr/>
          <p:nvPr/>
        </p:nvCxnSpPr>
        <p:spPr>
          <a:xfrm>
            <a:off x="0" y="940696"/>
            <a:ext cx="91440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75794C7-8095-3122-34BF-B32DFCDBB0E5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7011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364" y="1904740"/>
                <a:ext cx="8059271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3° 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是两个随机变量，则有</a:t>
                </a:r>
                <a:endParaRPr lang="zh-CN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d>
                      </m:e>
                    </m:d>
                    <m:r>
                      <a:rPr lang="en-US" altLang="zh-CN" sz="2200" b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22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特别，若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相互独立，则有</a:t>
                </a:r>
                <a:endParaRPr lang="zh-CN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这一性质可以推广到任意有限多个相互独立的随机变量之和的情况</a:t>
                </a: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364" y="1904740"/>
                <a:ext cx="8059271" cy="4935311"/>
              </a:xfrm>
              <a:blipFill>
                <a:blip r:embed="rId2"/>
                <a:stretch>
                  <a:fillRect l="-943" t="-1026" r="-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3D4B081-145E-38EF-B364-C4EDD8428E5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5311DC9-7193-0C58-D7C3-3F6046430D89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517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7267" y="1351271"/>
                <a:ext cx="8021835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相互独立时，由数学期望的性质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及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(3.2)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式知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反之，若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不相关（不存在线性关系），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却不一定相互独立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见上例，可能存在非线性关系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这是因为不相关只是就线性关系来说的，而相互独立是就一般关系而言的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7267" y="1351271"/>
                <a:ext cx="8021835" cy="5192486"/>
              </a:xfrm>
              <a:blipFill>
                <a:blip r:embed="rId2"/>
                <a:stretch>
                  <a:fillRect l="-1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l="-1662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123E265-9C03-2378-D0C5-2A2ADBDE501E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393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2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11D986D-E896-D629-C220-FB6359F9A99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97" y="2139987"/>
            <a:ext cx="6584685" cy="3847447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2E9C56F-6B82-9180-19AA-48F4ADEAF589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80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3">
            <a:extLst>
              <a:ext uri="{FF2B5EF4-FFF2-40B4-BE49-F238E27FC236}">
                <a16:creationId xmlns:a16="http://schemas.microsoft.com/office/drawing/2014/main" id="{1D4588C0-D216-E771-9616-9C3077A84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2008188"/>
          <a:ext cx="952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3" imgW="7607300" imgH="4686300" progId="Equation.3">
                  <p:embed/>
                </p:oleObj>
              </mc:Choice>
              <mc:Fallback>
                <p:oleObj name="公式" r:id="rId3" imgW="7607300" imgH="4686300" progId="Equation.3">
                  <p:embed/>
                  <p:pic>
                    <p:nvPicPr>
                      <p:cNvPr id="45058" name="Object 3">
                        <a:extLst>
                          <a:ext uri="{FF2B5EF4-FFF2-40B4-BE49-F238E27FC236}">
                            <a16:creationId xmlns:a16="http://schemas.microsoft.com/office/drawing/2014/main" id="{1D4588C0-D216-E771-9616-9C3077A84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008188"/>
                        <a:ext cx="9525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4">
            <a:extLst>
              <a:ext uri="{FF2B5EF4-FFF2-40B4-BE49-F238E27FC236}">
                <a16:creationId xmlns:a16="http://schemas.microsoft.com/office/drawing/2014/main" id="{2C10012F-0CA5-C62B-47B4-52076008B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16113"/>
            <a:ext cx="22445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线性不相关</a:t>
            </a:r>
          </a:p>
        </p:txBody>
      </p:sp>
      <p:graphicFrame>
        <p:nvGraphicFramePr>
          <p:cNvPr id="45060" name="Object 5">
            <a:extLst>
              <a:ext uri="{FF2B5EF4-FFF2-40B4-BE49-F238E27FC236}">
                <a16:creationId xmlns:a16="http://schemas.microsoft.com/office/drawing/2014/main" id="{59C0E0EB-32BB-BA1A-E043-5C2F10F4A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2213" y="2565400"/>
          <a:ext cx="19367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公式" r:id="rId5" imgW="17259300" imgH="5562600" progId="Equation.3">
                  <p:embed/>
                </p:oleObj>
              </mc:Choice>
              <mc:Fallback>
                <p:oleObj name="公式" r:id="rId5" imgW="17259300" imgH="5562600" progId="Equation.3">
                  <p:embed/>
                  <p:pic>
                    <p:nvPicPr>
                      <p:cNvPr id="45060" name="Object 5">
                        <a:extLst>
                          <a:ext uri="{FF2B5EF4-FFF2-40B4-BE49-F238E27FC236}">
                            <a16:creationId xmlns:a16="http://schemas.microsoft.com/office/drawing/2014/main" id="{59C0E0EB-32BB-BA1A-E043-5C2F10F4A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2565400"/>
                        <a:ext cx="19367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FD44C113-E306-5F6E-D782-CD062276C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06088"/>
          <a:ext cx="3155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公式" r:id="rId7" imgW="24866600" imgH="4686300" progId="Equation.3">
                  <p:embed/>
                </p:oleObj>
              </mc:Choice>
              <mc:Fallback>
                <p:oleObj name="公式" r:id="rId7" imgW="24866600" imgH="4686300" progId="Equation.3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FD44C113-E306-5F6E-D782-CD062276C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06088"/>
                        <a:ext cx="3155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91C69EC6-5CB7-3829-0D29-923745FE3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03914"/>
          <a:ext cx="42227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公式" r:id="rId9" imgW="36283900" imgH="4686300" progId="Equation.3">
                  <p:embed/>
                </p:oleObj>
              </mc:Choice>
              <mc:Fallback>
                <p:oleObj name="公式" r:id="rId9" imgW="36283900" imgH="4686300" progId="Equation.3">
                  <p:embed/>
                  <p:pic>
                    <p:nvPicPr>
                      <p:cNvPr id="39943" name="Object 7">
                        <a:extLst>
                          <a:ext uri="{FF2B5EF4-FFF2-40B4-BE49-F238E27FC236}">
                            <a16:creationId xmlns:a16="http://schemas.microsoft.com/office/drawing/2014/main" id="{91C69EC6-5CB7-3829-0D29-923745FE3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03914"/>
                        <a:ext cx="42227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312D1BE8-7F74-F418-5A07-E8313060B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038" y="4737580"/>
          <a:ext cx="2949009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25742900" imgH="4686300" progId="Equation.3">
                  <p:embed/>
                </p:oleObj>
              </mc:Choice>
              <mc:Fallback>
                <p:oleObj name="Equation" r:id="rId11" imgW="25742900" imgH="4686300" progId="Equation.3">
                  <p:embed/>
                  <p:pic>
                    <p:nvPicPr>
                      <p:cNvPr id="39944" name="Object 8">
                        <a:extLst>
                          <a:ext uri="{FF2B5EF4-FFF2-40B4-BE49-F238E27FC236}">
                            <a16:creationId xmlns:a16="http://schemas.microsoft.com/office/drawing/2014/main" id="{312D1BE8-7F74-F418-5A07-E8313060B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737580"/>
                        <a:ext cx="2949009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>
            <a:extLst>
              <a:ext uri="{FF2B5EF4-FFF2-40B4-BE49-F238E27FC236}">
                <a16:creationId xmlns:a16="http://schemas.microsoft.com/office/drawing/2014/main" id="{EA71DA97-2F9E-57D1-1049-64DBCB1DE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468826"/>
          <a:ext cx="1368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公式" r:id="rId13" imgW="11696700" imgH="4686300" progId="Equation.3">
                  <p:embed/>
                </p:oleObj>
              </mc:Choice>
              <mc:Fallback>
                <p:oleObj name="公式" r:id="rId13" imgW="11696700" imgH="4686300" progId="Equation.3">
                  <p:embed/>
                  <p:pic>
                    <p:nvPicPr>
                      <p:cNvPr id="39945" name="Object 9">
                        <a:extLst>
                          <a:ext uri="{FF2B5EF4-FFF2-40B4-BE49-F238E27FC236}">
                            <a16:creationId xmlns:a16="http://schemas.microsoft.com/office/drawing/2014/main" id="{EA71DA97-2F9E-57D1-1049-64DBCB1DE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68826"/>
                        <a:ext cx="13684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>
            <a:extLst>
              <a:ext uri="{FF2B5EF4-FFF2-40B4-BE49-F238E27FC236}">
                <a16:creationId xmlns:a16="http://schemas.microsoft.com/office/drawing/2014/main" id="{F03093C2-782E-21B5-D984-D63D1F230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5395801"/>
            <a:ext cx="18325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相互独立</a:t>
            </a:r>
          </a:p>
        </p:txBody>
      </p:sp>
      <p:pic>
        <p:nvPicPr>
          <p:cNvPr id="3" name="图片 2" descr="图表, 散点图&#10;&#10;描述已自动生成">
            <a:extLst>
              <a:ext uri="{FF2B5EF4-FFF2-40B4-BE49-F238E27FC236}">
                <a16:creationId xmlns:a16="http://schemas.microsoft.com/office/drawing/2014/main" id="{C1C8A5E6-798A-7C66-2A60-F8FF4E80F7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0817" y="3990335"/>
            <a:ext cx="2805542" cy="2805542"/>
          </a:xfrm>
          <a:prstGeom prst="rect">
            <a:avLst/>
          </a:prstGeom>
        </p:spPr>
      </p:pic>
      <p:pic>
        <p:nvPicPr>
          <p:cNvPr id="13" name="图片 12" descr="散点图&#10;&#10;描述已自动生成">
            <a:extLst>
              <a:ext uri="{FF2B5EF4-FFF2-40B4-BE49-F238E27FC236}">
                <a16:creationId xmlns:a16="http://schemas.microsoft.com/office/drawing/2014/main" id="{D695FCCE-326F-BFFE-1722-0780CC95F6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10200" y="1512854"/>
            <a:ext cx="2548556" cy="2477481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3186E90-8185-02A5-8BDA-CCDEC3EB1EB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17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EF50BE1-2114-F6A2-FCA2-D5C4E9D32C1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0E465C-38B1-576C-8EA3-48C0137CA122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5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BA370-3E52-0624-2F77-C75EF3EA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81" y="226504"/>
            <a:ext cx="8572500" cy="24203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极限</a:t>
            </a:r>
            <a:r>
              <a:rPr lang="zh-CN" altLang="en-US" sz="2200" dirty="0"/>
              <a:t>定理是概率论的基本理论，在理论研究和应用中起着重要的作用，其中最重要的是 </a:t>
            </a:r>
            <a:r>
              <a:rPr lang="zh-CN" altLang="en-US" sz="2200" dirty="0">
                <a:solidFill>
                  <a:srgbClr val="FF0000"/>
                </a:solidFill>
              </a:rPr>
              <a:t>“大数定律”</a:t>
            </a:r>
            <a:r>
              <a:rPr lang="zh-CN" altLang="en-US" sz="2200" dirty="0"/>
              <a:t>与</a:t>
            </a:r>
            <a:r>
              <a:rPr lang="zh-CN" altLang="en-US" sz="2200" dirty="0">
                <a:solidFill>
                  <a:srgbClr val="FF0000"/>
                </a:solidFill>
              </a:rPr>
              <a:t>“中心极限定理”</a:t>
            </a:r>
            <a:r>
              <a:rPr lang="zh-CN" altLang="en-US" sz="2200" dirty="0"/>
              <a:t> 。</a:t>
            </a:r>
            <a:endParaRPr lang="en-US" altLang="zh-CN" sz="22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2D663D0-4787-2999-906E-DFEF63C020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263" y="2479966"/>
                <a:ext cx="7886700" cy="8402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随机变量序列</a:t>
                </a:r>
                <a:r>
                  <a:rPr kumimoji="0" lang="en-US" altLang="zh-CN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⋯</m:t>
                    </m:r>
                  </m:oMath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2D663D0-4787-2999-906E-DFEF63C0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3" y="2479966"/>
                <a:ext cx="7886700" cy="840295"/>
              </a:xfrm>
              <a:prstGeom prst="rect">
                <a:avLst/>
              </a:prstGeom>
              <a:blipFill>
                <a:blip r:embed="rId2"/>
                <a:stretch>
                  <a:fillRect l="-804" t="-1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F7286-C89E-7F86-4116-DFAF9C03FF5B}"/>
                  </a:ext>
                </a:extLst>
              </p:cNvPr>
              <p:cNvSpPr txBox="1"/>
              <p:nvPr/>
            </p:nvSpPr>
            <p:spPr>
              <a:xfrm>
                <a:off x="856066" y="3621259"/>
                <a:ext cx="1028743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F7286-C89E-7F86-4116-DFAF9C03F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6" y="3621259"/>
                <a:ext cx="1028743" cy="924164"/>
              </a:xfrm>
              <a:prstGeom prst="rect">
                <a:avLst/>
              </a:prstGeom>
              <a:blipFill>
                <a:blip r:embed="rId3"/>
                <a:stretch>
                  <a:fillRect l="-78049" t="-120270" r="-29268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F738DA-D724-3DA4-74D3-10B84242144C}"/>
                  </a:ext>
                </a:extLst>
              </p:cNvPr>
              <p:cNvSpPr txBox="1"/>
              <p:nvPr/>
            </p:nvSpPr>
            <p:spPr>
              <a:xfrm>
                <a:off x="856066" y="5175755"/>
                <a:ext cx="815031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F738DA-D724-3DA4-74D3-10B842421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6" y="5175755"/>
                <a:ext cx="815031" cy="924164"/>
              </a:xfrm>
              <a:prstGeom prst="rect">
                <a:avLst/>
              </a:prstGeom>
              <a:blipFill>
                <a:blip r:embed="rId4"/>
                <a:stretch>
                  <a:fillRect l="-124615" t="-118919" r="-36923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2D7ECB-2D79-03B7-9BDE-E68C7BA8D64C}"/>
                  </a:ext>
                </a:extLst>
              </p:cNvPr>
              <p:cNvSpPr txBox="1"/>
              <p:nvPr/>
            </p:nvSpPr>
            <p:spPr>
              <a:xfrm>
                <a:off x="2787194" y="3840999"/>
                <a:ext cx="793679" cy="484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groupChrPr>
                        <m:e/>
                      </m:groupChr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∞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2D7ECB-2D79-03B7-9BDE-E68C7BA8D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194" y="3840999"/>
                <a:ext cx="793679" cy="484684"/>
              </a:xfrm>
              <a:prstGeom prst="rect">
                <a:avLst/>
              </a:prstGeom>
              <a:blipFill>
                <a:blip r:embed="rId5"/>
                <a:stretch>
                  <a:fillRect l="-4762" t="-2564" r="-6349" b="-6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72196F5-41FF-FB28-2B2B-B1B97539A2B9}"/>
              </a:ext>
            </a:extLst>
          </p:cNvPr>
          <p:cNvSpPr txBox="1"/>
          <p:nvPr/>
        </p:nvSpPr>
        <p:spPr>
          <a:xfrm>
            <a:off x="5303520" y="2215919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相互独立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54020A-2986-D427-48B8-B75F675A1CEB}"/>
              </a:ext>
            </a:extLst>
          </p:cNvPr>
          <p:cNvSpPr txBox="1"/>
          <p:nvPr/>
        </p:nvSpPr>
        <p:spPr>
          <a:xfrm>
            <a:off x="5303520" y="2768090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相互独立、同分布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06BA05-BE84-D4D9-0D51-AFED32A104F2}"/>
                  </a:ext>
                </a:extLst>
              </p:cNvPr>
              <p:cNvSpPr txBox="1"/>
              <p:nvPr/>
            </p:nvSpPr>
            <p:spPr>
              <a:xfrm>
                <a:off x="2787193" y="5331381"/>
                <a:ext cx="793679" cy="484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groupChrPr>
                        <m:e/>
                      </m:groupChr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∞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06BA05-BE84-D4D9-0D51-AFED32A10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193" y="5331381"/>
                <a:ext cx="793679" cy="484684"/>
              </a:xfrm>
              <a:prstGeom prst="rect">
                <a:avLst/>
              </a:prstGeom>
              <a:blipFill>
                <a:blip r:embed="rId5"/>
                <a:stretch>
                  <a:fillRect l="-4762" t="-5263" r="-6349" b="-6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422BB1D-8FCD-D321-2561-55D8B67FD8B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79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BA370-3E52-0624-2F77-C75EF3EA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943626"/>
            <a:ext cx="8572500" cy="24203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u="sng" dirty="0"/>
              <a:t>大数定律</a:t>
            </a:r>
            <a:r>
              <a:rPr lang="zh-CN" altLang="en-US" sz="2400" b="1" dirty="0"/>
              <a:t>是叙述随机变量序列的前一些项的算术平均值在某种条件下</a:t>
            </a:r>
            <a:r>
              <a:rPr lang="zh-CN" altLang="en-US" sz="2400" b="1" dirty="0">
                <a:solidFill>
                  <a:srgbClr val="FF0000"/>
                </a:solidFill>
              </a:rPr>
              <a:t>收敛</a:t>
            </a:r>
            <a:r>
              <a:rPr lang="zh-CN" altLang="en-US" sz="2400" b="1" dirty="0"/>
              <a:t>到这些项的均值的算术平均值；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u="sng" dirty="0"/>
              <a:t>中心极限定理</a:t>
            </a:r>
            <a:r>
              <a:rPr lang="zh-CN" altLang="en-US" sz="2400" b="1" dirty="0"/>
              <a:t>则是确定在什么条件下，大量随机变量之和的分布</a:t>
            </a:r>
            <a:r>
              <a:rPr lang="zh-CN" altLang="en-US" sz="2400" b="1" dirty="0">
                <a:solidFill>
                  <a:srgbClr val="FF0000"/>
                </a:solidFill>
              </a:rPr>
              <a:t>逼近</a:t>
            </a:r>
            <a:r>
              <a:rPr lang="zh-CN" altLang="en-US" sz="2400" b="1" dirty="0"/>
              <a:t>于正态分布。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25FF9-772E-5403-8C10-0A2E60696648}"/>
                  </a:ext>
                </a:extLst>
              </p:cNvPr>
              <p:cNvSpPr txBox="1"/>
              <p:nvPr/>
            </p:nvSpPr>
            <p:spPr>
              <a:xfrm>
                <a:off x="5671679" y="2776945"/>
                <a:ext cx="1028743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25FF9-772E-5403-8C10-0A2E6069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679" y="2776945"/>
                <a:ext cx="1028743" cy="924164"/>
              </a:xfrm>
              <a:prstGeom prst="rect">
                <a:avLst/>
              </a:prstGeom>
              <a:blipFill>
                <a:blip r:embed="rId2"/>
                <a:stretch>
                  <a:fillRect l="-78049" t="-118919" r="-29268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08A0BB0-64E0-59A3-0F00-50FED5C3EE89}"/>
                  </a:ext>
                </a:extLst>
              </p:cNvPr>
              <p:cNvSpPr txBox="1"/>
              <p:nvPr/>
            </p:nvSpPr>
            <p:spPr>
              <a:xfrm>
                <a:off x="7204813" y="2782409"/>
                <a:ext cx="1450141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08A0BB0-64E0-59A3-0F00-50FED5C3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813" y="2782409"/>
                <a:ext cx="1450141" cy="924164"/>
              </a:xfrm>
              <a:prstGeom prst="rect">
                <a:avLst/>
              </a:prstGeom>
              <a:blipFill>
                <a:blip r:embed="rId3"/>
                <a:stretch>
                  <a:fillRect l="-55652" t="-117568" r="-6957" b="-181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A4210E-CD19-3798-C15A-3D4FCE47D6F0}"/>
                  </a:ext>
                </a:extLst>
              </p:cNvPr>
              <p:cNvSpPr txBox="1"/>
              <p:nvPr/>
            </p:nvSpPr>
            <p:spPr>
              <a:xfrm>
                <a:off x="6832681" y="3052950"/>
                <a:ext cx="239873" cy="396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1"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A4210E-CD19-3798-C15A-3D4FCE47D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81" y="3052950"/>
                <a:ext cx="239873" cy="396519"/>
              </a:xfrm>
              <a:prstGeom prst="rect">
                <a:avLst/>
              </a:prstGeom>
              <a:blipFill>
                <a:blip r:embed="rId4"/>
                <a:stretch>
                  <a:fillRect l="-68421" b="-5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9FD7D1-B119-8295-D41D-E3EB03094DBA}"/>
                  </a:ext>
                </a:extLst>
              </p:cNvPr>
              <p:cNvSpPr txBox="1"/>
              <p:nvPr/>
            </p:nvSpPr>
            <p:spPr>
              <a:xfrm>
                <a:off x="5885391" y="4933791"/>
                <a:ext cx="1764650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9FD7D1-B119-8295-D41D-E3EB0309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391" y="4933791"/>
                <a:ext cx="1764650" cy="924164"/>
              </a:xfrm>
              <a:prstGeom prst="rect">
                <a:avLst/>
              </a:prstGeom>
              <a:blipFill>
                <a:blip r:embed="rId5"/>
                <a:stretch>
                  <a:fillRect l="-57857" t="-118919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5472AA1-A567-A124-5D85-FE4FA0EEA669}"/>
              </a:ext>
            </a:extLst>
          </p:cNvPr>
          <p:cNvSpPr txBox="1"/>
          <p:nvPr/>
        </p:nvSpPr>
        <p:spPr>
          <a:xfrm>
            <a:off x="6649329" y="501258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626B7C-072B-C6D4-9AEB-889BC07A01A6}"/>
                  </a:ext>
                </a:extLst>
              </p:cNvPr>
              <p:cNvSpPr txBox="1"/>
              <p:nvPr/>
            </p:nvSpPr>
            <p:spPr>
              <a:xfrm>
                <a:off x="4798505" y="2997243"/>
                <a:ext cx="873174" cy="53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2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626B7C-072B-C6D4-9AEB-889BC07A0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505" y="2997243"/>
                <a:ext cx="873174" cy="535275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BAA9008-8205-08DC-1337-0466BA7F5C14}"/>
                  </a:ext>
                </a:extLst>
              </p:cNvPr>
              <p:cNvSpPr txBox="1"/>
              <p:nvPr/>
            </p:nvSpPr>
            <p:spPr>
              <a:xfrm>
                <a:off x="5012217" y="5124988"/>
                <a:ext cx="873174" cy="53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2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BAA9008-8205-08DC-1337-0466BA7F5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217" y="5124988"/>
                <a:ext cx="873174" cy="535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AFD2A85-36EF-B6AA-0E3B-89D8E8895DFB}"/>
              </a:ext>
            </a:extLst>
          </p:cNvPr>
          <p:cNvCxnSpPr>
            <a:cxnSpLocks/>
          </p:cNvCxnSpPr>
          <p:nvPr/>
        </p:nvCxnSpPr>
        <p:spPr>
          <a:xfrm flipV="1">
            <a:off x="4930219" y="3911810"/>
            <a:ext cx="3724735" cy="2252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427806-A624-B470-07FF-BF539A1045AB}"/>
                  </a:ext>
                </a:extLst>
              </p:cNvPr>
              <p:cNvSpPr txBox="1"/>
              <p:nvPr/>
            </p:nvSpPr>
            <p:spPr>
              <a:xfrm>
                <a:off x="4918813" y="6143603"/>
                <a:ext cx="457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427806-A624-B470-07FF-BF539A10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13" y="6143603"/>
                <a:ext cx="4572000" cy="43088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2095A88-AAD0-1865-4F58-61D74BC3036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08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C07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1592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884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AFF03-5176-9A9F-2D52-BDBD60EF226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D905C91-5BAB-234A-8C79-1C5F9FD40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337544"/>
            <a:ext cx="26294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均匀分布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AA49AEB8-000F-7644-9854-6EDE863E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1337544"/>
            <a:ext cx="4967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Uniform Distribution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B531742-F8C7-714E-813B-FD1870354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264814"/>
            <a:ext cx="3673996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指数分布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CB43221-3E06-5E4E-AE6E-0C238E5AC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3295184"/>
            <a:ext cx="46085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Exponential Distribution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C6C241-7E74-204F-87CE-2739AC721338}"/>
              </a:ext>
            </a:extLst>
          </p:cNvPr>
          <p:cNvSpPr/>
          <p:nvPr/>
        </p:nvSpPr>
        <p:spPr>
          <a:xfrm>
            <a:off x="3613243" y="2192736"/>
            <a:ext cx="1917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 ~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U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 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a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,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b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BC4AF8E8-25CA-1140-A423-9B64DFC2F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3243" y="4257736"/>
          <a:ext cx="1674961" cy="536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4630400" imgH="4686300" progId="Equation.DSMT4">
                  <p:embed/>
                </p:oleObj>
              </mc:Choice>
              <mc:Fallback>
                <p:oleObj name="Equation" r:id="rId3" imgW="14630400" imgH="468630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BC4AF8E8-25CA-1140-A423-9B64DFC2F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243" y="4257736"/>
                        <a:ext cx="1674961" cy="536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F7A77FFA-78BA-604F-B3C0-F1DD936406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3243" y="5873899"/>
          <a:ext cx="23034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5" imgW="21653500" imgH="5270500" progId="Equation.3">
                  <p:embed/>
                </p:oleObj>
              </mc:Choice>
              <mc:Fallback>
                <p:oleObj name="公式" r:id="rId5" imgW="21653500" imgH="5270500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F7A77FFA-78BA-604F-B3C0-F1DD93640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243" y="5873899"/>
                        <a:ext cx="230346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>
            <a:extLst>
              <a:ext uri="{FF2B5EF4-FFF2-40B4-BE49-F238E27FC236}">
                <a16:creationId xmlns:a16="http://schemas.microsoft.com/office/drawing/2014/main" id="{ABED19FA-00CC-0049-BA77-05F90247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232549"/>
            <a:ext cx="3673996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正态分布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14FC82D-3D89-8947-BEAD-82E866D97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5262919"/>
            <a:ext cx="46085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Normal Distribution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3C8BCC-0159-E145-1A29-4187C1B73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三种常见的连续型概率分布</a:t>
            </a:r>
          </a:p>
        </p:txBody>
      </p:sp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660F6CEC-290C-9491-5938-669955ACCA8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F3C722B-2C3A-FF4C-D503-C470DE81D195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42765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低可信度描述已自动生成">
            <a:extLst>
              <a:ext uri="{FF2B5EF4-FFF2-40B4-BE49-F238E27FC236}">
                <a16:creationId xmlns:a16="http://schemas.microsoft.com/office/drawing/2014/main" id="{91E9AD96-A6D1-4740-B0CA-22E00CC3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57" y="2224004"/>
            <a:ext cx="4024562" cy="9589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CAB79B-828D-8840-87E5-C68BB2E7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3" y="3283232"/>
            <a:ext cx="7966668" cy="551708"/>
          </a:xfrm>
          <a:prstGeom prst="rect">
            <a:avLst/>
          </a:prstGeom>
        </p:spPr>
      </p:pic>
      <p:pic>
        <p:nvPicPr>
          <p:cNvPr id="10" name="图片 9" descr="图片包含 文本&#10;&#10;描述已自动生成">
            <a:extLst>
              <a:ext uri="{FF2B5EF4-FFF2-40B4-BE49-F238E27FC236}">
                <a16:creationId xmlns:a16="http://schemas.microsoft.com/office/drawing/2014/main" id="{EF866FA3-2F3E-EA46-8E6F-20E8075CB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71" y="3812052"/>
            <a:ext cx="2246452" cy="4713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DC80CFF-2B17-1941-B5CF-E7B9D6DA88A4}"/>
              </a:ext>
            </a:extLst>
          </p:cNvPr>
          <p:cNvSpPr/>
          <p:nvPr/>
        </p:nvSpPr>
        <p:spPr>
          <a:xfrm>
            <a:off x="755576" y="1844824"/>
            <a:ext cx="5415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若连续型随机变量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的概率密度函数为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75E1C-B115-9DCD-9952-0939CFD51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951E901-2EF0-24E1-0E11-C40846CC364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68932-AE10-F90B-7974-3188B6CA3A08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80447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8C5B3E6-53A0-E841-AA55-B6928E208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56792"/>
            <a:ext cx="831215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正态分布是最重要的概率分布，有着非常广泛的实际应用。人的身高体重、测量误差</a:t>
            </a:r>
            <a:r>
              <a:rPr kumimoji="0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(Gaussian Distribution)</a:t>
            </a: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、气温等等。</a:t>
            </a: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/>
            </a:r>
            <a:b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777B30-5B5B-C102-C62D-6867BA587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正态分布的广泛应用</a:t>
            </a: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7C7A8CF4-34BC-B902-D4F3-25C21E8FF21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>
            <a:extLst>
              <a:ext uri="{FF2B5EF4-FFF2-40B4-BE49-F238E27FC236}">
                <a16:creationId xmlns:a16="http://schemas.microsoft.com/office/drawing/2014/main" id="{5B056D17-F3F5-CC0D-249E-7ADCFA0A9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9" y="3528503"/>
            <a:ext cx="7849456" cy="310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90472FC-6CDF-C61C-11B7-9F4511175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1195" y="3413052"/>
          <a:ext cx="580533" cy="35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公式" r:id="rId4" imgW="7607300" imgH="4686300" progId="Equation.3">
                  <p:embed/>
                </p:oleObj>
              </mc:Choice>
              <mc:Fallback>
                <p:oleObj name="公式" r:id="rId4" imgW="7607300" imgH="4686300" progId="Equation.3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390472FC-6CDF-C61C-11B7-9F4511175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95" y="3413052"/>
                        <a:ext cx="580533" cy="351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49085D4-FC26-04CC-C600-9C0C121EE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0573" y="6186567"/>
          <a:ext cx="268462" cy="28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6" imgW="3505200" imgH="3797300" progId="Equation.3">
                  <p:embed/>
                </p:oleObj>
              </mc:Choice>
              <mc:Fallback>
                <p:oleObj name="公式" r:id="rId6" imgW="3505200" imgH="3797300" progId="Equation.3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949085D4-FC26-04CC-C600-9C0C121EE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573" y="6186567"/>
                        <a:ext cx="268462" cy="285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0DAEC99-5A12-3A4C-17D6-B3F96B9750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15" y="3954062"/>
          <a:ext cx="804024" cy="60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公式" r:id="rId8" imgW="10528300" imgH="9652000" progId="Equation.3">
                  <p:embed/>
                </p:oleObj>
              </mc:Choice>
              <mc:Fallback>
                <p:oleObj name="公式" r:id="rId8" imgW="10528300" imgH="9652000" progId="Equation.3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90DAEC99-5A12-3A4C-17D6-B3F96B975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15" y="3954062"/>
                        <a:ext cx="804024" cy="60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 descr="图形用户界面&#10;&#10;低可信度描述已自动生成">
            <a:extLst>
              <a:ext uri="{FF2B5EF4-FFF2-40B4-BE49-F238E27FC236}">
                <a16:creationId xmlns:a16="http://schemas.microsoft.com/office/drawing/2014/main" id="{96A387D0-09FC-2DCC-285B-BA2AC8498A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7668" y="3363371"/>
            <a:ext cx="4024562" cy="9589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768F136-F5A0-3A27-DB62-F9ACD76BE95C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059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31C9AB73-1CDE-1343-ABF9-0EBDF5A1F0FF}"/>
              </a:ext>
            </a:extLst>
          </p:cNvPr>
          <p:cNvGrpSpPr/>
          <p:nvPr/>
        </p:nvGrpSpPr>
        <p:grpSpPr>
          <a:xfrm>
            <a:off x="811659" y="3413052"/>
            <a:ext cx="7849456" cy="3220553"/>
            <a:chOff x="0" y="2284413"/>
            <a:chExt cx="9144000" cy="3808412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0A2BE091-B166-D14C-9CCA-7EA971F62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20938"/>
              <a:ext cx="9144000" cy="3671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3" name="Object 5">
              <a:extLst>
                <a:ext uri="{FF2B5EF4-FFF2-40B4-BE49-F238E27FC236}">
                  <a16:creationId xmlns:a16="http://schemas.microsoft.com/office/drawing/2014/main" id="{3295AE35-7863-4748-AD5A-C8FD54C65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4538" y="2284413"/>
            <a:ext cx="676275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公式" r:id="rId4" imgW="7607300" imgH="4686300" progId="Equation.3">
                    <p:embed/>
                  </p:oleObj>
                </mc:Choice>
                <mc:Fallback>
                  <p:oleObj name="公式" r:id="rId4" imgW="7607300" imgH="4686300" progId="Equation.3">
                    <p:embed/>
                    <p:pic>
                      <p:nvPicPr>
                        <p:cNvPr id="13" name="Object 5">
                          <a:extLst>
                            <a:ext uri="{FF2B5EF4-FFF2-40B4-BE49-F238E27FC236}">
                              <a16:creationId xmlns:a16="http://schemas.microsoft.com/office/drawing/2014/main" id="{3295AE35-7863-4748-AD5A-C8FD54C65C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4538" y="2284413"/>
                          <a:ext cx="676275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6">
              <a:extLst>
                <a:ext uri="{FF2B5EF4-FFF2-40B4-BE49-F238E27FC236}">
                  <a16:creationId xmlns:a16="http://schemas.microsoft.com/office/drawing/2014/main" id="{84795688-1D14-724A-A802-903364AECD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48038" y="5516563"/>
            <a:ext cx="2603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公式" r:id="rId6" imgW="2921000" imgH="3213100" progId="Equation.3">
                    <p:embed/>
                  </p:oleObj>
                </mc:Choice>
                <mc:Fallback>
                  <p:oleObj name="公式" r:id="rId6" imgW="2921000" imgH="3213100" progId="Equation.3">
                    <p:embed/>
                    <p:pic>
                      <p:nvPicPr>
                        <p:cNvPr id="14" name="Object 6">
                          <a:extLst>
                            <a:ext uri="{FF2B5EF4-FFF2-40B4-BE49-F238E27FC236}">
                              <a16:creationId xmlns:a16="http://schemas.microsoft.com/office/drawing/2014/main" id="{84795688-1D14-724A-A802-903364AECD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8038" y="5516563"/>
                          <a:ext cx="260350" cy="28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">
              <a:extLst>
                <a:ext uri="{FF2B5EF4-FFF2-40B4-BE49-F238E27FC236}">
                  <a16:creationId xmlns:a16="http://schemas.microsoft.com/office/drawing/2014/main" id="{9D0BBF59-A186-954B-BB33-4993FC1618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2138" y="5564188"/>
            <a:ext cx="3127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name="公式" r:id="rId8" imgW="3505200" imgH="3797300" progId="Equation.3">
                    <p:embed/>
                  </p:oleObj>
                </mc:Choice>
                <mc:Fallback>
                  <p:oleObj name="公式" r:id="rId8" imgW="3505200" imgH="3797300" progId="Equation.3">
                    <p:embed/>
                    <p:pic>
                      <p:nvPicPr>
                        <p:cNvPr id="15" name="Object 7">
                          <a:extLst>
                            <a:ext uri="{FF2B5EF4-FFF2-40B4-BE49-F238E27FC236}">
                              <a16:creationId xmlns:a16="http://schemas.microsoft.com/office/drawing/2014/main" id="{9D0BBF59-A186-954B-BB33-4993FC1618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2138" y="5564188"/>
                          <a:ext cx="312737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8">
              <a:extLst>
                <a:ext uri="{FF2B5EF4-FFF2-40B4-BE49-F238E27FC236}">
                  <a16:creationId xmlns:a16="http://schemas.microsoft.com/office/drawing/2014/main" id="{BD027121-6F17-3F42-9E4C-BD8C2F1893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7313" y="2924175"/>
            <a:ext cx="93662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公式" r:id="rId10" imgW="10528300" imgH="9652000" progId="Equation.3">
                    <p:embed/>
                  </p:oleObj>
                </mc:Choice>
                <mc:Fallback>
                  <p:oleObj name="公式" r:id="rId10" imgW="10528300" imgH="9652000" progId="Equation.3">
                    <p:embed/>
                    <p:pic>
                      <p:nvPicPr>
                        <p:cNvPr id="16" name="Object 8">
                          <a:extLst>
                            <a:ext uri="{FF2B5EF4-FFF2-40B4-BE49-F238E27FC236}">
                              <a16:creationId xmlns:a16="http://schemas.microsoft.com/office/drawing/2014/main" id="{BD027121-6F17-3F42-9E4C-BD8C2F1893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313" y="2924175"/>
                          <a:ext cx="936625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A157DE21-AE65-C040-8836-A841A75516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1640" y="1183690"/>
            <a:ext cx="5461035" cy="2585883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C83C6AE-7FE7-5217-19FE-3618E77F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30DF41F-CF78-E197-00C5-00EE840C560F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形用户界面&#10;&#10;低可信度描述已自动生成">
            <a:extLst>
              <a:ext uri="{FF2B5EF4-FFF2-40B4-BE49-F238E27FC236}">
                <a16:creationId xmlns:a16="http://schemas.microsoft.com/office/drawing/2014/main" id="{C89D5636-E2D1-A294-28B1-BDA892AF3F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7668" y="3363371"/>
            <a:ext cx="4024562" cy="9589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9A9FD3-9571-5D0A-FAFE-7519F7DC140D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05964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468186C-CBC1-DC8A-2FEE-44E22D59482B}"/>
              </a:ext>
            </a:extLst>
          </p:cNvPr>
          <p:cNvGrpSpPr/>
          <p:nvPr/>
        </p:nvGrpSpPr>
        <p:grpSpPr>
          <a:xfrm>
            <a:off x="1116013" y="3500438"/>
            <a:ext cx="6934200" cy="3048000"/>
            <a:chOff x="1116013" y="3500438"/>
            <a:chExt cx="6934200" cy="3048000"/>
          </a:xfrm>
        </p:grpSpPr>
        <p:graphicFrame>
          <p:nvGraphicFramePr>
            <p:cNvPr id="4" name="Object 5">
              <a:extLst>
                <a:ext uri="{FF2B5EF4-FFF2-40B4-BE49-F238E27FC236}">
                  <a16:creationId xmlns:a16="http://schemas.microsoft.com/office/drawing/2014/main" id="{16ED46E8-635C-274F-AE58-61F0BB0C2C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6013" y="3500438"/>
            <a:ext cx="6934200" cy="304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" name="BMP 图象" r:id="rId3" imgW="2222500" imgH="1200150" progId="Paint.Picture">
                    <p:embed/>
                  </p:oleObj>
                </mc:Choice>
                <mc:Fallback>
                  <p:oleObj name="BMP 图象" r:id="rId3" imgW="2222500" imgH="1200150" progId="Paint.Picture">
                    <p:embed/>
                    <p:pic>
                      <p:nvPicPr>
                        <p:cNvPr id="4" name="Object 5">
                          <a:extLst>
                            <a:ext uri="{FF2B5EF4-FFF2-40B4-BE49-F238E27FC236}">
                              <a16:creationId xmlns:a16="http://schemas.microsoft.com/office/drawing/2014/main" id="{16ED46E8-635C-274F-AE58-61F0BB0C2C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013" y="3500438"/>
                          <a:ext cx="6934200" cy="3048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A4D5E788-6ECF-1245-9638-0BB28BB48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613" y="3652838"/>
              <a:ext cx="990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F(x)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B8D8726E-E581-1143-B46C-4D66FA35E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4413" y="6091238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</p:grp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688B8A2-3074-2A42-A4FC-0BA0F229A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557338"/>
          <a:ext cx="4648200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40373300" imgH="11404600" progId="Equation.DSMT4">
                  <p:embed/>
                </p:oleObj>
              </mc:Choice>
              <mc:Fallback>
                <p:oleObj name="Equation" r:id="rId5" imgW="40373300" imgH="1140460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5688B8A2-3074-2A42-A4FC-0BA0F229A6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57338"/>
                        <a:ext cx="4648200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6">
            <a:extLst>
              <a:ext uri="{FF2B5EF4-FFF2-40B4-BE49-F238E27FC236}">
                <a16:creationId xmlns:a16="http://schemas.microsoft.com/office/drawing/2014/main" id="{4CB30A46-E552-334F-8A97-9D90883655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4413" y="443711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C289AD67-627E-0843-8E97-B186014CF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8813" y="517683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8C62612-1746-D946-99E5-078FFD1130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4413" y="51768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14810F9-C873-D040-A51C-7A8053D68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3" y="4110038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0F18EB59-C88A-9F4A-B287-1E5927745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4719638"/>
          <a:ext cx="3222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公式" r:id="rId7" imgW="3505200" imgH="9067800" progId="Equation.3">
                  <p:embed/>
                </p:oleObj>
              </mc:Choice>
              <mc:Fallback>
                <p:oleObj name="公式" r:id="rId7" imgW="3505200" imgH="9067800" progId="Equation.3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0F18EB59-C88A-9F4A-B287-1E5927745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4719638"/>
                        <a:ext cx="322263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16AF1192-13B0-7146-8032-1D6F7195D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6091238"/>
            <a:ext cx="1066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itchFamily="2" charset="2"/>
              </a:rPr>
              <a:t></a:t>
            </a:r>
          </a:p>
        </p:txBody>
      </p:sp>
      <p:pic>
        <p:nvPicPr>
          <p:cNvPr id="15" name="图片 14" descr="文本&#10;&#10;描述已自动生成">
            <a:extLst>
              <a:ext uri="{FF2B5EF4-FFF2-40B4-BE49-F238E27FC236}">
                <a16:creationId xmlns:a16="http://schemas.microsoft.com/office/drawing/2014/main" id="{99D3DED0-2A5B-3649-B609-5C5C1DD57CB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1205" b="17808"/>
          <a:stretch/>
        </p:blipFill>
        <p:spPr>
          <a:xfrm>
            <a:off x="4932040" y="1628800"/>
            <a:ext cx="1872208" cy="10719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3482E30-ADC2-F947-BC52-E225C4473358}"/>
              </a:ext>
            </a:extLst>
          </p:cNvPr>
          <p:cNvSpPr txBox="1"/>
          <p:nvPr/>
        </p:nvSpPr>
        <p:spPr>
          <a:xfrm>
            <a:off x="4961200" y="3063885"/>
            <a:ext cx="3759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不减函数；取值在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[0,1]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A333C0D-7BC6-700C-CD75-A84F19BBB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正态分布的分布函数</a:t>
            </a:r>
          </a:p>
        </p:txBody>
      </p:sp>
      <p:cxnSp>
        <p:nvCxnSpPr>
          <p:cNvPr id="17" name="直线连接符 48">
            <a:extLst>
              <a:ext uri="{FF2B5EF4-FFF2-40B4-BE49-F238E27FC236}">
                <a16:creationId xmlns:a16="http://schemas.microsoft.com/office/drawing/2014/main" id="{A0B741E6-D294-B251-FBB5-F3EAB661D0C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F206257-62A4-3D98-A029-B2418D6337A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32379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E844B2-71EB-B870-0090-70052EBF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5AE221E-B7F3-1142-2985-7D4B203BFE0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EE39917-937E-4969-EEEC-8E1861E43E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2" t="6951" r="13226" b="56663"/>
          <a:stretch/>
        </p:blipFill>
        <p:spPr>
          <a:xfrm>
            <a:off x="878343" y="1272241"/>
            <a:ext cx="7387314" cy="46546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CC1A81A-8D23-086C-A929-412D7C614766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678952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描述已自动生成">
            <a:extLst>
              <a:ext uri="{FF2B5EF4-FFF2-40B4-BE49-F238E27FC236}">
                <a16:creationId xmlns:a16="http://schemas.microsoft.com/office/drawing/2014/main" id="{5B44D4D6-EDA4-7C41-88C3-7B2A61B7D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338"/>
          <a:stretch/>
        </p:blipFill>
        <p:spPr>
          <a:xfrm>
            <a:off x="421341" y="1776336"/>
            <a:ext cx="5364088" cy="4301787"/>
          </a:xfrm>
          <a:prstGeom prst="rect">
            <a:avLst/>
          </a:prstGeom>
        </p:spPr>
      </p:pic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9809B251-C905-2A42-B23C-726DFDE6F5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9950"/>
          <a:stretch/>
        </p:blipFill>
        <p:spPr>
          <a:xfrm>
            <a:off x="5785429" y="1502333"/>
            <a:ext cx="3361158" cy="394820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9F45888F-FB7C-70B4-7362-D9C833801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标准正态分布的概率计算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D63BC3BB-D1E8-9416-ADC3-D79A56DC40F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9AB8DC2-1651-6958-B016-05C15F6C591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82148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166DEB2B-4BF9-834B-B78B-BF0706CE4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234" y="2774175"/>
          <a:ext cx="4246711" cy="496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40081200" imgH="4686300" progId="Equation.DSMT4">
                  <p:embed/>
                </p:oleObj>
              </mc:Choice>
              <mc:Fallback>
                <p:oleObj name="Equation" r:id="rId3" imgW="40081200" imgH="4686300" progId="Equation.DSMT4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166DEB2B-4BF9-834B-B78B-BF0706CE4A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234" y="2774175"/>
                        <a:ext cx="4246711" cy="496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65280C3E-82CA-A547-8149-29910E97B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935403"/>
              </p:ext>
            </p:extLst>
          </p:nvPr>
        </p:nvGraphicFramePr>
        <p:xfrm>
          <a:off x="552540" y="4900612"/>
          <a:ext cx="19573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8719800" imgH="4102100" progId="Equation.DSMT4">
                  <p:embed/>
                </p:oleObj>
              </mc:Choice>
              <mc:Fallback>
                <p:oleObj name="Equation" r:id="rId5" imgW="18719800" imgH="4102100" progId="Equation.DSMT4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65280C3E-82CA-A547-8149-29910E97B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40" y="4900612"/>
                        <a:ext cx="19573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1F15D737-EE5F-8A45-9AC2-51CD1D274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568795"/>
              </p:ext>
            </p:extLst>
          </p:nvPr>
        </p:nvGraphicFramePr>
        <p:xfrm>
          <a:off x="649446" y="5614893"/>
          <a:ext cx="1651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5798800" imgH="4102100" progId="Equation.DSMT4">
                  <p:embed/>
                </p:oleObj>
              </mc:Choice>
              <mc:Fallback>
                <p:oleObj name="Equation" r:id="rId7" imgW="15798800" imgH="4102100" progId="Equation.DSMT4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1F15D737-EE5F-8A45-9AC2-51CD1D274E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" y="5614893"/>
                        <a:ext cx="16510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DD8AEC53-18BE-914B-B713-FD1547CA8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3768" y="6291263"/>
          <a:ext cx="52879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50609500" imgH="4686300" progId="Equation.DSMT4">
                  <p:embed/>
                </p:oleObj>
              </mc:Choice>
              <mc:Fallback>
                <p:oleObj name="Equation" r:id="rId9" imgW="50609500" imgH="46863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DD8AEC53-18BE-914B-B713-FD1547CA8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6291263"/>
                        <a:ext cx="52879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A7E98AEB-CB4C-4D48-92FA-79AC15F4C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234" y="3466661"/>
          <a:ext cx="2304256" cy="44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24282400" imgH="4686300" progId="Equation.DSMT4">
                  <p:embed/>
                </p:oleObj>
              </mc:Choice>
              <mc:Fallback>
                <p:oleObj name="Equation" r:id="rId11" imgW="24282400" imgH="468630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A7E98AEB-CB4C-4D48-92FA-79AC15F4C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234" y="3466661"/>
                        <a:ext cx="2304256" cy="444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5FE296FC-210C-354B-9EFE-A79555C45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901" y="3447336"/>
          <a:ext cx="3074088" cy="49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28968700" imgH="4686300" progId="Equation.DSMT4">
                  <p:embed/>
                </p:oleObj>
              </mc:Choice>
              <mc:Fallback>
                <p:oleObj name="Equation" r:id="rId13" imgW="28968700" imgH="4686300" progId="Equation.DSMT4">
                  <p:embed/>
                  <p:pic>
                    <p:nvPicPr>
                      <p:cNvPr id="26" name="Object 10">
                        <a:extLst>
                          <a:ext uri="{FF2B5EF4-FFF2-40B4-BE49-F238E27FC236}">
                            <a16:creationId xmlns:a16="http://schemas.microsoft.com/office/drawing/2014/main" id="{5FE296FC-210C-354B-9EFE-A79555C45F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901" y="3447336"/>
                        <a:ext cx="3074088" cy="496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1">
            <a:extLst>
              <a:ext uri="{FF2B5EF4-FFF2-40B4-BE49-F238E27FC236}">
                <a16:creationId xmlns:a16="http://schemas.microsoft.com/office/drawing/2014/main" id="{4C4207E5-AD62-6145-A86B-FA020964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430" y="2375788"/>
            <a:ext cx="2735263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公式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21B39BC1-7399-6A42-B4D4-955974B04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105275"/>
            <a:ext cx="1873250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例</a:t>
            </a:r>
          </a:p>
        </p:txBody>
      </p:sp>
      <p:graphicFrame>
        <p:nvGraphicFramePr>
          <p:cNvPr id="30" name="Object 14">
            <a:extLst>
              <a:ext uri="{FF2B5EF4-FFF2-40B4-BE49-F238E27FC236}">
                <a16:creationId xmlns:a16="http://schemas.microsoft.com/office/drawing/2014/main" id="{8FD9DB4B-166F-2748-BD78-4C31AB258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221163"/>
          <a:ext cx="18018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22821900" imgH="5854700" progId="Equation.DSMT4">
                  <p:embed/>
                </p:oleObj>
              </mc:Choice>
              <mc:Fallback>
                <p:oleObj name="Equation" r:id="rId15" imgW="22821900" imgH="5854700" progId="Equation.DSMT4">
                  <p:embed/>
                  <p:pic>
                    <p:nvPicPr>
                      <p:cNvPr id="30" name="Object 14">
                        <a:extLst>
                          <a:ext uri="{FF2B5EF4-FFF2-40B4-BE49-F238E27FC236}">
                            <a16:creationId xmlns:a16="http://schemas.microsoft.com/office/drawing/2014/main" id="{8FD9DB4B-166F-2748-BD78-4C31AB258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221163"/>
                        <a:ext cx="180181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9B2022B1-1735-214E-AF08-3B089B4D0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0463" y="4868863"/>
          <a:ext cx="61737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59105800" imgH="4686300" progId="Equation.DSMT4">
                  <p:embed/>
                </p:oleObj>
              </mc:Choice>
              <mc:Fallback>
                <p:oleObj name="Equation" r:id="rId17" imgW="59105800" imgH="4686300" progId="Equation.DSMT4">
                  <p:embed/>
                  <p:pic>
                    <p:nvPicPr>
                      <p:cNvPr id="31" name="Object 15">
                        <a:extLst>
                          <a:ext uri="{FF2B5EF4-FFF2-40B4-BE49-F238E27FC236}">
                            <a16:creationId xmlns:a16="http://schemas.microsoft.com/office/drawing/2014/main" id="{9B2022B1-1735-214E-AF08-3B089B4D0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4868863"/>
                        <a:ext cx="61737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6">
            <a:extLst>
              <a:ext uri="{FF2B5EF4-FFF2-40B4-BE49-F238E27FC236}">
                <a16:creationId xmlns:a16="http://schemas.microsoft.com/office/drawing/2014/main" id="{67B429E5-5FE8-754D-9943-E87D3CA0CE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524" y="5589588"/>
          <a:ext cx="59309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9" imgW="56756300" imgH="4686300" progId="Equation.DSMT4">
                  <p:embed/>
                </p:oleObj>
              </mc:Choice>
              <mc:Fallback>
                <p:oleObj name="Equation" r:id="rId19" imgW="56756300" imgH="4686300" progId="Equation.DSMT4">
                  <p:embed/>
                  <p:pic>
                    <p:nvPicPr>
                      <p:cNvPr id="32" name="Object 16">
                        <a:extLst>
                          <a:ext uri="{FF2B5EF4-FFF2-40B4-BE49-F238E27FC236}">
                            <a16:creationId xmlns:a16="http://schemas.microsoft.com/office/drawing/2014/main" id="{67B429E5-5FE8-754D-9943-E87D3CA0CE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524" y="5589588"/>
                        <a:ext cx="59309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7">
            <a:extLst>
              <a:ext uri="{FF2B5EF4-FFF2-40B4-BE49-F238E27FC236}">
                <a16:creationId xmlns:a16="http://schemas.microsoft.com/office/drawing/2014/main" id="{3C880F9B-608D-844A-A4C5-4F308930A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465889"/>
              </p:ext>
            </p:extLst>
          </p:nvPr>
        </p:nvGraphicFramePr>
        <p:xfrm>
          <a:off x="708606" y="6165850"/>
          <a:ext cx="15589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21" imgW="14922500" imgH="5854700" progId="Equation.DSMT4">
                  <p:embed/>
                </p:oleObj>
              </mc:Choice>
              <mc:Fallback>
                <p:oleObj name="Equation" r:id="rId21" imgW="14922500" imgH="5854700" progId="Equation.DSMT4">
                  <p:embed/>
                  <p:pic>
                    <p:nvPicPr>
                      <p:cNvPr id="33" name="Object 17">
                        <a:extLst>
                          <a:ext uri="{FF2B5EF4-FFF2-40B4-BE49-F238E27FC236}">
                            <a16:creationId xmlns:a16="http://schemas.microsoft.com/office/drawing/2014/main" id="{3C880F9B-608D-844A-A4C5-4F308930A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06" y="6165850"/>
                        <a:ext cx="15589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ED9F6E6E-8733-75EA-B831-E5A7B8787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标准正态分布的概率计算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8C760F2-51BF-516A-AC1B-A6E0E0DEF32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FEE68B29-BC57-25DF-6E00-9981F9D47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158" y="1744349"/>
          <a:ext cx="4320704" cy="56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23" imgW="38328600" imgH="4978400" progId="Equation.DSMT4">
                  <p:embed/>
                </p:oleObj>
              </mc:Choice>
              <mc:Fallback>
                <p:oleObj name="Equation" r:id="rId23" imgW="38328600" imgH="497840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FEE68B29-BC57-25DF-6E00-9981F9D475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158" y="1744349"/>
                        <a:ext cx="4320704" cy="560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B77E1D2F-71C7-25F5-0965-0B6105C22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158" y="1207346"/>
          <a:ext cx="4752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25" imgW="43294300" imgH="4978400" progId="Equation.DSMT4">
                  <p:embed/>
                </p:oleObj>
              </mc:Choice>
              <mc:Fallback>
                <p:oleObj name="Equation" r:id="rId25" imgW="43294300" imgH="49784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B77E1D2F-71C7-25F5-0965-0B6105C22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158" y="1207346"/>
                        <a:ext cx="4752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rnd">
                            <a:solidFill>
                              <a:srgbClr val="FF00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F5D17803-CF57-E313-4DD7-A2324A23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430" y="1235921"/>
            <a:ext cx="1873250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E4E0B7-2719-5597-8953-EE4187694C85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05516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6B105E1-B7BF-5E45-8F59-95D5B2F96D7B}"/>
              </a:ext>
            </a:extLst>
          </p:cNvPr>
          <p:cNvGrpSpPr/>
          <p:nvPr/>
        </p:nvGrpSpPr>
        <p:grpSpPr>
          <a:xfrm>
            <a:off x="539552" y="1285852"/>
            <a:ext cx="8393090" cy="3120716"/>
            <a:chOff x="0" y="1773948"/>
            <a:chExt cx="9144000" cy="3310103"/>
          </a:xfrm>
        </p:grpSpPr>
        <p:pic>
          <p:nvPicPr>
            <p:cNvPr id="3" name="图片 2" descr="文本&#10;&#10;中度可信度描述已自动生成">
              <a:extLst>
                <a:ext uri="{FF2B5EF4-FFF2-40B4-BE49-F238E27FC236}">
                  <a16:creationId xmlns:a16="http://schemas.microsoft.com/office/drawing/2014/main" id="{E4F5B755-52AC-DA46-9965-083A23713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73948"/>
              <a:ext cx="9144000" cy="331010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182D61-A815-CA43-9C0A-082304887D5A}"/>
                </a:ext>
              </a:extLst>
            </p:cNvPr>
            <p:cNvSpPr/>
            <p:nvPr/>
          </p:nvSpPr>
          <p:spPr bwMode="auto">
            <a:xfrm>
              <a:off x="179512" y="4293096"/>
              <a:ext cx="2952328" cy="7909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1" name="图片 10" descr="图标&#10;&#10;描述已自动生成">
            <a:extLst>
              <a:ext uri="{FF2B5EF4-FFF2-40B4-BE49-F238E27FC236}">
                <a16:creationId xmlns:a16="http://schemas.microsoft.com/office/drawing/2014/main" id="{3BBFF8D5-A896-854E-A442-D4E133D9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0" y="4940845"/>
            <a:ext cx="6771456" cy="986019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EDD66EA-C318-09DB-2BEA-A75233617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一般正态分布的标准化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6C387FDF-3B24-D0B1-2721-782C6F96B84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CADB755-38E9-9A9B-B528-C39ABA0C9B0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185527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8FCA22-EAAE-8282-6898-FC715C52F590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42" name="Text Box 2">
                <a:extLst>
                  <a:ext uri="{FF2B5EF4-FFF2-40B4-BE49-F238E27FC236}">
                    <a16:creationId xmlns:a16="http://schemas.microsoft.com/office/drawing/2014/main" id="{8AB49FC6-B0DB-024D-A8BD-655A08234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1000"/>
                <a:ext cx="6415088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~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𝑁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(0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zh-CN" alt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 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1)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，其概率密度为</a:t>
                </a: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：</a:t>
                </a:r>
              </a:p>
            </p:txBody>
          </p:sp>
        </mc:Choice>
        <mc:Fallback xmlns="">
          <p:sp>
            <p:nvSpPr>
              <p:cNvPr id="163842" name="Text Box 2">
                <a:extLst>
                  <a:ext uri="{FF2B5EF4-FFF2-40B4-BE49-F238E27FC236}">
                    <a16:creationId xmlns:a16="http://schemas.microsoft.com/office/drawing/2014/main" id="{8AB49FC6-B0DB-024D-A8BD-655A08234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381000"/>
                <a:ext cx="6415088" cy="519113"/>
              </a:xfrm>
              <a:prstGeom prst="rect">
                <a:avLst/>
              </a:prstGeom>
              <a:blipFill>
                <a:blip r:embed="rId3"/>
                <a:stretch>
                  <a:fillRect l="-1996" t="-12941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3843" name="Object 3">
            <a:extLst>
              <a:ext uri="{FF2B5EF4-FFF2-40B4-BE49-F238E27FC236}">
                <a16:creationId xmlns:a16="http://schemas.microsoft.com/office/drawing/2014/main" id="{C2FB998E-AC85-FE4C-998F-D4F5ABD68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199" y="1079494"/>
          <a:ext cx="4344304" cy="106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4" imgW="45351700" imgH="10820400" progId="Equation.DSMT4">
                  <p:embed/>
                </p:oleObj>
              </mc:Choice>
              <mc:Fallback>
                <p:oleObj name="Equation" r:id="rId4" imgW="45351700" imgH="10820400" progId="Equation.DSMT4">
                  <p:embed/>
                  <p:pic>
                    <p:nvPicPr>
                      <p:cNvPr id="163843" name="Object 3">
                        <a:extLst>
                          <a:ext uri="{FF2B5EF4-FFF2-40B4-BE49-F238E27FC236}">
                            <a16:creationId xmlns:a16="http://schemas.microsoft.com/office/drawing/2014/main" id="{C2FB998E-AC85-FE4C-998F-D4F5ABD68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199" y="1079494"/>
                        <a:ext cx="4344304" cy="106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>
            <a:extLst>
              <a:ext uri="{FF2B5EF4-FFF2-40B4-BE49-F238E27FC236}">
                <a16:creationId xmlns:a16="http://schemas.microsoft.com/office/drawing/2014/main" id="{F702732A-2E6C-D34A-B37C-BF2EA8D8B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224" y="3289300"/>
          <a:ext cx="4610868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6" imgW="42125900" imgH="14630400" progId="Equation.DSMT4">
                  <p:embed/>
                </p:oleObj>
              </mc:Choice>
              <mc:Fallback>
                <p:oleObj name="Equation" r:id="rId6" imgW="42125900" imgH="14630400" progId="Equation.DSMT4">
                  <p:embed/>
                  <p:pic>
                    <p:nvPicPr>
                      <p:cNvPr id="163845" name="Object 5">
                        <a:extLst>
                          <a:ext uri="{FF2B5EF4-FFF2-40B4-BE49-F238E27FC236}">
                            <a16:creationId xmlns:a16="http://schemas.microsoft.com/office/drawing/2014/main" id="{F702732A-2E6C-D34A-B37C-BF2EA8D8B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224" y="3289300"/>
                        <a:ext cx="4610868" cy="143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3847" name="Text Box 7">
                <a:extLst>
                  <a:ext uri="{FF2B5EF4-FFF2-40B4-BE49-F238E27FC236}">
                    <a16:creationId xmlns:a16="http://schemas.microsoft.com/office/drawing/2014/main" id="{ACFD82DC-3C19-B240-9949-6A340A2F5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652" y="2641928"/>
                <a:ext cx="55086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概率密度函数为</a:t>
                </a: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：</a:t>
                </a:r>
              </a:p>
            </p:txBody>
          </p:sp>
        </mc:Choice>
        <mc:Fallback xmlns="">
          <p:sp>
            <p:nvSpPr>
              <p:cNvPr id="163847" name="Text Box 7">
                <a:extLst>
                  <a:ext uri="{FF2B5EF4-FFF2-40B4-BE49-F238E27FC236}">
                    <a16:creationId xmlns:a16="http://schemas.microsoft.com/office/drawing/2014/main" id="{ACFD82DC-3C19-B240-9949-6A340A2F5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652" y="2641928"/>
                <a:ext cx="5508625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3" name="Text Box 9">
                <a:extLst>
                  <a:ext uri="{FF2B5EF4-FFF2-40B4-BE49-F238E27FC236}">
                    <a16:creationId xmlns:a16="http://schemas.microsoft.com/office/drawing/2014/main" id="{FD554251-C68C-D041-AA78-30E8C136F4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313" y="4941888"/>
                <a:ext cx="8675687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此时称</a:t>
                </a:r>
                <a:r>
                  <a:rPr kumimoji="1" lang="en-US" altLang="zh-CN" sz="26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Y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服从自由度为</a:t>
                </a:r>
                <a:r>
                  <a:rPr kumimoji="1" lang="en-US" altLang="zh-CN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1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分布</a:t>
                </a:r>
                <a:r>
                  <a:rPr kumimoji="1" lang="en-US" altLang="zh-CN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,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记作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1" lang="en-US" altLang="zh-CN" sz="2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~</m:t>
                    </m:r>
                    <m:sSup>
                      <m:sSupPr>
                        <m:ctrlP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1" lang="en-US" altLang="zh-CN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(1)</m:t>
                    </m:r>
                  </m:oMath>
                </a14:m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25613" name="Text Box 9">
                <a:extLst>
                  <a:ext uri="{FF2B5EF4-FFF2-40B4-BE49-F238E27FC236}">
                    <a16:creationId xmlns:a16="http://schemas.microsoft.com/office/drawing/2014/main" id="{FD554251-C68C-D041-AA78-30E8C136F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4941888"/>
                <a:ext cx="8675687" cy="492443"/>
              </a:xfrm>
              <a:prstGeom prst="rect">
                <a:avLst/>
              </a:prstGeom>
              <a:blipFill>
                <a:blip r:embed="rId9"/>
                <a:stretch>
                  <a:fillRect l="-1265" t="-12500" b="-31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856" name="Group 16">
            <a:extLst>
              <a:ext uri="{FF2B5EF4-FFF2-40B4-BE49-F238E27FC236}">
                <a16:creationId xmlns:a16="http://schemas.microsoft.com/office/drawing/2014/main" id="{DD802AFB-1C19-7241-A00C-CD4247C957E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885190"/>
            <a:ext cx="5934075" cy="614363"/>
            <a:chOff x="418" y="3702"/>
            <a:chExt cx="3738" cy="387"/>
          </a:xfrm>
        </p:grpSpPr>
        <p:sp>
          <p:nvSpPr>
            <p:cNvPr id="25610" name="Text Box 13">
              <a:extLst>
                <a:ext uri="{FF2B5EF4-FFF2-40B4-BE49-F238E27FC236}">
                  <a16:creationId xmlns:a16="http://schemas.microsoft.com/office/drawing/2014/main" id="{B6DC3C1B-ABF6-C244-9DA7-B3743062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3727"/>
              <a:ext cx="25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rPr>
                <a:t>结论：若                     则</a:t>
              </a:r>
            </a:p>
          </p:txBody>
        </p:sp>
        <p:graphicFrame>
          <p:nvGraphicFramePr>
            <p:cNvPr id="25611" name="Object 14">
              <a:extLst>
                <a:ext uri="{FF2B5EF4-FFF2-40B4-BE49-F238E27FC236}">
                  <a16:creationId xmlns:a16="http://schemas.microsoft.com/office/drawing/2014/main" id="{E4427E3B-EC30-DC41-8BB7-E72158A73D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702"/>
            <a:ext cx="117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Equation" r:id="rId10" imgW="850900" imgH="279400" progId="Equation.DSMT4">
                    <p:embed/>
                  </p:oleObj>
                </mc:Choice>
                <mc:Fallback>
                  <p:oleObj name="Equation" r:id="rId10" imgW="850900" imgH="279400" progId="Equation.DSMT4">
                    <p:embed/>
                    <p:pic>
                      <p:nvPicPr>
                        <p:cNvPr id="25611" name="Object 14">
                          <a:extLst>
                            <a:ext uri="{FF2B5EF4-FFF2-40B4-BE49-F238E27FC236}">
                              <a16:creationId xmlns:a16="http://schemas.microsoft.com/office/drawing/2014/main" id="{E4427E3B-EC30-DC41-8BB7-E72158A73D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702"/>
                          <a:ext cx="1179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15">
              <a:extLst>
                <a:ext uri="{FF2B5EF4-FFF2-40B4-BE49-F238E27FC236}">
                  <a16:creationId xmlns:a16="http://schemas.microsoft.com/office/drawing/2014/main" id="{ECA6C328-0777-D543-B73F-99BF06968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6" y="3702"/>
            <a:ext cx="1140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Equation" r:id="rId12" imgW="825500" imgH="279400" progId="Equation.DSMT4">
                    <p:embed/>
                  </p:oleObj>
                </mc:Choice>
                <mc:Fallback>
                  <p:oleObj name="Equation" r:id="rId12" imgW="825500" imgH="279400" progId="Equation.DSMT4">
                    <p:embed/>
                    <p:pic>
                      <p:nvPicPr>
                        <p:cNvPr id="25612" name="Object 15">
                          <a:extLst>
                            <a:ext uri="{FF2B5EF4-FFF2-40B4-BE49-F238E27FC236}">
                              <a16:creationId xmlns:a16="http://schemas.microsoft.com/office/drawing/2014/main" id="{ECA6C328-0777-D543-B73F-99BF06968F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3702"/>
                          <a:ext cx="1140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878E80-836E-D2CB-3D09-8CCB3D8EDB3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66134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73AC078-D19E-B7A6-038C-623564824C2B}"/>
              </a:ext>
            </a:extLst>
          </p:cNvPr>
          <p:cNvGrpSpPr/>
          <p:nvPr/>
        </p:nvGrpSpPr>
        <p:grpSpPr>
          <a:xfrm>
            <a:off x="309716" y="1448429"/>
            <a:ext cx="8393664" cy="4478435"/>
            <a:chOff x="294968" y="884903"/>
            <a:chExt cx="8393664" cy="4478435"/>
          </a:xfrm>
        </p:grpSpPr>
        <p:pic>
          <p:nvPicPr>
            <p:cNvPr id="3" name="图片 2" descr="图示, 文本, 信件&#10;&#10;描述已自动生成">
              <a:extLst>
                <a:ext uri="{FF2B5EF4-FFF2-40B4-BE49-F238E27FC236}">
                  <a16:creationId xmlns:a16="http://schemas.microsoft.com/office/drawing/2014/main" id="{BE8C1388-624D-DBC4-7A3D-7F7C95EC0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872" y="1153514"/>
              <a:ext cx="8262760" cy="420982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FE7553D-DD7F-A773-3D5C-02D8687764B2}"/>
                </a:ext>
              </a:extLst>
            </p:cNvPr>
            <p:cNvSpPr/>
            <p:nvPr/>
          </p:nvSpPr>
          <p:spPr bwMode="auto">
            <a:xfrm>
              <a:off x="294968" y="884903"/>
              <a:ext cx="393290" cy="81607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5F693F8-200C-3214-1999-090E2BEBF02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">
            <a:extLst>
              <a:ext uri="{FF2B5EF4-FFF2-40B4-BE49-F238E27FC236}">
                <a16:creationId xmlns:a16="http://schemas.microsoft.com/office/drawing/2014/main" id="{A43096B1-5E31-F673-F601-9FFE7569E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264701"/>
            <a:ext cx="6061075" cy="61555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#8</a:t>
            </a:r>
            <a:endParaRPr kumimoji="1" lang="zh-CN" altLang="en-US" sz="3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DF9288E-DCFE-F1FC-E2CD-B90381420F90}"/>
              </a:ext>
            </a:extLst>
          </p:cNvPr>
          <p:cNvSpPr/>
          <p:nvPr/>
        </p:nvSpPr>
        <p:spPr bwMode="auto">
          <a:xfrm>
            <a:off x="246615" y="1524006"/>
            <a:ext cx="8587669" cy="740501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B7-C57F-F6C1-208B-C83D0B82D89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25745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0" name="Object 2">
            <a:extLst>
              <a:ext uri="{FF2B5EF4-FFF2-40B4-BE49-F238E27FC236}">
                <a16:creationId xmlns:a16="http://schemas.microsoft.com/office/drawing/2014/main" id="{0D83EBC2-CC72-A247-BF04-5546C61BA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865" y="1604944"/>
          <a:ext cx="6413449" cy="11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62903100" imgH="11112500" progId="Equation.DSMT4">
                  <p:embed/>
                </p:oleObj>
              </mc:Choice>
              <mc:Fallback>
                <p:oleObj name="Equation" r:id="rId3" imgW="62903100" imgH="11112500" progId="Equation.DSMT4">
                  <p:embed/>
                  <p:pic>
                    <p:nvPicPr>
                      <p:cNvPr id="165890" name="Object 2">
                        <a:extLst>
                          <a:ext uri="{FF2B5EF4-FFF2-40B4-BE49-F238E27FC236}">
                            <a16:creationId xmlns:a16="http://schemas.microsoft.com/office/drawing/2014/main" id="{0D83EBC2-CC72-A247-BF04-5546C61BA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65" y="1604944"/>
                        <a:ext cx="6413449" cy="1133438"/>
                      </a:xfrm>
                      <a:prstGeom prst="rect">
                        <a:avLst/>
                      </a:prstGeom>
                      <a:noFill/>
                      <a:ln w="9525" cap="rnd">
                        <a:noFill/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文本&#10;&#10;低可信度描述已自动生成">
            <a:extLst>
              <a:ext uri="{FF2B5EF4-FFF2-40B4-BE49-F238E27FC236}">
                <a16:creationId xmlns:a16="http://schemas.microsoft.com/office/drawing/2014/main" id="{C0088C10-642E-9CB4-A917-A440119FD7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3984"/>
          <a:stretch/>
        </p:blipFill>
        <p:spPr>
          <a:xfrm>
            <a:off x="1238865" y="3621969"/>
            <a:ext cx="6632791" cy="712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33C3D271-BC7C-B154-889E-3E4029B99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456" y="264701"/>
                <a:ext cx="6893089" cy="61555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3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+mn-cs"/>
                        </a:rPr>
                        <m:t>正态分布的线性函数仍服从正态分布</m:t>
                      </m:r>
                    </m:oMath>
                  </m:oMathPara>
                </a14:m>
                <a:endPara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33C3D271-BC7C-B154-889E-3E4029B9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5456" y="264701"/>
                <a:ext cx="6893089" cy="615553"/>
              </a:xfrm>
              <a:prstGeom prst="rect">
                <a:avLst/>
              </a:prstGeom>
              <a:blipFill>
                <a:blip r:embed="rId6"/>
                <a:stretch>
                  <a:fillRect l="-883"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EECE160F-6456-61C3-D5BB-234AF276554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文本&#10;&#10;低可信度描述已自动生成">
            <a:extLst>
              <a:ext uri="{FF2B5EF4-FFF2-40B4-BE49-F238E27FC236}">
                <a16:creationId xmlns:a16="http://schemas.microsoft.com/office/drawing/2014/main" id="{96B802E4-4BF1-ABED-B3FA-1EFCEEB661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6718"/>
          <a:stretch/>
        </p:blipFill>
        <p:spPr>
          <a:xfrm>
            <a:off x="1019523" y="4952009"/>
            <a:ext cx="6632791" cy="12513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FCF523-4991-011E-2B12-1CE1ACF29ADE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87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" action="ppaction://noaction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5AAA97-03CF-1C4A-6B0C-6A4BF1A7462E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49" name="Group 3">
            <a:extLst>
              <a:ext uri="{FF2B5EF4-FFF2-40B4-BE49-F238E27FC236}">
                <a16:creationId xmlns:a16="http://schemas.microsoft.com/office/drawing/2014/main" id="{20605160-D3BC-9FE0-BFDE-D06D9E87F4B9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122363"/>
            <a:ext cx="5964238" cy="525462"/>
            <a:chOff x="612" y="752"/>
            <a:chExt cx="3757" cy="331"/>
          </a:xfrm>
        </p:grpSpPr>
        <p:sp>
          <p:nvSpPr>
            <p:cNvPr id="53270" name="Rectangle 4">
              <a:extLst>
                <a:ext uri="{FF2B5EF4-FFF2-40B4-BE49-F238E27FC236}">
                  <a16:creationId xmlns:a16="http://schemas.microsoft.com/office/drawing/2014/main" id="{E457D191-9865-73A6-AB9A-CB3B5F7A8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752"/>
              <a:ext cx="176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设二维随机变量 </a:t>
              </a:r>
            </a:p>
          </p:txBody>
        </p:sp>
        <p:graphicFrame>
          <p:nvGraphicFramePr>
            <p:cNvPr id="53271" name="Object 5">
              <a:extLst>
                <a:ext uri="{FF2B5EF4-FFF2-40B4-BE49-F238E27FC236}">
                  <a16:creationId xmlns:a16="http://schemas.microsoft.com/office/drawing/2014/main" id="{BC24F318-FD94-414E-2BB8-15B8CFC49A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799"/>
            <a:ext cx="56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3" imgW="9944100" imgH="4686300" progId="Equation.DSMT4">
                    <p:embed/>
                  </p:oleObj>
                </mc:Choice>
                <mc:Fallback>
                  <p:oleObj name="Equation" r:id="rId3" imgW="9944100" imgH="4686300" progId="Equation.DSMT4">
                    <p:embed/>
                    <p:pic>
                      <p:nvPicPr>
                        <p:cNvPr id="53271" name="Object 5">
                          <a:extLst>
                            <a:ext uri="{FF2B5EF4-FFF2-40B4-BE49-F238E27FC236}">
                              <a16:creationId xmlns:a16="http://schemas.microsoft.com/office/drawing/2014/main" id="{BC24F318-FD94-414E-2BB8-15B8CFC49A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799"/>
                          <a:ext cx="56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2" name="Rectangle 6">
              <a:extLst>
                <a:ext uri="{FF2B5EF4-FFF2-40B4-BE49-F238E27FC236}">
                  <a16:creationId xmlns:a16="http://schemas.microsoft.com/office/drawing/2014/main" id="{3F364E7C-DBE0-C789-5B63-E5961A92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752"/>
              <a:ext cx="153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的概率密度为 </a:t>
              </a:r>
            </a:p>
          </p:txBody>
        </p:sp>
      </p:grpSp>
      <p:sp>
        <p:nvSpPr>
          <p:cNvPr id="53250" name="Rectangle 7">
            <a:extLst>
              <a:ext uri="{FF2B5EF4-FFF2-40B4-BE49-F238E27FC236}">
                <a16:creationId xmlns:a16="http://schemas.microsoft.com/office/drawing/2014/main" id="{21DC876F-22D3-7C51-E79F-1065D8018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53251" name="Object 8">
            <a:extLst>
              <a:ext uri="{FF2B5EF4-FFF2-40B4-BE49-F238E27FC236}">
                <a16:creationId xmlns:a16="http://schemas.microsoft.com/office/drawing/2014/main" id="{1F358CEB-8CB9-5FA0-DC91-A0ED67DB5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00213"/>
          <a:ext cx="8685212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87769700" imgH="22237700" progId="Equation.DSMT4">
                  <p:embed/>
                </p:oleObj>
              </mc:Choice>
              <mc:Fallback>
                <p:oleObj name="Equation" r:id="rId5" imgW="87769700" imgH="22237700" progId="Equation.DSMT4">
                  <p:embed/>
                  <p:pic>
                    <p:nvPicPr>
                      <p:cNvPr id="53251" name="Object 8">
                        <a:extLst>
                          <a:ext uri="{FF2B5EF4-FFF2-40B4-BE49-F238E27FC236}">
                            <a16:creationId xmlns:a16="http://schemas.microsoft.com/office/drawing/2014/main" id="{1F358CEB-8CB9-5FA0-DC91-A0ED67DB5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00213"/>
                        <a:ext cx="8685212" cy="236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9">
            <a:extLst>
              <a:ext uri="{FF2B5EF4-FFF2-40B4-BE49-F238E27FC236}">
                <a16:creationId xmlns:a16="http://schemas.microsoft.com/office/drawing/2014/main" id="{1175B966-329E-44EA-5C01-C876A3922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53253" name="Object 10">
            <a:extLst>
              <a:ext uri="{FF2B5EF4-FFF2-40B4-BE49-F238E27FC236}">
                <a16:creationId xmlns:a16="http://schemas.microsoft.com/office/drawing/2014/main" id="{66CF103D-00D8-B90A-57F3-FA37AD069D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3138" y="4283075"/>
          <a:ext cx="590391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41249600" imgH="4686300" progId="Equation.DSMT4">
                  <p:embed/>
                </p:oleObj>
              </mc:Choice>
              <mc:Fallback>
                <p:oleObj name="Equation" r:id="rId7" imgW="41249600" imgH="4686300" progId="Equation.DSMT4">
                  <p:embed/>
                  <p:pic>
                    <p:nvPicPr>
                      <p:cNvPr id="53253" name="Object 10">
                        <a:extLst>
                          <a:ext uri="{FF2B5EF4-FFF2-40B4-BE49-F238E27FC236}">
                            <a16:creationId xmlns:a16="http://schemas.microsoft.com/office/drawing/2014/main" id="{66CF103D-00D8-B90A-57F3-FA37AD069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4283075"/>
                        <a:ext cx="590391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11">
            <a:extLst>
              <a:ext uri="{FF2B5EF4-FFF2-40B4-BE49-F238E27FC236}">
                <a16:creationId xmlns:a16="http://schemas.microsoft.com/office/drawing/2014/main" id="{42E5A2FF-77BF-432F-F422-348CD45E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3255" name="Rectangle 12">
            <a:extLst>
              <a:ext uri="{FF2B5EF4-FFF2-40B4-BE49-F238E27FC236}">
                <a16:creationId xmlns:a16="http://schemas.microsoft.com/office/drawing/2014/main" id="{BC74B23D-A2D2-6D03-2C89-E0475BAC3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3256" name="Rectangle 13">
            <a:extLst>
              <a:ext uri="{FF2B5EF4-FFF2-40B4-BE49-F238E27FC236}">
                <a16:creationId xmlns:a16="http://schemas.microsoft.com/office/drawing/2014/main" id="{55D7B44F-D9B5-E41C-7CC4-055938225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pSp>
        <p:nvGrpSpPr>
          <p:cNvPr id="53257" name="Group 24">
            <a:extLst>
              <a:ext uri="{FF2B5EF4-FFF2-40B4-BE49-F238E27FC236}">
                <a16:creationId xmlns:a16="http://schemas.microsoft.com/office/drawing/2014/main" id="{16DD4131-ADEB-1D9A-083D-DCFD444AC0FE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5040313"/>
            <a:ext cx="9063038" cy="1196975"/>
            <a:chOff x="68" y="3008"/>
            <a:chExt cx="5709" cy="754"/>
          </a:xfrm>
        </p:grpSpPr>
        <p:graphicFrame>
          <p:nvGraphicFramePr>
            <p:cNvPr id="53261" name="Object 15">
              <a:extLst>
                <a:ext uri="{FF2B5EF4-FFF2-40B4-BE49-F238E27FC236}">
                  <a16:creationId xmlns:a16="http://schemas.microsoft.com/office/drawing/2014/main" id="{66DA6E42-CFC6-0A4C-0116-69709E1C10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3385"/>
            <a:ext cx="163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9" name="Equation" r:id="rId9" imgW="22821900" imgH="5270500" progId="Equation.DSMT4">
                    <p:embed/>
                  </p:oleObj>
                </mc:Choice>
                <mc:Fallback>
                  <p:oleObj name="Equation" r:id="rId9" imgW="22821900" imgH="5270500" progId="Equation.DSMT4">
                    <p:embed/>
                    <p:pic>
                      <p:nvPicPr>
                        <p:cNvPr id="53261" name="Object 15">
                          <a:extLst>
                            <a:ext uri="{FF2B5EF4-FFF2-40B4-BE49-F238E27FC236}">
                              <a16:creationId xmlns:a16="http://schemas.microsoft.com/office/drawing/2014/main" id="{66DA6E42-CFC6-0A4C-0116-69709E1C10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385"/>
                          <a:ext cx="163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2" name="Object 16">
              <a:extLst>
                <a:ext uri="{FF2B5EF4-FFF2-40B4-BE49-F238E27FC236}">
                  <a16:creationId xmlns:a16="http://schemas.microsoft.com/office/drawing/2014/main" id="{68DC94D0-0BEB-40D5-3C0E-8EB474C64B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3022"/>
            <a:ext cx="1769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name="Equation" r:id="rId11" imgW="35991800" imgH="5270500" progId="Equation.DSMT4">
                    <p:embed/>
                  </p:oleObj>
                </mc:Choice>
                <mc:Fallback>
                  <p:oleObj name="Equation" r:id="rId11" imgW="35991800" imgH="5270500" progId="Equation.DSMT4">
                    <p:embed/>
                    <p:pic>
                      <p:nvPicPr>
                        <p:cNvPr id="53262" name="Object 16">
                          <a:extLst>
                            <a:ext uri="{FF2B5EF4-FFF2-40B4-BE49-F238E27FC236}">
                              <a16:creationId xmlns:a16="http://schemas.microsoft.com/office/drawing/2014/main" id="{68DC94D0-0BEB-40D5-3C0E-8EB474C64B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22"/>
                          <a:ext cx="1769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3" name="Rectangle 17">
              <a:extLst>
                <a:ext uri="{FF2B5EF4-FFF2-40B4-BE49-F238E27FC236}">
                  <a16:creationId xmlns:a16="http://schemas.microsoft.com/office/drawing/2014/main" id="{332C3A6A-251C-DF77-1020-BA771DF39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" y="3022"/>
              <a:ext cx="56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其中</a:t>
              </a:r>
            </a:p>
          </p:txBody>
        </p:sp>
        <p:sp>
          <p:nvSpPr>
            <p:cNvPr id="53264" name="Rectangle 18">
              <a:extLst>
                <a:ext uri="{FF2B5EF4-FFF2-40B4-BE49-F238E27FC236}">
                  <a16:creationId xmlns:a16="http://schemas.microsoft.com/office/drawing/2014/main" id="{4592EE51-179B-4667-C285-F8F8AE7E5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020"/>
              <a:ext cx="1080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均为参数 </a:t>
              </a:r>
            </a:p>
          </p:txBody>
        </p:sp>
        <p:sp>
          <p:nvSpPr>
            <p:cNvPr id="53265" name="Rectangle 19">
              <a:extLst>
                <a:ext uri="{FF2B5EF4-FFF2-40B4-BE49-F238E27FC236}">
                  <a16:creationId xmlns:a16="http://schemas.microsoft.com/office/drawing/2014/main" id="{8C251DEA-61ED-BE0E-D01E-76CECB0EB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3428"/>
              <a:ext cx="625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则称 </a:t>
              </a:r>
            </a:p>
          </p:txBody>
        </p:sp>
        <p:graphicFrame>
          <p:nvGraphicFramePr>
            <p:cNvPr id="53266" name="Object 20">
              <a:extLst>
                <a:ext uri="{FF2B5EF4-FFF2-40B4-BE49-F238E27FC236}">
                  <a16:creationId xmlns:a16="http://schemas.microsoft.com/office/drawing/2014/main" id="{D7BA9240-9FF5-7103-79E1-F39104099B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76"/>
            <a:ext cx="58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1" name="Equation" r:id="rId13" imgW="9944100" imgH="4686300" progId="Equation.DSMT4">
                    <p:embed/>
                  </p:oleObj>
                </mc:Choice>
                <mc:Fallback>
                  <p:oleObj name="Equation" r:id="rId13" imgW="9944100" imgH="4686300" progId="Equation.DSMT4">
                    <p:embed/>
                    <p:pic>
                      <p:nvPicPr>
                        <p:cNvPr id="53266" name="Object 20">
                          <a:extLst>
                            <a:ext uri="{FF2B5EF4-FFF2-40B4-BE49-F238E27FC236}">
                              <a16:creationId xmlns:a16="http://schemas.microsoft.com/office/drawing/2014/main" id="{D7BA9240-9FF5-7103-79E1-F39104099B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76"/>
                          <a:ext cx="58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7" name="Rectangle 21">
              <a:extLst>
                <a:ext uri="{FF2B5EF4-FFF2-40B4-BE49-F238E27FC236}">
                  <a16:creationId xmlns:a16="http://schemas.microsoft.com/office/drawing/2014/main" id="{AC8CE467-426C-CFFC-227A-2F7BF8958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419"/>
              <a:ext cx="130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服从参数为 </a:t>
              </a:r>
            </a:p>
          </p:txBody>
        </p:sp>
        <p:graphicFrame>
          <p:nvGraphicFramePr>
            <p:cNvPr id="53268" name="Object 22">
              <a:extLst>
                <a:ext uri="{FF2B5EF4-FFF2-40B4-BE49-F238E27FC236}">
                  <a16:creationId xmlns:a16="http://schemas.microsoft.com/office/drawing/2014/main" id="{5F07D6A9-1691-37FF-EA4C-4BD91CBE04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3008"/>
            <a:ext cx="163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Equation" r:id="rId14" imgW="22821900" imgH="5270500" progId="Equation.DSMT4">
                    <p:embed/>
                  </p:oleObj>
                </mc:Choice>
                <mc:Fallback>
                  <p:oleObj name="Equation" r:id="rId14" imgW="22821900" imgH="5270500" progId="Equation.DSMT4">
                    <p:embed/>
                    <p:pic>
                      <p:nvPicPr>
                        <p:cNvPr id="53268" name="Object 22">
                          <a:extLst>
                            <a:ext uri="{FF2B5EF4-FFF2-40B4-BE49-F238E27FC236}">
                              <a16:creationId xmlns:a16="http://schemas.microsoft.com/office/drawing/2014/main" id="{5F07D6A9-1691-37FF-EA4C-4BD91CBE04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3008"/>
                          <a:ext cx="163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9" name="Rectangle 23">
              <a:extLst>
                <a:ext uri="{FF2B5EF4-FFF2-40B4-BE49-F238E27FC236}">
                  <a16:creationId xmlns:a16="http://schemas.microsoft.com/office/drawing/2014/main" id="{D856C482-7731-AC4E-84DC-EB56F7BD7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" y="3428"/>
              <a:ext cx="176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的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二维正态分布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 </a:t>
              </a:r>
            </a:p>
          </p:txBody>
        </p:sp>
      </p:grpSp>
      <p:graphicFrame>
        <p:nvGraphicFramePr>
          <p:cNvPr id="53258" name="Object 25">
            <a:extLst>
              <a:ext uri="{FF2B5EF4-FFF2-40B4-BE49-F238E27FC236}">
                <a16:creationId xmlns:a16="http://schemas.microsoft.com/office/drawing/2014/main" id="{780988F5-DA8E-6332-C75C-85454C0C6F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8688" y="6251575"/>
          <a:ext cx="32670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5" imgW="18719800" imgH="3644900" progId="Equation.DSMT4">
                  <p:embed/>
                </p:oleObj>
              </mc:Choice>
              <mc:Fallback>
                <p:oleObj name="Equation" r:id="rId15" imgW="18719800" imgH="3644900" progId="Equation.DSMT4">
                  <p:embed/>
                  <p:pic>
                    <p:nvPicPr>
                      <p:cNvPr id="53258" name="Object 25">
                        <a:extLst>
                          <a:ext uri="{FF2B5EF4-FFF2-40B4-BE49-F238E27FC236}">
                            <a16:creationId xmlns:a16="http://schemas.microsoft.com/office/drawing/2014/main" id="{780988F5-DA8E-6332-C75C-85454C0C6F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6251575"/>
                        <a:ext cx="326707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Rectangle 5">
            <a:extLst>
              <a:ext uri="{FF2B5EF4-FFF2-40B4-BE49-F238E27FC236}">
                <a16:creationId xmlns:a16="http://schemas.microsoft.com/office/drawing/2014/main" id="{82D84D52-2D51-3853-C52F-AD5EB3D52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3EBACDF-419B-6546-A1D7-D08AE840DF5D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82BF475-ED49-4A38-603E-1E0A9A086F6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图片 2">
            <a:extLst>
              <a:ext uri="{FF2B5EF4-FFF2-40B4-BE49-F238E27FC236}">
                <a16:creationId xmlns:a16="http://schemas.microsoft.com/office/drawing/2014/main" id="{6502378B-83A3-8974-0B9A-19E13906B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1700213"/>
            <a:ext cx="62769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Rectangle 5">
            <a:extLst>
              <a:ext uri="{FF2B5EF4-FFF2-40B4-BE49-F238E27FC236}">
                <a16:creationId xmlns:a16="http://schemas.microsoft.com/office/drawing/2014/main" id="{4494225E-A2FB-39C5-C9C6-80E2E856B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CCC1F34-7B6C-6F46-B3DD-AA8706A6F8C7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112A8D8-9BE9-8422-1CE7-F43ECD0A7CE8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54F171F3-59ED-D581-CEBE-BB0EAF86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1104900"/>
            <a:ext cx="72215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如果二维随机变量（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Y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）服从正态分布   </a:t>
            </a:r>
          </a:p>
        </p:txBody>
      </p:sp>
      <p:graphicFrame>
        <p:nvGraphicFramePr>
          <p:cNvPr id="56322" name="Object 17">
            <a:extLst>
              <a:ext uri="{FF2B5EF4-FFF2-40B4-BE49-F238E27FC236}">
                <a16:creationId xmlns:a16="http://schemas.microsoft.com/office/drawing/2014/main" id="{58074E2E-29B1-45A6-6F7C-15FF4B226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773238"/>
          <a:ext cx="39608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29260800" imgH="6438900" progId="Equation.DSMT4">
                  <p:embed/>
                </p:oleObj>
              </mc:Choice>
              <mc:Fallback>
                <p:oleObj name="Equation" r:id="rId3" imgW="29260800" imgH="6438900" progId="Equation.DSMT4">
                  <p:embed/>
                  <p:pic>
                    <p:nvPicPr>
                      <p:cNvPr id="56322" name="Object 17">
                        <a:extLst>
                          <a:ext uri="{FF2B5EF4-FFF2-40B4-BE49-F238E27FC236}">
                            <a16:creationId xmlns:a16="http://schemas.microsoft.com/office/drawing/2014/main" id="{58074E2E-29B1-45A6-6F7C-15FF4B226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73238"/>
                        <a:ext cx="39608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8">
            <a:extLst>
              <a:ext uri="{FF2B5EF4-FFF2-40B4-BE49-F238E27FC236}">
                <a16:creationId xmlns:a16="http://schemas.microsoft.com/office/drawing/2014/main" id="{269DEF05-045B-BBED-B51D-04C5B2CE6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2838450"/>
            <a:ext cx="59531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则两个边缘分布分别服从正态分布    </a:t>
            </a:r>
          </a:p>
        </p:txBody>
      </p:sp>
      <p:graphicFrame>
        <p:nvGraphicFramePr>
          <p:cNvPr id="56324" name="Object 19">
            <a:extLst>
              <a:ext uri="{FF2B5EF4-FFF2-40B4-BE49-F238E27FC236}">
                <a16:creationId xmlns:a16="http://schemas.microsoft.com/office/drawing/2014/main" id="{F68A0C04-6AC8-F3B5-F1BA-291D76118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73463"/>
          <a:ext cx="29702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21945600" imgH="6438900" progId="Equation.DSMT4">
                  <p:embed/>
                </p:oleObj>
              </mc:Choice>
              <mc:Fallback>
                <p:oleObj name="Equation" r:id="rId5" imgW="21945600" imgH="6438900" progId="Equation.DSMT4">
                  <p:embed/>
                  <p:pic>
                    <p:nvPicPr>
                      <p:cNvPr id="56324" name="Object 19">
                        <a:extLst>
                          <a:ext uri="{FF2B5EF4-FFF2-40B4-BE49-F238E27FC236}">
                            <a16:creationId xmlns:a16="http://schemas.microsoft.com/office/drawing/2014/main" id="{F68A0C04-6AC8-F3B5-F1BA-291D76118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73463"/>
                        <a:ext cx="29702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20">
            <a:extLst>
              <a:ext uri="{FF2B5EF4-FFF2-40B4-BE49-F238E27FC236}">
                <a16:creationId xmlns:a16="http://schemas.microsoft.com/office/drawing/2014/main" id="{F3B7ED8E-D4B1-61A4-0F29-C14799860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573463"/>
          <a:ext cx="293052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21653500" imgH="6438900" progId="Equation.DSMT4">
                  <p:embed/>
                </p:oleObj>
              </mc:Choice>
              <mc:Fallback>
                <p:oleObj name="Equation" r:id="rId7" imgW="21653500" imgH="6438900" progId="Equation.DSMT4">
                  <p:embed/>
                  <p:pic>
                    <p:nvPicPr>
                      <p:cNvPr id="56325" name="Object 20">
                        <a:extLst>
                          <a:ext uri="{FF2B5EF4-FFF2-40B4-BE49-F238E27FC236}">
                            <a16:creationId xmlns:a16="http://schemas.microsoft.com/office/drawing/2014/main" id="{F3B7ED8E-D4B1-61A4-0F29-C14799860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73463"/>
                        <a:ext cx="2930525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6" name="Group 23">
            <a:extLst>
              <a:ext uri="{FF2B5EF4-FFF2-40B4-BE49-F238E27FC236}">
                <a16:creationId xmlns:a16="http://schemas.microsoft.com/office/drawing/2014/main" id="{250A60F6-DFF5-B347-9127-BCEAE700F713}"/>
              </a:ext>
            </a:extLst>
          </p:cNvPr>
          <p:cNvGrpSpPr>
            <a:grpSpLocks/>
          </p:cNvGrpSpPr>
          <p:nvPr/>
        </p:nvGrpSpPr>
        <p:grpSpPr bwMode="auto">
          <a:xfrm>
            <a:off x="706438" y="4581530"/>
            <a:ext cx="3065463" cy="560388"/>
            <a:chOff x="781" y="3682"/>
            <a:chExt cx="1931" cy="353"/>
          </a:xfrm>
        </p:grpSpPr>
        <p:sp>
          <p:nvSpPr>
            <p:cNvPr id="62472" name="Text Box 21">
              <a:extLst>
                <a:ext uri="{FF2B5EF4-FFF2-40B4-BE49-F238E27FC236}">
                  <a16:creationId xmlns:a16="http://schemas.microsoft.com/office/drawing/2014/main" id="{23AB012A-CE7A-A094-7DCF-EE6C58C8A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682"/>
              <a:ext cx="1931" cy="3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/>
                  <a:cs typeface="Times New Roman" panose="02020603050405020304" pitchFamily="18" charset="0"/>
                </a:rPr>
                <a:t>与参数      无关      </a:t>
              </a:r>
            </a:p>
          </p:txBody>
        </p:sp>
        <p:graphicFrame>
          <p:nvGraphicFramePr>
            <p:cNvPr id="56331" name="Object 22">
              <a:extLst>
                <a:ext uri="{FF2B5EF4-FFF2-40B4-BE49-F238E27FC236}">
                  <a16:creationId xmlns:a16="http://schemas.microsoft.com/office/drawing/2014/main" id="{9276CDCC-29ED-2D97-97B4-EBE16A87D1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699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9" imgW="3505200" imgH="3797300" progId="Equation.DSMT4">
                    <p:embed/>
                  </p:oleObj>
                </mc:Choice>
                <mc:Fallback>
                  <p:oleObj name="Equation" r:id="rId9" imgW="3505200" imgH="3797300" progId="Equation.DSMT4">
                    <p:embed/>
                    <p:pic>
                      <p:nvPicPr>
                        <p:cNvPr id="56331" name="Object 22">
                          <a:extLst>
                            <a:ext uri="{FF2B5EF4-FFF2-40B4-BE49-F238E27FC236}">
                              <a16:creationId xmlns:a16="http://schemas.microsoft.com/office/drawing/2014/main" id="{9276CDCC-29ED-2D97-97B4-EBE16A87D1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699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4">
            <a:extLst>
              <a:ext uri="{FF2B5EF4-FFF2-40B4-BE49-F238E27FC236}">
                <a16:creationId xmlns:a16="http://schemas.microsoft.com/office/drawing/2014/main" id="{63CECEDB-E802-D002-064E-5F76610E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73688"/>
            <a:ext cx="5954712" cy="10874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可见，联合分布可以确定边缘分布，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但边缘分布不能确定联合分布</a:t>
            </a:r>
          </a:p>
        </p:txBody>
      </p:sp>
      <p:sp>
        <p:nvSpPr>
          <p:cNvPr id="56328" name="Rectangle 5">
            <a:extLst>
              <a:ext uri="{FF2B5EF4-FFF2-40B4-BE49-F238E27FC236}">
                <a16:creationId xmlns:a16="http://schemas.microsoft.com/office/drawing/2014/main" id="{B667DE50-F3FE-33B8-3359-E5643FB3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F8CD92C-E39C-B06D-F77C-4F86ED8DB2A3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62944DA-A586-7FF5-1740-66F90F907AE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7014A3-B3CD-CA8B-F498-0B9573226DF1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13BE87CE-0321-C6E8-B5DA-127DBE17F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538" y="1496482"/>
          <a:ext cx="6925230" cy="188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5" imgW="87769700" imgH="22237700" progId="Equation.DSMT4">
                  <p:embed/>
                </p:oleObj>
              </mc:Choice>
              <mc:Fallback>
                <p:oleObj name="Equation" r:id="rId5" imgW="87769700" imgH="222377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13BE87CE-0321-C6E8-B5DA-127DBE17F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538" y="1496482"/>
                        <a:ext cx="6925230" cy="1884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50FF0D4D-839A-C6D3-A2F0-A260977D5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5673" y="1550053"/>
          <a:ext cx="32686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7" imgW="18719800" imgH="3644900" progId="Equation.DSMT4">
                  <p:embed/>
                </p:oleObj>
              </mc:Choice>
              <mc:Fallback>
                <p:oleObj name="Equation" r:id="rId7" imgW="18719800" imgH="3644900" progId="Equation.DSMT4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50FF0D4D-839A-C6D3-A2F0-A260977D5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673" y="1550053"/>
                        <a:ext cx="32686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线连接符 48">
            <a:extLst>
              <a:ext uri="{FF2B5EF4-FFF2-40B4-BE49-F238E27FC236}">
                <a16:creationId xmlns:a16="http://schemas.microsoft.com/office/drawing/2014/main" id="{A84D0C87-9A00-DFEC-FA6C-034E26C96501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>
            <a:extLst>
              <a:ext uri="{FF2B5EF4-FFF2-40B4-BE49-F238E27FC236}">
                <a16:creationId xmlns:a16="http://schemas.microsoft.com/office/drawing/2014/main" id="{EBFA0E84-1C55-0432-8E17-3DEEEB8A5E6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#2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64B6B-D3D1-290A-08DB-7381CEC5997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8062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96C783B-ECF7-C02C-4F07-C9A5621F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3399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3522A14C-B7AD-0200-25AD-2AB4B766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1433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CB766F93-AA65-B5DB-180C-F5B692D4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14340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6576D77F-6488-1B2F-4A8E-BBC8B227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14341" name="Text Box 6">
            <a:hlinkClick r:id="rId5" action="ppaction://hlinksldjump"/>
            <a:extLst>
              <a:ext uri="{FF2B5EF4-FFF2-40B4-BE49-F238E27FC236}">
                <a16:creationId xmlns:a16="http://schemas.microsoft.com/office/drawing/2014/main" id="{39E2B838-A201-58FC-CA54-F48FE12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4D8218A3-D137-9AAE-2F1B-60181BDD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14343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F8CB0F20-61B4-9F67-E250-5953379F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B0374E-AE2D-899C-AA64-246B954BBFE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图片 8">
            <a:extLst>
              <a:ext uri="{FF2B5EF4-FFF2-40B4-BE49-F238E27FC236}">
                <a16:creationId xmlns:a16="http://schemas.microsoft.com/office/drawing/2014/main" id="{59D55662-4F4F-2FC8-6651-72E79F02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45" y="1202114"/>
            <a:ext cx="7507297" cy="4220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2" name="图片 9">
            <a:extLst>
              <a:ext uri="{FF2B5EF4-FFF2-40B4-BE49-F238E27FC236}">
                <a16:creationId xmlns:a16="http://schemas.microsoft.com/office/drawing/2014/main" id="{20A6B212-5AF9-685A-918D-BADFD478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4"/>
          <a:stretch>
            <a:fillRect/>
          </a:stretch>
        </p:blipFill>
        <p:spPr bwMode="auto">
          <a:xfrm>
            <a:off x="1835150" y="5503863"/>
            <a:ext cx="5265738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图片 10">
            <a:extLst>
              <a:ext uri="{FF2B5EF4-FFF2-40B4-BE49-F238E27FC236}">
                <a16:creationId xmlns:a16="http://schemas.microsoft.com/office/drawing/2014/main" id="{41064621-7584-F524-F77F-C4936B014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18" y="6361723"/>
            <a:ext cx="2321017" cy="33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文本框 4">
            <a:extLst>
              <a:ext uri="{FF2B5EF4-FFF2-40B4-BE49-F238E27FC236}">
                <a16:creationId xmlns:a16="http://schemas.microsoft.com/office/drawing/2014/main" id="{6AB8D0B1-1B77-6873-B27C-FDADFBEE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672" y="375551"/>
            <a:ext cx="6732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409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的分布，应用卷积公式</a:t>
            </a:r>
          </a:p>
        </p:txBody>
      </p:sp>
      <p:pic>
        <p:nvPicPr>
          <p:cNvPr id="30727" name="图片 8" descr="图形用户界面&#10;&#10;低可信度描述已自动生成">
            <a:extLst>
              <a:ext uri="{FF2B5EF4-FFF2-40B4-BE49-F238E27FC236}">
                <a16:creationId xmlns:a16="http://schemas.microsoft.com/office/drawing/2014/main" id="{A6A51E9F-9625-DCBF-5024-B733FE46A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114" b="3484"/>
          <a:stretch>
            <a:fillRect/>
          </a:stretch>
        </p:blipFill>
        <p:spPr bwMode="auto">
          <a:xfrm>
            <a:off x="6764216" y="86518"/>
            <a:ext cx="2170112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B9810B-5970-81F3-7D66-33B1506A0C2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31B1F25-333F-8C17-C7A2-0C6C8483365C}"/>
              </a:ext>
            </a:extLst>
          </p:cNvPr>
          <p:cNvGrpSpPr/>
          <p:nvPr/>
        </p:nvGrpSpPr>
        <p:grpSpPr>
          <a:xfrm>
            <a:off x="685800" y="3933056"/>
            <a:ext cx="7772400" cy="2191197"/>
            <a:chOff x="685800" y="3933056"/>
            <a:chExt cx="7772400" cy="2191197"/>
          </a:xfrm>
        </p:grpSpPr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BD33308A-F97E-9F98-0033-A8B880A6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933056"/>
              <a:ext cx="7772400" cy="219119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F0F649-B728-1CB0-1868-BCD318CC1B22}"/>
                </a:ext>
              </a:extLst>
            </p:cNvPr>
            <p:cNvSpPr/>
            <p:nvPr/>
          </p:nvSpPr>
          <p:spPr bwMode="auto">
            <a:xfrm>
              <a:off x="5436096" y="5028654"/>
              <a:ext cx="2808312" cy="4165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77A993C-016D-1427-A7C8-7332C7BE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344816" cy="151408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5F5CAC-31A9-651A-1ED4-29C8BDE111C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72152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3209585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4.2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832295"/>
            <a:ext cx="6481762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4.4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020940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4.3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2387092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4.1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数学期望</a:t>
            </a:r>
          </a:p>
        </p:txBody>
      </p:sp>
      <p:sp>
        <p:nvSpPr>
          <p:cNvPr id="3" name="Text Box 2">
            <a:hlinkClick r:id="rId4" action="ppaction://hlinksldjump" tooltip="点击进入"/>
            <a:extLst>
              <a:ext uri="{FF2B5EF4-FFF2-40B4-BE49-F238E27FC236}">
                <a16:creationId xmlns:a16="http://schemas.microsoft.com/office/drawing/2014/main" id="{7B477353-956D-3CC6-C42C-49F72AAA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9EE830-0560-D2BD-46E8-AF4313380C92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/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blipFill>
                <a:blip r:embed="rId2"/>
                <a:stretch>
                  <a:fillRect l="-6338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/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blipFill>
                <a:blip r:embed="rId3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/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8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blipFill>
                <a:blip r:embed="rId4"/>
                <a:stretch>
                  <a:fillRect l="-456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/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blipFill>
                <a:blip r:embed="rId5"/>
                <a:stretch>
                  <a:fillRect l="-72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/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blipFill>
                <a:blip r:embed="rId6"/>
                <a:stretch>
                  <a:fillRect l="-697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66517B1-AD13-5D97-2BAD-5147A06A85DD}"/>
              </a:ext>
            </a:extLst>
          </p:cNvPr>
          <p:cNvSpPr txBox="1"/>
          <p:nvPr/>
        </p:nvSpPr>
        <p:spPr>
          <a:xfrm>
            <a:off x="719896" y="703459"/>
            <a:ext cx="178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(0-1)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9CDE11-D923-8591-AF56-E789C10498F2}"/>
              </a:ext>
            </a:extLst>
          </p:cNvPr>
          <p:cNvSpPr txBox="1"/>
          <p:nvPr/>
        </p:nvSpPr>
        <p:spPr>
          <a:xfrm>
            <a:off x="719896" y="174802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泊松分布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C584D-AE3C-006C-A0A2-77155F16784C}"/>
              </a:ext>
            </a:extLst>
          </p:cNvPr>
          <p:cNvSpPr txBox="1"/>
          <p:nvPr/>
        </p:nvSpPr>
        <p:spPr>
          <a:xfrm>
            <a:off x="719896" y="281704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均匀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C8C065-E3B1-CD52-7928-C7589109398B}"/>
              </a:ext>
            </a:extLst>
          </p:cNvPr>
          <p:cNvSpPr txBox="1"/>
          <p:nvPr/>
        </p:nvSpPr>
        <p:spPr>
          <a:xfrm>
            <a:off x="719896" y="3774162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指数分布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F02DCE-D3EE-6CD7-C05D-87CEE52F4A2D}"/>
              </a:ext>
            </a:extLst>
          </p:cNvPr>
          <p:cNvSpPr txBox="1"/>
          <p:nvPr/>
        </p:nvSpPr>
        <p:spPr>
          <a:xfrm>
            <a:off x="719896" y="476613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正态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48B48C-2BC0-E715-562F-FA12008A93B4}"/>
              </a:ext>
            </a:extLst>
          </p:cNvPr>
          <p:cNvSpPr txBox="1"/>
          <p:nvPr/>
        </p:nvSpPr>
        <p:spPr>
          <a:xfrm>
            <a:off x="719896" y="577197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noProof="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二项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/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blipFill>
                <a:blip r:embed="rId7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/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blipFill>
                <a:blip r:embed="rId8"/>
                <a:stretch>
                  <a:fillRect l="-3863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/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blipFill>
                <a:blip r:embed="rId9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/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blipFill>
                <a:blip r:embed="rId10"/>
                <a:stretch>
                  <a:fillRect l="-3863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/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blipFill>
                <a:blip r:embed="rId11"/>
                <a:stretch>
                  <a:fillRect l="-6522" t="-285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/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blipFill>
                <a:blip r:embed="rId12"/>
                <a:stretch>
                  <a:fillRect l="-616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/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blipFill>
                <a:blip r:embed="rId1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0918361E-6968-CCFD-D55F-03B51B6EF0C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339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4" grpId="0"/>
      <p:bldP spid="8" grpId="0"/>
      <p:bldP spid="15" grpId="0"/>
      <p:bldP spid="16" grpId="0"/>
      <p:bldP spid="17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/>
              <p:nvPr/>
            </p:nvSpPr>
            <p:spPr>
              <a:xfrm>
                <a:off x="904594" y="2445925"/>
                <a:ext cx="8486776" cy="306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服从二维正态分布，它的概率密度为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kern="10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2400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2(1−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400" kern="10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的相关系数。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94" y="2445925"/>
                <a:ext cx="8486776" cy="3065968"/>
              </a:xfrm>
              <a:prstGeom prst="rect">
                <a:avLst/>
              </a:prstGeom>
              <a:blipFill>
                <a:blip r:embed="rId2"/>
                <a:stretch>
                  <a:fillRect l="-1196" b="-3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4">
            <a:extLst>
              <a:ext uri="{FF2B5EF4-FFF2-40B4-BE49-F238E27FC236}">
                <a16:creationId xmlns:a16="http://schemas.microsoft.com/office/drawing/2014/main" id="{1D4684A5-15BC-4733-F5BB-3EECD20C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EE3A795-B861-B50A-91BF-BF79D6406C6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4A28EFE-444C-F772-FAA2-77FE1D3571E1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1064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405590FB-0AD6-AC1C-112C-CEAC0813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088" y="2133600"/>
            <a:ext cx="1027112" cy="573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KaiTi" panose="02010609060101010101" pitchFamily="49" charset="-122"/>
              </a:rPr>
              <a:t>若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C48322DB-956E-C135-52B8-CC6B463C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07" name="Object 4">
            <a:extLst>
              <a:ext uri="{FF2B5EF4-FFF2-40B4-BE49-F238E27FC236}">
                <a16:creationId xmlns:a16="http://schemas.microsoft.com/office/drawing/2014/main" id="{96577E3D-EE44-51FF-7862-BCC9B91EA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057400"/>
          <a:ext cx="449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39789100" imgH="5270500" progId="Equation.3">
                  <p:embed/>
                </p:oleObj>
              </mc:Choice>
              <mc:Fallback>
                <p:oleObj name="Equation" r:id="rId3" imgW="39789100" imgH="5270500" progId="Equation.3">
                  <p:embed/>
                  <p:pic>
                    <p:nvPicPr>
                      <p:cNvPr id="47107" name="Object 4">
                        <a:extLst>
                          <a:ext uri="{FF2B5EF4-FFF2-40B4-BE49-F238E27FC236}">
                            <a16:creationId xmlns:a16="http://schemas.microsoft.com/office/drawing/2014/main" id="{96577E3D-EE44-51FF-7862-BCC9B91EA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495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8" name="Group 20">
            <a:extLst>
              <a:ext uri="{FF2B5EF4-FFF2-40B4-BE49-F238E27FC236}">
                <a16:creationId xmlns:a16="http://schemas.microsoft.com/office/drawing/2014/main" id="{0660B02F-2E09-F613-ACF4-107B1D46590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971800"/>
            <a:ext cx="3886200" cy="644525"/>
            <a:chOff x="864" y="2016"/>
            <a:chExt cx="2448" cy="406"/>
          </a:xfrm>
        </p:grpSpPr>
        <p:sp>
          <p:nvSpPr>
            <p:cNvPr id="47118" name="Text Box 6">
              <a:extLst>
                <a:ext uri="{FF2B5EF4-FFF2-40B4-BE49-F238E27FC236}">
                  <a16:creationId xmlns:a16="http://schemas.microsoft.com/office/drawing/2014/main" id="{13480155-BB0E-4BB9-5023-E227B3362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16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则</a:t>
              </a:r>
            </a:p>
          </p:txBody>
        </p:sp>
        <p:graphicFrame>
          <p:nvGraphicFramePr>
            <p:cNvPr id="47119" name="Object 7">
              <a:extLst>
                <a:ext uri="{FF2B5EF4-FFF2-40B4-BE49-F238E27FC236}">
                  <a16:creationId xmlns:a16="http://schemas.microsoft.com/office/drawing/2014/main" id="{592D92ED-A1A6-0D71-E056-0EB7B872A0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2057"/>
            <a:ext cx="1920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9" name="Equation" r:id="rId5" imgW="26619200" imgH="4978400" progId="Equation.3">
                    <p:embed/>
                  </p:oleObj>
                </mc:Choice>
                <mc:Fallback>
                  <p:oleObj name="Equation" r:id="rId5" imgW="26619200" imgH="4978400" progId="Equation.3">
                    <p:embed/>
                    <p:pic>
                      <p:nvPicPr>
                        <p:cNvPr id="47119" name="Object 7">
                          <a:extLst>
                            <a:ext uri="{FF2B5EF4-FFF2-40B4-BE49-F238E27FC236}">
                              <a16:creationId xmlns:a16="http://schemas.microsoft.com/office/drawing/2014/main" id="{592D92ED-A1A6-0D71-E056-0EB7B872A0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57"/>
                          <a:ext cx="1920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9" name="Group 21">
            <a:extLst>
              <a:ext uri="{FF2B5EF4-FFF2-40B4-BE49-F238E27FC236}">
                <a16:creationId xmlns:a16="http://schemas.microsoft.com/office/drawing/2014/main" id="{3FB55FF2-7D3B-FBA7-13DA-E85CD88509F4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38600"/>
            <a:ext cx="6324600" cy="579438"/>
            <a:chOff x="864" y="2784"/>
            <a:chExt cx="3984" cy="365"/>
          </a:xfrm>
        </p:grpSpPr>
        <p:sp>
          <p:nvSpPr>
            <p:cNvPr id="47114" name="Text Box 11">
              <a:extLst>
                <a:ext uri="{FF2B5EF4-FFF2-40B4-BE49-F238E27FC236}">
                  <a16:creationId xmlns:a16="http://schemas.microsoft.com/office/drawing/2014/main" id="{E88CBE42-C0EA-ACF9-CB71-DF2413841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784"/>
              <a:ext cx="39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即     是        的相关系数</a:t>
              </a:r>
            </a:p>
          </p:txBody>
        </p:sp>
        <p:grpSp>
          <p:nvGrpSpPr>
            <p:cNvPr id="47115" name="Group 15">
              <a:extLst>
                <a:ext uri="{FF2B5EF4-FFF2-40B4-BE49-F238E27FC236}">
                  <a16:creationId xmlns:a16="http://schemas.microsoft.com/office/drawing/2014/main" id="{761CAB4F-7768-DF43-5C4B-FB9F0369C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800"/>
              <a:ext cx="1104" cy="324"/>
              <a:chOff x="1440" y="2748"/>
              <a:chExt cx="1104" cy="324"/>
            </a:xfrm>
          </p:grpSpPr>
          <p:graphicFrame>
            <p:nvGraphicFramePr>
              <p:cNvPr id="47116" name="Object 9">
                <a:extLst>
                  <a:ext uri="{FF2B5EF4-FFF2-40B4-BE49-F238E27FC236}">
                    <a16:creationId xmlns:a16="http://schemas.microsoft.com/office/drawing/2014/main" id="{3D95A82E-5039-D055-0D2B-BC4A039017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784"/>
              <a:ext cx="271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0" name="Equation" r:id="rId7" imgW="3505200" imgH="3797300" progId="Equation.3">
                      <p:embed/>
                    </p:oleObj>
                  </mc:Choice>
                  <mc:Fallback>
                    <p:oleObj name="Equation" r:id="rId7" imgW="3505200" imgH="3797300" progId="Equation.3">
                      <p:embed/>
                      <p:pic>
                        <p:nvPicPr>
                          <p:cNvPr id="47116" name="Object 9">
                            <a:extLst>
                              <a:ext uri="{FF2B5EF4-FFF2-40B4-BE49-F238E27FC236}">
                                <a16:creationId xmlns:a16="http://schemas.microsoft.com/office/drawing/2014/main" id="{3D95A82E-5039-D055-0D2B-BC4A039017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784"/>
                            <a:ext cx="271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17" name="Object 12">
                <a:extLst>
                  <a:ext uri="{FF2B5EF4-FFF2-40B4-BE49-F238E27FC236}">
                    <a16:creationId xmlns:a16="http://schemas.microsoft.com/office/drawing/2014/main" id="{7EBC9924-6CA5-88AB-4B75-A89DD844B1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2748"/>
              <a:ext cx="432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1" name="Equation" r:id="rId9" imgW="6146800" imgH="4686300" progId="Equation.3">
                      <p:embed/>
                    </p:oleObj>
                  </mc:Choice>
                  <mc:Fallback>
                    <p:oleObj name="Equation" r:id="rId9" imgW="6146800" imgH="4686300" progId="Equation.3">
                      <p:embed/>
                      <p:pic>
                        <p:nvPicPr>
                          <p:cNvPr id="47117" name="Object 12">
                            <a:extLst>
                              <a:ext uri="{FF2B5EF4-FFF2-40B4-BE49-F238E27FC236}">
                                <a16:creationId xmlns:a16="http://schemas.microsoft.com/office/drawing/2014/main" id="{7EBC9924-6CA5-88AB-4B75-A89DD844B1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2748"/>
                            <a:ext cx="432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111" name="Text Box 16">
            <a:extLst>
              <a:ext uri="{FF2B5EF4-FFF2-40B4-BE49-F238E27FC236}">
                <a16:creationId xmlns:a16="http://schemas.microsoft.com/office/drawing/2014/main" id="{799BE755-CF94-4B5C-7BEC-7C2C25F3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52011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ea typeface="KaiTi" panose="02010609060101010101" pitchFamily="49" charset="-122"/>
              </a:rPr>
              <a:t>因此对于二元正态的随机向量，</a:t>
            </a:r>
          </a:p>
        </p:txBody>
      </p:sp>
      <p:sp>
        <p:nvSpPr>
          <p:cNvPr id="47112" name="Rectangle 18">
            <a:extLst>
              <a:ext uri="{FF2B5EF4-FFF2-40B4-BE49-F238E27FC236}">
                <a16:creationId xmlns:a16="http://schemas.microsoft.com/office/drawing/2014/main" id="{5366AD57-31FA-AA3E-E28E-50E8058CE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13" name="Object 17">
            <a:extLst>
              <a:ext uri="{FF2B5EF4-FFF2-40B4-BE49-F238E27FC236}">
                <a16:creationId xmlns:a16="http://schemas.microsoft.com/office/drawing/2014/main" id="{7FC5D313-2001-9A5E-81F4-2E5DD3B6B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9992" y="5853723"/>
          <a:ext cx="6024016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52374800" imgH="4978400" progId="Equation.3">
                  <p:embed/>
                </p:oleObj>
              </mc:Choice>
              <mc:Fallback>
                <p:oleObj name="Equation" r:id="rId11" imgW="52374800" imgH="4978400" progId="Equation.3">
                  <p:embed/>
                  <p:pic>
                    <p:nvPicPr>
                      <p:cNvPr id="47113" name="Object 17">
                        <a:extLst>
                          <a:ext uri="{FF2B5EF4-FFF2-40B4-BE49-F238E27FC236}">
                            <a16:creationId xmlns:a16="http://schemas.microsoft.com/office/drawing/2014/main" id="{7FC5D313-2001-9A5E-81F4-2E5DD3B6B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992" y="5853723"/>
                        <a:ext cx="6024016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509AD86E-F45E-07A8-0A5F-5BEBFC43333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3E403B93-C53E-FDF2-680C-A59A0DCAE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5172E8-117B-3A3C-56AC-9E65614E0B69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" action="ppaction://noaction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</a:p>
        </p:txBody>
      </p:sp>
      <p:sp>
        <p:nvSpPr>
          <p:cNvPr id="61446" name="Text Box 6">
            <a:hlinkClick r:id="" action="ppaction://noaction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E916E6-65EF-5A65-0B6D-AA2672489A8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0028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03C03-A1D1-9446-872F-FA5ACB4C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65B5E-1F5F-A8B4-E885-99B5E93C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364783"/>
            <a:ext cx="8285389" cy="43107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在客观实际中有许多随机变量，它们是由大量的相互独立的随机因素的综合影响所形成的。</a:t>
            </a: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其中每一个别因素在总的影响中所起的作用都是微小的。</a:t>
            </a: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zh-CN" altLang="zh-CN" sz="2600" b="1" dirty="0"/>
          </a:p>
          <a:p>
            <a:pPr>
              <a:lnSpc>
                <a:spcPct val="150000"/>
              </a:lnSpc>
            </a:pPr>
            <a:endParaRPr lang="zh-CN" altLang="zh-CN" sz="2600" b="1" dirty="0"/>
          </a:p>
          <a:p>
            <a:pPr>
              <a:lnSpc>
                <a:spcPct val="150000"/>
              </a:lnSpc>
            </a:pPr>
            <a:endParaRPr lang="zh-CN" altLang="zh-CN" sz="2600" b="1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FB1EF3C-2AF5-A24C-0CCE-F737C1ABFA12}"/>
                  </a:ext>
                </a:extLst>
              </p:cNvPr>
              <p:cNvSpPr/>
              <p:nvPr/>
            </p:nvSpPr>
            <p:spPr>
              <a:xfrm>
                <a:off x="3887821" y="3193766"/>
                <a:ext cx="1597040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𝜉</m:t>
                      </m:r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kumimoji="0" lang="zh-CN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zh-CN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FB1EF3C-2AF5-A24C-0CCE-F737C1ABF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821" y="3193766"/>
                <a:ext cx="1597040" cy="98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2575B485-D55A-C7B9-5BE0-2A6F0F8C2CF5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BE8DAF8-4969-CE33-CDEF-BD1833A555A9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65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65B5E-1F5F-A8B4-E885-99B5E93C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2026935"/>
            <a:ext cx="8817428" cy="431074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2600" dirty="0"/>
              <a:t>这种随机变量往往近似地服从正态分布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endParaRPr lang="zh-CN" altLang="zh-CN" sz="2600" dirty="0"/>
          </a:p>
          <a:p>
            <a:pPr>
              <a:lnSpc>
                <a:spcPct val="150000"/>
              </a:lnSpc>
            </a:pPr>
            <a:endParaRPr lang="zh-CN" altLang="zh-CN" sz="2600" dirty="0"/>
          </a:p>
          <a:p>
            <a:pPr>
              <a:lnSpc>
                <a:spcPct val="150000"/>
              </a:lnSpc>
            </a:pPr>
            <a:endParaRPr lang="zh-CN" altLang="zh-CN" sz="2600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6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DABE289-A177-E4CA-57C8-3FE303D6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0BECCD2-130B-2E3A-3E56-CD8E50B08A9A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D0FEE53-7C41-A8FC-F315-4C8F95BBF620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351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906DF3-0366-3363-9689-60E92D5B8634}"/>
                  </a:ext>
                </a:extLst>
              </p:cNvPr>
              <p:cNvSpPr txBox="1"/>
              <p:nvPr/>
            </p:nvSpPr>
            <p:spPr>
              <a:xfrm>
                <a:off x="1404888" y="1188380"/>
                <a:ext cx="159228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𝜇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906DF3-0366-3363-9689-60E92D5B8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888" y="1188380"/>
                <a:ext cx="1592280" cy="932628"/>
              </a:xfrm>
              <a:prstGeom prst="rect">
                <a:avLst/>
              </a:prstGeom>
              <a:blipFill>
                <a:blip r:embed="rId2"/>
                <a:stretch>
                  <a:fillRect l="-49606" t="-102667" b="-15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13FBC93-11E8-8845-8911-78E7591F4F54}"/>
                  </a:ext>
                </a:extLst>
              </p:cNvPr>
              <p:cNvSpPr txBox="1"/>
              <p:nvPr/>
            </p:nvSpPr>
            <p:spPr>
              <a:xfrm>
                <a:off x="1939920" y="2205256"/>
                <a:ext cx="528543" cy="3112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</m:rad>
                      <m:r>
                        <a:rPr kumimoji="1" lang="zh-CN" alt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13FBC93-11E8-8845-8911-78E7591F4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920" y="2205256"/>
                <a:ext cx="528543" cy="311239"/>
              </a:xfrm>
              <a:prstGeom prst="rect">
                <a:avLst/>
              </a:prstGeom>
              <a:blipFill>
                <a:blip r:embed="rId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573CAB-E590-DA41-12A4-9128CCDC60DA}"/>
              </a:ext>
            </a:extLst>
          </p:cNvPr>
          <p:cNvCxnSpPr/>
          <p:nvPr/>
        </p:nvCxnSpPr>
        <p:spPr>
          <a:xfrm>
            <a:off x="1461946" y="2191344"/>
            <a:ext cx="15118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0D6C3E-CA85-C055-E77C-8445AC8F5260}"/>
                  </a:ext>
                </a:extLst>
              </p:cNvPr>
              <p:cNvSpPr txBox="1"/>
              <p:nvPr/>
            </p:nvSpPr>
            <p:spPr>
              <a:xfrm>
                <a:off x="2940110" y="1936342"/>
                <a:ext cx="116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0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(0,1)</m:t>
                      </m:r>
                    </m:oMath>
                  </m:oMathPara>
                </a14:m>
                <a:endPara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0D6C3E-CA85-C055-E77C-8445AC8F5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110" y="1936342"/>
                <a:ext cx="1161953" cy="400110"/>
              </a:xfrm>
              <a:prstGeom prst="rect">
                <a:avLst/>
              </a:prstGeom>
              <a:blipFill>
                <a:blip r:embed="rId4"/>
                <a:stretch>
                  <a:fillRect l="-3226" r="-5376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ECBEC0-FD5E-F877-FC14-EF92BD23E72C}"/>
                  </a:ext>
                </a:extLst>
              </p:cNvPr>
              <p:cNvSpPr txBox="1"/>
              <p:nvPr/>
            </p:nvSpPr>
            <p:spPr>
              <a:xfrm>
                <a:off x="4909921" y="1642875"/>
                <a:ext cx="2024447" cy="12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</m:oMath>
                  </m:oMathPara>
                </a14:m>
                <a:endPara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ECBEC0-FD5E-F877-FC14-EF92BD23E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21" y="1642875"/>
                <a:ext cx="2024447" cy="1240404"/>
              </a:xfrm>
              <a:prstGeom prst="rect">
                <a:avLst/>
              </a:prstGeom>
              <a:blipFill>
                <a:blip r:embed="rId5"/>
                <a:stretch>
                  <a:fillRect l="-20497" t="-77778" b="-92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99796F3-5297-F8B2-4DFA-3DD19466DB62}"/>
                  </a:ext>
                </a:extLst>
              </p:cNvPr>
              <p:cNvSpPr txBox="1"/>
              <p:nvPr/>
            </p:nvSpPr>
            <p:spPr>
              <a:xfrm>
                <a:off x="6189593" y="1934057"/>
                <a:ext cx="17914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𝜇</m:t>
                      </m:r>
                      <m:r>
                        <a:rPr kumimoji="1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𝑛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99796F3-5297-F8B2-4DFA-3DD19466D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593" y="1934057"/>
                <a:ext cx="1791435" cy="400110"/>
              </a:xfrm>
              <a:prstGeom prst="rect">
                <a:avLst/>
              </a:prstGeom>
              <a:blipFill>
                <a:blip r:embed="rId6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BB7028-1760-7BA7-9CBC-92E232A39FC1}"/>
                  </a:ext>
                </a:extLst>
              </p:cNvPr>
              <p:cNvSpPr txBox="1"/>
              <p:nvPr/>
            </p:nvSpPr>
            <p:spPr>
              <a:xfrm>
                <a:off x="3093224" y="1859398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BB7028-1760-7BA7-9CBC-92E232A39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224" y="1859398"/>
                <a:ext cx="180370" cy="276999"/>
              </a:xfrm>
              <a:prstGeom prst="rect">
                <a:avLst/>
              </a:prstGeom>
              <a:blipFill>
                <a:blip r:embed="rId7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2E49A9E-4E86-0536-538C-674039DE0290}"/>
                  </a:ext>
                </a:extLst>
              </p:cNvPr>
              <p:cNvSpPr txBox="1"/>
              <p:nvPr/>
            </p:nvSpPr>
            <p:spPr>
              <a:xfrm>
                <a:off x="6231870" y="1840637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2E49A9E-4E86-0536-538C-674039DE0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70" y="1840637"/>
                <a:ext cx="180370" cy="276999"/>
              </a:xfrm>
              <a:prstGeom prst="rect">
                <a:avLst/>
              </a:prstGeom>
              <a:blipFill>
                <a:blip r:embed="rId8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19485C-B8A9-3924-0B28-7D9106F9C00C}"/>
                  </a:ext>
                </a:extLst>
              </p:cNvPr>
              <p:cNvSpPr txBox="1"/>
              <p:nvPr/>
            </p:nvSpPr>
            <p:spPr>
              <a:xfrm>
                <a:off x="2359689" y="3271841"/>
                <a:ext cx="1759648" cy="681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kumimoji="1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19485C-B8A9-3924-0B28-7D9106F9C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89" y="3271841"/>
                <a:ext cx="1759648" cy="681725"/>
              </a:xfrm>
              <a:prstGeom prst="rect">
                <a:avLst/>
              </a:prstGeom>
              <a:blipFill>
                <a:blip r:embed="rId9"/>
                <a:stretch>
                  <a:fillRect l="-2857" b="-1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9D7A86A-3B75-8B59-01DE-62D83F12DF6D}"/>
                  </a:ext>
                </a:extLst>
              </p:cNvPr>
              <p:cNvSpPr txBox="1"/>
              <p:nvPr/>
            </p:nvSpPr>
            <p:spPr>
              <a:xfrm>
                <a:off x="5513051" y="3458814"/>
                <a:ext cx="17302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9D7A86A-3B75-8B59-01DE-62D83F12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051" y="3458814"/>
                <a:ext cx="1730217" cy="307777"/>
              </a:xfrm>
              <a:prstGeom prst="rect">
                <a:avLst/>
              </a:prstGeom>
              <a:blipFill>
                <a:blip r:embed="rId10"/>
                <a:stretch>
                  <a:fillRect l="-2174" t="-80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>
            <a:extLst>
              <a:ext uri="{FF2B5EF4-FFF2-40B4-BE49-F238E27FC236}">
                <a16:creationId xmlns:a16="http://schemas.microsoft.com/office/drawing/2014/main" id="{17B065F8-DF82-F65F-3E93-BB781287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DC0CCD8-093D-09E7-4461-F639001A1ECE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ADD7068-E9DC-EDF0-C143-80AEC3ABF7DA}"/>
                  </a:ext>
                </a:extLst>
              </p:cNvPr>
              <p:cNvSpPr txBox="1"/>
              <p:nvPr/>
            </p:nvSpPr>
            <p:spPr>
              <a:xfrm>
                <a:off x="3109699" y="3328991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ADD7068-E9DC-EDF0-C143-80AEC3ABF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699" y="3328991"/>
                <a:ext cx="180370" cy="276999"/>
              </a:xfrm>
              <a:prstGeom prst="rect">
                <a:avLst/>
              </a:prstGeom>
              <a:blipFill>
                <a:blip r:embed="rId14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EE53F7-C4D5-AE18-DC2A-E13F22C26D83}"/>
                  </a:ext>
                </a:extLst>
              </p:cNvPr>
              <p:cNvSpPr txBox="1"/>
              <p:nvPr/>
            </p:nvSpPr>
            <p:spPr>
              <a:xfrm>
                <a:off x="5763037" y="3329436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EE53F7-C4D5-AE18-DC2A-E13F22C2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37" y="3329436"/>
                <a:ext cx="180370" cy="276999"/>
              </a:xfrm>
              <a:prstGeom prst="rect">
                <a:avLst/>
              </a:prstGeom>
              <a:blipFill>
                <a:blip r:embed="rId14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8D3D92F-FEE4-682C-A02D-5941642E9A8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668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C07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1592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466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§3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§1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§4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§5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§6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kumimoji="0" lang="en-US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168B0F-0F9D-85F8-37E7-F6D63D84B14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089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BE46A41-89D2-EB4A-B6EF-72A3E2FEC1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79"/>
          <a:stretch/>
        </p:blipFill>
        <p:spPr>
          <a:xfrm>
            <a:off x="2115510" y="1694112"/>
            <a:ext cx="6031041" cy="26333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3A5BC21-B6E5-A6AB-860A-3C287908548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/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古典概型中事件</a:t>
                </a:r>
                <a14:m>
                  <m:oMath xmlns:m="http://schemas.openxmlformats.org/officeDocument/2006/math">
                    <m:r>
                      <a:rPr kumimoji="0" lang="en-US" altLang="zh-CN" sz="3600" b="1" i="1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0" lang="zh-CN" altLang="en-US" sz="36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的概率计算</a:t>
                </a:r>
                <a:endParaRPr kumimoji="0" lang="en" altLang="zh-CN" sz="36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  <a:blipFill>
                <a:blip r:embed="rId3"/>
                <a:stretch>
                  <a:fillRect l="-2292" t="-19231" r="-2292" b="-2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/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118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+mn-cs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118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𝑨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中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包含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的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基本事件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数</m:t>
                          </m:r>
                        </m:num>
                        <m:den>
                          <m:r>
                            <a:rPr kumimoji="1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𝑺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中包含的基本事件数</m:t>
                          </m:r>
                        </m:den>
                      </m:f>
                    </m:oMath>
                  </m:oMathPara>
                </a14:m>
                <a:endPara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F01DBFC-6EED-0B33-A900-9B4A7760B6AC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083460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F0405D-7512-45B9-B120-6F2B3551D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21" y="2191823"/>
            <a:ext cx="8446637" cy="2749384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477821" y="218330"/>
            <a:ext cx="81884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古典概型：抽球：放回取样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不放回取样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78EB47-E6E8-7B78-FEB4-BB8B3A3E2027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09749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628943" y="1123225"/>
            <a:ext cx="8762469" cy="5046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一个袋子中有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只球，其中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只白球，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只红球。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从袋中取两次，每次随机取一只。考虑放回抽样。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第一次取一球，观察其颜色后放回，搅匀后再取一球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取到的两只球，都是白球的概率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取到的两只球，都是红球的概率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取到的两只球中，至少有一只是白球的概率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628FBA9-05E0-B244-0BE7-0DA4604EA763}"/>
              </a:ext>
            </a:extLst>
          </p:cNvPr>
          <p:cNvGrpSpPr>
            <a:grpSpLocks noChangeAspect="1"/>
          </p:cNvGrpSpPr>
          <p:nvPr/>
        </p:nvGrpSpPr>
        <p:grpSpPr>
          <a:xfrm>
            <a:off x="976184" y="2916195"/>
            <a:ext cx="4850855" cy="982363"/>
            <a:chOff x="976184" y="2916194"/>
            <a:chExt cx="6467808" cy="1309817"/>
          </a:xfrm>
        </p:grpSpPr>
        <p:sp>
          <p:nvSpPr>
            <p:cNvPr id="39" name="圆角矩形 38">
              <a:extLst>
                <a:ext uri="{FF2B5EF4-FFF2-40B4-BE49-F238E27FC236}">
                  <a16:creationId xmlns:a16="http://schemas.microsoft.com/office/drawing/2014/main" id="{E27C4D82-7521-E431-183F-589CB9F95821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7" name="图形 36" descr="哈维球 100% 纯色填充">
              <a:extLst>
                <a:ext uri="{FF2B5EF4-FFF2-40B4-BE49-F238E27FC236}">
                  <a16:creationId xmlns:a16="http://schemas.microsoft.com/office/drawing/2014/main" id="{AF949184-F146-B8A1-86E4-66A416D0F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图形 37" descr="哈维球 100% 纯色填充">
              <a:extLst>
                <a:ext uri="{FF2B5EF4-FFF2-40B4-BE49-F238E27FC236}">
                  <a16:creationId xmlns:a16="http://schemas.microsoft.com/office/drawing/2014/main" id="{B0B9644B-89FF-E900-3D39-F44D92389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图形 39" descr="哈维球 100% 纯色填充">
              <a:extLst>
                <a:ext uri="{FF2B5EF4-FFF2-40B4-BE49-F238E27FC236}">
                  <a16:creationId xmlns:a16="http://schemas.microsoft.com/office/drawing/2014/main" id="{B0CACC59-DFC9-9E89-39C9-CF044F86E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1" name="图形 40" descr="哈维球 100% 纯色填充">
              <a:extLst>
                <a:ext uri="{FF2B5EF4-FFF2-40B4-BE49-F238E27FC236}">
                  <a16:creationId xmlns:a16="http://schemas.microsoft.com/office/drawing/2014/main" id="{67D47251-CC2E-EBD8-5BE4-96FE3984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图形 41" descr="哈维球 100% 纯色填充">
              <a:extLst>
                <a:ext uri="{FF2B5EF4-FFF2-40B4-BE49-F238E27FC236}">
                  <a16:creationId xmlns:a16="http://schemas.microsoft.com/office/drawing/2014/main" id="{F7F401C1-09AB-6D90-ED3A-218E423A6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图形 42" descr="哈维球 100% 纯色填充">
              <a:extLst>
                <a:ext uri="{FF2B5EF4-FFF2-40B4-BE49-F238E27FC236}">
                  <a16:creationId xmlns:a16="http://schemas.microsoft.com/office/drawing/2014/main" id="{9C083526-FA60-46F8-1906-8FA7BCFE8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/>
              <p:nvPr/>
            </p:nvSpPr>
            <p:spPr>
              <a:xfrm>
                <a:off x="6544516" y="4626106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516" y="4626106"/>
                <a:ext cx="1089148" cy="492443"/>
              </a:xfrm>
              <a:prstGeom prst="rect">
                <a:avLst/>
              </a:prstGeom>
              <a:blipFill>
                <a:blip r:embed="rId6"/>
                <a:stretch>
                  <a:fillRect l="-10465" t="-1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/>
              <p:nvPr/>
            </p:nvSpPr>
            <p:spPr>
              <a:xfrm>
                <a:off x="6560932" y="5151859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32" y="5151859"/>
                <a:ext cx="1089148" cy="492443"/>
              </a:xfrm>
              <a:prstGeom prst="rect">
                <a:avLst/>
              </a:prstGeom>
              <a:blipFill>
                <a:blip r:embed="rId7"/>
                <a:stretch>
                  <a:fillRect l="-10345" t="-15000" r="-114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/>
              <p:nvPr/>
            </p:nvSpPr>
            <p:spPr>
              <a:xfrm>
                <a:off x="7970483" y="5644302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483" y="5644302"/>
                <a:ext cx="1089148" cy="492443"/>
              </a:xfrm>
              <a:prstGeom prst="rect">
                <a:avLst/>
              </a:prstGeom>
              <a:blipFill>
                <a:blip r:embed="rId8"/>
                <a:stretch>
                  <a:fillRect l="-9195" t="-1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5D58427-73A1-193A-BB92-CC2E181B329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6891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D0F6D8-82AD-4C3C-8487-867EAA37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4" y="1259769"/>
            <a:ext cx="8437257" cy="4667095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3CB945AD-596C-9128-6856-61205273E44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68ED1A40-94E8-756D-E359-67E1F8E79A1E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C08220-B7CB-277F-16B6-4E53DDC939C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79754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§3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§1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§4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§5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§6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kumimoji="0" lang="en-US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404085-29ED-71E3-E6E2-EA9EFD48B748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24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188C7C-E61F-8346-9E12-90B7ED02549C}"/>
              </a:ext>
            </a:extLst>
          </p:cNvPr>
          <p:cNvSpPr/>
          <p:nvPr/>
        </p:nvSpPr>
        <p:spPr>
          <a:xfrm>
            <a:off x="449879" y="1126901"/>
            <a:ext cx="8478460" cy="1799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一个家庭中有两个小孩，已知至少一个是女孩，问两个都是女孩的概率是多少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  <a:b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endParaRPr kumimoji="0" lang="zh-CN" altLang="en-US" sz="2600" b="1" i="0" u="sng" strike="noStrike" kern="1200" cap="none" spc="0" normalizeH="0" baseline="0" noProof="0">
              <a:ln>
                <a:noFill/>
              </a:ln>
              <a:solidFill>
                <a:srgbClr val="0319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15D59C-D48A-434D-9438-A618E0E4249C}"/>
                  </a:ext>
                </a:extLst>
              </p:cNvPr>
              <p:cNvSpPr/>
              <p:nvPr/>
            </p:nvSpPr>
            <p:spPr>
              <a:xfrm>
                <a:off x="486950" y="2556980"/>
                <a:ext cx="7955541" cy="19169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1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 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 </a:t>
                </a:r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15D59C-D48A-434D-9438-A618E0E42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50" y="2556980"/>
                <a:ext cx="7955541" cy="1916935"/>
              </a:xfrm>
              <a:prstGeom prst="rect">
                <a:avLst/>
              </a:prstGeom>
              <a:blipFill>
                <a:blip r:embed="rId2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D66B2BD-F7C8-2E4B-B198-374962C4B336}"/>
              </a:ext>
            </a:extLst>
          </p:cNvPr>
          <p:cNvSpPr/>
          <p:nvPr/>
        </p:nvSpPr>
        <p:spPr>
          <a:xfrm>
            <a:off x="6670885" y="398367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兄，弟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811B2-AA3F-494E-A101-F4043F2B10DB}"/>
              </a:ext>
            </a:extLst>
          </p:cNvPr>
          <p:cNvSpPr/>
          <p:nvPr/>
        </p:nvSpPr>
        <p:spPr>
          <a:xfrm>
            <a:off x="6709153" y="510253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兄，妹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FA93C1-2EAA-7447-8B18-718024C6EEA8}"/>
              </a:ext>
            </a:extLst>
          </p:cNvPr>
          <p:cNvSpPr/>
          <p:nvPr/>
        </p:nvSpPr>
        <p:spPr>
          <a:xfrm>
            <a:off x="6670884" y="460684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姐，弟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F7FF10-7D53-2C4A-8A7E-91A9745AF0F1}"/>
              </a:ext>
            </a:extLst>
          </p:cNvPr>
          <p:cNvSpPr/>
          <p:nvPr/>
        </p:nvSpPr>
        <p:spPr>
          <a:xfrm>
            <a:off x="7696773" y="484010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姐，妹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77C1BB-C3D6-7B4D-B6CA-9783891FDCD4}"/>
              </a:ext>
            </a:extLst>
          </p:cNvPr>
          <p:cNvSpPr/>
          <p:nvPr/>
        </p:nvSpPr>
        <p:spPr>
          <a:xfrm>
            <a:off x="6310648" y="3763851"/>
            <a:ext cx="2691684" cy="2096036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DBF7585-74F7-D346-8C40-569E83AAE92E}"/>
              </a:ext>
            </a:extLst>
          </p:cNvPr>
          <p:cNvSpPr/>
          <p:nvPr/>
        </p:nvSpPr>
        <p:spPr>
          <a:xfrm>
            <a:off x="6542468" y="4353008"/>
            <a:ext cx="2267056" cy="1378091"/>
          </a:xfrm>
          <a:prstGeom prst="round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D236B0B-29A1-D747-B577-4924ED685EF9}"/>
              </a:ext>
            </a:extLst>
          </p:cNvPr>
          <p:cNvSpPr/>
          <p:nvPr/>
        </p:nvSpPr>
        <p:spPr>
          <a:xfrm>
            <a:off x="7693352" y="4714506"/>
            <a:ext cx="1034978" cy="5620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6AB76-7509-FA4D-BBFD-96CAF035E83A}"/>
                  </a:ext>
                </a:extLst>
              </p:cNvPr>
              <p:cNvSpPr txBox="1"/>
              <p:nvPr/>
            </p:nvSpPr>
            <p:spPr>
              <a:xfrm>
                <a:off x="8363098" y="4254635"/>
                <a:ext cx="448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6AB76-7509-FA4D-BBFD-96CAF035E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098" y="4254635"/>
                <a:ext cx="448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C0A0E4-A25A-7F4E-BAFE-A205ECD3BA4E}"/>
                  </a:ext>
                </a:extLst>
              </p:cNvPr>
              <p:cNvSpPr txBox="1"/>
              <p:nvPr/>
            </p:nvSpPr>
            <p:spPr>
              <a:xfrm>
                <a:off x="8368283" y="4638313"/>
                <a:ext cx="458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C0A0E4-A25A-7F4E-BAFE-A205ECD3B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283" y="4638313"/>
                <a:ext cx="4585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645B44-2683-DD41-BE5A-A00CD0627D85}"/>
                  </a:ext>
                </a:extLst>
              </p:cNvPr>
              <p:cNvSpPr/>
              <p:nvPr/>
            </p:nvSpPr>
            <p:spPr>
              <a:xfrm>
                <a:off x="449879" y="4825532"/>
                <a:ext cx="5529392" cy="121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的发生改变了样本空间，使它由原来的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缩减为新的样本空间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645B44-2683-DD41-BE5A-A00CD0627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79" y="4825532"/>
                <a:ext cx="5529392" cy="1213537"/>
              </a:xfrm>
              <a:prstGeom prst="rect">
                <a:avLst/>
              </a:prstGeom>
              <a:blipFill>
                <a:blip r:embed="rId5"/>
                <a:stretch>
                  <a:fillRect l="-1985" b="-12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连接符 48">
            <a:extLst>
              <a:ext uri="{FF2B5EF4-FFF2-40B4-BE49-F238E27FC236}">
                <a16:creationId xmlns:a16="http://schemas.microsoft.com/office/drawing/2014/main" id="{A73AD38A-96FB-9B81-618F-B3CC89D032C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学论网--www.xuelun.me">
            <a:extLst>
              <a:ext uri="{FF2B5EF4-FFF2-40B4-BE49-F238E27FC236}">
                <a16:creationId xmlns:a16="http://schemas.microsoft.com/office/drawing/2014/main" id="{96437FD2-692C-B24B-3328-B3AD411DE38B}"/>
              </a:ext>
            </a:extLst>
          </p:cNvPr>
          <p:cNvSpPr/>
          <p:nvPr/>
        </p:nvSpPr>
        <p:spPr bwMode="auto">
          <a:xfrm>
            <a:off x="2045650" y="218363"/>
            <a:ext cx="5280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引出条件概率的一个例子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35C30-7BF7-F62B-938B-7B10A1279DF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908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1837970A-284E-2B37-E779-55A34A68F6F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>
            <a:extLst>
              <a:ext uri="{FF2B5EF4-FFF2-40B4-BE49-F238E27FC236}">
                <a16:creationId xmlns:a16="http://schemas.microsoft.com/office/drawing/2014/main" id="{4C15AF9B-CE0B-7825-021D-BA487061AD03}"/>
              </a:ext>
            </a:extLst>
          </p:cNvPr>
          <p:cNvSpPr/>
          <p:nvPr/>
        </p:nvSpPr>
        <p:spPr bwMode="auto">
          <a:xfrm>
            <a:off x="2863840" y="21836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/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定义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是两个事件，且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)&gt;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，称</a:t>
                </a:r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𝑷</m:t>
                    </m:r>
                    <m:d>
                      <m:dPr>
                        <m:ctrlP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𝑩</m:t>
                        </m:r>
                      </m:e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𝑷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(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𝑨𝑩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𝑷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(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)</m:t>
                        </m:r>
                      </m:den>
                    </m:f>
                  </m:oMath>
                </a14:m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   为</a:t>
                </a:r>
                <a:r>
                  <a:rPr kumimoji="0" lang="zh-CN" altLang="en-US" sz="2600" b="1" i="0" u="sng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sng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发生的条件下</a:t>
                </a:r>
                <a:r>
                  <a:rPr kumimoji="0" lang="zh-CN" altLang="en-US" sz="2600" b="1" i="0" u="sng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𝑩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发生的概率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blipFill>
                <a:blip r:embed="rId2"/>
                <a:stretch>
                  <a:fillRect l="-1294" b="-4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31B573A-FD36-9117-E104-B54C1365C193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539904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低可信度描述已自动生成">
            <a:extLst>
              <a:ext uri="{FF2B5EF4-FFF2-40B4-BE49-F238E27FC236}">
                <a16:creationId xmlns:a16="http://schemas.microsoft.com/office/drawing/2014/main" id="{B84C8F4F-4640-CF4C-8D61-89BC2895B5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7" t="21228" r="4080" b="13554"/>
          <a:stretch/>
        </p:blipFill>
        <p:spPr>
          <a:xfrm>
            <a:off x="4425836" y="4085145"/>
            <a:ext cx="4101938" cy="2385230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C07D4B8-2325-D17C-083B-EDE8751D5BF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83ECD829-F8EB-80BF-CD68-99032F134F32}"/>
              </a:ext>
            </a:extLst>
          </p:cNvPr>
          <p:cNvSpPr/>
          <p:nvPr/>
        </p:nvSpPr>
        <p:spPr bwMode="auto">
          <a:xfrm>
            <a:off x="2394962" y="218363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条件概率的图例表示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F1814E6-7D3B-2D81-A289-EAD019FF0A81}"/>
              </a:ext>
            </a:extLst>
          </p:cNvPr>
          <p:cNvSpPr/>
          <p:nvPr/>
        </p:nvSpPr>
        <p:spPr>
          <a:xfrm>
            <a:off x="1315392" y="1687642"/>
            <a:ext cx="2159139" cy="1409123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CC9B4AD-1168-DD26-ED00-D297059234EB}"/>
              </a:ext>
            </a:extLst>
          </p:cNvPr>
          <p:cNvSpPr/>
          <p:nvPr/>
        </p:nvSpPr>
        <p:spPr>
          <a:xfrm>
            <a:off x="2165552" y="2027738"/>
            <a:ext cx="1034978" cy="920985"/>
          </a:xfrm>
          <a:prstGeom prst="ellipse">
            <a:avLst/>
          </a:prstGeom>
          <a:solidFill>
            <a:srgbClr val="FF7E79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7FBBC43-70E0-71F8-00B7-1DCC64D333ED}"/>
                  </a:ext>
                </a:extLst>
              </p:cNvPr>
              <p:cNvSpPr txBox="1"/>
              <p:nvPr/>
            </p:nvSpPr>
            <p:spPr>
              <a:xfrm>
                <a:off x="1642149" y="1843072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7FBBC43-70E0-71F8-00B7-1DCC64D3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49" y="1843072"/>
                <a:ext cx="4539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CB98F9-7180-06F1-D46F-1635B52CD787}"/>
                  </a:ext>
                </a:extLst>
              </p:cNvPr>
              <p:cNvSpPr txBox="1"/>
              <p:nvPr/>
            </p:nvSpPr>
            <p:spPr>
              <a:xfrm>
                <a:off x="2840483" y="2310467"/>
                <a:ext cx="468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CB98F9-7180-06F1-D46F-1635B52CD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83" y="2310467"/>
                <a:ext cx="4683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29F38E90-2CFE-CDC3-E7C4-9BB9809013B4}"/>
              </a:ext>
            </a:extLst>
          </p:cNvPr>
          <p:cNvSpPr/>
          <p:nvPr/>
        </p:nvSpPr>
        <p:spPr>
          <a:xfrm>
            <a:off x="1526317" y="1794977"/>
            <a:ext cx="1034978" cy="920985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E7A0E4B-9735-1491-C1A9-7F578813FCB6}"/>
              </a:ext>
            </a:extLst>
          </p:cNvPr>
          <p:cNvSpPr/>
          <p:nvPr/>
        </p:nvSpPr>
        <p:spPr>
          <a:xfrm>
            <a:off x="1315392" y="4645596"/>
            <a:ext cx="2159139" cy="1409123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5E01306-CC39-E8C3-92F9-0ADA55EEB34B}"/>
              </a:ext>
            </a:extLst>
          </p:cNvPr>
          <p:cNvSpPr/>
          <p:nvPr/>
        </p:nvSpPr>
        <p:spPr>
          <a:xfrm>
            <a:off x="2165552" y="4985692"/>
            <a:ext cx="1034978" cy="9209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836EB6-5DB4-BAE4-C7BE-817F63203E54}"/>
                  </a:ext>
                </a:extLst>
              </p:cNvPr>
              <p:cNvSpPr txBox="1"/>
              <p:nvPr/>
            </p:nvSpPr>
            <p:spPr>
              <a:xfrm>
                <a:off x="1642149" y="4801026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836EB6-5DB4-BAE4-C7BE-817F63203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49" y="4801026"/>
                <a:ext cx="4539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椭圆 12">
            <a:extLst>
              <a:ext uri="{FF2B5EF4-FFF2-40B4-BE49-F238E27FC236}">
                <a16:creationId xmlns:a16="http://schemas.microsoft.com/office/drawing/2014/main" id="{E1DFAF93-B2A6-254A-2E95-36529E5F7123}"/>
              </a:ext>
            </a:extLst>
          </p:cNvPr>
          <p:cNvSpPr/>
          <p:nvPr/>
        </p:nvSpPr>
        <p:spPr>
          <a:xfrm>
            <a:off x="1526317" y="4752931"/>
            <a:ext cx="1034978" cy="920985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D0D10B-D52E-8811-0D80-87F875418685}"/>
                  </a:ext>
                </a:extLst>
              </p:cNvPr>
              <p:cNvSpPr txBox="1"/>
              <p:nvPr/>
            </p:nvSpPr>
            <p:spPr>
              <a:xfrm>
                <a:off x="2840483" y="5156275"/>
                <a:ext cx="468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D0D10B-D52E-8811-0D80-87F875418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83" y="5156275"/>
                <a:ext cx="4683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1BB3915-9596-107A-D9D8-A2A13719BA9D}"/>
                  </a:ext>
                </a:extLst>
              </p14:cNvPr>
              <p14:cNvContentPartPr/>
              <p14:nvPr/>
            </p14:nvContentPartPr>
            <p14:xfrm>
              <a:off x="2202835" y="5091265"/>
              <a:ext cx="321120" cy="4665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1BB3915-9596-107A-D9D8-A2A13719BA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6835" y="5019209"/>
                <a:ext cx="392760" cy="610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06AEFF-F94E-494E-CA0F-F23579FF65BC}"/>
                  </a:ext>
                </a:extLst>
              </p:cNvPr>
              <p:cNvSpPr txBox="1"/>
              <p:nvPr/>
            </p:nvSpPr>
            <p:spPr>
              <a:xfrm>
                <a:off x="4572000" y="2048064"/>
                <a:ext cx="4029949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理解为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𝐵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𝑆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中所占的比例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06AEFF-F94E-494E-CA0F-F23579FF6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48064"/>
                <a:ext cx="4029949" cy="861774"/>
              </a:xfrm>
              <a:prstGeom prst="rect">
                <a:avLst/>
              </a:prstGeom>
              <a:blipFill>
                <a:blip r:embed="rId9"/>
                <a:stretch>
                  <a:fillRect l="-5295" r="-4387" b="-24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8888292-E01B-A135-22DF-C9EF4F906875}"/>
                  </a:ext>
                </a:extLst>
              </p:cNvPr>
              <p:cNvSpPr txBox="1"/>
              <p:nvPr/>
            </p:nvSpPr>
            <p:spPr>
              <a:xfrm>
                <a:off x="3051633" y="1646668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8888292-E01B-A135-22DF-C9EF4F906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633" y="1646668"/>
                <a:ext cx="4331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12D8F9-B5D8-3EFF-CA67-09A9678D49D6}"/>
                  </a:ext>
                </a:extLst>
              </p:cNvPr>
              <p:cNvSpPr txBox="1"/>
              <p:nvPr/>
            </p:nvSpPr>
            <p:spPr>
              <a:xfrm>
                <a:off x="3092315" y="4590539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12D8F9-B5D8-3EFF-CA67-09A9678D4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315" y="4590539"/>
                <a:ext cx="4331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A4346899-527B-FE5C-5982-C66F9DAC4CE7}"/>
              </a:ext>
            </a:extLst>
          </p:cNvPr>
          <p:cNvSpPr txBox="1"/>
          <p:nvPr/>
        </p:nvSpPr>
        <p:spPr>
          <a:xfrm>
            <a:off x="418459" y="3505676"/>
            <a:ext cx="830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一般情况下，事件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的发生是对事件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发生的概率有所影响的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C4945F-1D1E-637A-C2C3-B0BAA6AFC905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553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/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/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600" b="1">
                    <a:solidFill>
                      <a:srgbClr val="FF0000"/>
                    </a:solidFill>
                    <a:latin typeface="仓耳今楷05-6763 W03" panose="02020400000000000000" pitchFamily="18" charset="-122"/>
                    <a:ea typeface="仓耳今楷05-6763 W03" panose="02020400000000000000" pitchFamily="18" charset="-122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𝑨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  <m:r>
                      <a:rPr kumimoji="0" lang="zh-CN" altLang="en-US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＞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𝟎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，则有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:</a:t>
                </a:r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blipFill>
                <a:blip r:embed="rId4"/>
                <a:stretch>
                  <a:fillRect l="-3719" t="-11111" b="-30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乘法定理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40DDBA-E3DD-6EFA-D5CB-9F17485EDF34}"/>
              </a:ext>
            </a:extLst>
          </p:cNvPr>
          <p:cNvGrpSpPr/>
          <p:nvPr/>
        </p:nvGrpSpPr>
        <p:grpSpPr>
          <a:xfrm>
            <a:off x="1411782" y="3150967"/>
            <a:ext cx="5292018" cy="1313017"/>
            <a:chOff x="1180555" y="2184015"/>
            <a:chExt cx="5292018" cy="131301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97DAE3B-EEDE-454A-AA40-94368C3CA9E4}"/>
                </a:ext>
              </a:extLst>
            </p:cNvPr>
            <p:cNvGrpSpPr/>
            <p:nvPr/>
          </p:nvGrpSpPr>
          <p:grpSpPr>
            <a:xfrm>
              <a:off x="1180555" y="2371990"/>
              <a:ext cx="5292018" cy="1125042"/>
              <a:chOff x="2012550" y="2580082"/>
              <a:chExt cx="5292018" cy="1125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/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zh-CN" altLang="en-US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− 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31993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76" b="-184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8367E82-DBCC-4C7F-8C94-1E06EE5B3001}"/>
                  </a:ext>
                </a:extLst>
              </p:cNvPr>
              <p:cNvSpPr/>
              <p:nvPr/>
            </p:nvSpPr>
            <p:spPr>
              <a:xfrm>
                <a:off x="2012550" y="2580082"/>
                <a:ext cx="5292018" cy="112504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Times New Roman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/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2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∪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𝑩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31993"/>
                      </a:solidFill>
                      <a:effectLst/>
                      <a:uLnTx/>
                      <a:uFillTx/>
                      <a:latin typeface="Times New Roman"/>
                      <a:cs typeface="+mn-cs"/>
                    </a:rPr>
                    <a:t> +</a:t>
                  </a:r>
                  <a14:m>
                    <m:oMath xmlns:m="http://schemas.openxmlformats.org/officeDocument/2006/math"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𝑩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𝑨𝑩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blipFill>
                  <a:blip r:embed="rId6"/>
                  <a:stretch>
                    <a:fillRect l="-257" r="-513" b="-186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8BD6CD3F-8783-B37D-429B-0F1AFAE61C4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196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98FDBB9-4607-4890-9F39-3EDE18522E08}"/>
              </a:ext>
            </a:extLst>
          </p:cNvPr>
          <p:cNvSpPr txBox="1"/>
          <p:nvPr/>
        </p:nvSpPr>
        <p:spPr>
          <a:xfrm>
            <a:off x="2303536" y="1343851"/>
            <a:ext cx="45369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600">
                <a:solidFill>
                  <a:srgbClr val="FF0000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多个事件的推广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乘法定理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/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Times New Roman" panose="02020603050405020304" pitchFamily="18" charset="0"/>
                  </a:rPr>
                  <a:t>为任意三个事件，且满足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d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𝑨𝑩𝑪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blipFill>
                <a:blip r:embed="rId3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/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kumimoji="0" lang="zh-CN" altLang="en-US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kumimoji="0" lang="zh-CN" altLang="en-US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…</m:t>
                    </m:r>
                    <m:r>
                      <a:rPr kumimoji="0" lang="zh-CN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Times New Roman" panose="02020603050405020304" pitchFamily="18" charset="0"/>
                  </a:rPr>
                  <a:t>为一个事件组，且满足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blipFill>
                <a:blip r:embed="rId4"/>
                <a:stretch>
                  <a:fillRect l="-143" t="-408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41ABE77-0A63-58C6-65ED-F8A241669AEF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149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9E47A9-1B09-4ABE-8996-070E1501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2005939"/>
            <a:ext cx="8507064" cy="3920925"/>
          </a:xfrm>
          <a:prstGeom prst="rect">
            <a:avLst/>
          </a:prstGeom>
        </p:spPr>
      </p:pic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3EDFA75D-F7D4-3EEE-ED22-1E43897D106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A0F5CC5C-B13C-B773-2833-FCBBA2953328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全概率公式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54ABE8-7863-2950-4F98-521E2C74BC8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030879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858211-35F5-40EC-B417-6B431D47D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150" b="54112"/>
          <a:stretch/>
        </p:blipFill>
        <p:spPr>
          <a:xfrm>
            <a:off x="5408706" y="2416909"/>
            <a:ext cx="3735294" cy="19339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CB44E54-2D7D-48A0-A57D-978AB2C7EA92}"/>
              </a:ext>
            </a:extLst>
          </p:cNvPr>
          <p:cNvSpPr txBox="1"/>
          <p:nvPr/>
        </p:nvSpPr>
        <p:spPr>
          <a:xfrm>
            <a:off x="708083" y="1650594"/>
            <a:ext cx="4805082" cy="418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利用全概率公式，可以通过综合分析一个事件发生的不同原因、情况或途径及其可能性来求得该事件发生的概率。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319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我们来考虑与之完全相反的问题，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观察到一个事件已经发生，能否考察所观察到的事件发生的各种原因、情况或途径的可能性呢？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871492EC-7825-2D73-B2F3-A28CCB3204C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7172250D-79F9-3C11-8CB8-19738BA56D76}"/>
              </a:ext>
            </a:extLst>
          </p:cNvPr>
          <p:cNvSpPr/>
          <p:nvPr/>
        </p:nvSpPr>
        <p:spPr bwMode="auto">
          <a:xfrm>
            <a:off x="2641824" y="218363"/>
            <a:ext cx="38603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贝叶斯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Bayes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A77DE5-689A-7FA9-B217-91600C43F12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256221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F35C1248-3F4D-4DB4-A266-0F919B71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35" y="2093942"/>
            <a:ext cx="7967721" cy="3190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FAEE65-7F0D-433C-9242-53B6516C2D56}"/>
              </a:ext>
            </a:extLst>
          </p:cNvPr>
          <p:cNvSpPr txBox="1"/>
          <p:nvPr/>
        </p:nvSpPr>
        <p:spPr>
          <a:xfrm>
            <a:off x="3683324" y="561794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后验概率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5E33F6A-D2BE-7F67-D009-5E66D2F18F9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D449D8F6-43A7-7CF8-2CEF-376305CFAC72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贝叶斯公式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A67A22-DBDC-3763-4AE9-7A0A35CAE9BF}"/>
              </a:ext>
            </a:extLst>
          </p:cNvPr>
          <p:cNvSpPr/>
          <p:nvPr/>
        </p:nvSpPr>
        <p:spPr>
          <a:xfrm>
            <a:off x="5653825" y="3429000"/>
            <a:ext cx="2292440" cy="185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84DD8A-7FF3-D949-F755-5A7470B948C4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105362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6D7109-0701-E339-8B8B-6D19817FA97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>
            <a:extLst>
              <a:ext uri="{FF2B5EF4-FFF2-40B4-BE49-F238E27FC236}">
                <a16:creationId xmlns:a16="http://schemas.microsoft.com/office/drawing/2014/main" id="{87634412-46E2-0443-B524-63CAC1769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384" y="5618068"/>
            <a:ext cx="792088" cy="4801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9CDD101-7FBB-D5CE-5C5F-5B025BA4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653" y="0"/>
            <a:ext cx="457269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j-cs"/>
              </a:rPr>
              <a:t>概率密度函数的性质</a:t>
            </a:r>
          </a:p>
        </p:txBody>
      </p:sp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9529A7EF-76EB-D588-7D98-91EBB110CF0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D3DF9123-BE6B-F5FB-DD66-157801152A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79" t="48901" b="7162"/>
          <a:stretch/>
        </p:blipFill>
        <p:spPr>
          <a:xfrm>
            <a:off x="4808203" y="2736664"/>
            <a:ext cx="4100288" cy="2338007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3180355D-FE3A-6F2E-DF82-6A81072F0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00" y="2505600"/>
            <a:ext cx="273685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4E3CF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区间概率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E74692-00E1-422F-A73C-06DB6BC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41" y="1324248"/>
            <a:ext cx="2362200" cy="73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529D1-5E26-D322-EE0D-DDC28AF63C4E}"/>
                  </a:ext>
                </a:extLst>
              </p:cNvPr>
              <p:cNvSpPr txBox="1"/>
              <p:nvPr/>
            </p:nvSpPr>
            <p:spPr>
              <a:xfrm>
                <a:off x="899960" y="4293096"/>
                <a:ext cx="7205562" cy="2061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对任意实数，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  <m:sSub>
                      <m:sSubPr>
                        <m:ctrlP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b>
                    </m:sSub>
                  </m:oMath>
                </a14:m>
                <a:endPara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&lt;</m:t>
                          </m:r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≤</m:t>
                          </m:r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  <m:d>
                            <m:dPr>
                              <m:ctrlP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𝒅𝒙</m:t>
                      </m:r>
                    </m:oMath>
                  </m:oMathPara>
                </a14:m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529D1-5E26-D322-EE0D-DDC28AF6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960" y="4293096"/>
                <a:ext cx="7205562" cy="2061526"/>
              </a:xfrm>
              <a:prstGeom prst="rect">
                <a:avLst/>
              </a:prstGeom>
              <a:blipFill>
                <a:blip r:embed="rId4"/>
                <a:stretch>
                  <a:fillRect l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A0C2B3F5-79AA-EDAE-1F82-47F75DB9ADE2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8976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1" name="Object 3">
            <a:extLst>
              <a:ext uri="{FF2B5EF4-FFF2-40B4-BE49-F238E27FC236}">
                <a16:creationId xmlns:a16="http://schemas.microsoft.com/office/drawing/2014/main" id="{C78E0B84-0D5C-914F-904A-0DA977670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6626" y="1616931"/>
          <a:ext cx="2101343" cy="774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4574500" imgH="9067800" progId="Equation.DSMT4">
                  <p:embed/>
                </p:oleObj>
              </mc:Choice>
              <mc:Fallback>
                <p:oleObj name="Equation" r:id="rId3" imgW="24574500" imgH="9067800" progId="Equation.DSMT4">
                  <p:embed/>
                  <p:pic>
                    <p:nvPicPr>
                      <p:cNvPr id="104451" name="Object 3">
                        <a:extLst>
                          <a:ext uri="{FF2B5EF4-FFF2-40B4-BE49-F238E27FC236}">
                            <a16:creationId xmlns:a16="http://schemas.microsoft.com/office/drawing/2014/main" id="{C78E0B84-0D5C-914F-904A-0DA977670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626" y="1616931"/>
                        <a:ext cx="2101343" cy="774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Text Box 4">
            <a:extLst>
              <a:ext uri="{FF2B5EF4-FFF2-40B4-BE49-F238E27FC236}">
                <a16:creationId xmlns:a16="http://schemas.microsoft.com/office/drawing/2014/main" id="{7AB92070-3ECE-0348-AFCA-45B4A0FA2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09888"/>
            <a:ext cx="633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解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Step1: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利用概率密度的性质求出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a</a:t>
            </a:r>
          </a:p>
        </p:txBody>
      </p:sp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95034BFF-65EB-0F4F-A002-C658173AB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696" y="3500439"/>
          <a:ext cx="3950742" cy="100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41541700" imgH="10528300" progId="Equation.DSMT4">
                  <p:embed/>
                </p:oleObj>
              </mc:Choice>
              <mc:Fallback>
                <p:oleObj name="Equation" r:id="rId5" imgW="41541700" imgH="10528300" progId="Equation.DSMT4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95034BFF-65EB-0F4F-A002-C658173AB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500439"/>
                        <a:ext cx="3950742" cy="100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>
            <a:extLst>
              <a:ext uri="{FF2B5EF4-FFF2-40B4-BE49-F238E27FC236}">
                <a16:creationId xmlns:a16="http://schemas.microsoft.com/office/drawing/2014/main" id="{10595822-DB6D-864F-8938-E52D66155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6138" y="3796701"/>
          <a:ext cx="457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4394200" imgH="3505200" progId="Equation.DSMT4">
                  <p:embed/>
                </p:oleObj>
              </mc:Choice>
              <mc:Fallback>
                <p:oleObj name="Equation" r:id="rId7" imgW="4394200" imgH="3505200" progId="Equation.DSMT4">
                  <p:embed/>
                  <p:pic>
                    <p:nvPicPr>
                      <p:cNvPr id="104455" name="Object 7">
                        <a:extLst>
                          <a:ext uri="{FF2B5EF4-FFF2-40B4-BE49-F238E27FC236}">
                            <a16:creationId xmlns:a16="http://schemas.microsoft.com/office/drawing/2014/main" id="{10595822-DB6D-864F-8938-E52D66155D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38" y="3796701"/>
                        <a:ext cx="4572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>
            <a:extLst>
              <a:ext uri="{FF2B5EF4-FFF2-40B4-BE49-F238E27FC236}">
                <a16:creationId xmlns:a16="http://schemas.microsoft.com/office/drawing/2014/main" id="{59B2EBF3-852A-B74B-91ED-2F6AD4505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478674"/>
          <a:ext cx="969461" cy="100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8775700" imgH="9067800" progId="Equation.DSMT4">
                  <p:embed/>
                </p:oleObj>
              </mc:Choice>
              <mc:Fallback>
                <p:oleObj name="Equation" r:id="rId9" imgW="8775700" imgH="9067800" progId="Equation.DSMT4">
                  <p:embed/>
                  <p:pic>
                    <p:nvPicPr>
                      <p:cNvPr id="104456" name="Object 8">
                        <a:extLst>
                          <a:ext uri="{FF2B5EF4-FFF2-40B4-BE49-F238E27FC236}">
                            <a16:creationId xmlns:a16="http://schemas.microsoft.com/office/drawing/2014/main" id="{59B2EBF3-852A-B74B-91ED-2F6AD4505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478674"/>
                        <a:ext cx="969461" cy="100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>
            <a:extLst>
              <a:ext uri="{FF2B5EF4-FFF2-40B4-BE49-F238E27FC236}">
                <a16:creationId xmlns:a16="http://schemas.microsoft.com/office/drawing/2014/main" id="{996675ED-C3A6-B549-B101-11117DABA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993" y="5507542"/>
          <a:ext cx="4462463" cy="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49149000" imgH="9944100" progId="Equation.DSMT4">
                  <p:embed/>
                </p:oleObj>
              </mc:Choice>
              <mc:Fallback>
                <p:oleObj name="Equation" r:id="rId11" imgW="49149000" imgH="9944100" progId="Equation.DSMT4">
                  <p:embed/>
                  <p:pic>
                    <p:nvPicPr>
                      <p:cNvPr id="104457" name="Object 9">
                        <a:extLst>
                          <a:ext uri="{FF2B5EF4-FFF2-40B4-BE49-F238E27FC236}">
                            <a16:creationId xmlns:a16="http://schemas.microsoft.com/office/drawing/2014/main" id="{996675ED-C3A6-B549-B101-11117DABA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993" y="5507542"/>
                        <a:ext cx="4462463" cy="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Text Box 11">
            <a:extLst>
              <a:ext uri="{FF2B5EF4-FFF2-40B4-BE49-F238E27FC236}">
                <a16:creationId xmlns:a16="http://schemas.microsoft.com/office/drawing/2014/main" id="{3BBB7F4B-AA36-B047-B697-FDC82D4DC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259" y="4830164"/>
            <a:ext cx="8389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 Step2: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概率密度在区间的积分得到此区间的概率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0ACB5B4-261C-F241-994E-A64C71B44F7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21364"/>
          <a:stretch/>
        </p:blipFill>
        <p:spPr>
          <a:xfrm>
            <a:off x="1196175" y="1277724"/>
            <a:ext cx="3251200" cy="1298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45C44A-0C3F-C711-EDAF-768CB2D9F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#1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743EF95B-D445-3A83-23AD-17C5B32BEDA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>
            <a:extLst>
              <a:ext uri="{FF2B5EF4-FFF2-40B4-BE49-F238E27FC236}">
                <a16:creationId xmlns:a16="http://schemas.microsoft.com/office/drawing/2014/main" id="{82195E81-57C2-BDA2-8BC7-000662A4400B}"/>
              </a:ext>
            </a:extLst>
          </p:cNvPr>
          <p:cNvSpPr/>
          <p:nvPr/>
        </p:nvSpPr>
        <p:spPr bwMode="auto">
          <a:xfrm>
            <a:off x="663388" y="1173197"/>
            <a:ext cx="7458636" cy="1607802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8CF261-931A-7C38-F9B1-342A967B6F0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  <p:bldP spid="10445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D820D393-B75F-DE42-96CE-1677359BF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16" r="4714" b="71350"/>
          <a:stretch/>
        </p:blipFill>
        <p:spPr>
          <a:xfrm>
            <a:off x="690686" y="2523337"/>
            <a:ext cx="7942326" cy="333810"/>
          </a:xfrm>
          <a:prstGeom prst="rect">
            <a:avLst/>
          </a:prstGeom>
        </p:spPr>
      </p:pic>
      <p:pic>
        <p:nvPicPr>
          <p:cNvPr id="7" name="图片 6" descr="文本, 信件&#10;&#10;描述已自动生成">
            <a:extLst>
              <a:ext uri="{FF2B5EF4-FFF2-40B4-BE49-F238E27FC236}">
                <a16:creationId xmlns:a16="http://schemas.microsoft.com/office/drawing/2014/main" id="{729EA68A-6350-A14F-8C40-F003B4F414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62" b="79735"/>
          <a:stretch/>
        </p:blipFill>
        <p:spPr>
          <a:xfrm>
            <a:off x="720080" y="1268760"/>
            <a:ext cx="8351912" cy="972108"/>
          </a:xfrm>
          <a:prstGeom prst="rect">
            <a:avLst/>
          </a:prstGeom>
        </p:spPr>
      </p:pic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1A3A5157-B54C-93ED-F08F-5CD9ACA4DD82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ABE2006A-E706-F974-92AD-EA350BA232A1}"/>
              </a:ext>
            </a:extLst>
          </p:cNvPr>
          <p:cNvSpPr/>
          <p:nvPr/>
        </p:nvSpPr>
        <p:spPr bwMode="auto">
          <a:xfrm>
            <a:off x="690686" y="1080260"/>
            <a:ext cx="8201794" cy="1988695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CCAC40B-D3CE-090A-FEAD-52E2B51B9AED}"/>
              </a:ext>
            </a:extLst>
          </p:cNvPr>
          <p:cNvGrpSpPr/>
          <p:nvPr/>
        </p:nvGrpSpPr>
        <p:grpSpPr>
          <a:xfrm>
            <a:off x="439271" y="3848702"/>
            <a:ext cx="8077200" cy="2557680"/>
            <a:chOff x="0" y="2633202"/>
            <a:chExt cx="9144000" cy="2821899"/>
          </a:xfrm>
        </p:grpSpPr>
        <p:pic>
          <p:nvPicPr>
            <p:cNvPr id="11" name="图片 10" descr="文本, 信件&#10;&#10;描述已自动生成">
              <a:extLst>
                <a:ext uri="{FF2B5EF4-FFF2-40B4-BE49-F238E27FC236}">
                  <a16:creationId xmlns:a16="http://schemas.microsoft.com/office/drawing/2014/main" id="{4B389A62-1556-3461-81BD-58393AD97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3411" b="23525"/>
            <a:stretch/>
          </p:blipFill>
          <p:spPr>
            <a:xfrm>
              <a:off x="0" y="2633202"/>
              <a:ext cx="9144000" cy="206581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E245C97-0156-3A65-8022-E1CAF23A3BA7}"/>
                </a:ext>
              </a:extLst>
            </p:cNvPr>
            <p:cNvSpPr/>
            <p:nvPr/>
          </p:nvSpPr>
          <p:spPr bwMode="auto">
            <a:xfrm>
              <a:off x="5047170" y="3942933"/>
              <a:ext cx="4096830" cy="15121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6E5EAE67-2986-CB14-AA99-30681920E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2DBC4A-EEA5-6EC5-1C4F-45890D182004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4872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中度可信度描述已自动生成">
            <a:extLst>
              <a:ext uri="{FF2B5EF4-FFF2-40B4-BE49-F238E27FC236}">
                <a16:creationId xmlns:a16="http://schemas.microsoft.com/office/drawing/2014/main" id="{876ED37C-53DF-9F4F-8651-4EBD1F7D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24" y="1758143"/>
            <a:ext cx="8708775" cy="3970304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8F720AFE-AB87-D244-61D5-D7961FFBB06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B91F1DF-3D1E-7976-98C4-5A3C4175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CB77A9-6B8C-F2AA-BE49-331F799B336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287322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4F96531-4AEE-E540-65E2-6F09DC6D9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6356115-E945-86B6-9D88-BD595B06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28675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E6ECA6E-AECD-DDA6-68C9-BE201A33D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28676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9D4BBD3B-DF3B-F903-7373-ECF1D46E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28677" name="Text Box 6">
            <a:hlinkClick r:id="" action="ppaction://noaction"/>
            <a:extLst>
              <a:ext uri="{FF2B5EF4-FFF2-40B4-BE49-F238E27FC236}">
                <a16:creationId xmlns:a16="http://schemas.microsoft.com/office/drawing/2014/main" id="{48D3ED1B-9228-FE40-6C2D-DFDF0E390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69C53AF0-7245-E7B8-63E9-C26757F1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28679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202906D6-91CD-692F-FDAC-777786F3D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F51E05-15B1-6D2B-66ED-8AFD36F7FE1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oup 109">
            <a:extLst>
              <a:ext uri="{FF2B5EF4-FFF2-40B4-BE49-F238E27FC236}">
                <a16:creationId xmlns:a16="http://schemas.microsoft.com/office/drawing/2014/main" id="{99BEE386-2556-84BC-646E-A870E978E00C}"/>
              </a:ext>
            </a:extLst>
          </p:cNvPr>
          <p:cNvGrpSpPr>
            <a:grpSpLocks/>
          </p:cNvGrpSpPr>
          <p:nvPr/>
        </p:nvGrpSpPr>
        <p:grpSpPr bwMode="auto">
          <a:xfrm>
            <a:off x="1776880" y="2155545"/>
            <a:ext cx="3657600" cy="2362200"/>
            <a:chOff x="436" y="935"/>
            <a:chExt cx="2304" cy="1488"/>
          </a:xfrm>
        </p:grpSpPr>
        <p:sp>
          <p:nvSpPr>
            <p:cNvPr id="56343" name="Line 96">
              <a:extLst>
                <a:ext uri="{FF2B5EF4-FFF2-40B4-BE49-F238E27FC236}">
                  <a16:creationId xmlns:a16="http://schemas.microsoft.com/office/drawing/2014/main" id="{42B0C909-6511-4745-8975-E6CED2A93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" y="935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4" name="Line 97">
              <a:extLst>
                <a:ext uri="{FF2B5EF4-FFF2-40B4-BE49-F238E27FC236}">
                  <a16:creationId xmlns:a16="http://schemas.microsoft.com/office/drawing/2014/main" id="{FC07E870-5CB8-3D7C-5AB4-B90FC4A0F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10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5" name="Line 98">
              <a:extLst>
                <a:ext uri="{FF2B5EF4-FFF2-40B4-BE49-F238E27FC236}">
                  <a16:creationId xmlns:a16="http://schemas.microsoft.com/office/drawing/2014/main" id="{37B178C8-A0B8-3613-31D8-3C1963AE6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087"/>
              <a:ext cx="2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6" name="Rectangle 99">
              <a:extLst>
                <a:ext uri="{FF2B5EF4-FFF2-40B4-BE49-F238E27FC236}">
                  <a16:creationId xmlns:a16="http://schemas.microsoft.com/office/drawing/2014/main" id="{1179DDBE-17B9-92F7-6EAE-BC33AAA78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1289"/>
              <a:ext cx="1152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47" name="Line 100">
              <a:extLst>
                <a:ext uri="{FF2B5EF4-FFF2-40B4-BE49-F238E27FC236}">
                  <a16:creationId xmlns:a16="http://schemas.microsoft.com/office/drawing/2014/main" id="{1C734DEA-5CDA-C0CB-E57C-9AF08DCFC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" y="1271"/>
              <a:ext cx="1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8" name="Line 101">
              <a:extLst>
                <a:ext uri="{FF2B5EF4-FFF2-40B4-BE49-F238E27FC236}">
                  <a16:creationId xmlns:a16="http://schemas.microsoft.com/office/drawing/2014/main" id="{B08C9E4A-0430-B2DD-15B9-2C2885CDE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" y="1253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9" name="Line 102">
              <a:extLst>
                <a:ext uri="{FF2B5EF4-FFF2-40B4-BE49-F238E27FC236}">
                  <a16:creationId xmlns:a16="http://schemas.microsoft.com/office/drawing/2014/main" id="{E41EA215-71A5-F474-880F-9D85F21DB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" y="1847"/>
              <a:ext cx="1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50" name="Text Box 104">
              <a:extLst>
                <a:ext uri="{FF2B5EF4-FFF2-40B4-BE49-F238E27FC236}">
                  <a16:creationId xmlns:a16="http://schemas.microsoft.com/office/drawing/2014/main" id="{8B4B2DCD-94BA-987D-CAE9-FF19B1D1E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1" name="Text Box 105">
              <a:extLst>
                <a:ext uri="{FF2B5EF4-FFF2-40B4-BE49-F238E27FC236}">
                  <a16:creationId xmlns:a16="http://schemas.microsoft.com/office/drawing/2014/main" id="{679E0D56-DF12-4D4E-09A5-CE7D0A113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2" name="Text Box 106">
              <a:extLst>
                <a:ext uri="{FF2B5EF4-FFF2-40B4-BE49-F238E27FC236}">
                  <a16:creationId xmlns:a16="http://schemas.microsoft.com/office/drawing/2014/main" id="{B457C381-084D-9B5B-B67E-349BB50C2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1559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3" name="Text Box 107">
              <a:extLst>
                <a:ext uri="{FF2B5EF4-FFF2-40B4-BE49-F238E27FC236}">
                  <a16:creationId xmlns:a16="http://schemas.microsoft.com/office/drawing/2014/main" id="{DC9EFB60-5139-4AEE-B2E9-FFD911F96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983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sp>
        <p:nvSpPr>
          <p:cNvPr id="56322" name="Text Box 2">
            <a:extLst>
              <a:ext uri="{FF2B5EF4-FFF2-40B4-BE49-F238E27FC236}">
                <a16:creationId xmlns:a16="http://schemas.microsoft.com/office/drawing/2014/main" id="{DA6F5114-5488-A470-38B1-434749939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72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7CFA7B1C-E229-F6DC-10E3-E5DAE55F90C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504" y="5918200"/>
            <a:ext cx="9251372" cy="535531"/>
          </a:xfrm>
          <a:prstGeom prst="rect">
            <a:avLst/>
          </a:prstGeom>
          <a:blipFill>
            <a:blip r:embed="rId2"/>
            <a:stretch>
              <a:fillRect t="-6977" b="-25581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3217945-1D3A-F7DE-4EDA-B93641F9D1A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3700" y="1200150"/>
            <a:ext cx="5196657" cy="482313"/>
          </a:xfrm>
          <a:prstGeom prst="rect">
            <a:avLst/>
          </a:prstGeom>
          <a:blipFill>
            <a:blip r:embed="rId3"/>
            <a:stretch>
              <a:fillRect t="-2564" b="-41026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grpSp>
        <p:nvGrpSpPr>
          <p:cNvPr id="56329" name="Group 84">
            <a:extLst>
              <a:ext uri="{FF2B5EF4-FFF2-40B4-BE49-F238E27FC236}">
                <a16:creationId xmlns:a16="http://schemas.microsoft.com/office/drawing/2014/main" id="{5E2DDA19-1ABE-0645-4BF3-E4DFBD7EC6D2}"/>
              </a:ext>
            </a:extLst>
          </p:cNvPr>
          <p:cNvGrpSpPr>
            <a:grpSpLocks/>
          </p:cNvGrpSpPr>
          <p:nvPr/>
        </p:nvGrpSpPr>
        <p:grpSpPr bwMode="auto">
          <a:xfrm>
            <a:off x="1603843" y="2709582"/>
            <a:ext cx="3240087" cy="1588"/>
            <a:chOff x="204" y="1480"/>
            <a:chExt cx="2041" cy="1406"/>
          </a:xfrm>
        </p:grpSpPr>
        <p:sp>
          <p:nvSpPr>
            <p:cNvPr id="56341" name="Line 82">
              <a:extLst>
                <a:ext uri="{FF2B5EF4-FFF2-40B4-BE49-F238E27FC236}">
                  <a16:creationId xmlns:a16="http://schemas.microsoft.com/office/drawing/2014/main" id="{B0DDEC14-6CF9-5716-302F-23EFC7D15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480"/>
              <a:ext cx="2041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2" name="Line 83">
              <a:extLst>
                <a:ext uri="{FF2B5EF4-FFF2-40B4-BE49-F238E27FC236}">
                  <a16:creationId xmlns:a16="http://schemas.microsoft.com/office/drawing/2014/main" id="{FBBA3CA4-A7CA-2B07-BAC7-5992798DA1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42" y="2183"/>
              <a:ext cx="140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0" name="Group 87">
            <a:extLst>
              <a:ext uri="{FF2B5EF4-FFF2-40B4-BE49-F238E27FC236}">
                <a16:creationId xmlns:a16="http://schemas.microsoft.com/office/drawing/2014/main" id="{6374F399-479C-5872-E30C-F68F50DC2246}"/>
              </a:ext>
            </a:extLst>
          </p:cNvPr>
          <p:cNvGrpSpPr>
            <a:grpSpLocks/>
          </p:cNvGrpSpPr>
          <p:nvPr/>
        </p:nvGrpSpPr>
        <p:grpSpPr bwMode="auto">
          <a:xfrm>
            <a:off x="1768943" y="2687357"/>
            <a:ext cx="3095625" cy="2190750"/>
            <a:chOff x="341" y="1506"/>
            <a:chExt cx="1950" cy="1380"/>
          </a:xfrm>
        </p:grpSpPr>
        <p:sp>
          <p:nvSpPr>
            <p:cNvPr id="56339" name="Line 85">
              <a:extLst>
                <a:ext uri="{FF2B5EF4-FFF2-40B4-BE49-F238E27FC236}">
                  <a16:creationId xmlns:a16="http://schemas.microsoft.com/office/drawing/2014/main" id="{431D0A18-5297-3B75-1038-F3C8DC8F1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" y="2069"/>
              <a:ext cx="195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0" name="Line 86">
              <a:extLst>
                <a:ext uri="{FF2B5EF4-FFF2-40B4-BE49-F238E27FC236}">
                  <a16:creationId xmlns:a16="http://schemas.microsoft.com/office/drawing/2014/main" id="{F700F4ED-B3ED-09A9-4BFB-9724262A1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1506"/>
              <a:ext cx="0" cy="138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1" name="Group 91">
            <a:extLst>
              <a:ext uri="{FF2B5EF4-FFF2-40B4-BE49-F238E27FC236}">
                <a16:creationId xmlns:a16="http://schemas.microsoft.com/office/drawing/2014/main" id="{FACACBC7-0A3C-30B3-5547-01621D60DD86}"/>
              </a:ext>
            </a:extLst>
          </p:cNvPr>
          <p:cNvGrpSpPr>
            <a:grpSpLocks/>
          </p:cNvGrpSpPr>
          <p:nvPr/>
        </p:nvGrpSpPr>
        <p:grpSpPr bwMode="auto">
          <a:xfrm>
            <a:off x="2989730" y="2709582"/>
            <a:ext cx="1588" cy="1871663"/>
            <a:chOff x="295" y="1480"/>
            <a:chExt cx="816" cy="817"/>
          </a:xfrm>
        </p:grpSpPr>
        <p:sp>
          <p:nvSpPr>
            <p:cNvPr id="56337" name="Line 89">
              <a:extLst>
                <a:ext uri="{FF2B5EF4-FFF2-40B4-BE49-F238E27FC236}">
                  <a16:creationId xmlns:a16="http://schemas.microsoft.com/office/drawing/2014/main" id="{73747D6E-5A15-7920-37DF-B16EB979F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38" name="Line 90">
              <a:extLst>
                <a:ext uri="{FF2B5EF4-FFF2-40B4-BE49-F238E27FC236}">
                  <a16:creationId xmlns:a16="http://schemas.microsoft.com/office/drawing/2014/main" id="{6DE98534-E24F-DA86-3DC8-352399976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2" name="Group 92">
            <a:extLst>
              <a:ext uri="{FF2B5EF4-FFF2-40B4-BE49-F238E27FC236}">
                <a16:creationId xmlns:a16="http://schemas.microsoft.com/office/drawing/2014/main" id="{E8DD5E68-CC51-CE8D-C8E6-DBD08DB671B0}"/>
              </a:ext>
            </a:extLst>
          </p:cNvPr>
          <p:cNvGrpSpPr>
            <a:grpSpLocks/>
          </p:cNvGrpSpPr>
          <p:nvPr/>
        </p:nvGrpSpPr>
        <p:grpSpPr bwMode="auto">
          <a:xfrm>
            <a:off x="1695918" y="3581120"/>
            <a:ext cx="1295400" cy="1296987"/>
            <a:chOff x="295" y="1480"/>
            <a:chExt cx="816" cy="817"/>
          </a:xfrm>
        </p:grpSpPr>
        <p:sp>
          <p:nvSpPr>
            <p:cNvPr id="56335" name="Line 93">
              <a:extLst>
                <a:ext uri="{FF2B5EF4-FFF2-40B4-BE49-F238E27FC236}">
                  <a16:creationId xmlns:a16="http://schemas.microsoft.com/office/drawing/2014/main" id="{FE50532B-50A9-A9DF-F9CF-F79CE6A7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36" name="Line 94">
              <a:extLst>
                <a:ext uri="{FF2B5EF4-FFF2-40B4-BE49-F238E27FC236}">
                  <a16:creationId xmlns:a16="http://schemas.microsoft.com/office/drawing/2014/main" id="{932BDF47-85ED-109F-F1DC-3FBE52C20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0A4B551-C655-0FD9-190F-77B8687E74FE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5">
            <a:extLst>
              <a:ext uri="{FF2B5EF4-FFF2-40B4-BE49-F238E27FC236}">
                <a16:creationId xmlns:a16="http://schemas.microsoft.com/office/drawing/2014/main" id="{043E215F-7F64-E4B2-EE50-FDFCFF96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26" y="188913"/>
            <a:ext cx="2951747" cy="593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>
            <a:spAutoFit/>
          </a:bodyPr>
          <a:lstStyle>
            <a:lvl1pPr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联合分布函数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A42C88-E2BD-2255-81C5-2768C416F01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0665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E874EA2-55A9-6823-BF61-F3C40A789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557338"/>
            <a:ext cx="8640762" cy="2016125"/>
          </a:xfrm>
        </p:spPr>
        <p:txBody>
          <a:bodyPr/>
          <a:lstStyle/>
          <a:p>
            <a:pPr indent="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1"/>
              <a:t>若存在</a:t>
            </a:r>
            <a:r>
              <a:rPr lang="zh-CN" altLang="en-US" sz="2800" b="1">
                <a:solidFill>
                  <a:srgbClr val="C00000"/>
                </a:solidFill>
              </a:rPr>
              <a:t>非负函数 </a:t>
            </a:r>
            <a:r>
              <a:rPr lang="en-US" altLang="zh-CN" sz="2800" b="1" i="1">
                <a:solidFill>
                  <a:srgbClr val="C00000"/>
                </a:solidFill>
              </a:rPr>
              <a:t>f </a:t>
            </a:r>
            <a:r>
              <a:rPr lang="en-US" altLang="zh-CN" sz="2800" b="1">
                <a:solidFill>
                  <a:srgbClr val="C00000"/>
                </a:solidFill>
              </a:rPr>
              <a:t>(</a:t>
            </a:r>
            <a:r>
              <a:rPr lang="en-US" altLang="zh-CN" sz="2800" b="1" i="1">
                <a:solidFill>
                  <a:srgbClr val="C00000"/>
                </a:solidFill>
              </a:rPr>
              <a:t>x</a:t>
            </a:r>
            <a:r>
              <a:rPr lang="en-US" altLang="zh-CN" sz="2800" b="1">
                <a:solidFill>
                  <a:srgbClr val="C00000"/>
                </a:solidFill>
              </a:rPr>
              <a:t>, </a:t>
            </a:r>
            <a:r>
              <a:rPr lang="en-US" altLang="zh-CN" sz="2800" b="1" i="1">
                <a:solidFill>
                  <a:srgbClr val="C00000"/>
                </a:solidFill>
              </a:rPr>
              <a:t>y</a:t>
            </a:r>
            <a:r>
              <a:rPr lang="en-US" altLang="zh-CN" sz="2800" b="1">
                <a:solidFill>
                  <a:srgbClr val="C00000"/>
                </a:solidFill>
              </a:rPr>
              <a:t>)</a:t>
            </a:r>
            <a:r>
              <a:rPr lang="zh-CN" altLang="en-US" sz="2800" b="1"/>
              <a:t>，使对任意实数</a:t>
            </a:r>
            <a:r>
              <a:rPr lang="en-US" altLang="zh-CN" sz="2800" b="1" i="1"/>
              <a:t>x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zh-CN" altLang="en-US" sz="2800" b="1"/>
              <a:t>， 二元随机变量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的分布函数可表示成如下形式</a:t>
            </a:r>
          </a:p>
        </p:txBody>
      </p:sp>
      <p:graphicFrame>
        <p:nvGraphicFramePr>
          <p:cNvPr id="32770" name="Object 3">
            <a:extLst>
              <a:ext uri="{FF2B5EF4-FFF2-40B4-BE49-F238E27FC236}">
                <a16:creationId xmlns:a16="http://schemas.microsoft.com/office/drawing/2014/main" id="{8B850FE5-F1A6-04DF-4CA2-ABFABE226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5763" y="3113088"/>
          <a:ext cx="54371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41833800" imgH="7607300" progId="Equation.DSMT4">
                  <p:embed/>
                </p:oleObj>
              </mc:Choice>
              <mc:Fallback>
                <p:oleObj name="Equation" r:id="rId3" imgW="41833800" imgH="7607300" progId="Equation.DSMT4">
                  <p:embed/>
                  <p:pic>
                    <p:nvPicPr>
                      <p:cNvPr id="32770" name="Object 3">
                        <a:extLst>
                          <a:ext uri="{FF2B5EF4-FFF2-40B4-BE49-F238E27FC236}">
                            <a16:creationId xmlns:a16="http://schemas.microsoft.com/office/drawing/2014/main" id="{8B850FE5-F1A6-04DF-4CA2-ABFABE226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3113088"/>
                        <a:ext cx="54371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4">
            <a:extLst>
              <a:ext uri="{FF2B5EF4-FFF2-40B4-BE49-F238E27FC236}">
                <a16:creationId xmlns:a16="http://schemas.microsoft.com/office/drawing/2014/main" id="{C1D880F2-4339-E8E8-9071-0BE2DC4B0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4332288"/>
            <a:ext cx="8093075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则称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二维连续型随机变量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。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f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称为二维连续型随机变量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的概率密度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，或称为随机变量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的联合概率密度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。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27E49EDF-415C-07E3-2E9A-E9DA2780C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二维连续型随机变量的联合概率密度   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2598353-CFF2-7F3F-EB93-34B5F421DA86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92DC980-DA85-ADB9-8552-5BC7C32CB12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4" name="Rectangle 6">
            <a:extLst>
              <a:ext uri="{FF2B5EF4-FFF2-40B4-BE49-F238E27FC236}">
                <a16:creationId xmlns:a16="http://schemas.microsoft.com/office/drawing/2014/main" id="{B8061A74-3CD4-C6FC-2A97-86E3A8AF5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282700"/>
            <a:ext cx="32385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Monotype Sorts" pitchFamily="2" charset="2"/>
              </a:rPr>
              <a:t>几何解释</a:t>
            </a:r>
          </a:p>
        </p:txBody>
      </p:sp>
      <p:grpSp>
        <p:nvGrpSpPr>
          <p:cNvPr id="35842" name="Group 7">
            <a:extLst>
              <a:ext uri="{FF2B5EF4-FFF2-40B4-BE49-F238E27FC236}">
                <a16:creationId xmlns:a16="http://schemas.microsoft.com/office/drawing/2014/main" id="{1D9D5A8F-B523-4C9E-9352-B4283F3D2280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3140075"/>
            <a:ext cx="3014663" cy="2819400"/>
            <a:chOff x="3606" y="2387"/>
            <a:chExt cx="1899" cy="1776"/>
          </a:xfrm>
        </p:grpSpPr>
        <p:grpSp>
          <p:nvGrpSpPr>
            <p:cNvPr id="35851" name="Group 8">
              <a:extLst>
                <a:ext uri="{FF2B5EF4-FFF2-40B4-BE49-F238E27FC236}">
                  <a16:creationId xmlns:a16="http://schemas.microsoft.com/office/drawing/2014/main" id="{33E4FBFF-BAF6-5344-2D25-B468CB4F4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2387"/>
              <a:ext cx="1872" cy="1776"/>
              <a:chOff x="3600" y="2064"/>
              <a:chExt cx="1872" cy="1776"/>
            </a:xfrm>
          </p:grpSpPr>
          <p:grpSp>
            <p:nvGrpSpPr>
              <p:cNvPr id="35855" name="Group 9">
                <a:extLst>
                  <a:ext uri="{FF2B5EF4-FFF2-40B4-BE49-F238E27FC236}">
                    <a16:creationId xmlns:a16="http://schemas.microsoft.com/office/drawing/2014/main" id="{FAE91718-A547-6E8A-3E84-BAC27302BB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064"/>
                <a:ext cx="1872" cy="1776"/>
                <a:chOff x="3600" y="2064"/>
                <a:chExt cx="1872" cy="1776"/>
              </a:xfrm>
            </p:grpSpPr>
            <p:sp>
              <p:nvSpPr>
                <p:cNvPr id="35857" name="Line 10">
                  <a:extLst>
                    <a:ext uri="{FF2B5EF4-FFF2-40B4-BE49-F238E27FC236}">
                      <a16:creationId xmlns:a16="http://schemas.microsoft.com/office/drawing/2014/main" id="{60286A79-9B0D-3F18-BD28-EC648A8632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00" y="3168"/>
                  <a:ext cx="72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58" name="Line 11">
                  <a:extLst>
                    <a:ext uri="{FF2B5EF4-FFF2-40B4-BE49-F238E27FC236}">
                      <a16:creationId xmlns:a16="http://schemas.microsoft.com/office/drawing/2014/main" id="{A5EED8DF-6D46-6364-8AED-00B6B273D9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0" y="3168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59" name="Line 12">
                  <a:extLst>
                    <a:ext uri="{FF2B5EF4-FFF2-40B4-BE49-F238E27FC236}">
                      <a16:creationId xmlns:a16="http://schemas.microsoft.com/office/drawing/2014/main" id="{ACBD4861-0021-AC7A-3721-40C5ECFBFB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20" y="2064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0" name="Oval 13">
                  <a:extLst>
                    <a:ext uri="{FF2B5EF4-FFF2-40B4-BE49-F238E27FC236}">
                      <a16:creationId xmlns:a16="http://schemas.microsoft.com/office/drawing/2014/main" id="{9050A883-D2B3-CBB3-D4BE-F31DB5330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3312"/>
                  <a:ext cx="67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5861" name="Line 14">
                  <a:extLst>
                    <a:ext uri="{FF2B5EF4-FFF2-40B4-BE49-F238E27FC236}">
                      <a16:creationId xmlns:a16="http://schemas.microsoft.com/office/drawing/2014/main" id="{D8D45D21-3370-1C4B-85AD-AF13321736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2592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2" name="Line 15">
                  <a:extLst>
                    <a:ext uri="{FF2B5EF4-FFF2-40B4-BE49-F238E27FC236}">
                      <a16:creationId xmlns:a16="http://schemas.microsoft.com/office/drawing/2014/main" id="{BC9B524D-5F0D-5B75-BE85-0868E8C5F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4" y="2592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3" name="Oval 16">
                  <a:extLst>
                    <a:ext uri="{FF2B5EF4-FFF2-40B4-BE49-F238E27FC236}">
                      <a16:creationId xmlns:a16="http://schemas.microsoft.com/office/drawing/2014/main" id="{0C52E08C-FE54-F261-009F-686010E5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496"/>
                  <a:ext cx="67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5864" name="Freeform 17">
                  <a:extLst>
                    <a:ext uri="{FF2B5EF4-FFF2-40B4-BE49-F238E27FC236}">
                      <a16:creationId xmlns:a16="http://schemas.microsoft.com/office/drawing/2014/main" id="{B7DDF744-4BBC-BB84-57AB-8418112616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2" y="2256"/>
                  <a:ext cx="672" cy="336"/>
                </a:xfrm>
                <a:custGeom>
                  <a:avLst/>
                  <a:gdLst>
                    <a:gd name="T0" fmla="*/ 0 w 672"/>
                    <a:gd name="T1" fmla="*/ 336 h 336"/>
                    <a:gd name="T2" fmla="*/ 336 w 672"/>
                    <a:gd name="T3" fmla="*/ 0 h 336"/>
                    <a:gd name="T4" fmla="*/ 672 w 672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72" h="336">
                      <a:moveTo>
                        <a:pt x="0" y="336"/>
                      </a:moveTo>
                      <a:cubicBezTo>
                        <a:pt x="112" y="168"/>
                        <a:pt x="224" y="0"/>
                        <a:pt x="336" y="0"/>
                      </a:cubicBezTo>
                      <a:cubicBezTo>
                        <a:pt x="448" y="0"/>
                        <a:pt x="616" y="280"/>
                        <a:pt x="672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35856" name="Object 18">
                <a:extLst>
                  <a:ext uri="{FF2B5EF4-FFF2-40B4-BE49-F238E27FC236}">
                    <a16:creationId xmlns:a16="http://schemas.microsoft.com/office/drawing/2014/main" id="{E055DE2D-F508-17F9-8364-8D52BE66FD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49" y="3294"/>
              <a:ext cx="363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10" name="Equation" r:id="rId3" imgW="3797300" imgH="3797300" progId="Equation.DSMT4">
                      <p:embed/>
                    </p:oleObj>
                  </mc:Choice>
                  <mc:Fallback>
                    <p:oleObj name="Equation" r:id="rId3" imgW="3797300" imgH="3797300" progId="Equation.DSMT4">
                      <p:embed/>
                      <p:pic>
                        <p:nvPicPr>
                          <p:cNvPr id="35856" name="Object 18">
                            <a:extLst>
                              <a:ext uri="{FF2B5EF4-FFF2-40B4-BE49-F238E27FC236}">
                                <a16:creationId xmlns:a16="http://schemas.microsoft.com/office/drawing/2014/main" id="{E055DE2D-F508-17F9-8364-8D52BE66FD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9" y="3294"/>
                            <a:ext cx="363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52" name="Object 19">
              <a:extLst>
                <a:ext uri="{FF2B5EF4-FFF2-40B4-BE49-F238E27FC236}">
                  <a16:creationId xmlns:a16="http://schemas.microsoft.com/office/drawing/2014/main" id="{A004EE2D-21E0-5E14-524B-0D40755360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3929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Equation" r:id="rId5" imgW="3505200" imgH="3797300" progId="Equation.DSMT4">
                    <p:embed/>
                  </p:oleObj>
                </mc:Choice>
                <mc:Fallback>
                  <p:oleObj name="Equation" r:id="rId5" imgW="3505200" imgH="3797300" progId="Equation.DSMT4">
                    <p:embed/>
                    <p:pic>
                      <p:nvPicPr>
                        <p:cNvPr id="35852" name="Object 19">
                          <a:extLst>
                            <a:ext uri="{FF2B5EF4-FFF2-40B4-BE49-F238E27FC236}">
                              <a16:creationId xmlns:a16="http://schemas.microsoft.com/office/drawing/2014/main" id="{A004EE2D-21E0-5E14-524B-0D40755360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929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Object 20">
              <a:extLst>
                <a:ext uri="{FF2B5EF4-FFF2-40B4-BE49-F238E27FC236}">
                  <a16:creationId xmlns:a16="http://schemas.microsoft.com/office/drawing/2014/main" id="{10D001AF-5E49-B281-D17F-9C3B01DA72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4" y="3521"/>
            <a:ext cx="2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name="Equation" r:id="rId7" imgW="3797300" imgH="4686300" progId="Equation.DSMT4">
                    <p:embed/>
                  </p:oleObj>
                </mc:Choice>
                <mc:Fallback>
                  <p:oleObj name="Equation" r:id="rId7" imgW="3797300" imgH="4686300" progId="Equation.DSMT4">
                    <p:embed/>
                    <p:pic>
                      <p:nvPicPr>
                        <p:cNvPr id="35853" name="Object 20">
                          <a:extLst>
                            <a:ext uri="{FF2B5EF4-FFF2-40B4-BE49-F238E27FC236}">
                              <a16:creationId xmlns:a16="http://schemas.microsoft.com/office/drawing/2014/main" id="{10D001AF-5E49-B281-D17F-9C3B01DA72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3521"/>
                          <a:ext cx="2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Object 21">
              <a:extLst>
                <a:ext uri="{FF2B5EF4-FFF2-40B4-BE49-F238E27FC236}">
                  <a16:creationId xmlns:a16="http://schemas.microsoft.com/office/drawing/2014/main" id="{B12414D7-8768-09B0-F569-63A90CC7FE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7" y="2401"/>
            <a:ext cx="59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Equation" r:id="rId9" imgW="14338300" imgH="5854700" progId="Equation.DSMT4">
                    <p:embed/>
                  </p:oleObj>
                </mc:Choice>
                <mc:Fallback>
                  <p:oleObj name="Equation" r:id="rId9" imgW="14338300" imgH="5854700" progId="Equation.DSMT4">
                    <p:embed/>
                    <p:pic>
                      <p:nvPicPr>
                        <p:cNvPr id="35854" name="Object 21">
                          <a:extLst>
                            <a:ext uri="{FF2B5EF4-FFF2-40B4-BE49-F238E27FC236}">
                              <a16:creationId xmlns:a16="http://schemas.microsoft.com/office/drawing/2014/main" id="{B12414D7-8768-09B0-F569-63A90CC7FE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401"/>
                          <a:ext cx="59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3" name="Text Box 27">
            <a:extLst>
              <a:ext uri="{FF2B5EF4-FFF2-40B4-BE49-F238E27FC236}">
                <a16:creationId xmlns:a16="http://schemas.microsoft.com/office/drawing/2014/main" id="{136B08A7-25FF-05F8-5B3E-1CD28ED97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854" y="4314031"/>
            <a:ext cx="4921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随机事件的概率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曲顶柱体的体积   </a:t>
            </a:r>
          </a:p>
        </p:txBody>
      </p:sp>
      <p:pic>
        <p:nvPicPr>
          <p:cNvPr id="35844" name="图片 2">
            <a:extLst>
              <a:ext uri="{FF2B5EF4-FFF2-40B4-BE49-F238E27FC236}">
                <a16:creationId xmlns:a16="http://schemas.microsoft.com/office/drawing/2014/main" id="{9A16A6D7-0BF8-E323-CEAB-BA090A69A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2" y="1997075"/>
            <a:ext cx="65055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Rectangle 5">
            <a:extLst>
              <a:ext uri="{FF2B5EF4-FFF2-40B4-BE49-F238E27FC236}">
                <a16:creationId xmlns:a16="http://schemas.microsoft.com/office/drawing/2014/main" id="{31564135-A451-D063-000E-C382182E1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二维连续型随机变量的联合概率密度   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A5D61BC2-DCAB-3D79-5897-51601BCD706B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C57811D-A114-82CB-FD09-F0788A52ADD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109">
            <a:extLst>
              <a:ext uri="{FF2B5EF4-FFF2-40B4-BE49-F238E27FC236}">
                <a16:creationId xmlns:a16="http://schemas.microsoft.com/office/drawing/2014/main" id="{352B2D05-DF3F-D4AA-9F31-BB1EC99942F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247900"/>
            <a:ext cx="3657600" cy="2362200"/>
            <a:chOff x="436" y="935"/>
            <a:chExt cx="2304" cy="1488"/>
          </a:xfrm>
        </p:grpSpPr>
        <p:sp>
          <p:nvSpPr>
            <p:cNvPr id="34839" name="Line 96">
              <a:extLst>
                <a:ext uri="{FF2B5EF4-FFF2-40B4-BE49-F238E27FC236}">
                  <a16:creationId xmlns:a16="http://schemas.microsoft.com/office/drawing/2014/main" id="{6769BC4E-F0BC-1615-51D3-0682B3A70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" y="935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0" name="Line 97">
              <a:extLst>
                <a:ext uri="{FF2B5EF4-FFF2-40B4-BE49-F238E27FC236}">
                  <a16:creationId xmlns:a16="http://schemas.microsoft.com/office/drawing/2014/main" id="{37A81387-D563-A0EB-E800-C4069FA16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10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1" name="Line 98">
              <a:extLst>
                <a:ext uri="{FF2B5EF4-FFF2-40B4-BE49-F238E27FC236}">
                  <a16:creationId xmlns:a16="http://schemas.microsoft.com/office/drawing/2014/main" id="{E8AE4C07-A87B-2ED7-0CBC-A9219445A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087"/>
              <a:ext cx="2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2" name="Rectangle 99">
              <a:extLst>
                <a:ext uri="{FF2B5EF4-FFF2-40B4-BE49-F238E27FC236}">
                  <a16:creationId xmlns:a16="http://schemas.microsoft.com/office/drawing/2014/main" id="{565CB45D-030D-CDB0-D55B-B9CAAE4B0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1289"/>
              <a:ext cx="1152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3" name="Line 100">
              <a:extLst>
                <a:ext uri="{FF2B5EF4-FFF2-40B4-BE49-F238E27FC236}">
                  <a16:creationId xmlns:a16="http://schemas.microsoft.com/office/drawing/2014/main" id="{D9C785B0-4307-85BC-27FE-11706831E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" y="1271"/>
              <a:ext cx="1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4" name="Line 101">
              <a:extLst>
                <a:ext uri="{FF2B5EF4-FFF2-40B4-BE49-F238E27FC236}">
                  <a16:creationId xmlns:a16="http://schemas.microsoft.com/office/drawing/2014/main" id="{9B64B33E-B837-A5EA-0DA9-409DEBDF7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" y="1253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Line 102">
              <a:extLst>
                <a:ext uri="{FF2B5EF4-FFF2-40B4-BE49-F238E27FC236}">
                  <a16:creationId xmlns:a16="http://schemas.microsoft.com/office/drawing/2014/main" id="{5BF242FD-3241-59A1-A4EA-46C42D70A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" y="1847"/>
              <a:ext cx="1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6" name="Text Box 104">
              <a:extLst>
                <a:ext uri="{FF2B5EF4-FFF2-40B4-BE49-F238E27FC236}">
                  <a16:creationId xmlns:a16="http://schemas.microsoft.com/office/drawing/2014/main" id="{71B58F50-D2E6-D513-928B-08C59BDB6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7" name="Text Box 105">
              <a:extLst>
                <a:ext uri="{FF2B5EF4-FFF2-40B4-BE49-F238E27FC236}">
                  <a16:creationId xmlns:a16="http://schemas.microsoft.com/office/drawing/2014/main" id="{CBF8C152-AEBE-4119-FA69-62739172B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8" name="Text Box 106">
              <a:extLst>
                <a:ext uri="{FF2B5EF4-FFF2-40B4-BE49-F238E27FC236}">
                  <a16:creationId xmlns:a16="http://schemas.microsoft.com/office/drawing/2014/main" id="{72A49CAA-34E5-7085-48B7-714F2A8DC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1559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9" name="Text Box 107">
              <a:extLst>
                <a:ext uri="{FF2B5EF4-FFF2-40B4-BE49-F238E27FC236}">
                  <a16:creationId xmlns:a16="http://schemas.microsoft.com/office/drawing/2014/main" id="{AC622CC3-F00F-0A07-054A-9335CB23C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983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34818" name="Group 84">
            <a:extLst>
              <a:ext uri="{FF2B5EF4-FFF2-40B4-BE49-F238E27FC236}">
                <a16:creationId xmlns:a16="http://schemas.microsoft.com/office/drawing/2014/main" id="{7E8408BF-9031-AA9E-F88D-51A46F5B5A78}"/>
              </a:ext>
            </a:extLst>
          </p:cNvPr>
          <p:cNvGrpSpPr>
            <a:grpSpLocks/>
          </p:cNvGrpSpPr>
          <p:nvPr/>
        </p:nvGrpSpPr>
        <p:grpSpPr bwMode="auto">
          <a:xfrm>
            <a:off x="869950" y="2801938"/>
            <a:ext cx="3240088" cy="1587"/>
            <a:chOff x="204" y="1480"/>
            <a:chExt cx="2041" cy="1406"/>
          </a:xfrm>
        </p:grpSpPr>
        <p:sp>
          <p:nvSpPr>
            <p:cNvPr id="34837" name="Line 82">
              <a:extLst>
                <a:ext uri="{FF2B5EF4-FFF2-40B4-BE49-F238E27FC236}">
                  <a16:creationId xmlns:a16="http://schemas.microsoft.com/office/drawing/2014/main" id="{86612D9D-33FD-54A3-C635-F06D6C30C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480"/>
              <a:ext cx="2041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Line 83">
              <a:extLst>
                <a:ext uri="{FF2B5EF4-FFF2-40B4-BE49-F238E27FC236}">
                  <a16:creationId xmlns:a16="http://schemas.microsoft.com/office/drawing/2014/main" id="{8B762F3F-23A6-86E9-8AFC-8E76DA0DFB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42" y="2183"/>
              <a:ext cx="140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19" name="Group 87">
            <a:extLst>
              <a:ext uri="{FF2B5EF4-FFF2-40B4-BE49-F238E27FC236}">
                <a16:creationId xmlns:a16="http://schemas.microsoft.com/office/drawing/2014/main" id="{D3E39B57-EC9D-147D-A857-CC3A3AEF3703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779713"/>
            <a:ext cx="3095625" cy="2190750"/>
            <a:chOff x="341" y="1506"/>
            <a:chExt cx="1950" cy="1380"/>
          </a:xfrm>
        </p:grpSpPr>
        <p:sp>
          <p:nvSpPr>
            <p:cNvPr id="34835" name="Line 85">
              <a:extLst>
                <a:ext uri="{FF2B5EF4-FFF2-40B4-BE49-F238E27FC236}">
                  <a16:creationId xmlns:a16="http://schemas.microsoft.com/office/drawing/2014/main" id="{99ABA088-261F-C464-3691-3EF01812B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" y="2069"/>
              <a:ext cx="195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6" name="Line 86">
              <a:extLst>
                <a:ext uri="{FF2B5EF4-FFF2-40B4-BE49-F238E27FC236}">
                  <a16:creationId xmlns:a16="http://schemas.microsoft.com/office/drawing/2014/main" id="{17CF1C76-5171-6483-179D-C72AE76FE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1506"/>
              <a:ext cx="0" cy="138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0" name="Group 91">
            <a:extLst>
              <a:ext uri="{FF2B5EF4-FFF2-40B4-BE49-F238E27FC236}">
                <a16:creationId xmlns:a16="http://schemas.microsoft.com/office/drawing/2014/main" id="{CC977AD8-479B-087A-B090-8EE47980849E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801938"/>
            <a:ext cx="1587" cy="1871662"/>
            <a:chOff x="295" y="1480"/>
            <a:chExt cx="816" cy="817"/>
          </a:xfrm>
        </p:grpSpPr>
        <p:sp>
          <p:nvSpPr>
            <p:cNvPr id="34833" name="Line 89">
              <a:extLst>
                <a:ext uri="{FF2B5EF4-FFF2-40B4-BE49-F238E27FC236}">
                  <a16:creationId xmlns:a16="http://schemas.microsoft.com/office/drawing/2014/main" id="{B773BE69-081E-C860-74BC-D4BA76218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4" name="Line 90">
              <a:extLst>
                <a:ext uri="{FF2B5EF4-FFF2-40B4-BE49-F238E27FC236}">
                  <a16:creationId xmlns:a16="http://schemas.microsoft.com/office/drawing/2014/main" id="{1E065E8C-65CE-9D41-1B77-3BA647DB0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1" name="Group 92">
            <a:extLst>
              <a:ext uri="{FF2B5EF4-FFF2-40B4-BE49-F238E27FC236}">
                <a16:creationId xmlns:a16="http://schemas.microsoft.com/office/drawing/2014/main" id="{34F16C47-5C86-56B5-16BD-44D7D0CECEF5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3673475"/>
            <a:ext cx="1295400" cy="1296988"/>
            <a:chOff x="295" y="1480"/>
            <a:chExt cx="816" cy="817"/>
          </a:xfrm>
        </p:grpSpPr>
        <p:sp>
          <p:nvSpPr>
            <p:cNvPr id="34831" name="Line 93">
              <a:extLst>
                <a:ext uri="{FF2B5EF4-FFF2-40B4-BE49-F238E27FC236}">
                  <a16:creationId xmlns:a16="http://schemas.microsoft.com/office/drawing/2014/main" id="{F2F6F1F2-61ED-70B1-BBD8-8C54F6A37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2" name="Line 94">
              <a:extLst>
                <a:ext uri="{FF2B5EF4-FFF2-40B4-BE49-F238E27FC236}">
                  <a16:creationId xmlns:a16="http://schemas.microsoft.com/office/drawing/2014/main" id="{25A92654-B556-66E4-E064-687A99238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22" name="Line 96">
            <a:extLst>
              <a:ext uri="{FF2B5EF4-FFF2-40B4-BE49-F238E27FC236}">
                <a16:creationId xmlns:a16="http://schemas.microsoft.com/office/drawing/2014/main" id="{7893CB43-950D-80AC-1B61-754FB6FC4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231298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Line 98">
            <a:extLst>
              <a:ext uri="{FF2B5EF4-FFF2-40B4-BE49-F238E27FC236}">
                <a16:creationId xmlns:a16="http://schemas.microsoft.com/office/drawing/2014/main" id="{EEDB5423-FDDC-A375-52C5-49409A4BC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00" y="4141788"/>
            <a:ext cx="337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4" name="Rectangle 99">
            <a:extLst>
              <a:ext uri="{FF2B5EF4-FFF2-40B4-BE49-F238E27FC236}">
                <a16:creationId xmlns:a16="http://schemas.microsoft.com/office/drawing/2014/main" id="{D0D9ADFD-40E7-6F17-D61E-764B7A2E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2779713"/>
            <a:ext cx="15113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806A87D-2434-BBC0-C70E-77B6B48882F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3700" y="1200150"/>
            <a:ext cx="5196657" cy="482313"/>
          </a:xfrm>
          <a:prstGeom prst="rect">
            <a:avLst/>
          </a:prstGeom>
          <a:blipFill>
            <a:blip r:embed="rId3"/>
            <a:stretch>
              <a:fillRect t="-2564" b="-41026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F87719-6D88-07BB-C54D-B87BF11E9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4" t="42858" r="32260" b="-1042"/>
          <a:stretch/>
        </p:blipFill>
        <p:spPr bwMode="auto">
          <a:xfrm>
            <a:off x="5227586" y="1200150"/>
            <a:ext cx="382111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CC68C86A-752A-BF79-0259-3ABBB4C627B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504" y="5918200"/>
            <a:ext cx="9251372" cy="535531"/>
          </a:xfrm>
          <a:prstGeom prst="rect">
            <a:avLst/>
          </a:prstGeom>
          <a:blipFill>
            <a:blip r:embed="rId5"/>
            <a:stretch>
              <a:fillRect t="-6977" b="-25581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8CDCB8-5D9B-8119-76BD-AF5ADD395F0B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animBg="1"/>
      <p:bldP spid="34823" grpId="0" animBg="1"/>
      <p:bldP spid="348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70E7645-25E3-0345-0017-BCC2F2CA8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1790700"/>
            <a:ext cx="270668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设二维随机变量</a:t>
            </a:r>
          </a:p>
        </p:txBody>
      </p:sp>
      <p:graphicFrame>
        <p:nvGraphicFramePr>
          <p:cNvPr id="37890" name="Object 3">
            <a:extLst>
              <a:ext uri="{FF2B5EF4-FFF2-40B4-BE49-F238E27FC236}">
                <a16:creationId xmlns:a16="http://schemas.microsoft.com/office/drawing/2014/main" id="{38932A35-0A65-47A7-6DA0-FCADE6857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7325" y="1897063"/>
          <a:ext cx="8953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9944100" imgH="4686300" progId="Equation.DSMT4">
                  <p:embed/>
                </p:oleObj>
              </mc:Choice>
              <mc:Fallback>
                <p:oleObj name="Equation" r:id="rId3" imgW="9944100" imgH="4686300" progId="Equation.DSMT4">
                  <p:embed/>
                  <p:pic>
                    <p:nvPicPr>
                      <p:cNvPr id="37890" name="Object 3">
                        <a:extLst>
                          <a:ext uri="{FF2B5EF4-FFF2-40B4-BE49-F238E27FC236}">
                            <a16:creationId xmlns:a16="http://schemas.microsoft.com/office/drawing/2014/main" id="{38932A35-0A65-47A7-6DA0-FCADE6857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1897063"/>
                        <a:ext cx="8953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Rectangle 4">
            <a:extLst>
              <a:ext uri="{FF2B5EF4-FFF2-40B4-BE49-F238E27FC236}">
                <a16:creationId xmlns:a16="http://schemas.microsoft.com/office/drawing/2014/main" id="{684455B4-4DA9-F858-6E14-02C52607C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1790700"/>
            <a:ext cx="234632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的概率密度为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145FD3BF-AC19-7863-C239-2D1A46D5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3887788"/>
            <a:ext cx="4105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(1)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确定常数 </a:t>
            </a:r>
            <a:r>
              <a:rPr kumimoji="1" lang="en-US" altLang="zh-CN" sz="2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 </a:t>
            </a:r>
          </a:p>
        </p:txBody>
      </p:sp>
      <p:graphicFrame>
        <p:nvGraphicFramePr>
          <p:cNvPr id="37893" name="Object 6">
            <a:extLst>
              <a:ext uri="{FF2B5EF4-FFF2-40B4-BE49-F238E27FC236}">
                <a16:creationId xmlns:a16="http://schemas.microsoft.com/office/drawing/2014/main" id="{BDC43A5F-77AC-C762-1922-08861215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382838"/>
          <a:ext cx="6048375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46812200" imgH="11112500" progId="Equation.DSMT4">
                  <p:embed/>
                </p:oleObj>
              </mc:Choice>
              <mc:Fallback>
                <p:oleObj name="Equation" r:id="rId5" imgW="46812200" imgH="11112500" progId="Equation.DSMT4">
                  <p:embed/>
                  <p:pic>
                    <p:nvPicPr>
                      <p:cNvPr id="37893" name="Object 6">
                        <a:extLst>
                          <a:ext uri="{FF2B5EF4-FFF2-40B4-BE49-F238E27FC236}">
                            <a16:creationId xmlns:a16="http://schemas.microsoft.com/office/drawing/2014/main" id="{BDC43A5F-77AC-C762-1922-08861215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82838"/>
                        <a:ext cx="6048375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4" name="Group 7">
            <a:extLst>
              <a:ext uri="{FF2B5EF4-FFF2-40B4-BE49-F238E27FC236}">
                <a16:creationId xmlns:a16="http://schemas.microsoft.com/office/drawing/2014/main" id="{603AA5A2-75C0-7240-65F5-D652A1A2AAD2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4468813"/>
            <a:ext cx="4137025" cy="495300"/>
            <a:chOff x="476" y="2069"/>
            <a:chExt cx="2606" cy="312"/>
          </a:xfrm>
        </p:grpSpPr>
        <p:graphicFrame>
          <p:nvGraphicFramePr>
            <p:cNvPr id="37905" name="Object 8">
              <a:extLst>
                <a:ext uri="{FF2B5EF4-FFF2-40B4-BE49-F238E27FC236}">
                  <a16:creationId xmlns:a16="http://schemas.microsoft.com/office/drawing/2014/main" id="{36463F5F-E1A6-6343-2BC1-D4E7E28FCD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" y="2069"/>
            <a:ext cx="62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name="Equation" r:id="rId7" imgW="9944100" imgH="4686300" progId="Equation.DSMT4">
                    <p:embed/>
                  </p:oleObj>
                </mc:Choice>
                <mc:Fallback>
                  <p:oleObj name="Equation" r:id="rId7" imgW="9944100" imgH="4686300" progId="Equation.DSMT4">
                    <p:embed/>
                    <p:pic>
                      <p:nvPicPr>
                        <p:cNvPr id="37905" name="Object 8">
                          <a:extLst>
                            <a:ext uri="{FF2B5EF4-FFF2-40B4-BE49-F238E27FC236}">
                              <a16:creationId xmlns:a16="http://schemas.microsoft.com/office/drawing/2014/main" id="{36463F5F-E1A6-6343-2BC1-D4E7E28FCD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069"/>
                          <a:ext cx="62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0" name="Rectangle 9">
              <a:extLst>
                <a:ext uri="{FF2B5EF4-FFF2-40B4-BE49-F238E27FC236}">
                  <a16:creationId xmlns:a16="http://schemas.microsoft.com/office/drawing/2014/main" id="{F402ECA7-BF83-5B22-C149-366C4B92A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069"/>
              <a:ext cx="675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 (2) </a:t>
              </a: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求</a:t>
              </a:r>
            </a:p>
          </p:txBody>
        </p:sp>
        <p:sp>
          <p:nvSpPr>
            <p:cNvPr id="62481" name="Rectangle 10">
              <a:extLst>
                <a:ext uri="{FF2B5EF4-FFF2-40B4-BE49-F238E27FC236}">
                  <a16:creationId xmlns:a16="http://schemas.microsoft.com/office/drawing/2014/main" id="{EB9A55A6-6815-EDC2-AD0E-E947CBBED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069"/>
              <a:ext cx="1381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的分布函数；</a:t>
              </a:r>
            </a:p>
          </p:txBody>
        </p:sp>
      </p:grpSp>
      <p:sp>
        <p:nvSpPr>
          <p:cNvPr id="37895" name="Rectangle 12">
            <a:extLst>
              <a:ext uri="{FF2B5EF4-FFF2-40B4-BE49-F238E27FC236}">
                <a16:creationId xmlns:a16="http://schemas.microsoft.com/office/drawing/2014/main" id="{C4459D16-2FA3-FAA5-5AF3-143065DCE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4414838"/>
            <a:ext cx="344488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1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896" name="Rectangle 13">
            <a:extLst>
              <a:ext uri="{FF2B5EF4-FFF2-40B4-BE49-F238E27FC236}">
                <a16:creationId xmlns:a16="http://schemas.microsoft.com/office/drawing/2014/main" id="{132D532C-5B09-51C6-A05A-7092B90E8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4414838"/>
            <a:ext cx="2492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.</a:t>
            </a:r>
            <a:r>
              <a:rPr kumimoji="1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pSp>
        <p:nvGrpSpPr>
          <p:cNvPr id="37897" name="Group 14">
            <a:extLst>
              <a:ext uri="{FF2B5EF4-FFF2-40B4-BE49-F238E27FC236}">
                <a16:creationId xmlns:a16="http://schemas.microsoft.com/office/drawing/2014/main" id="{7018736E-FD1C-1D8A-059F-66F7799189A2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5661025"/>
            <a:ext cx="2560637" cy="504825"/>
            <a:chOff x="521" y="2931"/>
            <a:chExt cx="1613" cy="318"/>
          </a:xfrm>
        </p:grpSpPr>
        <p:graphicFrame>
          <p:nvGraphicFramePr>
            <p:cNvPr id="37903" name="Object 15">
              <a:extLst>
                <a:ext uri="{FF2B5EF4-FFF2-40B4-BE49-F238E27FC236}">
                  <a16:creationId xmlns:a16="http://schemas.microsoft.com/office/drawing/2014/main" id="{6F2BAE53-BDFE-B228-1472-FD4BCEBE98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2" y="2957"/>
            <a:ext cx="9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7" name="Equation" r:id="rId8" imgW="14630400" imgH="4686300" progId="Equation.DSMT4">
                    <p:embed/>
                  </p:oleObj>
                </mc:Choice>
                <mc:Fallback>
                  <p:oleObj name="Equation" r:id="rId8" imgW="14630400" imgH="4686300" progId="Equation.DSMT4">
                    <p:embed/>
                    <p:pic>
                      <p:nvPicPr>
                        <p:cNvPr id="37903" name="Object 15">
                          <a:extLst>
                            <a:ext uri="{FF2B5EF4-FFF2-40B4-BE49-F238E27FC236}">
                              <a16:creationId xmlns:a16="http://schemas.microsoft.com/office/drawing/2014/main" id="{6F2BAE53-BDFE-B228-1472-FD4BCEBE98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957"/>
                          <a:ext cx="93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8" name="Rectangle 16">
              <a:extLst>
                <a:ext uri="{FF2B5EF4-FFF2-40B4-BE49-F238E27FC236}">
                  <a16:creationId xmlns:a16="http://schemas.microsoft.com/office/drawing/2014/main" id="{E8DB2370-EEF2-29FF-1050-2168F80EC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931"/>
              <a:ext cx="675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 (4) </a:t>
              </a: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求</a:t>
              </a:r>
            </a:p>
          </p:txBody>
        </p:sp>
      </p:grpSp>
      <p:sp>
        <p:nvSpPr>
          <p:cNvPr id="37898" name="Rectangle 17">
            <a:extLst>
              <a:ext uri="{FF2B5EF4-FFF2-40B4-BE49-F238E27FC236}">
                <a16:creationId xmlns:a16="http://schemas.microsoft.com/office/drawing/2014/main" id="{57ED133E-3237-0B40-EA80-51B3D59D7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51013"/>
            <a:ext cx="541337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5D60CA13-E07F-5BFD-DBCC-5801DE99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5" y="5049838"/>
            <a:ext cx="4659313" cy="493712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 (3)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求 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P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{0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＜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≤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40, 0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＜ 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Y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 ≤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1}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； </a:t>
            </a:r>
          </a:p>
        </p:txBody>
      </p:sp>
      <p:pic>
        <p:nvPicPr>
          <p:cNvPr id="37900" name="图片 2">
            <a:extLst>
              <a:ext uri="{FF2B5EF4-FFF2-40B4-BE49-F238E27FC236}">
                <a16:creationId xmlns:a16="http://schemas.microsoft.com/office/drawing/2014/main" id="{2A91839C-BA1A-6962-3376-F9E54B86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8" y="4049713"/>
            <a:ext cx="3024187" cy="21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1" name="Rectangle 5">
            <a:extLst>
              <a:ext uri="{FF2B5EF4-FFF2-40B4-BE49-F238E27FC236}">
                <a16:creationId xmlns:a16="http://schemas.microsoft.com/office/drawing/2014/main" id="{76B49242-EB34-C428-235C-96CDD074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2A3E1D7-E0D6-5B43-EDBE-0A115E708A64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A897D-F246-38EB-21B5-DAB5C78B4266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55191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123DD-757F-CD2E-5937-CEEABC5AD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54" y="3986655"/>
                <a:ext cx="7848870" cy="430606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解     将</a:t>
                </a:r>
                <a:r>
                  <a:rPr lang="en-US" altLang="zh-CN" sz="2200"/>
                  <a:t>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看作平面上随机点的坐标。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即有</a:t>
                </a:r>
                <a:r>
                  <a:rPr lang="en-US" altLang="zh-CN" sz="2200"/>
                  <a:t>{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 ≤ 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}={(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 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∈</a:t>
                </a:r>
                <a:r>
                  <a:rPr lang="en-US" altLang="zh-CN" sz="2200" i="1"/>
                  <a:t>G</a:t>
                </a:r>
                <a:r>
                  <a:rPr lang="en-US" altLang="zh-CN" sz="2200"/>
                  <a:t>},</a:t>
                </a:r>
                <a:r>
                  <a:rPr lang="zh-CN" altLang="en-US" sz="2200"/>
                  <a:t>其中</a:t>
                </a:r>
                <a:r>
                  <a:rPr lang="en-US" altLang="zh-CN" sz="2200" i="1"/>
                  <a:t>G</a:t>
                </a:r>
                <a:r>
                  <a:rPr lang="zh-CN" altLang="en-US" sz="2200"/>
                  <a:t>为</a:t>
                </a:r>
                <a:r>
                  <a:rPr lang="en-US" altLang="zh-CN" sz="2200" i="1" err="1"/>
                  <a:t>xOy</a:t>
                </a:r>
                <a:r>
                  <a:rPr lang="zh-CN" altLang="en-US" sz="2200"/>
                  <a:t>平面上直线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=</a:t>
                </a:r>
                <a:r>
                  <a:rPr lang="en-US" altLang="zh-CN" sz="2200" i="1"/>
                  <a:t>x</a:t>
                </a:r>
                <a:r>
                  <a:rPr lang="zh-CN" altLang="en-US" sz="2200"/>
                  <a:t>及其下方的部分。于是</a:t>
                </a:r>
                <a:r>
                  <a:rPr lang="en-US" altLang="zh-CN" sz="2200" i="1"/>
                  <a:t>P</a:t>
                </a:r>
                <a:r>
                  <a:rPr lang="en-US" altLang="zh-CN" sz="2200"/>
                  <a:t>{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 ≤ 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} = </a:t>
                </a:r>
                <a:r>
                  <a:rPr lang="en-US" altLang="zh-CN" sz="2200" i="1"/>
                  <a:t>P</a:t>
                </a:r>
                <a:r>
                  <a:rPr lang="en-US" altLang="zh-CN" sz="2200"/>
                  <a:t> {(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 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∈</a:t>
                </a:r>
                <a:r>
                  <a:rPr lang="en-US" altLang="zh-CN" sz="2200" i="1"/>
                  <a:t>G</a:t>
                </a:r>
                <a:r>
                  <a:rPr lang="en-US" altLang="zh-CN" sz="2200"/>
                  <a:t>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e>
                    </m:nary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−(2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200"/>
                  <a:t>dxdy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 3 </m:t>
                        </m:r>
                      </m:den>
                    </m:f>
                  </m:oMath>
                </a14:m>
                <a:endParaRPr lang="zh-CN" altLang="en-US" sz="220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123DD-757F-CD2E-5937-CEEABC5AD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4" y="3986655"/>
                <a:ext cx="7848870" cy="4306069"/>
              </a:xfr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03EDFBD-7BC7-895B-32F3-177511CD8A71}"/>
              </a:ext>
            </a:extLst>
          </p:cNvPr>
          <p:cNvCxnSpPr/>
          <p:nvPr/>
        </p:nvCxnSpPr>
        <p:spPr>
          <a:xfrm flipV="1">
            <a:off x="7176407" y="1034823"/>
            <a:ext cx="0" cy="1457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807BF79-E0C6-17F3-7F8F-898B4826DA30}"/>
              </a:ext>
            </a:extLst>
          </p:cNvPr>
          <p:cNvCxnSpPr>
            <a:cxnSpLocks/>
          </p:cNvCxnSpPr>
          <p:nvPr/>
        </p:nvCxnSpPr>
        <p:spPr>
          <a:xfrm>
            <a:off x="6392636" y="1763486"/>
            <a:ext cx="15063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FA4FB765-2C35-EF4E-2680-04306C83B8CA}"/>
              </a:ext>
            </a:extLst>
          </p:cNvPr>
          <p:cNvSpPr/>
          <p:nvPr/>
        </p:nvSpPr>
        <p:spPr>
          <a:xfrm rot="16200000">
            <a:off x="6594703" y="1157287"/>
            <a:ext cx="1163408" cy="1212397"/>
          </a:xfrm>
          <a:prstGeom prst="rtTriangle">
            <a:avLst/>
          </a:prstGeom>
          <a:solidFill>
            <a:srgbClr val="828282">
              <a:alpha val="50196"/>
            </a:srgbClr>
          </a:solidFill>
          <a:ln>
            <a:solidFill>
              <a:srgbClr val="828282">
                <a:alpha val="49804"/>
              </a:srgb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楷体"/>
              <a:cs typeface="+mn-cs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0E5B01-2642-59A9-0D44-60794D97E03F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6570208" y="1181782"/>
            <a:ext cx="1212397" cy="1163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78BEEA9-7339-7F46-616E-470091022D40}"/>
              </a:ext>
            </a:extLst>
          </p:cNvPr>
          <p:cNvSpPr txBox="1"/>
          <p:nvPr/>
        </p:nvSpPr>
        <p:spPr>
          <a:xfrm>
            <a:off x="7384597" y="1934935"/>
            <a:ext cx="2449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3EAFA8-3E80-0B48-811D-78E75CD8DB72}"/>
              </a:ext>
            </a:extLst>
          </p:cNvPr>
          <p:cNvSpPr txBox="1"/>
          <p:nvPr/>
        </p:nvSpPr>
        <p:spPr>
          <a:xfrm>
            <a:off x="8107137" y="1763485"/>
            <a:ext cx="12123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</a:t>
            </a:r>
            <a:r>
              <a:rPr kumimoji="0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3-4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F6C6182-1AE0-C52C-F2F4-312510DB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#2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CAE7B71-F2A3-2627-2F0E-9CCAE1D222F7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A7730E1A-9BBC-9F6F-9928-5DD12F1FF79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505" y="1093120"/>
                <a:ext cx="6254514" cy="25519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o"/>
                  <a:defRPr sz="3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1pPr>
                <a:lvl2pPr marL="908050" indent="-436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n"/>
                  <a:defRPr sz="26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2pPr>
                <a:lvl3pPr marL="1304925" indent="-3952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o"/>
                  <a:defRPr sz="23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3pPr>
                <a:lvl4pPr marL="1693863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n"/>
                  <a:defRPr sz="2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4pPr>
                <a:lvl5pPr marL="2093913" indent="-398463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    设二维随机变量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(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X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, 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Y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)</a:t>
                </a: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具有概率密度</a:t>
                </a: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</a:t>
                </a:r>
                <a:endParaRPr kumimoji="0" lang="en-US" altLang="zh-CN" sz="2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    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(2)</a:t>
                </a: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求概率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P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{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Y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  <m:r>
                      <a:rPr kumimoji="0" lang="en-US" altLang="zh-CN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𝑋</m:t>
                    </m:r>
                  </m:oMath>
                </a14:m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}.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A7730E1A-9BBC-9F6F-9928-5DD12F1FF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5" y="1093120"/>
                <a:ext cx="6254514" cy="2551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2C397-6128-1AB1-5A00-1D40F0AA5549}"/>
                  </a:ext>
                </a:extLst>
              </p:cNvPr>
              <p:cNvSpPr txBox="1"/>
              <p:nvPr/>
            </p:nvSpPr>
            <p:spPr>
              <a:xfrm>
                <a:off x="2195736" y="1844824"/>
                <a:ext cx="4035200" cy="83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1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CN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altLang="zh-CN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zh-CN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US" altLang="zh-CN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kumimoji="0" lang="en-US" altLang="zh-CN" sz="21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−(2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&gt;0,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&gt;0,</m:t>
                              </m:r>
                            </m:e>
                            <m:e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0,      </m:t>
                              </m:r>
                              <m:r>
                                <a:rPr kumimoji="0" lang="zh-CN" altLang="en-US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其他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2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2C397-6128-1AB1-5A00-1D40F0AA5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1844824"/>
                <a:ext cx="4035200" cy="83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70E7483-9E0A-ECFD-61BE-42DA05D914A8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299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 animBg="1"/>
      <p:bldP spid="25" grpId="0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5" name="Group 27">
            <a:extLst>
              <a:ext uri="{FF2B5EF4-FFF2-40B4-BE49-F238E27FC236}">
                <a16:creationId xmlns:a16="http://schemas.microsoft.com/office/drawing/2014/main" id="{2B2924BD-435C-3D82-BCCD-7B77E66F5B03}"/>
              </a:ext>
            </a:extLst>
          </p:cNvPr>
          <p:cNvGrpSpPr>
            <a:grpSpLocks/>
          </p:cNvGrpSpPr>
          <p:nvPr/>
        </p:nvGrpSpPr>
        <p:grpSpPr bwMode="auto">
          <a:xfrm>
            <a:off x="6710363" y="3252788"/>
            <a:ext cx="2254250" cy="2252662"/>
            <a:chOff x="4227" y="2049"/>
            <a:chExt cx="1420" cy="1419"/>
          </a:xfrm>
        </p:grpSpPr>
        <p:sp>
          <p:nvSpPr>
            <p:cNvPr id="57363" name="Rectangle 26">
              <a:extLst>
                <a:ext uri="{FF2B5EF4-FFF2-40B4-BE49-F238E27FC236}">
                  <a16:creationId xmlns:a16="http://schemas.microsoft.com/office/drawing/2014/main" id="{678BEFF7-3D95-7ED6-B628-022C0EB00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251"/>
              <a:ext cx="499" cy="49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grpSp>
          <p:nvGrpSpPr>
            <p:cNvPr id="57364" name="Group 22">
              <a:extLst>
                <a:ext uri="{FF2B5EF4-FFF2-40B4-BE49-F238E27FC236}">
                  <a16:creationId xmlns:a16="http://schemas.microsoft.com/office/drawing/2014/main" id="{CED44EF0-3203-1BF5-047C-C009CF8E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7" y="2049"/>
              <a:ext cx="1420" cy="1419"/>
              <a:chOff x="3773" y="2049"/>
              <a:chExt cx="1420" cy="1419"/>
            </a:xfrm>
          </p:grpSpPr>
          <p:sp>
            <p:nvSpPr>
              <p:cNvPr id="57365" name="Line 7">
                <a:extLst>
                  <a:ext uri="{FF2B5EF4-FFF2-40B4-BE49-F238E27FC236}">
                    <a16:creationId xmlns:a16="http://schemas.microsoft.com/office/drawing/2014/main" id="{E7E3D8D6-25F6-7D4B-60C1-E574A6182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3158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6" name="Line 8">
                <a:extLst>
                  <a:ext uri="{FF2B5EF4-FFF2-40B4-BE49-F238E27FC236}">
                    <a16:creationId xmlns:a16="http://schemas.microsoft.com/office/drawing/2014/main" id="{98DF1E94-3D94-C693-28B9-69B079297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2069"/>
                <a:ext cx="0" cy="1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7" name="Line 9">
                <a:extLst>
                  <a:ext uri="{FF2B5EF4-FFF2-40B4-BE49-F238E27FC236}">
                    <a16:creationId xmlns:a16="http://schemas.microsoft.com/office/drawing/2014/main" id="{0652CFB5-058C-2C7A-9174-FE287A881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8" y="2251"/>
                <a:ext cx="0" cy="9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8" name="Line 10">
                <a:extLst>
                  <a:ext uri="{FF2B5EF4-FFF2-40B4-BE49-F238E27FC236}">
                    <a16:creationId xmlns:a16="http://schemas.microsoft.com/office/drawing/2014/main" id="{54AB4DFB-3F5A-DD00-F48D-E8E7748D2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750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9" name="Line 11">
                <a:extLst>
                  <a:ext uri="{FF2B5EF4-FFF2-40B4-BE49-F238E27FC236}">
                    <a16:creationId xmlns:a16="http://schemas.microsoft.com/office/drawing/2014/main" id="{1984628C-FBD8-80A6-4A79-42269350A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25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70" name="Text Box 19">
                <a:extLst>
                  <a:ext uri="{FF2B5EF4-FFF2-40B4-BE49-F238E27FC236}">
                    <a16:creationId xmlns:a16="http://schemas.microsoft.com/office/drawing/2014/main" id="{2786A949-9EA1-E92E-8454-AFF572150A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3" y="2604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57371" name="Text Box 20">
                <a:extLst>
                  <a:ext uri="{FF2B5EF4-FFF2-40B4-BE49-F238E27FC236}">
                    <a16:creationId xmlns:a16="http://schemas.microsoft.com/office/drawing/2014/main" id="{61A4CF59-42B2-D6E2-1E6D-DA3AB340A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0" y="3138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57372" name="Text Box 21">
                <a:extLst>
                  <a:ext uri="{FF2B5EF4-FFF2-40B4-BE49-F238E27FC236}">
                    <a16:creationId xmlns:a16="http://schemas.microsoft.com/office/drawing/2014/main" id="{2EABF874-CB5A-E59F-18CE-E366BF7BA0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0" y="2049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4</a:t>
                </a:r>
              </a:p>
            </p:txBody>
          </p:sp>
        </p:grpSp>
      </p:grpSp>
      <p:graphicFrame>
        <p:nvGraphicFramePr>
          <p:cNvPr id="57360" name="Object 3">
            <a:extLst>
              <a:ext uri="{FF2B5EF4-FFF2-40B4-BE49-F238E27FC236}">
                <a16:creationId xmlns:a16="http://schemas.microsoft.com/office/drawing/2014/main" id="{7CA54F6D-0691-227B-E045-3E1B0441B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2389" y="1388777"/>
          <a:ext cx="6046685" cy="1476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62318900" imgH="15214600" progId="Equation.DSMT4">
                  <p:embed/>
                </p:oleObj>
              </mc:Choice>
              <mc:Fallback>
                <p:oleObj name="Equation" r:id="rId3" imgW="62318900" imgH="15214600" progId="Equation.DSMT4">
                  <p:embed/>
                  <p:pic>
                    <p:nvPicPr>
                      <p:cNvPr id="57360" name="Object 3">
                        <a:extLst>
                          <a:ext uri="{FF2B5EF4-FFF2-40B4-BE49-F238E27FC236}">
                            <a16:creationId xmlns:a16="http://schemas.microsoft.com/office/drawing/2014/main" id="{7CA54F6D-0691-227B-E045-3E1B0441BC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389" y="1388777"/>
                        <a:ext cx="6046685" cy="1476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 Box 17">
            <a:extLst>
              <a:ext uri="{FF2B5EF4-FFF2-40B4-BE49-F238E27FC236}">
                <a16:creationId xmlns:a16="http://schemas.microsoft.com/office/drawing/2014/main" id="{3FCB4080-F530-E2FA-E8B8-A78BEC14F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84538"/>
            <a:ext cx="7445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解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</a:t>
            </a:r>
          </a:p>
        </p:txBody>
      </p:sp>
      <p:graphicFrame>
        <p:nvGraphicFramePr>
          <p:cNvPr id="57348" name="Object 24">
            <a:extLst>
              <a:ext uri="{FF2B5EF4-FFF2-40B4-BE49-F238E27FC236}">
                <a16:creationId xmlns:a16="http://schemas.microsoft.com/office/drawing/2014/main" id="{03BD33B4-E4B9-0FEC-9F81-DE7DDFEFE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284538"/>
          <a:ext cx="51133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46520100" imgH="8483600" progId="Equation.DSMT4">
                  <p:embed/>
                </p:oleObj>
              </mc:Choice>
              <mc:Fallback>
                <p:oleObj name="Equation" r:id="rId5" imgW="46520100" imgH="8483600" progId="Equation.DSMT4">
                  <p:embed/>
                  <p:pic>
                    <p:nvPicPr>
                      <p:cNvPr id="57348" name="Object 24">
                        <a:extLst>
                          <a:ext uri="{FF2B5EF4-FFF2-40B4-BE49-F238E27FC236}">
                            <a16:creationId xmlns:a16="http://schemas.microsoft.com/office/drawing/2014/main" id="{03BD33B4-E4B9-0FEC-9F81-DE7DDFEFE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84538"/>
                        <a:ext cx="5113337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25">
            <a:extLst>
              <a:ext uri="{FF2B5EF4-FFF2-40B4-BE49-F238E27FC236}">
                <a16:creationId xmlns:a16="http://schemas.microsoft.com/office/drawing/2014/main" id="{0AB4BBD7-ACF6-B6A8-66B5-69F16DFD0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160838"/>
          <a:ext cx="36988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33642300" imgH="9067800" progId="Equation.DSMT4">
                  <p:embed/>
                </p:oleObj>
              </mc:Choice>
              <mc:Fallback>
                <p:oleObj name="Equation" r:id="rId7" imgW="33642300" imgH="9067800" progId="Equation.DSMT4">
                  <p:embed/>
                  <p:pic>
                    <p:nvPicPr>
                      <p:cNvPr id="57349" name="Object 25">
                        <a:extLst>
                          <a:ext uri="{FF2B5EF4-FFF2-40B4-BE49-F238E27FC236}">
                            <a16:creationId xmlns:a16="http://schemas.microsoft.com/office/drawing/2014/main" id="{0AB4BBD7-ACF6-B6A8-66B5-69F16DFD0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60838"/>
                        <a:ext cx="36988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0" name="Group 29">
            <a:extLst>
              <a:ext uri="{FF2B5EF4-FFF2-40B4-BE49-F238E27FC236}">
                <a16:creationId xmlns:a16="http://schemas.microsoft.com/office/drawing/2014/main" id="{CF204AA2-4F1F-A313-B54C-831AEE794B76}"/>
              </a:ext>
            </a:extLst>
          </p:cNvPr>
          <p:cNvGrpSpPr>
            <a:grpSpLocks/>
          </p:cNvGrpSpPr>
          <p:nvPr/>
        </p:nvGrpSpPr>
        <p:grpSpPr bwMode="auto">
          <a:xfrm>
            <a:off x="6445250" y="4005263"/>
            <a:ext cx="1206500" cy="1500187"/>
            <a:chOff x="4060" y="2523"/>
            <a:chExt cx="760" cy="945"/>
          </a:xfrm>
        </p:grpSpPr>
        <p:grpSp>
          <p:nvGrpSpPr>
            <p:cNvPr id="57353" name="Group 23">
              <a:extLst>
                <a:ext uri="{FF2B5EF4-FFF2-40B4-BE49-F238E27FC236}">
                  <a16:creationId xmlns:a16="http://schemas.microsoft.com/office/drawing/2014/main" id="{E607D996-D1EF-91B8-B569-3E086A57C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0" y="2523"/>
              <a:ext cx="760" cy="945"/>
              <a:chOff x="3606" y="2523"/>
              <a:chExt cx="760" cy="945"/>
            </a:xfrm>
          </p:grpSpPr>
          <p:grpSp>
            <p:nvGrpSpPr>
              <p:cNvPr id="57355" name="Group 16">
                <a:extLst>
                  <a:ext uri="{FF2B5EF4-FFF2-40B4-BE49-F238E27FC236}">
                    <a16:creationId xmlns:a16="http://schemas.microsoft.com/office/drawing/2014/main" id="{295D715A-3F78-7AB7-FAFF-03EA62A64F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523"/>
                <a:ext cx="680" cy="862"/>
                <a:chOff x="3606" y="2523"/>
                <a:chExt cx="680" cy="862"/>
              </a:xfrm>
            </p:grpSpPr>
            <p:sp>
              <p:nvSpPr>
                <p:cNvPr id="57357" name="Line 12">
                  <a:extLst>
                    <a:ext uri="{FF2B5EF4-FFF2-40B4-BE49-F238E27FC236}">
                      <a16:creationId xmlns:a16="http://schemas.microsoft.com/office/drawing/2014/main" id="{7E4296FC-406F-B627-097C-FDB912BA9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2523"/>
                  <a:ext cx="6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358" name="Line 13">
                  <a:extLst>
                    <a:ext uri="{FF2B5EF4-FFF2-40B4-BE49-F238E27FC236}">
                      <a16:creationId xmlns:a16="http://schemas.microsoft.com/office/drawing/2014/main" id="{A37F2048-A2F5-558E-D48B-375538BA9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86" y="2523"/>
                  <a:ext cx="0" cy="8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7356" name="Text Box 18">
                <a:extLst>
                  <a:ext uri="{FF2B5EF4-FFF2-40B4-BE49-F238E27FC236}">
                    <a16:creationId xmlns:a16="http://schemas.microsoft.com/office/drawing/2014/main" id="{CA492C79-F915-5109-7679-B7AFA8CCE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7" y="3138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57354" name="Rectangle 28">
              <a:extLst>
                <a:ext uri="{FF2B5EF4-FFF2-40B4-BE49-F238E27FC236}">
                  <a16:creationId xmlns:a16="http://schemas.microsoft.com/office/drawing/2014/main" id="{C1A279A9-C446-B46F-4B81-B0527F8D0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523"/>
              <a:ext cx="227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graphicFrame>
        <p:nvGraphicFramePr>
          <p:cNvPr id="57351" name="Object 30">
            <a:extLst>
              <a:ext uri="{FF2B5EF4-FFF2-40B4-BE49-F238E27FC236}">
                <a16:creationId xmlns:a16="http://schemas.microsoft.com/office/drawing/2014/main" id="{3A2C0254-2EE8-3FC5-7A13-6575B04B8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30825"/>
          <a:ext cx="47926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43599100" imgH="9067800" progId="Equation.DSMT4">
                  <p:embed/>
                </p:oleObj>
              </mc:Choice>
              <mc:Fallback>
                <p:oleObj name="Equation" r:id="rId9" imgW="43599100" imgH="9067800" progId="Equation.DSMT4">
                  <p:embed/>
                  <p:pic>
                    <p:nvPicPr>
                      <p:cNvPr id="57351" name="Object 30">
                        <a:extLst>
                          <a:ext uri="{FF2B5EF4-FFF2-40B4-BE49-F238E27FC236}">
                            <a16:creationId xmlns:a16="http://schemas.microsoft.com/office/drawing/2014/main" id="{3A2C0254-2EE8-3FC5-7A13-6575B04B8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30825"/>
                        <a:ext cx="47926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">
            <a:extLst>
              <a:ext uri="{FF2B5EF4-FFF2-40B4-BE49-F238E27FC236}">
                <a16:creationId xmlns:a16="http://schemas.microsoft.com/office/drawing/2014/main" id="{CF985311-C4FE-4C2D-456A-57A229EEA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32D6172-C351-D3AF-8E76-4B2C91509654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29FC27F-269D-2957-7A36-62A14BA0BFF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228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3209585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832295"/>
            <a:ext cx="6481762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4.4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020940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2387092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数学期望</a:t>
            </a:r>
          </a:p>
        </p:txBody>
      </p:sp>
      <p:sp>
        <p:nvSpPr>
          <p:cNvPr id="3" name="Text Box 2">
            <a:hlinkClick r:id="rId4" action="ppaction://hlinksldjump" tooltip="点击进入"/>
            <a:extLst>
              <a:ext uri="{FF2B5EF4-FFF2-40B4-BE49-F238E27FC236}">
                <a16:creationId xmlns:a16="http://schemas.microsoft.com/office/drawing/2014/main" id="{7B477353-956D-3CC6-C42C-49F72AAA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第四章   随机变量的数字特征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32596A-1C3D-19EF-B024-66222888C78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定理 </a:t>
                </a: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设随机变量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b="1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，则对于任意正数</a:t>
                </a:r>
                <a14:m>
                  <m:oMath xmlns:m="http://schemas.openxmlformats.org/officeDocument/2006/math"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𝝁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𝛆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}≤</m:t>
                      </m:r>
                      <m:f>
                        <m:fPr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成立。这一不等式称为切比雪夫不等式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  <a:blipFill>
                <a:blip r:embed="rId2"/>
                <a:stretch>
                  <a:fillRect l="-1133" t="-3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E86F41D3-5C8E-ED08-FED9-0ECEEA1AF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切比雪夫不等式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DC633-95C9-DFF5-387C-3880134066CA}"/>
              </a:ext>
            </a:extLst>
          </p:cNvPr>
          <p:cNvGrpSpPr/>
          <p:nvPr/>
        </p:nvGrpSpPr>
        <p:grpSpPr>
          <a:xfrm>
            <a:off x="5418246" y="3429000"/>
            <a:ext cx="3120570" cy="2711450"/>
            <a:chOff x="4474029" y="3429000"/>
            <a:chExt cx="3120570" cy="2711450"/>
          </a:xfrm>
        </p:grpSpPr>
        <p:pic>
          <p:nvPicPr>
            <p:cNvPr id="7" name="图片 6" descr="图表, 折线图&#10;&#10;描述已自动生成">
              <a:extLst>
                <a:ext uri="{FF2B5EF4-FFF2-40B4-BE49-F238E27FC236}">
                  <a16:creationId xmlns:a16="http://schemas.microsoft.com/office/drawing/2014/main" id="{4D5C829A-BA80-7C51-9075-D9FA5909D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9414" y="3588152"/>
              <a:ext cx="2845185" cy="2552298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404BEE3-382B-7276-10C9-515F1A8EC93F}"/>
                </a:ext>
              </a:extLst>
            </p:cNvPr>
            <p:cNvSpPr/>
            <p:nvPr/>
          </p:nvSpPr>
          <p:spPr>
            <a:xfrm>
              <a:off x="4474029" y="3429000"/>
              <a:ext cx="636238" cy="9688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/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重要性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:</a:t>
                </a:r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给出了在随机变量的分布未知，而只知道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kumimoji="0" lang="en-US" altLang="zh-CN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kumimoji="0" lang="en-US" altLang="zh-CN" sz="2400" b="0" i="1" u="none" strike="noStrike" kern="1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0" u="none" strike="noStrike" kern="1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的情况下，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对于随机变量落在期望附近的区域内或外给出一个界的估计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. 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  <a:blipFill>
                <a:blip r:embed="rId4"/>
                <a:stretch>
                  <a:fillRect l="-1966" t="-515" r="-843" b="-3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8FC8353-3F82-9E85-776C-4B6C98999EA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3A63CE6-E3F4-7546-1DBA-5D34F3E2A64C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38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证  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的概率密度为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切比雪夫不等式也可以写成如下的形式：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|&lt;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}≥1−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  <a:blipFill>
                <a:blip r:embed="rId3"/>
                <a:stretch>
                  <a:fillRect l="-4913" t="-18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34F015C-ADAF-F630-E07C-AB56E907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切比雪夫不等式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FFF7A7F-F3C0-74FC-45B0-42E7447217CB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87729B1-6D4F-4AC4-60D9-4C1E090BC3F9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126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>
            <a:extLst>
              <a:ext uri="{FF2B5EF4-FFF2-40B4-BE49-F238E27FC236}">
                <a16:creationId xmlns:a16="http://schemas.microsoft.com/office/drawing/2014/main" id="{0AAF1638-0418-FCA4-3294-6366C1806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362907"/>
            <a:ext cx="8186136" cy="136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已知正常成人血液中，每毫升白细胞数的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平均值是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7300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均方差是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，利用切比雪夫不等式估计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每毫升血液含白细胞数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5200~9400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之间的概率。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设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表示每毫升血液中含白细胞个数，则    </a:t>
                </a:r>
              </a:p>
            </p:txBody>
          </p:sp>
        </mc:Choice>
        <mc:Fallback xmlns="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blipFill>
                <a:blip r:embed="rId3"/>
                <a:stretch>
                  <a:fillRect l="-1290" t="-14706" b="-26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E9827C07-772B-1013-2470-2CABD1FBA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135" y="4292600"/>
          <a:ext cx="3910528" cy="47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4" imgW="45935900" imgH="5562600" progId="Equation.DSMT4">
                  <p:embed/>
                </p:oleObj>
              </mc:Choice>
              <mc:Fallback>
                <p:oleObj name="Equation" r:id="rId4" imgW="45935900" imgH="556260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E9827C07-772B-1013-2470-2CABD1FBA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135" y="4292600"/>
                        <a:ext cx="3910528" cy="473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2D953926-1622-2018-922C-0D027F637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6094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则  </a:t>
            </a:r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6358FD50-0597-7589-91C1-F37EA9278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2028" y="5053303"/>
          <a:ext cx="5999678" cy="60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6" imgW="64071500" imgH="6438900" progId="Equation.DSMT4">
                  <p:embed/>
                </p:oleObj>
              </mc:Choice>
              <mc:Fallback>
                <p:oleObj name="Equation" r:id="rId6" imgW="64071500" imgH="6438900" progId="Equation.DSMT4">
                  <p:embed/>
                  <p:pic>
                    <p:nvPicPr>
                      <p:cNvPr id="18440" name="Object 8">
                        <a:extLst>
                          <a:ext uri="{FF2B5EF4-FFF2-40B4-BE49-F238E27FC236}">
                            <a16:creationId xmlns:a16="http://schemas.microsoft.com/office/drawing/2014/main" id="{6358FD50-0597-7589-91C1-F37EA9278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028" y="5053303"/>
                        <a:ext cx="5999678" cy="60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>
            <a:extLst>
              <a:ext uri="{FF2B5EF4-FFF2-40B4-BE49-F238E27FC236}">
                <a16:creationId xmlns:a16="http://schemas.microsoft.com/office/drawing/2014/main" id="{75A782CB-55C9-2D45-8B5B-342321E2D0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8212" y="5680687"/>
          <a:ext cx="3805356" cy="640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8" imgW="38328600" imgH="6438900" progId="Equation.DSMT4">
                  <p:embed/>
                </p:oleObj>
              </mc:Choice>
              <mc:Fallback>
                <p:oleObj name="Equation" r:id="rId8" imgW="38328600" imgH="6438900" progId="Equation.DSMT4">
                  <p:embed/>
                  <p:pic>
                    <p:nvPicPr>
                      <p:cNvPr id="18441" name="Object 9">
                        <a:extLst>
                          <a:ext uri="{FF2B5EF4-FFF2-40B4-BE49-F238E27FC236}">
                            <a16:creationId xmlns:a16="http://schemas.microsoft.com/office/drawing/2014/main" id="{75A782CB-55C9-2D45-8B5B-342321E2D0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212" y="5680687"/>
                        <a:ext cx="3805356" cy="640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D6E9D16-08E9-4299-7709-89F04BD2753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B05EB84C-105C-5076-9A21-BD675958FD8F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#9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5522DE-955C-8832-543C-98FE42123702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" action="ppaction://noaction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</a:p>
        </p:txBody>
      </p:sp>
      <p:sp>
        <p:nvSpPr>
          <p:cNvPr id="61446" name="Text Box 6">
            <a:hlinkClick r:id="" action="ppaction://noaction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0D048A-19DE-BD0F-25E8-C3F5CE9B98F9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8825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565B5E-1F5F-A8B4-E885-99B5E93C4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669" y="4367567"/>
                <a:ext cx="8817428" cy="43107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的分布？？</a:t>
                </a:r>
                <a:endParaRPr lang="zh-CN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565B5E-1F5F-A8B4-E885-99B5E93C4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669" y="4367567"/>
                <a:ext cx="8817428" cy="4310743"/>
              </a:xfrm>
              <a:blipFill>
                <a:blip r:embed="rId2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004DAF3-64DF-6DDE-134E-0C2EE5D0031C}"/>
                  </a:ext>
                </a:extLst>
              </p:cNvPr>
              <p:cNvSpPr/>
              <p:nvPr/>
            </p:nvSpPr>
            <p:spPr>
              <a:xfrm>
                <a:off x="3773480" y="2915231"/>
                <a:ext cx="1597040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𝜉</m:t>
                      </m:r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kumimoji="0" lang="zh-CN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zh-CN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004DAF3-64DF-6DDE-134E-0C2EE5D00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480" y="2915231"/>
                <a:ext cx="1597040" cy="988540"/>
              </a:xfrm>
              <a:prstGeom prst="rect">
                <a:avLst/>
              </a:prstGeom>
              <a:blipFill>
                <a:blip r:embed="rId3"/>
                <a:stretch>
                  <a:fillRect l="-27778" t="-130380" r="-19841" b="-179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CA70E78-60A5-13C7-7DBC-08CB07F31873}"/>
              </a:ext>
            </a:extLst>
          </p:cNvPr>
          <p:cNvSpPr txBox="1">
            <a:spLocks/>
          </p:cNvSpPr>
          <p:nvPr/>
        </p:nvSpPr>
        <p:spPr>
          <a:xfrm>
            <a:off x="439271" y="1595325"/>
            <a:ext cx="8817428" cy="4310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城市用电量之和；一批螺丝钉的总质量；开灯的总数量；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DE1B4C-BCE8-5A75-94E1-3F2EB59B3D12}"/>
                  </a:ext>
                </a:extLst>
              </p:cNvPr>
              <p:cNvSpPr txBox="1"/>
              <p:nvPr/>
            </p:nvSpPr>
            <p:spPr>
              <a:xfrm>
                <a:off x="2497667" y="4458820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为正态分布时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DE1B4C-BCE8-5A75-94E1-3F2EB59B3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4458820"/>
                <a:ext cx="4981432" cy="461665"/>
              </a:xfrm>
              <a:prstGeom prst="rect">
                <a:avLst/>
              </a:prstGeom>
              <a:blipFill>
                <a:blip r:embed="rId4"/>
                <a:stretch>
                  <a:fillRect l="-763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0C5A37-3360-384A-492C-A5DBFC795C69}"/>
                  </a:ext>
                </a:extLst>
              </p:cNvPr>
              <p:cNvSpPr txBox="1"/>
              <p:nvPr/>
            </p:nvSpPr>
            <p:spPr>
              <a:xfrm>
                <a:off x="2497667" y="5182444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为均匀分布时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0C5A37-3360-384A-492C-A5DBFC79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5182444"/>
                <a:ext cx="4981432" cy="461665"/>
              </a:xfrm>
              <a:prstGeom prst="rect">
                <a:avLst/>
              </a:prstGeom>
              <a:blipFill>
                <a:blip r:embed="rId5"/>
                <a:stretch>
                  <a:fillRect l="-763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118EEB-2C46-984C-8570-6797FFE79481}"/>
                  </a:ext>
                </a:extLst>
              </p:cNvPr>
              <p:cNvSpPr txBox="1"/>
              <p:nvPr/>
            </p:nvSpPr>
            <p:spPr>
              <a:xfrm>
                <a:off x="2497667" y="5829931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为指数分布时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118EEB-2C46-984C-8570-6797FFE79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5829931"/>
                <a:ext cx="4981432" cy="461665"/>
              </a:xfrm>
              <a:prstGeom prst="rect">
                <a:avLst/>
              </a:prstGeom>
              <a:blipFill>
                <a:blip r:embed="rId6"/>
                <a:stretch>
                  <a:fillRect l="-763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5E72C581-65CB-72E8-95C6-46831AB336CC}"/>
              </a:ext>
            </a:extLst>
          </p:cNvPr>
          <p:cNvSpPr txBox="1"/>
          <p:nvPr/>
        </p:nvSpPr>
        <p:spPr>
          <a:xfrm>
            <a:off x="5540991" y="506123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FCE8EC-F23A-A5B2-8B88-604B4DE55548}"/>
              </a:ext>
            </a:extLst>
          </p:cNvPr>
          <p:cNvSpPr txBox="1"/>
          <p:nvPr/>
        </p:nvSpPr>
        <p:spPr>
          <a:xfrm>
            <a:off x="5540991" y="572140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D368576-BE5A-1D8B-5AF0-3A66C5C2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BCC95A6-DF69-3D70-E9B2-F97BA26B2DB0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DF8314E-CE1A-57BA-E29C-18FB57463C6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2938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55" y="1235404"/>
                <a:ext cx="8596993" cy="199092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dirty="0">
                    <a:latin typeface="Cambria Math" panose="02040503050406030204" pitchFamily="18" charset="0"/>
                  </a:rPr>
                  <a:t>一加法器同时收到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个噪声电压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=1,2,⋯,20)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，设它们是相互独立的随机变量，且都在区间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上服从均匀分布，记</a:t>
                </a:r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 dirty="0"/>
                  <a:t>                      </a:t>
                </a:r>
                <a:r>
                  <a:rPr lang="zh-CN" altLang="en-US" sz="2200" dirty="0"/>
                  <a:t>，求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&gt;105}</m:t>
                    </m:r>
                  </m:oMath>
                </a14:m>
                <a:r>
                  <a:rPr lang="zh-CN" altLang="en-US" sz="2200" dirty="0"/>
                  <a:t>的近似值。</a:t>
                </a:r>
                <a:endParaRPr lang="en-US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55" y="1235404"/>
                <a:ext cx="8596993" cy="1990920"/>
              </a:xfrm>
              <a:blipFill>
                <a:blip r:embed="rId3"/>
                <a:stretch>
                  <a:fillRect l="-885" r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F9CF9F59-AE68-6044-6324-1E72B50E8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7B24B54-3676-DDF3-B39A-59E7131F6E7B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3B435B5-A1B1-463C-B19A-FC52C55EEB02}"/>
                  </a:ext>
                </a:extLst>
              </p:cNvPr>
              <p:cNvSpPr txBox="1"/>
              <p:nvPr/>
            </p:nvSpPr>
            <p:spPr>
              <a:xfrm>
                <a:off x="535895" y="2288631"/>
                <a:ext cx="1095749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𝑉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3B435B5-A1B1-463C-B19A-FC52C55EE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95" y="2288631"/>
                <a:ext cx="1095749" cy="778739"/>
              </a:xfrm>
              <a:prstGeom prst="rect">
                <a:avLst/>
              </a:prstGeom>
              <a:blipFill>
                <a:blip r:embed="rId4"/>
                <a:stretch>
                  <a:fillRect l="-34483" t="-112903" r="-24138" b="-17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DE7A350-3D30-22D8-03B8-0BB9A6D6F605}"/>
                  </a:ext>
                </a:extLst>
              </p:cNvPr>
              <p:cNvSpPr txBox="1"/>
              <p:nvPr/>
            </p:nvSpPr>
            <p:spPr>
              <a:xfrm>
                <a:off x="473676" y="3640635"/>
                <a:ext cx="7409934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楷体" panose="02010600040101010101" pitchFamily="2" charset="-122"/>
                    <a:cs typeface="+mn-cs"/>
                  </a:rPr>
                  <a:t>解 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=5, </m:t>
                    </m:r>
                    <m:r>
                      <a:rPr kumimoji="0" lang="en-US" altLang="zh-CN" sz="22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100</m:t>
                        </m:r>
                      </m:num>
                      <m:den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12</m:t>
                        </m:r>
                      </m:den>
                    </m:f>
                    <m:r>
                      <a:rPr kumimoji="0" lang="en-US" altLang="zh-CN" sz="22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=1,2,⋯,20</m:t>
                        </m:r>
                      </m:e>
                    </m:d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DE7A350-3D30-22D8-03B8-0BB9A6D6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76" y="3640635"/>
                <a:ext cx="7409934" cy="571118"/>
              </a:xfrm>
              <a:prstGeom prst="rect">
                <a:avLst/>
              </a:prstGeom>
              <a:blipFill>
                <a:blip r:embed="rId5"/>
                <a:stretch>
                  <a:fillRect l="-1027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9347B0-8318-9E73-7691-F49FB0FA5627}"/>
                  </a:ext>
                </a:extLst>
              </p:cNvPr>
              <p:cNvSpPr txBox="1"/>
              <p:nvPr/>
            </p:nvSpPr>
            <p:spPr>
              <a:xfrm>
                <a:off x="1182129" y="5276851"/>
                <a:ext cx="5258491" cy="713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              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100/12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   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−20×5    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100/12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(0,1)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9347B0-8318-9E73-7691-F49FB0FA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129" y="5276851"/>
                <a:ext cx="5258491" cy="713657"/>
              </a:xfrm>
              <a:prstGeom prst="rect">
                <a:avLst/>
              </a:prstGeom>
              <a:blipFill>
                <a:blip r:embed="rId6"/>
                <a:stretch>
                  <a:fillRect t="-7018"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19811-F640-196E-0B57-CAA12495DEA0}"/>
                  </a:ext>
                </a:extLst>
              </p:cNvPr>
              <p:cNvSpPr txBox="1"/>
              <p:nvPr/>
            </p:nvSpPr>
            <p:spPr>
              <a:xfrm>
                <a:off x="1693900" y="4626064"/>
                <a:ext cx="1063068" cy="87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19811-F640-196E-0B57-CAA12495D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900" y="4626064"/>
                <a:ext cx="1063068" cy="871072"/>
              </a:xfrm>
              <a:prstGeom prst="rect">
                <a:avLst/>
              </a:prstGeom>
              <a:blipFill>
                <a:blip r:embed="rId7"/>
                <a:stretch>
                  <a:fillRect l="-58333" t="-95652" r="-5952" b="-15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1B6BF-72BE-B374-A996-554A2AF041AE}"/>
                  </a:ext>
                </a:extLst>
              </p:cNvPr>
              <p:cNvSpPr txBox="1"/>
              <p:nvPr/>
            </p:nvSpPr>
            <p:spPr>
              <a:xfrm>
                <a:off x="2451287" y="4909572"/>
                <a:ext cx="9524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−20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×5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1B6BF-72BE-B374-A996-554A2AF0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287" y="4909572"/>
                <a:ext cx="9524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612D5-1DE0-3C43-F826-C7DFFA3672F7}"/>
                  </a:ext>
                </a:extLst>
              </p:cNvPr>
              <p:cNvSpPr txBox="1"/>
              <p:nvPr/>
            </p:nvSpPr>
            <p:spPr>
              <a:xfrm>
                <a:off x="5354831" y="5243574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612D5-1DE0-3C43-F826-C7DFFA367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1" y="5243574"/>
                <a:ext cx="180370" cy="276999"/>
              </a:xfrm>
              <a:prstGeom prst="rect">
                <a:avLst/>
              </a:prstGeom>
              <a:blipFill>
                <a:blip r:embed="rId9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DDD2E98-8C0E-2A94-EE4C-7AFCC89CD247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21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1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357" y="1716106"/>
                <a:ext cx="8596993" cy="499654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&gt;105}=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−20×5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105−20×5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−100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&gt;0.387}=1−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−100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≤0.387}</m:t>
                      </m:r>
                    </m:oMath>
                  </m:oMathPara>
                </a14:m>
                <a:endParaRPr lang="en-US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9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zh-CN" sz="22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Φ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(0.387)=0.348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357" y="1716106"/>
                <a:ext cx="8596993" cy="4996543"/>
              </a:xfrm>
              <a:blipFill>
                <a:blip r:embed="rId3"/>
                <a:stretch>
                  <a:fillRect l="-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29016D20-722D-652E-1A0B-040A6E633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72C797A5-ED00-4328-FB89-ABD6E0903FD4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7B1615C-F901-D0CF-19A1-2CCC47F9522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22463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28603" b="26572"/>
          <a:stretch/>
        </p:blipFill>
        <p:spPr>
          <a:xfrm>
            <a:off x="2573431" y="2279837"/>
            <a:ext cx="4178209" cy="2608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C1BB48-3F88-8676-551D-F09EA8977DEE}"/>
              </a:ext>
            </a:extLst>
          </p:cNvPr>
          <p:cNvSpPr txBox="1"/>
          <p:nvPr/>
        </p:nvSpPr>
        <p:spPr>
          <a:xfrm>
            <a:off x="7628965" y="0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均匀分布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0F05CC-4E5D-2CFE-78ED-09F56C8C904F}"/>
              </a:ext>
            </a:extLst>
          </p:cNvPr>
          <p:cNvSpPr txBox="1"/>
          <p:nvPr/>
        </p:nvSpPr>
        <p:spPr>
          <a:xfrm>
            <a:off x="8355106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随机变量的函数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331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5AF77C-6216-D0EF-237F-6AD1DED5206D}"/>
              </a:ext>
            </a:extLst>
          </p:cNvPr>
          <p:cNvSpPr txBox="1"/>
          <p:nvPr/>
        </p:nvSpPr>
        <p:spPr>
          <a:xfrm>
            <a:off x="62668" y="2610971"/>
            <a:ext cx="90813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等可能概型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>
                <a:highlight>
                  <a:srgbClr val="FFFF00"/>
                </a:highlight>
              </a:rPr>
              <a:t>均匀分布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二维均匀分布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条件分布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独立性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r>
              <a:rPr kumimoji="1" lang="zh-CN" altLang="en-US" sz="2800" b="1" dirty="0">
                <a:highlight>
                  <a:srgbClr val="FFFF00"/>
                </a:highlight>
              </a:rPr>
              <a:t>随机变量的函数</a:t>
            </a:r>
            <a:r>
              <a:rPr kumimoji="1" lang="en-US" altLang="zh-CN" sz="2800" b="1" dirty="0"/>
              <a:t>--</a:t>
            </a:r>
            <a:r>
              <a:rPr kumimoji="1" lang="zh-CN" altLang="en-US" sz="2800" b="1" dirty="0"/>
              <a:t>多维随机变量的函数</a:t>
            </a:r>
            <a:r>
              <a:rPr kumimoji="1" lang="en-US" altLang="zh-CN" sz="2800" b="1" dirty="0"/>
              <a:t>--</a:t>
            </a:r>
            <a:r>
              <a:rPr kumimoji="1" lang="zh-CN" altLang="en-US" sz="2800" b="1" dirty="0"/>
              <a:t>期望和方差性质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r>
              <a:rPr kumimoji="1" lang="zh-CN" altLang="en-US" sz="2800" b="1" dirty="0">
                <a:highlight>
                  <a:srgbClr val="FFFF00"/>
                </a:highlight>
              </a:rPr>
              <a:t>分位数</a:t>
            </a:r>
            <a:r>
              <a:rPr kumimoji="1" lang="en-US" altLang="zh-CN" sz="2800" b="1" dirty="0"/>
              <a:t>--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0535288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天坛月色">
  <a:themeElements>
    <a:clrScheme name="天坛月色 1">
      <a:dk1>
        <a:srgbClr val="DDDDDD"/>
      </a:dk1>
      <a:lt1>
        <a:srgbClr val="FFFFFF"/>
      </a:lt1>
      <a:dk2>
        <a:srgbClr val="3366CC"/>
      </a:dk2>
      <a:lt2>
        <a:srgbClr val="FFFF66"/>
      </a:lt2>
      <a:accent1>
        <a:srgbClr val="879CC8"/>
      </a:accent1>
      <a:accent2>
        <a:srgbClr val="C0C0C0"/>
      </a:accent2>
      <a:accent3>
        <a:srgbClr val="ADB8E2"/>
      </a:accent3>
      <a:accent4>
        <a:srgbClr val="DADADA"/>
      </a:accent4>
      <a:accent5>
        <a:srgbClr val="C3CBE0"/>
      </a:accent5>
      <a:accent6>
        <a:srgbClr val="AEAEAE"/>
      </a:accent6>
      <a:hlink>
        <a:srgbClr val="66FFFF"/>
      </a:hlink>
      <a:folHlink>
        <a:srgbClr val="CCFFCC"/>
      </a:folHlink>
    </a:clrScheme>
    <a:fontScheme name="天坛月色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天坛月色 1">
        <a:dk1>
          <a:srgbClr val="DDDDDD"/>
        </a:dk1>
        <a:lt1>
          <a:srgbClr val="FFFFFF"/>
        </a:lt1>
        <a:dk2>
          <a:srgbClr val="3366CC"/>
        </a:dk2>
        <a:lt2>
          <a:srgbClr val="FFFF66"/>
        </a:lt2>
        <a:accent1>
          <a:srgbClr val="879CC8"/>
        </a:accent1>
        <a:accent2>
          <a:srgbClr val="C0C0C0"/>
        </a:accent2>
        <a:accent3>
          <a:srgbClr val="ADB8E2"/>
        </a:accent3>
        <a:accent4>
          <a:srgbClr val="DADADA"/>
        </a:accent4>
        <a:accent5>
          <a:srgbClr val="C3CBE0"/>
        </a:accent5>
        <a:accent6>
          <a:srgbClr val="AEAEAE"/>
        </a:accent6>
        <a:hlink>
          <a:srgbClr val="66FFFF"/>
        </a:hlink>
        <a:folHlink>
          <a:srgbClr val="CC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2">
        <a:dk1>
          <a:srgbClr val="C0C0C0"/>
        </a:dk1>
        <a:lt1>
          <a:srgbClr val="FFFFFF"/>
        </a:lt1>
        <a:dk2>
          <a:srgbClr val="006699"/>
        </a:dk2>
        <a:lt2>
          <a:srgbClr val="FFFFFF"/>
        </a:lt2>
        <a:accent1>
          <a:srgbClr val="93B090"/>
        </a:accent1>
        <a:accent2>
          <a:srgbClr val="CCECFF"/>
        </a:accent2>
        <a:accent3>
          <a:srgbClr val="AAB8CA"/>
        </a:accent3>
        <a:accent4>
          <a:srgbClr val="DADADA"/>
        </a:accent4>
        <a:accent5>
          <a:srgbClr val="C8D4C6"/>
        </a:accent5>
        <a:accent6>
          <a:srgbClr val="B9D6E7"/>
        </a:accent6>
        <a:hlink>
          <a:srgbClr val="FFFF66"/>
        </a:hlink>
        <a:folHlink>
          <a:srgbClr val="66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3">
        <a:dk1>
          <a:srgbClr val="DDDDDD"/>
        </a:dk1>
        <a:lt1>
          <a:srgbClr val="FFFFFF"/>
        </a:lt1>
        <a:dk2>
          <a:srgbClr val="7B7BA7"/>
        </a:dk2>
        <a:lt2>
          <a:srgbClr val="FFFF66"/>
        </a:lt2>
        <a:accent1>
          <a:srgbClr val="78AE90"/>
        </a:accent1>
        <a:accent2>
          <a:srgbClr val="B8B8D0"/>
        </a:accent2>
        <a:accent3>
          <a:srgbClr val="BFBFD0"/>
        </a:accent3>
        <a:accent4>
          <a:srgbClr val="DADADA"/>
        </a:accent4>
        <a:accent5>
          <a:srgbClr val="BED3C6"/>
        </a:accent5>
        <a:accent6>
          <a:srgbClr val="A6A6BC"/>
        </a:accent6>
        <a:hlink>
          <a:srgbClr val="66FFCC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4">
        <a:dk1>
          <a:srgbClr val="DDDDDD"/>
        </a:dk1>
        <a:lt1>
          <a:srgbClr val="FFFF00"/>
        </a:lt1>
        <a:dk2>
          <a:srgbClr val="6600CC"/>
        </a:dk2>
        <a:lt2>
          <a:srgbClr val="FFFFFF"/>
        </a:lt2>
        <a:accent1>
          <a:srgbClr val="7296B6"/>
        </a:accent1>
        <a:accent2>
          <a:srgbClr val="FF6600"/>
        </a:accent2>
        <a:accent3>
          <a:srgbClr val="B8AAE2"/>
        </a:accent3>
        <a:accent4>
          <a:srgbClr val="DADA00"/>
        </a:accent4>
        <a:accent5>
          <a:srgbClr val="BCC9D7"/>
        </a:accent5>
        <a:accent6>
          <a:srgbClr val="E75C00"/>
        </a:accent6>
        <a:hlink>
          <a:srgbClr val="99FF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5">
        <a:dk1>
          <a:srgbClr val="DDDDDD"/>
        </a:dk1>
        <a:lt1>
          <a:srgbClr val="FFFFFF"/>
        </a:lt1>
        <a:dk2>
          <a:srgbClr val="0099CC"/>
        </a:dk2>
        <a:lt2>
          <a:srgbClr val="CCECFF"/>
        </a:lt2>
        <a:accent1>
          <a:srgbClr val="DD8A79"/>
        </a:accent1>
        <a:accent2>
          <a:srgbClr val="339966"/>
        </a:accent2>
        <a:accent3>
          <a:srgbClr val="AACAE2"/>
        </a:accent3>
        <a:accent4>
          <a:srgbClr val="DADADA"/>
        </a:accent4>
        <a:accent5>
          <a:srgbClr val="EBC4BE"/>
        </a:accent5>
        <a:accent6>
          <a:srgbClr val="2D8A5C"/>
        </a:accent6>
        <a:hlink>
          <a:srgbClr val="FFFF66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6">
        <a:dk1>
          <a:srgbClr val="C0C0C0"/>
        </a:dk1>
        <a:lt1>
          <a:srgbClr val="FFFFFF"/>
        </a:lt1>
        <a:dk2>
          <a:srgbClr val="536DAD"/>
        </a:dk2>
        <a:lt2>
          <a:srgbClr val="66FF66"/>
        </a:lt2>
        <a:accent1>
          <a:srgbClr val="C48AB6"/>
        </a:accent1>
        <a:accent2>
          <a:srgbClr val="FFCCFF"/>
        </a:accent2>
        <a:accent3>
          <a:srgbClr val="B3BAD3"/>
        </a:accent3>
        <a:accent4>
          <a:srgbClr val="DADADA"/>
        </a:accent4>
        <a:accent5>
          <a:srgbClr val="DEC4D7"/>
        </a:accent5>
        <a:accent6>
          <a:srgbClr val="E7B9E7"/>
        </a:accent6>
        <a:hlink>
          <a:srgbClr val="00FFFF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7">
        <a:dk1>
          <a:srgbClr val="C0C0C0"/>
        </a:dk1>
        <a:lt1>
          <a:srgbClr val="FFFF00"/>
        </a:lt1>
        <a:dk2>
          <a:srgbClr val="996633"/>
        </a:dk2>
        <a:lt2>
          <a:srgbClr val="66FFFF"/>
        </a:lt2>
        <a:accent1>
          <a:srgbClr val="CD7C73"/>
        </a:accent1>
        <a:accent2>
          <a:srgbClr val="B6B6CE"/>
        </a:accent2>
        <a:accent3>
          <a:srgbClr val="CAB8AD"/>
        </a:accent3>
        <a:accent4>
          <a:srgbClr val="DADA00"/>
        </a:accent4>
        <a:accent5>
          <a:srgbClr val="E3BFBC"/>
        </a:accent5>
        <a:accent6>
          <a:srgbClr val="A5A5BA"/>
        </a:accent6>
        <a:hlink>
          <a:srgbClr val="000000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8">
        <a:dk1>
          <a:srgbClr val="C0C0C0"/>
        </a:dk1>
        <a:lt1>
          <a:srgbClr val="FFFF66"/>
        </a:lt1>
        <a:dk2>
          <a:srgbClr val="008080"/>
        </a:dk2>
        <a:lt2>
          <a:srgbClr val="FFFF00"/>
        </a:lt2>
        <a:accent1>
          <a:srgbClr val="859CC9"/>
        </a:accent1>
        <a:accent2>
          <a:srgbClr val="FFCCFF"/>
        </a:accent2>
        <a:accent3>
          <a:srgbClr val="AAC0C0"/>
        </a:accent3>
        <a:accent4>
          <a:srgbClr val="DADA56"/>
        </a:accent4>
        <a:accent5>
          <a:srgbClr val="C2CBE1"/>
        </a:accent5>
        <a:accent6>
          <a:srgbClr val="E7B9E7"/>
        </a:accent6>
        <a:hlink>
          <a:srgbClr val="99FFCC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2">
      <a:majorFont>
        <a:latin typeface="Times New Roman"/>
        <a:ea typeface="仓耳今楷05-6763 W04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仓耳今楷05-6763 W05"/>
        <a:cs typeface=""/>
      </a:majorFont>
      <a:minorFont>
        <a:latin typeface="Times New Roman"/>
        <a:ea typeface="仓耳今楷05-6763 W03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1594</TotalTime>
  <Words>4960</Words>
  <Application>Microsoft Office PowerPoint</Application>
  <PresentationFormat>全屏显示(4:3)</PresentationFormat>
  <Paragraphs>717</Paragraphs>
  <Slides>98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98</vt:i4>
      </vt:variant>
    </vt:vector>
  </HeadingPairs>
  <TitlesOfParts>
    <vt:vector size="137" baseType="lpstr">
      <vt:lpstr>KaiTi</vt:lpstr>
      <vt:lpstr>Monotype Sorts</vt:lpstr>
      <vt:lpstr>TimesNewRomanPS</vt:lpstr>
      <vt:lpstr>仓耳今楷05-6763 W03</vt:lpstr>
      <vt:lpstr>等线</vt:lpstr>
      <vt:lpstr>等线 Light</vt:lpstr>
      <vt:lpstr>SimHei</vt:lpstr>
      <vt:lpstr>华文楷体</vt:lpstr>
      <vt:lpstr>华文新魏</vt:lpstr>
      <vt:lpstr>华文新魏</vt:lpstr>
      <vt:lpstr>楷体</vt:lpstr>
      <vt:lpstr>宋体</vt:lpstr>
      <vt:lpstr>Microsoft YaHei</vt:lpstr>
      <vt:lpstr>Microsoft YaHei</vt:lpstr>
      <vt:lpstr>Arial</vt:lpstr>
      <vt:lpstr>Calibri</vt:lpstr>
      <vt:lpstr>Calibri Light</vt:lpstr>
      <vt:lpstr>Cambria Math</vt:lpstr>
      <vt:lpstr>Corbel</vt:lpstr>
      <vt:lpstr>Symbol</vt:lpstr>
      <vt:lpstr>Tahoma</vt:lpstr>
      <vt:lpstr>Times New Roman</vt:lpstr>
      <vt:lpstr>Verdana</vt:lpstr>
      <vt:lpstr>Wingdings</vt:lpstr>
      <vt:lpstr>Wingdings 2</vt:lpstr>
      <vt:lpstr>Office 主题</vt:lpstr>
      <vt:lpstr>Blends</vt:lpstr>
      <vt:lpstr>默认设计模板</vt:lpstr>
      <vt:lpstr>Profile</vt:lpstr>
      <vt:lpstr>1_Profile</vt:lpstr>
      <vt:lpstr>天坛月色</vt:lpstr>
      <vt:lpstr>2_Profile</vt:lpstr>
      <vt:lpstr>1_Office 主题</vt:lpstr>
      <vt:lpstr>2_Office 主题</vt:lpstr>
      <vt:lpstr>Office 主题​​</vt:lpstr>
      <vt:lpstr>3_Office 主题</vt:lpstr>
      <vt:lpstr>Equation</vt:lpstr>
      <vt:lpstr>公式</vt:lpstr>
      <vt:lpstr>BMP 图象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随机变量的相互独立性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中心极限定理</vt:lpstr>
      <vt:lpstr>中心极限定理</vt:lpstr>
      <vt:lpstr>中心极限定理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中心极限定理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201</cp:lastModifiedBy>
  <cp:revision>201</cp:revision>
  <dcterms:created xsi:type="dcterms:W3CDTF">2017-03-23T12:42:00Z</dcterms:created>
  <dcterms:modified xsi:type="dcterms:W3CDTF">2023-05-09T01:40:38Z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