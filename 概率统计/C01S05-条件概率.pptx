
<file path=[Content_Types].xml><?xml version="1.0" encoding="utf-8"?>
<Types xmlns="http://schemas.openxmlformats.org/package/2006/content-types">
  <Default Extension="tmp" ContentType="image/png"/>
  <Default Extension="png" ContentType="image/png"/>
  <Default Extension="bin" ContentType="application/vnd.openxmlformats-officedocument.oleObject"/>
  <Default Extension="svg" ContentType="image/svg+xml"/>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150.xml" ContentType="application/vnd.openxmlformats-officedocument.presentationml.tags+xml"/>
  <Override PartName="/ppt/tags/tag280.xml" ContentType="application/vnd.openxmlformats-officedocument.presentationml.tag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2" r:id="rId1"/>
  </p:sldMasterIdLst>
  <p:notesMasterIdLst>
    <p:notesMasterId r:id="rId47"/>
  </p:notesMasterIdLst>
  <p:handoutMasterIdLst>
    <p:handoutMasterId r:id="rId48"/>
  </p:handoutMasterIdLst>
  <p:sldIdLst>
    <p:sldId id="1813" r:id="rId2"/>
    <p:sldId id="1804" r:id="rId3"/>
    <p:sldId id="1807" r:id="rId4"/>
    <p:sldId id="1800" r:id="rId5"/>
    <p:sldId id="1808" r:id="rId6"/>
    <p:sldId id="1809" r:id="rId7"/>
    <p:sldId id="1805" r:id="rId8"/>
    <p:sldId id="1806" r:id="rId9"/>
    <p:sldId id="375" r:id="rId10"/>
    <p:sldId id="458" r:id="rId11"/>
    <p:sldId id="428" r:id="rId12"/>
    <p:sldId id="377" r:id="rId13"/>
    <p:sldId id="378" r:id="rId14"/>
    <p:sldId id="459" r:id="rId15"/>
    <p:sldId id="1817" r:id="rId16"/>
    <p:sldId id="1816" r:id="rId17"/>
    <p:sldId id="431" r:id="rId18"/>
    <p:sldId id="1793" r:id="rId19"/>
    <p:sldId id="432" r:id="rId20"/>
    <p:sldId id="457" r:id="rId21"/>
    <p:sldId id="371" r:id="rId22"/>
    <p:sldId id="430" r:id="rId23"/>
    <p:sldId id="435" r:id="rId24"/>
    <p:sldId id="441" r:id="rId25"/>
    <p:sldId id="445" r:id="rId26"/>
    <p:sldId id="1794" r:id="rId27"/>
    <p:sldId id="443" r:id="rId28"/>
    <p:sldId id="442" r:id="rId29"/>
    <p:sldId id="447" r:id="rId30"/>
    <p:sldId id="1814" r:id="rId31"/>
    <p:sldId id="1815" r:id="rId32"/>
    <p:sldId id="452" r:id="rId33"/>
    <p:sldId id="1811" r:id="rId34"/>
    <p:sldId id="444" r:id="rId35"/>
    <p:sldId id="370" r:id="rId36"/>
    <p:sldId id="1795" r:id="rId37"/>
    <p:sldId id="449" r:id="rId38"/>
    <p:sldId id="451" r:id="rId39"/>
    <p:sldId id="1812" r:id="rId40"/>
    <p:sldId id="1792" r:id="rId41"/>
    <p:sldId id="1818" r:id="rId42"/>
    <p:sldId id="372" r:id="rId43"/>
    <p:sldId id="440" r:id="rId44"/>
    <p:sldId id="433" r:id="rId45"/>
    <p:sldId id="448"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87" userDrawn="1">
          <p15:clr>
            <a:srgbClr val="A4A3A4"/>
          </p15:clr>
        </p15:guide>
        <p15:guide id="2" pos="249" userDrawn="1">
          <p15:clr>
            <a:srgbClr val="A4A3A4"/>
          </p15:clr>
        </p15:guide>
        <p15:guide id="3" pos="2880" userDrawn="1">
          <p15:clr>
            <a:srgbClr val="A4A3A4"/>
          </p15:clr>
        </p15:guide>
        <p15:guide id="4" pos="5498" userDrawn="1">
          <p15:clr>
            <a:srgbClr val="A4A3A4"/>
          </p15:clr>
        </p15:guide>
        <p15:guide id="5" orient="horz" pos="12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1993"/>
    <a:srgbClr val="FF7E79"/>
    <a:srgbClr val="01479D"/>
    <a:srgbClr val="0000FF"/>
    <a:srgbClr val="00377A"/>
    <a:srgbClr val="174496"/>
    <a:srgbClr val="81A678"/>
    <a:srgbClr val="024421"/>
    <a:srgbClr val="4A66AC"/>
    <a:srgbClr val="7F8F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5A475F-7A1B-2341-9485-47254AD74EE2}" v="672" dt="2023-02-27T15:21:51.52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71" autoAdjust="0"/>
    <p:restoredTop sz="90266"/>
  </p:normalViewPr>
  <p:slideViewPr>
    <p:cSldViewPr snapToGrid="0" showGuides="1">
      <p:cViewPr varScale="1">
        <p:scale>
          <a:sx n="79" d="100"/>
          <a:sy n="79" d="100"/>
        </p:scale>
        <p:origin x="1608" y="67"/>
      </p:cViewPr>
      <p:guideLst>
        <p:guide orient="horz" pos="4187"/>
        <p:guide pos="249"/>
        <p:guide pos="2880"/>
        <p:guide pos="5498"/>
        <p:guide orient="horz" pos="127"/>
      </p:guideLst>
    </p:cSldViewPr>
  </p:slideViewPr>
  <p:notesTextViewPr>
    <p:cViewPr>
      <p:scale>
        <a:sx n="1" d="1"/>
        <a:sy n="1" d="1"/>
      </p:scale>
      <p:origin x="0" y="0"/>
    </p:cViewPr>
  </p:notesTextViewPr>
  <p:sorterViewPr>
    <p:cViewPr>
      <p:scale>
        <a:sx n="80" d="100"/>
        <a:sy n="80" d="100"/>
      </p:scale>
      <p:origin x="0" y="-3259"/>
    </p:cViewPr>
  </p:sorterViewPr>
  <p:notesViewPr>
    <p:cSldViewPr snapToGrid="0">
      <p:cViewPr varScale="1">
        <p:scale>
          <a:sx n="66" d="100"/>
          <a:sy n="66" d="100"/>
        </p:scale>
        <p:origin x="2571" y="2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 userId="d19317889db4c986" providerId="LiveId" clId="{E87CCF37-DE99-49C7-B77F-1E4C7A3FD6FA}"/>
    <pc:docChg chg="undo redo custSel addSld delSld modSld sldOrd modMainMaster modNotesMaster">
      <pc:chgData name="Fei" userId="d19317889db4c986" providerId="LiveId" clId="{E87CCF37-DE99-49C7-B77F-1E4C7A3FD6FA}" dt="2022-02-16T09:24:21.242" v="3609" actId="1076"/>
      <pc:docMkLst>
        <pc:docMk/>
      </pc:docMkLst>
      <pc:sldChg chg="del">
        <pc:chgData name="Fei" userId="d19317889db4c986" providerId="LiveId" clId="{E87CCF37-DE99-49C7-B77F-1E4C7A3FD6FA}" dt="2022-02-15T10:55:22.721" v="0" actId="47"/>
        <pc:sldMkLst>
          <pc:docMk/>
          <pc:sldMk cId="1822363911" sldId="257"/>
        </pc:sldMkLst>
      </pc:sldChg>
      <pc:sldChg chg="addSp delSp modSp mod modTransition modNotes">
        <pc:chgData name="Fei" userId="d19317889db4c986" providerId="LiveId" clId="{E87CCF37-DE99-49C7-B77F-1E4C7A3FD6FA}" dt="2022-02-16T08:28:26.859" v="3348"/>
        <pc:sldMkLst>
          <pc:docMk/>
          <pc:sldMk cId="3140837993" sldId="258"/>
        </pc:sldMkLst>
        <pc:spChg chg="mod">
          <ac:chgData name="Fei" userId="d19317889db4c986" providerId="LiveId" clId="{E87CCF37-DE99-49C7-B77F-1E4C7A3FD6FA}" dt="2022-02-16T05:49:09.067" v="1321" actId="2711"/>
          <ac:spMkLst>
            <pc:docMk/>
            <pc:sldMk cId="3140837993" sldId="258"/>
            <ac:spMk id="5" creationId="{00000000-0000-0000-0000-000000000000}"/>
          </ac:spMkLst>
        </pc:spChg>
        <pc:spChg chg="mod">
          <ac:chgData name="Fei" userId="d19317889db4c986" providerId="LiveId" clId="{E87CCF37-DE99-49C7-B77F-1E4C7A3FD6FA}" dt="2022-02-16T05:49:22.692" v="1323" actId="207"/>
          <ac:spMkLst>
            <pc:docMk/>
            <pc:sldMk cId="3140837993" sldId="258"/>
            <ac:spMk id="6" creationId="{00000000-0000-0000-0000-000000000000}"/>
          </ac:spMkLst>
        </pc:spChg>
        <pc:spChg chg="mod">
          <ac:chgData name="Fei" userId="d19317889db4c986" providerId="LiveId" clId="{E87CCF37-DE99-49C7-B77F-1E4C7A3FD6FA}" dt="2022-02-16T05:49:22.692" v="1323" actId="207"/>
          <ac:spMkLst>
            <pc:docMk/>
            <pc:sldMk cId="3140837993" sldId="258"/>
            <ac:spMk id="7" creationId="{00000000-0000-0000-0000-000000000000}"/>
          </ac:spMkLst>
        </pc:spChg>
        <pc:spChg chg="mod">
          <ac:chgData name="Fei" userId="d19317889db4c986" providerId="LiveId" clId="{E87CCF37-DE99-49C7-B77F-1E4C7A3FD6FA}" dt="2022-02-16T05:49:22.692" v="1323" actId="207"/>
          <ac:spMkLst>
            <pc:docMk/>
            <pc:sldMk cId="3140837993" sldId="258"/>
            <ac:spMk id="8" creationId="{00000000-0000-0000-0000-000000000000}"/>
          </ac:spMkLst>
        </pc:spChg>
        <pc:spChg chg="mod">
          <ac:chgData name="Fei" userId="d19317889db4c986" providerId="LiveId" clId="{E87CCF37-DE99-49C7-B77F-1E4C7A3FD6FA}" dt="2022-02-16T05:49:22.692" v="1323" actId="207"/>
          <ac:spMkLst>
            <pc:docMk/>
            <pc:sldMk cId="3140837993" sldId="258"/>
            <ac:spMk id="19" creationId="{14A0E322-51C2-3748-9018-9D449F9AB12E}"/>
          </ac:spMkLst>
        </pc:spChg>
        <pc:spChg chg="mod">
          <ac:chgData name="Fei" userId="d19317889db4c986" providerId="LiveId" clId="{E87CCF37-DE99-49C7-B77F-1E4C7A3FD6FA}" dt="2022-02-16T05:49:22.692" v="1323" actId="207"/>
          <ac:spMkLst>
            <pc:docMk/>
            <pc:sldMk cId="3140837993" sldId="258"/>
            <ac:spMk id="20" creationId="{832CE7C9-AE8E-164F-A612-630C2CAEAF66}"/>
          </ac:spMkLst>
        </pc:spChg>
        <pc:spChg chg="del mod">
          <ac:chgData name="Fei" userId="d19317889db4c986" providerId="LiveId" clId="{E87CCF37-DE99-49C7-B77F-1E4C7A3FD6FA}" dt="2022-02-16T05:27:17.453" v="981" actId="478"/>
          <ac:spMkLst>
            <pc:docMk/>
            <pc:sldMk cId="3140837993" sldId="258"/>
            <ac:spMk id="21" creationId="{11442075-59CD-5449-88BA-231A0DF591CE}"/>
          </ac:spMkLst>
        </pc:spChg>
        <pc:spChg chg="del mod">
          <ac:chgData name="Fei" userId="d19317889db4c986" providerId="LiveId" clId="{E87CCF37-DE99-49C7-B77F-1E4C7A3FD6FA}" dt="2022-02-16T05:27:19.043" v="982" actId="478"/>
          <ac:spMkLst>
            <pc:docMk/>
            <pc:sldMk cId="3140837993" sldId="258"/>
            <ac:spMk id="22" creationId="{1CD14DBB-968D-C045-8A28-0E762E95A440}"/>
          </ac:spMkLst>
        </pc:spChg>
        <pc:spChg chg="add del mod">
          <ac:chgData name="Fei" userId="d19317889db4c986" providerId="LiveId" clId="{E87CCF37-DE99-49C7-B77F-1E4C7A3FD6FA}" dt="2022-02-16T07:04:18.617" v="2417" actId="2711"/>
          <ac:spMkLst>
            <pc:docMk/>
            <pc:sldMk cId="3140837993" sldId="258"/>
            <ac:spMk id="23" creationId="{134965D9-6880-4F5F-A3B8-3938EBB2336A}"/>
          </ac:spMkLst>
        </pc:spChg>
        <pc:spChg chg="mod">
          <ac:chgData name="Fei" userId="d19317889db4c986" providerId="LiveId" clId="{E87CCF37-DE99-49C7-B77F-1E4C7A3FD6FA}" dt="2022-02-16T05:48:59.057" v="1320" actId="207"/>
          <ac:spMkLst>
            <pc:docMk/>
            <pc:sldMk cId="3140837993" sldId="258"/>
            <ac:spMk id="32" creationId="{00000000-0000-0000-0000-000000000000}"/>
          </ac:spMkLst>
        </pc:spChg>
        <pc:spChg chg="mod">
          <ac:chgData name="Fei" userId="d19317889db4c986" providerId="LiveId" clId="{E87CCF37-DE99-49C7-B77F-1E4C7A3FD6FA}" dt="2022-02-16T05:49:22.692" v="1323" actId="207"/>
          <ac:spMkLst>
            <pc:docMk/>
            <pc:sldMk cId="3140837993" sldId="258"/>
            <ac:spMk id="33" creationId="{00000000-0000-0000-0000-000000000000}"/>
          </ac:spMkLst>
        </pc:spChg>
        <pc:spChg chg="mod">
          <ac:chgData name="Fei" userId="d19317889db4c986" providerId="LiveId" clId="{E87CCF37-DE99-49C7-B77F-1E4C7A3FD6FA}" dt="2022-02-16T05:49:22.692" v="1323" actId="207"/>
          <ac:spMkLst>
            <pc:docMk/>
            <pc:sldMk cId="3140837993" sldId="258"/>
            <ac:spMk id="34" creationId="{00000000-0000-0000-0000-000000000000}"/>
          </ac:spMkLst>
        </pc:spChg>
        <pc:spChg chg="mod">
          <ac:chgData name="Fei" userId="d19317889db4c986" providerId="LiveId" clId="{E87CCF37-DE99-49C7-B77F-1E4C7A3FD6FA}" dt="2022-02-16T05:49:22.692" v="1323" actId="207"/>
          <ac:spMkLst>
            <pc:docMk/>
            <pc:sldMk cId="3140837993" sldId="258"/>
            <ac:spMk id="35" creationId="{00000000-0000-0000-0000-000000000000}"/>
          </ac:spMkLst>
        </pc:spChg>
        <pc:spChg chg="del mod">
          <ac:chgData name="Fei" userId="d19317889db4c986" providerId="LiveId" clId="{E87CCF37-DE99-49C7-B77F-1E4C7A3FD6FA}" dt="2022-02-16T03:07:47.785" v="833" actId="478"/>
          <ac:spMkLst>
            <pc:docMk/>
            <pc:sldMk cId="3140837993" sldId="258"/>
            <ac:spMk id="43" creationId="{00000000-0000-0000-0000-000000000000}"/>
          </ac:spMkLst>
        </pc:spChg>
        <pc:spChg chg="del mod">
          <ac:chgData name="Fei" userId="d19317889db4c986" providerId="LiveId" clId="{E87CCF37-DE99-49C7-B77F-1E4C7A3FD6FA}" dt="2022-02-16T03:07:49.219" v="834" actId="478"/>
          <ac:spMkLst>
            <pc:docMk/>
            <pc:sldMk cId="3140837993" sldId="258"/>
            <ac:spMk id="45" creationId="{00000000-0000-0000-0000-000000000000}"/>
          </ac:spMkLst>
        </pc:spChg>
        <pc:spChg chg="mod">
          <ac:chgData name="Fei" userId="d19317889db4c986" providerId="LiveId" clId="{E87CCF37-DE99-49C7-B77F-1E4C7A3FD6FA}" dt="2022-02-16T05:51:51.892" v="1361" actId="207"/>
          <ac:spMkLst>
            <pc:docMk/>
            <pc:sldMk cId="3140837993" sldId="258"/>
            <ac:spMk id="69" creationId="{00000000-0000-0000-0000-000000000000}"/>
          </ac:spMkLst>
        </pc:spChg>
        <pc:spChg chg="del mod">
          <ac:chgData name="Fei" userId="d19317889db4c986" providerId="LiveId" clId="{E87CCF37-DE99-49C7-B77F-1E4C7A3FD6FA}" dt="2022-02-16T03:13:03.445" v="889" actId="478"/>
          <ac:spMkLst>
            <pc:docMk/>
            <pc:sldMk cId="3140837993" sldId="258"/>
            <ac:spMk id="70" creationId="{00000000-0000-0000-0000-000000000000}"/>
          </ac:spMkLst>
        </pc:spChg>
        <pc:picChg chg="add mod">
          <ac:chgData name="Fei" userId="d19317889db4c986" providerId="LiveId" clId="{E87CCF37-DE99-49C7-B77F-1E4C7A3FD6FA}" dt="2022-02-16T03:13:48.545" v="910"/>
          <ac:picMkLst>
            <pc:docMk/>
            <pc:sldMk cId="3140837993" sldId="258"/>
            <ac:picMk id="18" creationId="{9B9AE590-EDF8-44BE-ACFC-4548BE7FA884}"/>
          </ac:picMkLst>
        </pc:picChg>
      </pc:sldChg>
      <pc:sldChg chg="addSp modSp add del modTransition modAnim">
        <pc:chgData name="Fei" userId="d19317889db4c986" providerId="LiveId" clId="{E87CCF37-DE99-49C7-B77F-1E4C7A3FD6FA}" dt="2022-02-16T07:06:42.159" v="2525" actId="47"/>
        <pc:sldMkLst>
          <pc:docMk/>
          <pc:sldMk cId="0" sldId="266"/>
        </pc:sldMkLst>
        <pc:spChg chg="mod">
          <ac:chgData name="Fei" userId="d19317889db4c986" providerId="LiveId" clId="{E87CCF37-DE99-49C7-B77F-1E4C7A3FD6FA}" dt="2022-02-16T07:05:13.688" v="2441" actId="1076"/>
          <ac:spMkLst>
            <pc:docMk/>
            <pc:sldMk cId="0" sldId="266"/>
            <ac:spMk id="43010" creationId="{3D58B255-82C7-448D-9ED6-D36258056BFC}"/>
          </ac:spMkLst>
        </pc:spChg>
        <pc:picChg chg="add mod">
          <ac:chgData name="Fei" userId="d19317889db4c986" providerId="LiveId" clId="{E87CCF37-DE99-49C7-B77F-1E4C7A3FD6FA}" dt="2022-02-16T07:03:36.927" v="2398"/>
          <ac:picMkLst>
            <pc:docMk/>
            <pc:sldMk cId="0" sldId="266"/>
            <ac:picMk id="8" creationId="{AF0D3C0A-D937-4CCC-B765-38A401CCC770}"/>
          </ac:picMkLst>
        </pc:picChg>
      </pc:sldChg>
      <pc:sldChg chg="addSp delSp modSp add del mod modTransition modAnim">
        <pc:chgData name="Fei" userId="d19317889db4c986" providerId="LiveId" clId="{E87CCF37-DE99-49C7-B77F-1E4C7A3FD6FA}" dt="2022-02-16T07:13:36.746" v="2638" actId="47"/>
        <pc:sldMkLst>
          <pc:docMk/>
          <pc:sldMk cId="0" sldId="267"/>
        </pc:sldMkLst>
        <pc:spChg chg="del mod">
          <ac:chgData name="Fei" userId="d19317889db4c986" providerId="LiveId" clId="{E87CCF37-DE99-49C7-B77F-1E4C7A3FD6FA}" dt="2022-02-16T07:07:53.039" v="2552" actId="21"/>
          <ac:spMkLst>
            <pc:docMk/>
            <pc:sldMk cId="0" sldId="267"/>
            <ac:spMk id="44035" creationId="{AD415B56-CCE2-47B4-9151-EB91073B1057}"/>
          </ac:spMkLst>
        </pc:spChg>
        <pc:spChg chg="mod">
          <ac:chgData name="Fei" userId="d19317889db4c986" providerId="LiveId" clId="{E87CCF37-DE99-49C7-B77F-1E4C7A3FD6FA}" dt="2022-02-16T07:07:27.459" v="2529" actId="1076"/>
          <ac:spMkLst>
            <pc:docMk/>
            <pc:sldMk cId="0" sldId="267"/>
            <ac:spMk id="44036" creationId="{32F70240-826B-4660-86E7-6A286DC373DE}"/>
          </ac:spMkLst>
        </pc:spChg>
        <pc:spChg chg="del">
          <ac:chgData name="Fei" userId="d19317889db4c986" providerId="LiveId" clId="{E87CCF37-DE99-49C7-B77F-1E4C7A3FD6FA}" dt="2022-02-16T07:06:58.797" v="2526" actId="478"/>
          <ac:spMkLst>
            <pc:docMk/>
            <pc:sldMk cId="0" sldId="267"/>
            <ac:spMk id="44038" creationId="{96F02769-CAD7-4549-8ED7-E686FB628EC1}"/>
          </ac:spMkLst>
        </pc:spChg>
        <pc:spChg chg="mod">
          <ac:chgData name="Fei" userId="d19317889db4c986" providerId="LiveId" clId="{E87CCF37-DE99-49C7-B77F-1E4C7A3FD6FA}" dt="2022-02-16T07:07:28.948" v="2530" actId="1076"/>
          <ac:spMkLst>
            <pc:docMk/>
            <pc:sldMk cId="0" sldId="267"/>
            <ac:spMk id="44039" creationId="{49AC6B0E-5590-4047-B285-2B4A2AEAC985}"/>
          </ac:spMkLst>
        </pc:spChg>
        <pc:spChg chg="del mod">
          <ac:chgData name="Fei" userId="d19317889db4c986" providerId="LiveId" clId="{E87CCF37-DE99-49C7-B77F-1E4C7A3FD6FA}" dt="2022-02-16T07:07:53.050" v="2554"/>
          <ac:spMkLst>
            <pc:docMk/>
            <pc:sldMk cId="0" sldId="267"/>
            <ac:spMk id="44040" creationId="{D936A7EF-A5B8-4F1E-B41B-050FA233C0DB}"/>
          </ac:spMkLst>
        </pc:spChg>
        <pc:picChg chg="add mod">
          <ac:chgData name="Fei" userId="d19317889db4c986" providerId="LiveId" clId="{E87CCF37-DE99-49C7-B77F-1E4C7A3FD6FA}" dt="2022-02-16T07:03:38.592" v="2399"/>
          <ac:picMkLst>
            <pc:docMk/>
            <pc:sldMk cId="0" sldId="267"/>
            <ac:picMk id="11" creationId="{29530DAE-DB30-4A07-825D-A3FA51DD69E5}"/>
          </ac:picMkLst>
        </pc:picChg>
      </pc:sldChg>
      <pc:sldChg chg="addSp modSp add del ord modTransition modAnim">
        <pc:chgData name="Fei" userId="d19317889db4c986" providerId="LiveId" clId="{E87CCF37-DE99-49C7-B77F-1E4C7A3FD6FA}" dt="2022-02-16T07:24:20.756" v="2764" actId="47"/>
        <pc:sldMkLst>
          <pc:docMk/>
          <pc:sldMk cId="0" sldId="268"/>
        </pc:sldMkLst>
        <pc:spChg chg="add mod">
          <ac:chgData name="Fei" userId="d19317889db4c986" providerId="LiveId" clId="{E87CCF37-DE99-49C7-B77F-1E4C7A3FD6FA}" dt="2022-02-16T07:21:43.054" v="2696"/>
          <ac:spMkLst>
            <pc:docMk/>
            <pc:sldMk cId="0" sldId="268"/>
            <ac:spMk id="12" creationId="{3A5995E8-42B7-4FDB-8383-64D2C77FF9BB}"/>
          </ac:spMkLst>
        </pc:spChg>
        <pc:spChg chg="mod">
          <ac:chgData name="Fei" userId="d19317889db4c986" providerId="LiveId" clId="{E87CCF37-DE99-49C7-B77F-1E4C7A3FD6FA}" dt="2022-02-16T07:21:59.184" v="2725" actId="1036"/>
          <ac:spMkLst>
            <pc:docMk/>
            <pc:sldMk cId="0" sldId="268"/>
            <ac:spMk id="45058" creationId="{7F69F4B6-FF23-4DEB-83AB-E8CDF763E9D4}"/>
          </ac:spMkLst>
        </pc:spChg>
        <pc:spChg chg="mod">
          <ac:chgData name="Fei" userId="d19317889db4c986" providerId="LiveId" clId="{E87CCF37-DE99-49C7-B77F-1E4C7A3FD6FA}" dt="2022-02-16T07:22:29.764" v="2758" actId="20577"/>
          <ac:spMkLst>
            <pc:docMk/>
            <pc:sldMk cId="0" sldId="268"/>
            <ac:spMk id="45059" creationId="{7811B82F-C257-4E03-9B85-5213A87F3C51}"/>
          </ac:spMkLst>
        </pc:spChg>
        <pc:spChg chg="mod">
          <ac:chgData name="Fei" userId="d19317889db4c986" providerId="LiveId" clId="{E87CCF37-DE99-49C7-B77F-1E4C7A3FD6FA}" dt="2022-02-16T07:22:15.504" v="2756" actId="1036"/>
          <ac:spMkLst>
            <pc:docMk/>
            <pc:sldMk cId="0" sldId="268"/>
            <ac:spMk id="45061" creationId="{9B05ED21-C3F3-4865-8390-3DB1D98D4372}"/>
          </ac:spMkLst>
        </pc:spChg>
        <pc:spChg chg="mod">
          <ac:chgData name="Fei" userId="d19317889db4c986" providerId="LiveId" clId="{E87CCF37-DE99-49C7-B77F-1E4C7A3FD6FA}" dt="2022-02-16T07:22:15.504" v="2756" actId="1036"/>
          <ac:spMkLst>
            <pc:docMk/>
            <pc:sldMk cId="0" sldId="268"/>
            <ac:spMk id="45062" creationId="{45454976-456F-4BC7-A230-13BC40702DAE}"/>
          </ac:spMkLst>
        </pc:spChg>
        <pc:spChg chg="mod">
          <ac:chgData name="Fei" userId="d19317889db4c986" providerId="LiveId" clId="{E87CCF37-DE99-49C7-B77F-1E4C7A3FD6FA}" dt="2022-02-16T07:22:15.504" v="2756" actId="1036"/>
          <ac:spMkLst>
            <pc:docMk/>
            <pc:sldMk cId="0" sldId="268"/>
            <ac:spMk id="45063" creationId="{43D4CDEB-03F4-4575-BE66-E177A1DFC4B7}"/>
          </ac:spMkLst>
        </pc:spChg>
        <pc:spChg chg="mod">
          <ac:chgData name="Fei" userId="d19317889db4c986" providerId="LiveId" clId="{E87CCF37-DE99-49C7-B77F-1E4C7A3FD6FA}" dt="2022-02-16T07:22:15.504" v="2756" actId="1036"/>
          <ac:spMkLst>
            <pc:docMk/>
            <pc:sldMk cId="0" sldId="268"/>
            <ac:spMk id="45064" creationId="{C0D5EE1F-D747-48CD-9724-50C75677DA32}"/>
          </ac:spMkLst>
        </pc:spChg>
        <pc:spChg chg="mod">
          <ac:chgData name="Fei" userId="d19317889db4c986" providerId="LiveId" clId="{E87CCF37-DE99-49C7-B77F-1E4C7A3FD6FA}" dt="2022-02-16T07:22:15.504" v="2756" actId="1036"/>
          <ac:spMkLst>
            <pc:docMk/>
            <pc:sldMk cId="0" sldId="268"/>
            <ac:spMk id="45065" creationId="{D5FF5EDB-0AE1-49FC-8ED7-7D084190FBD2}"/>
          </ac:spMkLst>
        </pc:spChg>
        <pc:spChg chg="mod">
          <ac:chgData name="Fei" userId="d19317889db4c986" providerId="LiveId" clId="{E87CCF37-DE99-49C7-B77F-1E4C7A3FD6FA}" dt="2022-02-16T07:22:15.504" v="2756" actId="1036"/>
          <ac:spMkLst>
            <pc:docMk/>
            <pc:sldMk cId="0" sldId="268"/>
            <ac:spMk id="45066" creationId="{704DEC88-03D5-4E8C-82AA-9A601C636481}"/>
          </ac:spMkLst>
        </pc:spChg>
        <pc:picChg chg="add mod">
          <ac:chgData name="Fei" userId="d19317889db4c986" providerId="LiveId" clId="{E87CCF37-DE99-49C7-B77F-1E4C7A3FD6FA}" dt="2022-02-16T07:03:43.047" v="2402"/>
          <ac:picMkLst>
            <pc:docMk/>
            <pc:sldMk cId="0" sldId="268"/>
            <ac:picMk id="11" creationId="{BA8BB045-5080-4EAC-8136-5FD92A7C2BAD}"/>
          </ac:picMkLst>
        </pc:picChg>
        <pc:picChg chg="mod">
          <ac:chgData name="Fei" userId="d19317889db4c986" providerId="LiveId" clId="{E87CCF37-DE99-49C7-B77F-1E4C7A3FD6FA}" dt="2022-02-16T07:21:59.184" v="2725" actId="1036"/>
          <ac:picMkLst>
            <pc:docMk/>
            <pc:sldMk cId="0" sldId="268"/>
            <ac:picMk id="45060" creationId="{8000DDCA-3802-456D-8740-43B7CCC14211}"/>
          </ac:picMkLst>
        </pc:picChg>
      </pc:sldChg>
      <pc:sldChg chg="addSp delSp modSp add ord modTransition modAnim">
        <pc:chgData name="Fei" userId="d19317889db4c986" providerId="LiveId" clId="{E87CCF37-DE99-49C7-B77F-1E4C7A3FD6FA}" dt="2022-02-16T08:28:36.930" v="3358"/>
        <pc:sldMkLst>
          <pc:docMk/>
          <pc:sldMk cId="0" sldId="269"/>
        </pc:sldMkLst>
        <pc:spChg chg="add mod">
          <ac:chgData name="Fei" userId="d19317889db4c986" providerId="LiveId" clId="{E87CCF37-DE99-49C7-B77F-1E4C7A3FD6FA}" dt="2022-02-16T07:23:04.356" v="2760"/>
          <ac:spMkLst>
            <pc:docMk/>
            <pc:sldMk cId="0" sldId="269"/>
            <ac:spMk id="14" creationId="{1E070FEC-1477-448E-BEA0-F6AEE78BF16E}"/>
          </ac:spMkLst>
        </pc:spChg>
        <pc:spChg chg="del">
          <ac:chgData name="Fei" userId="d19317889db4c986" providerId="LiveId" clId="{E87CCF37-DE99-49C7-B77F-1E4C7A3FD6FA}" dt="2022-02-16T07:23:04.036" v="2759" actId="478"/>
          <ac:spMkLst>
            <pc:docMk/>
            <pc:sldMk cId="0" sldId="269"/>
            <ac:spMk id="46083" creationId="{72F8FD1E-B904-48CF-85C4-12C64C175621}"/>
          </ac:spMkLst>
        </pc:spChg>
        <pc:picChg chg="add mod">
          <ac:chgData name="Fei" userId="d19317889db4c986" providerId="LiveId" clId="{E87CCF37-DE99-49C7-B77F-1E4C7A3FD6FA}" dt="2022-02-16T07:03:43.718" v="2403"/>
          <ac:picMkLst>
            <pc:docMk/>
            <pc:sldMk cId="0" sldId="269"/>
            <ac:picMk id="13" creationId="{76239A09-BE11-4CFB-AA3A-9E93EB4724B9}"/>
          </ac:picMkLst>
        </pc:picChg>
      </pc:sldChg>
      <pc:sldChg chg="addSp modSp add ord modTransition modAnim">
        <pc:chgData name="Fei" userId="d19317889db4c986" providerId="LiveId" clId="{E87CCF37-DE99-49C7-B77F-1E4C7A3FD6FA}" dt="2022-02-16T08:28:37.487" v="3359"/>
        <pc:sldMkLst>
          <pc:docMk/>
          <pc:sldMk cId="0" sldId="270"/>
        </pc:sldMkLst>
        <pc:picChg chg="add mod">
          <ac:chgData name="Fei" userId="d19317889db4c986" providerId="LiveId" clId="{E87CCF37-DE99-49C7-B77F-1E4C7A3FD6FA}" dt="2022-02-16T07:03:45.197" v="2404"/>
          <ac:picMkLst>
            <pc:docMk/>
            <pc:sldMk cId="0" sldId="270"/>
            <ac:picMk id="10" creationId="{106A7445-A0E7-4072-976C-EE318039BE0A}"/>
          </ac:picMkLst>
        </pc:picChg>
      </pc:sldChg>
      <pc:sldChg chg="addSp modSp add ord modTransition modAnim">
        <pc:chgData name="Fei" userId="d19317889db4c986" providerId="LiveId" clId="{E87CCF37-DE99-49C7-B77F-1E4C7A3FD6FA}" dt="2022-02-16T08:28:38.206" v="3360"/>
        <pc:sldMkLst>
          <pc:docMk/>
          <pc:sldMk cId="0" sldId="271"/>
        </pc:sldMkLst>
        <pc:picChg chg="add mod">
          <ac:chgData name="Fei" userId="d19317889db4c986" providerId="LiveId" clId="{E87CCF37-DE99-49C7-B77F-1E4C7A3FD6FA}" dt="2022-02-16T07:03:46.166" v="2405"/>
          <ac:picMkLst>
            <pc:docMk/>
            <pc:sldMk cId="0" sldId="271"/>
            <ac:picMk id="13" creationId="{6367F87B-EAC3-4A21-93BF-61E0CADDB6A4}"/>
          </ac:picMkLst>
        </pc:picChg>
      </pc:sldChg>
      <pc:sldChg chg="addSp delSp modSp add del modTransition modAnim">
        <pc:chgData name="Fei" userId="d19317889db4c986" providerId="LiveId" clId="{E87CCF37-DE99-49C7-B77F-1E4C7A3FD6FA}" dt="2022-02-16T08:28:39.600" v="3362"/>
        <pc:sldMkLst>
          <pc:docMk/>
          <pc:sldMk cId="0" sldId="273"/>
        </pc:sldMkLst>
        <pc:spChg chg="add del mod">
          <ac:chgData name="Fei" userId="d19317889db4c986" providerId="LiveId" clId="{E87CCF37-DE99-49C7-B77F-1E4C7A3FD6FA}" dt="2022-02-16T07:33:51.803" v="3077" actId="1036"/>
          <ac:spMkLst>
            <pc:docMk/>
            <pc:sldMk cId="0" sldId="273"/>
            <ac:spMk id="50178" creationId="{4244FDBA-645D-440E-A7E2-CC313B07DE87}"/>
          </ac:spMkLst>
        </pc:spChg>
        <pc:spChg chg="add del mod">
          <ac:chgData name="Fei" userId="d19317889db4c986" providerId="LiveId" clId="{E87CCF37-DE99-49C7-B77F-1E4C7A3FD6FA}" dt="2022-02-16T07:35:45.397" v="3093" actId="20577"/>
          <ac:spMkLst>
            <pc:docMk/>
            <pc:sldMk cId="0" sldId="273"/>
            <ac:spMk id="50179" creationId="{4FBA96CD-56F2-4C31-AE3F-F4435D04F135}"/>
          </ac:spMkLst>
        </pc:spChg>
        <pc:spChg chg="add del mod">
          <ac:chgData name="Fei" userId="d19317889db4c986" providerId="LiveId" clId="{E87CCF37-DE99-49C7-B77F-1E4C7A3FD6FA}" dt="2022-02-16T07:33:51.577" v="3076" actId="1036"/>
          <ac:spMkLst>
            <pc:docMk/>
            <pc:sldMk cId="0" sldId="273"/>
            <ac:spMk id="50189" creationId="{73C34B28-2AFE-462A-9B4D-179113A805CD}"/>
          </ac:spMkLst>
        </pc:spChg>
        <pc:spChg chg="add del mod">
          <ac:chgData name="Fei" userId="d19317889db4c986" providerId="LiveId" clId="{E87CCF37-DE99-49C7-B77F-1E4C7A3FD6FA}" dt="2022-02-16T07:33:51.353" v="3075" actId="1035"/>
          <ac:spMkLst>
            <pc:docMk/>
            <pc:sldMk cId="0" sldId="273"/>
            <ac:spMk id="50190" creationId="{1AA77A98-C0D4-40F1-8D76-CB2A92DCAEE6}"/>
          </ac:spMkLst>
        </pc:spChg>
        <pc:spChg chg="add del mod">
          <ac:chgData name="Fei" userId="d19317889db4c986" providerId="LiveId" clId="{E87CCF37-DE99-49C7-B77F-1E4C7A3FD6FA}" dt="2022-02-16T07:33:51.353" v="3075" actId="1035"/>
          <ac:spMkLst>
            <pc:docMk/>
            <pc:sldMk cId="0" sldId="273"/>
            <ac:spMk id="50191" creationId="{6683064E-9BF1-4A25-9FA8-A2AB83D1DC84}"/>
          </ac:spMkLst>
        </pc:spChg>
        <pc:spChg chg="add del mod">
          <ac:chgData name="Fei" userId="d19317889db4c986" providerId="LiveId" clId="{E87CCF37-DE99-49C7-B77F-1E4C7A3FD6FA}" dt="2022-02-16T07:33:51.353" v="3075" actId="1035"/>
          <ac:spMkLst>
            <pc:docMk/>
            <pc:sldMk cId="0" sldId="273"/>
            <ac:spMk id="50192" creationId="{D50787BD-BC42-4756-9611-A90F7A56C16E}"/>
          </ac:spMkLst>
        </pc:spChg>
        <pc:spChg chg="add del mod">
          <ac:chgData name="Fei" userId="d19317889db4c986" providerId="LiveId" clId="{E87CCF37-DE99-49C7-B77F-1E4C7A3FD6FA}" dt="2022-02-16T07:33:51.353" v="3075" actId="1035"/>
          <ac:spMkLst>
            <pc:docMk/>
            <pc:sldMk cId="0" sldId="273"/>
            <ac:spMk id="50193" creationId="{DDCF60D7-2D3E-4502-93FD-80035F808E6F}"/>
          </ac:spMkLst>
        </pc:spChg>
        <pc:spChg chg="mod">
          <ac:chgData name="Fei" userId="d19317889db4c986" providerId="LiveId" clId="{E87CCF37-DE99-49C7-B77F-1E4C7A3FD6FA}" dt="2022-02-16T07:34:21.173" v="3084" actId="478"/>
          <ac:spMkLst>
            <pc:docMk/>
            <pc:sldMk cId="0" sldId="273"/>
            <ac:spMk id="50195" creationId="{7EAB5A47-C0C7-4BEB-BBA6-FDB32DC83E5D}"/>
          </ac:spMkLst>
        </pc:spChg>
        <pc:spChg chg="del mod">
          <ac:chgData name="Fei" userId="d19317889db4c986" providerId="LiveId" clId="{E87CCF37-DE99-49C7-B77F-1E4C7A3FD6FA}" dt="2022-02-16T07:34:21.173" v="3084" actId="478"/>
          <ac:spMkLst>
            <pc:docMk/>
            <pc:sldMk cId="0" sldId="273"/>
            <ac:spMk id="50196" creationId="{86BDB1B1-885C-4187-8099-7F48F396583E}"/>
          </ac:spMkLst>
        </pc:spChg>
        <pc:spChg chg="add del">
          <ac:chgData name="Fei" userId="d19317889db4c986" providerId="LiveId" clId="{E87CCF37-DE99-49C7-B77F-1E4C7A3FD6FA}" dt="2022-02-16T07:33:49.723" v="3073" actId="21"/>
          <ac:spMkLst>
            <pc:docMk/>
            <pc:sldMk cId="0" sldId="273"/>
            <ac:spMk id="50197" creationId="{B96387AA-E0B9-48D1-A55A-326843E315EB}"/>
          </ac:spMkLst>
        </pc:spChg>
        <pc:grpChg chg="add del">
          <ac:chgData name="Fei" userId="d19317889db4c986" providerId="LiveId" clId="{E87CCF37-DE99-49C7-B77F-1E4C7A3FD6FA}" dt="2022-02-16T07:33:49.723" v="3073" actId="21"/>
          <ac:grpSpMkLst>
            <pc:docMk/>
            <pc:sldMk cId="0" sldId="273"/>
            <ac:grpSpMk id="50182" creationId="{6F7FF689-4BE2-4F0B-A90B-39D0E5E11B9B}"/>
          </ac:grpSpMkLst>
        </pc:grpChg>
        <pc:grpChg chg="add del mod">
          <ac:chgData name="Fei" userId="d19317889db4c986" providerId="LiveId" clId="{E87CCF37-DE99-49C7-B77F-1E4C7A3FD6FA}" dt="2022-02-16T07:34:21.173" v="3084" actId="478"/>
          <ac:grpSpMkLst>
            <pc:docMk/>
            <pc:sldMk cId="0" sldId="273"/>
            <ac:grpSpMk id="50194" creationId="{4DDDC9B2-E5E6-43EE-B955-456059732D0E}"/>
          </ac:grpSpMkLst>
        </pc:grpChg>
        <pc:graphicFrameChg chg="add del">
          <ac:chgData name="Fei" userId="d19317889db4c986" providerId="LiveId" clId="{E87CCF37-DE99-49C7-B77F-1E4C7A3FD6FA}" dt="2022-02-16T07:33:49.723" v="3073" actId="21"/>
          <ac:graphicFrameMkLst>
            <pc:docMk/>
            <pc:sldMk cId="0" sldId="273"/>
            <ac:graphicFrameMk id="50180" creationId="{95A15698-9363-46A5-9585-BD376F0F2D65}"/>
          </ac:graphicFrameMkLst>
        </pc:graphicFrameChg>
        <pc:graphicFrameChg chg="add del">
          <ac:chgData name="Fei" userId="d19317889db4c986" providerId="LiveId" clId="{E87CCF37-DE99-49C7-B77F-1E4C7A3FD6FA}" dt="2022-02-16T07:33:49.723" v="3073" actId="21"/>
          <ac:graphicFrameMkLst>
            <pc:docMk/>
            <pc:sldMk cId="0" sldId="273"/>
            <ac:graphicFrameMk id="50181" creationId="{B3C66234-0762-4789-88AB-002FBDBAE2BA}"/>
          </ac:graphicFrameMkLst>
        </pc:graphicFrameChg>
        <pc:graphicFrameChg chg="add del mod">
          <ac:chgData name="Fei" userId="d19317889db4c986" providerId="LiveId" clId="{E87CCF37-DE99-49C7-B77F-1E4C7A3FD6FA}" dt="2022-02-16T07:33:51.353" v="3075" actId="1035"/>
          <ac:graphicFrameMkLst>
            <pc:docMk/>
            <pc:sldMk cId="0" sldId="273"/>
            <ac:graphicFrameMk id="50198" creationId="{3124B509-F292-4E84-8E3A-78F4032EE335}"/>
          </ac:graphicFrameMkLst>
        </pc:graphicFrameChg>
        <pc:picChg chg="add mod">
          <ac:chgData name="Fei" userId="d19317889db4c986" providerId="LiveId" clId="{E87CCF37-DE99-49C7-B77F-1E4C7A3FD6FA}" dt="2022-02-16T07:03:48.758" v="2407"/>
          <ac:picMkLst>
            <pc:docMk/>
            <pc:sldMk cId="0" sldId="273"/>
            <ac:picMk id="23" creationId="{0FD0375E-92CF-47E7-81DE-435704D89268}"/>
          </ac:picMkLst>
        </pc:picChg>
      </pc:sldChg>
      <pc:sldChg chg="addSp modSp add modTransition">
        <pc:chgData name="Fei" userId="d19317889db4c986" providerId="LiveId" clId="{E87CCF37-DE99-49C7-B77F-1E4C7A3FD6FA}" dt="2022-02-16T08:28:40.133" v="3363"/>
        <pc:sldMkLst>
          <pc:docMk/>
          <pc:sldMk cId="0" sldId="274"/>
        </pc:sldMkLst>
        <pc:spChg chg="mod">
          <ac:chgData name="Fei" userId="d19317889db4c986" providerId="LiveId" clId="{E87CCF37-DE99-49C7-B77F-1E4C7A3FD6FA}" dt="2022-02-16T07:35:56.728" v="3101" actId="20577"/>
          <ac:spMkLst>
            <pc:docMk/>
            <pc:sldMk cId="0" sldId="274"/>
            <ac:spMk id="51202" creationId="{CE4B1E3F-448F-4E75-879C-AABC67354AAC}"/>
          </ac:spMkLst>
        </pc:spChg>
        <pc:picChg chg="add mod">
          <ac:chgData name="Fei" userId="d19317889db4c986" providerId="LiveId" clId="{E87CCF37-DE99-49C7-B77F-1E4C7A3FD6FA}" dt="2022-02-16T07:03:49.958" v="2408"/>
          <ac:picMkLst>
            <pc:docMk/>
            <pc:sldMk cId="0" sldId="274"/>
            <ac:picMk id="15" creationId="{5E4F0703-8727-4338-88E8-FD95FFF2988A}"/>
          </ac:picMkLst>
        </pc:picChg>
      </pc:sldChg>
      <pc:sldChg chg="addSp delSp modSp add modTransition modAnim">
        <pc:chgData name="Fei" userId="d19317889db4c986" providerId="LiveId" clId="{E87CCF37-DE99-49C7-B77F-1E4C7A3FD6FA}" dt="2022-02-16T08:28:40.771" v="3364"/>
        <pc:sldMkLst>
          <pc:docMk/>
          <pc:sldMk cId="0" sldId="275"/>
        </pc:sldMkLst>
        <pc:spChg chg="mod">
          <ac:chgData name="Fei" userId="d19317889db4c986" providerId="LiveId" clId="{E87CCF37-DE99-49C7-B77F-1E4C7A3FD6FA}" dt="2022-02-16T07:36:44.277" v="3116"/>
          <ac:spMkLst>
            <pc:docMk/>
            <pc:sldMk cId="0" sldId="275"/>
            <ac:spMk id="52237" creationId="{ED24F6F2-893A-4FDA-AB8A-873C6C26D1C4}"/>
          </ac:spMkLst>
        </pc:spChg>
        <pc:spChg chg="del">
          <ac:chgData name="Fei" userId="d19317889db4c986" providerId="LiveId" clId="{E87CCF37-DE99-49C7-B77F-1E4C7A3FD6FA}" dt="2022-02-16T07:42:30.796" v="3224" actId="21"/>
          <ac:spMkLst>
            <pc:docMk/>
            <pc:sldMk cId="0" sldId="275"/>
            <ac:spMk id="52241" creationId="{0A704FB9-A698-4F5F-91F6-3F2FCE400B04}"/>
          </ac:spMkLst>
        </pc:spChg>
        <pc:graphicFrameChg chg="del">
          <ac:chgData name="Fei" userId="d19317889db4c986" providerId="LiveId" clId="{E87CCF37-DE99-49C7-B77F-1E4C7A3FD6FA}" dt="2022-02-16T07:42:30.796" v="3224" actId="21"/>
          <ac:graphicFrameMkLst>
            <pc:docMk/>
            <pc:sldMk cId="0" sldId="275"/>
            <ac:graphicFrameMk id="52238" creationId="{0F6EC33E-18B9-4628-80A6-7833E853E923}"/>
          </ac:graphicFrameMkLst>
        </pc:graphicFrameChg>
        <pc:graphicFrameChg chg="del">
          <ac:chgData name="Fei" userId="d19317889db4c986" providerId="LiveId" clId="{E87CCF37-DE99-49C7-B77F-1E4C7A3FD6FA}" dt="2022-02-16T07:42:30.796" v="3224" actId="21"/>
          <ac:graphicFrameMkLst>
            <pc:docMk/>
            <pc:sldMk cId="0" sldId="275"/>
            <ac:graphicFrameMk id="52239" creationId="{821311EF-74A9-4F48-B394-FA79E132DDC6}"/>
          </ac:graphicFrameMkLst>
        </pc:graphicFrameChg>
        <pc:picChg chg="add mod">
          <ac:chgData name="Fei" userId="d19317889db4c986" providerId="LiveId" clId="{E87CCF37-DE99-49C7-B77F-1E4C7A3FD6FA}" dt="2022-02-16T07:03:50.710" v="2409"/>
          <ac:picMkLst>
            <pc:docMk/>
            <pc:sldMk cId="0" sldId="275"/>
            <ac:picMk id="22" creationId="{2643445D-872C-40F8-B16C-E95809B5F4B0}"/>
          </ac:picMkLst>
        </pc:picChg>
      </pc:sldChg>
      <pc:sldChg chg="addSp delSp modSp add modTransition modAnim">
        <pc:chgData name="Fei" userId="d19317889db4c986" providerId="LiveId" clId="{E87CCF37-DE99-49C7-B77F-1E4C7A3FD6FA}" dt="2022-02-16T08:28:41.470" v="3365"/>
        <pc:sldMkLst>
          <pc:docMk/>
          <pc:sldMk cId="0" sldId="276"/>
        </pc:sldMkLst>
        <pc:spChg chg="mod">
          <ac:chgData name="Fei" userId="d19317889db4c986" providerId="LiveId" clId="{E87CCF37-DE99-49C7-B77F-1E4C7A3FD6FA}" dt="2022-02-16T07:37:35.757" v="3142" actId="14100"/>
          <ac:spMkLst>
            <pc:docMk/>
            <pc:sldMk cId="0" sldId="276"/>
            <ac:spMk id="53250" creationId="{47187005-255F-41C2-AAD1-80E909B8F57D}"/>
          </ac:spMkLst>
        </pc:spChg>
        <pc:spChg chg="del">
          <ac:chgData name="Fei" userId="d19317889db4c986" providerId="LiveId" clId="{E87CCF37-DE99-49C7-B77F-1E4C7A3FD6FA}" dt="2022-02-16T07:46:08.101" v="3330" actId="21"/>
          <ac:spMkLst>
            <pc:docMk/>
            <pc:sldMk cId="0" sldId="276"/>
            <ac:spMk id="53274" creationId="{83D2CF5A-B63A-40ED-8281-498A29E57587}"/>
          </ac:spMkLst>
        </pc:spChg>
        <pc:graphicFrameChg chg="del">
          <ac:chgData name="Fei" userId="d19317889db4c986" providerId="LiveId" clId="{E87CCF37-DE99-49C7-B77F-1E4C7A3FD6FA}" dt="2022-02-16T07:46:08.101" v="3330" actId="21"/>
          <ac:graphicFrameMkLst>
            <pc:docMk/>
            <pc:sldMk cId="0" sldId="276"/>
            <ac:graphicFrameMk id="53272" creationId="{51222CED-3C2E-4083-9BA3-73762C1EAC95}"/>
          </ac:graphicFrameMkLst>
        </pc:graphicFrameChg>
        <pc:graphicFrameChg chg="del">
          <ac:chgData name="Fei" userId="d19317889db4c986" providerId="LiveId" clId="{E87CCF37-DE99-49C7-B77F-1E4C7A3FD6FA}" dt="2022-02-16T07:46:08.101" v="3330" actId="21"/>
          <ac:graphicFrameMkLst>
            <pc:docMk/>
            <pc:sldMk cId="0" sldId="276"/>
            <ac:graphicFrameMk id="53273" creationId="{0D7CF28E-6A1D-4E2F-8FD3-76662487C1F7}"/>
          </ac:graphicFrameMkLst>
        </pc:graphicFrameChg>
        <pc:picChg chg="add mod">
          <ac:chgData name="Fei" userId="d19317889db4c986" providerId="LiveId" clId="{E87CCF37-DE99-49C7-B77F-1E4C7A3FD6FA}" dt="2022-02-16T07:03:51.809" v="2410"/>
          <ac:picMkLst>
            <pc:docMk/>
            <pc:sldMk cId="0" sldId="276"/>
            <ac:picMk id="32" creationId="{36557FA0-E1DA-4213-9B66-36ECDA914EDF}"/>
          </ac:picMkLst>
        </pc:picChg>
      </pc:sldChg>
      <pc:sldChg chg="addSp modSp add modTransition">
        <pc:chgData name="Fei" userId="d19317889db4c986" providerId="LiveId" clId="{E87CCF37-DE99-49C7-B77F-1E4C7A3FD6FA}" dt="2022-02-16T08:28:44.250" v="3367"/>
        <pc:sldMkLst>
          <pc:docMk/>
          <pc:sldMk cId="0" sldId="277"/>
        </pc:sldMkLst>
        <pc:spChg chg="mod">
          <ac:chgData name="Fei" userId="d19317889db4c986" providerId="LiveId" clId="{E87CCF37-DE99-49C7-B77F-1E4C7A3FD6FA}" dt="2022-02-16T07:39:34.736" v="3155" actId="20577"/>
          <ac:spMkLst>
            <pc:docMk/>
            <pc:sldMk cId="0" sldId="277"/>
            <ac:spMk id="54274" creationId="{B91D74D0-DD0D-4AE9-8A4E-AD09ABC20BFB}"/>
          </ac:spMkLst>
        </pc:spChg>
        <pc:picChg chg="add mod">
          <ac:chgData name="Fei" userId="d19317889db4c986" providerId="LiveId" clId="{E87CCF37-DE99-49C7-B77F-1E4C7A3FD6FA}" dt="2022-02-16T07:03:53.117" v="2411"/>
          <ac:picMkLst>
            <pc:docMk/>
            <pc:sldMk cId="0" sldId="277"/>
            <ac:picMk id="18" creationId="{B921E780-DCDC-4D97-84FA-53EEE6C77785}"/>
          </ac:picMkLst>
        </pc:picChg>
      </pc:sldChg>
      <pc:sldChg chg="addSp delSp modSp add mod modTransition delAnim modAnim">
        <pc:chgData name="Fei" userId="d19317889db4c986" providerId="LiveId" clId="{E87CCF37-DE99-49C7-B77F-1E4C7A3FD6FA}" dt="2022-02-16T08:28:45.075" v="3368"/>
        <pc:sldMkLst>
          <pc:docMk/>
          <pc:sldMk cId="0" sldId="278"/>
        </pc:sldMkLst>
        <pc:spChg chg="add mod">
          <ac:chgData name="Fei" userId="d19317889db4c986" providerId="LiveId" clId="{E87CCF37-DE99-49C7-B77F-1E4C7A3FD6FA}" dt="2022-02-16T07:40:54.496" v="3180" actId="403"/>
          <ac:spMkLst>
            <pc:docMk/>
            <pc:sldMk cId="0" sldId="278"/>
            <ac:spMk id="25" creationId="{CFDBC59C-0260-4BA1-B94C-7F73E10FD2F5}"/>
          </ac:spMkLst>
        </pc:spChg>
        <pc:spChg chg="add">
          <ac:chgData name="Fei" userId="d19317889db4c986" providerId="LiveId" clId="{E87CCF37-DE99-49C7-B77F-1E4C7A3FD6FA}" dt="2022-02-16T07:40:42.440" v="3169"/>
          <ac:spMkLst>
            <pc:docMk/>
            <pc:sldMk cId="0" sldId="278"/>
            <ac:spMk id="55305" creationId="{9DB3E879-C867-4D17-81F0-9561C9F04A6E}"/>
          </ac:spMkLst>
        </pc:spChg>
        <pc:spChg chg="mod">
          <ac:chgData name="Fei" userId="d19317889db4c986" providerId="LiveId" clId="{E87CCF37-DE99-49C7-B77F-1E4C7A3FD6FA}" dt="2022-02-16T07:39:48.517" v="3159" actId="20577"/>
          <ac:spMkLst>
            <pc:docMk/>
            <pc:sldMk cId="0" sldId="278"/>
            <ac:spMk id="55314" creationId="{6020690A-0813-4E3D-8D4E-7C6413E90136}"/>
          </ac:spMkLst>
        </pc:spChg>
        <pc:graphicFrameChg chg="add del mod replId">
          <ac:chgData name="Fei" userId="d19317889db4c986" providerId="LiveId" clId="{E87CCF37-DE99-49C7-B77F-1E4C7A3FD6FA}" dt="2022-02-16T07:40:32.907" v="3165"/>
          <ac:graphicFrameMkLst>
            <pc:docMk/>
            <pc:sldMk cId="0" sldId="278"/>
            <ac:graphicFrameMk id="2" creationId="{CFDBC59C-0260-4BA1-B94C-7F73E10FD2F5}"/>
          </ac:graphicFrameMkLst>
        </pc:graphicFrameChg>
        <pc:graphicFrameChg chg="del mod replId">
          <ac:chgData name="Fei" userId="d19317889db4c986" providerId="LiveId" clId="{E87CCF37-DE99-49C7-B77F-1E4C7A3FD6FA}" dt="2022-02-16T07:40:42.440" v="3169"/>
          <ac:graphicFrameMkLst>
            <pc:docMk/>
            <pc:sldMk cId="0" sldId="278"/>
            <ac:graphicFrameMk id="4" creationId="{9DB3E879-C867-4D17-81F0-9561C9F04A6E}"/>
          </ac:graphicFrameMkLst>
        </pc:graphicFrameChg>
        <pc:graphicFrameChg chg="mod">
          <ac:chgData name="Fei" userId="d19317889db4c986" providerId="LiveId" clId="{E87CCF37-DE99-49C7-B77F-1E4C7A3FD6FA}" dt="2022-02-16T07:40:15.677" v="3161" actId="1076"/>
          <ac:graphicFrameMkLst>
            <pc:docMk/>
            <pc:sldMk cId="0" sldId="278"/>
            <ac:graphicFrameMk id="55298" creationId="{8E4991F3-9D6E-4452-A5F6-69C3905967D3}"/>
          </ac:graphicFrameMkLst>
        </pc:graphicFrameChg>
        <pc:graphicFrameChg chg="del">
          <ac:chgData name="Fei" userId="d19317889db4c986" providerId="LiveId" clId="{E87CCF37-DE99-49C7-B77F-1E4C7A3FD6FA}" dt="2022-02-16T07:40:04.757" v="3160" actId="478"/>
          <ac:graphicFrameMkLst>
            <pc:docMk/>
            <pc:sldMk cId="0" sldId="278"/>
            <ac:graphicFrameMk id="55318" creationId="{F42B1573-3963-4E72-9CDC-7D9A90D70BB3}"/>
          </ac:graphicFrameMkLst>
        </pc:graphicFrameChg>
        <pc:picChg chg="add mod">
          <ac:chgData name="Fei" userId="d19317889db4c986" providerId="LiveId" clId="{E87CCF37-DE99-49C7-B77F-1E4C7A3FD6FA}" dt="2022-02-16T07:03:53.878" v="2412"/>
          <ac:picMkLst>
            <pc:docMk/>
            <pc:sldMk cId="0" sldId="278"/>
            <ac:picMk id="24" creationId="{27E71C3D-836E-4925-A5A7-A27298C0F837}"/>
          </ac:picMkLst>
        </pc:picChg>
      </pc:sldChg>
      <pc:sldChg chg="addSp modSp add ord modTransition">
        <pc:chgData name="Fei" userId="d19317889db4c986" providerId="LiveId" clId="{E87CCF37-DE99-49C7-B77F-1E4C7A3FD6FA}" dt="2022-02-16T08:28:42.136" v="3366"/>
        <pc:sldMkLst>
          <pc:docMk/>
          <pc:sldMk cId="0" sldId="279"/>
        </pc:sldMkLst>
        <pc:spChg chg="mod">
          <ac:chgData name="Fei" userId="d19317889db4c986" providerId="LiveId" clId="{E87CCF37-DE99-49C7-B77F-1E4C7A3FD6FA}" dt="2022-02-16T07:39:02.406" v="3149" actId="20577"/>
          <ac:spMkLst>
            <pc:docMk/>
            <pc:sldMk cId="0" sldId="279"/>
            <ac:spMk id="56326" creationId="{B854052A-5811-40BB-B2BA-D1237068B1AB}"/>
          </ac:spMkLst>
        </pc:spChg>
        <pc:picChg chg="add mod">
          <ac:chgData name="Fei" userId="d19317889db4c986" providerId="LiveId" clId="{E87CCF37-DE99-49C7-B77F-1E4C7A3FD6FA}" dt="2022-02-16T07:03:54.921" v="2413"/>
          <ac:picMkLst>
            <pc:docMk/>
            <pc:sldMk cId="0" sldId="279"/>
            <ac:picMk id="34" creationId="{64F92859-3D5D-4331-BD88-3A6EE5A90B80}"/>
          </ac:picMkLst>
        </pc:picChg>
      </pc:sldChg>
      <pc:sldChg chg="addSp delSp modSp add mod modTransition delAnim modAnim">
        <pc:chgData name="Fei" userId="d19317889db4c986" providerId="LiveId" clId="{E87CCF37-DE99-49C7-B77F-1E4C7A3FD6FA}" dt="2022-02-16T08:28:45.766" v="3369"/>
        <pc:sldMkLst>
          <pc:docMk/>
          <pc:sldMk cId="0" sldId="280"/>
        </pc:sldMkLst>
        <pc:spChg chg="add del mod">
          <ac:chgData name="Fei" userId="d19317889db4c986" providerId="LiveId" clId="{E87CCF37-DE99-49C7-B77F-1E4C7A3FD6FA}" dt="2022-02-16T07:44:26.271" v="3308"/>
          <ac:spMkLst>
            <pc:docMk/>
            <pc:sldMk cId="0" sldId="280"/>
            <ac:spMk id="2" creationId="{0F2B6E31-E57E-48B3-B945-1410EEF71451}"/>
          </ac:spMkLst>
        </pc:spChg>
        <pc:spChg chg="add mod">
          <ac:chgData name="Fei" userId="d19317889db4c986" providerId="LiveId" clId="{E87CCF37-DE99-49C7-B77F-1E4C7A3FD6FA}" dt="2022-02-16T07:44:00.914" v="3306" actId="20577"/>
          <ac:spMkLst>
            <pc:docMk/>
            <pc:sldMk cId="0" sldId="280"/>
            <ac:spMk id="3" creationId="{215AE15A-D5C7-461B-88FF-92B24D21A0D8}"/>
          </ac:spMkLst>
        </pc:spChg>
        <pc:spChg chg="add mod">
          <ac:chgData name="Fei" userId="d19317889db4c986" providerId="LiveId" clId="{E87CCF37-DE99-49C7-B77F-1E4C7A3FD6FA}" dt="2022-02-16T07:45:51.112" v="3324" actId="14100"/>
          <ac:spMkLst>
            <pc:docMk/>
            <pc:sldMk cId="0" sldId="280"/>
            <ac:spMk id="26" creationId="{A2550CCC-BCCF-41CC-8AE4-F4FEBBC675A8}"/>
          </ac:spMkLst>
        </pc:spChg>
        <pc:spChg chg="add mod">
          <ac:chgData name="Fei" userId="d19317889db4c986" providerId="LiveId" clId="{E87CCF37-DE99-49C7-B77F-1E4C7A3FD6FA}" dt="2022-02-16T07:45:42.875" v="3320" actId="1076"/>
          <ac:spMkLst>
            <pc:docMk/>
            <pc:sldMk cId="0" sldId="280"/>
            <ac:spMk id="29" creationId="{D0BBB62B-F85E-4D31-8745-7CCB676B7BDF}"/>
          </ac:spMkLst>
        </pc:spChg>
        <pc:spChg chg="add mod">
          <ac:chgData name="Fei" userId="d19317889db4c986" providerId="LiveId" clId="{E87CCF37-DE99-49C7-B77F-1E4C7A3FD6FA}" dt="2022-02-16T07:46:00.531" v="3329"/>
          <ac:spMkLst>
            <pc:docMk/>
            <pc:sldMk cId="0" sldId="280"/>
            <ac:spMk id="30" creationId="{24AD6BD2-8489-4DB2-BA57-A8F5DB5AE8EB}"/>
          </ac:spMkLst>
        </pc:spChg>
        <pc:spChg chg="add mod">
          <ac:chgData name="Fei" userId="d19317889db4c986" providerId="LiveId" clId="{E87CCF37-DE99-49C7-B77F-1E4C7A3FD6FA}" dt="2022-02-16T07:46:10.786" v="3331"/>
          <ac:spMkLst>
            <pc:docMk/>
            <pc:sldMk cId="0" sldId="280"/>
            <ac:spMk id="33" creationId="{20151D39-2E55-48C6-B112-F065CB56A5B4}"/>
          </ac:spMkLst>
        </pc:spChg>
        <pc:spChg chg="mod">
          <ac:chgData name="Fei" userId="d19317889db4c986" providerId="LiveId" clId="{E87CCF37-DE99-49C7-B77F-1E4C7A3FD6FA}" dt="2022-02-16T07:42:19.086" v="3220" actId="14100"/>
          <ac:spMkLst>
            <pc:docMk/>
            <pc:sldMk cId="0" sldId="280"/>
            <ac:spMk id="57346" creationId="{2E678DED-D69C-4B5D-846E-C3C656B00904}"/>
          </ac:spMkLst>
        </pc:spChg>
        <pc:spChg chg="del">
          <ac:chgData name="Fei" userId="d19317889db4c986" providerId="LiveId" clId="{E87CCF37-DE99-49C7-B77F-1E4C7A3FD6FA}" dt="2022-02-16T07:42:20.082" v="3221" actId="478"/>
          <ac:spMkLst>
            <pc:docMk/>
            <pc:sldMk cId="0" sldId="280"/>
            <ac:spMk id="57350" creationId="{BFF69FFA-E9E8-4291-B05E-460C792A5404}"/>
          </ac:spMkLst>
        </pc:spChg>
        <pc:spChg chg="del">
          <ac:chgData name="Fei" userId="d19317889db4c986" providerId="LiveId" clId="{E87CCF37-DE99-49C7-B77F-1E4C7A3FD6FA}" dt="2022-02-16T07:42:22.586" v="3223" actId="478"/>
          <ac:spMkLst>
            <pc:docMk/>
            <pc:sldMk cId="0" sldId="280"/>
            <ac:spMk id="57357" creationId="{A443873B-706D-4F79-94BC-2D20D0237789}"/>
          </ac:spMkLst>
        </pc:spChg>
        <pc:spChg chg="del">
          <ac:chgData name="Fei" userId="d19317889db4c986" providerId="LiveId" clId="{E87CCF37-DE99-49C7-B77F-1E4C7A3FD6FA}" dt="2022-02-16T07:42:22.586" v="3223" actId="478"/>
          <ac:spMkLst>
            <pc:docMk/>
            <pc:sldMk cId="0" sldId="280"/>
            <ac:spMk id="57358" creationId="{8C1226B8-7443-431E-A20B-2FF286DC8857}"/>
          </ac:spMkLst>
        </pc:spChg>
        <pc:spChg chg="del">
          <ac:chgData name="Fei" userId="d19317889db4c986" providerId="LiveId" clId="{E87CCF37-DE99-49C7-B77F-1E4C7A3FD6FA}" dt="2022-02-16T07:42:22.586" v="3223" actId="478"/>
          <ac:spMkLst>
            <pc:docMk/>
            <pc:sldMk cId="0" sldId="280"/>
            <ac:spMk id="57359" creationId="{8DF82A00-4DB2-4B5E-AA70-48CC2C0156AA}"/>
          </ac:spMkLst>
        </pc:spChg>
        <pc:spChg chg="del">
          <ac:chgData name="Fei" userId="d19317889db4c986" providerId="LiveId" clId="{E87CCF37-DE99-49C7-B77F-1E4C7A3FD6FA}" dt="2022-02-16T07:42:22.586" v="3223" actId="478"/>
          <ac:spMkLst>
            <pc:docMk/>
            <pc:sldMk cId="0" sldId="280"/>
            <ac:spMk id="57360" creationId="{F1D1F637-6338-43DF-B16C-18E4237716D5}"/>
          </ac:spMkLst>
        </pc:spChg>
        <pc:spChg chg="del">
          <ac:chgData name="Fei" userId="d19317889db4c986" providerId="LiveId" clId="{E87CCF37-DE99-49C7-B77F-1E4C7A3FD6FA}" dt="2022-02-16T07:42:22.586" v="3223" actId="478"/>
          <ac:spMkLst>
            <pc:docMk/>
            <pc:sldMk cId="0" sldId="280"/>
            <ac:spMk id="57361" creationId="{6BFF1B5D-BBE7-4EFE-8F43-99F923C55D9F}"/>
          </ac:spMkLst>
        </pc:spChg>
        <pc:graphicFrameChg chg="add mod">
          <ac:chgData name="Fei" userId="d19317889db4c986" providerId="LiveId" clId="{E87CCF37-DE99-49C7-B77F-1E4C7A3FD6FA}" dt="2022-02-16T07:42:38.705" v="3227" actId="1076"/>
          <ac:graphicFrameMkLst>
            <pc:docMk/>
            <pc:sldMk cId="0" sldId="280"/>
            <ac:graphicFrameMk id="24" creationId="{C1E1555A-6D9C-4C50-8F62-C2C8663D9B69}"/>
          </ac:graphicFrameMkLst>
        </pc:graphicFrameChg>
        <pc:graphicFrameChg chg="add mod">
          <ac:chgData name="Fei" userId="d19317889db4c986" providerId="LiveId" clId="{E87CCF37-DE99-49C7-B77F-1E4C7A3FD6FA}" dt="2022-02-16T07:42:38.705" v="3227" actId="1076"/>
          <ac:graphicFrameMkLst>
            <pc:docMk/>
            <pc:sldMk cId="0" sldId="280"/>
            <ac:graphicFrameMk id="25" creationId="{2EE8083C-BADB-42D0-811F-04345CB5CE90}"/>
          </ac:graphicFrameMkLst>
        </pc:graphicFrameChg>
        <pc:graphicFrameChg chg="add mod">
          <ac:chgData name="Fei" userId="d19317889db4c986" providerId="LiveId" clId="{E87CCF37-DE99-49C7-B77F-1E4C7A3FD6FA}" dt="2022-02-16T07:46:10.786" v="3331"/>
          <ac:graphicFrameMkLst>
            <pc:docMk/>
            <pc:sldMk cId="0" sldId="280"/>
            <ac:graphicFrameMk id="31" creationId="{BB1E2794-AA43-47C2-AACC-B70B21BEF650}"/>
          </ac:graphicFrameMkLst>
        </pc:graphicFrameChg>
        <pc:graphicFrameChg chg="add mod">
          <ac:chgData name="Fei" userId="d19317889db4c986" providerId="LiveId" clId="{E87CCF37-DE99-49C7-B77F-1E4C7A3FD6FA}" dt="2022-02-16T07:46:10.786" v="3331"/>
          <ac:graphicFrameMkLst>
            <pc:docMk/>
            <pc:sldMk cId="0" sldId="280"/>
            <ac:graphicFrameMk id="32" creationId="{E636ECDC-D97F-4471-8C05-949D390A829A}"/>
          </ac:graphicFrameMkLst>
        </pc:graphicFrameChg>
        <pc:graphicFrameChg chg="del">
          <ac:chgData name="Fei" userId="d19317889db4c986" providerId="LiveId" clId="{E87CCF37-DE99-49C7-B77F-1E4C7A3FD6FA}" dt="2022-02-16T07:42:22.586" v="3223" actId="478"/>
          <ac:graphicFrameMkLst>
            <pc:docMk/>
            <pc:sldMk cId="0" sldId="280"/>
            <ac:graphicFrameMk id="57347" creationId="{0E9E09CB-DFC8-40CB-AE9B-53DF11BDC63B}"/>
          </ac:graphicFrameMkLst>
        </pc:graphicFrameChg>
        <pc:graphicFrameChg chg="del">
          <ac:chgData name="Fei" userId="d19317889db4c986" providerId="LiveId" clId="{E87CCF37-DE99-49C7-B77F-1E4C7A3FD6FA}" dt="2022-02-16T07:42:22.586" v="3223" actId="478"/>
          <ac:graphicFrameMkLst>
            <pc:docMk/>
            <pc:sldMk cId="0" sldId="280"/>
            <ac:graphicFrameMk id="57348" creationId="{4EE87904-52C4-4DE2-92C0-465438BA2AF9}"/>
          </ac:graphicFrameMkLst>
        </pc:graphicFrameChg>
        <pc:graphicFrameChg chg="del">
          <ac:chgData name="Fei" userId="d19317889db4c986" providerId="LiveId" clId="{E87CCF37-DE99-49C7-B77F-1E4C7A3FD6FA}" dt="2022-02-16T07:42:20.907" v="3222" actId="478"/>
          <ac:graphicFrameMkLst>
            <pc:docMk/>
            <pc:sldMk cId="0" sldId="280"/>
            <ac:graphicFrameMk id="57349" creationId="{168F6C56-5D81-4264-AB4B-302D2559614E}"/>
          </ac:graphicFrameMkLst>
        </pc:graphicFrameChg>
        <pc:graphicFrameChg chg="del">
          <ac:chgData name="Fei" userId="d19317889db4c986" providerId="LiveId" clId="{E87CCF37-DE99-49C7-B77F-1E4C7A3FD6FA}" dt="2022-02-16T07:42:22.586" v="3223" actId="478"/>
          <ac:graphicFrameMkLst>
            <pc:docMk/>
            <pc:sldMk cId="0" sldId="280"/>
            <ac:graphicFrameMk id="57362" creationId="{D82C3E5B-018F-4412-8728-506A117158D2}"/>
          </ac:graphicFrameMkLst>
        </pc:graphicFrameChg>
        <pc:graphicFrameChg chg="del">
          <ac:chgData name="Fei" userId="d19317889db4c986" providerId="LiveId" clId="{E87CCF37-DE99-49C7-B77F-1E4C7A3FD6FA}" dt="2022-02-16T07:42:22.586" v="3223" actId="478"/>
          <ac:graphicFrameMkLst>
            <pc:docMk/>
            <pc:sldMk cId="0" sldId="280"/>
            <ac:graphicFrameMk id="57363" creationId="{AC42FC2F-90D1-4629-8981-C34FD8ACC1FC}"/>
          </ac:graphicFrameMkLst>
        </pc:graphicFrameChg>
        <pc:graphicFrameChg chg="del">
          <ac:chgData name="Fei" userId="d19317889db4c986" providerId="LiveId" clId="{E87CCF37-DE99-49C7-B77F-1E4C7A3FD6FA}" dt="2022-02-16T07:42:22.586" v="3223" actId="478"/>
          <ac:graphicFrameMkLst>
            <pc:docMk/>
            <pc:sldMk cId="0" sldId="280"/>
            <ac:graphicFrameMk id="57364" creationId="{13A82117-24E9-4996-BE75-6122770FF92E}"/>
          </ac:graphicFrameMkLst>
        </pc:graphicFrameChg>
        <pc:graphicFrameChg chg="del">
          <ac:chgData name="Fei" userId="d19317889db4c986" providerId="LiveId" clId="{E87CCF37-DE99-49C7-B77F-1E4C7A3FD6FA}" dt="2022-02-16T07:42:22.586" v="3223" actId="478"/>
          <ac:graphicFrameMkLst>
            <pc:docMk/>
            <pc:sldMk cId="0" sldId="280"/>
            <ac:graphicFrameMk id="57365" creationId="{19994E88-6DE2-4325-8A8C-3F1DE2F27A43}"/>
          </ac:graphicFrameMkLst>
        </pc:graphicFrameChg>
        <pc:graphicFrameChg chg="del">
          <ac:chgData name="Fei" userId="d19317889db4c986" providerId="LiveId" clId="{E87CCF37-DE99-49C7-B77F-1E4C7A3FD6FA}" dt="2022-02-16T07:42:22.586" v="3223" actId="478"/>
          <ac:graphicFrameMkLst>
            <pc:docMk/>
            <pc:sldMk cId="0" sldId="280"/>
            <ac:graphicFrameMk id="57366" creationId="{161BF09E-6682-400A-AA97-584AAF4B3CA6}"/>
          </ac:graphicFrameMkLst>
        </pc:graphicFrameChg>
        <pc:picChg chg="add mod">
          <ac:chgData name="Fei" userId="d19317889db4c986" providerId="LiveId" clId="{E87CCF37-DE99-49C7-B77F-1E4C7A3FD6FA}" dt="2022-02-16T07:03:55.641" v="2414"/>
          <ac:picMkLst>
            <pc:docMk/>
            <pc:sldMk cId="0" sldId="280"/>
            <ac:picMk id="23" creationId="{88393E34-EBBD-4783-8F1E-4A85C2B547E4}"/>
          </ac:picMkLst>
        </pc:picChg>
      </pc:sldChg>
      <pc:sldChg chg="delSp modSp mod delAnim modAnim modNotes">
        <pc:chgData name="Fei" userId="d19317889db4c986" providerId="LiveId" clId="{E87CCF37-DE99-49C7-B77F-1E4C7A3FD6FA}" dt="2022-02-16T03:03:46.304" v="773" actId="1036"/>
        <pc:sldMkLst>
          <pc:docMk/>
          <pc:sldMk cId="0" sldId="282"/>
        </pc:sldMkLst>
        <pc:spChg chg="mod">
          <ac:chgData name="Fei" userId="d19317889db4c986" providerId="LiveId" clId="{E87CCF37-DE99-49C7-B77F-1E4C7A3FD6FA}" dt="2022-02-16T02:49:43.214" v="264" actId="14100"/>
          <ac:spMkLst>
            <pc:docMk/>
            <pc:sldMk cId="0" sldId="282"/>
            <ac:spMk id="2" creationId="{00000000-0000-0000-0000-000000000000}"/>
          </ac:spMkLst>
        </pc:spChg>
        <pc:spChg chg="mod">
          <ac:chgData name="Fei" userId="d19317889db4c986" providerId="LiveId" clId="{E87CCF37-DE99-49C7-B77F-1E4C7A3FD6FA}" dt="2022-02-16T03:03:46.304" v="773" actId="1036"/>
          <ac:spMkLst>
            <pc:docMk/>
            <pc:sldMk cId="0" sldId="282"/>
            <ac:spMk id="3" creationId="{00000000-0000-0000-0000-000000000000}"/>
          </ac:spMkLst>
        </pc:spChg>
        <pc:spChg chg="del mod">
          <ac:chgData name="Fei" userId="d19317889db4c986" providerId="LiveId" clId="{E87CCF37-DE99-49C7-B77F-1E4C7A3FD6FA}" dt="2022-02-16T03:03:41.288" v="758" actId="478"/>
          <ac:spMkLst>
            <pc:docMk/>
            <pc:sldMk cId="0" sldId="282"/>
            <ac:spMk id="4" creationId="{00000000-0000-0000-0000-000000000000}"/>
          </ac:spMkLst>
        </pc:spChg>
        <pc:spChg chg="mod">
          <ac:chgData name="Fei" userId="d19317889db4c986" providerId="LiveId" clId="{E87CCF37-DE99-49C7-B77F-1E4C7A3FD6FA}" dt="2022-02-16T02:49:34.017" v="263"/>
          <ac:spMkLst>
            <pc:docMk/>
            <pc:sldMk cId="0" sldId="282"/>
            <ac:spMk id="5" creationId="{00000000-0000-0000-0000-000000000000}"/>
          </ac:spMkLst>
        </pc:spChg>
        <pc:spChg chg="del mod">
          <ac:chgData name="Fei" userId="d19317889db4c986" providerId="LiveId" clId="{E87CCF37-DE99-49C7-B77F-1E4C7A3FD6FA}" dt="2022-02-16T02:50:06.837" v="365" actId="478"/>
          <ac:spMkLst>
            <pc:docMk/>
            <pc:sldMk cId="0" sldId="282"/>
            <ac:spMk id="32" creationId="{00000000-0000-0000-0000-000000000000}"/>
          </ac:spMkLst>
        </pc:spChg>
        <pc:picChg chg="mod">
          <ac:chgData name="Fei" userId="d19317889db4c986" providerId="LiveId" clId="{E87CCF37-DE99-49C7-B77F-1E4C7A3FD6FA}" dt="2022-02-16T02:49:56.153" v="266" actId="1076"/>
          <ac:picMkLst>
            <pc:docMk/>
            <pc:sldMk cId="0" sldId="282"/>
            <ac:picMk id="1028" creationId="{461FAD9A-5513-0D4F-A4F9-70864708CDDD}"/>
          </ac:picMkLst>
        </pc:picChg>
        <pc:cxnChg chg="mod">
          <ac:chgData name="Fei" userId="d19317889db4c986" providerId="LiveId" clId="{E87CCF37-DE99-49C7-B77F-1E4C7A3FD6FA}" dt="2022-02-16T02:49:34.017" v="263"/>
          <ac:cxnSpMkLst>
            <pc:docMk/>
            <pc:sldMk cId="0" sldId="282"/>
            <ac:cxnSpMk id="7" creationId="{00000000-0000-0000-0000-000000000000}"/>
          </ac:cxnSpMkLst>
        </pc:cxnChg>
        <pc:cxnChg chg="mod">
          <ac:chgData name="Fei" userId="d19317889db4c986" providerId="LiveId" clId="{E87CCF37-DE99-49C7-B77F-1E4C7A3FD6FA}" dt="2022-02-16T02:49:34.017" v="263"/>
          <ac:cxnSpMkLst>
            <pc:docMk/>
            <pc:sldMk cId="0" sldId="282"/>
            <ac:cxnSpMk id="31" creationId="{00000000-0000-0000-0000-000000000000}"/>
          </ac:cxnSpMkLst>
        </pc:cxnChg>
      </pc:sldChg>
      <pc:sldChg chg="del">
        <pc:chgData name="Fei" userId="d19317889db4c986" providerId="LiveId" clId="{E87CCF37-DE99-49C7-B77F-1E4C7A3FD6FA}" dt="2022-02-15T10:55:22.721" v="0" actId="47"/>
        <pc:sldMkLst>
          <pc:docMk/>
          <pc:sldMk cId="0" sldId="300"/>
        </pc:sldMkLst>
      </pc:sldChg>
      <pc:sldChg chg="del">
        <pc:chgData name="Fei" userId="d19317889db4c986" providerId="LiveId" clId="{E87CCF37-DE99-49C7-B77F-1E4C7A3FD6FA}" dt="2022-02-15T10:55:22.721" v="0" actId="47"/>
        <pc:sldMkLst>
          <pc:docMk/>
          <pc:sldMk cId="0" sldId="302"/>
        </pc:sldMkLst>
      </pc:sldChg>
      <pc:sldChg chg="del">
        <pc:chgData name="Fei" userId="d19317889db4c986" providerId="LiveId" clId="{E87CCF37-DE99-49C7-B77F-1E4C7A3FD6FA}" dt="2022-02-15T10:55:22.721" v="0" actId="47"/>
        <pc:sldMkLst>
          <pc:docMk/>
          <pc:sldMk cId="0" sldId="303"/>
        </pc:sldMkLst>
      </pc:sldChg>
      <pc:sldChg chg="del">
        <pc:chgData name="Fei" userId="d19317889db4c986" providerId="LiveId" clId="{E87CCF37-DE99-49C7-B77F-1E4C7A3FD6FA}" dt="2022-02-15T10:55:22.721" v="0" actId="47"/>
        <pc:sldMkLst>
          <pc:docMk/>
          <pc:sldMk cId="0" sldId="304"/>
        </pc:sldMkLst>
      </pc:sldChg>
      <pc:sldChg chg="addSp delSp modSp mod modTransition modNotes">
        <pc:chgData name="Fei" userId="d19317889db4c986" providerId="LiveId" clId="{E87CCF37-DE99-49C7-B77F-1E4C7A3FD6FA}" dt="2022-02-16T08:28:08.025" v="3342"/>
        <pc:sldMkLst>
          <pc:docMk/>
          <pc:sldMk cId="2026888976" sldId="305"/>
        </pc:sldMkLst>
        <pc:spChg chg="del mod">
          <ac:chgData name="Fei" userId="d19317889db4c986" providerId="LiveId" clId="{E87CCF37-DE99-49C7-B77F-1E4C7A3FD6FA}" dt="2022-02-16T03:02:27.187" v="722" actId="478"/>
          <ac:spMkLst>
            <pc:docMk/>
            <pc:sldMk cId="2026888976" sldId="305"/>
            <ac:spMk id="2" creationId="{00000000-0000-0000-0000-000000000000}"/>
          </ac:spMkLst>
        </pc:spChg>
        <pc:spChg chg="del mod">
          <ac:chgData name="Fei" userId="d19317889db4c986" providerId="LiveId" clId="{E87CCF37-DE99-49C7-B77F-1E4C7A3FD6FA}" dt="2022-02-16T03:02:21.901" v="719" actId="478"/>
          <ac:spMkLst>
            <pc:docMk/>
            <pc:sldMk cId="2026888976" sldId="305"/>
            <ac:spMk id="4" creationId="{00000000-0000-0000-0000-000000000000}"/>
          </ac:spMkLst>
        </pc:spChg>
        <pc:spChg chg="mod">
          <ac:chgData name="Fei" userId="d19317889db4c986" providerId="LiveId" clId="{E87CCF37-DE99-49C7-B77F-1E4C7A3FD6FA}" dt="2022-02-16T02:49:34.017" v="263"/>
          <ac:spMkLst>
            <pc:docMk/>
            <pc:sldMk cId="2026888976" sldId="305"/>
            <ac:spMk id="6" creationId="{00000000-0000-0000-0000-000000000000}"/>
          </ac:spMkLst>
        </pc:spChg>
        <pc:spChg chg="mod">
          <ac:chgData name="Fei" userId="d19317889db4c986" providerId="LiveId" clId="{E87CCF37-DE99-49C7-B77F-1E4C7A3FD6FA}" dt="2022-02-16T02:49:34.017" v="263"/>
          <ac:spMkLst>
            <pc:docMk/>
            <pc:sldMk cId="2026888976" sldId="305"/>
            <ac:spMk id="7" creationId="{00000000-0000-0000-0000-000000000000}"/>
          </ac:spMkLst>
        </pc:spChg>
        <pc:spChg chg="mod">
          <ac:chgData name="Fei" userId="d19317889db4c986" providerId="LiveId" clId="{E87CCF37-DE99-49C7-B77F-1E4C7A3FD6FA}" dt="2022-02-16T02:49:34.017" v="263"/>
          <ac:spMkLst>
            <pc:docMk/>
            <pc:sldMk cId="2026888976" sldId="305"/>
            <ac:spMk id="8" creationId="{00000000-0000-0000-0000-000000000000}"/>
          </ac:spMkLst>
        </pc:spChg>
        <pc:spChg chg="mod">
          <ac:chgData name="Fei" userId="d19317889db4c986" providerId="LiveId" clId="{E87CCF37-DE99-49C7-B77F-1E4C7A3FD6FA}" dt="2022-02-16T06:39:10.220" v="2197" actId="207"/>
          <ac:spMkLst>
            <pc:docMk/>
            <pc:sldMk cId="2026888976" sldId="305"/>
            <ac:spMk id="9" creationId="{00000000-0000-0000-0000-000000000000}"/>
          </ac:spMkLst>
        </pc:spChg>
        <pc:grpChg chg="del mod">
          <ac:chgData name="Fei" userId="d19317889db4c986" providerId="LiveId" clId="{E87CCF37-DE99-49C7-B77F-1E4C7A3FD6FA}" dt="2022-02-16T03:02:23.656" v="720" actId="478"/>
          <ac:grpSpMkLst>
            <pc:docMk/>
            <pc:sldMk cId="2026888976" sldId="305"/>
            <ac:grpSpMk id="5" creationId="{00000000-0000-0000-0000-000000000000}"/>
          </ac:grpSpMkLst>
        </pc:grpChg>
        <pc:picChg chg="add mod">
          <ac:chgData name="Fei" userId="d19317889db4c986" providerId="LiveId" clId="{E87CCF37-DE99-49C7-B77F-1E4C7A3FD6FA}" dt="2022-02-16T03:08:15.372" v="840"/>
          <ac:picMkLst>
            <pc:docMk/>
            <pc:sldMk cId="2026888976" sldId="305"/>
            <ac:picMk id="10" creationId="{773B033F-756F-48FB-9BDF-910A666C6E66}"/>
          </ac:picMkLst>
        </pc:picChg>
      </pc:sldChg>
      <pc:sldChg chg="del">
        <pc:chgData name="Fei" userId="d19317889db4c986" providerId="LiveId" clId="{E87CCF37-DE99-49C7-B77F-1E4C7A3FD6FA}" dt="2022-02-15T10:55:22.721" v="0" actId="47"/>
        <pc:sldMkLst>
          <pc:docMk/>
          <pc:sldMk cId="0" sldId="306"/>
        </pc:sldMkLst>
      </pc:sldChg>
      <pc:sldChg chg="del">
        <pc:chgData name="Fei" userId="d19317889db4c986" providerId="LiveId" clId="{E87CCF37-DE99-49C7-B77F-1E4C7A3FD6FA}" dt="2022-02-15T10:55:22.721" v="0" actId="47"/>
        <pc:sldMkLst>
          <pc:docMk/>
          <pc:sldMk cId="0" sldId="307"/>
        </pc:sldMkLst>
      </pc:sldChg>
      <pc:sldChg chg="del">
        <pc:chgData name="Fei" userId="d19317889db4c986" providerId="LiveId" clId="{E87CCF37-DE99-49C7-B77F-1E4C7A3FD6FA}" dt="2022-02-15T10:55:22.721" v="0" actId="47"/>
        <pc:sldMkLst>
          <pc:docMk/>
          <pc:sldMk cId="0" sldId="308"/>
        </pc:sldMkLst>
      </pc:sldChg>
      <pc:sldChg chg="del">
        <pc:chgData name="Fei" userId="d19317889db4c986" providerId="LiveId" clId="{E87CCF37-DE99-49C7-B77F-1E4C7A3FD6FA}" dt="2022-02-15T10:55:22.721" v="0" actId="47"/>
        <pc:sldMkLst>
          <pc:docMk/>
          <pc:sldMk cId="0" sldId="309"/>
        </pc:sldMkLst>
      </pc:sldChg>
      <pc:sldChg chg="del">
        <pc:chgData name="Fei" userId="d19317889db4c986" providerId="LiveId" clId="{E87CCF37-DE99-49C7-B77F-1E4C7A3FD6FA}" dt="2022-02-15T10:55:22.721" v="0" actId="47"/>
        <pc:sldMkLst>
          <pc:docMk/>
          <pc:sldMk cId="0" sldId="310"/>
        </pc:sldMkLst>
      </pc:sldChg>
      <pc:sldChg chg="del">
        <pc:chgData name="Fei" userId="d19317889db4c986" providerId="LiveId" clId="{E87CCF37-DE99-49C7-B77F-1E4C7A3FD6FA}" dt="2022-02-15T10:55:22.721" v="0" actId="47"/>
        <pc:sldMkLst>
          <pc:docMk/>
          <pc:sldMk cId="0" sldId="311"/>
        </pc:sldMkLst>
      </pc:sldChg>
      <pc:sldChg chg="del">
        <pc:chgData name="Fei" userId="d19317889db4c986" providerId="LiveId" clId="{E87CCF37-DE99-49C7-B77F-1E4C7A3FD6FA}" dt="2022-02-15T10:55:22.721" v="0" actId="47"/>
        <pc:sldMkLst>
          <pc:docMk/>
          <pc:sldMk cId="0" sldId="312"/>
        </pc:sldMkLst>
      </pc:sldChg>
      <pc:sldChg chg="del">
        <pc:chgData name="Fei" userId="d19317889db4c986" providerId="LiveId" clId="{E87CCF37-DE99-49C7-B77F-1E4C7A3FD6FA}" dt="2022-02-15T10:55:22.721" v="0" actId="47"/>
        <pc:sldMkLst>
          <pc:docMk/>
          <pc:sldMk cId="0" sldId="313"/>
        </pc:sldMkLst>
      </pc:sldChg>
      <pc:sldChg chg="del">
        <pc:chgData name="Fei" userId="d19317889db4c986" providerId="LiveId" clId="{E87CCF37-DE99-49C7-B77F-1E4C7A3FD6FA}" dt="2022-02-15T10:55:22.721" v="0" actId="47"/>
        <pc:sldMkLst>
          <pc:docMk/>
          <pc:sldMk cId="0" sldId="314"/>
        </pc:sldMkLst>
      </pc:sldChg>
      <pc:sldChg chg="del">
        <pc:chgData name="Fei" userId="d19317889db4c986" providerId="LiveId" clId="{E87CCF37-DE99-49C7-B77F-1E4C7A3FD6FA}" dt="2022-02-15T10:55:22.721" v="0" actId="47"/>
        <pc:sldMkLst>
          <pc:docMk/>
          <pc:sldMk cId="0" sldId="315"/>
        </pc:sldMkLst>
      </pc:sldChg>
      <pc:sldChg chg="del">
        <pc:chgData name="Fei" userId="d19317889db4c986" providerId="LiveId" clId="{E87CCF37-DE99-49C7-B77F-1E4C7A3FD6FA}" dt="2022-02-15T10:55:22.721" v="0" actId="47"/>
        <pc:sldMkLst>
          <pc:docMk/>
          <pc:sldMk cId="0" sldId="316"/>
        </pc:sldMkLst>
      </pc:sldChg>
      <pc:sldChg chg="del">
        <pc:chgData name="Fei" userId="d19317889db4c986" providerId="LiveId" clId="{E87CCF37-DE99-49C7-B77F-1E4C7A3FD6FA}" dt="2022-02-15T10:55:22.721" v="0" actId="47"/>
        <pc:sldMkLst>
          <pc:docMk/>
          <pc:sldMk cId="0" sldId="317"/>
        </pc:sldMkLst>
      </pc:sldChg>
      <pc:sldChg chg="del">
        <pc:chgData name="Fei" userId="d19317889db4c986" providerId="LiveId" clId="{E87CCF37-DE99-49C7-B77F-1E4C7A3FD6FA}" dt="2022-02-15T10:55:22.721" v="0" actId="47"/>
        <pc:sldMkLst>
          <pc:docMk/>
          <pc:sldMk cId="0" sldId="318"/>
        </pc:sldMkLst>
      </pc:sldChg>
      <pc:sldChg chg="del">
        <pc:chgData name="Fei" userId="d19317889db4c986" providerId="LiveId" clId="{E87CCF37-DE99-49C7-B77F-1E4C7A3FD6FA}" dt="2022-02-15T10:55:22.721" v="0" actId="47"/>
        <pc:sldMkLst>
          <pc:docMk/>
          <pc:sldMk cId="0" sldId="319"/>
        </pc:sldMkLst>
      </pc:sldChg>
      <pc:sldChg chg="del">
        <pc:chgData name="Fei" userId="d19317889db4c986" providerId="LiveId" clId="{E87CCF37-DE99-49C7-B77F-1E4C7A3FD6FA}" dt="2022-02-15T10:55:22.721" v="0" actId="47"/>
        <pc:sldMkLst>
          <pc:docMk/>
          <pc:sldMk cId="0" sldId="320"/>
        </pc:sldMkLst>
      </pc:sldChg>
      <pc:sldChg chg="del">
        <pc:chgData name="Fei" userId="d19317889db4c986" providerId="LiveId" clId="{E87CCF37-DE99-49C7-B77F-1E4C7A3FD6FA}" dt="2022-02-15T10:55:22.721" v="0" actId="47"/>
        <pc:sldMkLst>
          <pc:docMk/>
          <pc:sldMk cId="0" sldId="321"/>
        </pc:sldMkLst>
      </pc:sldChg>
      <pc:sldChg chg="del">
        <pc:chgData name="Fei" userId="d19317889db4c986" providerId="LiveId" clId="{E87CCF37-DE99-49C7-B77F-1E4C7A3FD6FA}" dt="2022-02-15T10:55:22.721" v="0" actId="47"/>
        <pc:sldMkLst>
          <pc:docMk/>
          <pc:sldMk cId="0" sldId="322"/>
        </pc:sldMkLst>
      </pc:sldChg>
      <pc:sldChg chg="del">
        <pc:chgData name="Fei" userId="d19317889db4c986" providerId="LiveId" clId="{E87CCF37-DE99-49C7-B77F-1E4C7A3FD6FA}" dt="2022-02-15T10:55:22.721" v="0" actId="47"/>
        <pc:sldMkLst>
          <pc:docMk/>
          <pc:sldMk cId="0" sldId="323"/>
        </pc:sldMkLst>
      </pc:sldChg>
      <pc:sldChg chg="del">
        <pc:chgData name="Fei" userId="d19317889db4c986" providerId="LiveId" clId="{E87CCF37-DE99-49C7-B77F-1E4C7A3FD6FA}" dt="2022-02-15T10:55:22.721" v="0" actId="47"/>
        <pc:sldMkLst>
          <pc:docMk/>
          <pc:sldMk cId="0" sldId="324"/>
        </pc:sldMkLst>
      </pc:sldChg>
      <pc:sldChg chg="del">
        <pc:chgData name="Fei" userId="d19317889db4c986" providerId="LiveId" clId="{E87CCF37-DE99-49C7-B77F-1E4C7A3FD6FA}" dt="2022-02-15T10:55:22.721" v="0" actId="47"/>
        <pc:sldMkLst>
          <pc:docMk/>
          <pc:sldMk cId="0" sldId="325"/>
        </pc:sldMkLst>
      </pc:sldChg>
      <pc:sldChg chg="del">
        <pc:chgData name="Fei" userId="d19317889db4c986" providerId="LiveId" clId="{E87CCF37-DE99-49C7-B77F-1E4C7A3FD6FA}" dt="2022-02-15T10:55:22.721" v="0" actId="47"/>
        <pc:sldMkLst>
          <pc:docMk/>
          <pc:sldMk cId="0" sldId="326"/>
        </pc:sldMkLst>
      </pc:sldChg>
      <pc:sldChg chg="addSp delSp modSp mod modTransition modAnim">
        <pc:chgData name="Fei" userId="d19317889db4c986" providerId="LiveId" clId="{E87CCF37-DE99-49C7-B77F-1E4C7A3FD6FA}" dt="2022-02-16T08:28:30.818" v="3350"/>
        <pc:sldMkLst>
          <pc:docMk/>
          <pc:sldMk cId="2050651053" sldId="328"/>
        </pc:sldMkLst>
        <pc:spChg chg="del mod">
          <ac:chgData name="Fei" userId="d19317889db4c986" providerId="LiveId" clId="{E87CCF37-DE99-49C7-B77F-1E4C7A3FD6FA}" dt="2022-02-16T03:24:25.720" v="932" actId="478"/>
          <ac:spMkLst>
            <pc:docMk/>
            <pc:sldMk cId="2050651053" sldId="328"/>
            <ac:spMk id="2" creationId="{15F03666-DF88-1740-A4B1-ABCEA1F847F9}"/>
          </ac:spMkLst>
        </pc:spChg>
        <pc:spChg chg="mod">
          <ac:chgData name="Fei" userId="d19317889db4c986" providerId="LiveId" clId="{E87CCF37-DE99-49C7-B77F-1E4C7A3FD6FA}" dt="2022-02-16T02:49:34.017" v="263"/>
          <ac:spMkLst>
            <pc:docMk/>
            <pc:sldMk cId="2050651053" sldId="328"/>
            <ac:spMk id="3" creationId="{16870241-DFA3-5D41-B986-3405E638FC72}"/>
          </ac:spMkLst>
        </pc:spChg>
        <pc:spChg chg="mod">
          <ac:chgData name="Fei" userId="d19317889db4c986" providerId="LiveId" clId="{E87CCF37-DE99-49C7-B77F-1E4C7A3FD6FA}" dt="2022-02-16T02:49:34.017" v="263"/>
          <ac:spMkLst>
            <pc:docMk/>
            <pc:sldMk cId="2050651053" sldId="328"/>
            <ac:spMk id="5" creationId="{FB207D22-4ED1-D447-BEB1-4714B4D3A268}"/>
          </ac:spMkLst>
        </pc:spChg>
        <pc:spChg chg="mod">
          <ac:chgData name="Fei" userId="d19317889db4c986" providerId="LiveId" clId="{E87CCF37-DE99-49C7-B77F-1E4C7A3FD6FA}" dt="2022-02-16T02:49:34.017" v="263"/>
          <ac:spMkLst>
            <pc:docMk/>
            <pc:sldMk cId="2050651053" sldId="328"/>
            <ac:spMk id="7" creationId="{5E0ECFB8-FE3F-7F43-AA71-084355796110}"/>
          </ac:spMkLst>
        </pc:spChg>
        <pc:spChg chg="mod">
          <ac:chgData name="Fei" userId="d19317889db4c986" providerId="LiveId" clId="{E87CCF37-DE99-49C7-B77F-1E4C7A3FD6FA}" dt="2022-02-16T02:49:34.017" v="263"/>
          <ac:spMkLst>
            <pc:docMk/>
            <pc:sldMk cId="2050651053" sldId="328"/>
            <ac:spMk id="8" creationId="{32BBE17A-8180-494D-BBD8-CD61CC5A98E6}"/>
          </ac:spMkLst>
        </pc:spChg>
        <pc:spChg chg="add del mod">
          <ac:chgData name="Fei" userId="d19317889db4c986" providerId="LiveId" clId="{E87CCF37-DE99-49C7-B77F-1E4C7A3FD6FA}" dt="2022-02-16T05:45:06.574" v="1234" actId="478"/>
          <ac:spMkLst>
            <pc:docMk/>
            <pc:sldMk cId="2050651053" sldId="328"/>
            <ac:spMk id="11" creationId="{523B90CA-D3B6-471B-A5C8-8FB73672C2A1}"/>
          </ac:spMkLst>
        </pc:spChg>
        <pc:spChg chg="add mod">
          <ac:chgData name="Fei" userId="d19317889db4c986" providerId="LiveId" clId="{E87CCF37-DE99-49C7-B77F-1E4C7A3FD6FA}" dt="2022-02-16T06:29:22.419" v="2039" actId="207"/>
          <ac:spMkLst>
            <pc:docMk/>
            <pc:sldMk cId="2050651053" sldId="328"/>
            <ac:spMk id="12" creationId="{F17D9A6C-5A9D-464A-BBF2-6393AB8E3DDA}"/>
          </ac:spMkLst>
        </pc:spChg>
        <pc:spChg chg="mod">
          <ac:chgData name="Fei" userId="d19317889db4c986" providerId="LiveId" clId="{E87CCF37-DE99-49C7-B77F-1E4C7A3FD6FA}" dt="2022-02-16T06:47:35.139" v="2298" actId="2711"/>
          <ac:spMkLst>
            <pc:docMk/>
            <pc:sldMk cId="2050651053" sldId="328"/>
            <ac:spMk id="14" creationId="{F2AFB2CF-1647-4493-B623-640AC7636180}"/>
          </ac:spMkLst>
        </pc:spChg>
        <pc:spChg chg="mod">
          <ac:chgData name="Fei" userId="d19317889db4c986" providerId="LiveId" clId="{E87CCF37-DE99-49C7-B77F-1E4C7A3FD6FA}" dt="2022-02-16T06:27:40.208" v="2014" actId="122"/>
          <ac:spMkLst>
            <pc:docMk/>
            <pc:sldMk cId="2050651053" sldId="328"/>
            <ac:spMk id="15" creationId="{1D7D2649-5F0D-447C-A398-04B8353BB3CB}"/>
          </ac:spMkLst>
        </pc:spChg>
        <pc:grpChg chg="mod">
          <ac:chgData name="Fei" userId="d19317889db4c986" providerId="LiveId" clId="{E87CCF37-DE99-49C7-B77F-1E4C7A3FD6FA}" dt="2022-02-16T02:49:34.017" v="263"/>
          <ac:grpSpMkLst>
            <pc:docMk/>
            <pc:sldMk cId="2050651053" sldId="328"/>
            <ac:grpSpMk id="6" creationId="{236A6C2E-947B-E14A-A448-3CA3C70DFB03}"/>
          </ac:grpSpMkLst>
        </pc:grpChg>
        <pc:picChg chg="del mod">
          <ac:chgData name="Fei" userId="d19317889db4c986" providerId="LiveId" clId="{E87CCF37-DE99-49C7-B77F-1E4C7A3FD6FA}" dt="2022-02-16T03:24:34.317" v="934" actId="478"/>
          <ac:picMkLst>
            <pc:docMk/>
            <pc:sldMk cId="2050651053" sldId="328"/>
            <ac:picMk id="4" creationId="{64A5C663-0C09-2448-836C-687D6785F4A4}"/>
          </ac:picMkLst>
        </pc:picChg>
        <pc:picChg chg="add mod">
          <ac:chgData name="Fei" userId="d19317889db4c986" providerId="LiveId" clId="{E87CCF37-DE99-49C7-B77F-1E4C7A3FD6FA}" dt="2022-02-16T07:03:27.918" v="2392" actId="1035"/>
          <ac:picMkLst>
            <pc:docMk/>
            <pc:sldMk cId="2050651053" sldId="328"/>
            <ac:picMk id="13" creationId="{A671FBFC-0AFD-46A8-B455-D7B6E659BF1F}"/>
          </ac:picMkLst>
        </pc:picChg>
      </pc:sldChg>
      <pc:sldChg chg="delSp modSp mod modTransition delAnim modAnim">
        <pc:chgData name="Fei" userId="d19317889db4c986" providerId="LiveId" clId="{E87CCF37-DE99-49C7-B77F-1E4C7A3FD6FA}" dt="2022-02-16T08:28:14.070" v="3343"/>
        <pc:sldMkLst>
          <pc:docMk/>
          <pc:sldMk cId="2113596754" sldId="329"/>
        </pc:sldMkLst>
        <pc:spChg chg="del mod">
          <ac:chgData name="Fei" userId="d19317889db4c986" providerId="LiveId" clId="{E87CCF37-DE99-49C7-B77F-1E4C7A3FD6FA}" dt="2022-02-16T03:06:58.337" v="818" actId="478"/>
          <ac:spMkLst>
            <pc:docMk/>
            <pc:sldMk cId="2113596754" sldId="329"/>
            <ac:spMk id="2" creationId="{15F03666-DF88-1740-A4B1-ABCEA1F847F9}"/>
          </ac:spMkLst>
        </pc:spChg>
        <pc:spChg chg="mod">
          <ac:chgData name="Fei" userId="d19317889db4c986" providerId="LiveId" clId="{E87CCF37-DE99-49C7-B77F-1E4C7A3FD6FA}" dt="2022-02-16T02:49:34.017" v="263"/>
          <ac:spMkLst>
            <pc:docMk/>
            <pc:sldMk cId="2113596754" sldId="329"/>
            <ac:spMk id="3" creationId="{16870241-DFA3-5D41-B986-3405E638FC72}"/>
          </ac:spMkLst>
        </pc:spChg>
        <pc:spChg chg="mod">
          <ac:chgData name="Fei" userId="d19317889db4c986" providerId="LiveId" clId="{E87CCF37-DE99-49C7-B77F-1E4C7A3FD6FA}" dt="2022-02-16T06:38:57.418" v="2195" actId="207"/>
          <ac:spMkLst>
            <pc:docMk/>
            <pc:sldMk cId="2113596754" sldId="329"/>
            <ac:spMk id="5" creationId="{FB207D22-4ED1-D447-BEB1-4714B4D3A268}"/>
          </ac:spMkLst>
        </pc:spChg>
        <pc:spChg chg="mod">
          <ac:chgData name="Fei" userId="d19317889db4c986" providerId="LiveId" clId="{E87CCF37-DE99-49C7-B77F-1E4C7A3FD6FA}" dt="2022-02-16T02:49:34.017" v="263"/>
          <ac:spMkLst>
            <pc:docMk/>
            <pc:sldMk cId="2113596754" sldId="329"/>
            <ac:spMk id="7" creationId="{5E0ECFB8-FE3F-7F43-AA71-084355796110}"/>
          </ac:spMkLst>
        </pc:spChg>
        <pc:spChg chg="mod">
          <ac:chgData name="Fei" userId="d19317889db4c986" providerId="LiveId" clId="{E87CCF37-DE99-49C7-B77F-1E4C7A3FD6FA}" dt="2022-02-16T02:49:34.017" v="263"/>
          <ac:spMkLst>
            <pc:docMk/>
            <pc:sldMk cId="2113596754" sldId="329"/>
            <ac:spMk id="8" creationId="{32BBE17A-8180-494D-BBD8-CD61CC5A98E6}"/>
          </ac:spMkLst>
        </pc:spChg>
        <pc:spChg chg="mod">
          <ac:chgData name="Fei" userId="d19317889db4c986" providerId="LiveId" clId="{E87CCF37-DE99-49C7-B77F-1E4C7A3FD6FA}" dt="2022-02-16T06:38:54.079" v="2194" actId="207"/>
          <ac:spMkLst>
            <pc:docMk/>
            <pc:sldMk cId="2113596754" sldId="329"/>
            <ac:spMk id="10" creationId="{FD4E03B7-8C81-864D-B432-51CCD293F808}"/>
          </ac:spMkLst>
        </pc:spChg>
        <pc:grpChg chg="del mod">
          <ac:chgData name="Fei" userId="d19317889db4c986" providerId="LiveId" clId="{E87CCF37-DE99-49C7-B77F-1E4C7A3FD6FA}" dt="2022-02-16T03:07:10.938" v="822" actId="478"/>
          <ac:grpSpMkLst>
            <pc:docMk/>
            <pc:sldMk cId="2113596754" sldId="329"/>
            <ac:grpSpMk id="6" creationId="{236A6C2E-947B-E14A-A448-3CA3C70DFB03}"/>
          </ac:grpSpMkLst>
        </pc:grpChg>
        <pc:picChg chg="mod">
          <ac:chgData name="Fei" userId="d19317889db4c986" providerId="LiveId" clId="{E87CCF37-DE99-49C7-B77F-1E4C7A3FD6FA}" dt="2022-02-16T03:07:58.267" v="835" actId="14100"/>
          <ac:picMkLst>
            <pc:docMk/>
            <pc:sldMk cId="2113596754" sldId="329"/>
            <ac:picMk id="4" creationId="{64A5C663-0C09-2448-836C-687D6785F4A4}"/>
          </ac:picMkLst>
        </pc:picChg>
      </pc:sldChg>
      <pc:sldChg chg="addSp delSp modSp mod modTransition modAnim modNotes">
        <pc:chgData name="Fei" userId="d19317889db4c986" providerId="LiveId" clId="{E87CCF37-DE99-49C7-B77F-1E4C7A3FD6FA}" dt="2022-02-16T08:28:16.374" v="3344"/>
        <pc:sldMkLst>
          <pc:docMk/>
          <pc:sldMk cId="1445921664" sldId="330"/>
        </pc:sldMkLst>
        <pc:spChg chg="del mod">
          <ac:chgData name="Fei" userId="d19317889db4c986" providerId="LiveId" clId="{E87CCF37-DE99-49C7-B77F-1E4C7A3FD6FA}" dt="2022-02-16T03:07:27.274" v="826" actId="478"/>
          <ac:spMkLst>
            <pc:docMk/>
            <pc:sldMk cId="1445921664" sldId="330"/>
            <ac:spMk id="2" creationId="{15F03666-DF88-1740-A4B1-ABCEA1F847F9}"/>
          </ac:spMkLst>
        </pc:spChg>
        <pc:spChg chg="mod">
          <ac:chgData name="Fei" userId="d19317889db4c986" providerId="LiveId" clId="{E87CCF37-DE99-49C7-B77F-1E4C7A3FD6FA}" dt="2022-02-16T02:49:34.017" v="263"/>
          <ac:spMkLst>
            <pc:docMk/>
            <pc:sldMk cId="1445921664" sldId="330"/>
            <ac:spMk id="3" creationId="{16870241-DFA3-5D41-B986-3405E638FC72}"/>
          </ac:spMkLst>
        </pc:spChg>
        <pc:spChg chg="mod">
          <ac:chgData name="Fei" userId="d19317889db4c986" providerId="LiveId" clId="{E87CCF37-DE99-49C7-B77F-1E4C7A3FD6FA}" dt="2022-02-16T06:45:08.623" v="2267"/>
          <ac:spMkLst>
            <pc:docMk/>
            <pc:sldMk cId="1445921664" sldId="330"/>
            <ac:spMk id="5" creationId="{FB207D22-4ED1-D447-BEB1-4714B4D3A268}"/>
          </ac:spMkLst>
        </pc:spChg>
        <pc:spChg chg="mod">
          <ac:chgData name="Fei" userId="d19317889db4c986" providerId="LiveId" clId="{E87CCF37-DE99-49C7-B77F-1E4C7A3FD6FA}" dt="2022-02-16T02:49:34.017" v="263"/>
          <ac:spMkLst>
            <pc:docMk/>
            <pc:sldMk cId="1445921664" sldId="330"/>
            <ac:spMk id="7" creationId="{5E0ECFB8-FE3F-7F43-AA71-084355796110}"/>
          </ac:spMkLst>
        </pc:spChg>
        <pc:spChg chg="mod">
          <ac:chgData name="Fei" userId="d19317889db4c986" providerId="LiveId" clId="{E87CCF37-DE99-49C7-B77F-1E4C7A3FD6FA}" dt="2022-02-16T02:49:34.017" v="263"/>
          <ac:spMkLst>
            <pc:docMk/>
            <pc:sldMk cId="1445921664" sldId="330"/>
            <ac:spMk id="8" creationId="{32BBE17A-8180-494D-BBD8-CD61CC5A98E6}"/>
          </ac:spMkLst>
        </pc:spChg>
        <pc:spChg chg="mod">
          <ac:chgData name="Fei" userId="d19317889db4c986" providerId="LiveId" clId="{E87CCF37-DE99-49C7-B77F-1E4C7A3FD6FA}" dt="2022-02-16T06:39:18.852" v="2199" actId="207"/>
          <ac:spMkLst>
            <pc:docMk/>
            <pc:sldMk cId="1445921664" sldId="330"/>
            <ac:spMk id="10" creationId="{FD4E03B7-8C81-864D-B432-51CCD293F808}"/>
          </ac:spMkLst>
        </pc:spChg>
        <pc:grpChg chg="mod">
          <ac:chgData name="Fei" userId="d19317889db4c986" providerId="LiveId" clId="{E87CCF37-DE99-49C7-B77F-1E4C7A3FD6FA}" dt="2022-02-16T02:49:34.017" v="263"/>
          <ac:grpSpMkLst>
            <pc:docMk/>
            <pc:sldMk cId="1445921664" sldId="330"/>
            <ac:grpSpMk id="6" creationId="{236A6C2E-947B-E14A-A448-3CA3C70DFB03}"/>
          </ac:grpSpMkLst>
        </pc:grpChg>
        <pc:picChg chg="del mod">
          <ac:chgData name="Fei" userId="d19317889db4c986" providerId="LiveId" clId="{E87CCF37-DE99-49C7-B77F-1E4C7A3FD6FA}" dt="2022-02-16T03:08:18.586" v="841" actId="478"/>
          <ac:picMkLst>
            <pc:docMk/>
            <pc:sldMk cId="1445921664" sldId="330"/>
            <ac:picMk id="4" creationId="{64A5C663-0C09-2448-836C-687D6785F4A4}"/>
          </ac:picMkLst>
        </pc:picChg>
        <pc:picChg chg="add mod">
          <ac:chgData name="Fei" userId="d19317889db4c986" providerId="LiveId" clId="{E87CCF37-DE99-49C7-B77F-1E4C7A3FD6FA}" dt="2022-02-16T03:08:19.611" v="842"/>
          <ac:picMkLst>
            <pc:docMk/>
            <pc:sldMk cId="1445921664" sldId="330"/>
            <ac:picMk id="11" creationId="{3E030B2E-7710-43F2-84C6-A38BF21C5622}"/>
          </ac:picMkLst>
        </pc:picChg>
      </pc:sldChg>
      <pc:sldChg chg="addSp delSp modSp mod modTransition modAnim">
        <pc:chgData name="Fei" userId="d19317889db4c986" providerId="LiveId" clId="{E87CCF37-DE99-49C7-B77F-1E4C7A3FD6FA}" dt="2022-02-16T08:28:17.692" v="3345"/>
        <pc:sldMkLst>
          <pc:docMk/>
          <pc:sldMk cId="3688734997" sldId="331"/>
        </pc:sldMkLst>
        <pc:spChg chg="del mod">
          <ac:chgData name="Fei" userId="d19317889db4c986" providerId="LiveId" clId="{E87CCF37-DE99-49C7-B77F-1E4C7A3FD6FA}" dt="2022-02-16T03:07:35.637" v="829" actId="478"/>
          <ac:spMkLst>
            <pc:docMk/>
            <pc:sldMk cId="3688734997" sldId="331"/>
            <ac:spMk id="2" creationId="{15F03666-DF88-1740-A4B1-ABCEA1F847F9}"/>
          </ac:spMkLst>
        </pc:spChg>
        <pc:spChg chg="mod">
          <ac:chgData name="Fei" userId="d19317889db4c986" providerId="LiveId" clId="{E87CCF37-DE99-49C7-B77F-1E4C7A3FD6FA}" dt="2022-02-16T02:49:34.017" v="263"/>
          <ac:spMkLst>
            <pc:docMk/>
            <pc:sldMk cId="3688734997" sldId="331"/>
            <ac:spMk id="3" creationId="{16870241-DFA3-5D41-B986-3405E638FC72}"/>
          </ac:spMkLst>
        </pc:spChg>
        <pc:spChg chg="mod">
          <ac:chgData name="Fei" userId="d19317889db4c986" providerId="LiveId" clId="{E87CCF37-DE99-49C7-B77F-1E4C7A3FD6FA}" dt="2022-02-16T06:39:23.234" v="2200" actId="207"/>
          <ac:spMkLst>
            <pc:docMk/>
            <pc:sldMk cId="3688734997" sldId="331"/>
            <ac:spMk id="5" creationId="{FB207D22-4ED1-D447-BEB1-4714B4D3A268}"/>
          </ac:spMkLst>
        </pc:spChg>
        <pc:spChg chg="mod">
          <ac:chgData name="Fei" userId="d19317889db4c986" providerId="LiveId" clId="{E87CCF37-DE99-49C7-B77F-1E4C7A3FD6FA}" dt="2022-02-16T02:49:34.017" v="263"/>
          <ac:spMkLst>
            <pc:docMk/>
            <pc:sldMk cId="3688734997" sldId="331"/>
            <ac:spMk id="7" creationId="{5E0ECFB8-FE3F-7F43-AA71-084355796110}"/>
          </ac:spMkLst>
        </pc:spChg>
        <pc:spChg chg="mod">
          <ac:chgData name="Fei" userId="d19317889db4c986" providerId="LiveId" clId="{E87CCF37-DE99-49C7-B77F-1E4C7A3FD6FA}" dt="2022-02-16T02:49:34.017" v="263"/>
          <ac:spMkLst>
            <pc:docMk/>
            <pc:sldMk cId="3688734997" sldId="331"/>
            <ac:spMk id="8" creationId="{32BBE17A-8180-494D-BBD8-CD61CC5A98E6}"/>
          </ac:spMkLst>
        </pc:spChg>
        <pc:spChg chg="mod">
          <ac:chgData name="Fei" userId="d19317889db4c986" providerId="LiveId" clId="{E87CCF37-DE99-49C7-B77F-1E4C7A3FD6FA}" dt="2022-02-16T06:39:30.672" v="2203" actId="113"/>
          <ac:spMkLst>
            <pc:docMk/>
            <pc:sldMk cId="3688734997" sldId="331"/>
            <ac:spMk id="10" creationId="{FD4E03B7-8C81-864D-B432-51CCD293F808}"/>
          </ac:spMkLst>
        </pc:spChg>
        <pc:spChg chg="del mod">
          <ac:chgData name="Fei" userId="d19317889db4c986" providerId="LiveId" clId="{E87CCF37-DE99-49C7-B77F-1E4C7A3FD6FA}" dt="2022-02-16T03:12:16.409" v="883" actId="478"/>
          <ac:spMkLst>
            <pc:docMk/>
            <pc:sldMk cId="3688734997" sldId="331"/>
            <ac:spMk id="12" creationId="{97346CCC-F160-C04A-BDBC-01190D71A735}"/>
          </ac:spMkLst>
        </pc:spChg>
        <pc:grpChg chg="mod">
          <ac:chgData name="Fei" userId="d19317889db4c986" providerId="LiveId" clId="{E87CCF37-DE99-49C7-B77F-1E4C7A3FD6FA}" dt="2022-02-16T02:49:34.017" v="263"/>
          <ac:grpSpMkLst>
            <pc:docMk/>
            <pc:sldMk cId="3688734997" sldId="331"/>
            <ac:grpSpMk id="6" creationId="{236A6C2E-947B-E14A-A448-3CA3C70DFB03}"/>
          </ac:grpSpMkLst>
        </pc:grpChg>
        <pc:picChg chg="del mod">
          <ac:chgData name="Fei" userId="d19317889db4c986" providerId="LiveId" clId="{E87CCF37-DE99-49C7-B77F-1E4C7A3FD6FA}" dt="2022-02-16T03:08:21.543" v="843" actId="478"/>
          <ac:picMkLst>
            <pc:docMk/>
            <pc:sldMk cId="3688734997" sldId="331"/>
            <ac:picMk id="4" creationId="{64A5C663-0C09-2448-836C-687D6785F4A4}"/>
          </ac:picMkLst>
        </pc:picChg>
        <pc:picChg chg="add mod">
          <ac:chgData name="Fei" userId="d19317889db4c986" providerId="LiveId" clId="{E87CCF37-DE99-49C7-B77F-1E4C7A3FD6FA}" dt="2022-02-16T03:08:22.686" v="844"/>
          <ac:picMkLst>
            <pc:docMk/>
            <pc:sldMk cId="3688734997" sldId="331"/>
            <ac:picMk id="13" creationId="{FEEC2934-791A-4E39-AB97-9AEB9ABF92A2}"/>
          </ac:picMkLst>
        </pc:picChg>
        <pc:picChg chg="mod">
          <ac:chgData name="Fei" userId="d19317889db4c986" providerId="LiveId" clId="{E87CCF37-DE99-49C7-B77F-1E4C7A3FD6FA}" dt="2022-02-16T03:12:18.864" v="884" actId="1076"/>
          <ac:picMkLst>
            <pc:docMk/>
            <pc:sldMk cId="3688734997" sldId="331"/>
            <ac:picMk id="8198" creationId="{61C72FA9-AAD4-F442-8FB9-F3960F9D0831}"/>
          </ac:picMkLst>
        </pc:picChg>
      </pc:sldChg>
      <pc:sldChg chg="addSp delSp modSp mod modTransition modAnim">
        <pc:chgData name="Fei" userId="d19317889db4c986" providerId="LiveId" clId="{E87CCF37-DE99-49C7-B77F-1E4C7A3FD6FA}" dt="2022-02-16T08:28:36.278" v="3357"/>
        <pc:sldMkLst>
          <pc:docMk/>
          <pc:sldMk cId="779396015" sldId="332"/>
        </pc:sldMkLst>
        <pc:spChg chg="add del mod">
          <ac:chgData name="Fei" userId="d19317889db4c986" providerId="LiveId" clId="{E87CCF37-DE99-49C7-B77F-1E4C7A3FD6FA}" dt="2022-02-16T07:21:34.383" v="2695" actId="207"/>
          <ac:spMkLst>
            <pc:docMk/>
            <pc:sldMk cId="779396015" sldId="332"/>
            <ac:spMk id="2" creationId="{59CD368B-C60F-43CD-BA5F-8B2CCD59DD97}"/>
          </ac:spMkLst>
        </pc:spChg>
        <pc:spChg chg="add del mod">
          <ac:chgData name="Fei" userId="d19317889db4c986" providerId="LiveId" clId="{E87CCF37-DE99-49C7-B77F-1E4C7A3FD6FA}" dt="2022-02-16T07:18:07.815" v="2661" actId="478"/>
          <ac:spMkLst>
            <pc:docMk/>
            <pc:sldMk cId="779396015" sldId="332"/>
            <ac:spMk id="3" creationId="{2AA714BD-677A-4AA9-A0F0-455570D4887E}"/>
          </ac:spMkLst>
        </pc:spChg>
        <pc:spChg chg="add mod">
          <ac:chgData name="Fei" userId="d19317889db4c986" providerId="LiveId" clId="{E87CCF37-DE99-49C7-B77F-1E4C7A3FD6FA}" dt="2022-02-16T07:19:42.086" v="2674" actId="1076"/>
          <ac:spMkLst>
            <pc:docMk/>
            <pc:sldMk cId="779396015" sldId="332"/>
            <ac:spMk id="4" creationId="{47961671-10F1-48D8-B889-1F88A35B35CE}"/>
          </ac:spMkLst>
        </pc:spChg>
        <pc:spChg chg="add mod">
          <ac:chgData name="Fei" userId="d19317889db4c986" providerId="LiveId" clId="{E87CCF37-DE99-49C7-B77F-1E4C7A3FD6FA}" dt="2022-02-16T07:33:53.660" v="3080" actId="1036"/>
          <ac:spMkLst>
            <pc:docMk/>
            <pc:sldMk cId="779396015" sldId="332"/>
            <ac:spMk id="5" creationId="{A6AD8FF1-B09B-47DD-A58F-FF5F870B2AF1}"/>
          </ac:spMkLst>
        </pc:spChg>
        <pc:spChg chg="add mod">
          <ac:chgData name="Fei" userId="d19317889db4c986" providerId="LiveId" clId="{E87CCF37-DE99-49C7-B77F-1E4C7A3FD6FA}" dt="2022-02-16T07:33:53.660" v="3080" actId="1036"/>
          <ac:spMkLst>
            <pc:docMk/>
            <pc:sldMk cId="779396015" sldId="332"/>
            <ac:spMk id="6" creationId="{8D974202-BECF-4668-8A51-8D7E7454E609}"/>
          </ac:spMkLst>
        </pc:spChg>
        <pc:spChg chg="add mod">
          <ac:chgData name="Fei" userId="d19317889db4c986" providerId="LiveId" clId="{E87CCF37-DE99-49C7-B77F-1E4C7A3FD6FA}" dt="2022-02-16T07:31:35.440" v="2960" actId="12789"/>
          <ac:spMkLst>
            <pc:docMk/>
            <pc:sldMk cId="779396015" sldId="332"/>
            <ac:spMk id="7" creationId="{8235559D-9A99-4EDB-87BD-339EC913109A}"/>
          </ac:spMkLst>
        </pc:spChg>
        <pc:spChg chg="add mod">
          <ac:chgData name="Fei" userId="d19317889db4c986" providerId="LiveId" clId="{E87CCF37-DE99-49C7-B77F-1E4C7A3FD6FA}" dt="2022-02-16T07:31:35.440" v="2960" actId="12789"/>
          <ac:spMkLst>
            <pc:docMk/>
            <pc:sldMk cId="779396015" sldId="332"/>
            <ac:spMk id="8" creationId="{750F14E5-9D33-4A5F-84C5-4C0414AE412D}"/>
          </ac:spMkLst>
        </pc:spChg>
        <pc:spChg chg="add mod">
          <ac:chgData name="Fei" userId="d19317889db4c986" providerId="LiveId" clId="{E87CCF37-DE99-49C7-B77F-1E4C7A3FD6FA}" dt="2022-02-16T07:31:27.269" v="2957" actId="1036"/>
          <ac:spMkLst>
            <pc:docMk/>
            <pc:sldMk cId="779396015" sldId="332"/>
            <ac:spMk id="9" creationId="{FF2C8C39-CFC8-4FD8-8F37-CEC639CAF76E}"/>
          </ac:spMkLst>
        </pc:spChg>
        <pc:spChg chg="add mod">
          <ac:chgData name="Fei" userId="d19317889db4c986" providerId="LiveId" clId="{E87CCF37-DE99-49C7-B77F-1E4C7A3FD6FA}" dt="2022-02-16T07:31:27.269" v="2957" actId="1036"/>
          <ac:spMkLst>
            <pc:docMk/>
            <pc:sldMk cId="779396015" sldId="332"/>
            <ac:spMk id="10" creationId="{5DE91C16-D477-4D47-B275-56F2EF869208}"/>
          </ac:spMkLst>
        </pc:spChg>
        <pc:spChg chg="add mod">
          <ac:chgData name="Fei" userId="d19317889db4c986" providerId="LiveId" clId="{E87CCF37-DE99-49C7-B77F-1E4C7A3FD6FA}" dt="2022-02-16T07:33:53.660" v="3080" actId="1036"/>
          <ac:spMkLst>
            <pc:docMk/>
            <pc:sldMk cId="779396015" sldId="332"/>
            <ac:spMk id="11" creationId="{2A212881-5B79-427A-AB95-195FD7C23B5B}"/>
          </ac:spMkLst>
        </pc:spChg>
        <pc:spChg chg="add mod">
          <ac:chgData name="Fei" userId="d19317889db4c986" providerId="LiveId" clId="{E87CCF37-DE99-49C7-B77F-1E4C7A3FD6FA}" dt="2022-02-16T07:31:35.440" v="2960" actId="12789"/>
          <ac:spMkLst>
            <pc:docMk/>
            <pc:sldMk cId="779396015" sldId="332"/>
            <ac:spMk id="12" creationId="{80130987-05DB-4278-95EC-57E6C801DA86}"/>
          </ac:spMkLst>
        </pc:spChg>
        <pc:spChg chg="add del mod">
          <ac:chgData name="Fei" userId="d19317889db4c986" providerId="LiveId" clId="{E87CCF37-DE99-49C7-B77F-1E4C7A3FD6FA}" dt="2022-02-16T07:30:55.034" v="2917" actId="20577"/>
          <ac:spMkLst>
            <pc:docMk/>
            <pc:sldMk cId="779396015" sldId="332"/>
            <ac:spMk id="14" creationId="{6ABE2A2D-8242-4275-842E-6C0A3FA13458}"/>
          </ac:spMkLst>
        </pc:spChg>
        <pc:grpChg chg="add mod">
          <ac:chgData name="Fei" userId="d19317889db4c986" providerId="LiveId" clId="{E87CCF37-DE99-49C7-B77F-1E4C7A3FD6FA}" dt="2022-02-16T07:31:44.714" v="2964" actId="164"/>
          <ac:grpSpMkLst>
            <pc:docMk/>
            <pc:sldMk cId="779396015" sldId="332"/>
            <ac:grpSpMk id="15" creationId="{7DA02AD6-19E1-4D6C-8720-F64413B2F865}"/>
          </ac:grpSpMkLst>
        </pc:grpChg>
        <pc:picChg chg="add mod">
          <ac:chgData name="Fei" userId="d19317889db4c986" providerId="LiveId" clId="{E87CCF37-DE99-49C7-B77F-1E4C7A3FD6FA}" dt="2022-02-16T07:03:41.595" v="2401"/>
          <ac:picMkLst>
            <pc:docMk/>
            <pc:sldMk cId="779396015" sldId="332"/>
            <ac:picMk id="13" creationId="{12C8861B-9A94-442D-9FE0-8488E2C5F8AC}"/>
          </ac:picMkLst>
        </pc:picChg>
      </pc:sldChg>
      <pc:sldChg chg="addSp delSp modSp del mod modAnim">
        <pc:chgData name="Fei" userId="d19317889db4c986" providerId="LiveId" clId="{E87CCF37-DE99-49C7-B77F-1E4C7A3FD6FA}" dt="2022-02-16T05:40:05.143" v="1163" actId="47"/>
        <pc:sldMkLst>
          <pc:docMk/>
          <pc:sldMk cId="3997665689" sldId="333"/>
        </pc:sldMkLst>
        <pc:spChg chg="del mod">
          <ac:chgData name="Fei" userId="d19317889db4c986" providerId="LiveId" clId="{E87CCF37-DE99-49C7-B77F-1E4C7A3FD6FA}" dt="2022-02-16T05:36:41.773" v="1126" actId="478"/>
          <ac:spMkLst>
            <pc:docMk/>
            <pc:sldMk cId="3997665689" sldId="333"/>
            <ac:spMk id="2" creationId="{15F03666-DF88-1740-A4B1-ABCEA1F847F9}"/>
          </ac:spMkLst>
        </pc:spChg>
        <pc:spChg chg="mod">
          <ac:chgData name="Fei" userId="d19317889db4c986" providerId="LiveId" clId="{E87CCF37-DE99-49C7-B77F-1E4C7A3FD6FA}" dt="2022-02-16T02:49:34.017" v="263"/>
          <ac:spMkLst>
            <pc:docMk/>
            <pc:sldMk cId="3997665689" sldId="333"/>
            <ac:spMk id="3" creationId="{16870241-DFA3-5D41-B986-3405E638FC72}"/>
          </ac:spMkLst>
        </pc:spChg>
        <pc:spChg chg="mod">
          <ac:chgData name="Fei" userId="d19317889db4c986" providerId="LiveId" clId="{E87CCF37-DE99-49C7-B77F-1E4C7A3FD6FA}" dt="2022-02-16T02:49:34.017" v="263"/>
          <ac:spMkLst>
            <pc:docMk/>
            <pc:sldMk cId="3997665689" sldId="333"/>
            <ac:spMk id="5" creationId="{FB207D22-4ED1-D447-BEB1-4714B4D3A268}"/>
          </ac:spMkLst>
        </pc:spChg>
        <pc:spChg chg="mod">
          <ac:chgData name="Fei" userId="d19317889db4c986" providerId="LiveId" clId="{E87CCF37-DE99-49C7-B77F-1E4C7A3FD6FA}" dt="2022-02-16T02:49:34.017" v="263"/>
          <ac:spMkLst>
            <pc:docMk/>
            <pc:sldMk cId="3997665689" sldId="333"/>
            <ac:spMk id="7" creationId="{5E0ECFB8-FE3F-7F43-AA71-084355796110}"/>
          </ac:spMkLst>
        </pc:spChg>
        <pc:spChg chg="mod">
          <ac:chgData name="Fei" userId="d19317889db4c986" providerId="LiveId" clId="{E87CCF37-DE99-49C7-B77F-1E4C7A3FD6FA}" dt="2022-02-16T02:49:34.017" v="263"/>
          <ac:spMkLst>
            <pc:docMk/>
            <pc:sldMk cId="3997665689" sldId="333"/>
            <ac:spMk id="8" creationId="{32BBE17A-8180-494D-BBD8-CD61CC5A98E6}"/>
          </ac:spMkLst>
        </pc:spChg>
        <pc:spChg chg="mod">
          <ac:chgData name="Fei" userId="d19317889db4c986" providerId="LiveId" clId="{E87CCF37-DE99-49C7-B77F-1E4C7A3FD6FA}" dt="2022-02-16T05:37:33.302" v="1137" actId="1076"/>
          <ac:spMkLst>
            <pc:docMk/>
            <pc:sldMk cId="3997665689" sldId="333"/>
            <ac:spMk id="12" creationId="{DE949213-57A9-471A-92E9-4F392170874B}"/>
          </ac:spMkLst>
        </pc:spChg>
        <pc:spChg chg="mod">
          <ac:chgData name="Fei" userId="d19317889db4c986" providerId="LiveId" clId="{E87CCF37-DE99-49C7-B77F-1E4C7A3FD6FA}" dt="2022-02-16T05:37:27.004" v="1135" actId="1076"/>
          <ac:spMkLst>
            <pc:docMk/>
            <pc:sldMk cId="3997665689" sldId="333"/>
            <ac:spMk id="13" creationId="{02563509-D651-4247-BD85-CB5088F596B3}"/>
          </ac:spMkLst>
        </pc:spChg>
        <pc:spChg chg="mod">
          <ac:chgData name="Fei" userId="d19317889db4c986" providerId="LiveId" clId="{E87CCF37-DE99-49C7-B77F-1E4C7A3FD6FA}" dt="2022-02-16T05:37:27.004" v="1135" actId="1076"/>
          <ac:spMkLst>
            <pc:docMk/>
            <pc:sldMk cId="3997665689" sldId="333"/>
            <ac:spMk id="14" creationId="{7F9A0FA8-E4A4-41DF-97BA-8161C8254BA9}"/>
          </ac:spMkLst>
        </pc:spChg>
        <pc:spChg chg="add mod">
          <ac:chgData name="Fei" userId="d19317889db4c986" providerId="LiveId" clId="{E87CCF37-DE99-49C7-B77F-1E4C7A3FD6FA}" dt="2022-02-16T05:38:16.484" v="1152" actId="14100"/>
          <ac:spMkLst>
            <pc:docMk/>
            <pc:sldMk cId="3997665689" sldId="333"/>
            <ac:spMk id="15" creationId="{FE7B5AE4-227F-400B-9858-C2EF7255DBC8}"/>
          </ac:spMkLst>
        </pc:spChg>
        <pc:grpChg chg="mod">
          <ac:chgData name="Fei" userId="d19317889db4c986" providerId="LiveId" clId="{E87CCF37-DE99-49C7-B77F-1E4C7A3FD6FA}" dt="2022-02-16T02:49:34.017" v="263"/>
          <ac:grpSpMkLst>
            <pc:docMk/>
            <pc:sldMk cId="3997665689" sldId="333"/>
            <ac:grpSpMk id="6" creationId="{236A6C2E-947B-E14A-A448-3CA3C70DFB03}"/>
          </ac:grpSpMkLst>
        </pc:grpChg>
        <pc:picChg chg="mod">
          <ac:chgData name="Fei" userId="d19317889db4c986" providerId="LiveId" clId="{E87CCF37-DE99-49C7-B77F-1E4C7A3FD6FA}" dt="2022-02-16T02:49:34.017" v="263"/>
          <ac:picMkLst>
            <pc:docMk/>
            <pc:sldMk cId="3997665689" sldId="333"/>
            <ac:picMk id="4" creationId="{64A5C663-0C09-2448-836C-687D6785F4A4}"/>
          </ac:picMkLst>
        </pc:picChg>
      </pc:sldChg>
      <pc:sldChg chg="addSp delSp modSp mod modTransition modAnim modNotesTx">
        <pc:chgData name="Fei" userId="d19317889db4c986" providerId="LiveId" clId="{E87CCF37-DE99-49C7-B77F-1E4C7A3FD6FA}" dt="2022-02-16T08:28:29.910" v="3349"/>
        <pc:sldMkLst>
          <pc:docMk/>
          <pc:sldMk cId="1772499561" sldId="334"/>
        </pc:sldMkLst>
        <pc:spChg chg="del mod">
          <ac:chgData name="Fei" userId="d19317889db4c986" providerId="LiveId" clId="{E87CCF37-DE99-49C7-B77F-1E4C7A3FD6FA}" dt="2022-02-16T03:14:15.729" v="911" actId="478"/>
          <ac:spMkLst>
            <pc:docMk/>
            <pc:sldMk cId="1772499561" sldId="334"/>
            <ac:spMk id="2" creationId="{15F03666-DF88-1740-A4B1-ABCEA1F847F9}"/>
          </ac:spMkLst>
        </pc:spChg>
        <pc:spChg chg="mod">
          <ac:chgData name="Fei" userId="d19317889db4c986" providerId="LiveId" clId="{E87CCF37-DE99-49C7-B77F-1E4C7A3FD6FA}" dt="2022-02-16T02:49:34.017" v="263"/>
          <ac:spMkLst>
            <pc:docMk/>
            <pc:sldMk cId="1772499561" sldId="334"/>
            <ac:spMk id="3" creationId="{16870241-DFA3-5D41-B986-3405E638FC72}"/>
          </ac:spMkLst>
        </pc:spChg>
        <pc:spChg chg="mod">
          <ac:chgData name="Fei" userId="d19317889db4c986" providerId="LiveId" clId="{E87CCF37-DE99-49C7-B77F-1E4C7A3FD6FA}" dt="2022-02-16T06:29:18.298" v="2038" actId="207"/>
          <ac:spMkLst>
            <pc:docMk/>
            <pc:sldMk cId="1772499561" sldId="334"/>
            <ac:spMk id="5" creationId="{FB207D22-4ED1-D447-BEB1-4714B4D3A268}"/>
          </ac:spMkLst>
        </pc:spChg>
        <pc:spChg chg="mod">
          <ac:chgData name="Fei" userId="d19317889db4c986" providerId="LiveId" clId="{E87CCF37-DE99-49C7-B77F-1E4C7A3FD6FA}" dt="2022-02-16T02:49:34.017" v="263"/>
          <ac:spMkLst>
            <pc:docMk/>
            <pc:sldMk cId="1772499561" sldId="334"/>
            <ac:spMk id="7" creationId="{5E0ECFB8-FE3F-7F43-AA71-084355796110}"/>
          </ac:spMkLst>
        </pc:spChg>
        <pc:spChg chg="mod">
          <ac:chgData name="Fei" userId="d19317889db4c986" providerId="LiveId" clId="{E87CCF37-DE99-49C7-B77F-1E4C7A3FD6FA}" dt="2022-02-16T02:49:34.017" v="263"/>
          <ac:spMkLst>
            <pc:docMk/>
            <pc:sldMk cId="1772499561" sldId="334"/>
            <ac:spMk id="8" creationId="{32BBE17A-8180-494D-BBD8-CD61CC5A98E6}"/>
          </ac:spMkLst>
        </pc:spChg>
        <pc:spChg chg="add mod">
          <ac:chgData name="Fei" userId="d19317889db4c986" providerId="LiveId" clId="{E87CCF37-DE99-49C7-B77F-1E4C7A3FD6FA}" dt="2022-02-16T06:45:59.779" v="2270" actId="948"/>
          <ac:spMkLst>
            <pc:docMk/>
            <pc:sldMk cId="1772499561" sldId="334"/>
            <ac:spMk id="12" creationId="{C8467766-A22E-40DB-9BC2-41BA83B362AE}"/>
          </ac:spMkLst>
        </pc:spChg>
        <pc:spChg chg="mod">
          <ac:chgData name="Fei" userId="d19317889db4c986" providerId="LiveId" clId="{E87CCF37-DE99-49C7-B77F-1E4C7A3FD6FA}" dt="2022-02-16T06:45:43.039" v="2268" actId="2711"/>
          <ac:spMkLst>
            <pc:docMk/>
            <pc:sldMk cId="1772499561" sldId="334"/>
            <ac:spMk id="13" creationId="{DBFA947A-5A2C-412A-AD19-F4786DD1BED6}"/>
          </ac:spMkLst>
        </pc:spChg>
        <pc:grpChg chg="del mod">
          <ac:chgData name="Fei" userId="d19317889db4c986" providerId="LiveId" clId="{E87CCF37-DE99-49C7-B77F-1E4C7A3FD6FA}" dt="2022-02-16T03:20:23.500" v="925" actId="478"/>
          <ac:grpSpMkLst>
            <pc:docMk/>
            <pc:sldMk cId="1772499561" sldId="334"/>
            <ac:grpSpMk id="6" creationId="{236A6C2E-947B-E14A-A448-3CA3C70DFB03}"/>
          </ac:grpSpMkLst>
        </pc:grpChg>
        <pc:picChg chg="del mod">
          <ac:chgData name="Fei" userId="d19317889db4c986" providerId="LiveId" clId="{E87CCF37-DE99-49C7-B77F-1E4C7A3FD6FA}" dt="2022-02-16T03:19:32.388" v="915" actId="478"/>
          <ac:picMkLst>
            <pc:docMk/>
            <pc:sldMk cId="1772499561" sldId="334"/>
            <ac:picMk id="4" creationId="{64A5C663-0C09-2448-836C-687D6785F4A4}"/>
          </ac:picMkLst>
        </pc:picChg>
        <pc:picChg chg="mod">
          <ac:chgData name="Fei" userId="d19317889db4c986" providerId="LiveId" clId="{E87CCF37-DE99-49C7-B77F-1E4C7A3FD6FA}" dt="2022-02-16T06:28:36.695" v="2030" actId="1076"/>
          <ac:picMkLst>
            <pc:docMk/>
            <pc:sldMk cId="1772499561" sldId="334"/>
            <ac:picMk id="11" creationId="{2C721B03-C58B-4011-B173-09CC97364C74}"/>
          </ac:picMkLst>
        </pc:picChg>
        <pc:picChg chg="add mod">
          <ac:chgData name="Fei" userId="d19317889db4c986" providerId="LiveId" clId="{E87CCF37-DE99-49C7-B77F-1E4C7A3FD6FA}" dt="2022-02-16T07:03:20.988" v="2387"/>
          <ac:picMkLst>
            <pc:docMk/>
            <pc:sldMk cId="1772499561" sldId="334"/>
            <ac:picMk id="14" creationId="{17A4006B-64FA-44FC-B684-30AF4BA54DD5}"/>
          </ac:picMkLst>
        </pc:picChg>
        <pc:picChg chg="add del mod">
          <ac:chgData name="Fei" userId="d19317889db4c986" providerId="LiveId" clId="{E87CCF37-DE99-49C7-B77F-1E4C7A3FD6FA}" dt="2022-02-16T07:03:24.713" v="2389"/>
          <ac:picMkLst>
            <pc:docMk/>
            <pc:sldMk cId="1772499561" sldId="334"/>
            <ac:picMk id="15" creationId="{D8788CEE-DDDE-4DD3-B4D7-DE3E31D86E2E}"/>
          </ac:picMkLst>
        </pc:picChg>
      </pc:sldChg>
      <pc:sldChg chg="addSp delSp modSp add del mod modTransition modAnim">
        <pc:chgData name="Fei" userId="d19317889db4c986" providerId="LiveId" clId="{E87CCF37-DE99-49C7-B77F-1E4C7A3FD6FA}" dt="2022-02-16T08:28:31.802" v="3351"/>
        <pc:sldMkLst>
          <pc:docMk/>
          <pc:sldMk cId="1708672986" sldId="335"/>
        </pc:sldMkLst>
        <pc:spChg chg="del mod">
          <ac:chgData name="Fei" userId="d19317889db4c986" providerId="LiveId" clId="{E87CCF37-DE99-49C7-B77F-1E4C7A3FD6FA}" dt="2022-02-16T05:34:37.226" v="1093" actId="478"/>
          <ac:spMkLst>
            <pc:docMk/>
            <pc:sldMk cId="1708672986" sldId="335"/>
            <ac:spMk id="2" creationId="{15F03666-DF88-1740-A4B1-ABCEA1F847F9}"/>
          </ac:spMkLst>
        </pc:spChg>
        <pc:spChg chg="mod">
          <ac:chgData name="Fei" userId="d19317889db4c986" providerId="LiveId" clId="{E87CCF37-DE99-49C7-B77F-1E4C7A3FD6FA}" dt="2022-02-16T02:49:34.017" v="263"/>
          <ac:spMkLst>
            <pc:docMk/>
            <pc:sldMk cId="1708672986" sldId="335"/>
            <ac:spMk id="3" creationId="{16870241-DFA3-5D41-B986-3405E638FC72}"/>
          </ac:spMkLst>
        </pc:spChg>
        <pc:spChg chg="del mod">
          <ac:chgData name="Fei" userId="d19317889db4c986" providerId="LiveId" clId="{E87CCF37-DE99-49C7-B77F-1E4C7A3FD6FA}" dt="2022-02-16T05:45:28.355" v="1246"/>
          <ac:spMkLst>
            <pc:docMk/>
            <pc:sldMk cId="1708672986" sldId="335"/>
            <ac:spMk id="5" creationId="{FB207D22-4ED1-D447-BEB1-4714B4D3A268}"/>
          </ac:spMkLst>
        </pc:spChg>
        <pc:spChg chg="mod">
          <ac:chgData name="Fei" userId="d19317889db4c986" providerId="LiveId" clId="{E87CCF37-DE99-49C7-B77F-1E4C7A3FD6FA}" dt="2022-02-16T02:49:34.017" v="263"/>
          <ac:spMkLst>
            <pc:docMk/>
            <pc:sldMk cId="1708672986" sldId="335"/>
            <ac:spMk id="7" creationId="{5E0ECFB8-FE3F-7F43-AA71-084355796110}"/>
          </ac:spMkLst>
        </pc:spChg>
        <pc:spChg chg="mod">
          <ac:chgData name="Fei" userId="d19317889db4c986" providerId="LiveId" clId="{E87CCF37-DE99-49C7-B77F-1E4C7A3FD6FA}" dt="2022-02-16T02:49:34.017" v="263"/>
          <ac:spMkLst>
            <pc:docMk/>
            <pc:sldMk cId="1708672986" sldId="335"/>
            <ac:spMk id="8" creationId="{32BBE17A-8180-494D-BBD8-CD61CC5A98E6}"/>
          </ac:spMkLst>
        </pc:spChg>
        <pc:spChg chg="mod">
          <ac:chgData name="Fei" userId="d19317889db4c986" providerId="LiveId" clId="{E87CCF37-DE99-49C7-B77F-1E4C7A3FD6FA}" dt="2022-02-16T06:34:42.384" v="2108" actId="948"/>
          <ac:spMkLst>
            <pc:docMk/>
            <pc:sldMk cId="1708672986" sldId="335"/>
            <ac:spMk id="10" creationId="{D2B5C4BD-B5DB-4D15-94BC-390712EB60C2}"/>
          </ac:spMkLst>
        </pc:spChg>
        <pc:spChg chg="add mod">
          <ac:chgData name="Fei" userId="d19317889db4c986" providerId="LiveId" clId="{E87CCF37-DE99-49C7-B77F-1E4C7A3FD6FA}" dt="2022-02-16T06:29:25.137" v="2040" actId="207"/>
          <ac:spMkLst>
            <pc:docMk/>
            <pc:sldMk cId="1708672986" sldId="335"/>
            <ac:spMk id="11" creationId="{192E154D-21AC-4496-9A9F-B2147A0BC7C1}"/>
          </ac:spMkLst>
        </pc:spChg>
        <pc:grpChg chg="mod">
          <ac:chgData name="Fei" userId="d19317889db4c986" providerId="LiveId" clId="{E87CCF37-DE99-49C7-B77F-1E4C7A3FD6FA}" dt="2022-02-16T02:49:34.017" v="263"/>
          <ac:grpSpMkLst>
            <pc:docMk/>
            <pc:sldMk cId="1708672986" sldId="335"/>
            <ac:grpSpMk id="6" creationId="{236A6C2E-947B-E14A-A448-3CA3C70DFB03}"/>
          </ac:grpSpMkLst>
        </pc:grpChg>
        <pc:picChg chg="del mod">
          <ac:chgData name="Fei" userId="d19317889db4c986" providerId="LiveId" clId="{E87CCF37-DE99-49C7-B77F-1E4C7A3FD6FA}" dt="2022-02-16T06:29:14.289" v="2037" actId="478"/>
          <ac:picMkLst>
            <pc:docMk/>
            <pc:sldMk cId="1708672986" sldId="335"/>
            <ac:picMk id="4" creationId="{64A5C663-0C09-2448-836C-687D6785F4A4}"/>
          </ac:picMkLst>
        </pc:picChg>
        <pc:picChg chg="add mod">
          <ac:chgData name="Fei" userId="d19317889db4c986" providerId="LiveId" clId="{E87CCF37-DE99-49C7-B77F-1E4C7A3FD6FA}" dt="2022-02-16T06:34:47.755" v="2124" actId="1036"/>
          <ac:picMkLst>
            <pc:docMk/>
            <pc:sldMk cId="1708672986" sldId="335"/>
            <ac:picMk id="12" creationId="{B4C53081-EFDA-47B8-9C9B-19FB655C026B}"/>
          </ac:picMkLst>
        </pc:picChg>
        <pc:picChg chg="add mod">
          <ac:chgData name="Fei" userId="d19317889db4c986" providerId="LiveId" clId="{E87CCF37-DE99-49C7-B77F-1E4C7A3FD6FA}" dt="2022-02-16T06:34:47.755" v="2124" actId="1036"/>
          <ac:picMkLst>
            <pc:docMk/>
            <pc:sldMk cId="1708672986" sldId="335"/>
            <ac:picMk id="14" creationId="{BCCE5CCD-082A-4B1C-814A-919AC6628489}"/>
          </ac:picMkLst>
        </pc:picChg>
        <pc:picChg chg="add mod">
          <ac:chgData name="Fei" userId="d19317889db4c986" providerId="LiveId" clId="{E87CCF37-DE99-49C7-B77F-1E4C7A3FD6FA}" dt="2022-02-16T07:03:30.417" v="2393"/>
          <ac:picMkLst>
            <pc:docMk/>
            <pc:sldMk cId="1708672986" sldId="335"/>
            <ac:picMk id="15" creationId="{92D61EC4-6DBD-4A8C-9493-47029E89E0C8}"/>
          </ac:picMkLst>
        </pc:picChg>
      </pc:sldChg>
      <pc:sldChg chg="addSp delSp modSp mod modTransition modAnim">
        <pc:chgData name="Fei" userId="d19317889db4c986" providerId="LiveId" clId="{E87CCF37-DE99-49C7-B77F-1E4C7A3FD6FA}" dt="2022-02-16T08:28:33.285" v="3353"/>
        <pc:sldMkLst>
          <pc:docMk/>
          <pc:sldMk cId="4231211157" sldId="336"/>
        </pc:sldMkLst>
        <pc:spChg chg="del mod">
          <ac:chgData name="Fei" userId="d19317889db4c986" providerId="LiveId" clId="{E87CCF37-DE99-49C7-B77F-1E4C7A3FD6FA}" dt="2022-02-16T05:45:32.394" v="1247" actId="478"/>
          <ac:spMkLst>
            <pc:docMk/>
            <pc:sldMk cId="4231211157" sldId="336"/>
            <ac:spMk id="2" creationId="{15F03666-DF88-1740-A4B1-ABCEA1F847F9}"/>
          </ac:spMkLst>
        </pc:spChg>
        <pc:spChg chg="mod">
          <ac:chgData name="Fei" userId="d19317889db4c986" providerId="LiveId" clId="{E87CCF37-DE99-49C7-B77F-1E4C7A3FD6FA}" dt="2022-02-16T02:49:34.017" v="263"/>
          <ac:spMkLst>
            <pc:docMk/>
            <pc:sldMk cId="4231211157" sldId="336"/>
            <ac:spMk id="3" creationId="{16870241-DFA3-5D41-B986-3405E638FC72}"/>
          </ac:spMkLst>
        </pc:spChg>
        <pc:spChg chg="mod">
          <ac:chgData name="Fei" userId="d19317889db4c986" providerId="LiveId" clId="{E87CCF37-DE99-49C7-B77F-1E4C7A3FD6FA}" dt="2022-02-16T02:49:34.017" v="263"/>
          <ac:spMkLst>
            <pc:docMk/>
            <pc:sldMk cId="4231211157" sldId="336"/>
            <ac:spMk id="5" creationId="{FB207D22-4ED1-D447-BEB1-4714B4D3A268}"/>
          </ac:spMkLst>
        </pc:spChg>
        <pc:spChg chg="mod">
          <ac:chgData name="Fei" userId="d19317889db4c986" providerId="LiveId" clId="{E87CCF37-DE99-49C7-B77F-1E4C7A3FD6FA}" dt="2022-02-16T02:49:34.017" v="263"/>
          <ac:spMkLst>
            <pc:docMk/>
            <pc:sldMk cId="4231211157" sldId="336"/>
            <ac:spMk id="7" creationId="{5E0ECFB8-FE3F-7F43-AA71-084355796110}"/>
          </ac:spMkLst>
        </pc:spChg>
        <pc:spChg chg="mod">
          <ac:chgData name="Fei" userId="d19317889db4c986" providerId="LiveId" clId="{E87CCF37-DE99-49C7-B77F-1E4C7A3FD6FA}" dt="2022-02-16T02:49:34.017" v="263"/>
          <ac:spMkLst>
            <pc:docMk/>
            <pc:sldMk cId="4231211157" sldId="336"/>
            <ac:spMk id="8" creationId="{32BBE17A-8180-494D-BBD8-CD61CC5A98E6}"/>
          </ac:spMkLst>
        </pc:spChg>
        <pc:spChg chg="add mod">
          <ac:chgData name="Fei" userId="d19317889db4c986" providerId="LiveId" clId="{E87CCF37-DE99-49C7-B77F-1E4C7A3FD6FA}" dt="2022-02-16T06:48:10.291" v="2310" actId="1036"/>
          <ac:spMkLst>
            <pc:docMk/>
            <pc:sldMk cId="4231211157" sldId="336"/>
            <ac:spMk id="9" creationId="{74C94C83-CB5C-4087-BBD1-9EDE4C99059F}"/>
          </ac:spMkLst>
        </pc:spChg>
        <pc:spChg chg="mod">
          <ac:chgData name="Fei" userId="d19317889db4c986" providerId="LiveId" clId="{E87CCF37-DE99-49C7-B77F-1E4C7A3FD6FA}" dt="2022-02-16T06:49:22.289" v="2319" actId="20577"/>
          <ac:spMkLst>
            <pc:docMk/>
            <pc:sldMk cId="4231211157" sldId="336"/>
            <ac:spMk id="15" creationId="{FFC6ABE9-9BFE-4ACD-A506-BA9B34043FE4}"/>
          </ac:spMkLst>
        </pc:spChg>
        <pc:spChg chg="mod">
          <ac:chgData name="Fei" userId="d19317889db4c986" providerId="LiveId" clId="{E87CCF37-DE99-49C7-B77F-1E4C7A3FD6FA}" dt="2022-02-16T06:48:45.859" v="2314" actId="207"/>
          <ac:spMkLst>
            <pc:docMk/>
            <pc:sldMk cId="4231211157" sldId="336"/>
            <ac:spMk id="16" creationId="{87AD0794-3B8C-4675-BDC0-0314F110ABB7}"/>
          </ac:spMkLst>
        </pc:spChg>
        <pc:spChg chg="mod">
          <ac:chgData name="Fei" userId="d19317889db4c986" providerId="LiveId" clId="{E87CCF37-DE99-49C7-B77F-1E4C7A3FD6FA}" dt="2022-02-16T06:49:09.026" v="2317" actId="207"/>
          <ac:spMkLst>
            <pc:docMk/>
            <pc:sldMk cId="4231211157" sldId="336"/>
            <ac:spMk id="18" creationId="{9B0E2B81-83C2-43D3-A255-E558B7673E3B}"/>
          </ac:spMkLst>
        </pc:spChg>
        <pc:spChg chg="mod">
          <ac:chgData name="Fei" userId="d19317889db4c986" providerId="LiveId" clId="{E87CCF37-DE99-49C7-B77F-1E4C7A3FD6FA}" dt="2022-02-16T06:38:03.383" v="2186" actId="14100"/>
          <ac:spMkLst>
            <pc:docMk/>
            <pc:sldMk cId="4231211157" sldId="336"/>
            <ac:spMk id="21" creationId="{37840F0A-D7E8-439E-B0D0-2E844C8A852A}"/>
          </ac:spMkLst>
        </pc:spChg>
        <pc:spChg chg="add mod">
          <ac:chgData name="Fei" userId="d19317889db4c986" providerId="LiveId" clId="{E87CCF37-DE99-49C7-B77F-1E4C7A3FD6FA}" dt="2022-02-16T06:37:23.418" v="2169" actId="207"/>
          <ac:spMkLst>
            <pc:docMk/>
            <pc:sldMk cId="4231211157" sldId="336"/>
            <ac:spMk id="23" creationId="{E1EEC25B-5C51-495C-B5EC-1F8CA9F7B651}"/>
          </ac:spMkLst>
        </pc:spChg>
        <pc:grpChg chg="mod">
          <ac:chgData name="Fei" userId="d19317889db4c986" providerId="LiveId" clId="{E87CCF37-DE99-49C7-B77F-1E4C7A3FD6FA}" dt="2022-02-16T02:49:34.017" v="263"/>
          <ac:grpSpMkLst>
            <pc:docMk/>
            <pc:sldMk cId="4231211157" sldId="336"/>
            <ac:grpSpMk id="6" creationId="{236A6C2E-947B-E14A-A448-3CA3C70DFB03}"/>
          </ac:grpSpMkLst>
        </pc:grpChg>
        <pc:grpChg chg="mod">
          <ac:chgData name="Fei" userId="d19317889db4c986" providerId="LiveId" clId="{E87CCF37-DE99-49C7-B77F-1E4C7A3FD6FA}" dt="2022-02-16T06:38:16.052" v="2190" actId="14100"/>
          <ac:grpSpMkLst>
            <pc:docMk/>
            <pc:sldMk cId="4231211157" sldId="336"/>
            <ac:grpSpMk id="17" creationId="{836464A8-F224-4AD4-AC4A-27898748B960}"/>
          </ac:grpSpMkLst>
        </pc:grpChg>
        <pc:grpChg chg="mod">
          <ac:chgData name="Fei" userId="d19317889db4c986" providerId="LiveId" clId="{E87CCF37-DE99-49C7-B77F-1E4C7A3FD6FA}" dt="2022-02-16T06:38:03.383" v="2186" actId="14100"/>
          <ac:grpSpMkLst>
            <pc:docMk/>
            <pc:sldMk cId="4231211157" sldId="336"/>
            <ac:grpSpMk id="20" creationId="{7481D171-1EF2-45DE-B01F-F5FFCC7D772F}"/>
          </ac:grpSpMkLst>
        </pc:grpChg>
        <pc:graphicFrameChg chg="mod">
          <ac:chgData name="Fei" userId="d19317889db4c986" providerId="LiveId" clId="{E87CCF37-DE99-49C7-B77F-1E4C7A3FD6FA}" dt="2022-02-16T06:48:19.707" v="2311" actId="1076"/>
          <ac:graphicFrameMkLst>
            <pc:docMk/>
            <pc:sldMk cId="4231211157" sldId="336"/>
            <ac:graphicFrameMk id="19" creationId="{D98BAA53-D31C-4CE1-A450-5A54BEFE3DD0}"/>
          </ac:graphicFrameMkLst>
        </pc:graphicFrameChg>
        <pc:graphicFrameChg chg="mod">
          <ac:chgData name="Fei" userId="d19317889db4c986" providerId="LiveId" clId="{E87CCF37-DE99-49C7-B77F-1E4C7A3FD6FA}" dt="2022-02-16T06:38:06.492" v="2187" actId="1076"/>
          <ac:graphicFrameMkLst>
            <pc:docMk/>
            <pc:sldMk cId="4231211157" sldId="336"/>
            <ac:graphicFrameMk id="22" creationId="{5BC14C84-F269-48AB-A1D8-C433CB412C2F}"/>
          </ac:graphicFrameMkLst>
        </pc:graphicFrameChg>
        <pc:picChg chg="del mod">
          <ac:chgData name="Fei" userId="d19317889db4c986" providerId="LiveId" clId="{E87CCF37-DE99-49C7-B77F-1E4C7A3FD6FA}" dt="2022-02-16T05:56:16.149" v="1425" actId="478"/>
          <ac:picMkLst>
            <pc:docMk/>
            <pc:sldMk cId="4231211157" sldId="336"/>
            <ac:picMk id="4" creationId="{64A5C663-0C09-2448-836C-687D6785F4A4}"/>
          </ac:picMkLst>
        </pc:picChg>
        <pc:picChg chg="add mod">
          <ac:chgData name="Fei" userId="d19317889db4c986" providerId="LiveId" clId="{E87CCF37-DE99-49C7-B77F-1E4C7A3FD6FA}" dt="2022-02-16T07:03:32.657" v="2395"/>
          <ac:picMkLst>
            <pc:docMk/>
            <pc:sldMk cId="4231211157" sldId="336"/>
            <ac:picMk id="24" creationId="{8B9FD3F6-7C2B-4E45-8C44-35DBD49FB598}"/>
          </ac:picMkLst>
        </pc:picChg>
      </pc:sldChg>
      <pc:sldChg chg="addSp delSp modSp mod modTransition modAnim">
        <pc:chgData name="Fei" userId="d19317889db4c986" providerId="LiveId" clId="{E87CCF37-DE99-49C7-B77F-1E4C7A3FD6FA}" dt="2022-02-16T08:28:34.886" v="3355"/>
        <pc:sldMkLst>
          <pc:docMk/>
          <pc:sldMk cId="1151378953" sldId="337"/>
        </pc:sldMkLst>
        <pc:spChg chg="del mod">
          <ac:chgData name="Fei" userId="d19317889db4c986" providerId="LiveId" clId="{E87CCF37-DE99-49C7-B77F-1E4C7A3FD6FA}" dt="2022-02-16T05:45:57.804" v="1258" actId="478"/>
          <ac:spMkLst>
            <pc:docMk/>
            <pc:sldMk cId="1151378953" sldId="337"/>
            <ac:spMk id="2" creationId="{15F03666-DF88-1740-A4B1-ABCEA1F847F9}"/>
          </ac:spMkLst>
        </pc:spChg>
        <pc:spChg chg="mod">
          <ac:chgData name="Fei" userId="d19317889db4c986" providerId="LiveId" clId="{E87CCF37-DE99-49C7-B77F-1E4C7A3FD6FA}" dt="2022-02-16T02:49:34.017" v="263"/>
          <ac:spMkLst>
            <pc:docMk/>
            <pc:sldMk cId="1151378953" sldId="337"/>
            <ac:spMk id="3" creationId="{16870241-DFA3-5D41-B986-3405E638FC72}"/>
          </ac:spMkLst>
        </pc:spChg>
        <pc:spChg chg="mod">
          <ac:chgData name="Fei" userId="d19317889db4c986" providerId="LiveId" clId="{E87CCF37-DE99-49C7-B77F-1E4C7A3FD6FA}" dt="2022-02-16T02:49:34.017" v="263"/>
          <ac:spMkLst>
            <pc:docMk/>
            <pc:sldMk cId="1151378953" sldId="337"/>
            <ac:spMk id="5" creationId="{FB207D22-4ED1-D447-BEB1-4714B4D3A268}"/>
          </ac:spMkLst>
        </pc:spChg>
        <pc:spChg chg="mod">
          <ac:chgData name="Fei" userId="d19317889db4c986" providerId="LiveId" clId="{E87CCF37-DE99-49C7-B77F-1E4C7A3FD6FA}" dt="2022-02-16T02:49:34.017" v="263"/>
          <ac:spMkLst>
            <pc:docMk/>
            <pc:sldMk cId="1151378953" sldId="337"/>
            <ac:spMk id="7" creationId="{5E0ECFB8-FE3F-7F43-AA71-084355796110}"/>
          </ac:spMkLst>
        </pc:spChg>
        <pc:spChg chg="mod">
          <ac:chgData name="Fei" userId="d19317889db4c986" providerId="LiveId" clId="{E87CCF37-DE99-49C7-B77F-1E4C7A3FD6FA}" dt="2022-02-16T02:49:34.017" v="263"/>
          <ac:spMkLst>
            <pc:docMk/>
            <pc:sldMk cId="1151378953" sldId="337"/>
            <ac:spMk id="8" creationId="{32BBE17A-8180-494D-BBD8-CD61CC5A98E6}"/>
          </ac:spMkLst>
        </pc:spChg>
        <pc:spChg chg="add mod">
          <ac:chgData name="Fei" userId="d19317889db4c986" providerId="LiveId" clId="{E87CCF37-DE99-49C7-B77F-1E4C7A3FD6FA}" dt="2022-02-16T07:01:10.257" v="2343" actId="207"/>
          <ac:spMkLst>
            <pc:docMk/>
            <pc:sldMk cId="1151378953" sldId="337"/>
            <ac:spMk id="11" creationId="{21CEA8BC-8838-416F-9922-2429F166F83F}"/>
          </ac:spMkLst>
        </pc:spChg>
        <pc:spChg chg="add mod">
          <ac:chgData name="Fei" userId="d19317889db4c986" providerId="LiveId" clId="{E87CCF37-DE99-49C7-B77F-1E4C7A3FD6FA}" dt="2022-02-16T07:09:55.787" v="2608" actId="207"/>
          <ac:spMkLst>
            <pc:docMk/>
            <pc:sldMk cId="1151378953" sldId="337"/>
            <ac:spMk id="13" creationId="{EE3DDA77-E44C-40FA-ADEB-BE912F9BE7D4}"/>
          </ac:spMkLst>
        </pc:spChg>
        <pc:spChg chg="add mod">
          <ac:chgData name="Fei" userId="d19317889db4c986" providerId="LiveId" clId="{E87CCF37-DE99-49C7-B77F-1E4C7A3FD6FA}" dt="2022-02-16T07:08:49.430" v="2596" actId="1076"/>
          <ac:spMkLst>
            <pc:docMk/>
            <pc:sldMk cId="1151378953" sldId="337"/>
            <ac:spMk id="14" creationId="{EA8DF847-F28D-40A9-9417-5596EB5131A1}"/>
          </ac:spMkLst>
        </pc:spChg>
        <pc:spChg chg="mod">
          <ac:chgData name="Fei" userId="d19317889db4c986" providerId="LiveId" clId="{E87CCF37-DE99-49C7-B77F-1E4C7A3FD6FA}" dt="2022-02-16T07:15:04.789" v="2660" actId="207"/>
          <ac:spMkLst>
            <pc:docMk/>
            <pc:sldMk cId="1151378953" sldId="337"/>
            <ac:spMk id="23" creationId="{1B88DC17-C799-4CF4-8163-4E23EA6828C6}"/>
          </ac:spMkLst>
        </pc:spChg>
        <pc:spChg chg="del mod">
          <ac:chgData name="Fei" userId="d19317889db4c986" providerId="LiveId" clId="{E87CCF37-DE99-49C7-B77F-1E4C7A3FD6FA}" dt="2022-02-16T07:05:50.909" v="2482" actId="478"/>
          <ac:spMkLst>
            <pc:docMk/>
            <pc:sldMk cId="1151378953" sldId="337"/>
            <ac:spMk id="24" creationId="{F57D6410-3E81-415D-A58A-4ADE1E4DBE1F}"/>
          </ac:spMkLst>
        </pc:spChg>
        <pc:grpChg chg="mod">
          <ac:chgData name="Fei" userId="d19317889db4c986" providerId="LiveId" clId="{E87CCF37-DE99-49C7-B77F-1E4C7A3FD6FA}" dt="2022-02-16T02:49:34.017" v="263"/>
          <ac:grpSpMkLst>
            <pc:docMk/>
            <pc:sldMk cId="1151378953" sldId="337"/>
            <ac:grpSpMk id="6" creationId="{236A6C2E-947B-E14A-A448-3CA3C70DFB03}"/>
          </ac:grpSpMkLst>
        </pc:grpChg>
        <pc:picChg chg="del mod">
          <ac:chgData name="Fei" userId="d19317889db4c986" providerId="LiveId" clId="{E87CCF37-DE99-49C7-B77F-1E4C7A3FD6FA}" dt="2022-02-16T07:01:16.888" v="2344" actId="478"/>
          <ac:picMkLst>
            <pc:docMk/>
            <pc:sldMk cId="1151378953" sldId="337"/>
            <ac:picMk id="4" creationId="{64A5C663-0C09-2448-836C-687D6785F4A4}"/>
          </ac:picMkLst>
        </pc:picChg>
        <pc:picChg chg="add mod">
          <ac:chgData name="Fei" userId="d19317889db4c986" providerId="LiveId" clId="{E87CCF37-DE99-49C7-B77F-1E4C7A3FD6FA}" dt="2022-02-16T07:03:35.327" v="2397"/>
          <ac:picMkLst>
            <pc:docMk/>
            <pc:sldMk cId="1151378953" sldId="337"/>
            <ac:picMk id="12" creationId="{88F578CD-4790-4A79-8510-AC3AE03472F7}"/>
          </ac:picMkLst>
        </pc:picChg>
      </pc:sldChg>
      <pc:sldChg chg="modSp del modNotes">
        <pc:chgData name="Fei" userId="d19317889db4c986" providerId="LiveId" clId="{E87CCF37-DE99-49C7-B77F-1E4C7A3FD6FA}" dt="2022-02-16T05:40:57.331" v="1166" actId="47"/>
        <pc:sldMkLst>
          <pc:docMk/>
          <pc:sldMk cId="2749613802" sldId="338"/>
        </pc:sldMkLst>
        <pc:spChg chg="mod">
          <ac:chgData name="Fei" userId="d19317889db4c986" providerId="LiveId" clId="{E87CCF37-DE99-49C7-B77F-1E4C7A3FD6FA}" dt="2022-02-16T02:49:34.017" v="263"/>
          <ac:spMkLst>
            <pc:docMk/>
            <pc:sldMk cId="2749613802" sldId="338"/>
            <ac:spMk id="5" creationId="{00000000-0000-0000-0000-000000000000}"/>
          </ac:spMkLst>
        </pc:spChg>
        <pc:spChg chg="mod">
          <ac:chgData name="Fei" userId="d19317889db4c986" providerId="LiveId" clId="{E87CCF37-DE99-49C7-B77F-1E4C7A3FD6FA}" dt="2022-02-16T02:49:34.017" v="263"/>
          <ac:spMkLst>
            <pc:docMk/>
            <pc:sldMk cId="2749613802" sldId="338"/>
            <ac:spMk id="6" creationId="{00000000-0000-0000-0000-000000000000}"/>
          </ac:spMkLst>
        </pc:spChg>
        <pc:spChg chg="mod">
          <ac:chgData name="Fei" userId="d19317889db4c986" providerId="LiveId" clId="{E87CCF37-DE99-49C7-B77F-1E4C7A3FD6FA}" dt="2022-02-16T02:49:34.017" v="263"/>
          <ac:spMkLst>
            <pc:docMk/>
            <pc:sldMk cId="2749613802" sldId="338"/>
            <ac:spMk id="7" creationId="{00000000-0000-0000-0000-000000000000}"/>
          </ac:spMkLst>
        </pc:spChg>
        <pc:spChg chg="mod">
          <ac:chgData name="Fei" userId="d19317889db4c986" providerId="LiveId" clId="{E87CCF37-DE99-49C7-B77F-1E4C7A3FD6FA}" dt="2022-02-16T02:49:34.017" v="263"/>
          <ac:spMkLst>
            <pc:docMk/>
            <pc:sldMk cId="2749613802" sldId="338"/>
            <ac:spMk id="8" creationId="{00000000-0000-0000-0000-000000000000}"/>
          </ac:spMkLst>
        </pc:spChg>
        <pc:spChg chg="mod">
          <ac:chgData name="Fei" userId="d19317889db4c986" providerId="LiveId" clId="{E87CCF37-DE99-49C7-B77F-1E4C7A3FD6FA}" dt="2022-02-16T02:49:34.017" v="263"/>
          <ac:spMkLst>
            <pc:docMk/>
            <pc:sldMk cId="2749613802" sldId="338"/>
            <ac:spMk id="19" creationId="{14A0E322-51C2-3748-9018-9D449F9AB12E}"/>
          </ac:spMkLst>
        </pc:spChg>
        <pc:spChg chg="mod">
          <ac:chgData name="Fei" userId="d19317889db4c986" providerId="LiveId" clId="{E87CCF37-DE99-49C7-B77F-1E4C7A3FD6FA}" dt="2022-02-16T02:49:34.017" v="263"/>
          <ac:spMkLst>
            <pc:docMk/>
            <pc:sldMk cId="2749613802" sldId="338"/>
            <ac:spMk id="20" creationId="{832CE7C9-AE8E-164F-A612-630C2CAEAF66}"/>
          </ac:spMkLst>
        </pc:spChg>
        <pc:spChg chg="mod">
          <ac:chgData name="Fei" userId="d19317889db4c986" providerId="LiveId" clId="{E87CCF37-DE99-49C7-B77F-1E4C7A3FD6FA}" dt="2022-02-16T02:49:34.017" v="263"/>
          <ac:spMkLst>
            <pc:docMk/>
            <pc:sldMk cId="2749613802" sldId="338"/>
            <ac:spMk id="21" creationId="{11442075-59CD-5449-88BA-231A0DF591CE}"/>
          </ac:spMkLst>
        </pc:spChg>
        <pc:spChg chg="mod">
          <ac:chgData name="Fei" userId="d19317889db4c986" providerId="LiveId" clId="{E87CCF37-DE99-49C7-B77F-1E4C7A3FD6FA}" dt="2022-02-16T02:49:34.017" v="263"/>
          <ac:spMkLst>
            <pc:docMk/>
            <pc:sldMk cId="2749613802" sldId="338"/>
            <ac:spMk id="22" creationId="{1CD14DBB-968D-C045-8A28-0E762E95A440}"/>
          </ac:spMkLst>
        </pc:spChg>
        <pc:spChg chg="mod">
          <ac:chgData name="Fei" userId="d19317889db4c986" providerId="LiveId" clId="{E87CCF37-DE99-49C7-B77F-1E4C7A3FD6FA}" dt="2022-02-16T02:49:34.017" v="263"/>
          <ac:spMkLst>
            <pc:docMk/>
            <pc:sldMk cId="2749613802" sldId="338"/>
            <ac:spMk id="32" creationId="{00000000-0000-0000-0000-000000000000}"/>
          </ac:spMkLst>
        </pc:spChg>
        <pc:spChg chg="mod">
          <ac:chgData name="Fei" userId="d19317889db4c986" providerId="LiveId" clId="{E87CCF37-DE99-49C7-B77F-1E4C7A3FD6FA}" dt="2022-02-16T02:49:34.017" v="263"/>
          <ac:spMkLst>
            <pc:docMk/>
            <pc:sldMk cId="2749613802" sldId="338"/>
            <ac:spMk id="33" creationId="{00000000-0000-0000-0000-000000000000}"/>
          </ac:spMkLst>
        </pc:spChg>
        <pc:spChg chg="mod">
          <ac:chgData name="Fei" userId="d19317889db4c986" providerId="LiveId" clId="{E87CCF37-DE99-49C7-B77F-1E4C7A3FD6FA}" dt="2022-02-16T02:49:34.017" v="263"/>
          <ac:spMkLst>
            <pc:docMk/>
            <pc:sldMk cId="2749613802" sldId="338"/>
            <ac:spMk id="34" creationId="{00000000-0000-0000-0000-000000000000}"/>
          </ac:spMkLst>
        </pc:spChg>
        <pc:spChg chg="mod">
          <ac:chgData name="Fei" userId="d19317889db4c986" providerId="LiveId" clId="{E87CCF37-DE99-49C7-B77F-1E4C7A3FD6FA}" dt="2022-02-16T02:49:34.017" v="263"/>
          <ac:spMkLst>
            <pc:docMk/>
            <pc:sldMk cId="2749613802" sldId="338"/>
            <ac:spMk id="35" creationId="{00000000-0000-0000-0000-000000000000}"/>
          </ac:spMkLst>
        </pc:spChg>
        <pc:spChg chg="mod">
          <ac:chgData name="Fei" userId="d19317889db4c986" providerId="LiveId" clId="{E87CCF37-DE99-49C7-B77F-1E4C7A3FD6FA}" dt="2022-02-16T02:49:34.017" v="263"/>
          <ac:spMkLst>
            <pc:docMk/>
            <pc:sldMk cId="2749613802" sldId="338"/>
            <ac:spMk id="43" creationId="{00000000-0000-0000-0000-000000000000}"/>
          </ac:spMkLst>
        </pc:spChg>
        <pc:spChg chg="mod">
          <ac:chgData name="Fei" userId="d19317889db4c986" providerId="LiveId" clId="{E87CCF37-DE99-49C7-B77F-1E4C7A3FD6FA}" dt="2022-02-16T02:49:34.017" v="263"/>
          <ac:spMkLst>
            <pc:docMk/>
            <pc:sldMk cId="2749613802" sldId="338"/>
            <ac:spMk id="45" creationId="{00000000-0000-0000-0000-000000000000}"/>
          </ac:spMkLst>
        </pc:spChg>
        <pc:spChg chg="mod">
          <ac:chgData name="Fei" userId="d19317889db4c986" providerId="LiveId" clId="{E87CCF37-DE99-49C7-B77F-1E4C7A3FD6FA}" dt="2022-02-16T02:49:34.017" v="263"/>
          <ac:spMkLst>
            <pc:docMk/>
            <pc:sldMk cId="2749613802" sldId="338"/>
            <ac:spMk id="69" creationId="{00000000-0000-0000-0000-000000000000}"/>
          </ac:spMkLst>
        </pc:spChg>
        <pc:spChg chg="mod">
          <ac:chgData name="Fei" userId="d19317889db4c986" providerId="LiveId" clId="{E87CCF37-DE99-49C7-B77F-1E4C7A3FD6FA}" dt="2022-02-16T02:49:34.017" v="263"/>
          <ac:spMkLst>
            <pc:docMk/>
            <pc:sldMk cId="2749613802" sldId="338"/>
            <ac:spMk id="70" creationId="{00000000-0000-0000-0000-000000000000}"/>
          </ac:spMkLst>
        </pc:spChg>
      </pc:sldChg>
      <pc:sldChg chg="new del">
        <pc:chgData name="Fei" userId="d19317889db4c986" providerId="LiveId" clId="{E87CCF37-DE99-49C7-B77F-1E4C7A3FD6FA}" dt="2022-02-16T03:13:44.496" v="909" actId="47"/>
        <pc:sldMkLst>
          <pc:docMk/>
          <pc:sldMk cId="3761312960" sldId="339"/>
        </pc:sldMkLst>
      </pc:sldChg>
      <pc:sldChg chg="addSp delSp modSp new mod modTransition">
        <pc:chgData name="Fei" userId="d19317889db4c986" providerId="LiveId" clId="{E87CCF37-DE99-49C7-B77F-1E4C7A3FD6FA}" dt="2022-02-16T08:27:46.488" v="3339"/>
        <pc:sldMkLst>
          <pc:docMk/>
          <pc:sldMk cId="1494529122" sldId="340"/>
        </pc:sldMkLst>
        <pc:spChg chg="add del mod">
          <ac:chgData name="Fei" userId="d19317889db4c986" providerId="LiveId" clId="{E87CCF37-DE99-49C7-B77F-1E4C7A3FD6FA}" dt="2022-02-16T02:34:36.601" v="6" actId="478"/>
          <ac:spMkLst>
            <pc:docMk/>
            <pc:sldMk cId="1494529122" sldId="340"/>
            <ac:spMk id="3" creationId="{A2C6DB5C-8E93-40E2-8F53-A5CAC05D65D4}"/>
          </ac:spMkLst>
        </pc:spChg>
        <pc:spChg chg="add mod">
          <ac:chgData name="Fei" userId="d19317889db4c986" providerId="LiveId" clId="{E87CCF37-DE99-49C7-B77F-1E4C7A3FD6FA}" dt="2022-02-16T06:41:55.144" v="2227" actId="20577"/>
          <ac:spMkLst>
            <pc:docMk/>
            <pc:sldMk cId="1494529122" sldId="340"/>
            <ac:spMk id="4" creationId="{7BCA0317-DE1F-4041-8290-BF2F6C39F75D}"/>
          </ac:spMkLst>
        </pc:spChg>
        <pc:spChg chg="add mod">
          <ac:chgData name="Fei" userId="d19317889db4c986" providerId="LiveId" clId="{E87CCF37-DE99-49C7-B77F-1E4C7A3FD6FA}" dt="2022-02-16T06:44:50.012" v="2264"/>
          <ac:spMkLst>
            <pc:docMk/>
            <pc:sldMk cId="1494529122" sldId="340"/>
            <ac:spMk id="8" creationId="{E1C70F4F-8367-41BA-979A-C6A8C59E4368}"/>
          </ac:spMkLst>
        </pc:spChg>
        <pc:graphicFrameChg chg="add mod modGraphic">
          <ac:chgData name="Fei" userId="d19317889db4c986" providerId="LiveId" clId="{E87CCF37-DE99-49C7-B77F-1E4C7A3FD6FA}" dt="2022-02-16T06:43:58.714" v="2248"/>
          <ac:graphicFrameMkLst>
            <pc:docMk/>
            <pc:sldMk cId="1494529122" sldId="340"/>
            <ac:graphicFrameMk id="5" creationId="{3E946B92-E7B9-4296-BC5A-10396E2B07C1}"/>
          </ac:graphicFrameMkLst>
        </pc:graphicFrameChg>
        <pc:graphicFrameChg chg="add del mod modGraphic">
          <ac:chgData name="Fei" userId="d19317889db4c986" providerId="LiveId" clId="{E87CCF37-DE99-49C7-B77F-1E4C7A3FD6FA}" dt="2022-02-16T02:39:48.835" v="146" actId="478"/>
          <ac:graphicFrameMkLst>
            <pc:docMk/>
            <pc:sldMk cId="1494529122" sldId="340"/>
            <ac:graphicFrameMk id="6" creationId="{5AB9EE8B-C4C4-4B6A-B10E-9609269FA033}"/>
          </ac:graphicFrameMkLst>
        </pc:graphicFrameChg>
        <pc:graphicFrameChg chg="add mod modGraphic">
          <ac:chgData name="Fei" userId="d19317889db4c986" providerId="LiveId" clId="{E87CCF37-DE99-49C7-B77F-1E4C7A3FD6FA}" dt="2022-02-16T06:44:06.924" v="2250"/>
          <ac:graphicFrameMkLst>
            <pc:docMk/>
            <pc:sldMk cId="1494529122" sldId="340"/>
            <ac:graphicFrameMk id="7" creationId="{76D75AE2-CC26-4ED2-A60F-1100762AEC24}"/>
          </ac:graphicFrameMkLst>
        </pc:graphicFrameChg>
        <pc:picChg chg="add mod">
          <ac:chgData name="Fei" userId="d19317889db4c986" providerId="LiveId" clId="{E87CCF37-DE99-49C7-B77F-1E4C7A3FD6FA}" dt="2022-02-16T03:08:07.339" v="836"/>
          <ac:picMkLst>
            <pc:docMk/>
            <pc:sldMk cId="1494529122" sldId="340"/>
            <ac:picMk id="9" creationId="{40B4B17F-1C33-4D9F-87C3-65CA42B46F60}"/>
          </ac:picMkLst>
        </pc:picChg>
      </pc:sldChg>
      <pc:sldChg chg="modSp add mod modTransition">
        <pc:chgData name="Fei" userId="d19317889db4c986" providerId="LiveId" clId="{E87CCF37-DE99-49C7-B77F-1E4C7A3FD6FA}" dt="2022-02-16T08:28:18.548" v="3346"/>
        <pc:sldMkLst>
          <pc:docMk/>
          <pc:sldMk cId="1566070332" sldId="341"/>
        </pc:sldMkLst>
        <pc:spChg chg="mod">
          <ac:chgData name="Fei" userId="d19317889db4c986" providerId="LiveId" clId="{E87CCF37-DE99-49C7-B77F-1E4C7A3FD6FA}" dt="2022-02-16T07:04:14.112" v="2416" actId="2711"/>
          <ac:spMkLst>
            <pc:docMk/>
            <pc:sldMk cId="1566070332" sldId="341"/>
            <ac:spMk id="16" creationId="{BD64B7BC-7B0B-4F4A-8C4B-DA2BE2367718}"/>
          </ac:spMkLst>
        </pc:spChg>
        <pc:spChg chg="mod">
          <ac:chgData name="Fei" userId="d19317889db4c986" providerId="LiveId" clId="{E87CCF37-DE99-49C7-B77F-1E4C7A3FD6FA}" dt="2022-02-16T07:04:14.112" v="2416" actId="2711"/>
          <ac:spMkLst>
            <pc:docMk/>
            <pc:sldMk cId="1566070332" sldId="341"/>
            <ac:spMk id="17" creationId="{2D9D4399-425F-4A7A-947C-7FBCAF173685}"/>
          </ac:spMkLst>
        </pc:spChg>
        <pc:spChg chg="mod">
          <ac:chgData name="Fei" userId="d19317889db4c986" providerId="LiveId" clId="{E87CCF37-DE99-49C7-B77F-1E4C7A3FD6FA}" dt="2022-02-16T07:04:14.112" v="2416" actId="2711"/>
          <ac:spMkLst>
            <pc:docMk/>
            <pc:sldMk cId="1566070332" sldId="341"/>
            <ac:spMk id="18" creationId="{E25B423D-168F-487F-8F77-4CE3D5675AEA}"/>
          </ac:spMkLst>
        </pc:spChg>
        <pc:spChg chg="mod">
          <ac:chgData name="Fei" userId="d19317889db4c986" providerId="LiveId" clId="{E87CCF37-DE99-49C7-B77F-1E4C7A3FD6FA}" dt="2022-02-16T07:04:14.112" v="2416" actId="2711"/>
          <ac:spMkLst>
            <pc:docMk/>
            <pc:sldMk cId="1566070332" sldId="341"/>
            <ac:spMk id="19" creationId="{5AD71633-FDC2-4556-882D-1654D6463D40}"/>
          </ac:spMkLst>
        </pc:spChg>
        <pc:spChg chg="mod">
          <ac:chgData name="Fei" userId="d19317889db4c986" providerId="LiveId" clId="{E87CCF37-DE99-49C7-B77F-1E4C7A3FD6FA}" dt="2022-02-16T07:04:14.112" v="2416" actId="2711"/>
          <ac:spMkLst>
            <pc:docMk/>
            <pc:sldMk cId="1566070332" sldId="341"/>
            <ac:spMk id="20" creationId="{646B3A50-226D-438A-8D07-1E9F0B268015}"/>
          </ac:spMkLst>
        </pc:spChg>
      </pc:sldChg>
      <pc:sldChg chg="addSp delSp modSp new del mod modAnim">
        <pc:chgData name="Fei" userId="d19317889db4c986" providerId="LiveId" clId="{E87CCF37-DE99-49C7-B77F-1E4C7A3FD6FA}" dt="2022-02-16T06:40:42.744" v="2209" actId="2696"/>
        <pc:sldMkLst>
          <pc:docMk/>
          <pc:sldMk cId="4225645614" sldId="341"/>
        </pc:sldMkLst>
        <pc:spChg chg="add del mod">
          <ac:chgData name="Fei" userId="d19317889db4c986" providerId="LiveId" clId="{E87CCF37-DE99-49C7-B77F-1E4C7A3FD6FA}" dt="2022-02-16T02:50:59.161" v="369"/>
          <ac:spMkLst>
            <pc:docMk/>
            <pc:sldMk cId="4225645614" sldId="341"/>
            <ac:spMk id="2" creationId="{8DEA2489-AC71-41F8-BDC8-9ACB0DA8F986}"/>
          </ac:spMkLst>
        </pc:spChg>
        <pc:spChg chg="add del mod">
          <ac:chgData name="Fei" userId="d19317889db4c986" providerId="LiveId" clId="{E87CCF37-DE99-49C7-B77F-1E4C7A3FD6FA}" dt="2022-02-16T02:50:59.161" v="369"/>
          <ac:spMkLst>
            <pc:docMk/>
            <pc:sldMk cId="4225645614" sldId="341"/>
            <ac:spMk id="3" creationId="{FA9B2FED-71E5-410E-BA67-A87D50480839}"/>
          </ac:spMkLst>
        </pc:spChg>
        <pc:spChg chg="add del mod">
          <ac:chgData name="Fei" userId="d19317889db4c986" providerId="LiveId" clId="{E87CCF37-DE99-49C7-B77F-1E4C7A3FD6FA}" dt="2022-02-16T02:50:59.161" v="369"/>
          <ac:spMkLst>
            <pc:docMk/>
            <pc:sldMk cId="4225645614" sldId="341"/>
            <ac:spMk id="4" creationId="{2C8031EA-744E-4AF7-A1A4-F1A6384CDC9B}"/>
          </ac:spMkLst>
        </pc:spChg>
        <pc:spChg chg="add del mod">
          <ac:chgData name="Fei" userId="d19317889db4c986" providerId="LiveId" clId="{E87CCF37-DE99-49C7-B77F-1E4C7A3FD6FA}" dt="2022-02-16T02:50:59.161" v="369"/>
          <ac:spMkLst>
            <pc:docMk/>
            <pc:sldMk cId="4225645614" sldId="341"/>
            <ac:spMk id="5" creationId="{4155A263-BDD0-4686-A5A9-E7D77EA47670}"/>
          </ac:spMkLst>
        </pc:spChg>
        <pc:spChg chg="add del mod">
          <ac:chgData name="Fei" userId="d19317889db4c986" providerId="LiveId" clId="{E87CCF37-DE99-49C7-B77F-1E4C7A3FD6FA}" dt="2022-02-16T02:51:02" v="371"/>
          <ac:spMkLst>
            <pc:docMk/>
            <pc:sldMk cId="4225645614" sldId="341"/>
            <ac:spMk id="6" creationId="{A6276939-30CF-4F09-A12D-9419D3E93F1E}"/>
          </ac:spMkLst>
        </pc:spChg>
        <pc:spChg chg="add del mod">
          <ac:chgData name="Fei" userId="d19317889db4c986" providerId="LiveId" clId="{E87CCF37-DE99-49C7-B77F-1E4C7A3FD6FA}" dt="2022-02-16T02:51:02" v="371"/>
          <ac:spMkLst>
            <pc:docMk/>
            <pc:sldMk cId="4225645614" sldId="341"/>
            <ac:spMk id="7" creationId="{11ACCEBC-21EF-4DCF-A96D-E84370798783}"/>
          </ac:spMkLst>
        </pc:spChg>
        <pc:spChg chg="add del mod">
          <ac:chgData name="Fei" userId="d19317889db4c986" providerId="LiveId" clId="{E87CCF37-DE99-49C7-B77F-1E4C7A3FD6FA}" dt="2022-02-16T02:51:02" v="371"/>
          <ac:spMkLst>
            <pc:docMk/>
            <pc:sldMk cId="4225645614" sldId="341"/>
            <ac:spMk id="8" creationId="{CA83F7B2-F339-45B2-9621-9E0F5C2D28B7}"/>
          </ac:spMkLst>
        </pc:spChg>
        <pc:spChg chg="add del mod">
          <ac:chgData name="Fei" userId="d19317889db4c986" providerId="LiveId" clId="{E87CCF37-DE99-49C7-B77F-1E4C7A3FD6FA}" dt="2022-02-16T02:51:02" v="371"/>
          <ac:spMkLst>
            <pc:docMk/>
            <pc:sldMk cId="4225645614" sldId="341"/>
            <ac:spMk id="9" creationId="{EFB054E5-33FA-4E53-97F0-7E6C958E10B3}"/>
          </ac:spMkLst>
        </pc:spChg>
        <pc:spChg chg="add mod">
          <ac:chgData name="Fei" userId="d19317889db4c986" providerId="LiveId" clId="{E87CCF37-DE99-49C7-B77F-1E4C7A3FD6FA}" dt="2022-02-16T03:00:11.391" v="676" actId="1035"/>
          <ac:spMkLst>
            <pc:docMk/>
            <pc:sldMk cId="4225645614" sldId="341"/>
            <ac:spMk id="10" creationId="{70D050DC-AA1B-4AFD-97A9-933BCB8B64D0}"/>
          </ac:spMkLst>
        </pc:spChg>
        <pc:spChg chg="add mod">
          <ac:chgData name="Fei" userId="d19317889db4c986" providerId="LiveId" clId="{E87CCF37-DE99-49C7-B77F-1E4C7A3FD6FA}" dt="2022-02-16T02:59:58.490" v="664" actId="1036"/>
          <ac:spMkLst>
            <pc:docMk/>
            <pc:sldMk cId="4225645614" sldId="341"/>
            <ac:spMk id="11" creationId="{A5F30993-D5E4-453E-86FB-51331B7810BE}"/>
          </ac:spMkLst>
        </pc:spChg>
        <pc:spChg chg="add mod">
          <ac:chgData name="Fei" userId="d19317889db4c986" providerId="LiveId" clId="{E87CCF37-DE99-49C7-B77F-1E4C7A3FD6FA}" dt="2022-02-16T06:40:05.937" v="2204" actId="207"/>
          <ac:spMkLst>
            <pc:docMk/>
            <pc:sldMk cId="4225645614" sldId="341"/>
            <ac:spMk id="12" creationId="{04847B3D-B81E-42E8-99CB-ECF237918E6B}"/>
          </ac:spMkLst>
        </pc:spChg>
        <pc:spChg chg="add mod">
          <ac:chgData name="Fei" userId="d19317889db4c986" providerId="LiveId" clId="{E87CCF37-DE99-49C7-B77F-1E4C7A3FD6FA}" dt="2022-02-16T06:40:08.202" v="2205" actId="207"/>
          <ac:spMkLst>
            <pc:docMk/>
            <pc:sldMk cId="4225645614" sldId="341"/>
            <ac:spMk id="13" creationId="{677A40D1-346B-405E-AF1D-26629E7DB444}"/>
          </ac:spMkLst>
        </pc:spChg>
        <pc:spChg chg="add mod">
          <ac:chgData name="Fei" userId="d19317889db4c986" providerId="LiveId" clId="{E87CCF37-DE99-49C7-B77F-1E4C7A3FD6FA}" dt="2022-02-16T02:59:53.301" v="653" actId="1036"/>
          <ac:spMkLst>
            <pc:docMk/>
            <pc:sldMk cId="4225645614" sldId="341"/>
            <ac:spMk id="14" creationId="{32057B4F-34A0-4393-98E3-613A7F9C7261}"/>
          </ac:spMkLst>
        </pc:spChg>
        <pc:spChg chg="add del mod">
          <ac:chgData name="Fei" userId="d19317889db4c986" providerId="LiveId" clId="{E87CCF37-DE99-49C7-B77F-1E4C7A3FD6FA}" dt="2022-02-16T02:54:29.006" v="546" actId="767"/>
          <ac:spMkLst>
            <pc:docMk/>
            <pc:sldMk cId="4225645614" sldId="341"/>
            <ac:spMk id="15" creationId="{80C142D2-7D9B-4BFB-97E9-86FF16586735}"/>
          </ac:spMkLst>
        </pc:spChg>
        <pc:spChg chg="add mod">
          <ac:chgData name="Fei" userId="d19317889db4c986" providerId="LiveId" clId="{E87CCF37-DE99-49C7-B77F-1E4C7A3FD6FA}" dt="2022-02-16T03:01:28.595" v="717" actId="20577"/>
          <ac:spMkLst>
            <pc:docMk/>
            <pc:sldMk cId="4225645614" sldId="341"/>
            <ac:spMk id="16" creationId="{BD64B7BC-7B0B-4F4A-8C4B-DA2BE2367718}"/>
          </ac:spMkLst>
        </pc:spChg>
        <pc:spChg chg="add mod">
          <ac:chgData name="Fei" userId="d19317889db4c986" providerId="LiveId" clId="{E87CCF37-DE99-49C7-B77F-1E4C7A3FD6FA}" dt="2022-02-16T03:01:02.431" v="700" actId="1035"/>
          <ac:spMkLst>
            <pc:docMk/>
            <pc:sldMk cId="4225645614" sldId="341"/>
            <ac:spMk id="17" creationId="{2D9D4399-425F-4A7A-947C-7FBCAF173685}"/>
          </ac:spMkLst>
        </pc:spChg>
        <pc:spChg chg="add mod">
          <ac:chgData name="Fei" userId="d19317889db4c986" providerId="LiveId" clId="{E87CCF37-DE99-49C7-B77F-1E4C7A3FD6FA}" dt="2022-02-16T03:01:05.174" v="708" actId="1035"/>
          <ac:spMkLst>
            <pc:docMk/>
            <pc:sldMk cId="4225645614" sldId="341"/>
            <ac:spMk id="18" creationId="{E25B423D-168F-487F-8F77-4CE3D5675AEA}"/>
          </ac:spMkLst>
        </pc:spChg>
        <pc:spChg chg="add mod">
          <ac:chgData name="Fei" userId="d19317889db4c986" providerId="LiveId" clId="{E87CCF37-DE99-49C7-B77F-1E4C7A3FD6FA}" dt="2022-02-16T03:01:07.829" v="716" actId="1035"/>
          <ac:spMkLst>
            <pc:docMk/>
            <pc:sldMk cId="4225645614" sldId="341"/>
            <ac:spMk id="19" creationId="{5AD71633-FDC2-4556-882D-1654D6463D40}"/>
          </ac:spMkLst>
        </pc:spChg>
        <pc:spChg chg="add mod">
          <ac:chgData name="Fei" userId="d19317889db4c986" providerId="LiveId" clId="{E87CCF37-DE99-49C7-B77F-1E4C7A3FD6FA}" dt="2022-02-16T05:29:35.973" v="1021" actId="20577"/>
          <ac:spMkLst>
            <pc:docMk/>
            <pc:sldMk cId="4225645614" sldId="341"/>
            <ac:spMk id="20" creationId="{646B3A50-226D-438A-8D07-1E9F0B268015}"/>
          </ac:spMkLst>
        </pc:spChg>
        <pc:picChg chg="add mod">
          <ac:chgData name="Fei" userId="d19317889db4c986" providerId="LiveId" clId="{E87CCF37-DE99-49C7-B77F-1E4C7A3FD6FA}" dt="2022-02-16T03:08:11.324" v="838" actId="1036"/>
          <ac:picMkLst>
            <pc:docMk/>
            <pc:sldMk cId="4225645614" sldId="341"/>
            <ac:picMk id="21" creationId="{28BFA854-C765-442C-9D7D-DB3EF3606819}"/>
          </ac:picMkLst>
        </pc:picChg>
      </pc:sldChg>
      <pc:sldChg chg="addSp modSp new mod modTransition">
        <pc:chgData name="Fei" userId="d19317889db4c986" providerId="LiveId" clId="{E87CCF37-DE99-49C7-B77F-1E4C7A3FD6FA}" dt="2022-02-16T08:28:00.416" v="3341"/>
        <pc:sldMkLst>
          <pc:docMk/>
          <pc:sldMk cId="382227545" sldId="342"/>
        </pc:sldMkLst>
        <pc:spChg chg="add mod">
          <ac:chgData name="Fei" userId="d19317889db4c986" providerId="LiveId" clId="{E87CCF37-DE99-49C7-B77F-1E4C7A3FD6FA}" dt="2022-02-16T06:40:28.084" v="2208" actId="1076"/>
          <ac:spMkLst>
            <pc:docMk/>
            <pc:sldMk cId="382227545" sldId="342"/>
            <ac:spMk id="3" creationId="{03F9E30B-88EC-490E-9F85-52DAC84B15DF}"/>
          </ac:spMkLst>
        </pc:spChg>
        <pc:picChg chg="add mod">
          <ac:chgData name="Fei" userId="d19317889db4c986" providerId="LiveId" clId="{E87CCF37-DE99-49C7-B77F-1E4C7A3FD6FA}" dt="2022-02-16T03:08:13.426" v="839"/>
          <ac:picMkLst>
            <pc:docMk/>
            <pc:sldMk cId="382227545" sldId="342"/>
            <ac:picMk id="4" creationId="{6420A0F1-440E-4B0A-8DA1-C72794003A7A}"/>
          </ac:picMkLst>
        </pc:picChg>
      </pc:sldChg>
      <pc:sldChg chg="add del">
        <pc:chgData name="Fei" userId="d19317889db4c986" providerId="LiveId" clId="{E87CCF37-DE99-49C7-B77F-1E4C7A3FD6FA}" dt="2022-02-16T03:02:18.258" v="718" actId="47"/>
        <pc:sldMkLst>
          <pc:docMk/>
          <pc:sldMk cId="1221339689" sldId="342"/>
        </pc:sldMkLst>
      </pc:sldChg>
      <pc:sldChg chg="addSp delSp modSp add mod modTransition modAnim">
        <pc:chgData name="Fei" userId="d19317889db4c986" providerId="LiveId" clId="{E87CCF37-DE99-49C7-B77F-1E4C7A3FD6FA}" dt="2022-02-16T08:28:38.873" v="3361"/>
        <pc:sldMkLst>
          <pc:docMk/>
          <pc:sldMk cId="3617927023" sldId="343"/>
        </pc:sldMkLst>
        <pc:spChg chg="mod">
          <ac:chgData name="Fei" userId="d19317889db4c986" providerId="LiveId" clId="{E87CCF37-DE99-49C7-B77F-1E4C7A3FD6FA}" dt="2022-02-16T07:34:01.803" v="3082" actId="1076"/>
          <ac:spMkLst>
            <pc:docMk/>
            <pc:sldMk cId="3617927023" sldId="343"/>
            <ac:spMk id="2" creationId="{59CD368B-C60F-43CD-BA5F-8B2CCD59DD97}"/>
          </ac:spMkLst>
        </pc:spChg>
        <pc:spChg chg="add del mod">
          <ac:chgData name="Fei" userId="d19317889db4c986" providerId="LiveId" clId="{E87CCF37-DE99-49C7-B77F-1E4C7A3FD6FA}" dt="2022-02-16T07:30:06.924" v="2878" actId="21"/>
          <ac:spMkLst>
            <pc:docMk/>
            <pc:sldMk cId="3617927023" sldId="343"/>
            <ac:spMk id="4" creationId="{D57D6E24-91D5-4716-8FBE-8D18EE3EF8EF}"/>
          </ac:spMkLst>
        </pc:spChg>
        <pc:spChg chg="add del mod">
          <ac:chgData name="Fei" userId="d19317889db4c986" providerId="LiveId" clId="{E87CCF37-DE99-49C7-B77F-1E4C7A3FD6FA}" dt="2022-02-16T07:33:48.962" v="3072"/>
          <ac:spMkLst>
            <pc:docMk/>
            <pc:sldMk cId="3617927023" sldId="343"/>
            <ac:spMk id="5" creationId="{68EAA3F1-1FD5-49F1-9E41-927ADE29F39C}"/>
          </ac:spMkLst>
        </pc:spChg>
        <pc:spChg chg="add del mod">
          <ac:chgData name="Fei" userId="d19317889db4c986" providerId="LiveId" clId="{E87CCF37-DE99-49C7-B77F-1E4C7A3FD6FA}" dt="2022-02-16T07:33:48.962" v="3072"/>
          <ac:spMkLst>
            <pc:docMk/>
            <pc:sldMk cId="3617927023" sldId="343"/>
            <ac:spMk id="6" creationId="{AA585D94-7732-4325-8EBE-5520DC615C8E}"/>
          </ac:spMkLst>
        </pc:spChg>
        <pc:spChg chg="mod">
          <ac:chgData name="Fei" userId="d19317889db4c986" providerId="LiveId" clId="{E87CCF37-DE99-49C7-B77F-1E4C7A3FD6FA}" dt="2022-02-16T07:33:48.477" v="3071" actId="1036"/>
          <ac:spMkLst>
            <pc:docMk/>
            <pc:sldMk cId="3617927023" sldId="343"/>
            <ac:spMk id="10" creationId="{FFB2A8DE-AAB2-4592-84CA-9ADFAF1CC5A0}"/>
          </ac:spMkLst>
        </pc:spChg>
        <pc:spChg chg="mod">
          <ac:chgData name="Fei" userId="d19317889db4c986" providerId="LiveId" clId="{E87CCF37-DE99-49C7-B77F-1E4C7A3FD6FA}" dt="2022-02-16T07:33:48.477" v="3071" actId="1036"/>
          <ac:spMkLst>
            <pc:docMk/>
            <pc:sldMk cId="3617927023" sldId="343"/>
            <ac:spMk id="11" creationId="{3D42309E-2831-41BB-84A5-7E73DF4F09D8}"/>
          </ac:spMkLst>
        </pc:spChg>
        <pc:spChg chg="mod">
          <ac:chgData name="Fei" userId="d19317889db4c986" providerId="LiveId" clId="{E87CCF37-DE99-49C7-B77F-1E4C7A3FD6FA}" dt="2022-02-16T07:33:48.477" v="3071" actId="1036"/>
          <ac:spMkLst>
            <pc:docMk/>
            <pc:sldMk cId="3617927023" sldId="343"/>
            <ac:spMk id="12" creationId="{72F9D26F-2837-4343-970D-00B9D13FE032}"/>
          </ac:spMkLst>
        </pc:spChg>
        <pc:spChg chg="mod">
          <ac:chgData name="Fei" userId="d19317889db4c986" providerId="LiveId" clId="{E87CCF37-DE99-49C7-B77F-1E4C7A3FD6FA}" dt="2022-02-16T07:33:48.477" v="3071" actId="1036"/>
          <ac:spMkLst>
            <pc:docMk/>
            <pc:sldMk cId="3617927023" sldId="343"/>
            <ac:spMk id="13" creationId="{E32CECA4-9219-4989-A45B-9201EF15C3ED}"/>
          </ac:spMkLst>
        </pc:spChg>
        <pc:spChg chg="mod">
          <ac:chgData name="Fei" userId="d19317889db4c986" providerId="LiveId" clId="{E87CCF37-DE99-49C7-B77F-1E4C7A3FD6FA}" dt="2022-02-16T07:33:48.477" v="3071" actId="1036"/>
          <ac:spMkLst>
            <pc:docMk/>
            <pc:sldMk cId="3617927023" sldId="343"/>
            <ac:spMk id="14" creationId="{2ED8CD55-4187-4271-B6B3-16294503B00C}"/>
          </ac:spMkLst>
        </pc:spChg>
        <pc:spChg chg="add del mod">
          <ac:chgData name="Fei" userId="d19317889db4c986" providerId="LiveId" clId="{E87CCF37-DE99-49C7-B77F-1E4C7A3FD6FA}" dt="2022-02-16T07:33:48.962" v="3072"/>
          <ac:spMkLst>
            <pc:docMk/>
            <pc:sldMk cId="3617927023" sldId="343"/>
            <ac:spMk id="16" creationId="{63BA71E9-3005-4151-A3CF-267C84E4E6F5}"/>
          </ac:spMkLst>
        </pc:spChg>
        <pc:spChg chg="add del mod">
          <ac:chgData name="Fei" userId="d19317889db4c986" providerId="LiveId" clId="{E87CCF37-DE99-49C7-B77F-1E4C7A3FD6FA}" dt="2022-02-16T07:33:48.962" v="3072"/>
          <ac:spMkLst>
            <pc:docMk/>
            <pc:sldMk cId="3617927023" sldId="343"/>
            <ac:spMk id="17" creationId="{26A931FC-CB34-4E21-B00E-8908CEC77BC1}"/>
          </ac:spMkLst>
        </pc:spChg>
        <pc:spChg chg="add del mod">
          <ac:chgData name="Fei" userId="d19317889db4c986" providerId="LiveId" clId="{E87CCF37-DE99-49C7-B77F-1E4C7A3FD6FA}" dt="2022-02-16T07:33:48.962" v="3072"/>
          <ac:spMkLst>
            <pc:docMk/>
            <pc:sldMk cId="3617927023" sldId="343"/>
            <ac:spMk id="18" creationId="{57D214EE-EC03-4538-A743-51984EC755D0}"/>
          </ac:spMkLst>
        </pc:spChg>
        <pc:spChg chg="add del mod">
          <ac:chgData name="Fei" userId="d19317889db4c986" providerId="LiveId" clId="{E87CCF37-DE99-49C7-B77F-1E4C7A3FD6FA}" dt="2022-02-16T07:33:48.962" v="3072"/>
          <ac:spMkLst>
            <pc:docMk/>
            <pc:sldMk cId="3617927023" sldId="343"/>
            <ac:spMk id="19" creationId="{55B875C2-763A-49AB-BDD8-5F9D56D36C29}"/>
          </ac:spMkLst>
        </pc:spChg>
        <pc:spChg chg="add del mod">
          <ac:chgData name="Fei" userId="d19317889db4c986" providerId="LiveId" clId="{E87CCF37-DE99-49C7-B77F-1E4C7A3FD6FA}" dt="2022-02-16T07:33:48.962" v="3072"/>
          <ac:spMkLst>
            <pc:docMk/>
            <pc:sldMk cId="3617927023" sldId="343"/>
            <ac:spMk id="20" creationId="{AA60BFA7-55CF-46FB-9235-9D02D5809CBE}"/>
          </ac:spMkLst>
        </pc:spChg>
        <pc:spChg chg="mod">
          <ac:chgData name="Fei" userId="d19317889db4c986" providerId="LiveId" clId="{E87CCF37-DE99-49C7-B77F-1E4C7A3FD6FA}" dt="2022-02-16T07:33:48.477" v="3071" actId="1036"/>
          <ac:spMkLst>
            <pc:docMk/>
            <pc:sldMk cId="3617927023" sldId="343"/>
            <ac:spMk id="22" creationId="{51AAA8AC-79AA-42AE-B30E-8DD00CF75410}"/>
          </ac:spMkLst>
        </pc:spChg>
        <pc:spChg chg="mod">
          <ac:chgData name="Fei" userId="d19317889db4c986" providerId="LiveId" clId="{E87CCF37-DE99-49C7-B77F-1E4C7A3FD6FA}" dt="2022-02-16T07:33:48.477" v="3071" actId="1036"/>
          <ac:spMkLst>
            <pc:docMk/>
            <pc:sldMk cId="3617927023" sldId="343"/>
            <ac:spMk id="23" creationId="{B025677F-EDC5-4C24-BD40-7FFF557B3DD0}"/>
          </ac:spMkLst>
        </pc:spChg>
        <pc:spChg chg="add del mod">
          <ac:chgData name="Fei" userId="d19317889db4c986" providerId="LiveId" clId="{E87CCF37-DE99-49C7-B77F-1E4C7A3FD6FA}" dt="2022-02-16T07:33:48.962" v="3072"/>
          <ac:spMkLst>
            <pc:docMk/>
            <pc:sldMk cId="3617927023" sldId="343"/>
            <ac:spMk id="24" creationId="{DB97E06E-A946-4268-A127-D0AD4DDA9714}"/>
          </ac:spMkLst>
        </pc:spChg>
        <pc:grpChg chg="add del mod">
          <ac:chgData name="Fei" userId="d19317889db4c986" providerId="LiveId" clId="{E87CCF37-DE99-49C7-B77F-1E4C7A3FD6FA}" dt="2022-02-16T07:33:48.962" v="3072"/>
          <ac:grpSpMkLst>
            <pc:docMk/>
            <pc:sldMk cId="3617927023" sldId="343"/>
            <ac:grpSpMk id="9" creationId="{74A04FC0-056E-4C17-A752-F9CAAAB3F3E2}"/>
          </ac:grpSpMkLst>
        </pc:grpChg>
        <pc:grpChg chg="add del mod">
          <ac:chgData name="Fei" userId="d19317889db4c986" providerId="LiveId" clId="{E87CCF37-DE99-49C7-B77F-1E4C7A3FD6FA}" dt="2022-02-16T07:33:48.962" v="3072"/>
          <ac:grpSpMkLst>
            <pc:docMk/>
            <pc:sldMk cId="3617927023" sldId="343"/>
            <ac:grpSpMk id="21" creationId="{9617226A-1BC3-4F26-80F8-82C403B93C67}"/>
          </ac:grpSpMkLst>
        </pc:grpChg>
        <pc:graphicFrameChg chg="add del mod">
          <ac:chgData name="Fei" userId="d19317889db4c986" providerId="LiveId" clId="{E87CCF37-DE99-49C7-B77F-1E4C7A3FD6FA}" dt="2022-02-16T07:33:48.962" v="3072"/>
          <ac:graphicFrameMkLst>
            <pc:docMk/>
            <pc:sldMk cId="3617927023" sldId="343"/>
            <ac:graphicFrameMk id="7" creationId="{5B3B6897-80B6-41FF-AA08-60829DBF7AD8}"/>
          </ac:graphicFrameMkLst>
        </pc:graphicFrameChg>
        <pc:graphicFrameChg chg="add del mod">
          <ac:chgData name="Fei" userId="d19317889db4c986" providerId="LiveId" clId="{E87CCF37-DE99-49C7-B77F-1E4C7A3FD6FA}" dt="2022-02-16T07:33:48.962" v="3072"/>
          <ac:graphicFrameMkLst>
            <pc:docMk/>
            <pc:sldMk cId="3617927023" sldId="343"/>
            <ac:graphicFrameMk id="8" creationId="{E53E3313-2B7E-47F2-8D7C-D35E65CB6A36}"/>
          </ac:graphicFrameMkLst>
        </pc:graphicFrameChg>
        <pc:graphicFrameChg chg="mod">
          <ac:chgData name="Fei" userId="d19317889db4c986" providerId="LiveId" clId="{E87CCF37-DE99-49C7-B77F-1E4C7A3FD6FA}" dt="2022-02-16T07:33:48.477" v="3071" actId="1036"/>
          <ac:graphicFrameMkLst>
            <pc:docMk/>
            <pc:sldMk cId="3617927023" sldId="343"/>
            <ac:graphicFrameMk id="15" creationId="{51B89D85-E318-485C-AE9E-E39974B83D2B}"/>
          </ac:graphicFrameMkLst>
        </pc:graphicFrameChg>
        <pc:graphicFrameChg chg="add del mod">
          <ac:chgData name="Fei" userId="d19317889db4c986" providerId="LiveId" clId="{E87CCF37-DE99-49C7-B77F-1E4C7A3FD6FA}" dt="2022-02-16T07:33:48.962" v="3072"/>
          <ac:graphicFrameMkLst>
            <pc:docMk/>
            <pc:sldMk cId="3617927023" sldId="343"/>
            <ac:graphicFrameMk id="25" creationId="{150DC823-ADEA-452A-9846-CD89C52BE190}"/>
          </ac:graphicFrameMkLst>
        </pc:graphicFrameChg>
        <pc:picChg chg="add mod">
          <ac:chgData name="Fei" userId="d19317889db4c986" providerId="LiveId" clId="{E87CCF37-DE99-49C7-B77F-1E4C7A3FD6FA}" dt="2022-02-16T07:03:47.667" v="2406"/>
          <ac:picMkLst>
            <pc:docMk/>
            <pc:sldMk cId="3617927023" sldId="343"/>
            <ac:picMk id="3" creationId="{3D2D9231-7FF3-49C1-9A7A-E83E8212033E}"/>
          </ac:picMkLst>
        </pc:picChg>
      </pc:sldChg>
      <pc:sldChg chg="addSp modSp add del mod modTransition">
        <pc:chgData name="Fei" userId="d19317889db4c986" providerId="LiveId" clId="{E87CCF37-DE99-49C7-B77F-1E4C7A3FD6FA}" dt="2022-02-16T08:28:47.124" v="3371"/>
        <pc:sldMkLst>
          <pc:docMk/>
          <pc:sldMk cId="1151947026" sldId="344"/>
        </pc:sldMkLst>
        <pc:spChg chg="mod">
          <ac:chgData name="Fei" userId="d19317889db4c986" providerId="LiveId" clId="{E87CCF37-DE99-49C7-B77F-1E4C7A3FD6FA}" dt="2022-02-16T07:46:51.862" v="3332" actId="207"/>
          <ac:spMkLst>
            <pc:docMk/>
            <pc:sldMk cId="1151947026" sldId="344"/>
            <ac:spMk id="2" creationId="{59CD368B-C60F-43CD-BA5F-8B2CCD59DD97}"/>
          </ac:spMkLst>
        </pc:spChg>
        <pc:picChg chg="add mod">
          <ac:chgData name="Fei" userId="d19317889db4c986" providerId="LiveId" clId="{E87CCF37-DE99-49C7-B77F-1E4C7A3FD6FA}" dt="2022-02-16T07:03:56.888" v="2415"/>
          <ac:picMkLst>
            <pc:docMk/>
            <pc:sldMk cId="1151947026" sldId="344"/>
            <ac:picMk id="3" creationId="{E2DFC9F4-DAE4-4451-BEF4-3C06A137ACE8}"/>
          </ac:picMkLst>
        </pc:picChg>
        <pc:picChg chg="add mod">
          <ac:chgData name="Fei" userId="d19317889db4c986" providerId="LiveId" clId="{E87CCF37-DE99-49C7-B77F-1E4C7A3FD6FA}" dt="2022-02-16T07:49:25.223" v="3337" actId="1076"/>
          <ac:picMkLst>
            <pc:docMk/>
            <pc:sldMk cId="1151947026" sldId="344"/>
            <ac:picMk id="5" creationId="{46A5F97C-4A8C-47A1-884F-95CA1CEEAF28}"/>
          </ac:picMkLst>
        </pc:picChg>
      </pc:sldChg>
      <pc:sldChg chg="addSp delSp modSp new mod modTransition">
        <pc:chgData name="Fei" userId="d19317889db4c986" providerId="LiveId" clId="{E87CCF37-DE99-49C7-B77F-1E4C7A3FD6FA}" dt="2022-02-16T08:28:32.612" v="3352"/>
        <pc:sldMkLst>
          <pc:docMk/>
          <pc:sldMk cId="115241530" sldId="345"/>
        </pc:sldMkLst>
        <pc:spChg chg="add del mod">
          <ac:chgData name="Fei" userId="d19317889db4c986" providerId="LiveId" clId="{E87CCF37-DE99-49C7-B77F-1E4C7A3FD6FA}" dt="2022-02-16T06:34:11.600" v="2103"/>
          <ac:spMkLst>
            <pc:docMk/>
            <pc:sldMk cId="115241530" sldId="345"/>
            <ac:spMk id="2" creationId="{FB207D22-4ED1-D447-BEB1-4714B4D3A268}"/>
          </ac:spMkLst>
        </pc:spChg>
        <pc:spChg chg="add mod">
          <ac:chgData name="Fei" userId="d19317889db4c986" providerId="LiveId" clId="{E87CCF37-DE99-49C7-B77F-1E4C7A3FD6FA}" dt="2022-02-16T06:47:19.749" v="2297"/>
          <ac:spMkLst>
            <pc:docMk/>
            <pc:sldMk cId="115241530" sldId="345"/>
            <ac:spMk id="3" creationId="{DE949213-57A9-471A-92E9-4F392170874B}"/>
          </ac:spMkLst>
        </pc:spChg>
        <pc:spChg chg="add mod">
          <ac:chgData name="Fei" userId="d19317889db4c986" providerId="LiveId" clId="{E87CCF37-DE99-49C7-B77F-1E4C7A3FD6FA}" dt="2022-02-16T06:37:15.553" v="2168" actId="1076"/>
          <ac:spMkLst>
            <pc:docMk/>
            <pc:sldMk cId="115241530" sldId="345"/>
            <ac:spMk id="4" creationId="{02563509-D651-4247-BD85-CB5088F596B3}"/>
          </ac:spMkLst>
        </pc:spChg>
        <pc:spChg chg="add mod">
          <ac:chgData name="Fei" userId="d19317889db4c986" providerId="LiveId" clId="{E87CCF37-DE99-49C7-B77F-1E4C7A3FD6FA}" dt="2022-02-16T06:37:15.553" v="2168" actId="1076"/>
          <ac:spMkLst>
            <pc:docMk/>
            <pc:sldMk cId="115241530" sldId="345"/>
            <ac:spMk id="5" creationId="{7F9A0FA8-E4A4-41DF-97BA-8161C8254BA9}"/>
          </ac:spMkLst>
        </pc:spChg>
        <pc:spChg chg="add mod">
          <ac:chgData name="Fei" userId="d19317889db4c986" providerId="LiveId" clId="{E87CCF37-DE99-49C7-B77F-1E4C7A3FD6FA}" dt="2022-02-16T06:47:47.100" v="2300" actId="404"/>
          <ac:spMkLst>
            <pc:docMk/>
            <pc:sldMk cId="115241530" sldId="345"/>
            <ac:spMk id="6" creationId="{7B9CDB0B-BB4D-4F3A-A83D-92978D585B31}"/>
          </ac:spMkLst>
        </pc:spChg>
        <pc:picChg chg="add mod">
          <ac:chgData name="Fei" userId="d19317889db4c986" providerId="LiveId" clId="{E87CCF37-DE99-49C7-B77F-1E4C7A3FD6FA}" dt="2022-02-16T07:03:31.527" v="2394"/>
          <ac:picMkLst>
            <pc:docMk/>
            <pc:sldMk cId="115241530" sldId="345"/>
            <ac:picMk id="7" creationId="{3C6CD6D8-A7DA-48D6-99F8-B471B5899C9F}"/>
          </ac:picMkLst>
        </pc:picChg>
      </pc:sldChg>
      <pc:sldChg chg="addSp delSp modSp add mod modTransition">
        <pc:chgData name="Fei" userId="d19317889db4c986" providerId="LiveId" clId="{E87CCF37-DE99-49C7-B77F-1E4C7A3FD6FA}" dt="2022-02-16T08:28:34.133" v="3354"/>
        <pc:sldMkLst>
          <pc:docMk/>
          <pc:sldMk cId="1214083559" sldId="346"/>
        </pc:sldMkLst>
        <pc:spChg chg="mod">
          <ac:chgData name="Fei" userId="d19317889db4c986" providerId="LiveId" clId="{E87CCF37-DE99-49C7-B77F-1E4C7A3FD6FA}" dt="2022-02-16T07:03:03.737" v="2386" actId="20577"/>
          <ac:spMkLst>
            <pc:docMk/>
            <pc:sldMk cId="1214083559" sldId="346"/>
            <ac:spMk id="9" creationId="{74C94C83-CB5C-4087-BBD1-9EDE4C99059F}"/>
          </ac:spMkLst>
        </pc:spChg>
        <pc:spChg chg="del">
          <ac:chgData name="Fei" userId="d19317889db4c986" providerId="LiveId" clId="{E87CCF37-DE99-49C7-B77F-1E4C7A3FD6FA}" dt="2022-02-16T05:57:35.419" v="1446" actId="478"/>
          <ac:spMkLst>
            <pc:docMk/>
            <pc:sldMk cId="1214083559" sldId="346"/>
            <ac:spMk id="15" creationId="{FFC6ABE9-9BFE-4ACD-A506-BA9B34043FE4}"/>
          </ac:spMkLst>
        </pc:spChg>
        <pc:spChg chg="del">
          <ac:chgData name="Fei" userId="d19317889db4c986" providerId="LiveId" clId="{E87CCF37-DE99-49C7-B77F-1E4C7A3FD6FA}" dt="2022-02-16T05:57:35.419" v="1446" actId="478"/>
          <ac:spMkLst>
            <pc:docMk/>
            <pc:sldMk cId="1214083559" sldId="346"/>
            <ac:spMk id="16" creationId="{87AD0794-3B8C-4675-BDC0-0314F110ABB7}"/>
          </ac:spMkLst>
        </pc:spChg>
        <pc:spChg chg="mod">
          <ac:chgData name="Fei" userId="d19317889db4c986" providerId="LiveId" clId="{E87CCF37-DE99-49C7-B77F-1E4C7A3FD6FA}" dt="2022-02-16T07:00:39.386" v="2326" actId="207"/>
          <ac:spMkLst>
            <pc:docMk/>
            <pc:sldMk cId="1214083559" sldId="346"/>
            <ac:spMk id="23" creationId="{E1EEC25B-5C51-495C-B5EC-1F8CA9F7B651}"/>
          </ac:spMkLst>
        </pc:spChg>
        <pc:grpChg chg="del">
          <ac:chgData name="Fei" userId="d19317889db4c986" providerId="LiveId" clId="{E87CCF37-DE99-49C7-B77F-1E4C7A3FD6FA}" dt="2022-02-16T05:57:35.419" v="1446" actId="478"/>
          <ac:grpSpMkLst>
            <pc:docMk/>
            <pc:sldMk cId="1214083559" sldId="346"/>
            <ac:grpSpMk id="17" creationId="{836464A8-F224-4AD4-AC4A-27898748B960}"/>
          </ac:grpSpMkLst>
        </pc:grpChg>
        <pc:grpChg chg="del">
          <ac:chgData name="Fei" userId="d19317889db4c986" providerId="LiveId" clId="{E87CCF37-DE99-49C7-B77F-1E4C7A3FD6FA}" dt="2022-02-16T05:57:35.419" v="1446" actId="478"/>
          <ac:grpSpMkLst>
            <pc:docMk/>
            <pc:sldMk cId="1214083559" sldId="346"/>
            <ac:grpSpMk id="20" creationId="{7481D171-1EF2-45DE-B01F-F5FFCC7D772F}"/>
          </ac:grpSpMkLst>
        </pc:grpChg>
        <pc:picChg chg="add mod">
          <ac:chgData name="Fei" userId="d19317889db4c986" providerId="LiveId" clId="{E87CCF37-DE99-49C7-B77F-1E4C7A3FD6FA}" dt="2022-02-16T07:03:33.864" v="2396"/>
          <ac:picMkLst>
            <pc:docMk/>
            <pc:sldMk cId="1214083559" sldId="346"/>
            <ac:picMk id="24" creationId="{75237139-541C-4524-8936-D66AAE1C7805}"/>
          </ac:picMkLst>
        </pc:picChg>
      </pc:sldChg>
      <pc:sldChg chg="addSp delSp modSp add mod modTransition">
        <pc:chgData name="Fei" userId="d19317889db4c986" providerId="LiveId" clId="{E87CCF37-DE99-49C7-B77F-1E4C7A3FD6FA}" dt="2022-02-16T08:28:35.581" v="3356"/>
        <pc:sldMkLst>
          <pc:docMk/>
          <pc:sldMk cId="1131330976" sldId="347"/>
        </pc:sldMkLst>
        <pc:spChg chg="add del mod">
          <ac:chgData name="Fei" userId="d19317889db4c986" providerId="LiveId" clId="{E87CCF37-DE99-49C7-B77F-1E4C7A3FD6FA}" dt="2022-02-16T07:13:32.802" v="2634"/>
          <ac:spMkLst>
            <pc:docMk/>
            <pc:sldMk cId="1131330976" sldId="347"/>
            <ac:spMk id="12" creationId="{8885512F-6297-4277-9191-7D34E1C0E360}"/>
          </ac:spMkLst>
        </pc:spChg>
        <pc:spChg chg="add del mod">
          <ac:chgData name="Fei" userId="d19317889db4c986" providerId="LiveId" clId="{E87CCF37-DE99-49C7-B77F-1E4C7A3FD6FA}" dt="2022-02-16T07:13:31.791" v="2632"/>
          <ac:spMkLst>
            <pc:docMk/>
            <pc:sldMk cId="1131330976" sldId="347"/>
            <ac:spMk id="13" creationId="{096BE87B-46B0-48C7-BD96-D2A669ED768E}"/>
          </ac:spMkLst>
        </pc:spChg>
        <pc:spChg chg="add del mod">
          <ac:chgData name="Fei" userId="d19317889db4c986" providerId="LiveId" clId="{E87CCF37-DE99-49C7-B77F-1E4C7A3FD6FA}" dt="2022-02-16T07:13:31.791" v="2632"/>
          <ac:spMkLst>
            <pc:docMk/>
            <pc:sldMk cId="1131330976" sldId="347"/>
            <ac:spMk id="14" creationId="{E18DA69D-1512-4D6D-9A48-95A073AD560D}"/>
          </ac:spMkLst>
        </pc:spChg>
        <pc:spChg chg="mod">
          <ac:chgData name="Fei" userId="d19317889db4c986" providerId="LiveId" clId="{E87CCF37-DE99-49C7-B77F-1E4C7A3FD6FA}" dt="2022-02-16T07:13:31.147" v="2631" actId="1076"/>
          <ac:spMkLst>
            <pc:docMk/>
            <pc:sldMk cId="1131330976" sldId="347"/>
            <ac:spMk id="16" creationId="{604556DA-3768-48E7-BA74-3F211442D5D8}"/>
          </ac:spMkLst>
        </pc:spChg>
        <pc:spChg chg="mod">
          <ac:chgData name="Fei" userId="d19317889db4c986" providerId="LiveId" clId="{E87CCF37-DE99-49C7-B77F-1E4C7A3FD6FA}" dt="2022-02-16T07:13:31.147" v="2631" actId="1076"/>
          <ac:spMkLst>
            <pc:docMk/>
            <pc:sldMk cId="1131330976" sldId="347"/>
            <ac:spMk id="19" creationId="{2070749F-FB98-44C0-BD7D-9EFBD294D924}"/>
          </ac:spMkLst>
        </pc:spChg>
        <pc:spChg chg="add mod">
          <ac:chgData name="Fei" userId="d19317889db4c986" providerId="LiveId" clId="{E87CCF37-DE99-49C7-B77F-1E4C7A3FD6FA}" dt="2022-02-16T07:20:38.253" v="2690"/>
          <ac:spMkLst>
            <pc:docMk/>
            <pc:sldMk cId="1131330976" sldId="347"/>
            <ac:spMk id="21" creationId="{FBD3CA54-AA96-4900-9488-8F2FBCDB836B}"/>
          </ac:spMkLst>
        </pc:spChg>
        <pc:spChg chg="add mod">
          <ac:chgData name="Fei" userId="d19317889db4c986" providerId="LiveId" clId="{E87CCF37-DE99-49C7-B77F-1E4C7A3FD6FA}" dt="2022-02-16T07:21:14.313" v="2693" actId="1076"/>
          <ac:spMkLst>
            <pc:docMk/>
            <pc:sldMk cId="1131330976" sldId="347"/>
            <ac:spMk id="22" creationId="{2A6BEC95-5806-4390-8AAE-1D58AC4078CB}"/>
          </ac:spMkLst>
        </pc:spChg>
        <pc:spChg chg="mod">
          <ac:chgData name="Fei" userId="d19317889db4c986" providerId="LiveId" clId="{E87CCF37-DE99-49C7-B77F-1E4C7A3FD6FA}" dt="2022-02-16T07:21:14.313" v="2693" actId="1076"/>
          <ac:spMkLst>
            <pc:docMk/>
            <pc:sldMk cId="1131330976" sldId="347"/>
            <ac:spMk id="24" creationId="{4CF5DBCD-32A3-410D-8C42-43526FB681F3}"/>
          </ac:spMkLst>
        </pc:spChg>
        <pc:spChg chg="del mod">
          <ac:chgData name="Fei" userId="d19317889db4c986" providerId="LiveId" clId="{E87CCF37-DE99-49C7-B77F-1E4C7A3FD6FA}" dt="2022-02-16T07:14:16.981" v="2657" actId="478"/>
          <ac:spMkLst>
            <pc:docMk/>
            <pc:sldMk cId="1131330976" sldId="347"/>
            <ac:spMk id="44034" creationId="{3372028F-F83B-48E3-9858-5814D86E096B}"/>
          </ac:spMkLst>
        </pc:spChg>
        <pc:spChg chg="del">
          <ac:chgData name="Fei" userId="d19317889db4c986" providerId="LiveId" clId="{E87CCF37-DE99-49C7-B77F-1E4C7A3FD6FA}" dt="2022-02-16T06:15:55.726" v="1898" actId="478"/>
          <ac:spMkLst>
            <pc:docMk/>
            <pc:sldMk cId="1131330976" sldId="347"/>
            <ac:spMk id="44035" creationId="{AD415B56-CCE2-47B4-9151-EB91073B1057}"/>
          </ac:spMkLst>
        </pc:spChg>
        <pc:spChg chg="del">
          <ac:chgData name="Fei" userId="d19317889db4c986" providerId="LiveId" clId="{E87CCF37-DE99-49C7-B77F-1E4C7A3FD6FA}" dt="2022-02-16T06:15:58.481" v="1899" actId="478"/>
          <ac:spMkLst>
            <pc:docMk/>
            <pc:sldMk cId="1131330976" sldId="347"/>
            <ac:spMk id="44036" creationId="{32F70240-826B-4660-86E7-6A286DC373DE}"/>
          </ac:spMkLst>
        </pc:spChg>
        <pc:spChg chg="mod">
          <ac:chgData name="Fei" userId="d19317889db4c986" providerId="LiveId" clId="{E87CCF37-DE99-49C7-B77F-1E4C7A3FD6FA}" dt="2022-02-16T07:20:23.003" v="2683" actId="1076"/>
          <ac:spMkLst>
            <pc:docMk/>
            <pc:sldMk cId="1131330976" sldId="347"/>
            <ac:spMk id="44037" creationId="{3C93977B-DE63-4DEA-B69D-78D9A5F2953E}"/>
          </ac:spMkLst>
        </pc:spChg>
        <pc:spChg chg="del">
          <ac:chgData name="Fei" userId="d19317889db4c986" providerId="LiveId" clId="{E87CCF37-DE99-49C7-B77F-1E4C7A3FD6FA}" dt="2022-02-16T06:15:59.282" v="1900" actId="478"/>
          <ac:spMkLst>
            <pc:docMk/>
            <pc:sldMk cId="1131330976" sldId="347"/>
            <ac:spMk id="44038" creationId="{96F02769-CAD7-4549-8ED7-E686FB628EC1}"/>
          </ac:spMkLst>
        </pc:spChg>
        <pc:spChg chg="del">
          <ac:chgData name="Fei" userId="d19317889db4c986" providerId="LiveId" clId="{E87CCF37-DE99-49C7-B77F-1E4C7A3FD6FA}" dt="2022-02-16T06:15:58.481" v="1899" actId="478"/>
          <ac:spMkLst>
            <pc:docMk/>
            <pc:sldMk cId="1131330976" sldId="347"/>
            <ac:spMk id="44039" creationId="{49AC6B0E-5590-4047-B285-2B4A2AEAC985}"/>
          </ac:spMkLst>
        </pc:spChg>
        <pc:spChg chg="del">
          <ac:chgData name="Fei" userId="d19317889db4c986" providerId="LiveId" clId="{E87CCF37-DE99-49C7-B77F-1E4C7A3FD6FA}" dt="2022-02-16T06:17:05.704" v="1965" actId="478"/>
          <ac:spMkLst>
            <pc:docMk/>
            <pc:sldMk cId="1131330976" sldId="347"/>
            <ac:spMk id="44040" creationId="{D936A7EF-A5B8-4F1E-B41B-050FA233C0DB}"/>
          </ac:spMkLst>
        </pc:spChg>
        <pc:spChg chg="mod">
          <ac:chgData name="Fei" userId="d19317889db4c986" providerId="LiveId" clId="{E87CCF37-DE99-49C7-B77F-1E4C7A3FD6FA}" dt="2022-02-16T07:20:48.554" v="2691" actId="207"/>
          <ac:spMkLst>
            <pc:docMk/>
            <pc:sldMk cId="1131330976" sldId="347"/>
            <ac:spMk id="44041" creationId="{3336AEA2-375A-439A-8EF2-DDD675C2F6ED}"/>
          </ac:spMkLst>
        </pc:spChg>
        <pc:spChg chg="del">
          <ac:chgData name="Fei" userId="d19317889db4c986" providerId="LiveId" clId="{E87CCF37-DE99-49C7-B77F-1E4C7A3FD6FA}" dt="2022-02-16T06:15:23.406" v="1880" actId="478"/>
          <ac:spMkLst>
            <pc:docMk/>
            <pc:sldMk cId="1131330976" sldId="347"/>
            <ac:spMk id="44042" creationId="{33AC341E-EAB3-466F-A51A-6CF79C5EAF36}"/>
          </ac:spMkLst>
        </pc:spChg>
        <pc:grpChg chg="add del mod">
          <ac:chgData name="Fei" userId="d19317889db4c986" providerId="LiveId" clId="{E87CCF37-DE99-49C7-B77F-1E4C7A3FD6FA}" dt="2022-02-16T07:13:31.791" v="2632"/>
          <ac:grpSpMkLst>
            <pc:docMk/>
            <pc:sldMk cId="1131330976" sldId="347"/>
            <ac:grpSpMk id="15" creationId="{8C31492A-0D0A-4116-92C3-E65226672229}"/>
          </ac:grpSpMkLst>
        </pc:grpChg>
        <pc:grpChg chg="add del mod">
          <ac:chgData name="Fei" userId="d19317889db4c986" providerId="LiveId" clId="{E87CCF37-DE99-49C7-B77F-1E4C7A3FD6FA}" dt="2022-02-16T07:13:31.791" v="2632"/>
          <ac:grpSpMkLst>
            <pc:docMk/>
            <pc:sldMk cId="1131330976" sldId="347"/>
            <ac:grpSpMk id="18" creationId="{BB3EBB22-1D73-428F-9233-A9BE14292540}"/>
          </ac:grpSpMkLst>
        </pc:grpChg>
        <pc:grpChg chg="add mod">
          <ac:chgData name="Fei" userId="d19317889db4c986" providerId="LiveId" clId="{E87CCF37-DE99-49C7-B77F-1E4C7A3FD6FA}" dt="2022-02-16T07:21:14.313" v="2693" actId="1076"/>
          <ac:grpSpMkLst>
            <pc:docMk/>
            <pc:sldMk cId="1131330976" sldId="347"/>
            <ac:grpSpMk id="23" creationId="{8C970F61-CA8B-4E91-AB83-112893279F53}"/>
          </ac:grpSpMkLst>
        </pc:grpChg>
        <pc:graphicFrameChg chg="mod">
          <ac:chgData name="Fei" userId="d19317889db4c986" providerId="LiveId" clId="{E87CCF37-DE99-49C7-B77F-1E4C7A3FD6FA}" dt="2022-02-16T07:13:31.147" v="2631" actId="1076"/>
          <ac:graphicFrameMkLst>
            <pc:docMk/>
            <pc:sldMk cId="1131330976" sldId="347"/>
            <ac:graphicFrameMk id="17" creationId="{03EDC49A-A2B2-4D2F-8FC1-B92C7CB572E2}"/>
          </ac:graphicFrameMkLst>
        </pc:graphicFrameChg>
        <pc:graphicFrameChg chg="mod">
          <ac:chgData name="Fei" userId="d19317889db4c986" providerId="LiveId" clId="{E87CCF37-DE99-49C7-B77F-1E4C7A3FD6FA}" dt="2022-02-16T07:13:31.147" v="2631" actId="1076"/>
          <ac:graphicFrameMkLst>
            <pc:docMk/>
            <pc:sldMk cId="1131330976" sldId="347"/>
            <ac:graphicFrameMk id="20" creationId="{67C485F4-9F07-47F3-ACA9-D1D217C7A816}"/>
          </ac:graphicFrameMkLst>
        </pc:graphicFrameChg>
        <pc:graphicFrameChg chg="mod">
          <ac:chgData name="Fei" userId="d19317889db4c986" providerId="LiveId" clId="{E87CCF37-DE99-49C7-B77F-1E4C7A3FD6FA}" dt="2022-02-16T07:21:14.313" v="2693" actId="1076"/>
          <ac:graphicFrameMkLst>
            <pc:docMk/>
            <pc:sldMk cId="1131330976" sldId="347"/>
            <ac:graphicFrameMk id="25" creationId="{025D542E-4A31-4630-8516-3EE53DA7A4E4}"/>
          </ac:graphicFrameMkLst>
        </pc:graphicFrameChg>
        <pc:picChg chg="add mod">
          <ac:chgData name="Fei" userId="d19317889db4c986" providerId="LiveId" clId="{E87CCF37-DE99-49C7-B77F-1E4C7A3FD6FA}" dt="2022-02-16T07:03:39.437" v="2400"/>
          <ac:picMkLst>
            <pc:docMk/>
            <pc:sldMk cId="1131330976" sldId="347"/>
            <ac:picMk id="11" creationId="{7B96A70A-4537-4DC1-81BC-6A350C10F6CE}"/>
          </ac:picMkLst>
        </pc:picChg>
      </pc:sldChg>
      <pc:sldChg chg="add modTransition">
        <pc:chgData name="Fei" userId="d19317889db4c986" providerId="LiveId" clId="{E87CCF37-DE99-49C7-B77F-1E4C7A3FD6FA}" dt="2022-02-16T08:28:46.486" v="3370"/>
        <pc:sldMkLst>
          <pc:docMk/>
          <pc:sldMk cId="1161903184" sldId="348"/>
        </pc:sldMkLst>
      </pc:sldChg>
      <pc:sldChg chg="modSp add mod">
        <pc:chgData name="Fei" userId="d19317889db4c986" providerId="LiveId" clId="{E87CCF37-DE99-49C7-B77F-1E4C7A3FD6FA}" dt="2022-02-16T08:29:40.908" v="3376" actId="207"/>
        <pc:sldMkLst>
          <pc:docMk/>
          <pc:sldMk cId="3952504978" sldId="349"/>
        </pc:sldMkLst>
        <pc:spChg chg="mod">
          <ac:chgData name="Fei" userId="d19317889db4c986" providerId="LiveId" clId="{E87CCF37-DE99-49C7-B77F-1E4C7A3FD6FA}" dt="2022-02-16T08:29:35.800" v="3375" actId="207"/>
          <ac:spMkLst>
            <pc:docMk/>
            <pc:sldMk cId="3952504978" sldId="349"/>
            <ac:spMk id="5" creationId="{00000000-0000-0000-0000-000000000000}"/>
          </ac:spMkLst>
        </pc:spChg>
        <pc:spChg chg="mod">
          <ac:chgData name="Fei" userId="d19317889db4c986" providerId="LiveId" clId="{E87CCF37-DE99-49C7-B77F-1E4C7A3FD6FA}" dt="2022-02-16T08:29:27.011" v="3373" actId="207"/>
          <ac:spMkLst>
            <pc:docMk/>
            <pc:sldMk cId="3952504978" sldId="349"/>
            <ac:spMk id="6" creationId="{00000000-0000-0000-0000-000000000000}"/>
          </ac:spMkLst>
        </pc:spChg>
        <pc:spChg chg="mod">
          <ac:chgData name="Fei" userId="d19317889db4c986" providerId="LiveId" clId="{E87CCF37-DE99-49C7-B77F-1E4C7A3FD6FA}" dt="2022-02-16T08:29:40.908" v="3376" actId="207"/>
          <ac:spMkLst>
            <pc:docMk/>
            <pc:sldMk cId="3952504978" sldId="349"/>
            <ac:spMk id="32" creationId="{00000000-0000-0000-0000-000000000000}"/>
          </ac:spMkLst>
        </pc:spChg>
        <pc:spChg chg="mod">
          <ac:chgData name="Fei" userId="d19317889db4c986" providerId="LiveId" clId="{E87CCF37-DE99-49C7-B77F-1E4C7A3FD6FA}" dt="2022-02-16T08:29:28.683" v="3374" actId="207"/>
          <ac:spMkLst>
            <pc:docMk/>
            <pc:sldMk cId="3952504978" sldId="349"/>
            <ac:spMk id="33" creationId="{00000000-0000-0000-0000-000000000000}"/>
          </ac:spMkLst>
        </pc:spChg>
      </pc:sldChg>
      <pc:sldChg chg="modSp add mod">
        <pc:chgData name="Fei" userId="d19317889db4c986" providerId="LiveId" clId="{E87CCF37-DE99-49C7-B77F-1E4C7A3FD6FA}" dt="2022-02-16T08:30:16.918" v="3380" actId="207"/>
        <pc:sldMkLst>
          <pc:docMk/>
          <pc:sldMk cId="4118158739" sldId="350"/>
        </pc:sldMkLst>
        <pc:spChg chg="mod">
          <ac:chgData name="Fei" userId="d19317889db4c986" providerId="LiveId" clId="{E87CCF37-DE99-49C7-B77F-1E4C7A3FD6FA}" dt="2022-02-16T08:30:16.918" v="3380" actId="207"/>
          <ac:spMkLst>
            <pc:docMk/>
            <pc:sldMk cId="4118158739" sldId="350"/>
            <ac:spMk id="6" creationId="{00000000-0000-0000-0000-000000000000}"/>
          </ac:spMkLst>
        </pc:spChg>
        <pc:spChg chg="mod">
          <ac:chgData name="Fei" userId="d19317889db4c986" providerId="LiveId" clId="{E87CCF37-DE99-49C7-B77F-1E4C7A3FD6FA}" dt="2022-02-16T08:30:05.246" v="3378" actId="207"/>
          <ac:spMkLst>
            <pc:docMk/>
            <pc:sldMk cId="4118158739" sldId="350"/>
            <ac:spMk id="7" creationId="{00000000-0000-0000-0000-000000000000}"/>
          </ac:spMkLst>
        </pc:spChg>
        <pc:spChg chg="mod">
          <ac:chgData name="Fei" userId="d19317889db4c986" providerId="LiveId" clId="{E87CCF37-DE99-49C7-B77F-1E4C7A3FD6FA}" dt="2022-02-16T08:30:16.918" v="3380" actId="207"/>
          <ac:spMkLst>
            <pc:docMk/>
            <pc:sldMk cId="4118158739" sldId="350"/>
            <ac:spMk id="33" creationId="{00000000-0000-0000-0000-000000000000}"/>
          </ac:spMkLst>
        </pc:spChg>
        <pc:spChg chg="mod">
          <ac:chgData name="Fei" userId="d19317889db4c986" providerId="LiveId" clId="{E87CCF37-DE99-49C7-B77F-1E4C7A3FD6FA}" dt="2022-02-16T08:30:08.801" v="3379" actId="207"/>
          <ac:spMkLst>
            <pc:docMk/>
            <pc:sldMk cId="4118158739" sldId="350"/>
            <ac:spMk id="34" creationId="{00000000-0000-0000-0000-000000000000}"/>
          </ac:spMkLst>
        </pc:spChg>
      </pc:sldChg>
      <pc:sldChg chg="modSp add">
        <pc:chgData name="Fei" userId="d19317889db4c986" providerId="LiveId" clId="{E87CCF37-DE99-49C7-B77F-1E4C7A3FD6FA}" dt="2022-02-16T08:30:34.415" v="3385" actId="207"/>
        <pc:sldMkLst>
          <pc:docMk/>
          <pc:sldMk cId="2672971775" sldId="351"/>
        </pc:sldMkLst>
        <pc:spChg chg="mod">
          <ac:chgData name="Fei" userId="d19317889db4c986" providerId="LiveId" clId="{E87CCF37-DE99-49C7-B77F-1E4C7A3FD6FA}" dt="2022-02-16T08:30:29.493" v="3384" actId="207"/>
          <ac:spMkLst>
            <pc:docMk/>
            <pc:sldMk cId="2672971775" sldId="351"/>
            <ac:spMk id="7" creationId="{00000000-0000-0000-0000-000000000000}"/>
          </ac:spMkLst>
        </pc:spChg>
        <pc:spChg chg="mod">
          <ac:chgData name="Fei" userId="d19317889db4c986" providerId="LiveId" clId="{E87CCF37-DE99-49C7-B77F-1E4C7A3FD6FA}" dt="2022-02-16T08:30:34.415" v="3385" actId="207"/>
          <ac:spMkLst>
            <pc:docMk/>
            <pc:sldMk cId="2672971775" sldId="351"/>
            <ac:spMk id="8" creationId="{00000000-0000-0000-0000-000000000000}"/>
          </ac:spMkLst>
        </pc:spChg>
        <pc:spChg chg="mod">
          <ac:chgData name="Fei" userId="d19317889db4c986" providerId="LiveId" clId="{E87CCF37-DE99-49C7-B77F-1E4C7A3FD6FA}" dt="2022-02-16T08:30:29.493" v="3384" actId="207"/>
          <ac:spMkLst>
            <pc:docMk/>
            <pc:sldMk cId="2672971775" sldId="351"/>
            <ac:spMk id="34" creationId="{00000000-0000-0000-0000-000000000000}"/>
          </ac:spMkLst>
        </pc:spChg>
        <pc:spChg chg="mod">
          <ac:chgData name="Fei" userId="d19317889db4c986" providerId="LiveId" clId="{E87CCF37-DE99-49C7-B77F-1E4C7A3FD6FA}" dt="2022-02-16T08:30:34.415" v="3385" actId="207"/>
          <ac:spMkLst>
            <pc:docMk/>
            <pc:sldMk cId="2672971775" sldId="351"/>
            <ac:spMk id="35" creationId="{00000000-0000-0000-0000-000000000000}"/>
          </ac:spMkLst>
        </pc:spChg>
      </pc:sldChg>
      <pc:sldChg chg="modSp add">
        <pc:chgData name="Fei" userId="d19317889db4c986" providerId="LiveId" clId="{E87CCF37-DE99-49C7-B77F-1E4C7A3FD6FA}" dt="2022-02-16T08:30:47.315" v="3388" actId="207"/>
        <pc:sldMkLst>
          <pc:docMk/>
          <pc:sldMk cId="1263244444" sldId="352"/>
        </pc:sldMkLst>
        <pc:spChg chg="mod">
          <ac:chgData name="Fei" userId="d19317889db4c986" providerId="LiveId" clId="{E87CCF37-DE99-49C7-B77F-1E4C7A3FD6FA}" dt="2022-02-16T08:30:43.104" v="3387" actId="207"/>
          <ac:spMkLst>
            <pc:docMk/>
            <pc:sldMk cId="1263244444" sldId="352"/>
            <ac:spMk id="5" creationId="{00000000-0000-0000-0000-000000000000}"/>
          </ac:spMkLst>
        </pc:spChg>
        <pc:spChg chg="mod">
          <ac:chgData name="Fei" userId="d19317889db4c986" providerId="LiveId" clId="{E87CCF37-DE99-49C7-B77F-1E4C7A3FD6FA}" dt="2022-02-16T08:30:47.315" v="3388" actId="207"/>
          <ac:spMkLst>
            <pc:docMk/>
            <pc:sldMk cId="1263244444" sldId="352"/>
            <ac:spMk id="19" creationId="{14A0E322-51C2-3748-9018-9D449F9AB12E}"/>
          </ac:spMkLst>
        </pc:spChg>
        <pc:spChg chg="mod">
          <ac:chgData name="Fei" userId="d19317889db4c986" providerId="LiveId" clId="{E87CCF37-DE99-49C7-B77F-1E4C7A3FD6FA}" dt="2022-02-16T08:30:47.315" v="3388" actId="207"/>
          <ac:spMkLst>
            <pc:docMk/>
            <pc:sldMk cId="1263244444" sldId="352"/>
            <ac:spMk id="20" creationId="{832CE7C9-AE8E-164F-A612-630C2CAEAF66}"/>
          </ac:spMkLst>
        </pc:spChg>
        <pc:spChg chg="mod">
          <ac:chgData name="Fei" userId="d19317889db4c986" providerId="LiveId" clId="{E87CCF37-DE99-49C7-B77F-1E4C7A3FD6FA}" dt="2022-02-16T08:30:43.104" v="3387" actId="207"/>
          <ac:spMkLst>
            <pc:docMk/>
            <pc:sldMk cId="1263244444" sldId="352"/>
            <ac:spMk id="32" creationId="{00000000-0000-0000-0000-000000000000}"/>
          </ac:spMkLst>
        </pc:spChg>
      </pc:sldChg>
      <pc:sldChg chg="addSp modSp new mod">
        <pc:chgData name="Fei" userId="d19317889db4c986" providerId="LiveId" clId="{E87CCF37-DE99-49C7-B77F-1E4C7A3FD6FA}" dt="2022-02-16T09:19:43.947" v="3448"/>
        <pc:sldMkLst>
          <pc:docMk/>
          <pc:sldMk cId="1008951437" sldId="353"/>
        </pc:sldMkLst>
        <pc:picChg chg="add">
          <ac:chgData name="Fei" userId="d19317889db4c986" providerId="LiveId" clId="{E87CCF37-DE99-49C7-B77F-1E4C7A3FD6FA}" dt="2022-02-16T09:08:58.484" v="3390" actId="22"/>
          <ac:picMkLst>
            <pc:docMk/>
            <pc:sldMk cId="1008951437" sldId="353"/>
            <ac:picMk id="3" creationId="{F480153D-921D-47FE-8130-9B560FA8156F}"/>
          </ac:picMkLst>
        </pc:picChg>
        <pc:picChg chg="add mod">
          <ac:chgData name="Fei" userId="d19317889db4c986" providerId="LiveId" clId="{E87CCF37-DE99-49C7-B77F-1E4C7A3FD6FA}" dt="2022-02-16T09:19:43.947" v="3448"/>
          <ac:picMkLst>
            <pc:docMk/>
            <pc:sldMk cId="1008951437" sldId="353"/>
            <ac:picMk id="4" creationId="{9D0C5AD2-2A2C-413F-952A-C27133F763E8}"/>
          </ac:picMkLst>
        </pc:picChg>
      </pc:sldChg>
      <pc:sldChg chg="addSp modSp new mod">
        <pc:chgData name="Fei" userId="d19317889db4c986" providerId="LiveId" clId="{E87CCF37-DE99-49C7-B77F-1E4C7A3FD6FA}" dt="2022-02-16T09:19:49.048" v="3453" actId="1036"/>
        <pc:sldMkLst>
          <pc:docMk/>
          <pc:sldMk cId="2008689145" sldId="354"/>
        </pc:sldMkLst>
        <pc:picChg chg="add">
          <ac:chgData name="Fei" userId="d19317889db4c986" providerId="LiveId" clId="{E87CCF37-DE99-49C7-B77F-1E4C7A3FD6FA}" dt="2022-02-16T09:09:12.035" v="3392" actId="22"/>
          <ac:picMkLst>
            <pc:docMk/>
            <pc:sldMk cId="2008689145" sldId="354"/>
            <ac:picMk id="3" creationId="{BFF0405D-7512-45B9-B120-6F2B3551D25F}"/>
          </ac:picMkLst>
        </pc:picChg>
        <pc:picChg chg="add mod">
          <ac:chgData name="Fei" userId="d19317889db4c986" providerId="LiveId" clId="{E87CCF37-DE99-49C7-B77F-1E4C7A3FD6FA}" dt="2022-02-16T09:19:49.048" v="3453" actId="1036"/>
          <ac:picMkLst>
            <pc:docMk/>
            <pc:sldMk cId="2008689145" sldId="354"/>
            <ac:picMk id="4" creationId="{C36FBA84-3CD0-44A9-94AC-86C682C93131}"/>
          </ac:picMkLst>
        </pc:picChg>
      </pc:sldChg>
      <pc:sldChg chg="addSp modSp new mod">
        <pc:chgData name="Fei" userId="d19317889db4c986" providerId="LiveId" clId="{E87CCF37-DE99-49C7-B77F-1E4C7A3FD6FA}" dt="2022-02-16T09:19:53.436" v="3456" actId="1035"/>
        <pc:sldMkLst>
          <pc:docMk/>
          <pc:sldMk cId="3973379754" sldId="355"/>
        </pc:sldMkLst>
        <pc:picChg chg="add">
          <ac:chgData name="Fei" userId="d19317889db4c986" providerId="LiveId" clId="{E87CCF37-DE99-49C7-B77F-1E4C7A3FD6FA}" dt="2022-02-16T09:09:28.953" v="3394" actId="22"/>
          <ac:picMkLst>
            <pc:docMk/>
            <pc:sldMk cId="3973379754" sldId="355"/>
            <ac:picMk id="3" creationId="{20D0F6D8-82AD-4C3C-8487-867EAA377EAC}"/>
          </ac:picMkLst>
        </pc:picChg>
        <pc:picChg chg="add mod">
          <ac:chgData name="Fei" userId="d19317889db4c986" providerId="LiveId" clId="{E87CCF37-DE99-49C7-B77F-1E4C7A3FD6FA}" dt="2022-02-16T09:19:53.436" v="3456" actId="1035"/>
          <ac:picMkLst>
            <pc:docMk/>
            <pc:sldMk cId="3973379754" sldId="355"/>
            <ac:picMk id="4" creationId="{2AAEE21E-E66B-4FFA-AD7B-10829951FD00}"/>
          </ac:picMkLst>
        </pc:picChg>
      </pc:sldChg>
      <pc:sldChg chg="addSp modSp new mod">
        <pc:chgData name="Fei" userId="d19317889db4c986" providerId="LiveId" clId="{E87CCF37-DE99-49C7-B77F-1E4C7A3FD6FA}" dt="2022-02-16T09:19:55.389" v="3457"/>
        <pc:sldMkLst>
          <pc:docMk/>
          <pc:sldMk cId="3502800851" sldId="356"/>
        </pc:sldMkLst>
        <pc:picChg chg="add">
          <ac:chgData name="Fei" userId="d19317889db4c986" providerId="LiveId" clId="{E87CCF37-DE99-49C7-B77F-1E4C7A3FD6FA}" dt="2022-02-16T09:09:54.712" v="3396" actId="22"/>
          <ac:picMkLst>
            <pc:docMk/>
            <pc:sldMk cId="3502800851" sldId="356"/>
            <ac:picMk id="3" creationId="{F64ABA26-42A1-4ED6-A022-EE8D052BDD6F}"/>
          </ac:picMkLst>
        </pc:picChg>
        <pc:picChg chg="add mod">
          <ac:chgData name="Fei" userId="d19317889db4c986" providerId="LiveId" clId="{E87CCF37-DE99-49C7-B77F-1E4C7A3FD6FA}" dt="2022-02-16T09:19:55.389" v="3457"/>
          <ac:picMkLst>
            <pc:docMk/>
            <pc:sldMk cId="3502800851" sldId="356"/>
            <ac:picMk id="4" creationId="{166DD60D-74D5-4BDA-A336-C70C93FB8DFD}"/>
          </ac:picMkLst>
        </pc:picChg>
      </pc:sldChg>
      <pc:sldChg chg="addSp modSp new mod">
        <pc:chgData name="Fei" userId="d19317889db4c986" providerId="LiveId" clId="{E87CCF37-DE99-49C7-B77F-1E4C7A3FD6FA}" dt="2022-02-16T09:19:56.440" v="3458"/>
        <pc:sldMkLst>
          <pc:docMk/>
          <pc:sldMk cId="1348524945" sldId="357"/>
        </pc:sldMkLst>
        <pc:picChg chg="add">
          <ac:chgData name="Fei" userId="d19317889db4c986" providerId="LiveId" clId="{E87CCF37-DE99-49C7-B77F-1E4C7A3FD6FA}" dt="2022-02-16T09:10:08.777" v="3398" actId="22"/>
          <ac:picMkLst>
            <pc:docMk/>
            <pc:sldMk cId="1348524945" sldId="357"/>
            <ac:picMk id="3" creationId="{1C7F1E26-5446-4951-BF6E-F983C9A3654F}"/>
          </ac:picMkLst>
        </pc:picChg>
        <pc:picChg chg="add mod">
          <ac:chgData name="Fei" userId="d19317889db4c986" providerId="LiveId" clId="{E87CCF37-DE99-49C7-B77F-1E4C7A3FD6FA}" dt="2022-02-16T09:19:56.440" v="3458"/>
          <ac:picMkLst>
            <pc:docMk/>
            <pc:sldMk cId="1348524945" sldId="357"/>
            <ac:picMk id="4" creationId="{CD6CCCE4-43FF-4698-847B-35C36AE962D9}"/>
          </ac:picMkLst>
        </pc:picChg>
      </pc:sldChg>
      <pc:sldChg chg="addSp modSp new mod">
        <pc:chgData name="Fei" userId="d19317889db4c986" providerId="LiveId" clId="{E87CCF37-DE99-49C7-B77F-1E4C7A3FD6FA}" dt="2022-02-16T09:19:57.461" v="3459"/>
        <pc:sldMkLst>
          <pc:docMk/>
          <pc:sldMk cId="766890209" sldId="358"/>
        </pc:sldMkLst>
        <pc:picChg chg="add">
          <ac:chgData name="Fei" userId="d19317889db4c986" providerId="LiveId" clId="{E87CCF37-DE99-49C7-B77F-1E4C7A3FD6FA}" dt="2022-02-16T09:10:51.074" v="3400" actId="22"/>
          <ac:picMkLst>
            <pc:docMk/>
            <pc:sldMk cId="766890209" sldId="358"/>
            <ac:picMk id="3" creationId="{6481C5D9-D899-47E0-B67B-70D0707C5FE6}"/>
          </ac:picMkLst>
        </pc:picChg>
        <pc:picChg chg="add mod">
          <ac:chgData name="Fei" userId="d19317889db4c986" providerId="LiveId" clId="{E87CCF37-DE99-49C7-B77F-1E4C7A3FD6FA}" dt="2022-02-16T09:19:57.461" v="3459"/>
          <ac:picMkLst>
            <pc:docMk/>
            <pc:sldMk cId="766890209" sldId="358"/>
            <ac:picMk id="4" creationId="{21298A43-40AB-43B8-A9D1-EC43006779F0}"/>
          </ac:picMkLst>
        </pc:picChg>
      </pc:sldChg>
      <pc:sldChg chg="addSp modSp new mod">
        <pc:chgData name="Fei" userId="d19317889db4c986" providerId="LiveId" clId="{E87CCF37-DE99-49C7-B77F-1E4C7A3FD6FA}" dt="2022-02-16T09:19:58.360" v="3460"/>
        <pc:sldMkLst>
          <pc:docMk/>
          <pc:sldMk cId="3163972577" sldId="359"/>
        </pc:sldMkLst>
        <pc:picChg chg="add">
          <ac:chgData name="Fei" userId="d19317889db4c986" providerId="LiveId" clId="{E87CCF37-DE99-49C7-B77F-1E4C7A3FD6FA}" dt="2022-02-16T09:11:03.406" v="3402" actId="22"/>
          <ac:picMkLst>
            <pc:docMk/>
            <pc:sldMk cId="3163972577" sldId="359"/>
            <ac:picMk id="3" creationId="{32D5F24E-3606-48F9-8464-8321A2D793C4}"/>
          </ac:picMkLst>
        </pc:picChg>
        <pc:picChg chg="add mod">
          <ac:chgData name="Fei" userId="d19317889db4c986" providerId="LiveId" clId="{E87CCF37-DE99-49C7-B77F-1E4C7A3FD6FA}" dt="2022-02-16T09:19:58.360" v="3460"/>
          <ac:picMkLst>
            <pc:docMk/>
            <pc:sldMk cId="3163972577" sldId="359"/>
            <ac:picMk id="4" creationId="{BDD94173-EC07-4C5A-8CA8-B2AA0A559C4F}"/>
          </ac:picMkLst>
        </pc:picChg>
      </pc:sldChg>
      <pc:sldChg chg="addSp modSp new mod">
        <pc:chgData name="Fei" userId="d19317889db4c986" providerId="LiveId" clId="{E87CCF37-DE99-49C7-B77F-1E4C7A3FD6FA}" dt="2022-02-16T09:19:59.198" v="3461"/>
        <pc:sldMkLst>
          <pc:docMk/>
          <pc:sldMk cId="2972187867" sldId="360"/>
        </pc:sldMkLst>
        <pc:picChg chg="add">
          <ac:chgData name="Fei" userId="d19317889db4c986" providerId="LiveId" clId="{E87CCF37-DE99-49C7-B77F-1E4C7A3FD6FA}" dt="2022-02-16T09:11:12.758" v="3404" actId="22"/>
          <ac:picMkLst>
            <pc:docMk/>
            <pc:sldMk cId="2972187867" sldId="360"/>
            <ac:picMk id="3" creationId="{85017CD7-EE49-4931-80D7-AA389CA5179F}"/>
          </ac:picMkLst>
        </pc:picChg>
        <pc:picChg chg="add mod">
          <ac:chgData name="Fei" userId="d19317889db4c986" providerId="LiveId" clId="{E87CCF37-DE99-49C7-B77F-1E4C7A3FD6FA}" dt="2022-02-16T09:19:59.198" v="3461"/>
          <ac:picMkLst>
            <pc:docMk/>
            <pc:sldMk cId="2972187867" sldId="360"/>
            <ac:picMk id="4" creationId="{CA56B79B-BC27-4E06-8D09-BF82DD1D62BC}"/>
          </ac:picMkLst>
        </pc:picChg>
      </pc:sldChg>
      <pc:sldChg chg="addSp modSp new mod">
        <pc:chgData name="Fei" userId="d19317889db4c986" providerId="LiveId" clId="{E87CCF37-DE99-49C7-B77F-1E4C7A3FD6FA}" dt="2022-02-16T09:20:00.071" v="3462"/>
        <pc:sldMkLst>
          <pc:docMk/>
          <pc:sldMk cId="880097859" sldId="361"/>
        </pc:sldMkLst>
        <pc:picChg chg="add">
          <ac:chgData name="Fei" userId="d19317889db4c986" providerId="LiveId" clId="{E87CCF37-DE99-49C7-B77F-1E4C7A3FD6FA}" dt="2022-02-16T09:11:32.798" v="3406" actId="22"/>
          <ac:picMkLst>
            <pc:docMk/>
            <pc:sldMk cId="880097859" sldId="361"/>
            <ac:picMk id="3" creationId="{08F5A078-8F17-4EF3-A2A7-C50882C27E27}"/>
          </ac:picMkLst>
        </pc:picChg>
        <pc:picChg chg="add mod">
          <ac:chgData name="Fei" userId="d19317889db4c986" providerId="LiveId" clId="{E87CCF37-DE99-49C7-B77F-1E4C7A3FD6FA}" dt="2022-02-16T09:20:00.071" v="3462"/>
          <ac:picMkLst>
            <pc:docMk/>
            <pc:sldMk cId="880097859" sldId="361"/>
            <ac:picMk id="4" creationId="{9B688B19-ECC6-4D7F-ADB2-AEE34B7D2412}"/>
          </ac:picMkLst>
        </pc:picChg>
      </pc:sldChg>
      <pc:sldChg chg="addSp modSp new mod">
        <pc:chgData name="Fei" userId="d19317889db4c986" providerId="LiveId" clId="{E87CCF37-DE99-49C7-B77F-1E4C7A3FD6FA}" dt="2022-02-16T09:20:00.985" v="3463"/>
        <pc:sldMkLst>
          <pc:docMk/>
          <pc:sldMk cId="763995558" sldId="362"/>
        </pc:sldMkLst>
        <pc:picChg chg="add">
          <ac:chgData name="Fei" userId="d19317889db4c986" providerId="LiveId" clId="{E87CCF37-DE99-49C7-B77F-1E4C7A3FD6FA}" dt="2022-02-16T09:11:43.965" v="3408" actId="22"/>
          <ac:picMkLst>
            <pc:docMk/>
            <pc:sldMk cId="763995558" sldId="362"/>
            <ac:picMk id="3" creationId="{22266487-5FC7-49C0-B99A-2BEFF6C02EE9}"/>
          </ac:picMkLst>
        </pc:picChg>
        <pc:picChg chg="add mod">
          <ac:chgData name="Fei" userId="d19317889db4c986" providerId="LiveId" clId="{E87CCF37-DE99-49C7-B77F-1E4C7A3FD6FA}" dt="2022-02-16T09:20:00.985" v="3463"/>
          <ac:picMkLst>
            <pc:docMk/>
            <pc:sldMk cId="763995558" sldId="362"/>
            <ac:picMk id="4" creationId="{996E1928-D21D-4E74-99D0-062D095AF3AA}"/>
          </ac:picMkLst>
        </pc:picChg>
      </pc:sldChg>
      <pc:sldChg chg="addSp modSp new mod">
        <pc:chgData name="Fei" userId="d19317889db4c986" providerId="LiveId" clId="{E87CCF37-DE99-49C7-B77F-1E4C7A3FD6FA}" dt="2022-02-16T09:20:01.933" v="3464"/>
        <pc:sldMkLst>
          <pc:docMk/>
          <pc:sldMk cId="3112065365" sldId="363"/>
        </pc:sldMkLst>
        <pc:picChg chg="add">
          <ac:chgData name="Fei" userId="d19317889db4c986" providerId="LiveId" clId="{E87CCF37-DE99-49C7-B77F-1E4C7A3FD6FA}" dt="2022-02-16T09:11:52.216" v="3410" actId="22"/>
          <ac:picMkLst>
            <pc:docMk/>
            <pc:sldMk cId="3112065365" sldId="363"/>
            <ac:picMk id="3" creationId="{61688D62-392A-402D-900C-A3E1AEE97B37}"/>
          </ac:picMkLst>
        </pc:picChg>
        <pc:picChg chg="add mod">
          <ac:chgData name="Fei" userId="d19317889db4c986" providerId="LiveId" clId="{E87CCF37-DE99-49C7-B77F-1E4C7A3FD6FA}" dt="2022-02-16T09:20:01.933" v="3464"/>
          <ac:picMkLst>
            <pc:docMk/>
            <pc:sldMk cId="3112065365" sldId="363"/>
            <ac:picMk id="4" creationId="{9E9A06FB-2499-4CC3-876A-AFB98B4994C4}"/>
          </ac:picMkLst>
        </pc:picChg>
      </pc:sldChg>
      <pc:sldChg chg="addSp modSp new mod">
        <pc:chgData name="Fei" userId="d19317889db4c986" providerId="LiveId" clId="{E87CCF37-DE99-49C7-B77F-1E4C7A3FD6FA}" dt="2022-02-16T09:20:36.720" v="3496" actId="1036"/>
        <pc:sldMkLst>
          <pc:docMk/>
          <pc:sldMk cId="1718474870" sldId="364"/>
        </pc:sldMkLst>
        <pc:picChg chg="add mod">
          <ac:chgData name="Fei" userId="d19317889db4c986" providerId="LiveId" clId="{E87CCF37-DE99-49C7-B77F-1E4C7A3FD6FA}" dt="2022-02-16T09:20:36.720" v="3496" actId="1036"/>
          <ac:picMkLst>
            <pc:docMk/>
            <pc:sldMk cId="1718474870" sldId="364"/>
            <ac:picMk id="3" creationId="{ACBB117E-483D-44D8-B395-B229F0BB0834}"/>
          </ac:picMkLst>
        </pc:picChg>
        <pc:picChg chg="add mod">
          <ac:chgData name="Fei" userId="d19317889db4c986" providerId="LiveId" clId="{E87CCF37-DE99-49C7-B77F-1E4C7A3FD6FA}" dt="2022-02-16T09:20:03.152" v="3465"/>
          <ac:picMkLst>
            <pc:docMk/>
            <pc:sldMk cId="1718474870" sldId="364"/>
            <ac:picMk id="4" creationId="{59171175-9B38-4460-A2B1-336564B49EA8}"/>
          </ac:picMkLst>
        </pc:picChg>
      </pc:sldChg>
      <pc:sldChg chg="new del">
        <pc:chgData name="Fei" userId="d19317889db4c986" providerId="LiveId" clId="{E87CCF37-DE99-49C7-B77F-1E4C7A3FD6FA}" dt="2022-02-16T09:12:22.570" v="3414" actId="47"/>
        <pc:sldMkLst>
          <pc:docMk/>
          <pc:sldMk cId="1841294917" sldId="365"/>
        </pc:sldMkLst>
      </pc:sldChg>
      <pc:sldChg chg="addSp modSp new mod">
        <pc:chgData name="Fei" userId="d19317889db4c986" providerId="LiveId" clId="{E87CCF37-DE99-49C7-B77F-1E4C7A3FD6FA}" dt="2022-02-16T09:20:06.044" v="3466"/>
        <pc:sldMkLst>
          <pc:docMk/>
          <pc:sldMk cId="3820094131" sldId="365"/>
        </pc:sldMkLst>
        <pc:picChg chg="add">
          <ac:chgData name="Fei" userId="d19317889db4c986" providerId="LiveId" clId="{E87CCF37-DE99-49C7-B77F-1E4C7A3FD6FA}" dt="2022-02-16T09:12:34.955" v="3416" actId="22"/>
          <ac:picMkLst>
            <pc:docMk/>
            <pc:sldMk cId="3820094131" sldId="365"/>
            <ac:picMk id="3" creationId="{C8410914-AB34-4924-A719-81EA3B579323}"/>
          </ac:picMkLst>
        </pc:picChg>
        <pc:picChg chg="add mod">
          <ac:chgData name="Fei" userId="d19317889db4c986" providerId="LiveId" clId="{E87CCF37-DE99-49C7-B77F-1E4C7A3FD6FA}" dt="2022-02-16T09:20:06.044" v="3466"/>
          <ac:picMkLst>
            <pc:docMk/>
            <pc:sldMk cId="3820094131" sldId="365"/>
            <ac:picMk id="4" creationId="{674B3C1C-D553-4838-9D18-12D4777D99AF}"/>
          </ac:picMkLst>
        </pc:picChg>
      </pc:sldChg>
      <pc:sldChg chg="addSp modSp new mod">
        <pc:chgData name="Fei" userId="d19317889db4c986" providerId="LiveId" clId="{E87CCF37-DE99-49C7-B77F-1E4C7A3FD6FA}" dt="2022-02-16T09:20:07.738" v="3467"/>
        <pc:sldMkLst>
          <pc:docMk/>
          <pc:sldMk cId="3029396091" sldId="366"/>
        </pc:sldMkLst>
        <pc:picChg chg="add">
          <ac:chgData name="Fei" userId="d19317889db4c986" providerId="LiveId" clId="{E87CCF37-DE99-49C7-B77F-1E4C7A3FD6FA}" dt="2022-02-16T09:12:55.302" v="3418" actId="22"/>
          <ac:picMkLst>
            <pc:docMk/>
            <pc:sldMk cId="3029396091" sldId="366"/>
            <ac:picMk id="3" creationId="{DD4FB24C-5509-496F-ADA3-1C67C763D7C2}"/>
          </ac:picMkLst>
        </pc:picChg>
        <pc:picChg chg="add mod">
          <ac:chgData name="Fei" userId="d19317889db4c986" providerId="LiveId" clId="{E87CCF37-DE99-49C7-B77F-1E4C7A3FD6FA}" dt="2022-02-16T09:20:07.738" v="3467"/>
          <ac:picMkLst>
            <pc:docMk/>
            <pc:sldMk cId="3029396091" sldId="366"/>
            <ac:picMk id="4" creationId="{9439D188-6D9F-425A-84BA-48862E3BA42C}"/>
          </ac:picMkLst>
        </pc:picChg>
      </pc:sldChg>
      <pc:sldChg chg="addSp modSp new mod">
        <pc:chgData name="Fei" userId="d19317889db4c986" providerId="LiveId" clId="{E87CCF37-DE99-49C7-B77F-1E4C7A3FD6FA}" dt="2022-02-16T09:20:09.192" v="3468"/>
        <pc:sldMkLst>
          <pc:docMk/>
          <pc:sldMk cId="3785641543" sldId="367"/>
        </pc:sldMkLst>
        <pc:picChg chg="add">
          <ac:chgData name="Fei" userId="d19317889db4c986" providerId="LiveId" clId="{E87CCF37-DE99-49C7-B77F-1E4C7A3FD6FA}" dt="2022-02-16T09:13:03.315" v="3420" actId="22"/>
          <ac:picMkLst>
            <pc:docMk/>
            <pc:sldMk cId="3785641543" sldId="367"/>
            <ac:picMk id="3" creationId="{2E4983A2-8C8B-427F-8311-88F52C1B9C6C}"/>
          </ac:picMkLst>
        </pc:picChg>
        <pc:picChg chg="add mod">
          <ac:chgData name="Fei" userId="d19317889db4c986" providerId="LiveId" clId="{E87CCF37-DE99-49C7-B77F-1E4C7A3FD6FA}" dt="2022-02-16T09:20:09.192" v="3468"/>
          <ac:picMkLst>
            <pc:docMk/>
            <pc:sldMk cId="3785641543" sldId="367"/>
            <ac:picMk id="4" creationId="{852FA118-2A5C-4BB9-9A1A-0F5BD925B694}"/>
          </ac:picMkLst>
        </pc:picChg>
      </pc:sldChg>
      <pc:sldChg chg="addSp modSp new mod">
        <pc:chgData name="Fei" userId="d19317889db4c986" providerId="LiveId" clId="{E87CCF37-DE99-49C7-B77F-1E4C7A3FD6FA}" dt="2022-02-16T09:20:10.322" v="3469"/>
        <pc:sldMkLst>
          <pc:docMk/>
          <pc:sldMk cId="182320755" sldId="368"/>
        </pc:sldMkLst>
        <pc:picChg chg="add">
          <ac:chgData name="Fei" userId="d19317889db4c986" providerId="LiveId" clId="{E87CCF37-DE99-49C7-B77F-1E4C7A3FD6FA}" dt="2022-02-16T09:13:22.003" v="3422" actId="22"/>
          <ac:picMkLst>
            <pc:docMk/>
            <pc:sldMk cId="182320755" sldId="368"/>
            <ac:picMk id="3" creationId="{026319AD-52AD-46CC-94D6-F4A815B66F56}"/>
          </ac:picMkLst>
        </pc:picChg>
        <pc:picChg chg="add mod">
          <ac:chgData name="Fei" userId="d19317889db4c986" providerId="LiveId" clId="{E87CCF37-DE99-49C7-B77F-1E4C7A3FD6FA}" dt="2022-02-16T09:20:10.322" v="3469"/>
          <ac:picMkLst>
            <pc:docMk/>
            <pc:sldMk cId="182320755" sldId="368"/>
            <ac:picMk id="4" creationId="{FCC08F2C-DC8E-49CE-AC34-9E33ECB75123}"/>
          </ac:picMkLst>
        </pc:picChg>
      </pc:sldChg>
      <pc:sldChg chg="addSp modSp new mod">
        <pc:chgData name="Fei" userId="d19317889db4c986" providerId="LiveId" clId="{E87CCF37-DE99-49C7-B77F-1E4C7A3FD6FA}" dt="2022-02-16T09:20:11.554" v="3470"/>
        <pc:sldMkLst>
          <pc:docMk/>
          <pc:sldMk cId="13352261" sldId="369"/>
        </pc:sldMkLst>
        <pc:picChg chg="add">
          <ac:chgData name="Fei" userId="d19317889db4c986" providerId="LiveId" clId="{E87CCF37-DE99-49C7-B77F-1E4C7A3FD6FA}" dt="2022-02-16T09:13:35.575" v="3424" actId="22"/>
          <ac:picMkLst>
            <pc:docMk/>
            <pc:sldMk cId="13352261" sldId="369"/>
            <ac:picMk id="3" creationId="{AC906A7A-1AF2-46D7-A7DE-AF1A5107E024}"/>
          </ac:picMkLst>
        </pc:picChg>
        <pc:picChg chg="add mod">
          <ac:chgData name="Fei" userId="d19317889db4c986" providerId="LiveId" clId="{E87CCF37-DE99-49C7-B77F-1E4C7A3FD6FA}" dt="2022-02-16T09:20:11.554" v="3470"/>
          <ac:picMkLst>
            <pc:docMk/>
            <pc:sldMk cId="13352261" sldId="369"/>
            <ac:picMk id="4" creationId="{5FE5ACF9-3EA0-4BE1-B632-3488E5DB8A14}"/>
          </ac:picMkLst>
        </pc:picChg>
      </pc:sldChg>
      <pc:sldChg chg="addSp modSp new mod">
        <pc:chgData name="Fei" userId="d19317889db4c986" providerId="LiveId" clId="{E87CCF37-DE99-49C7-B77F-1E4C7A3FD6FA}" dt="2022-02-16T09:20:12.424" v="3471"/>
        <pc:sldMkLst>
          <pc:docMk/>
          <pc:sldMk cId="2579815030" sldId="370"/>
        </pc:sldMkLst>
        <pc:picChg chg="add">
          <ac:chgData name="Fei" userId="d19317889db4c986" providerId="LiveId" clId="{E87CCF37-DE99-49C7-B77F-1E4C7A3FD6FA}" dt="2022-02-16T09:13:49.057" v="3426" actId="22"/>
          <ac:picMkLst>
            <pc:docMk/>
            <pc:sldMk cId="2579815030" sldId="370"/>
            <ac:picMk id="3" creationId="{16A828B7-0D60-4BF4-AC3D-048BA45B806E}"/>
          </ac:picMkLst>
        </pc:picChg>
        <pc:picChg chg="add mod">
          <ac:chgData name="Fei" userId="d19317889db4c986" providerId="LiveId" clId="{E87CCF37-DE99-49C7-B77F-1E4C7A3FD6FA}" dt="2022-02-16T09:20:12.424" v="3471"/>
          <ac:picMkLst>
            <pc:docMk/>
            <pc:sldMk cId="2579815030" sldId="370"/>
            <ac:picMk id="4" creationId="{2146BD1B-7829-40E1-A3E3-8BE912735C0E}"/>
          </ac:picMkLst>
        </pc:picChg>
      </pc:sldChg>
      <pc:sldChg chg="addSp modSp new mod">
        <pc:chgData name="Fei" userId="d19317889db4c986" providerId="LiveId" clId="{E87CCF37-DE99-49C7-B77F-1E4C7A3FD6FA}" dt="2022-02-16T09:20:48.354" v="3514" actId="1036"/>
        <pc:sldMkLst>
          <pc:docMk/>
          <pc:sldMk cId="3010103594" sldId="371"/>
        </pc:sldMkLst>
        <pc:picChg chg="add mod">
          <ac:chgData name="Fei" userId="d19317889db4c986" providerId="LiveId" clId="{E87CCF37-DE99-49C7-B77F-1E4C7A3FD6FA}" dt="2022-02-16T09:20:48.354" v="3514" actId="1036"/>
          <ac:picMkLst>
            <pc:docMk/>
            <pc:sldMk cId="3010103594" sldId="371"/>
            <ac:picMk id="3" creationId="{CCE1AD29-6971-4B37-A452-9B6AB465F5B4}"/>
          </ac:picMkLst>
        </pc:picChg>
        <pc:picChg chg="add mod">
          <ac:chgData name="Fei" userId="d19317889db4c986" providerId="LiveId" clId="{E87CCF37-DE99-49C7-B77F-1E4C7A3FD6FA}" dt="2022-02-16T09:20:13.746" v="3472"/>
          <ac:picMkLst>
            <pc:docMk/>
            <pc:sldMk cId="3010103594" sldId="371"/>
            <ac:picMk id="4" creationId="{691A4B0F-BFB5-4403-94B8-70C57FFEDBEE}"/>
          </ac:picMkLst>
        </pc:picChg>
      </pc:sldChg>
      <pc:sldChg chg="addSp modSp new mod">
        <pc:chgData name="Fei" userId="d19317889db4c986" providerId="LiveId" clId="{E87CCF37-DE99-49C7-B77F-1E4C7A3FD6FA}" dt="2022-02-16T09:20:15.163" v="3473"/>
        <pc:sldMkLst>
          <pc:docMk/>
          <pc:sldMk cId="1138114101" sldId="372"/>
        </pc:sldMkLst>
        <pc:picChg chg="add mod modCrop">
          <ac:chgData name="Fei" userId="d19317889db4c986" providerId="LiveId" clId="{E87CCF37-DE99-49C7-B77F-1E4C7A3FD6FA}" dt="2022-02-16T09:14:25.391" v="3431" actId="732"/>
          <ac:picMkLst>
            <pc:docMk/>
            <pc:sldMk cId="1138114101" sldId="372"/>
            <ac:picMk id="3" creationId="{3FAFB9A9-A38B-40DD-8CFE-E9C1126703C4}"/>
          </ac:picMkLst>
        </pc:picChg>
        <pc:picChg chg="add mod">
          <ac:chgData name="Fei" userId="d19317889db4c986" providerId="LiveId" clId="{E87CCF37-DE99-49C7-B77F-1E4C7A3FD6FA}" dt="2022-02-16T09:20:15.163" v="3473"/>
          <ac:picMkLst>
            <pc:docMk/>
            <pc:sldMk cId="1138114101" sldId="372"/>
            <ac:picMk id="4" creationId="{3A5B047D-38A0-42E2-8459-7D351CCAB8D4}"/>
          </ac:picMkLst>
        </pc:picChg>
      </pc:sldChg>
      <pc:sldChg chg="addSp modSp new mod">
        <pc:chgData name="Fei" userId="d19317889db4c986" providerId="LiveId" clId="{E87CCF37-DE99-49C7-B77F-1E4C7A3FD6FA}" dt="2022-02-16T09:20:16.587" v="3474"/>
        <pc:sldMkLst>
          <pc:docMk/>
          <pc:sldMk cId="3418740384" sldId="373"/>
        </pc:sldMkLst>
        <pc:picChg chg="add">
          <ac:chgData name="Fei" userId="d19317889db4c986" providerId="LiveId" clId="{E87CCF37-DE99-49C7-B77F-1E4C7A3FD6FA}" dt="2022-02-16T09:14:49.703" v="3433" actId="22"/>
          <ac:picMkLst>
            <pc:docMk/>
            <pc:sldMk cId="3418740384" sldId="373"/>
            <ac:picMk id="3" creationId="{5E0A42B5-5E4C-4C59-8D04-E3A7E47B7CD1}"/>
          </ac:picMkLst>
        </pc:picChg>
        <pc:picChg chg="add mod">
          <ac:chgData name="Fei" userId="d19317889db4c986" providerId="LiveId" clId="{E87CCF37-DE99-49C7-B77F-1E4C7A3FD6FA}" dt="2022-02-16T09:20:16.587" v="3474"/>
          <ac:picMkLst>
            <pc:docMk/>
            <pc:sldMk cId="3418740384" sldId="373"/>
            <ac:picMk id="4" creationId="{E39A9E70-A41A-4297-9DF1-746878F568F1}"/>
          </ac:picMkLst>
        </pc:picChg>
      </pc:sldChg>
      <pc:sldChg chg="addSp modSp new mod">
        <pc:chgData name="Fei" userId="d19317889db4c986" providerId="LiveId" clId="{E87CCF37-DE99-49C7-B77F-1E4C7A3FD6FA}" dt="2022-02-16T09:20:18.393" v="3475"/>
        <pc:sldMkLst>
          <pc:docMk/>
          <pc:sldMk cId="3007288480" sldId="374"/>
        </pc:sldMkLst>
        <pc:picChg chg="add">
          <ac:chgData name="Fei" userId="d19317889db4c986" providerId="LiveId" clId="{E87CCF37-DE99-49C7-B77F-1E4C7A3FD6FA}" dt="2022-02-16T09:14:58.784" v="3435" actId="22"/>
          <ac:picMkLst>
            <pc:docMk/>
            <pc:sldMk cId="3007288480" sldId="374"/>
            <ac:picMk id="3" creationId="{30EAD257-F9ED-45B6-8BAE-4E942770D941}"/>
          </ac:picMkLst>
        </pc:picChg>
        <pc:picChg chg="add mod">
          <ac:chgData name="Fei" userId="d19317889db4c986" providerId="LiveId" clId="{E87CCF37-DE99-49C7-B77F-1E4C7A3FD6FA}" dt="2022-02-16T09:20:18.393" v="3475"/>
          <ac:picMkLst>
            <pc:docMk/>
            <pc:sldMk cId="3007288480" sldId="374"/>
            <ac:picMk id="4" creationId="{F3A64DE8-08AB-4001-A1A3-3E94C20F9D99}"/>
          </ac:picMkLst>
        </pc:picChg>
      </pc:sldChg>
      <pc:sldChg chg="new del">
        <pc:chgData name="Fei" userId="d19317889db4c986" providerId="LiveId" clId="{E87CCF37-DE99-49C7-B77F-1E4C7A3FD6FA}" dt="2022-02-16T09:15:03.345" v="3437" actId="47"/>
        <pc:sldMkLst>
          <pc:docMk/>
          <pc:sldMk cId="274288510" sldId="375"/>
        </pc:sldMkLst>
      </pc:sldChg>
      <pc:sldChg chg="addSp modSp new mod">
        <pc:chgData name="Fei" userId="d19317889db4c986" providerId="LiveId" clId="{E87CCF37-DE99-49C7-B77F-1E4C7A3FD6FA}" dt="2022-02-16T09:20:20.822" v="3476"/>
        <pc:sldMkLst>
          <pc:docMk/>
          <pc:sldMk cId="3139266100" sldId="375"/>
        </pc:sldMkLst>
        <pc:picChg chg="add">
          <ac:chgData name="Fei" userId="d19317889db4c986" providerId="LiveId" clId="{E87CCF37-DE99-49C7-B77F-1E4C7A3FD6FA}" dt="2022-02-16T09:15:13.494" v="3439" actId="22"/>
          <ac:picMkLst>
            <pc:docMk/>
            <pc:sldMk cId="3139266100" sldId="375"/>
            <ac:picMk id="3" creationId="{A3BC6200-28C9-474F-AE95-2438BD15D99E}"/>
          </ac:picMkLst>
        </pc:picChg>
        <pc:picChg chg="add mod">
          <ac:chgData name="Fei" userId="d19317889db4c986" providerId="LiveId" clId="{E87CCF37-DE99-49C7-B77F-1E4C7A3FD6FA}" dt="2022-02-16T09:20:20.822" v="3476"/>
          <ac:picMkLst>
            <pc:docMk/>
            <pc:sldMk cId="3139266100" sldId="375"/>
            <ac:picMk id="4" creationId="{D4DA2A7A-292D-46DC-970B-5E4F884C4CF3}"/>
          </ac:picMkLst>
        </pc:picChg>
      </pc:sldChg>
      <pc:sldChg chg="addSp modSp new mod">
        <pc:chgData name="Fei" userId="d19317889db4c986" providerId="LiveId" clId="{E87CCF37-DE99-49C7-B77F-1E4C7A3FD6FA}" dt="2022-02-16T09:20:55.716" v="3538" actId="1036"/>
        <pc:sldMkLst>
          <pc:docMk/>
          <pc:sldMk cId="1453297633" sldId="376"/>
        </pc:sldMkLst>
        <pc:picChg chg="add mod">
          <ac:chgData name="Fei" userId="d19317889db4c986" providerId="LiveId" clId="{E87CCF37-DE99-49C7-B77F-1E4C7A3FD6FA}" dt="2022-02-16T09:20:55.716" v="3538" actId="1036"/>
          <ac:picMkLst>
            <pc:docMk/>
            <pc:sldMk cId="1453297633" sldId="376"/>
            <ac:picMk id="3" creationId="{EA870DBD-2F57-430C-8E29-56C8BE2A5834}"/>
          </ac:picMkLst>
        </pc:picChg>
        <pc:picChg chg="add mod">
          <ac:chgData name="Fei" userId="d19317889db4c986" providerId="LiveId" clId="{E87CCF37-DE99-49C7-B77F-1E4C7A3FD6FA}" dt="2022-02-16T09:20:21.724" v="3477"/>
          <ac:picMkLst>
            <pc:docMk/>
            <pc:sldMk cId="1453297633" sldId="376"/>
            <ac:picMk id="4" creationId="{6B705901-A4BC-44B1-B2C6-E5B576C5F566}"/>
          </ac:picMkLst>
        </pc:picChg>
      </pc:sldChg>
      <pc:sldChg chg="addSp modSp new mod">
        <pc:chgData name="Fei" userId="d19317889db4c986" providerId="LiveId" clId="{E87CCF37-DE99-49C7-B77F-1E4C7A3FD6FA}" dt="2022-02-16T09:21:16.338" v="3569" actId="732"/>
        <pc:sldMkLst>
          <pc:docMk/>
          <pc:sldMk cId="50119660" sldId="377"/>
        </pc:sldMkLst>
        <pc:picChg chg="add mod modCrop">
          <ac:chgData name="Fei" userId="d19317889db4c986" providerId="LiveId" clId="{E87CCF37-DE99-49C7-B77F-1E4C7A3FD6FA}" dt="2022-02-16T09:21:16.338" v="3569" actId="732"/>
          <ac:picMkLst>
            <pc:docMk/>
            <pc:sldMk cId="50119660" sldId="377"/>
            <ac:picMk id="3" creationId="{CFFDF75F-DE18-4348-BDE7-804262A5D9CC}"/>
          </ac:picMkLst>
        </pc:picChg>
        <pc:picChg chg="add mod">
          <ac:chgData name="Fei" userId="d19317889db4c986" providerId="LiveId" clId="{E87CCF37-DE99-49C7-B77F-1E4C7A3FD6FA}" dt="2022-02-16T09:20:22.765" v="3478"/>
          <ac:picMkLst>
            <pc:docMk/>
            <pc:sldMk cId="50119660" sldId="377"/>
            <ac:picMk id="4" creationId="{2BBBD844-E3CB-4AC6-AF79-0A590C679B29}"/>
          </ac:picMkLst>
        </pc:picChg>
      </pc:sldChg>
      <pc:sldChg chg="addSp modSp new mod">
        <pc:chgData name="Fei" userId="d19317889db4c986" providerId="LiveId" clId="{E87CCF37-DE99-49C7-B77F-1E4C7A3FD6FA}" dt="2022-02-16T09:20:59.640" v="3549" actId="1036"/>
        <pc:sldMkLst>
          <pc:docMk/>
          <pc:sldMk cId="1738306927" sldId="378"/>
        </pc:sldMkLst>
        <pc:picChg chg="add mod">
          <ac:chgData name="Fei" userId="d19317889db4c986" providerId="LiveId" clId="{E87CCF37-DE99-49C7-B77F-1E4C7A3FD6FA}" dt="2022-02-16T09:20:59.640" v="3549" actId="1036"/>
          <ac:picMkLst>
            <pc:docMk/>
            <pc:sldMk cId="1738306927" sldId="378"/>
            <ac:picMk id="3" creationId="{94198EA1-51DD-42E9-A2D3-5C52F8B4323C}"/>
          </ac:picMkLst>
        </pc:picChg>
        <pc:picChg chg="add mod">
          <ac:chgData name="Fei" userId="d19317889db4c986" providerId="LiveId" clId="{E87CCF37-DE99-49C7-B77F-1E4C7A3FD6FA}" dt="2022-02-16T09:20:24.437" v="3479"/>
          <ac:picMkLst>
            <pc:docMk/>
            <pc:sldMk cId="1738306927" sldId="378"/>
            <ac:picMk id="4" creationId="{7A202ED5-34E9-41FA-8E47-6A3458947377}"/>
          </ac:picMkLst>
        </pc:picChg>
      </pc:sldChg>
      <pc:sldChg chg="addSp modSp new mod">
        <pc:chgData name="Fei" userId="d19317889db4c986" providerId="LiveId" clId="{E87CCF37-DE99-49C7-B77F-1E4C7A3FD6FA}" dt="2022-02-16T09:21:02.381" v="3567" actId="1036"/>
        <pc:sldMkLst>
          <pc:docMk/>
          <pc:sldMk cId="525206687" sldId="379"/>
        </pc:sldMkLst>
        <pc:picChg chg="add mod">
          <ac:chgData name="Fei" userId="d19317889db4c986" providerId="LiveId" clId="{E87CCF37-DE99-49C7-B77F-1E4C7A3FD6FA}" dt="2022-02-16T09:21:02.381" v="3567" actId="1036"/>
          <ac:picMkLst>
            <pc:docMk/>
            <pc:sldMk cId="525206687" sldId="379"/>
            <ac:picMk id="3" creationId="{BA7031AD-5933-4132-9346-4483C029C04F}"/>
          </ac:picMkLst>
        </pc:picChg>
        <pc:picChg chg="add mod">
          <ac:chgData name="Fei" userId="d19317889db4c986" providerId="LiveId" clId="{E87CCF37-DE99-49C7-B77F-1E4C7A3FD6FA}" dt="2022-02-16T09:20:25.537" v="3480"/>
          <ac:picMkLst>
            <pc:docMk/>
            <pc:sldMk cId="525206687" sldId="379"/>
            <ac:picMk id="4" creationId="{95B58061-735E-4C0E-93A9-BBC07F15718F}"/>
          </ac:picMkLst>
        </pc:picChg>
      </pc:sldChg>
      <pc:sldChg chg="addSp modSp new mod">
        <pc:chgData name="Fei" userId="d19317889db4c986" providerId="LiveId" clId="{E87CCF37-DE99-49C7-B77F-1E4C7A3FD6FA}" dt="2022-02-16T09:24:21.242" v="3609" actId="1076"/>
        <pc:sldMkLst>
          <pc:docMk/>
          <pc:sldMk cId="2252357123" sldId="380"/>
        </pc:sldMkLst>
        <pc:picChg chg="add mod">
          <ac:chgData name="Fei" userId="d19317889db4c986" providerId="LiveId" clId="{E87CCF37-DE99-49C7-B77F-1E4C7A3FD6FA}" dt="2022-02-16T09:24:21.242" v="3609" actId="1076"/>
          <ac:picMkLst>
            <pc:docMk/>
            <pc:sldMk cId="2252357123" sldId="380"/>
            <ac:picMk id="3" creationId="{C81E3126-A53D-4D19-9201-EE333BD01150}"/>
          </ac:picMkLst>
        </pc:picChg>
        <pc:picChg chg="add mod">
          <ac:chgData name="Fei" userId="d19317889db4c986" providerId="LiveId" clId="{E87CCF37-DE99-49C7-B77F-1E4C7A3FD6FA}" dt="2022-02-16T09:23:57.975" v="3580"/>
          <ac:picMkLst>
            <pc:docMk/>
            <pc:sldMk cId="2252357123" sldId="380"/>
            <ac:picMk id="4" creationId="{3148A13C-F231-4AB5-87F5-B9DECE9971AA}"/>
          </ac:picMkLst>
        </pc:picChg>
      </pc:sldChg>
      <pc:sldChg chg="addSp modSp new mod">
        <pc:chgData name="Fei" userId="d19317889db4c986" providerId="LiveId" clId="{E87CCF37-DE99-49C7-B77F-1E4C7A3FD6FA}" dt="2022-02-16T09:23:58.953" v="3581"/>
        <pc:sldMkLst>
          <pc:docMk/>
          <pc:sldMk cId="3348470719" sldId="381"/>
        </pc:sldMkLst>
        <pc:picChg chg="add">
          <ac:chgData name="Fei" userId="d19317889db4c986" providerId="LiveId" clId="{E87CCF37-DE99-49C7-B77F-1E4C7A3FD6FA}" dt="2022-02-16T09:23:18.311" v="3573" actId="22"/>
          <ac:picMkLst>
            <pc:docMk/>
            <pc:sldMk cId="3348470719" sldId="381"/>
            <ac:picMk id="3" creationId="{F90A9E56-4DB8-4F11-BF7D-599359C4C2EB}"/>
          </ac:picMkLst>
        </pc:picChg>
        <pc:picChg chg="add mod">
          <ac:chgData name="Fei" userId="d19317889db4c986" providerId="LiveId" clId="{E87CCF37-DE99-49C7-B77F-1E4C7A3FD6FA}" dt="2022-02-16T09:23:58.953" v="3581"/>
          <ac:picMkLst>
            <pc:docMk/>
            <pc:sldMk cId="3348470719" sldId="381"/>
            <ac:picMk id="4" creationId="{63F6C644-07C2-423A-9481-2617B5E2A45C}"/>
          </ac:picMkLst>
        </pc:picChg>
      </pc:sldChg>
      <pc:sldChg chg="addSp modSp new mod">
        <pc:chgData name="Fei" userId="d19317889db4c986" providerId="LiveId" clId="{E87CCF37-DE99-49C7-B77F-1E4C7A3FD6FA}" dt="2022-02-16T09:24:16.526" v="3608" actId="1076"/>
        <pc:sldMkLst>
          <pc:docMk/>
          <pc:sldMk cId="3713029676" sldId="382"/>
        </pc:sldMkLst>
        <pc:picChg chg="add mod">
          <ac:chgData name="Fei" userId="d19317889db4c986" providerId="LiveId" clId="{E87CCF37-DE99-49C7-B77F-1E4C7A3FD6FA}" dt="2022-02-16T09:24:16.526" v="3608" actId="1076"/>
          <ac:picMkLst>
            <pc:docMk/>
            <pc:sldMk cId="3713029676" sldId="382"/>
            <ac:picMk id="3" creationId="{13804B12-1902-4F38-BD0C-3AA028C1A335}"/>
          </ac:picMkLst>
        </pc:picChg>
        <pc:picChg chg="add mod">
          <ac:chgData name="Fei" userId="d19317889db4c986" providerId="LiveId" clId="{E87CCF37-DE99-49C7-B77F-1E4C7A3FD6FA}" dt="2022-02-16T09:24:00.236" v="3582"/>
          <ac:picMkLst>
            <pc:docMk/>
            <pc:sldMk cId="3713029676" sldId="382"/>
            <ac:picMk id="4" creationId="{6657FF30-F4D4-4AEF-BA0D-A81841D69098}"/>
          </ac:picMkLst>
        </pc:picChg>
      </pc:sldChg>
      <pc:sldChg chg="addSp modSp new mod">
        <pc:chgData name="Fei" userId="d19317889db4c986" providerId="LiveId" clId="{E87CCF37-DE99-49C7-B77F-1E4C7A3FD6FA}" dt="2022-02-16T09:24:13.540" v="3607" actId="1076"/>
        <pc:sldMkLst>
          <pc:docMk/>
          <pc:sldMk cId="2745007930" sldId="383"/>
        </pc:sldMkLst>
        <pc:picChg chg="add mod">
          <ac:chgData name="Fei" userId="d19317889db4c986" providerId="LiveId" clId="{E87CCF37-DE99-49C7-B77F-1E4C7A3FD6FA}" dt="2022-02-16T09:24:13.540" v="3607" actId="1076"/>
          <ac:picMkLst>
            <pc:docMk/>
            <pc:sldMk cId="2745007930" sldId="383"/>
            <ac:picMk id="3" creationId="{0DE83779-255D-4670-8A22-B301AC43D8BC}"/>
          </ac:picMkLst>
        </pc:picChg>
        <pc:picChg chg="add mod">
          <ac:chgData name="Fei" userId="d19317889db4c986" providerId="LiveId" clId="{E87CCF37-DE99-49C7-B77F-1E4C7A3FD6FA}" dt="2022-02-16T09:24:01.537" v="3583"/>
          <ac:picMkLst>
            <pc:docMk/>
            <pc:sldMk cId="2745007930" sldId="383"/>
            <ac:picMk id="4" creationId="{D4F12FC4-CED0-4F9D-A10A-5EFB9D9912EC}"/>
          </ac:picMkLst>
        </pc:picChg>
      </pc:sldChg>
      <pc:sldChg chg="new del">
        <pc:chgData name="Fei" userId="d19317889db4c986" providerId="LiveId" clId="{E87CCF37-DE99-49C7-B77F-1E4C7A3FD6FA}" dt="2022-02-16T09:23:46.858" v="3579" actId="47"/>
        <pc:sldMkLst>
          <pc:docMk/>
          <pc:sldMk cId="610523855" sldId="384"/>
        </pc:sldMkLst>
      </pc:sldChg>
      <pc:sldMasterChg chg="modSp delSldLayout modSldLayout">
        <pc:chgData name="Fei" userId="d19317889db4c986" providerId="LiveId" clId="{E87CCF37-DE99-49C7-B77F-1E4C7A3FD6FA}" dt="2022-02-16T02:49:34.017" v="263"/>
        <pc:sldMasterMkLst>
          <pc:docMk/>
          <pc:sldMasterMk cId="0" sldId="2147483648"/>
        </pc:sldMasterMkLst>
        <pc:spChg chg="mod">
          <ac:chgData name="Fei" userId="d19317889db4c986" providerId="LiveId" clId="{E87CCF37-DE99-49C7-B77F-1E4C7A3FD6FA}" dt="2022-02-16T02:49:34.017" v="263"/>
          <ac:spMkLst>
            <pc:docMk/>
            <pc:sldMasterMk cId="0" sldId="2147483648"/>
            <ac:spMk id="2" creationId="{00000000-0000-0000-0000-000000000000}"/>
          </ac:spMkLst>
        </pc:spChg>
        <pc:spChg chg="mod">
          <ac:chgData name="Fei" userId="d19317889db4c986" providerId="LiveId" clId="{E87CCF37-DE99-49C7-B77F-1E4C7A3FD6FA}" dt="2022-02-16T02:49:34.017" v="263"/>
          <ac:spMkLst>
            <pc:docMk/>
            <pc:sldMasterMk cId="0" sldId="2147483648"/>
            <ac:spMk id="3" creationId="{00000000-0000-0000-0000-000000000000}"/>
          </ac:spMkLst>
        </pc:spChg>
        <pc:spChg chg="mod">
          <ac:chgData name="Fei" userId="d19317889db4c986" providerId="LiveId" clId="{E87CCF37-DE99-49C7-B77F-1E4C7A3FD6FA}" dt="2022-02-16T02:49:34.017" v="263"/>
          <ac:spMkLst>
            <pc:docMk/>
            <pc:sldMasterMk cId="0" sldId="2147483648"/>
            <ac:spMk id="4" creationId="{00000000-0000-0000-0000-000000000000}"/>
          </ac:spMkLst>
        </pc:spChg>
        <pc:spChg chg="mod">
          <ac:chgData name="Fei" userId="d19317889db4c986" providerId="LiveId" clId="{E87CCF37-DE99-49C7-B77F-1E4C7A3FD6FA}" dt="2022-02-16T02:49:34.017" v="263"/>
          <ac:spMkLst>
            <pc:docMk/>
            <pc:sldMasterMk cId="0" sldId="2147483648"/>
            <ac:spMk id="5" creationId="{00000000-0000-0000-0000-000000000000}"/>
          </ac:spMkLst>
        </pc:spChg>
        <pc:spChg chg="mod">
          <ac:chgData name="Fei" userId="d19317889db4c986" providerId="LiveId" clId="{E87CCF37-DE99-49C7-B77F-1E4C7A3FD6FA}" dt="2022-02-16T02:49:34.017" v="263"/>
          <ac:spMkLst>
            <pc:docMk/>
            <pc:sldMasterMk cId="0" sldId="2147483648"/>
            <ac:spMk id="6" creationId="{00000000-0000-0000-0000-000000000000}"/>
          </ac:spMkLst>
        </pc:spChg>
        <pc:picChg chg="mod">
          <ac:chgData name="Fei" userId="d19317889db4c986" providerId="LiveId" clId="{E87CCF37-DE99-49C7-B77F-1E4C7A3FD6FA}" dt="2022-02-16T02:49:34.017" v="263"/>
          <ac:picMkLst>
            <pc:docMk/>
            <pc:sldMasterMk cId="0" sldId="2147483648"/>
            <ac:picMk id="7" creationId="{00000000-0000-0000-0000-000000000000}"/>
          </ac:picMkLst>
        </pc:picChg>
        <pc:sldLayoutChg chg="modSp">
          <pc:chgData name="Fei" userId="d19317889db4c986" providerId="LiveId" clId="{E87CCF37-DE99-49C7-B77F-1E4C7A3FD6FA}" dt="2022-02-16T02:49:34.017" v="263"/>
          <pc:sldLayoutMkLst>
            <pc:docMk/>
            <pc:sldMasterMk cId="0" sldId="2147483648"/>
            <pc:sldLayoutMk cId="0" sldId="2147483649"/>
          </pc:sldLayoutMkLst>
          <pc:spChg chg="mod">
            <ac:chgData name="Fei" userId="d19317889db4c986" providerId="LiveId" clId="{E87CCF37-DE99-49C7-B77F-1E4C7A3FD6FA}" dt="2022-02-16T02:49:34.017" v="263"/>
            <ac:spMkLst>
              <pc:docMk/>
              <pc:sldMasterMk cId="0" sldId="2147483648"/>
              <pc:sldLayoutMk cId="0" sldId="2147483649"/>
              <ac:spMk id="2"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49"/>
              <ac:spMk id="3" creationId="{00000000-0000-0000-0000-000000000000}"/>
            </ac:spMkLst>
          </pc:spChg>
        </pc:sldLayoutChg>
        <pc:sldLayoutChg chg="modSp">
          <pc:chgData name="Fei" userId="d19317889db4c986" providerId="LiveId" clId="{E87CCF37-DE99-49C7-B77F-1E4C7A3FD6FA}" dt="2022-02-16T02:49:34.017" v="263"/>
          <pc:sldLayoutMkLst>
            <pc:docMk/>
            <pc:sldMasterMk cId="0" sldId="2147483648"/>
            <pc:sldLayoutMk cId="0" sldId="2147483651"/>
          </pc:sldLayoutMkLst>
          <pc:spChg chg="mod">
            <ac:chgData name="Fei" userId="d19317889db4c986" providerId="LiveId" clId="{E87CCF37-DE99-49C7-B77F-1E4C7A3FD6FA}" dt="2022-02-16T02:49:34.017" v="263"/>
            <ac:spMkLst>
              <pc:docMk/>
              <pc:sldMasterMk cId="0" sldId="2147483648"/>
              <pc:sldLayoutMk cId="0" sldId="2147483651"/>
              <ac:spMk id="2"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1"/>
              <ac:spMk id="3" creationId="{00000000-0000-0000-0000-000000000000}"/>
            </ac:spMkLst>
          </pc:spChg>
        </pc:sldLayoutChg>
        <pc:sldLayoutChg chg="modSp">
          <pc:chgData name="Fei" userId="d19317889db4c986" providerId="LiveId" clId="{E87CCF37-DE99-49C7-B77F-1E4C7A3FD6FA}" dt="2022-02-16T02:49:34.017" v="263"/>
          <pc:sldLayoutMkLst>
            <pc:docMk/>
            <pc:sldMasterMk cId="0" sldId="2147483648"/>
            <pc:sldLayoutMk cId="0" sldId="2147483652"/>
          </pc:sldLayoutMkLst>
          <pc:spChg chg="mod">
            <ac:chgData name="Fei" userId="d19317889db4c986" providerId="LiveId" clId="{E87CCF37-DE99-49C7-B77F-1E4C7A3FD6FA}" dt="2022-02-16T02:49:34.017" v="263"/>
            <ac:spMkLst>
              <pc:docMk/>
              <pc:sldMasterMk cId="0" sldId="2147483648"/>
              <pc:sldLayoutMk cId="0" sldId="2147483652"/>
              <ac:spMk id="3"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2"/>
              <ac:spMk id="4" creationId="{00000000-0000-0000-0000-000000000000}"/>
            </ac:spMkLst>
          </pc:spChg>
        </pc:sldLayoutChg>
        <pc:sldLayoutChg chg="modSp">
          <pc:chgData name="Fei" userId="d19317889db4c986" providerId="LiveId" clId="{E87CCF37-DE99-49C7-B77F-1E4C7A3FD6FA}" dt="2022-02-16T02:49:34.017" v="263"/>
          <pc:sldLayoutMkLst>
            <pc:docMk/>
            <pc:sldMasterMk cId="0" sldId="2147483648"/>
            <pc:sldLayoutMk cId="0" sldId="2147483653"/>
          </pc:sldLayoutMkLst>
          <pc:spChg chg="mod">
            <ac:chgData name="Fei" userId="d19317889db4c986" providerId="LiveId" clId="{E87CCF37-DE99-49C7-B77F-1E4C7A3FD6FA}" dt="2022-02-16T02:49:34.017" v="263"/>
            <ac:spMkLst>
              <pc:docMk/>
              <pc:sldMasterMk cId="0" sldId="2147483648"/>
              <pc:sldLayoutMk cId="0" sldId="2147483653"/>
              <ac:spMk id="2"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3"/>
              <ac:spMk id="3"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3"/>
              <ac:spMk id="4"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3"/>
              <ac:spMk id="5"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3"/>
              <ac:spMk id="6" creationId="{00000000-0000-0000-0000-000000000000}"/>
            </ac:spMkLst>
          </pc:spChg>
        </pc:sldLayoutChg>
        <pc:sldLayoutChg chg="modSp">
          <pc:chgData name="Fei" userId="d19317889db4c986" providerId="LiveId" clId="{E87CCF37-DE99-49C7-B77F-1E4C7A3FD6FA}" dt="2022-02-16T02:49:34.017" v="263"/>
          <pc:sldLayoutMkLst>
            <pc:docMk/>
            <pc:sldMasterMk cId="0" sldId="2147483648"/>
            <pc:sldLayoutMk cId="0" sldId="2147483656"/>
          </pc:sldLayoutMkLst>
          <pc:spChg chg="mod">
            <ac:chgData name="Fei" userId="d19317889db4c986" providerId="LiveId" clId="{E87CCF37-DE99-49C7-B77F-1E4C7A3FD6FA}" dt="2022-02-16T02:49:34.017" v="263"/>
            <ac:spMkLst>
              <pc:docMk/>
              <pc:sldMasterMk cId="0" sldId="2147483648"/>
              <pc:sldLayoutMk cId="0" sldId="2147483656"/>
              <ac:spMk id="2"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6"/>
              <ac:spMk id="3"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6"/>
              <ac:spMk id="4" creationId="{00000000-0000-0000-0000-000000000000}"/>
            </ac:spMkLst>
          </pc:spChg>
        </pc:sldLayoutChg>
        <pc:sldLayoutChg chg="modSp">
          <pc:chgData name="Fei" userId="d19317889db4c986" providerId="LiveId" clId="{E87CCF37-DE99-49C7-B77F-1E4C7A3FD6FA}" dt="2022-02-16T02:49:34.017" v="263"/>
          <pc:sldLayoutMkLst>
            <pc:docMk/>
            <pc:sldMasterMk cId="0" sldId="2147483648"/>
            <pc:sldLayoutMk cId="0" sldId="2147483657"/>
          </pc:sldLayoutMkLst>
          <pc:spChg chg="mod">
            <ac:chgData name="Fei" userId="d19317889db4c986" providerId="LiveId" clId="{E87CCF37-DE99-49C7-B77F-1E4C7A3FD6FA}" dt="2022-02-16T02:49:34.017" v="263"/>
            <ac:spMkLst>
              <pc:docMk/>
              <pc:sldMasterMk cId="0" sldId="2147483648"/>
              <pc:sldLayoutMk cId="0" sldId="2147483657"/>
              <ac:spMk id="2"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7"/>
              <ac:spMk id="3"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7"/>
              <ac:spMk id="4" creationId="{00000000-0000-0000-0000-000000000000}"/>
            </ac:spMkLst>
          </pc:spChg>
        </pc:sldLayoutChg>
        <pc:sldLayoutChg chg="modSp">
          <pc:chgData name="Fei" userId="d19317889db4c986" providerId="LiveId" clId="{E87CCF37-DE99-49C7-B77F-1E4C7A3FD6FA}" dt="2022-02-16T02:49:34.017" v="263"/>
          <pc:sldLayoutMkLst>
            <pc:docMk/>
            <pc:sldMasterMk cId="0" sldId="2147483648"/>
            <pc:sldLayoutMk cId="0" sldId="2147483659"/>
          </pc:sldLayoutMkLst>
          <pc:spChg chg="mod">
            <ac:chgData name="Fei" userId="d19317889db4c986" providerId="LiveId" clId="{E87CCF37-DE99-49C7-B77F-1E4C7A3FD6FA}" dt="2022-02-16T02:49:34.017" v="263"/>
            <ac:spMkLst>
              <pc:docMk/>
              <pc:sldMasterMk cId="0" sldId="2147483648"/>
              <pc:sldLayoutMk cId="0" sldId="2147483659"/>
              <ac:spMk id="2" creationId="{00000000-0000-0000-0000-000000000000}"/>
            </ac:spMkLst>
          </pc:spChg>
          <pc:spChg chg="mod">
            <ac:chgData name="Fei" userId="d19317889db4c986" providerId="LiveId" clId="{E87CCF37-DE99-49C7-B77F-1E4C7A3FD6FA}" dt="2022-02-16T02:49:34.017" v="263"/>
            <ac:spMkLst>
              <pc:docMk/>
              <pc:sldMasterMk cId="0" sldId="2147483648"/>
              <pc:sldLayoutMk cId="0" sldId="2147483659"/>
              <ac:spMk id="3" creationId="{00000000-0000-0000-0000-000000000000}"/>
            </ac:spMkLst>
          </pc:spChg>
        </pc:sldLayoutChg>
        <pc:sldLayoutChg chg="del">
          <pc:chgData name="Fei" userId="d19317889db4c986" providerId="LiveId" clId="{E87CCF37-DE99-49C7-B77F-1E4C7A3FD6FA}" dt="2022-02-15T10:55:22.721" v="0" actId="47"/>
          <pc:sldLayoutMkLst>
            <pc:docMk/>
            <pc:sldMasterMk cId="0" sldId="2147483648"/>
            <pc:sldLayoutMk cId="0" sldId="2147483662"/>
          </pc:sldLayoutMkLst>
        </pc:sldLayoutChg>
        <pc:sldLayoutChg chg="del">
          <pc:chgData name="Fei" userId="d19317889db4c986" providerId="LiveId" clId="{E87CCF37-DE99-49C7-B77F-1E4C7A3FD6FA}" dt="2022-02-15T10:55:22.721" v="0" actId="47"/>
          <pc:sldLayoutMkLst>
            <pc:docMk/>
            <pc:sldMasterMk cId="0" sldId="2147483648"/>
            <pc:sldLayoutMk cId="0" sldId="2147483663"/>
          </pc:sldLayoutMkLst>
        </pc:sldLayoutChg>
      </pc:sldMasterChg>
      <pc:sldMasterChg chg="addSp modTransition setBg modSldLayout">
        <pc:chgData name="Fei" userId="d19317889db4c986" providerId="LiveId" clId="{E87CCF37-DE99-49C7-B77F-1E4C7A3FD6FA}" dt="2022-02-16T03:25:35.756" v="936"/>
        <pc:sldMasterMkLst>
          <pc:docMk/>
          <pc:sldMasterMk cId="764794170" sldId="2147483662"/>
        </pc:sldMasterMkLst>
        <pc:picChg chg="add">
          <ac:chgData name="Fei" userId="d19317889db4c986" providerId="LiveId" clId="{E87CCF37-DE99-49C7-B77F-1E4C7A3FD6FA}" dt="2022-02-16T02:49:34.017" v="263"/>
          <ac:picMkLst>
            <pc:docMk/>
            <pc:sldMasterMk cId="764794170" sldId="2147483662"/>
            <ac:picMk id="7" creationId="{9B6BAFAD-A2B8-4313-A4B9-04C4A136A2E2}"/>
          </ac:picMkLst>
        </pc:picChg>
        <pc:sldLayoutChg chg="modTransition">
          <pc:chgData name="Fei" userId="d19317889db4c986" providerId="LiveId" clId="{E87CCF37-DE99-49C7-B77F-1E4C7A3FD6FA}" dt="2022-02-16T02:49:34.017" v="263"/>
          <pc:sldLayoutMkLst>
            <pc:docMk/>
            <pc:sldMasterMk cId="764794170" sldId="2147483662"/>
            <pc:sldLayoutMk cId="4232059321" sldId="2147483663"/>
          </pc:sldLayoutMkLst>
        </pc:sldLayoutChg>
        <pc:sldLayoutChg chg="modTransition">
          <pc:chgData name="Fei" userId="d19317889db4c986" providerId="LiveId" clId="{E87CCF37-DE99-49C7-B77F-1E4C7A3FD6FA}" dt="2022-02-16T02:49:34.017" v="263"/>
          <pc:sldLayoutMkLst>
            <pc:docMk/>
            <pc:sldMasterMk cId="764794170" sldId="2147483662"/>
            <pc:sldLayoutMk cId="1368769018" sldId="2147483664"/>
          </pc:sldLayoutMkLst>
        </pc:sldLayoutChg>
        <pc:sldLayoutChg chg="modTransition">
          <pc:chgData name="Fei" userId="d19317889db4c986" providerId="LiveId" clId="{E87CCF37-DE99-49C7-B77F-1E4C7A3FD6FA}" dt="2022-02-16T02:49:34.017" v="263"/>
          <pc:sldLayoutMkLst>
            <pc:docMk/>
            <pc:sldMasterMk cId="764794170" sldId="2147483662"/>
            <pc:sldLayoutMk cId="1485063140" sldId="2147483665"/>
          </pc:sldLayoutMkLst>
        </pc:sldLayoutChg>
        <pc:sldLayoutChg chg="modTransition">
          <pc:chgData name="Fei" userId="d19317889db4c986" providerId="LiveId" clId="{E87CCF37-DE99-49C7-B77F-1E4C7A3FD6FA}" dt="2022-02-16T02:49:34.017" v="263"/>
          <pc:sldLayoutMkLst>
            <pc:docMk/>
            <pc:sldMasterMk cId="764794170" sldId="2147483662"/>
            <pc:sldLayoutMk cId="1107017698" sldId="2147483666"/>
          </pc:sldLayoutMkLst>
        </pc:sldLayoutChg>
        <pc:sldLayoutChg chg="modTransition">
          <pc:chgData name="Fei" userId="d19317889db4c986" providerId="LiveId" clId="{E87CCF37-DE99-49C7-B77F-1E4C7A3FD6FA}" dt="2022-02-16T02:49:34.017" v="263"/>
          <pc:sldLayoutMkLst>
            <pc:docMk/>
            <pc:sldMasterMk cId="764794170" sldId="2147483662"/>
            <pc:sldLayoutMk cId="4102005667" sldId="2147483667"/>
          </pc:sldLayoutMkLst>
        </pc:sldLayoutChg>
        <pc:sldLayoutChg chg="modTransition">
          <pc:chgData name="Fei" userId="d19317889db4c986" providerId="LiveId" clId="{E87CCF37-DE99-49C7-B77F-1E4C7A3FD6FA}" dt="2022-02-16T02:49:34.017" v="263"/>
          <pc:sldLayoutMkLst>
            <pc:docMk/>
            <pc:sldMasterMk cId="764794170" sldId="2147483662"/>
            <pc:sldLayoutMk cId="3262760707" sldId="2147483668"/>
          </pc:sldLayoutMkLst>
        </pc:sldLayoutChg>
        <pc:sldLayoutChg chg="modTransition">
          <pc:chgData name="Fei" userId="d19317889db4c986" providerId="LiveId" clId="{E87CCF37-DE99-49C7-B77F-1E4C7A3FD6FA}" dt="2022-02-16T02:49:34.017" v="263"/>
          <pc:sldLayoutMkLst>
            <pc:docMk/>
            <pc:sldMasterMk cId="764794170" sldId="2147483662"/>
            <pc:sldLayoutMk cId="2147947450" sldId="2147483669"/>
          </pc:sldLayoutMkLst>
        </pc:sldLayoutChg>
        <pc:sldLayoutChg chg="modTransition">
          <pc:chgData name="Fei" userId="d19317889db4c986" providerId="LiveId" clId="{E87CCF37-DE99-49C7-B77F-1E4C7A3FD6FA}" dt="2022-02-16T02:49:34.017" v="263"/>
          <pc:sldLayoutMkLst>
            <pc:docMk/>
            <pc:sldMasterMk cId="764794170" sldId="2147483662"/>
            <pc:sldLayoutMk cId="2974649443" sldId="2147483670"/>
          </pc:sldLayoutMkLst>
        </pc:sldLayoutChg>
        <pc:sldLayoutChg chg="modTransition">
          <pc:chgData name="Fei" userId="d19317889db4c986" providerId="LiveId" clId="{E87CCF37-DE99-49C7-B77F-1E4C7A3FD6FA}" dt="2022-02-16T02:49:34.017" v="263"/>
          <pc:sldLayoutMkLst>
            <pc:docMk/>
            <pc:sldMasterMk cId="764794170" sldId="2147483662"/>
            <pc:sldLayoutMk cId="3201950614" sldId="2147483671"/>
          </pc:sldLayoutMkLst>
        </pc:sldLayoutChg>
        <pc:sldLayoutChg chg="modTransition">
          <pc:chgData name="Fei" userId="d19317889db4c986" providerId="LiveId" clId="{E87CCF37-DE99-49C7-B77F-1E4C7A3FD6FA}" dt="2022-02-16T02:49:34.017" v="263"/>
          <pc:sldLayoutMkLst>
            <pc:docMk/>
            <pc:sldMasterMk cId="764794170" sldId="2147483662"/>
            <pc:sldLayoutMk cId="469028198" sldId="2147483672"/>
          </pc:sldLayoutMkLst>
        </pc:sldLayoutChg>
        <pc:sldLayoutChg chg="modTransition">
          <pc:chgData name="Fei" userId="d19317889db4c986" providerId="LiveId" clId="{E87CCF37-DE99-49C7-B77F-1E4C7A3FD6FA}" dt="2022-02-16T02:49:34.017" v="263"/>
          <pc:sldLayoutMkLst>
            <pc:docMk/>
            <pc:sldMasterMk cId="764794170" sldId="2147483662"/>
            <pc:sldLayoutMk cId="2353215307" sldId="2147483673"/>
          </pc:sldLayoutMkLst>
        </pc:sldLayoutChg>
      </pc:sldMasterChg>
    </pc:docChg>
  </pc:docChgLst>
  <pc:docChgLst>
    <pc:chgData name="Zheng Fei" userId="d19317889db4c986" providerId="LiveId" clId="{AF5590DC-626C-6343-85D9-C6F866F48CD6}"/>
    <pc:docChg chg="delSld">
      <pc:chgData name="Zheng Fei" userId="d19317889db4c986" providerId="LiveId" clId="{AF5590DC-626C-6343-85D9-C6F866F48CD6}" dt="2022-02-24T02:55:23.130" v="0" actId="2696"/>
      <pc:docMkLst>
        <pc:docMk/>
      </pc:docMkLst>
      <pc:sldChg chg="del">
        <pc:chgData name="Zheng Fei" userId="d19317889db4c986" providerId="LiveId" clId="{AF5590DC-626C-6343-85D9-C6F866F48CD6}" dt="2022-02-24T02:55:23.130" v="0" actId="2696"/>
        <pc:sldMkLst>
          <pc:docMk/>
          <pc:sldMk cId="3952504978" sldId="349"/>
        </pc:sldMkLst>
      </pc:sldChg>
      <pc:sldChg chg="del">
        <pc:chgData name="Zheng Fei" userId="d19317889db4c986" providerId="LiveId" clId="{AF5590DC-626C-6343-85D9-C6F866F48CD6}" dt="2022-02-24T02:55:23.130" v="0" actId="2696"/>
        <pc:sldMkLst>
          <pc:docMk/>
          <pc:sldMk cId="2252357123" sldId="380"/>
        </pc:sldMkLst>
      </pc:sldChg>
      <pc:sldChg chg="del">
        <pc:chgData name="Zheng Fei" userId="d19317889db4c986" providerId="LiveId" clId="{AF5590DC-626C-6343-85D9-C6F866F48CD6}" dt="2022-02-24T02:55:23.130" v="0" actId="2696"/>
        <pc:sldMkLst>
          <pc:docMk/>
          <pc:sldMk cId="3713029676" sldId="382"/>
        </pc:sldMkLst>
      </pc:sldChg>
      <pc:sldChg chg="del">
        <pc:chgData name="Zheng Fei" userId="d19317889db4c986" providerId="LiveId" clId="{AF5590DC-626C-6343-85D9-C6F866F48CD6}" dt="2022-02-24T02:55:23.130" v="0" actId="2696"/>
        <pc:sldMkLst>
          <pc:docMk/>
          <pc:sldMk cId="2745007930" sldId="383"/>
        </pc:sldMkLst>
      </pc:sldChg>
      <pc:sldChg chg="del">
        <pc:chgData name="Zheng Fei" userId="d19317889db4c986" providerId="LiveId" clId="{AF5590DC-626C-6343-85D9-C6F866F48CD6}" dt="2022-02-24T02:55:23.130" v="0" actId="2696"/>
        <pc:sldMkLst>
          <pc:docMk/>
          <pc:sldMk cId="2902439285" sldId="389"/>
        </pc:sldMkLst>
      </pc:sldChg>
      <pc:sldChg chg="del">
        <pc:chgData name="Zheng Fei" userId="d19317889db4c986" providerId="LiveId" clId="{AF5590DC-626C-6343-85D9-C6F866F48CD6}" dt="2022-02-24T02:55:23.130" v="0" actId="2696"/>
        <pc:sldMkLst>
          <pc:docMk/>
          <pc:sldMk cId="1431905263" sldId="391"/>
        </pc:sldMkLst>
      </pc:sldChg>
      <pc:sldChg chg="del">
        <pc:chgData name="Zheng Fei" userId="d19317889db4c986" providerId="LiveId" clId="{AF5590DC-626C-6343-85D9-C6F866F48CD6}" dt="2022-02-24T02:55:23.130" v="0" actId="2696"/>
        <pc:sldMkLst>
          <pc:docMk/>
          <pc:sldMk cId="3932442242" sldId="392"/>
        </pc:sldMkLst>
      </pc:sldChg>
      <pc:sldChg chg="del">
        <pc:chgData name="Zheng Fei" userId="d19317889db4c986" providerId="LiveId" clId="{AF5590DC-626C-6343-85D9-C6F866F48CD6}" dt="2022-02-24T02:55:23.130" v="0" actId="2696"/>
        <pc:sldMkLst>
          <pc:docMk/>
          <pc:sldMk cId="649363187" sldId="393"/>
        </pc:sldMkLst>
      </pc:sldChg>
      <pc:sldChg chg="del">
        <pc:chgData name="Zheng Fei" userId="d19317889db4c986" providerId="LiveId" clId="{AF5590DC-626C-6343-85D9-C6F866F48CD6}" dt="2022-02-24T02:55:23.130" v="0" actId="2696"/>
        <pc:sldMkLst>
          <pc:docMk/>
          <pc:sldMk cId="458097628" sldId="395"/>
        </pc:sldMkLst>
      </pc:sldChg>
      <pc:sldChg chg="del">
        <pc:chgData name="Zheng Fei" userId="d19317889db4c986" providerId="LiveId" clId="{AF5590DC-626C-6343-85D9-C6F866F48CD6}" dt="2022-02-24T02:55:23.130" v="0" actId="2696"/>
        <pc:sldMkLst>
          <pc:docMk/>
          <pc:sldMk cId="2324191358" sldId="398"/>
        </pc:sldMkLst>
      </pc:sldChg>
      <pc:sldChg chg="del">
        <pc:chgData name="Zheng Fei" userId="d19317889db4c986" providerId="LiveId" clId="{AF5590DC-626C-6343-85D9-C6F866F48CD6}" dt="2022-02-24T02:55:23.130" v="0" actId="2696"/>
        <pc:sldMkLst>
          <pc:docMk/>
          <pc:sldMk cId="968340686" sldId="400"/>
        </pc:sldMkLst>
      </pc:sldChg>
      <pc:sldChg chg="del">
        <pc:chgData name="Zheng Fei" userId="d19317889db4c986" providerId="LiveId" clId="{AF5590DC-626C-6343-85D9-C6F866F48CD6}" dt="2022-02-24T02:55:23.130" v="0" actId="2696"/>
        <pc:sldMkLst>
          <pc:docMk/>
          <pc:sldMk cId="3137213224" sldId="402"/>
        </pc:sldMkLst>
      </pc:sldChg>
      <pc:sldChg chg="del">
        <pc:chgData name="Zheng Fei" userId="d19317889db4c986" providerId="LiveId" clId="{AF5590DC-626C-6343-85D9-C6F866F48CD6}" dt="2022-02-24T02:55:23.130" v="0" actId="2696"/>
        <pc:sldMkLst>
          <pc:docMk/>
          <pc:sldMk cId="2259089914" sldId="403"/>
        </pc:sldMkLst>
      </pc:sldChg>
      <pc:sldChg chg="del">
        <pc:chgData name="Zheng Fei" userId="d19317889db4c986" providerId="LiveId" clId="{AF5590DC-626C-6343-85D9-C6F866F48CD6}" dt="2022-02-24T02:55:23.130" v="0" actId="2696"/>
        <pc:sldMkLst>
          <pc:docMk/>
          <pc:sldMk cId="2063477856" sldId="404"/>
        </pc:sldMkLst>
      </pc:sldChg>
      <pc:sldChg chg="del">
        <pc:chgData name="Zheng Fei" userId="d19317889db4c986" providerId="LiveId" clId="{AF5590DC-626C-6343-85D9-C6F866F48CD6}" dt="2022-02-24T02:55:23.130" v="0" actId="2696"/>
        <pc:sldMkLst>
          <pc:docMk/>
          <pc:sldMk cId="2485594626" sldId="405"/>
        </pc:sldMkLst>
      </pc:sldChg>
      <pc:sldChg chg="del">
        <pc:chgData name="Zheng Fei" userId="d19317889db4c986" providerId="LiveId" clId="{AF5590DC-626C-6343-85D9-C6F866F48CD6}" dt="2022-02-24T02:55:23.130" v="0" actId="2696"/>
        <pc:sldMkLst>
          <pc:docMk/>
          <pc:sldMk cId="2900219743" sldId="406"/>
        </pc:sldMkLst>
      </pc:sldChg>
      <pc:sldChg chg="del">
        <pc:chgData name="Zheng Fei" userId="d19317889db4c986" providerId="LiveId" clId="{AF5590DC-626C-6343-85D9-C6F866F48CD6}" dt="2022-02-24T02:55:23.130" v="0" actId="2696"/>
        <pc:sldMkLst>
          <pc:docMk/>
          <pc:sldMk cId="4284922600" sldId="407"/>
        </pc:sldMkLst>
      </pc:sldChg>
      <pc:sldChg chg="del">
        <pc:chgData name="Zheng Fei" userId="d19317889db4c986" providerId="LiveId" clId="{AF5590DC-626C-6343-85D9-C6F866F48CD6}" dt="2022-02-24T02:55:23.130" v="0" actId="2696"/>
        <pc:sldMkLst>
          <pc:docMk/>
          <pc:sldMk cId="1485639274" sldId="408"/>
        </pc:sldMkLst>
      </pc:sldChg>
    </pc:docChg>
  </pc:docChgLst>
  <pc:docChgLst>
    <pc:chgData name="Zheng Fei" userId="d19317889db4c986" providerId="LiveId" clId="{1449574E-7D40-4B9D-8DC9-46AF132392CF}"/>
    <pc:docChg chg="undo redo custSel addSld delSld modSld">
      <pc:chgData name="Zheng Fei" userId="d19317889db4c986" providerId="LiveId" clId="{1449574E-7D40-4B9D-8DC9-46AF132392CF}" dt="2023-02-25T14:46:25.993" v="3925"/>
      <pc:docMkLst>
        <pc:docMk/>
      </pc:docMkLst>
      <pc:sldChg chg="del">
        <pc:chgData name="Zheng Fei" userId="d19317889db4c986" providerId="LiveId" clId="{1449574E-7D40-4B9D-8DC9-46AF132392CF}" dt="2023-02-25T14:31:54.266" v="1483" actId="47"/>
        <pc:sldMkLst>
          <pc:docMk/>
          <pc:sldMk cId="410330916" sldId="1796"/>
        </pc:sldMkLst>
      </pc:sldChg>
      <pc:sldChg chg="modSp del mod">
        <pc:chgData name="Zheng Fei" userId="d19317889db4c986" providerId="LiveId" clId="{1449574E-7D40-4B9D-8DC9-46AF132392CF}" dt="2023-02-25T14:31:52.926" v="1476" actId="47"/>
        <pc:sldMkLst>
          <pc:docMk/>
          <pc:sldMk cId="1043121630" sldId="1797"/>
        </pc:sldMkLst>
        <pc:spChg chg="mod">
          <ac:chgData name="Zheng Fei" userId="d19317889db4c986" providerId="LiveId" clId="{1449574E-7D40-4B9D-8DC9-46AF132392CF}" dt="2023-02-25T14:29:47.896" v="818" actId="21"/>
          <ac:spMkLst>
            <pc:docMk/>
            <pc:sldMk cId="1043121630" sldId="1797"/>
            <ac:spMk id="3" creationId="{0AF0C9A8-21E7-DC77-4CCE-E4C0F3E6031F}"/>
          </ac:spMkLst>
        </pc:spChg>
      </pc:sldChg>
      <pc:sldChg chg="modSp del mod">
        <pc:chgData name="Zheng Fei" userId="d19317889db4c986" providerId="LiveId" clId="{1449574E-7D40-4B9D-8DC9-46AF132392CF}" dt="2023-02-25T14:33:32.637" v="1989" actId="47"/>
        <pc:sldMkLst>
          <pc:docMk/>
          <pc:sldMk cId="1684678580" sldId="1799"/>
        </pc:sldMkLst>
        <pc:spChg chg="mod">
          <ac:chgData name="Zheng Fei" userId="d19317889db4c986" providerId="LiveId" clId="{1449574E-7D40-4B9D-8DC9-46AF132392CF}" dt="2023-02-25T14:32:11.397" v="1811" actId="21"/>
          <ac:spMkLst>
            <pc:docMk/>
            <pc:sldMk cId="1684678580" sldId="1799"/>
            <ac:spMk id="3" creationId="{D5708A48-0262-248F-7571-F6D342ED839E}"/>
          </ac:spMkLst>
        </pc:spChg>
      </pc:sldChg>
      <pc:sldChg chg="modSp">
        <pc:chgData name="Zheng Fei" userId="d19317889db4c986" providerId="LiveId" clId="{1449574E-7D40-4B9D-8DC9-46AF132392CF}" dt="2023-02-25T14:42:02.435" v="3300" actId="122"/>
        <pc:sldMkLst>
          <pc:docMk/>
          <pc:sldMk cId="3517912859" sldId="1800"/>
        </pc:sldMkLst>
        <pc:spChg chg="mod">
          <ac:chgData name="Zheng Fei" userId="d19317889db4c986" providerId="LiveId" clId="{1449574E-7D40-4B9D-8DC9-46AF132392CF}" dt="2023-02-25T14:42:02.435" v="3300" actId="122"/>
          <ac:spMkLst>
            <pc:docMk/>
            <pc:sldMk cId="3517912859" sldId="1800"/>
            <ac:spMk id="3" creationId="{84F28FD1-0D08-B77F-66C5-858811A09744}"/>
          </ac:spMkLst>
        </pc:spChg>
      </pc:sldChg>
      <pc:sldChg chg="addSp delSp modSp del mod">
        <pc:chgData name="Zheng Fei" userId="d19317889db4c986" providerId="LiveId" clId="{1449574E-7D40-4B9D-8DC9-46AF132392CF}" dt="2023-02-25T14:38:13.497" v="2867" actId="47"/>
        <pc:sldMkLst>
          <pc:docMk/>
          <pc:sldMk cId="3011402551" sldId="1801"/>
        </pc:sldMkLst>
        <pc:spChg chg="del">
          <ac:chgData name="Zheng Fei" userId="d19317889db4c986" providerId="LiveId" clId="{1449574E-7D40-4B9D-8DC9-46AF132392CF}" dt="2023-02-25T14:37:45.377" v="2774" actId="21"/>
          <ac:spMkLst>
            <pc:docMk/>
            <pc:sldMk cId="3011402551" sldId="1801"/>
            <ac:spMk id="3" creationId="{0AF0C9A8-21E7-DC77-4CCE-E4C0F3E6031F}"/>
          </ac:spMkLst>
        </pc:spChg>
        <pc:spChg chg="add mod">
          <ac:chgData name="Zheng Fei" userId="d19317889db4c986" providerId="LiveId" clId="{1449574E-7D40-4B9D-8DC9-46AF132392CF}" dt="2023-02-25T14:37:45.377" v="2774" actId="21"/>
          <ac:spMkLst>
            <pc:docMk/>
            <pc:sldMk cId="3011402551" sldId="1801"/>
            <ac:spMk id="4" creationId="{29F9EA7E-7081-7B9A-347F-E241534E6680}"/>
          </ac:spMkLst>
        </pc:spChg>
      </pc:sldChg>
      <pc:sldChg chg="modSp del mod">
        <pc:chgData name="Zheng Fei" userId="d19317889db4c986" providerId="LiveId" clId="{1449574E-7D40-4B9D-8DC9-46AF132392CF}" dt="2023-02-25T14:39:59.079" v="3207" actId="47"/>
        <pc:sldMkLst>
          <pc:docMk/>
          <pc:sldMk cId="214983972" sldId="1802"/>
        </pc:sldMkLst>
        <pc:spChg chg="mod">
          <ac:chgData name="Zheng Fei" userId="d19317889db4c986" providerId="LiveId" clId="{1449574E-7D40-4B9D-8DC9-46AF132392CF}" dt="2023-02-25T14:38:35.651" v="3095" actId="21"/>
          <ac:spMkLst>
            <pc:docMk/>
            <pc:sldMk cId="214983972" sldId="1802"/>
            <ac:spMk id="3" creationId="{306B49E9-E13C-6089-E48A-949BB2CB237F}"/>
          </ac:spMkLst>
        </pc:spChg>
      </pc:sldChg>
      <pc:sldChg chg="addSp delSp modSp add mod replTag">
        <pc:chgData name="Zheng Fei" userId="d19317889db4c986" providerId="LiveId" clId="{1449574E-7D40-4B9D-8DC9-46AF132392CF}" dt="2023-02-25T14:46:20.989" v="3897" actId="113"/>
        <pc:sldMkLst>
          <pc:docMk/>
          <pc:sldMk cId="261113825" sldId="1804"/>
        </pc:sldMkLst>
        <pc:spChg chg="del mod">
          <ac:chgData name="Zheng Fei" userId="d19317889db4c986" providerId="LiveId" clId="{1449574E-7D40-4B9D-8DC9-46AF132392CF}" dt="2023-02-25T14:28:23.885" v="43"/>
          <ac:spMkLst>
            <pc:docMk/>
            <pc:sldMk cId="261113825" sldId="1804"/>
            <ac:spMk id="2" creationId="{85A5BDE9-B099-7100-D4C6-D1BCC6378F3A}"/>
          </ac:spMkLst>
        </pc:spChg>
        <pc:spChg chg="del mod">
          <ac:chgData name="Zheng Fei" userId="d19317889db4c986" providerId="LiveId" clId="{1449574E-7D40-4B9D-8DC9-46AF132392CF}" dt="2023-02-25T14:28:23.885" v="43"/>
          <ac:spMkLst>
            <pc:docMk/>
            <pc:sldMk cId="261113825" sldId="1804"/>
            <ac:spMk id="3" creationId="{C6D38557-D4C1-054B-BC13-D02218236BFE}"/>
          </ac:spMkLst>
        </pc:spChg>
        <pc:spChg chg="add mod replST">
          <ac:chgData name="Zheng Fei" userId="d19317889db4c986" providerId="LiveId" clId="{1449574E-7D40-4B9D-8DC9-46AF132392CF}" dt="2023-02-25T14:46:20.989" v="3897" actId="113"/>
          <ac:spMkLst>
            <pc:docMk/>
            <pc:sldMk cId="261113825" sldId="1804"/>
            <ac:spMk id="6" creationId="{8FC73BFA-B6F3-4326-97AF-3413A32C16FF}"/>
          </ac:spMkLst>
        </pc:spChg>
        <pc:spChg chg="add mod replST">
          <ac:chgData name="Zheng Fei" userId="d19317889db4c986" providerId="LiveId" clId="{1449574E-7D40-4B9D-8DC9-46AF132392CF}" dt="2023-02-25T14:29:04.598" v="391"/>
          <ac:spMkLst>
            <pc:docMk/>
            <pc:sldMk cId="261113825" sldId="1804"/>
            <ac:spMk id="7" creationId="{E0227C5E-A9EF-D0BD-7174-57F329558B15}"/>
          </ac:spMkLst>
        </pc:spChg>
        <pc:spChg chg="add mod replST">
          <ac:chgData name="Zheng Fei" userId="d19317889db4c986" providerId="LiveId" clId="{1449574E-7D40-4B9D-8DC9-46AF132392CF}" dt="2023-02-25T14:29:07.263" v="401"/>
          <ac:spMkLst>
            <pc:docMk/>
            <pc:sldMk cId="261113825" sldId="1804"/>
            <ac:spMk id="8" creationId="{F0E4F3FF-226E-73A4-F2A0-9B506AA53150}"/>
          </ac:spMkLst>
        </pc:spChg>
        <pc:spChg chg="add del mod replST">
          <ac:chgData name="Zheng Fei" userId="d19317889db4c986" providerId="LiveId" clId="{1449574E-7D40-4B9D-8DC9-46AF132392CF}" dt="2023-02-25T14:29:15.024" v="411" actId="478"/>
          <ac:spMkLst>
            <pc:docMk/>
            <pc:sldMk cId="261113825" sldId="1804"/>
            <ac:spMk id="9" creationId="{369A8037-C0AE-DCB4-0169-061048A23B59}"/>
          </ac:spMkLst>
        </pc:spChg>
        <pc:spChg chg="add del mod replST">
          <ac:chgData name="Zheng Fei" userId="d19317889db4c986" providerId="LiveId" clId="{1449574E-7D40-4B9D-8DC9-46AF132392CF}" dt="2023-02-25T14:29:22.345" v="454" actId="478"/>
          <ac:spMkLst>
            <pc:docMk/>
            <pc:sldMk cId="261113825" sldId="1804"/>
            <ac:spMk id="10" creationId="{A5C45341-BCED-877D-836D-7686FDCF4E3E}"/>
          </ac:spMkLst>
        </pc:spChg>
        <pc:spChg chg="add mod replST">
          <ac:chgData name="Zheng Fei" userId="d19317889db4c986" providerId="LiveId" clId="{1449574E-7D40-4B9D-8DC9-46AF132392CF}" dt="2023-02-25T14:29:26.476" v="484"/>
          <ac:spMkLst>
            <pc:docMk/>
            <pc:sldMk cId="261113825" sldId="1804"/>
            <ac:spMk id="11" creationId="{6CC45382-0E9F-1321-F366-02DA3F5E41C2}"/>
          </ac:spMkLst>
        </pc:spChg>
        <pc:spChg chg="add mod replST">
          <ac:chgData name="Zheng Fei" userId="d19317889db4c986" providerId="LiveId" clId="{1449574E-7D40-4B9D-8DC9-46AF132392CF}" dt="2023-02-25T14:29:26.492" v="486" actId="207"/>
          <ac:spMkLst>
            <pc:docMk/>
            <pc:sldMk cId="261113825" sldId="1804"/>
            <ac:spMk id="12" creationId="{41DCC32D-8369-288F-4F8F-D0ACB0015E47}"/>
          </ac:spMkLst>
        </pc:spChg>
        <pc:spChg chg="add del mod replST">
          <ac:chgData name="Zheng Fei" userId="d19317889db4c986" providerId="LiveId" clId="{1449574E-7D40-4B9D-8DC9-46AF132392CF}" dt="2023-02-25T14:29:19.234" v="436" actId="478"/>
          <ac:spMkLst>
            <pc:docMk/>
            <pc:sldMk cId="261113825" sldId="1804"/>
            <ac:spMk id="13" creationId="{B4B39F18-0D26-9D76-E901-A5E9FC02B057}"/>
          </ac:spMkLst>
        </pc:spChg>
        <pc:spChg chg="add del mod replST">
          <ac:chgData name="Zheng Fei" userId="d19317889db4c986" providerId="LiveId" clId="{1449574E-7D40-4B9D-8DC9-46AF132392CF}" dt="2023-02-25T14:29:24.021" v="471" actId="478"/>
          <ac:spMkLst>
            <pc:docMk/>
            <pc:sldMk cId="261113825" sldId="1804"/>
            <ac:spMk id="14" creationId="{791AC209-E191-7E6B-2819-09BC37715441}"/>
          </ac:spMkLst>
        </pc:spChg>
        <pc:spChg chg="add mod replST">
          <ac:chgData name="Zheng Fei" userId="d19317889db4c986" providerId="LiveId" clId="{1449574E-7D40-4B9D-8DC9-46AF132392CF}" dt="2023-02-25T14:28:24.256" v="249"/>
          <ac:spMkLst>
            <pc:docMk/>
            <pc:sldMk cId="261113825" sldId="1804"/>
            <ac:spMk id="15" creationId="{BB3A74A3-BA7A-36A1-8A6C-5A295028E35F}"/>
          </ac:spMkLst>
        </pc:spChg>
        <pc:spChg chg="add mod replST">
          <ac:chgData name="Zheng Fei" userId="d19317889db4c986" providerId="LiveId" clId="{1449574E-7D40-4B9D-8DC9-46AF132392CF}" dt="2023-02-25T14:46:18.707" v="3892"/>
          <ac:spMkLst>
            <pc:docMk/>
            <pc:sldMk cId="261113825" sldId="1804"/>
            <ac:spMk id="16" creationId="{A86BAAB1-E37A-B5AE-3205-4CD9987E37E6}"/>
          </ac:spMkLst>
        </pc:spChg>
        <pc:spChg chg="add mod replST">
          <ac:chgData name="Zheng Fei" userId="d19317889db4c986" providerId="LiveId" clId="{1449574E-7D40-4B9D-8DC9-46AF132392CF}" dt="2023-02-25T14:46:18.707" v="3891"/>
          <ac:spMkLst>
            <pc:docMk/>
            <pc:sldMk cId="261113825" sldId="1804"/>
            <ac:spMk id="17" creationId="{60D468DC-6396-EC90-F68A-40E31225D20A}"/>
          </ac:spMkLst>
        </pc:spChg>
        <pc:spChg chg="add mod replST">
          <ac:chgData name="Zheng Fei" userId="d19317889db4c986" providerId="LiveId" clId="{1449574E-7D40-4B9D-8DC9-46AF132392CF}" dt="2023-02-25T14:46:18.707" v="3891"/>
          <ac:spMkLst>
            <pc:docMk/>
            <pc:sldMk cId="261113825" sldId="1804"/>
            <ac:spMk id="18" creationId="{5FCF4EC5-9126-308E-F216-6221D3C2181C}"/>
          </ac:spMkLst>
        </pc:spChg>
        <pc:spChg chg="add mod replST">
          <ac:chgData name="Zheng Fei" userId="d19317889db4c986" providerId="LiveId" clId="{1449574E-7D40-4B9D-8DC9-46AF132392CF}" dt="2023-02-25T14:46:18.707" v="3891"/>
          <ac:spMkLst>
            <pc:docMk/>
            <pc:sldMk cId="261113825" sldId="1804"/>
            <ac:spMk id="19" creationId="{56654F71-FF2C-0282-EAD5-06E427634739}"/>
          </ac:spMkLst>
        </pc:spChg>
        <pc:spChg chg="add del mod ord replST">
          <ac:chgData name="Zheng Fei" userId="d19317889db4c986" providerId="LiveId" clId="{1449574E-7D40-4B9D-8DC9-46AF132392CF}" dt="2023-02-25T14:29:26.492" v="488"/>
          <ac:spMkLst>
            <pc:docMk/>
            <pc:sldMk cId="261113825" sldId="1804"/>
            <ac:spMk id="21" creationId="{0A4501DD-B85A-FB5A-59B3-5FA323F8976F}"/>
          </ac:spMkLst>
        </pc:spChg>
        <pc:grpChg chg="add mod replST">
          <ac:chgData name="Zheng Fei" userId="d19317889db4c986" providerId="LiveId" clId="{1449574E-7D40-4B9D-8DC9-46AF132392CF}" dt="2023-02-25T14:46:18.707" v="3893"/>
          <ac:grpSpMkLst>
            <pc:docMk/>
            <pc:sldMk cId="261113825" sldId="1804"/>
            <ac:grpSpMk id="20" creationId="{07592E37-A567-E65B-6FEE-183C53E0D333}"/>
          </ac:grpSpMkLst>
        </pc:grpChg>
        <pc:picChg chg="add mod ord replST">
          <ac:chgData name="Zheng Fei" userId="d19317889db4c986" providerId="LiveId" clId="{1449574E-7D40-4B9D-8DC9-46AF132392CF}" dt="2023-02-25T14:46:18.707" v="3895"/>
          <ac:picMkLst>
            <pc:docMk/>
            <pc:sldMk cId="261113825" sldId="1804"/>
            <ac:picMk id="5" creationId="{31081770-55FB-E26E-B035-E397B4232842}"/>
          </ac:picMkLst>
        </pc:picChg>
      </pc:sldChg>
      <pc:sldChg chg="addSp delSp modSp add del mod replTag">
        <pc:chgData name="Zheng Fei" userId="d19317889db4c986" providerId="LiveId" clId="{1449574E-7D40-4B9D-8DC9-46AF132392CF}" dt="2023-02-25T14:40:23.833" v="3229" actId="2696"/>
        <pc:sldMkLst>
          <pc:docMk/>
          <pc:sldMk cId="1993014029" sldId="1805"/>
        </pc:sldMkLst>
        <pc:spChg chg="add mod replST">
          <ac:chgData name="Zheng Fei" userId="d19317889db4c986" providerId="LiveId" clId="{1449574E-7D40-4B9D-8DC9-46AF132392CF}" dt="2023-02-25T14:29:55.398" v="847"/>
          <ac:spMkLst>
            <pc:docMk/>
            <pc:sldMk cId="1993014029" sldId="1805"/>
            <ac:spMk id="4" creationId="{D9CA8E25-9776-0689-B3ED-2848E3AB9837}"/>
          </ac:spMkLst>
        </pc:spChg>
        <pc:spChg chg="add mod replST">
          <ac:chgData name="Zheng Fei" userId="d19317889db4c986" providerId="LiveId" clId="{1449574E-7D40-4B9D-8DC9-46AF132392CF}" dt="2023-02-25T14:29:59.829" v="857"/>
          <ac:spMkLst>
            <pc:docMk/>
            <pc:sldMk cId="1993014029" sldId="1805"/>
            <ac:spMk id="5" creationId="{280BDA9C-DC33-77FC-2E25-7987D1BDE2BE}"/>
          </ac:spMkLst>
        </pc:spChg>
        <pc:spChg chg="add mod replST">
          <ac:chgData name="Zheng Fei" userId="d19317889db4c986" providerId="LiveId" clId="{1449574E-7D40-4B9D-8DC9-46AF132392CF}" dt="2023-02-25T14:30:03.539" v="867"/>
          <ac:spMkLst>
            <pc:docMk/>
            <pc:sldMk cId="1993014029" sldId="1805"/>
            <ac:spMk id="6" creationId="{4B8374E4-282C-2FA4-BC9A-13296F965E90}"/>
          </ac:spMkLst>
        </pc:spChg>
        <pc:spChg chg="add mod replST">
          <ac:chgData name="Zheng Fei" userId="d19317889db4c986" providerId="LiveId" clId="{1449574E-7D40-4B9D-8DC9-46AF132392CF}" dt="2023-02-25T14:30:06.504" v="879"/>
          <ac:spMkLst>
            <pc:docMk/>
            <pc:sldMk cId="1993014029" sldId="1805"/>
            <ac:spMk id="7" creationId="{6C748415-339F-8BFD-7763-F5B69A925453}"/>
          </ac:spMkLst>
        </pc:spChg>
        <pc:spChg chg="add del mod replST">
          <ac:chgData name="Zheng Fei" userId="d19317889db4c986" providerId="LiveId" clId="{1449574E-7D40-4B9D-8DC9-46AF132392CF}" dt="2023-02-25T14:30:09.817" v="888" actId="478"/>
          <ac:spMkLst>
            <pc:docMk/>
            <pc:sldMk cId="1993014029" sldId="1805"/>
            <ac:spMk id="8" creationId="{2367D66A-1C80-7A52-20FB-5A10297BEBD4}"/>
          </ac:spMkLst>
        </pc:spChg>
        <pc:spChg chg="add mod replST">
          <ac:chgData name="Zheng Fei" userId="d19317889db4c986" providerId="LiveId" clId="{1449574E-7D40-4B9D-8DC9-46AF132392CF}" dt="2023-02-25T14:30:19.380" v="931" actId="207"/>
          <ac:spMkLst>
            <pc:docMk/>
            <pc:sldMk cId="1993014029" sldId="1805"/>
            <ac:spMk id="9" creationId="{C4630613-839F-2997-2178-04854A69523F}"/>
          </ac:spMkLst>
        </pc:spChg>
        <pc:spChg chg="add mod replST">
          <ac:chgData name="Zheng Fei" userId="d19317889db4c986" providerId="LiveId" clId="{1449574E-7D40-4B9D-8DC9-46AF132392CF}" dt="2023-02-25T14:30:19.396" v="933" actId="207"/>
          <ac:spMkLst>
            <pc:docMk/>
            <pc:sldMk cId="1993014029" sldId="1805"/>
            <ac:spMk id="10" creationId="{9EEB27E1-C954-D416-597B-92D0C5DF618A}"/>
          </ac:spMkLst>
        </pc:spChg>
        <pc:spChg chg="add mod replST">
          <ac:chgData name="Zheng Fei" userId="d19317889db4c986" providerId="LiveId" clId="{1449574E-7D40-4B9D-8DC9-46AF132392CF}" dt="2023-02-25T14:30:19.396" v="938"/>
          <ac:spMkLst>
            <pc:docMk/>
            <pc:sldMk cId="1993014029" sldId="1805"/>
            <ac:spMk id="11" creationId="{F989E8BF-1E52-6FCB-1EA4-05CCCB8A0773}"/>
          </ac:spMkLst>
        </pc:spChg>
        <pc:spChg chg="add del mod replST">
          <ac:chgData name="Zheng Fei" userId="d19317889db4c986" providerId="LiveId" clId="{1449574E-7D40-4B9D-8DC9-46AF132392CF}" dt="2023-02-25T14:30:14.175" v="913" actId="478"/>
          <ac:spMkLst>
            <pc:docMk/>
            <pc:sldMk cId="1993014029" sldId="1805"/>
            <ac:spMk id="12" creationId="{0F6D7E38-1953-DCE0-49AD-DBC9BCE99BFB}"/>
          </ac:spMkLst>
        </pc:spChg>
        <pc:spChg chg="add mod replST">
          <ac:chgData name="Zheng Fei" userId="d19317889db4c986" providerId="LiveId" clId="{1449574E-7D40-4B9D-8DC9-46AF132392CF}" dt="2023-02-25T14:29:40.461" v="707"/>
          <ac:spMkLst>
            <pc:docMk/>
            <pc:sldMk cId="1993014029" sldId="1805"/>
            <ac:spMk id="13" creationId="{C8FD42C8-69A9-F702-6019-C5F61418E04F}"/>
          </ac:spMkLst>
        </pc:spChg>
        <pc:spChg chg="add mod replST">
          <ac:chgData name="Zheng Fei" userId="d19317889db4c986" providerId="LiveId" clId="{1449574E-7D40-4B9D-8DC9-46AF132392CF}" dt="2023-02-25T14:40:08.616" v="3225"/>
          <ac:spMkLst>
            <pc:docMk/>
            <pc:sldMk cId="1993014029" sldId="1805"/>
            <ac:spMk id="14" creationId="{A58F2F09-CA2D-7D24-F557-3F82412ADF46}"/>
          </ac:spMkLst>
        </pc:spChg>
        <pc:spChg chg="add mod replST">
          <ac:chgData name="Zheng Fei" userId="d19317889db4c986" providerId="LiveId" clId="{1449574E-7D40-4B9D-8DC9-46AF132392CF}" dt="2023-02-25T14:40:08.616" v="3224"/>
          <ac:spMkLst>
            <pc:docMk/>
            <pc:sldMk cId="1993014029" sldId="1805"/>
            <ac:spMk id="15" creationId="{F4396659-F6C9-DC27-3BC1-626220D2933B}"/>
          </ac:spMkLst>
        </pc:spChg>
        <pc:spChg chg="add mod replST">
          <ac:chgData name="Zheng Fei" userId="d19317889db4c986" providerId="LiveId" clId="{1449574E-7D40-4B9D-8DC9-46AF132392CF}" dt="2023-02-25T14:40:08.616" v="3224"/>
          <ac:spMkLst>
            <pc:docMk/>
            <pc:sldMk cId="1993014029" sldId="1805"/>
            <ac:spMk id="16" creationId="{2028EE01-676E-0DA7-B6C8-E9AB04AFF8FD}"/>
          </ac:spMkLst>
        </pc:spChg>
        <pc:spChg chg="add mod replST">
          <ac:chgData name="Zheng Fei" userId="d19317889db4c986" providerId="LiveId" clId="{1449574E-7D40-4B9D-8DC9-46AF132392CF}" dt="2023-02-25T14:40:08.616" v="3224"/>
          <ac:spMkLst>
            <pc:docMk/>
            <pc:sldMk cId="1993014029" sldId="1805"/>
            <ac:spMk id="17" creationId="{5F2FC40E-8C08-DD1C-14F1-E1D59183447F}"/>
          </ac:spMkLst>
        </pc:spChg>
        <pc:spChg chg="add del mod ord replST">
          <ac:chgData name="Zheng Fei" userId="d19317889db4c986" providerId="LiveId" clId="{1449574E-7D40-4B9D-8DC9-46AF132392CF}" dt="2023-02-25T14:30:19.396" v="940"/>
          <ac:spMkLst>
            <pc:docMk/>
            <pc:sldMk cId="1993014029" sldId="1805"/>
            <ac:spMk id="19" creationId="{78D4D12B-BE26-6490-DCC1-6D4756140A43}"/>
          </ac:spMkLst>
        </pc:spChg>
        <pc:grpChg chg="add mod replST">
          <ac:chgData name="Zheng Fei" userId="d19317889db4c986" providerId="LiveId" clId="{1449574E-7D40-4B9D-8DC9-46AF132392CF}" dt="2023-02-25T14:40:08.616" v="3226"/>
          <ac:grpSpMkLst>
            <pc:docMk/>
            <pc:sldMk cId="1993014029" sldId="1805"/>
            <ac:grpSpMk id="18" creationId="{1ACFE935-8E1E-D80D-6B9D-E72ADA2FD465}"/>
          </ac:grpSpMkLst>
        </pc:grpChg>
        <pc:picChg chg="add mod ord replST">
          <ac:chgData name="Zheng Fei" userId="d19317889db4c986" providerId="LiveId" clId="{1449574E-7D40-4B9D-8DC9-46AF132392CF}" dt="2023-02-25T14:40:08.616" v="3228"/>
          <ac:picMkLst>
            <pc:docMk/>
            <pc:sldMk cId="1993014029" sldId="1805"/>
            <ac:picMk id="3" creationId="{8D03238F-286E-F0AC-0B8C-F7DC4B015B52}"/>
          </ac:picMkLst>
        </pc:picChg>
      </pc:sldChg>
      <pc:sldChg chg="modSp add mod">
        <pc:chgData name="Zheng Fei" userId="d19317889db4c986" providerId="LiveId" clId="{1449574E-7D40-4B9D-8DC9-46AF132392CF}" dt="2023-02-25T14:45:13.659" v="3782"/>
        <pc:sldMkLst>
          <pc:docMk/>
          <pc:sldMk cId="3306326107" sldId="1805"/>
        </pc:sldMkLst>
        <pc:spChg chg="mod">
          <ac:chgData name="Zheng Fei" userId="d19317889db4c986" providerId="LiveId" clId="{1449574E-7D40-4B9D-8DC9-46AF132392CF}" dt="2023-02-25T14:44:30.351" v="3727" actId="114"/>
          <ac:spMkLst>
            <pc:docMk/>
            <pc:sldMk cId="3306326107" sldId="1805"/>
            <ac:spMk id="4" creationId="{D9CA8E25-9776-0689-B3ED-2848E3AB9837}"/>
          </ac:spMkLst>
        </pc:spChg>
        <pc:spChg chg="mod">
          <ac:chgData name="Zheng Fei" userId="d19317889db4c986" providerId="LiveId" clId="{1449574E-7D40-4B9D-8DC9-46AF132392CF}" dt="2023-02-25T14:45:13.657" v="3779"/>
          <ac:spMkLst>
            <pc:docMk/>
            <pc:sldMk cId="3306326107" sldId="1805"/>
            <ac:spMk id="14" creationId="{A58F2F09-CA2D-7D24-F557-3F82412ADF46}"/>
          </ac:spMkLst>
        </pc:spChg>
        <pc:spChg chg="mod">
          <ac:chgData name="Zheng Fei" userId="d19317889db4c986" providerId="LiveId" clId="{1449574E-7D40-4B9D-8DC9-46AF132392CF}" dt="2023-02-25T14:45:13.649" v="3778"/>
          <ac:spMkLst>
            <pc:docMk/>
            <pc:sldMk cId="3306326107" sldId="1805"/>
            <ac:spMk id="15" creationId="{F4396659-F6C9-DC27-3BC1-626220D2933B}"/>
          </ac:spMkLst>
        </pc:spChg>
        <pc:spChg chg="mod">
          <ac:chgData name="Zheng Fei" userId="d19317889db4c986" providerId="LiveId" clId="{1449574E-7D40-4B9D-8DC9-46AF132392CF}" dt="2023-02-25T14:45:13.649" v="3778"/>
          <ac:spMkLst>
            <pc:docMk/>
            <pc:sldMk cId="3306326107" sldId="1805"/>
            <ac:spMk id="16" creationId="{2028EE01-676E-0DA7-B6C8-E9AB04AFF8FD}"/>
          </ac:spMkLst>
        </pc:spChg>
        <pc:spChg chg="mod">
          <ac:chgData name="Zheng Fei" userId="d19317889db4c986" providerId="LiveId" clId="{1449574E-7D40-4B9D-8DC9-46AF132392CF}" dt="2023-02-25T14:45:13.649" v="3778"/>
          <ac:spMkLst>
            <pc:docMk/>
            <pc:sldMk cId="3306326107" sldId="1805"/>
            <ac:spMk id="17" creationId="{5F2FC40E-8C08-DD1C-14F1-E1D59183447F}"/>
          </ac:spMkLst>
        </pc:spChg>
        <pc:grpChg chg="mod">
          <ac:chgData name="Zheng Fei" userId="d19317889db4c986" providerId="LiveId" clId="{1449574E-7D40-4B9D-8DC9-46AF132392CF}" dt="2023-02-25T14:45:13.657" v="3780"/>
          <ac:grpSpMkLst>
            <pc:docMk/>
            <pc:sldMk cId="3306326107" sldId="1805"/>
            <ac:grpSpMk id="18" creationId="{1ACFE935-8E1E-D80D-6B9D-E72ADA2FD465}"/>
          </ac:grpSpMkLst>
        </pc:grpChg>
        <pc:picChg chg="mod ord">
          <ac:chgData name="Zheng Fei" userId="d19317889db4c986" providerId="LiveId" clId="{1449574E-7D40-4B9D-8DC9-46AF132392CF}" dt="2023-02-25T14:45:13.659" v="3782"/>
          <ac:picMkLst>
            <pc:docMk/>
            <pc:sldMk cId="3306326107" sldId="1805"/>
            <ac:picMk id="3" creationId="{8D03238F-286E-F0AC-0B8C-F7DC4B015B52}"/>
          </ac:picMkLst>
        </pc:picChg>
      </pc:sldChg>
      <pc:sldChg chg="addSp delSp modSp add del mod replTag">
        <pc:chgData name="Zheng Fei" userId="d19317889db4c986" providerId="LiveId" clId="{1449574E-7D40-4B9D-8DC9-46AF132392CF}" dt="2023-02-25T14:40:23.833" v="3229" actId="2696"/>
        <pc:sldMkLst>
          <pc:docMk/>
          <pc:sldMk cId="1634881513" sldId="1806"/>
        </pc:sldMkLst>
        <pc:spChg chg="add mod replST">
          <ac:chgData name="Zheng Fei" userId="d19317889db4c986" providerId="LiveId" clId="{1449574E-7D40-4B9D-8DC9-46AF132392CF}" dt="2023-02-25T14:31:25.504" v="1369"/>
          <ac:spMkLst>
            <pc:docMk/>
            <pc:sldMk cId="1634881513" sldId="1806"/>
            <ac:spMk id="4" creationId="{256B035B-29B3-4D07-F1FC-4819770B93C9}"/>
          </ac:spMkLst>
        </pc:spChg>
        <pc:spChg chg="add mod replST">
          <ac:chgData name="Zheng Fei" userId="d19317889db4c986" providerId="LiveId" clId="{1449574E-7D40-4B9D-8DC9-46AF132392CF}" dt="2023-02-25T14:31:30.593" v="1387"/>
          <ac:spMkLst>
            <pc:docMk/>
            <pc:sldMk cId="1634881513" sldId="1806"/>
            <ac:spMk id="5" creationId="{3FC2DA10-0DFD-F3A3-A1B7-710C8D4E3167}"/>
          </ac:spMkLst>
        </pc:spChg>
        <pc:spChg chg="add mod replST">
          <ac:chgData name="Zheng Fei" userId="d19317889db4c986" providerId="LiveId" clId="{1449574E-7D40-4B9D-8DC9-46AF132392CF}" dt="2023-02-25T14:31:33.384" v="1397"/>
          <ac:spMkLst>
            <pc:docMk/>
            <pc:sldMk cId="1634881513" sldId="1806"/>
            <ac:spMk id="6" creationId="{458D348F-D464-91D9-AA5C-D586556DBAEC}"/>
          </ac:spMkLst>
        </pc:spChg>
        <pc:spChg chg="add mod replST">
          <ac:chgData name="Zheng Fei" userId="d19317889db4c986" providerId="LiveId" clId="{1449574E-7D40-4B9D-8DC9-46AF132392CF}" dt="2023-02-25T14:31:41.053" v="1418"/>
          <ac:spMkLst>
            <pc:docMk/>
            <pc:sldMk cId="1634881513" sldId="1806"/>
            <ac:spMk id="7" creationId="{8927EEB9-2EF7-9973-8A8C-E73D8B638E0F}"/>
          </ac:spMkLst>
        </pc:spChg>
        <pc:spChg chg="add del mod replST">
          <ac:chgData name="Zheng Fei" userId="d19317889db4c986" providerId="LiveId" clId="{1449574E-7D40-4B9D-8DC9-46AF132392CF}" dt="2023-02-25T14:31:43.802" v="1427" actId="478"/>
          <ac:spMkLst>
            <pc:docMk/>
            <pc:sldMk cId="1634881513" sldId="1806"/>
            <ac:spMk id="8" creationId="{32320848-20E0-3CC6-312F-CB67A1621C48}"/>
          </ac:spMkLst>
        </pc:spChg>
        <pc:spChg chg="add mod replST">
          <ac:chgData name="Zheng Fei" userId="d19317889db4c986" providerId="LiveId" clId="{1449574E-7D40-4B9D-8DC9-46AF132392CF}" dt="2023-02-25T14:31:47.162" v="1454" actId="207"/>
          <ac:spMkLst>
            <pc:docMk/>
            <pc:sldMk cId="1634881513" sldId="1806"/>
            <ac:spMk id="9" creationId="{E865318A-1E6B-0659-AE4F-8A97D621E957}"/>
          </ac:spMkLst>
        </pc:spChg>
        <pc:spChg chg="add mod replST">
          <ac:chgData name="Zheng Fei" userId="d19317889db4c986" providerId="LiveId" clId="{1449574E-7D40-4B9D-8DC9-46AF132392CF}" dt="2023-02-25T14:31:47.162" v="1456" actId="207"/>
          <ac:spMkLst>
            <pc:docMk/>
            <pc:sldMk cId="1634881513" sldId="1806"/>
            <ac:spMk id="10" creationId="{510DE646-EFE0-84AD-BB8C-29774545CCA9}"/>
          </ac:spMkLst>
        </pc:spChg>
        <pc:spChg chg="add mod replST">
          <ac:chgData name="Zheng Fei" userId="d19317889db4c986" providerId="LiveId" clId="{1449574E-7D40-4B9D-8DC9-46AF132392CF}" dt="2023-02-25T14:31:47.177" v="1461"/>
          <ac:spMkLst>
            <pc:docMk/>
            <pc:sldMk cId="1634881513" sldId="1806"/>
            <ac:spMk id="11" creationId="{4E0D93E4-CAE7-5CEF-E6B4-9F6437AA28BB}"/>
          </ac:spMkLst>
        </pc:spChg>
        <pc:spChg chg="add del mod replST">
          <ac:chgData name="Zheng Fei" userId="d19317889db4c986" providerId="LiveId" clId="{1449574E-7D40-4B9D-8DC9-46AF132392CF}" dt="2023-02-25T14:31:45.285" v="1444" actId="478"/>
          <ac:spMkLst>
            <pc:docMk/>
            <pc:sldMk cId="1634881513" sldId="1806"/>
            <ac:spMk id="12" creationId="{4660BB63-2F6C-437E-8247-7BE34D2B90C5}"/>
          </ac:spMkLst>
        </pc:spChg>
        <pc:spChg chg="add mod replST">
          <ac:chgData name="Zheng Fei" userId="d19317889db4c986" providerId="LiveId" clId="{1449574E-7D40-4B9D-8DC9-46AF132392CF}" dt="2023-02-25T14:30:26.439" v="1153"/>
          <ac:spMkLst>
            <pc:docMk/>
            <pc:sldMk cId="1634881513" sldId="1806"/>
            <ac:spMk id="13" creationId="{D1C57C1C-F874-A2F4-44FF-412CA3D69E4E}"/>
          </ac:spMkLst>
        </pc:spChg>
        <pc:spChg chg="add mod replST">
          <ac:chgData name="Zheng Fei" userId="d19317889db4c986" providerId="LiveId" clId="{1449574E-7D40-4B9D-8DC9-46AF132392CF}" dt="2023-02-25T14:31:57.119" v="1498"/>
          <ac:spMkLst>
            <pc:docMk/>
            <pc:sldMk cId="1634881513" sldId="1806"/>
            <ac:spMk id="14" creationId="{52272215-F6A9-6B6B-AA65-657D55676E3D}"/>
          </ac:spMkLst>
        </pc:spChg>
        <pc:spChg chg="add mod replST">
          <ac:chgData name="Zheng Fei" userId="d19317889db4c986" providerId="LiveId" clId="{1449574E-7D40-4B9D-8DC9-46AF132392CF}" dt="2023-02-25T14:31:57.119" v="1497"/>
          <ac:spMkLst>
            <pc:docMk/>
            <pc:sldMk cId="1634881513" sldId="1806"/>
            <ac:spMk id="15" creationId="{1209E89A-12C9-65CD-CCF6-CE763C56E78A}"/>
          </ac:spMkLst>
        </pc:spChg>
        <pc:spChg chg="add mod replST">
          <ac:chgData name="Zheng Fei" userId="d19317889db4c986" providerId="LiveId" clId="{1449574E-7D40-4B9D-8DC9-46AF132392CF}" dt="2023-02-25T14:31:57.119" v="1497"/>
          <ac:spMkLst>
            <pc:docMk/>
            <pc:sldMk cId="1634881513" sldId="1806"/>
            <ac:spMk id="16" creationId="{4EF63596-0B8C-85B4-ADA6-44D49AD9CF11}"/>
          </ac:spMkLst>
        </pc:spChg>
        <pc:spChg chg="add mod replST">
          <ac:chgData name="Zheng Fei" userId="d19317889db4c986" providerId="LiveId" clId="{1449574E-7D40-4B9D-8DC9-46AF132392CF}" dt="2023-02-25T14:31:57.119" v="1497"/>
          <ac:spMkLst>
            <pc:docMk/>
            <pc:sldMk cId="1634881513" sldId="1806"/>
            <ac:spMk id="17" creationId="{9ED714B5-7076-3654-95BB-06C165619D94}"/>
          </ac:spMkLst>
        </pc:spChg>
        <pc:spChg chg="add del mod ord replST">
          <ac:chgData name="Zheng Fei" userId="d19317889db4c986" providerId="LiveId" clId="{1449574E-7D40-4B9D-8DC9-46AF132392CF}" dt="2023-02-25T14:31:47.177" v="1463"/>
          <ac:spMkLst>
            <pc:docMk/>
            <pc:sldMk cId="1634881513" sldId="1806"/>
            <ac:spMk id="19" creationId="{AAC93CC1-7EA8-5618-CC8E-72F4DE56FFCE}"/>
          </ac:spMkLst>
        </pc:spChg>
        <pc:grpChg chg="add mod replST">
          <ac:chgData name="Zheng Fei" userId="d19317889db4c986" providerId="LiveId" clId="{1449574E-7D40-4B9D-8DC9-46AF132392CF}" dt="2023-02-25T14:31:57.119" v="1499"/>
          <ac:grpSpMkLst>
            <pc:docMk/>
            <pc:sldMk cId="1634881513" sldId="1806"/>
            <ac:grpSpMk id="18" creationId="{61C1C73A-E4C6-85E2-4B6C-D12A7104B6C9}"/>
          </ac:grpSpMkLst>
        </pc:grpChg>
        <pc:picChg chg="add mod ord replST">
          <ac:chgData name="Zheng Fei" userId="d19317889db4c986" providerId="LiveId" clId="{1449574E-7D40-4B9D-8DC9-46AF132392CF}" dt="2023-02-25T14:31:57.119" v="1501"/>
          <ac:picMkLst>
            <pc:docMk/>
            <pc:sldMk cId="1634881513" sldId="1806"/>
            <ac:picMk id="3" creationId="{C590454E-A27D-3290-8B88-ADDE73CD727F}"/>
          </ac:picMkLst>
        </pc:picChg>
      </pc:sldChg>
      <pc:sldChg chg="modSp add mod">
        <pc:chgData name="Zheng Fei" userId="d19317889db4c986" providerId="LiveId" clId="{1449574E-7D40-4B9D-8DC9-46AF132392CF}" dt="2023-02-25T14:45:20.283" v="3807"/>
        <pc:sldMkLst>
          <pc:docMk/>
          <pc:sldMk cId="1689809911" sldId="1806"/>
        </pc:sldMkLst>
        <pc:spChg chg="mod">
          <ac:chgData name="Zheng Fei" userId="d19317889db4c986" providerId="LiveId" clId="{1449574E-7D40-4B9D-8DC9-46AF132392CF}" dt="2023-02-25T14:45:19.145" v="3801" actId="14100"/>
          <ac:spMkLst>
            <pc:docMk/>
            <pc:sldMk cId="1689809911" sldId="1806"/>
            <ac:spMk id="4" creationId="{256B035B-29B3-4D07-F1FC-4819770B93C9}"/>
          </ac:spMkLst>
        </pc:spChg>
        <pc:spChg chg="mod">
          <ac:chgData name="Zheng Fei" userId="d19317889db4c986" providerId="LiveId" clId="{1449574E-7D40-4B9D-8DC9-46AF132392CF}" dt="2023-02-25T14:45:20.283" v="3804"/>
          <ac:spMkLst>
            <pc:docMk/>
            <pc:sldMk cId="1689809911" sldId="1806"/>
            <ac:spMk id="14" creationId="{52272215-F6A9-6B6B-AA65-657D55676E3D}"/>
          </ac:spMkLst>
        </pc:spChg>
        <pc:spChg chg="mod">
          <ac:chgData name="Zheng Fei" userId="d19317889db4c986" providerId="LiveId" clId="{1449574E-7D40-4B9D-8DC9-46AF132392CF}" dt="2023-02-25T14:45:20.283" v="3803"/>
          <ac:spMkLst>
            <pc:docMk/>
            <pc:sldMk cId="1689809911" sldId="1806"/>
            <ac:spMk id="15" creationId="{1209E89A-12C9-65CD-CCF6-CE763C56E78A}"/>
          </ac:spMkLst>
        </pc:spChg>
        <pc:spChg chg="mod">
          <ac:chgData name="Zheng Fei" userId="d19317889db4c986" providerId="LiveId" clId="{1449574E-7D40-4B9D-8DC9-46AF132392CF}" dt="2023-02-25T14:45:20.283" v="3803"/>
          <ac:spMkLst>
            <pc:docMk/>
            <pc:sldMk cId="1689809911" sldId="1806"/>
            <ac:spMk id="16" creationId="{4EF63596-0B8C-85B4-ADA6-44D49AD9CF11}"/>
          </ac:spMkLst>
        </pc:spChg>
        <pc:spChg chg="mod">
          <ac:chgData name="Zheng Fei" userId="d19317889db4c986" providerId="LiveId" clId="{1449574E-7D40-4B9D-8DC9-46AF132392CF}" dt="2023-02-25T14:45:20.283" v="3803"/>
          <ac:spMkLst>
            <pc:docMk/>
            <pc:sldMk cId="1689809911" sldId="1806"/>
            <ac:spMk id="17" creationId="{9ED714B5-7076-3654-95BB-06C165619D94}"/>
          </ac:spMkLst>
        </pc:spChg>
        <pc:grpChg chg="mod">
          <ac:chgData name="Zheng Fei" userId="d19317889db4c986" providerId="LiveId" clId="{1449574E-7D40-4B9D-8DC9-46AF132392CF}" dt="2023-02-25T14:45:20.283" v="3805"/>
          <ac:grpSpMkLst>
            <pc:docMk/>
            <pc:sldMk cId="1689809911" sldId="1806"/>
            <ac:grpSpMk id="18" creationId="{61C1C73A-E4C6-85E2-4B6C-D12A7104B6C9}"/>
          </ac:grpSpMkLst>
        </pc:grpChg>
        <pc:picChg chg="mod ord">
          <ac:chgData name="Zheng Fei" userId="d19317889db4c986" providerId="LiveId" clId="{1449574E-7D40-4B9D-8DC9-46AF132392CF}" dt="2023-02-25T14:45:20.283" v="3807"/>
          <ac:picMkLst>
            <pc:docMk/>
            <pc:sldMk cId="1689809911" sldId="1806"/>
            <ac:picMk id="3" creationId="{C590454E-A27D-3290-8B88-ADDE73CD727F}"/>
          </ac:picMkLst>
        </pc:picChg>
      </pc:sldChg>
      <pc:sldChg chg="addSp delSp modSp add mod replTag">
        <pc:chgData name="Zheng Fei" userId="d19317889db4c986" providerId="LiveId" clId="{1449574E-7D40-4B9D-8DC9-46AF132392CF}" dt="2023-02-25T14:46:22.713" v="3903"/>
        <pc:sldMkLst>
          <pc:docMk/>
          <pc:sldMk cId="3886106153" sldId="1807"/>
        </pc:sldMkLst>
        <pc:spChg chg="add mod replST">
          <ac:chgData name="Zheng Fei" userId="d19317889db4c986" providerId="LiveId" clId="{1449574E-7D40-4B9D-8DC9-46AF132392CF}" dt="2023-02-25T14:41:37.056" v="3291" actId="113"/>
          <ac:spMkLst>
            <pc:docMk/>
            <pc:sldMk cId="3886106153" sldId="1807"/>
            <ac:spMk id="4" creationId="{CD41CE8A-42D4-2B6A-995B-63622B3E08CF}"/>
          </ac:spMkLst>
        </pc:spChg>
        <pc:spChg chg="add mod replST">
          <ac:chgData name="Zheng Fei" userId="d19317889db4c986" providerId="LiveId" clId="{1449574E-7D40-4B9D-8DC9-46AF132392CF}" dt="2023-02-25T14:33:07.012" v="1880"/>
          <ac:spMkLst>
            <pc:docMk/>
            <pc:sldMk cId="3886106153" sldId="1807"/>
            <ac:spMk id="5" creationId="{D152453B-09AC-9B94-89C5-CD4B0F983898}"/>
          </ac:spMkLst>
        </pc:spChg>
        <pc:spChg chg="add mod replST">
          <ac:chgData name="Zheng Fei" userId="d19317889db4c986" providerId="LiveId" clId="{1449574E-7D40-4B9D-8DC9-46AF132392CF}" dt="2023-02-25T14:33:09.826" v="1890"/>
          <ac:spMkLst>
            <pc:docMk/>
            <pc:sldMk cId="3886106153" sldId="1807"/>
            <ac:spMk id="6" creationId="{F02B1378-8116-825C-8861-8BE4C23880BF}"/>
          </ac:spMkLst>
        </pc:spChg>
        <pc:spChg chg="add del mod replST">
          <ac:chgData name="Zheng Fei" userId="d19317889db4c986" providerId="LiveId" clId="{1449574E-7D40-4B9D-8DC9-46AF132392CF}" dt="2023-02-25T14:33:14.316" v="1899" actId="478"/>
          <ac:spMkLst>
            <pc:docMk/>
            <pc:sldMk cId="3886106153" sldId="1807"/>
            <ac:spMk id="7" creationId="{05C82B96-0144-90BF-F75B-4B69839B171A}"/>
          </ac:spMkLst>
        </pc:spChg>
        <pc:spChg chg="add del mod replST">
          <ac:chgData name="Zheng Fei" userId="d19317889db4c986" providerId="LiveId" clId="{1449574E-7D40-4B9D-8DC9-46AF132392CF}" dt="2023-02-25T14:33:24.407" v="1959" actId="478"/>
          <ac:spMkLst>
            <pc:docMk/>
            <pc:sldMk cId="3886106153" sldId="1807"/>
            <ac:spMk id="8" creationId="{99C740EC-0411-7803-D339-D67938FAC550}"/>
          </ac:spMkLst>
        </pc:spChg>
        <pc:spChg chg="add mod replST">
          <ac:chgData name="Zheng Fei" userId="d19317889db4c986" providerId="LiveId" clId="{1449574E-7D40-4B9D-8DC9-46AF132392CF}" dt="2023-02-25T14:33:26.147" v="1969" actId="207"/>
          <ac:spMkLst>
            <pc:docMk/>
            <pc:sldMk cId="3886106153" sldId="1807"/>
            <ac:spMk id="9" creationId="{7A16CB84-44F2-4EB4-A6AB-B07D1FD99EB2}"/>
          </ac:spMkLst>
        </pc:spChg>
        <pc:spChg chg="add mod replST">
          <ac:chgData name="Zheng Fei" userId="d19317889db4c986" providerId="LiveId" clId="{1449574E-7D40-4B9D-8DC9-46AF132392CF}" dt="2023-02-25T14:33:26.147" v="1974"/>
          <ac:spMkLst>
            <pc:docMk/>
            <pc:sldMk cId="3886106153" sldId="1807"/>
            <ac:spMk id="10" creationId="{8F2C187D-9CF5-0F82-9FC1-2F90ECD31552}"/>
          </ac:spMkLst>
        </pc:spChg>
        <pc:spChg chg="add del mod replST">
          <ac:chgData name="Zheng Fei" userId="d19317889db4c986" providerId="LiveId" clId="{1449574E-7D40-4B9D-8DC9-46AF132392CF}" dt="2023-02-25T14:33:19.172" v="1924" actId="478"/>
          <ac:spMkLst>
            <pc:docMk/>
            <pc:sldMk cId="3886106153" sldId="1807"/>
            <ac:spMk id="11" creationId="{67F4A22F-11CE-9BA8-3869-6FB0124EDCD3}"/>
          </ac:spMkLst>
        </pc:spChg>
        <pc:spChg chg="add del mod replST">
          <ac:chgData name="Zheng Fei" userId="d19317889db4c986" providerId="LiveId" clId="{1449574E-7D40-4B9D-8DC9-46AF132392CF}" dt="2023-02-25T14:33:21.395" v="1941" actId="478"/>
          <ac:spMkLst>
            <pc:docMk/>
            <pc:sldMk cId="3886106153" sldId="1807"/>
            <ac:spMk id="12" creationId="{424C02C3-AD8E-B704-FD09-9D6E19F43DCB}"/>
          </ac:spMkLst>
        </pc:spChg>
        <pc:spChg chg="add mod replST">
          <ac:chgData name="Zheng Fei" userId="d19317889db4c986" providerId="LiveId" clId="{1449574E-7D40-4B9D-8DC9-46AF132392CF}" dt="2023-02-25T14:32:02.076" v="1708"/>
          <ac:spMkLst>
            <pc:docMk/>
            <pc:sldMk cId="3886106153" sldId="1807"/>
            <ac:spMk id="13" creationId="{40709A07-EBAD-4922-2A70-D4D0D8A2D3D1}"/>
          </ac:spMkLst>
        </pc:spChg>
        <pc:spChg chg="add mod replST">
          <ac:chgData name="Zheng Fei" userId="d19317889db4c986" providerId="LiveId" clId="{1449574E-7D40-4B9D-8DC9-46AF132392CF}" dt="2023-02-25T14:46:22.705" v="3900"/>
          <ac:spMkLst>
            <pc:docMk/>
            <pc:sldMk cId="3886106153" sldId="1807"/>
            <ac:spMk id="14" creationId="{797B2418-4732-E2B6-06CD-60EEC4784355}"/>
          </ac:spMkLst>
        </pc:spChg>
        <pc:spChg chg="add mod replST">
          <ac:chgData name="Zheng Fei" userId="d19317889db4c986" providerId="LiveId" clId="{1449574E-7D40-4B9D-8DC9-46AF132392CF}" dt="2023-02-25T14:46:22.705" v="3899"/>
          <ac:spMkLst>
            <pc:docMk/>
            <pc:sldMk cId="3886106153" sldId="1807"/>
            <ac:spMk id="15" creationId="{FE150640-0C41-2D12-6BC3-87EDD7F08BB9}"/>
          </ac:spMkLst>
        </pc:spChg>
        <pc:spChg chg="add mod replST">
          <ac:chgData name="Zheng Fei" userId="d19317889db4c986" providerId="LiveId" clId="{1449574E-7D40-4B9D-8DC9-46AF132392CF}" dt="2023-02-25T14:46:22.705" v="3899"/>
          <ac:spMkLst>
            <pc:docMk/>
            <pc:sldMk cId="3886106153" sldId="1807"/>
            <ac:spMk id="16" creationId="{9AD62667-05EB-ED96-0F25-357585BB2491}"/>
          </ac:spMkLst>
        </pc:spChg>
        <pc:spChg chg="add mod replST">
          <ac:chgData name="Zheng Fei" userId="d19317889db4c986" providerId="LiveId" clId="{1449574E-7D40-4B9D-8DC9-46AF132392CF}" dt="2023-02-25T14:46:22.705" v="3899"/>
          <ac:spMkLst>
            <pc:docMk/>
            <pc:sldMk cId="3886106153" sldId="1807"/>
            <ac:spMk id="17" creationId="{D06CB649-0CB7-57E7-E2CA-66B7D1802999}"/>
          </ac:spMkLst>
        </pc:spChg>
        <pc:spChg chg="add del mod ord replST">
          <ac:chgData name="Zheng Fei" userId="d19317889db4c986" providerId="LiveId" clId="{1449574E-7D40-4B9D-8DC9-46AF132392CF}" dt="2023-02-25T14:33:26.147" v="1976"/>
          <ac:spMkLst>
            <pc:docMk/>
            <pc:sldMk cId="3886106153" sldId="1807"/>
            <ac:spMk id="19" creationId="{6571DD04-08F1-6F81-DC82-D99692ECDD31}"/>
          </ac:spMkLst>
        </pc:spChg>
        <pc:grpChg chg="add mod replST">
          <ac:chgData name="Zheng Fei" userId="d19317889db4c986" providerId="LiveId" clId="{1449574E-7D40-4B9D-8DC9-46AF132392CF}" dt="2023-02-25T14:46:22.705" v="3901"/>
          <ac:grpSpMkLst>
            <pc:docMk/>
            <pc:sldMk cId="3886106153" sldId="1807"/>
            <ac:grpSpMk id="18" creationId="{7F462659-DD2B-0355-BE2F-B70028BDC88A}"/>
          </ac:grpSpMkLst>
        </pc:grpChg>
        <pc:picChg chg="add mod ord replST">
          <ac:chgData name="Zheng Fei" userId="d19317889db4c986" providerId="LiveId" clId="{1449574E-7D40-4B9D-8DC9-46AF132392CF}" dt="2023-02-25T14:46:22.713" v="3903"/>
          <ac:picMkLst>
            <pc:docMk/>
            <pc:sldMk cId="3886106153" sldId="1807"/>
            <ac:picMk id="3" creationId="{393BFC3D-F8B1-F685-B831-A9D41B42193E}"/>
          </ac:picMkLst>
        </pc:picChg>
      </pc:sldChg>
      <pc:sldChg chg="addSp delSp modSp add mod modAnim replTag">
        <pc:chgData name="Zheng Fei" userId="d19317889db4c986" providerId="LiveId" clId="{1449574E-7D40-4B9D-8DC9-46AF132392CF}" dt="2023-02-25T14:46:25.993" v="3925"/>
        <pc:sldMkLst>
          <pc:docMk/>
          <pc:sldMk cId="34462308" sldId="1808"/>
        </pc:sldMkLst>
        <pc:spChg chg="del mod">
          <ac:chgData name="Zheng Fei" userId="d19317889db4c986" providerId="LiveId" clId="{1449574E-7D40-4B9D-8DC9-46AF132392CF}" dt="2023-02-25T14:34:47.203" v="2290"/>
          <ac:spMkLst>
            <pc:docMk/>
            <pc:sldMk cId="34462308" sldId="1808"/>
            <ac:spMk id="2" creationId="{274AEAD1-8EF2-EED9-4292-252FA3B6A21C}"/>
          </ac:spMkLst>
        </pc:spChg>
        <pc:spChg chg="del mod">
          <ac:chgData name="Zheng Fei" userId="d19317889db4c986" providerId="LiveId" clId="{1449574E-7D40-4B9D-8DC9-46AF132392CF}" dt="2023-02-25T14:34:47.203" v="2290"/>
          <ac:spMkLst>
            <pc:docMk/>
            <pc:sldMk cId="34462308" sldId="1808"/>
            <ac:spMk id="3" creationId="{9D6AA3F5-CB85-77A9-3A62-E05DBA864DC6}"/>
          </ac:spMkLst>
        </pc:spChg>
        <pc:spChg chg="add mod replST">
          <ac:chgData name="Zheng Fei" userId="d19317889db4c986" providerId="LiveId" clId="{1449574E-7D40-4B9D-8DC9-46AF132392CF}" dt="2023-02-25T14:43:42.622" v="3654" actId="207"/>
          <ac:spMkLst>
            <pc:docMk/>
            <pc:sldMk cId="34462308" sldId="1808"/>
            <ac:spMk id="6" creationId="{F3155F9A-733A-CDFE-3467-2C614FDC5AE2}"/>
          </ac:spMkLst>
        </pc:spChg>
        <pc:spChg chg="add mod replST">
          <ac:chgData name="Zheng Fei" userId="d19317889db4c986" providerId="LiveId" clId="{1449574E-7D40-4B9D-8DC9-46AF132392CF}" dt="2023-02-25T14:34:47.258" v="2333" actId="20577"/>
          <ac:spMkLst>
            <pc:docMk/>
            <pc:sldMk cId="34462308" sldId="1808"/>
            <ac:spMk id="7" creationId="{21C5C657-1D23-1120-4276-DEC3F93C7A2F}"/>
          </ac:spMkLst>
        </pc:spChg>
        <pc:spChg chg="add mod replST">
          <ac:chgData name="Zheng Fei" userId="d19317889db4c986" providerId="LiveId" clId="{1449574E-7D40-4B9D-8DC9-46AF132392CF}" dt="2023-02-25T14:46:25.913" v="3908"/>
          <ac:spMkLst>
            <pc:docMk/>
            <pc:sldMk cId="34462308" sldId="1808"/>
            <ac:spMk id="8" creationId="{07BBAC74-0BB7-550C-8B40-752996AF31DB}"/>
          </ac:spMkLst>
        </pc:spChg>
        <pc:spChg chg="add mod replST">
          <ac:chgData name="Zheng Fei" userId="d19317889db4c986" providerId="LiveId" clId="{1449574E-7D40-4B9D-8DC9-46AF132392CF}" dt="2023-02-25T14:46:25.913" v="3907"/>
          <ac:spMkLst>
            <pc:docMk/>
            <pc:sldMk cId="34462308" sldId="1808"/>
            <ac:spMk id="9" creationId="{651A6D2A-04CD-FD7B-8170-CCDD6E673DD4}"/>
          </ac:spMkLst>
        </pc:spChg>
        <pc:spChg chg="add mod replST">
          <ac:chgData name="Zheng Fei" userId="d19317889db4c986" providerId="LiveId" clId="{1449574E-7D40-4B9D-8DC9-46AF132392CF}" dt="2023-02-25T14:46:25.913" v="3907"/>
          <ac:spMkLst>
            <pc:docMk/>
            <pc:sldMk cId="34462308" sldId="1808"/>
            <ac:spMk id="10" creationId="{FAA0CF2D-FFB3-83A9-0B7E-2285D1F756E4}"/>
          </ac:spMkLst>
        </pc:spChg>
        <pc:spChg chg="add mod replST">
          <ac:chgData name="Zheng Fei" userId="d19317889db4c986" providerId="LiveId" clId="{1449574E-7D40-4B9D-8DC9-46AF132392CF}" dt="2023-02-25T14:46:25.913" v="3907"/>
          <ac:spMkLst>
            <pc:docMk/>
            <pc:sldMk cId="34462308" sldId="1808"/>
            <ac:spMk id="11" creationId="{3520867A-E4FF-1F05-70DA-C01020E1CF1E}"/>
          </ac:spMkLst>
        </pc:spChg>
        <pc:spChg chg="add del mod replST">
          <ac:chgData name="Zheng Fei" userId="d19317889db4c986" providerId="LiveId" clId="{1449574E-7D40-4B9D-8DC9-46AF132392CF}" dt="2023-02-25T14:36:39.165" v="2539"/>
          <ac:spMkLst>
            <pc:docMk/>
            <pc:sldMk cId="34462308" sldId="1808"/>
            <ac:spMk id="13" creationId="{C7A2D938-C8A2-AF6D-D075-DE7851744A3D}"/>
          </ac:spMkLst>
        </pc:spChg>
        <pc:spChg chg="add mod modVis replST">
          <ac:chgData name="Zheng Fei" userId="d19317889db4c986" providerId="LiveId" clId="{1449574E-7D40-4B9D-8DC9-46AF132392CF}" dt="2023-02-25T14:46:25.931" v="3920"/>
          <ac:spMkLst>
            <pc:docMk/>
            <pc:sldMk cId="34462308" sldId="1808"/>
            <ac:spMk id="14" creationId="{F3797F47-8696-1797-BC51-B40E319D1379}"/>
          </ac:spMkLst>
        </pc:spChg>
        <pc:spChg chg="add mod modVis replST">
          <ac:chgData name="Zheng Fei" userId="d19317889db4c986" providerId="LiveId" clId="{1449574E-7D40-4B9D-8DC9-46AF132392CF}" dt="2023-02-25T14:46:25.993" v="3922"/>
          <ac:spMkLst>
            <pc:docMk/>
            <pc:sldMk cId="34462308" sldId="1808"/>
            <ac:spMk id="15" creationId="{56EC247A-3B26-EA04-4E49-D70F1916BDD8}"/>
          </ac:spMkLst>
        </pc:spChg>
        <pc:spChg chg="add mod modVis replST">
          <ac:chgData name="Zheng Fei" userId="d19317889db4c986" providerId="LiveId" clId="{1449574E-7D40-4B9D-8DC9-46AF132392CF}" dt="2023-02-25T14:43:28.788" v="3563"/>
          <ac:spMkLst>
            <pc:docMk/>
            <pc:sldMk cId="34462308" sldId="1808"/>
            <ac:spMk id="16" creationId="{2CA2FA66-4CE0-3975-F389-DAD0F2C5A2C2}"/>
          </ac:spMkLst>
        </pc:spChg>
        <pc:spChg chg="add mod modVis replST">
          <ac:chgData name="Zheng Fei" userId="d19317889db4c986" providerId="LiveId" clId="{1449574E-7D40-4B9D-8DC9-46AF132392CF}" dt="2023-02-25T14:46:25.993" v="3921" actId="20577"/>
          <ac:spMkLst>
            <pc:docMk/>
            <pc:sldMk cId="34462308" sldId="1808"/>
            <ac:spMk id="17" creationId="{AE7BDFEF-0A9B-17E6-82A0-819179BB07FF}"/>
          </ac:spMkLst>
        </pc:spChg>
        <pc:spChg chg="add mod modVis replST">
          <ac:chgData name="Zheng Fei" userId="d19317889db4c986" providerId="LiveId" clId="{1449574E-7D40-4B9D-8DC9-46AF132392CF}" dt="2023-02-25T14:43:28.780" v="3556"/>
          <ac:spMkLst>
            <pc:docMk/>
            <pc:sldMk cId="34462308" sldId="1808"/>
            <ac:spMk id="19" creationId="{B7D219EE-D8F0-7819-5390-101E79A8670B}"/>
          </ac:spMkLst>
        </pc:spChg>
        <pc:spChg chg="add mod modVis replST">
          <ac:chgData name="Zheng Fei" userId="d19317889db4c986" providerId="LiveId" clId="{1449574E-7D40-4B9D-8DC9-46AF132392CF}" dt="2023-02-25T14:46:25.930" v="3919"/>
          <ac:spMkLst>
            <pc:docMk/>
            <pc:sldMk cId="34462308" sldId="1808"/>
            <ac:spMk id="20" creationId="{51541559-AE89-0464-A67C-9B98E674F25E}"/>
          </ac:spMkLst>
        </pc:spChg>
        <pc:spChg chg="add mod">
          <ac:chgData name="Zheng Fei" userId="d19317889db4c986" providerId="LiveId" clId="{1449574E-7D40-4B9D-8DC9-46AF132392CF}" dt="2023-02-25T14:42:36.132" v="3395" actId="2710"/>
          <ac:spMkLst>
            <pc:docMk/>
            <pc:sldMk cId="34462308" sldId="1808"/>
            <ac:spMk id="21" creationId="{2200E264-BFEA-FF9B-A3DB-C03D576A57B2}"/>
          </ac:spMkLst>
        </pc:spChg>
        <pc:grpChg chg="add mod replST">
          <ac:chgData name="Zheng Fei" userId="d19317889db4c986" providerId="LiveId" clId="{1449574E-7D40-4B9D-8DC9-46AF132392CF}" dt="2023-02-25T14:46:25.913" v="3909"/>
          <ac:grpSpMkLst>
            <pc:docMk/>
            <pc:sldMk cId="34462308" sldId="1808"/>
            <ac:grpSpMk id="12" creationId="{D0EBDBFB-4A21-BB37-F514-76EFEF0E3273}"/>
          </ac:grpSpMkLst>
        </pc:grpChg>
        <pc:grpChg chg="add mod modVis replST">
          <ac:chgData name="Zheng Fei" userId="d19317889db4c986" providerId="LiveId" clId="{1449574E-7D40-4B9D-8DC9-46AF132392CF}" dt="2023-02-25T14:46:25.993" v="3923"/>
          <ac:grpSpMkLst>
            <pc:docMk/>
            <pc:sldMk cId="34462308" sldId="1808"/>
            <ac:grpSpMk id="18" creationId="{10FC027B-1038-1EDE-A4D3-2A22778335DA}"/>
          </ac:grpSpMkLst>
        </pc:grpChg>
        <pc:picChg chg="add mod ord replST">
          <ac:chgData name="Zheng Fei" userId="d19317889db4c986" providerId="LiveId" clId="{1449574E-7D40-4B9D-8DC9-46AF132392CF}" dt="2023-02-25T14:46:25.993" v="3925"/>
          <ac:picMkLst>
            <pc:docMk/>
            <pc:sldMk cId="34462308" sldId="1808"/>
            <ac:picMk id="5" creationId="{79EA4C97-C729-A86D-AC6C-F0EC7C6EBA6A}"/>
          </ac:picMkLst>
        </pc:picChg>
      </pc:sldChg>
      <pc:sldChg chg="addSp delSp modSp add del mod replTag delTag">
        <pc:chgData name="Zheng Fei" userId="d19317889db4c986" providerId="LiveId" clId="{1449574E-7D40-4B9D-8DC9-46AF132392CF}" dt="2023-02-25T14:34:33.844" v="2288"/>
        <pc:sldMkLst>
          <pc:docMk/>
          <pc:sldMk cId="3151730634" sldId="1808"/>
        </pc:sldMkLst>
        <pc:spChg chg="add del mod">
          <ac:chgData name="Zheng Fei" userId="d19317889db4c986" providerId="LiveId" clId="{1449574E-7D40-4B9D-8DC9-46AF132392CF}" dt="2023-02-25T14:34:33.844" v="2288"/>
          <ac:spMkLst>
            <pc:docMk/>
            <pc:sldMk cId="3151730634" sldId="1808"/>
            <ac:spMk id="2" creationId="{92617792-71B6-62AF-F1B0-585DA4FAD397}"/>
          </ac:spMkLst>
        </pc:spChg>
        <pc:spChg chg="add del mod">
          <ac:chgData name="Zheng Fei" userId="d19317889db4c986" providerId="LiveId" clId="{1449574E-7D40-4B9D-8DC9-46AF132392CF}" dt="2023-02-25T14:34:33.844" v="2288"/>
          <ac:spMkLst>
            <pc:docMk/>
            <pc:sldMk cId="3151730634" sldId="1808"/>
            <ac:spMk id="3" creationId="{711C6AE6-6800-8BD5-F69C-1BAF84767023}"/>
          </ac:spMkLst>
        </pc:spChg>
        <pc:spChg chg="add del mod replST delST">
          <ac:chgData name="Zheng Fei" userId="d19317889db4c986" providerId="LiveId" clId="{1449574E-7D40-4B9D-8DC9-46AF132392CF}" dt="2023-02-25T14:34:33.844" v="2288"/>
          <ac:spMkLst>
            <pc:docMk/>
            <pc:sldMk cId="3151730634" sldId="1808"/>
            <ac:spMk id="6" creationId="{1820881F-854C-DDEC-4DDC-1358FF61950A}"/>
          </ac:spMkLst>
        </pc:spChg>
        <pc:spChg chg="add del mod replST delST">
          <ac:chgData name="Zheng Fei" userId="d19317889db4c986" providerId="LiveId" clId="{1449574E-7D40-4B9D-8DC9-46AF132392CF}" dt="2023-02-25T14:34:33.844" v="2288"/>
          <ac:spMkLst>
            <pc:docMk/>
            <pc:sldMk cId="3151730634" sldId="1808"/>
            <ac:spMk id="7" creationId="{3955271F-EC86-4304-B2BA-CDE68EAA4DB2}"/>
          </ac:spMkLst>
        </pc:spChg>
        <pc:spChg chg="add del mod replST delST">
          <ac:chgData name="Zheng Fei" userId="d19317889db4c986" providerId="LiveId" clId="{1449574E-7D40-4B9D-8DC9-46AF132392CF}" dt="2023-02-25T14:34:33.844" v="2288"/>
          <ac:spMkLst>
            <pc:docMk/>
            <pc:sldMk cId="3151730634" sldId="1808"/>
            <ac:spMk id="8" creationId="{ED773EA0-3D17-748A-CAB5-399D009A328C}"/>
          </ac:spMkLst>
        </pc:spChg>
        <pc:spChg chg="add del mod replST delST">
          <ac:chgData name="Zheng Fei" userId="d19317889db4c986" providerId="LiveId" clId="{1449574E-7D40-4B9D-8DC9-46AF132392CF}" dt="2023-02-25T14:34:33.844" v="2288"/>
          <ac:spMkLst>
            <pc:docMk/>
            <pc:sldMk cId="3151730634" sldId="1808"/>
            <ac:spMk id="9" creationId="{4DEE7DF6-1BAC-B37F-40D4-82D68B47A978}"/>
          </ac:spMkLst>
        </pc:spChg>
        <pc:spChg chg="add del mod replST delST">
          <ac:chgData name="Zheng Fei" userId="d19317889db4c986" providerId="LiveId" clId="{1449574E-7D40-4B9D-8DC9-46AF132392CF}" dt="2023-02-25T14:34:33.844" v="2288"/>
          <ac:spMkLst>
            <pc:docMk/>
            <pc:sldMk cId="3151730634" sldId="1808"/>
            <ac:spMk id="10" creationId="{56C7183D-1332-D6A6-1FFB-260CB1795474}"/>
          </ac:spMkLst>
        </pc:spChg>
        <pc:spChg chg="add del mod replST delST">
          <ac:chgData name="Zheng Fei" userId="d19317889db4c986" providerId="LiveId" clId="{1449574E-7D40-4B9D-8DC9-46AF132392CF}" dt="2023-02-25T14:34:33.844" v="2288"/>
          <ac:spMkLst>
            <pc:docMk/>
            <pc:sldMk cId="3151730634" sldId="1808"/>
            <ac:spMk id="11" creationId="{5DAC9815-4627-24A0-DBEE-3DE8641DCE9C}"/>
          </ac:spMkLst>
        </pc:spChg>
        <pc:spChg chg="add del mod replST delST">
          <ac:chgData name="Zheng Fei" userId="d19317889db4c986" providerId="LiveId" clId="{1449574E-7D40-4B9D-8DC9-46AF132392CF}" dt="2023-02-25T14:34:33.844" v="2288"/>
          <ac:spMkLst>
            <pc:docMk/>
            <pc:sldMk cId="3151730634" sldId="1808"/>
            <ac:spMk id="13" creationId="{79F4416E-648B-8717-B9B8-5FC6C6E51D80}"/>
          </ac:spMkLst>
        </pc:spChg>
        <pc:grpChg chg="add mod replST delST">
          <ac:chgData name="Zheng Fei" userId="d19317889db4c986" providerId="LiveId" clId="{1449574E-7D40-4B9D-8DC9-46AF132392CF}" dt="2023-02-25T14:34:33.844" v="2288"/>
          <ac:grpSpMkLst>
            <pc:docMk/>
            <pc:sldMk cId="3151730634" sldId="1808"/>
            <ac:grpSpMk id="12" creationId="{75605148-69A6-7293-9E6E-1D855B2FD993}"/>
          </ac:grpSpMkLst>
        </pc:grpChg>
        <pc:picChg chg="add del mod ord replST delST">
          <ac:chgData name="Zheng Fei" userId="d19317889db4c986" providerId="LiveId" clId="{1449574E-7D40-4B9D-8DC9-46AF132392CF}" dt="2023-02-25T14:34:33.844" v="2288"/>
          <ac:picMkLst>
            <pc:docMk/>
            <pc:sldMk cId="3151730634" sldId="1808"/>
            <ac:picMk id="5" creationId="{FDF2349E-C084-7220-EBA8-F48E7AF819EA}"/>
          </ac:picMkLst>
        </pc:picChg>
      </pc:sldChg>
      <pc:sldChg chg="addSp delSp modSp add mod replTag">
        <pc:chgData name="Zheng Fei" userId="d19317889db4c986" providerId="LiveId" clId="{1449574E-7D40-4B9D-8DC9-46AF132392CF}" dt="2023-02-25T14:44:01.594" v="3702" actId="207"/>
        <pc:sldMkLst>
          <pc:docMk/>
          <pc:sldMk cId="4224461416" sldId="1809"/>
        </pc:sldMkLst>
        <pc:spChg chg="add mod replST">
          <ac:chgData name="Zheng Fei" userId="d19317889db4c986" providerId="LiveId" clId="{1449574E-7D40-4B9D-8DC9-46AF132392CF}" dt="2023-02-25T14:44:01.594" v="3702" actId="207"/>
          <ac:spMkLst>
            <pc:docMk/>
            <pc:sldMk cId="4224461416" sldId="1809"/>
            <ac:spMk id="4" creationId="{D15FEE26-26F9-409E-AEB2-3B65C0747FE2}"/>
          </ac:spMkLst>
        </pc:spChg>
        <pc:spChg chg="add mod replST">
          <ac:chgData name="Zheng Fei" userId="d19317889db4c986" providerId="LiveId" clId="{1449574E-7D40-4B9D-8DC9-46AF132392CF}" dt="2023-02-25T14:38:29.510" v="2977" actId="20577"/>
          <ac:spMkLst>
            <pc:docMk/>
            <pc:sldMk cId="4224461416" sldId="1809"/>
            <ac:spMk id="5" creationId="{22EE870F-89BC-CC30-F822-CF387106F2A1}"/>
          </ac:spMkLst>
        </pc:spChg>
        <pc:spChg chg="add mod replST">
          <ac:chgData name="Zheng Fei" userId="d19317889db4c986" providerId="LiveId" clId="{1449574E-7D40-4B9D-8DC9-46AF132392CF}" dt="2023-02-25T14:43:50.737" v="3696"/>
          <ac:spMkLst>
            <pc:docMk/>
            <pc:sldMk cId="4224461416" sldId="1809"/>
            <ac:spMk id="6" creationId="{60DC277F-EC7F-D8E4-A530-85F2514F5524}"/>
          </ac:spMkLst>
        </pc:spChg>
        <pc:spChg chg="add mod replST">
          <ac:chgData name="Zheng Fei" userId="d19317889db4c986" providerId="LiveId" clId="{1449574E-7D40-4B9D-8DC9-46AF132392CF}" dt="2023-02-25T14:43:50.737" v="3695"/>
          <ac:spMkLst>
            <pc:docMk/>
            <pc:sldMk cId="4224461416" sldId="1809"/>
            <ac:spMk id="7" creationId="{A92D15AB-423B-397C-E9F3-798BE1544C49}"/>
          </ac:spMkLst>
        </pc:spChg>
        <pc:spChg chg="add mod replST">
          <ac:chgData name="Zheng Fei" userId="d19317889db4c986" providerId="LiveId" clId="{1449574E-7D40-4B9D-8DC9-46AF132392CF}" dt="2023-02-25T14:43:50.737" v="3695"/>
          <ac:spMkLst>
            <pc:docMk/>
            <pc:sldMk cId="4224461416" sldId="1809"/>
            <ac:spMk id="8" creationId="{C2BF1C90-4B30-E0EC-4559-75BEA8121504}"/>
          </ac:spMkLst>
        </pc:spChg>
        <pc:spChg chg="add mod replST">
          <ac:chgData name="Zheng Fei" userId="d19317889db4c986" providerId="LiveId" clId="{1449574E-7D40-4B9D-8DC9-46AF132392CF}" dt="2023-02-25T14:43:50.737" v="3695"/>
          <ac:spMkLst>
            <pc:docMk/>
            <pc:sldMk cId="4224461416" sldId="1809"/>
            <ac:spMk id="9" creationId="{5771AAB4-320C-03E9-E5D9-F88E5BD1A5B6}"/>
          </ac:spMkLst>
        </pc:spChg>
        <pc:spChg chg="add del mod replST">
          <ac:chgData name="Zheng Fei" userId="d19317889db4c986" providerId="LiveId" clId="{1449574E-7D40-4B9D-8DC9-46AF132392CF}" dt="2023-02-25T14:39:55.426" v="3205"/>
          <ac:spMkLst>
            <pc:docMk/>
            <pc:sldMk cId="4224461416" sldId="1809"/>
            <ac:spMk id="11" creationId="{DC10147C-347A-7F98-1D14-D3D11EAE66B9}"/>
          </ac:spMkLst>
        </pc:spChg>
        <pc:spChg chg="add del mod replST">
          <ac:chgData name="Zheng Fei" userId="d19317889db4c986" providerId="LiveId" clId="{1449574E-7D40-4B9D-8DC9-46AF132392CF}" dt="2023-02-25T14:43:18.895" v="3514"/>
          <ac:spMkLst>
            <pc:docMk/>
            <pc:sldMk cId="4224461416" sldId="1809"/>
            <ac:spMk id="12" creationId="{50115273-9E41-8656-B0A2-3CC1B13C0C47}"/>
          </ac:spMkLst>
        </pc:spChg>
        <pc:grpChg chg="add mod replST">
          <ac:chgData name="Zheng Fei" userId="d19317889db4c986" providerId="LiveId" clId="{1449574E-7D40-4B9D-8DC9-46AF132392CF}" dt="2023-02-25T14:43:50.737" v="3697"/>
          <ac:grpSpMkLst>
            <pc:docMk/>
            <pc:sldMk cId="4224461416" sldId="1809"/>
            <ac:grpSpMk id="10" creationId="{03456CD6-285A-F4C0-1955-9B75786900E5}"/>
          </ac:grpSpMkLst>
        </pc:grpChg>
        <pc:picChg chg="add mod ord replST">
          <ac:chgData name="Zheng Fei" userId="d19317889db4c986" providerId="LiveId" clId="{1449574E-7D40-4B9D-8DC9-46AF132392CF}" dt="2023-02-25T14:43:50.737" v="3699"/>
          <ac:picMkLst>
            <pc:docMk/>
            <pc:sldMk cId="4224461416" sldId="1809"/>
            <ac:picMk id="3" creationId="{0BCCD05E-BF5F-418D-30FC-4191AF0F0A10}"/>
          </ac:picMkLst>
        </pc:picChg>
      </pc:sldChg>
      <pc:sldChg chg="modSp new mod">
        <pc:chgData name="Zheng Fei" userId="d19317889db4c986" providerId="LiveId" clId="{1449574E-7D40-4B9D-8DC9-46AF132392CF}" dt="2023-02-25T14:45:46.987" v="3815"/>
        <pc:sldMkLst>
          <pc:docMk/>
          <pc:sldMk cId="378827038" sldId="1810"/>
        </pc:sldMkLst>
        <pc:spChg chg="mod">
          <ac:chgData name="Zheng Fei" userId="d19317889db4c986" providerId="LiveId" clId="{1449574E-7D40-4B9D-8DC9-46AF132392CF}" dt="2023-02-25T14:45:46.987" v="3815"/>
          <ac:spMkLst>
            <pc:docMk/>
            <pc:sldMk cId="378827038" sldId="1810"/>
            <ac:spMk id="2" creationId="{52AC9ADE-F854-2814-63DC-9105647FC4A6}"/>
          </ac:spMkLst>
        </pc:spChg>
      </pc:sldChg>
    </pc:docChg>
  </pc:docChgLst>
  <pc:docChgLst>
    <pc:chgData name="Zheng Fei" userId="d19317889db4c986" providerId="LiveId" clId="{8BCCF7A3-C553-40F9-8E64-28D87B9AF654}"/>
    <pc:docChg chg="undo custSel addSld delSld modSld sldOrd">
      <pc:chgData name="Zheng Fei" userId="d19317889db4c986" providerId="LiveId" clId="{8BCCF7A3-C553-40F9-8E64-28D87B9AF654}" dt="2022-03-10T16:39:05.866" v="1797"/>
      <pc:docMkLst>
        <pc:docMk/>
      </pc:docMkLst>
      <pc:sldChg chg="modSp mod">
        <pc:chgData name="Zheng Fei" userId="d19317889db4c986" providerId="LiveId" clId="{8BCCF7A3-C553-40F9-8E64-28D87B9AF654}" dt="2022-03-10T14:45:01.185" v="15" actId="1036"/>
        <pc:sldMkLst>
          <pc:docMk/>
          <pc:sldMk cId="2672971775" sldId="351"/>
        </pc:sldMkLst>
        <pc:spChg chg="mod">
          <ac:chgData name="Zheng Fei" userId="d19317889db4c986" providerId="LiveId" clId="{8BCCF7A3-C553-40F9-8E64-28D87B9AF654}" dt="2022-03-10T14:45:01.185" v="15" actId="1036"/>
          <ac:spMkLst>
            <pc:docMk/>
            <pc:sldMk cId="2672971775" sldId="351"/>
            <ac:spMk id="69" creationId="{00000000-0000-0000-0000-000000000000}"/>
          </ac:spMkLst>
        </pc:spChg>
      </pc:sldChg>
      <pc:sldChg chg="addSp modSp mod">
        <pc:chgData name="Zheng Fei" userId="d19317889db4c986" providerId="LiveId" clId="{8BCCF7A3-C553-40F9-8E64-28D87B9AF654}" dt="2022-03-10T15:50:49.499" v="1124" actId="1076"/>
        <pc:sldMkLst>
          <pc:docMk/>
          <pc:sldMk cId="4155687108" sldId="370"/>
        </pc:sldMkLst>
        <pc:picChg chg="mod modCrop">
          <ac:chgData name="Zheng Fei" userId="d19317889db4c986" providerId="LiveId" clId="{8BCCF7A3-C553-40F9-8E64-28D87B9AF654}" dt="2022-03-10T15:50:49.499" v="1124" actId="1076"/>
          <ac:picMkLst>
            <pc:docMk/>
            <pc:sldMk cId="4155687108" sldId="370"/>
            <ac:picMk id="3" creationId="{16A828B7-0D60-4BF4-AC3D-048BA45B806E}"/>
          </ac:picMkLst>
        </pc:picChg>
        <pc:picChg chg="add mod">
          <ac:chgData name="Zheng Fei" userId="d19317889db4c986" providerId="LiveId" clId="{8BCCF7A3-C553-40F9-8E64-28D87B9AF654}" dt="2022-03-10T15:50:37.508" v="1121" actId="1076"/>
          <ac:picMkLst>
            <pc:docMk/>
            <pc:sldMk cId="4155687108" sldId="370"/>
            <ac:picMk id="5" creationId="{03265FBE-8B5F-4EA2-B2DF-0B0E1C26EF9D}"/>
          </ac:picMkLst>
        </pc:picChg>
      </pc:sldChg>
      <pc:sldChg chg="addSp modSp mod">
        <pc:chgData name="Zheng Fei" userId="d19317889db4c986" providerId="LiveId" clId="{8BCCF7A3-C553-40F9-8E64-28D87B9AF654}" dt="2022-03-10T15:28:00.763" v="594" actId="20577"/>
        <pc:sldMkLst>
          <pc:docMk/>
          <pc:sldMk cId="3010103594" sldId="371"/>
        </pc:sldMkLst>
        <pc:spChg chg="add mod">
          <ac:chgData name="Zheng Fei" userId="d19317889db4c986" providerId="LiveId" clId="{8BCCF7A3-C553-40F9-8E64-28D87B9AF654}" dt="2022-03-10T15:15:18.144" v="404" actId="14100"/>
          <ac:spMkLst>
            <pc:docMk/>
            <pc:sldMk cId="3010103594" sldId="371"/>
            <ac:spMk id="5" creationId="{F241FF28-5B00-4BC0-98FD-7E78532077FA}"/>
          </ac:spMkLst>
        </pc:spChg>
        <pc:spChg chg="mod">
          <ac:chgData name="Zheng Fei" userId="d19317889db4c986" providerId="LiveId" clId="{8BCCF7A3-C553-40F9-8E64-28D87B9AF654}" dt="2022-03-10T15:28:00.763" v="594" actId="20577"/>
          <ac:spMkLst>
            <pc:docMk/>
            <pc:sldMk cId="3010103594" sldId="371"/>
            <ac:spMk id="6" creationId="{33D45EF0-E448-4A4A-B485-BCF94E414ABB}"/>
          </ac:spMkLst>
        </pc:spChg>
      </pc:sldChg>
      <pc:sldChg chg="modSp mod">
        <pc:chgData name="Zheng Fei" userId="d19317889db4c986" providerId="LiveId" clId="{8BCCF7A3-C553-40F9-8E64-28D87B9AF654}" dt="2022-03-10T15:30:38.638" v="622" actId="20577"/>
        <pc:sldMkLst>
          <pc:docMk/>
          <pc:sldMk cId="3418740384" sldId="373"/>
        </pc:sldMkLst>
        <pc:spChg chg="mod">
          <ac:chgData name="Zheng Fei" userId="d19317889db4c986" providerId="LiveId" clId="{8BCCF7A3-C553-40F9-8E64-28D87B9AF654}" dt="2022-03-10T15:30:38.638" v="622" actId="20577"/>
          <ac:spMkLst>
            <pc:docMk/>
            <pc:sldMk cId="3418740384" sldId="373"/>
            <ac:spMk id="5" creationId="{8B2EC39D-B05C-4168-A9C1-3882D838915B}"/>
          </ac:spMkLst>
        </pc:spChg>
      </pc:sldChg>
      <pc:sldChg chg="addSp delSp modSp mod ord">
        <pc:chgData name="Zheng Fei" userId="d19317889db4c986" providerId="LiveId" clId="{8BCCF7A3-C553-40F9-8E64-28D87B9AF654}" dt="2022-03-10T16:09:50.529" v="1703" actId="20577"/>
        <pc:sldMkLst>
          <pc:docMk/>
          <pc:sldMk cId="3007288480" sldId="374"/>
        </pc:sldMkLst>
        <pc:spChg chg="add mod">
          <ac:chgData name="Zheng Fei" userId="d19317889db4c986" providerId="LiveId" clId="{8BCCF7A3-C553-40F9-8E64-28D87B9AF654}" dt="2022-03-10T16:09:48.409" v="1701" actId="1076"/>
          <ac:spMkLst>
            <pc:docMk/>
            <pc:sldMk cId="3007288480" sldId="374"/>
            <ac:spMk id="5" creationId="{17C9D65D-695E-4D39-8EAE-BFA552C37DBD}"/>
          </ac:spMkLst>
        </pc:spChg>
        <pc:spChg chg="add mod">
          <ac:chgData name="Zheng Fei" userId="d19317889db4c986" providerId="LiveId" clId="{8BCCF7A3-C553-40F9-8E64-28D87B9AF654}" dt="2022-03-10T16:09:50.529" v="1703" actId="20577"/>
          <ac:spMkLst>
            <pc:docMk/>
            <pc:sldMk cId="3007288480" sldId="374"/>
            <ac:spMk id="6" creationId="{B1BBCCA5-6DFD-4C86-B9AF-4FE4FEE712AB}"/>
          </ac:spMkLst>
        </pc:spChg>
        <pc:picChg chg="del">
          <ac:chgData name="Zheng Fei" userId="d19317889db4c986" providerId="LiveId" clId="{8BCCF7A3-C553-40F9-8E64-28D87B9AF654}" dt="2022-03-10T15:50:29.731" v="1118" actId="21"/>
          <ac:picMkLst>
            <pc:docMk/>
            <pc:sldMk cId="3007288480" sldId="374"/>
            <ac:picMk id="3" creationId="{30EAD257-F9ED-45B6-8BAE-4E942770D941}"/>
          </ac:picMkLst>
        </pc:picChg>
      </pc:sldChg>
      <pc:sldChg chg="modSp">
        <pc:chgData name="Zheng Fei" userId="d19317889db4c986" providerId="LiveId" clId="{8BCCF7A3-C553-40F9-8E64-28D87B9AF654}" dt="2022-03-10T14:45:48.339" v="18"/>
        <pc:sldMkLst>
          <pc:docMk/>
          <pc:sldMk cId="1290878368" sldId="378"/>
        </pc:sldMkLst>
        <pc:spChg chg="mod">
          <ac:chgData name="Zheng Fei" userId="d19317889db4c986" providerId="LiveId" clId="{8BCCF7A3-C553-40F9-8E64-28D87B9AF654}" dt="2022-03-10T14:45:48.339" v="18"/>
          <ac:spMkLst>
            <pc:docMk/>
            <pc:sldMk cId="1290878368" sldId="378"/>
            <ac:spMk id="8" creationId="{35CB490F-3552-4852-A724-AB3A787F7EDA}"/>
          </ac:spMkLst>
        </pc:spChg>
      </pc:sldChg>
      <pc:sldChg chg="modAnim">
        <pc:chgData name="Zheng Fei" userId="d19317889db4c986" providerId="LiveId" clId="{8BCCF7A3-C553-40F9-8E64-28D87B9AF654}" dt="2022-03-10T16:39:05.866" v="1797"/>
        <pc:sldMkLst>
          <pc:docMk/>
          <pc:sldMk cId="3563483024" sldId="426"/>
        </pc:sldMkLst>
      </pc:sldChg>
      <pc:sldChg chg="del">
        <pc:chgData name="Zheng Fei" userId="d19317889db4c986" providerId="LiveId" clId="{8BCCF7A3-C553-40F9-8E64-28D87B9AF654}" dt="2022-03-10T16:33:58.065" v="1777" actId="47"/>
        <pc:sldMkLst>
          <pc:docMk/>
          <pc:sldMk cId="4017712638" sldId="427"/>
        </pc:sldMkLst>
      </pc:sldChg>
      <pc:sldChg chg="modSp mod modAnim">
        <pc:chgData name="Zheng Fei" userId="d19317889db4c986" providerId="LiveId" clId="{8BCCF7A3-C553-40F9-8E64-28D87B9AF654}" dt="2022-03-10T14:51:03.087" v="44"/>
        <pc:sldMkLst>
          <pc:docMk/>
          <pc:sldMk cId="1545397627" sldId="430"/>
        </pc:sldMkLst>
        <pc:spChg chg="mod">
          <ac:chgData name="Zheng Fei" userId="d19317889db4c986" providerId="LiveId" clId="{8BCCF7A3-C553-40F9-8E64-28D87B9AF654}" dt="2022-03-10T14:50:44.982" v="41" actId="14100"/>
          <ac:spMkLst>
            <pc:docMk/>
            <pc:sldMk cId="1545397627" sldId="430"/>
            <ac:spMk id="2" creationId="{0A5EFA2B-AB6B-41DA-87BD-74E04D9298F3}"/>
          </ac:spMkLst>
        </pc:spChg>
        <pc:spChg chg="mod">
          <ac:chgData name="Zheng Fei" userId="d19317889db4c986" providerId="LiveId" clId="{8BCCF7A3-C553-40F9-8E64-28D87B9AF654}" dt="2022-03-10T14:50:31.498" v="39" actId="20577"/>
          <ac:spMkLst>
            <pc:docMk/>
            <pc:sldMk cId="1545397627" sldId="430"/>
            <ac:spMk id="3" creationId="{8F12820F-EEB0-4869-BD54-F9EF4FDBAFDE}"/>
          </ac:spMkLst>
        </pc:spChg>
      </pc:sldChg>
      <pc:sldChg chg="modAnim">
        <pc:chgData name="Zheng Fei" userId="d19317889db4c986" providerId="LiveId" clId="{8BCCF7A3-C553-40F9-8E64-28D87B9AF654}" dt="2022-03-10T14:46:47.672" v="19"/>
        <pc:sldMkLst>
          <pc:docMk/>
          <pc:sldMk cId="2623137490" sldId="432"/>
        </pc:sldMkLst>
      </pc:sldChg>
      <pc:sldChg chg="modSp modAnim">
        <pc:chgData name="Zheng Fei" userId="d19317889db4c986" providerId="LiveId" clId="{8BCCF7A3-C553-40F9-8E64-28D87B9AF654}" dt="2022-03-10T14:50:15.217" v="33" actId="20577"/>
        <pc:sldMkLst>
          <pc:docMk/>
          <pc:sldMk cId="815936616" sldId="433"/>
        </pc:sldMkLst>
        <pc:spChg chg="mod">
          <ac:chgData name="Zheng Fei" userId="d19317889db4c986" providerId="LiveId" clId="{8BCCF7A3-C553-40F9-8E64-28D87B9AF654}" dt="2022-03-10T14:50:15.217" v="33" actId="20577"/>
          <ac:spMkLst>
            <pc:docMk/>
            <pc:sldMk cId="815936616" sldId="433"/>
            <ac:spMk id="6" creationId="{6395D8E0-74B2-4373-B9A4-5E0EA684FD27}"/>
          </ac:spMkLst>
        </pc:spChg>
      </pc:sldChg>
      <pc:sldChg chg="modSp mod modAnim">
        <pc:chgData name="Zheng Fei" userId="d19317889db4c986" providerId="LiveId" clId="{8BCCF7A3-C553-40F9-8E64-28D87B9AF654}" dt="2022-03-10T14:51:18.294" v="48"/>
        <pc:sldMkLst>
          <pc:docMk/>
          <pc:sldMk cId="1200852329" sldId="435"/>
        </pc:sldMkLst>
        <pc:spChg chg="mod">
          <ac:chgData name="Zheng Fei" userId="d19317889db4c986" providerId="LiveId" clId="{8BCCF7A3-C553-40F9-8E64-28D87B9AF654}" dt="2022-03-10T14:51:11.279" v="46" actId="20577"/>
          <ac:spMkLst>
            <pc:docMk/>
            <pc:sldMk cId="1200852329" sldId="435"/>
            <ac:spMk id="6" creationId="{90382EC7-F5EB-4828-9AE3-9EB95237F9A5}"/>
          </ac:spMkLst>
        </pc:spChg>
        <pc:picChg chg="mod">
          <ac:chgData name="Zheng Fei" userId="d19317889db4c986" providerId="LiveId" clId="{8BCCF7A3-C553-40F9-8E64-28D87B9AF654}" dt="2022-03-10T14:51:13.054" v="47" actId="1076"/>
          <ac:picMkLst>
            <pc:docMk/>
            <pc:sldMk cId="1200852329" sldId="435"/>
            <ac:picMk id="7" creationId="{33D320E0-2173-446D-B687-BE90E23A7123}"/>
          </ac:picMkLst>
        </pc:picChg>
      </pc:sldChg>
      <pc:sldChg chg="modSp del mod">
        <pc:chgData name="Zheng Fei" userId="d19317889db4c986" providerId="LiveId" clId="{8BCCF7A3-C553-40F9-8E64-28D87B9AF654}" dt="2022-03-10T16:38:31.587" v="1795" actId="2696"/>
        <pc:sldMkLst>
          <pc:docMk/>
          <pc:sldMk cId="1739208010" sldId="437"/>
        </pc:sldMkLst>
        <pc:spChg chg="mod">
          <ac:chgData name="Zheng Fei" userId="d19317889db4c986" providerId="LiveId" clId="{8BCCF7A3-C553-40F9-8E64-28D87B9AF654}" dt="2022-03-10T14:50:25.739" v="37" actId="20577"/>
          <ac:spMkLst>
            <pc:docMk/>
            <pc:sldMk cId="1739208010" sldId="437"/>
            <ac:spMk id="9" creationId="{C2533ED1-9854-4AB8-A2C4-BADE4F67E03F}"/>
          </ac:spMkLst>
        </pc:spChg>
      </pc:sldChg>
      <pc:sldChg chg="add">
        <pc:chgData name="Zheng Fei" userId="d19317889db4c986" providerId="LiveId" clId="{8BCCF7A3-C553-40F9-8E64-28D87B9AF654}" dt="2022-03-10T16:38:35.604" v="1796"/>
        <pc:sldMkLst>
          <pc:docMk/>
          <pc:sldMk cId="2239725862" sldId="437"/>
        </pc:sldMkLst>
      </pc:sldChg>
      <pc:sldChg chg="modSp modAnim">
        <pc:chgData name="Zheng Fei" userId="d19317889db4c986" providerId="LiveId" clId="{8BCCF7A3-C553-40F9-8E64-28D87B9AF654}" dt="2022-03-10T14:50:09.665" v="31" actId="20577"/>
        <pc:sldMkLst>
          <pc:docMk/>
          <pc:sldMk cId="2171745277" sldId="440"/>
        </pc:sldMkLst>
        <pc:spChg chg="mod">
          <ac:chgData name="Zheng Fei" userId="d19317889db4c986" providerId="LiveId" clId="{8BCCF7A3-C553-40F9-8E64-28D87B9AF654}" dt="2022-03-10T14:50:09.665" v="31" actId="20577"/>
          <ac:spMkLst>
            <pc:docMk/>
            <pc:sldMk cId="2171745277" sldId="440"/>
            <ac:spMk id="9" creationId="{BAE77D7E-DB1F-4F20-A33F-283C5AAB786B}"/>
          </ac:spMkLst>
        </pc:spChg>
      </pc:sldChg>
      <pc:sldChg chg="modAnim">
        <pc:chgData name="Zheng Fei" userId="d19317889db4c986" providerId="LiveId" clId="{8BCCF7A3-C553-40F9-8E64-28D87B9AF654}" dt="2022-03-10T14:48:48.487" v="21"/>
        <pc:sldMkLst>
          <pc:docMk/>
          <pc:sldMk cId="3621793630" sldId="441"/>
        </pc:sldMkLst>
      </pc:sldChg>
      <pc:sldChg chg="addSp modSp mod">
        <pc:chgData name="Zheng Fei" userId="d19317889db4c986" providerId="LiveId" clId="{8BCCF7A3-C553-40F9-8E64-28D87B9AF654}" dt="2022-03-10T14:52:25.719" v="58" actId="113"/>
        <pc:sldMkLst>
          <pc:docMk/>
          <pc:sldMk cId="2507984467" sldId="443"/>
        </pc:sldMkLst>
        <pc:spChg chg="add mod">
          <ac:chgData name="Zheng Fei" userId="d19317889db4c986" providerId="LiveId" clId="{8BCCF7A3-C553-40F9-8E64-28D87B9AF654}" dt="2022-03-10T14:52:25.719" v="58" actId="113"/>
          <ac:spMkLst>
            <pc:docMk/>
            <pc:sldMk cId="2507984467" sldId="443"/>
            <ac:spMk id="2" creationId="{EA74EBED-2EE2-4E33-B4F5-47356DD90FC1}"/>
          </ac:spMkLst>
        </pc:spChg>
      </pc:sldChg>
      <pc:sldChg chg="del">
        <pc:chgData name="Zheng Fei" userId="d19317889db4c986" providerId="LiveId" clId="{8BCCF7A3-C553-40F9-8E64-28D87B9AF654}" dt="2022-03-10T14:54:08.933" v="59" actId="2696"/>
        <pc:sldMkLst>
          <pc:docMk/>
          <pc:sldMk cId="1607156243" sldId="445"/>
        </pc:sldMkLst>
      </pc:sldChg>
      <pc:sldChg chg="addSp delSp modSp add mod ord">
        <pc:chgData name="Zheng Fei" userId="d19317889db4c986" providerId="LiveId" clId="{8BCCF7A3-C553-40F9-8E64-28D87B9AF654}" dt="2022-03-10T15:13:22.126" v="396" actId="114"/>
        <pc:sldMkLst>
          <pc:docMk/>
          <pc:sldMk cId="4198043349" sldId="445"/>
        </pc:sldMkLst>
        <pc:spChg chg="mod">
          <ac:chgData name="Zheng Fei" userId="d19317889db4c986" providerId="LiveId" clId="{8BCCF7A3-C553-40F9-8E64-28D87B9AF654}" dt="2022-03-10T15:13:22.126" v="396" actId="114"/>
          <ac:spMkLst>
            <pc:docMk/>
            <pc:sldMk cId="4198043349" sldId="445"/>
            <ac:spMk id="3" creationId="{5DFEA44D-0B03-45F7-9229-7CF53DED6ED7}"/>
          </ac:spMkLst>
        </pc:spChg>
        <pc:spChg chg="add mod">
          <ac:chgData name="Zheng Fei" userId="d19317889db4c986" providerId="LiveId" clId="{8BCCF7A3-C553-40F9-8E64-28D87B9AF654}" dt="2022-03-10T14:59:07.759" v="203"/>
          <ac:spMkLst>
            <pc:docMk/>
            <pc:sldMk cId="4198043349" sldId="445"/>
            <ac:spMk id="4" creationId="{9E04F7A6-D891-4CE2-88B3-D196E6622966}"/>
          </ac:spMkLst>
        </pc:spChg>
        <pc:spChg chg="add mod">
          <ac:chgData name="Zheng Fei" userId="d19317889db4c986" providerId="LiveId" clId="{8BCCF7A3-C553-40F9-8E64-28D87B9AF654}" dt="2022-03-10T14:59:07.759" v="203"/>
          <ac:spMkLst>
            <pc:docMk/>
            <pc:sldMk cId="4198043349" sldId="445"/>
            <ac:spMk id="5" creationId="{E1E28D61-F3A6-488D-8E8D-8628F93D76A8}"/>
          </ac:spMkLst>
        </pc:spChg>
        <pc:spChg chg="add mod">
          <ac:chgData name="Zheng Fei" userId="d19317889db4c986" providerId="LiveId" clId="{8BCCF7A3-C553-40F9-8E64-28D87B9AF654}" dt="2022-03-10T14:59:19.096" v="204" actId="208"/>
          <ac:spMkLst>
            <pc:docMk/>
            <pc:sldMk cId="4198043349" sldId="445"/>
            <ac:spMk id="6" creationId="{9DC95875-3DA0-40FD-AAA0-8D8660A0210C}"/>
          </ac:spMkLst>
        </pc:spChg>
        <pc:spChg chg="add mod ord">
          <ac:chgData name="Zheng Fei" userId="d19317889db4c986" providerId="LiveId" clId="{8BCCF7A3-C553-40F9-8E64-28D87B9AF654}" dt="2022-03-10T15:01:44.776" v="230" actId="166"/>
          <ac:spMkLst>
            <pc:docMk/>
            <pc:sldMk cId="4198043349" sldId="445"/>
            <ac:spMk id="7" creationId="{09FAD058-C5C9-4ECC-849E-5E5391904D2A}"/>
          </ac:spMkLst>
        </pc:spChg>
        <pc:spChg chg="add mod">
          <ac:chgData name="Zheng Fei" userId="d19317889db4c986" providerId="LiveId" clId="{8BCCF7A3-C553-40F9-8E64-28D87B9AF654}" dt="2022-03-10T14:59:07.759" v="203"/>
          <ac:spMkLst>
            <pc:docMk/>
            <pc:sldMk cId="4198043349" sldId="445"/>
            <ac:spMk id="8" creationId="{AED0E9DE-6946-459B-9002-9B2E32C29622}"/>
          </ac:spMkLst>
        </pc:spChg>
        <pc:spChg chg="add mod">
          <ac:chgData name="Zheng Fei" userId="d19317889db4c986" providerId="LiveId" clId="{8BCCF7A3-C553-40F9-8E64-28D87B9AF654}" dt="2022-03-10T15:12:06.386" v="382" actId="114"/>
          <ac:spMkLst>
            <pc:docMk/>
            <pc:sldMk cId="4198043349" sldId="445"/>
            <ac:spMk id="25" creationId="{3968B10E-43B5-453B-844F-15BE4AD849F0}"/>
          </ac:spMkLst>
        </pc:spChg>
        <pc:cxnChg chg="add mod">
          <ac:chgData name="Zheng Fei" userId="d19317889db4c986" providerId="LiveId" clId="{8BCCF7A3-C553-40F9-8E64-28D87B9AF654}" dt="2022-03-10T15:12:35.996" v="385" actId="14100"/>
          <ac:cxnSpMkLst>
            <pc:docMk/>
            <pc:sldMk cId="4198043349" sldId="445"/>
            <ac:cxnSpMk id="10" creationId="{91F2747B-28FB-49D6-9108-FC1901F837D7}"/>
          </ac:cxnSpMkLst>
        </pc:cxnChg>
        <pc:cxnChg chg="add mod">
          <ac:chgData name="Zheng Fei" userId="d19317889db4c986" providerId="LiveId" clId="{8BCCF7A3-C553-40F9-8E64-28D87B9AF654}" dt="2022-03-10T15:12:30.716" v="384" actId="14100"/>
          <ac:cxnSpMkLst>
            <pc:docMk/>
            <pc:sldMk cId="4198043349" sldId="445"/>
            <ac:cxnSpMk id="11" creationId="{9DA24020-11E1-4628-BB63-4634536BB6C5}"/>
          </ac:cxnSpMkLst>
        </pc:cxnChg>
        <pc:cxnChg chg="add mod">
          <ac:chgData name="Zheng Fei" userId="d19317889db4c986" providerId="LiveId" clId="{8BCCF7A3-C553-40F9-8E64-28D87B9AF654}" dt="2022-03-10T15:12:27.544" v="383" actId="14100"/>
          <ac:cxnSpMkLst>
            <pc:docMk/>
            <pc:sldMk cId="4198043349" sldId="445"/>
            <ac:cxnSpMk id="12" creationId="{5DFC4829-73E7-49CA-BC6A-8FB528262CB5}"/>
          </ac:cxnSpMkLst>
        </pc:cxnChg>
        <pc:cxnChg chg="add mod">
          <ac:chgData name="Zheng Fei" userId="d19317889db4c986" providerId="LiveId" clId="{8BCCF7A3-C553-40F9-8E64-28D87B9AF654}" dt="2022-03-10T15:03:17.237" v="236" actId="693"/>
          <ac:cxnSpMkLst>
            <pc:docMk/>
            <pc:sldMk cId="4198043349" sldId="445"/>
            <ac:cxnSpMk id="13" creationId="{01AE16B7-9B63-424B-9165-919543FC6B0C}"/>
          </ac:cxnSpMkLst>
        </pc:cxnChg>
        <pc:cxnChg chg="add mod">
          <ac:chgData name="Zheng Fei" userId="d19317889db4c986" providerId="LiveId" clId="{8BCCF7A3-C553-40F9-8E64-28D87B9AF654}" dt="2022-03-10T15:12:51.553" v="390" actId="1036"/>
          <ac:cxnSpMkLst>
            <pc:docMk/>
            <pc:sldMk cId="4198043349" sldId="445"/>
            <ac:cxnSpMk id="15" creationId="{14238A3F-5485-45DB-999B-BF82F570A1F5}"/>
          </ac:cxnSpMkLst>
        </pc:cxnChg>
        <pc:cxnChg chg="add del mod">
          <ac:chgData name="Zheng Fei" userId="d19317889db4c986" providerId="LiveId" clId="{8BCCF7A3-C553-40F9-8E64-28D87B9AF654}" dt="2022-03-10T15:00:48.483" v="222" actId="478"/>
          <ac:cxnSpMkLst>
            <pc:docMk/>
            <pc:sldMk cId="4198043349" sldId="445"/>
            <ac:cxnSpMk id="19" creationId="{0F891EF9-1545-4B37-8D04-321BA4806499}"/>
          </ac:cxnSpMkLst>
        </pc:cxnChg>
        <pc:cxnChg chg="add del mod">
          <ac:chgData name="Zheng Fei" userId="d19317889db4c986" providerId="LiveId" clId="{8BCCF7A3-C553-40F9-8E64-28D87B9AF654}" dt="2022-03-10T15:01:01.381" v="224" actId="478"/>
          <ac:cxnSpMkLst>
            <pc:docMk/>
            <pc:sldMk cId="4198043349" sldId="445"/>
            <ac:cxnSpMk id="20" creationId="{458BF29D-6DAB-463B-9FE2-5BFCF1A3C20B}"/>
          </ac:cxnSpMkLst>
        </pc:cxnChg>
        <pc:cxnChg chg="add mod">
          <ac:chgData name="Zheng Fei" userId="d19317889db4c986" providerId="LiveId" clId="{8BCCF7A3-C553-40F9-8E64-28D87B9AF654}" dt="2022-03-10T15:12:57.040" v="392" actId="1037"/>
          <ac:cxnSpMkLst>
            <pc:docMk/>
            <pc:sldMk cId="4198043349" sldId="445"/>
            <ac:cxnSpMk id="21" creationId="{34FB0F8E-AAB8-4756-8535-7101F8C526EF}"/>
          </ac:cxnSpMkLst>
        </pc:cxnChg>
        <pc:cxnChg chg="add mod">
          <ac:chgData name="Zheng Fei" userId="d19317889db4c986" providerId="LiveId" clId="{8BCCF7A3-C553-40F9-8E64-28D87B9AF654}" dt="2022-03-10T15:03:17.237" v="236" actId="693"/>
          <ac:cxnSpMkLst>
            <pc:docMk/>
            <pc:sldMk cId="4198043349" sldId="445"/>
            <ac:cxnSpMk id="23" creationId="{FFBABD92-CA35-4985-8AE1-12D07F1C28AB}"/>
          </ac:cxnSpMkLst>
        </pc:cxnChg>
        <pc:cxnChg chg="add mod">
          <ac:chgData name="Zheng Fei" userId="d19317889db4c986" providerId="LiveId" clId="{8BCCF7A3-C553-40F9-8E64-28D87B9AF654}" dt="2022-03-10T15:12:44.277" v="388" actId="14100"/>
          <ac:cxnSpMkLst>
            <pc:docMk/>
            <pc:sldMk cId="4198043349" sldId="445"/>
            <ac:cxnSpMk id="29" creationId="{E82147D0-58EE-4CFE-B948-D03BB28BCFFC}"/>
          </ac:cxnSpMkLst>
        </pc:cxnChg>
        <pc:cxnChg chg="add mod">
          <ac:chgData name="Zheng Fei" userId="d19317889db4c986" providerId="LiveId" clId="{8BCCF7A3-C553-40F9-8E64-28D87B9AF654}" dt="2022-03-10T15:13:11.004" v="395" actId="14100"/>
          <ac:cxnSpMkLst>
            <pc:docMk/>
            <pc:sldMk cId="4198043349" sldId="445"/>
            <ac:cxnSpMk id="31" creationId="{E00D9122-5532-4001-A2F0-5BB20F4B450F}"/>
          </ac:cxnSpMkLst>
        </pc:cxnChg>
      </pc:sldChg>
      <pc:sldChg chg="addSp modSp new mod">
        <pc:chgData name="Zheng Fei" userId="d19317889db4c986" providerId="LiveId" clId="{8BCCF7A3-C553-40F9-8E64-28D87B9AF654}" dt="2022-03-10T15:21:22.644" v="413" actId="732"/>
        <pc:sldMkLst>
          <pc:docMk/>
          <pc:sldMk cId="205474179" sldId="446"/>
        </pc:sldMkLst>
        <pc:picChg chg="add mod">
          <ac:chgData name="Zheng Fei" userId="d19317889db4c986" providerId="LiveId" clId="{8BCCF7A3-C553-40F9-8E64-28D87B9AF654}" dt="2022-03-10T15:15:53.784" v="406"/>
          <ac:picMkLst>
            <pc:docMk/>
            <pc:sldMk cId="205474179" sldId="446"/>
            <ac:picMk id="2" creationId="{E8E1562F-7B07-4BD8-9848-AF0DA2DD249E}"/>
          </ac:picMkLst>
        </pc:picChg>
        <pc:picChg chg="add mod modCrop">
          <ac:chgData name="Zheng Fei" userId="d19317889db4c986" providerId="LiveId" clId="{8BCCF7A3-C553-40F9-8E64-28D87B9AF654}" dt="2022-03-10T15:21:22.644" v="413" actId="732"/>
          <ac:picMkLst>
            <pc:docMk/>
            <pc:sldMk cId="205474179" sldId="446"/>
            <ac:picMk id="4" creationId="{28593952-45AB-4C40-8719-F44A8CB91969}"/>
          </ac:picMkLst>
        </pc:picChg>
      </pc:sldChg>
      <pc:sldChg chg="addSp modSp new mod">
        <pc:chgData name="Zheng Fei" userId="d19317889db4c986" providerId="LiveId" clId="{8BCCF7A3-C553-40F9-8E64-28D87B9AF654}" dt="2022-03-10T15:26:31.955" v="581"/>
        <pc:sldMkLst>
          <pc:docMk/>
          <pc:sldMk cId="283994713" sldId="447"/>
        </pc:sldMkLst>
        <pc:spChg chg="add mod">
          <ac:chgData name="Zheng Fei" userId="d19317889db4c986" providerId="LiveId" clId="{8BCCF7A3-C553-40F9-8E64-28D87B9AF654}" dt="2022-03-10T15:26:31.955" v="581"/>
          <ac:spMkLst>
            <pc:docMk/>
            <pc:sldMk cId="283994713" sldId="447"/>
            <ac:spMk id="4" creationId="{BCB44E54-2D7D-48A0-A57D-978AB2C7EA92}"/>
          </ac:spMkLst>
        </pc:spChg>
        <pc:picChg chg="add mod">
          <ac:chgData name="Zheng Fei" userId="d19317889db4c986" providerId="LiveId" clId="{8BCCF7A3-C553-40F9-8E64-28D87B9AF654}" dt="2022-03-10T15:23:20.250" v="415"/>
          <ac:picMkLst>
            <pc:docMk/>
            <pc:sldMk cId="283994713" sldId="447"/>
            <ac:picMk id="2" creationId="{F807C89F-1498-4BAB-9502-12FCB994728D}"/>
          </ac:picMkLst>
        </pc:picChg>
        <pc:picChg chg="add mod modCrop">
          <ac:chgData name="Zheng Fei" userId="d19317889db4c986" providerId="LiveId" clId="{8BCCF7A3-C553-40F9-8E64-28D87B9AF654}" dt="2022-03-10T15:23:37.306" v="418" actId="732"/>
          <ac:picMkLst>
            <pc:docMk/>
            <pc:sldMk cId="283994713" sldId="447"/>
            <ac:picMk id="3" creationId="{59858211-35F5-40EC-B417-6B431D47DCC3}"/>
          </ac:picMkLst>
        </pc:picChg>
      </pc:sldChg>
      <pc:sldChg chg="modSp add mod">
        <pc:chgData name="Zheng Fei" userId="d19317889db4c986" providerId="LiveId" clId="{8BCCF7A3-C553-40F9-8E64-28D87B9AF654}" dt="2022-03-10T15:34:43.771" v="824" actId="207"/>
        <pc:sldMkLst>
          <pc:docMk/>
          <pc:sldMk cId="1295216277" sldId="448"/>
        </pc:sldMkLst>
        <pc:spChg chg="mod">
          <ac:chgData name="Zheng Fei" userId="d19317889db4c986" providerId="LiveId" clId="{8BCCF7A3-C553-40F9-8E64-28D87B9AF654}" dt="2022-03-10T15:34:43.771" v="824" actId="207"/>
          <ac:spMkLst>
            <pc:docMk/>
            <pc:sldMk cId="1295216277" sldId="448"/>
            <ac:spMk id="5" creationId="{8B2EC39D-B05C-4168-A9C1-3882D838915B}"/>
          </ac:spMkLst>
        </pc:spChg>
      </pc:sldChg>
      <pc:sldChg chg="addSp modSp add mod">
        <pc:chgData name="Zheng Fei" userId="d19317889db4c986" providerId="LiveId" clId="{8BCCF7A3-C553-40F9-8E64-28D87B9AF654}" dt="2022-03-10T15:47:47.462" v="1115" actId="20577"/>
        <pc:sldMkLst>
          <pc:docMk/>
          <pc:sldMk cId="3953085005" sldId="449"/>
        </pc:sldMkLst>
        <pc:spChg chg="mod">
          <ac:chgData name="Zheng Fei" userId="d19317889db4c986" providerId="LiveId" clId="{8BCCF7A3-C553-40F9-8E64-28D87B9AF654}" dt="2022-03-10T15:47:47.462" v="1115" actId="20577"/>
          <ac:spMkLst>
            <pc:docMk/>
            <pc:sldMk cId="3953085005" sldId="449"/>
            <ac:spMk id="5" creationId="{8B2EC39D-B05C-4168-A9C1-3882D838915B}"/>
          </ac:spMkLst>
        </pc:spChg>
        <pc:picChg chg="mod">
          <ac:chgData name="Zheng Fei" userId="d19317889db4c986" providerId="LiveId" clId="{8BCCF7A3-C553-40F9-8E64-28D87B9AF654}" dt="2022-03-10T15:46:55.656" v="1099" actId="1076"/>
          <ac:picMkLst>
            <pc:docMk/>
            <pc:sldMk cId="3953085005" sldId="449"/>
            <ac:picMk id="3" creationId="{5E0A42B5-5E4C-4C59-8D04-E3A7E47B7CD1}"/>
          </ac:picMkLst>
        </pc:picChg>
        <pc:cxnChg chg="add mod">
          <ac:chgData name="Zheng Fei" userId="d19317889db4c986" providerId="LiveId" clId="{8BCCF7A3-C553-40F9-8E64-28D87B9AF654}" dt="2022-03-10T15:47:28.040" v="1102" actId="1076"/>
          <ac:cxnSpMkLst>
            <pc:docMk/>
            <pc:sldMk cId="3953085005" sldId="449"/>
            <ac:cxnSpMk id="6" creationId="{3D2B4D0E-0198-4AA8-B4F1-45B495B4F88C}"/>
          </ac:cxnSpMkLst>
        </pc:cxnChg>
      </pc:sldChg>
      <pc:sldChg chg="addSp modSp add mod">
        <pc:chgData name="Zheng Fei" userId="d19317889db4c986" providerId="LiveId" clId="{8BCCF7A3-C553-40F9-8E64-28D87B9AF654}" dt="2022-03-10T16:09:17.600" v="1696" actId="20577"/>
        <pc:sldMkLst>
          <pc:docMk/>
          <pc:sldMk cId="2795800586" sldId="450"/>
        </pc:sldMkLst>
        <pc:spChg chg="mod">
          <ac:chgData name="Zheng Fei" userId="d19317889db4c986" providerId="LiveId" clId="{8BCCF7A3-C553-40F9-8E64-28D87B9AF654}" dt="2022-03-10T16:09:17.600" v="1696" actId="20577"/>
          <ac:spMkLst>
            <pc:docMk/>
            <pc:sldMk cId="2795800586" sldId="450"/>
            <ac:spMk id="5" creationId="{17C9D65D-695E-4D39-8EAE-BFA552C37DBD}"/>
          </ac:spMkLst>
        </pc:spChg>
        <pc:spChg chg="add mod">
          <ac:chgData name="Zheng Fei" userId="d19317889db4c986" providerId="LiveId" clId="{8BCCF7A3-C553-40F9-8E64-28D87B9AF654}" dt="2022-03-10T16:09:08.619" v="1694" actId="20577"/>
          <ac:spMkLst>
            <pc:docMk/>
            <pc:sldMk cId="2795800586" sldId="450"/>
            <ac:spMk id="6" creationId="{CF7A73DE-CB0B-4AB2-9916-4C2822FFDCD8}"/>
          </ac:spMkLst>
        </pc:spChg>
      </pc:sldChg>
      <pc:sldChg chg="addSp modSp new mod">
        <pc:chgData name="Zheng Fei" userId="d19317889db4c986" providerId="LiveId" clId="{8BCCF7A3-C553-40F9-8E64-28D87B9AF654}" dt="2022-03-10T16:13:47.191" v="1751" actId="207"/>
        <pc:sldMkLst>
          <pc:docMk/>
          <pc:sldMk cId="714267248" sldId="451"/>
        </pc:sldMkLst>
        <pc:spChg chg="add mod">
          <ac:chgData name="Zheng Fei" userId="d19317889db4c986" providerId="LiveId" clId="{8BCCF7A3-C553-40F9-8E64-28D87B9AF654}" dt="2022-03-10T16:09:59.166" v="1706" actId="20577"/>
          <ac:spMkLst>
            <pc:docMk/>
            <pc:sldMk cId="714267248" sldId="451"/>
            <ac:spMk id="2" creationId="{EF0E1FC4-D5B3-4C7B-92BA-C63F28411113}"/>
          </ac:spMkLst>
        </pc:spChg>
        <pc:spChg chg="add mod">
          <ac:chgData name="Zheng Fei" userId="d19317889db4c986" providerId="LiveId" clId="{8BCCF7A3-C553-40F9-8E64-28D87B9AF654}" dt="2022-03-10T16:13:47.191" v="1751" actId="207"/>
          <ac:spMkLst>
            <pc:docMk/>
            <pc:sldMk cId="714267248" sldId="451"/>
            <ac:spMk id="4" creationId="{08B18966-B651-4028-B4AD-9E1DD4AB884E}"/>
          </ac:spMkLst>
        </pc:spChg>
        <pc:picChg chg="add mod">
          <ac:chgData name="Zheng Fei" userId="d19317889db4c986" providerId="LiveId" clId="{8BCCF7A3-C553-40F9-8E64-28D87B9AF654}" dt="2022-03-10T16:12:13.243" v="1741" actId="1076"/>
          <ac:picMkLst>
            <pc:docMk/>
            <pc:sldMk cId="714267248" sldId="451"/>
            <ac:picMk id="6" creationId="{79745C26-50A0-44EB-87DB-2A8F63BCD971}"/>
          </ac:picMkLst>
        </pc:picChg>
      </pc:sldChg>
      <pc:sldChg chg="addSp modSp new mod">
        <pc:chgData name="Zheng Fei" userId="d19317889db4c986" providerId="LiveId" clId="{8BCCF7A3-C553-40F9-8E64-28D87B9AF654}" dt="2022-03-10T16:16:26.461" v="1763" actId="1076"/>
        <pc:sldMkLst>
          <pc:docMk/>
          <pc:sldMk cId="3369899449" sldId="452"/>
        </pc:sldMkLst>
        <pc:spChg chg="add mod">
          <ac:chgData name="Zheng Fei" userId="d19317889db4c986" providerId="LiveId" clId="{8BCCF7A3-C553-40F9-8E64-28D87B9AF654}" dt="2022-03-10T16:13:06.916" v="1748" actId="20577"/>
          <ac:spMkLst>
            <pc:docMk/>
            <pc:sldMk cId="3369899449" sldId="452"/>
            <ac:spMk id="2" creationId="{BE6FE2DE-E927-474D-ADAF-B6AD5A80B7A9}"/>
          </ac:spMkLst>
        </pc:spChg>
        <pc:spChg chg="add mod">
          <ac:chgData name="Zheng Fei" userId="d19317889db4c986" providerId="LiveId" clId="{8BCCF7A3-C553-40F9-8E64-28D87B9AF654}" dt="2022-03-10T16:16:22.914" v="1762" actId="207"/>
          <ac:spMkLst>
            <pc:docMk/>
            <pc:sldMk cId="3369899449" sldId="452"/>
            <ac:spMk id="4" creationId="{4817222F-F2AA-479D-80F6-DC72D307F787}"/>
          </ac:spMkLst>
        </pc:spChg>
        <pc:picChg chg="add mod">
          <ac:chgData name="Zheng Fei" userId="d19317889db4c986" providerId="LiveId" clId="{8BCCF7A3-C553-40F9-8E64-28D87B9AF654}" dt="2022-03-10T16:16:26.461" v="1763" actId="1076"/>
          <ac:picMkLst>
            <pc:docMk/>
            <pc:sldMk cId="3369899449" sldId="452"/>
            <ac:picMk id="6" creationId="{AF506A6E-41AE-4CB2-97E2-30F688AA067F}"/>
          </ac:picMkLst>
        </pc:picChg>
      </pc:sldChg>
      <pc:sldChg chg="addSp modSp new mod">
        <pc:chgData name="Zheng Fei" userId="d19317889db4c986" providerId="LiveId" clId="{8BCCF7A3-C553-40F9-8E64-28D87B9AF654}" dt="2022-03-10T16:37:56.096" v="1794" actId="1076"/>
        <pc:sldMkLst>
          <pc:docMk/>
          <pc:sldMk cId="2808797810" sldId="453"/>
        </pc:sldMkLst>
        <pc:picChg chg="add mod modCrop">
          <ac:chgData name="Zheng Fei" userId="d19317889db4c986" providerId="LiveId" clId="{8BCCF7A3-C553-40F9-8E64-28D87B9AF654}" dt="2022-03-10T16:37:56.096" v="1794" actId="1076"/>
          <ac:picMkLst>
            <pc:docMk/>
            <pc:sldMk cId="2808797810" sldId="453"/>
            <ac:picMk id="3" creationId="{16D6F48E-6D11-4E90-B527-95181372A486}"/>
          </ac:picMkLst>
        </pc:picChg>
      </pc:sldChg>
      <pc:sldChg chg="addSp modSp new del mod">
        <pc:chgData name="Zheng Fei" userId="d19317889db4c986" providerId="LiveId" clId="{8BCCF7A3-C553-40F9-8E64-28D87B9AF654}" dt="2022-03-10T16:17:31.337" v="1768" actId="47"/>
        <pc:sldMkLst>
          <pc:docMk/>
          <pc:sldMk cId="3977206677" sldId="453"/>
        </pc:sldMkLst>
        <pc:spChg chg="add mod">
          <ac:chgData name="Zheng Fei" userId="d19317889db4c986" providerId="LiveId" clId="{8BCCF7A3-C553-40F9-8E64-28D87B9AF654}" dt="2022-03-10T16:16:37.424" v="1767" actId="20577"/>
          <ac:spMkLst>
            <pc:docMk/>
            <pc:sldMk cId="3977206677" sldId="453"/>
            <ac:spMk id="2" creationId="{58728451-9386-4FFE-9F51-3E0CD867A7D6}"/>
          </ac:spMkLst>
        </pc:spChg>
      </pc:sldChg>
      <pc:sldChg chg="add">
        <pc:chgData name="Zheng Fei" userId="d19317889db4c986" providerId="LiveId" clId="{8BCCF7A3-C553-40F9-8E64-28D87B9AF654}" dt="2022-03-10T16:33:56.060" v="1776"/>
        <pc:sldMkLst>
          <pc:docMk/>
          <pc:sldMk cId="1203549772" sldId="454"/>
        </pc:sldMkLst>
      </pc:sldChg>
      <pc:sldChg chg="addSp modSp new mod setBg">
        <pc:chgData name="Zheng Fei" userId="d19317889db4c986" providerId="LiveId" clId="{8BCCF7A3-C553-40F9-8E64-28D87B9AF654}" dt="2022-03-10T16:37:23.679" v="1791" actId="14100"/>
        <pc:sldMkLst>
          <pc:docMk/>
          <pc:sldMk cId="264182603" sldId="455"/>
        </pc:sldMkLst>
        <pc:spChg chg="add mod">
          <ac:chgData name="Zheng Fei" userId="d19317889db4c986" providerId="LiveId" clId="{8BCCF7A3-C553-40F9-8E64-28D87B9AF654}" dt="2022-03-10T16:37:23.679" v="1791" actId="14100"/>
          <ac:spMkLst>
            <pc:docMk/>
            <pc:sldMk cId="264182603" sldId="455"/>
            <ac:spMk id="4" creationId="{C4EB7D28-8E63-44CA-A176-F4184BF65939}"/>
          </ac:spMkLst>
        </pc:spChg>
        <pc:spChg chg="add">
          <ac:chgData name="Zheng Fei" userId="d19317889db4c986" providerId="LiveId" clId="{8BCCF7A3-C553-40F9-8E64-28D87B9AF654}" dt="2022-03-10T16:36:00.014" v="1781" actId="26606"/>
          <ac:spMkLst>
            <pc:docMk/>
            <pc:sldMk cId="264182603" sldId="455"/>
            <ac:spMk id="8" creationId="{F3060C83-F051-4F0E-ABAD-AA0DFC48B218}"/>
          </ac:spMkLst>
        </pc:spChg>
        <pc:spChg chg="add">
          <ac:chgData name="Zheng Fei" userId="d19317889db4c986" providerId="LiveId" clId="{8BCCF7A3-C553-40F9-8E64-28D87B9AF654}" dt="2022-03-10T16:36:00.014" v="1781" actId="26606"/>
          <ac:spMkLst>
            <pc:docMk/>
            <pc:sldMk cId="264182603" sldId="455"/>
            <ac:spMk id="10" creationId="{83C98ABE-055B-441F-B07E-44F97F083C39}"/>
          </ac:spMkLst>
        </pc:spChg>
        <pc:spChg chg="add">
          <ac:chgData name="Zheng Fei" userId="d19317889db4c986" providerId="LiveId" clId="{8BCCF7A3-C553-40F9-8E64-28D87B9AF654}" dt="2022-03-10T16:36:00.014" v="1781" actId="26606"/>
          <ac:spMkLst>
            <pc:docMk/>
            <pc:sldMk cId="264182603" sldId="455"/>
            <ac:spMk id="12" creationId="{29FDB030-9B49-4CED-8CCD-4D99382388AC}"/>
          </ac:spMkLst>
        </pc:spChg>
        <pc:spChg chg="add">
          <ac:chgData name="Zheng Fei" userId="d19317889db4c986" providerId="LiveId" clId="{8BCCF7A3-C553-40F9-8E64-28D87B9AF654}" dt="2022-03-10T16:36:00.014" v="1781" actId="26606"/>
          <ac:spMkLst>
            <pc:docMk/>
            <pc:sldMk cId="264182603" sldId="455"/>
            <ac:spMk id="14" creationId="{3783CA14-24A1-485C-8B30-D6A5D87987AD}"/>
          </ac:spMkLst>
        </pc:spChg>
        <pc:spChg chg="add">
          <ac:chgData name="Zheng Fei" userId="d19317889db4c986" providerId="LiveId" clId="{8BCCF7A3-C553-40F9-8E64-28D87B9AF654}" dt="2022-03-10T16:36:00.014" v="1781" actId="26606"/>
          <ac:spMkLst>
            <pc:docMk/>
            <pc:sldMk cId="264182603" sldId="455"/>
            <ac:spMk id="16" creationId="{9A97C86A-04D6-40F7-AE84-31AB43E6A846}"/>
          </ac:spMkLst>
        </pc:spChg>
        <pc:spChg chg="add">
          <ac:chgData name="Zheng Fei" userId="d19317889db4c986" providerId="LiveId" clId="{8BCCF7A3-C553-40F9-8E64-28D87B9AF654}" dt="2022-03-10T16:36:00.014" v="1781" actId="26606"/>
          <ac:spMkLst>
            <pc:docMk/>
            <pc:sldMk cId="264182603" sldId="455"/>
            <ac:spMk id="18" creationId="{FF9F2414-84E8-453E-B1F3-389FDE8192D9}"/>
          </ac:spMkLst>
        </pc:spChg>
        <pc:spChg chg="add">
          <ac:chgData name="Zheng Fei" userId="d19317889db4c986" providerId="LiveId" clId="{8BCCF7A3-C553-40F9-8E64-28D87B9AF654}" dt="2022-03-10T16:36:00.014" v="1781" actId="26606"/>
          <ac:spMkLst>
            <pc:docMk/>
            <pc:sldMk cId="264182603" sldId="455"/>
            <ac:spMk id="20" creationId="{3ECA69A1-7536-43AC-85EF-C7106179F5ED}"/>
          </ac:spMkLst>
        </pc:spChg>
        <pc:picChg chg="add mod">
          <ac:chgData name="Zheng Fei" userId="d19317889db4c986" providerId="LiveId" clId="{8BCCF7A3-C553-40F9-8E64-28D87B9AF654}" dt="2022-03-10T16:36:00.014" v="1781" actId="26606"/>
          <ac:picMkLst>
            <pc:docMk/>
            <pc:sldMk cId="264182603" sldId="455"/>
            <ac:picMk id="3" creationId="{2DBA11A9-6950-4FBD-8469-8F7E8707B891}"/>
          </ac:picMkLst>
        </pc:picChg>
      </pc:sldChg>
      <pc:sldChg chg="addSp modSp new mod setBg">
        <pc:chgData name="Zheng Fei" userId="d19317889db4c986" providerId="LiveId" clId="{8BCCF7A3-C553-40F9-8E64-28D87B9AF654}" dt="2022-03-10T16:36:44.905" v="1786" actId="26606"/>
        <pc:sldMkLst>
          <pc:docMk/>
          <pc:sldMk cId="972716549" sldId="456"/>
        </pc:sldMkLst>
        <pc:spChg chg="add">
          <ac:chgData name="Zheng Fei" userId="d19317889db4c986" providerId="LiveId" clId="{8BCCF7A3-C553-40F9-8E64-28D87B9AF654}" dt="2022-03-10T16:36:44.905" v="1786" actId="26606"/>
          <ac:spMkLst>
            <pc:docMk/>
            <pc:sldMk cId="972716549" sldId="456"/>
            <ac:spMk id="8" creationId="{F3060C83-F051-4F0E-ABAD-AA0DFC48B218}"/>
          </ac:spMkLst>
        </pc:spChg>
        <pc:spChg chg="add">
          <ac:chgData name="Zheng Fei" userId="d19317889db4c986" providerId="LiveId" clId="{8BCCF7A3-C553-40F9-8E64-28D87B9AF654}" dt="2022-03-10T16:36:44.905" v="1786" actId="26606"/>
          <ac:spMkLst>
            <pc:docMk/>
            <pc:sldMk cId="972716549" sldId="456"/>
            <ac:spMk id="10" creationId="{83C98ABE-055B-441F-B07E-44F97F083C39}"/>
          </ac:spMkLst>
        </pc:spChg>
        <pc:spChg chg="add">
          <ac:chgData name="Zheng Fei" userId="d19317889db4c986" providerId="LiveId" clId="{8BCCF7A3-C553-40F9-8E64-28D87B9AF654}" dt="2022-03-10T16:36:44.905" v="1786" actId="26606"/>
          <ac:spMkLst>
            <pc:docMk/>
            <pc:sldMk cId="972716549" sldId="456"/>
            <ac:spMk id="12" creationId="{29FDB030-9B49-4CED-8CCD-4D99382388AC}"/>
          </ac:spMkLst>
        </pc:spChg>
        <pc:spChg chg="add">
          <ac:chgData name="Zheng Fei" userId="d19317889db4c986" providerId="LiveId" clId="{8BCCF7A3-C553-40F9-8E64-28D87B9AF654}" dt="2022-03-10T16:36:44.905" v="1786" actId="26606"/>
          <ac:spMkLst>
            <pc:docMk/>
            <pc:sldMk cId="972716549" sldId="456"/>
            <ac:spMk id="14" creationId="{3783CA14-24A1-485C-8B30-D6A5D87987AD}"/>
          </ac:spMkLst>
        </pc:spChg>
        <pc:spChg chg="add">
          <ac:chgData name="Zheng Fei" userId="d19317889db4c986" providerId="LiveId" clId="{8BCCF7A3-C553-40F9-8E64-28D87B9AF654}" dt="2022-03-10T16:36:44.905" v="1786" actId="26606"/>
          <ac:spMkLst>
            <pc:docMk/>
            <pc:sldMk cId="972716549" sldId="456"/>
            <ac:spMk id="16" creationId="{9A97C86A-04D6-40F7-AE84-31AB43E6A846}"/>
          </ac:spMkLst>
        </pc:spChg>
        <pc:spChg chg="add">
          <ac:chgData name="Zheng Fei" userId="d19317889db4c986" providerId="LiveId" clId="{8BCCF7A3-C553-40F9-8E64-28D87B9AF654}" dt="2022-03-10T16:36:44.905" v="1786" actId="26606"/>
          <ac:spMkLst>
            <pc:docMk/>
            <pc:sldMk cId="972716549" sldId="456"/>
            <ac:spMk id="18" creationId="{FF9F2414-84E8-453E-B1F3-389FDE8192D9}"/>
          </ac:spMkLst>
        </pc:spChg>
        <pc:spChg chg="add">
          <ac:chgData name="Zheng Fei" userId="d19317889db4c986" providerId="LiveId" clId="{8BCCF7A3-C553-40F9-8E64-28D87B9AF654}" dt="2022-03-10T16:36:44.905" v="1786" actId="26606"/>
          <ac:spMkLst>
            <pc:docMk/>
            <pc:sldMk cId="972716549" sldId="456"/>
            <ac:spMk id="20" creationId="{3ECA69A1-7536-43AC-85EF-C7106179F5ED}"/>
          </ac:spMkLst>
        </pc:spChg>
        <pc:picChg chg="add mod">
          <ac:chgData name="Zheng Fei" userId="d19317889db4c986" providerId="LiveId" clId="{8BCCF7A3-C553-40F9-8E64-28D87B9AF654}" dt="2022-03-10T16:36:44.905" v="1786" actId="26606"/>
          <ac:picMkLst>
            <pc:docMk/>
            <pc:sldMk cId="972716549" sldId="456"/>
            <ac:picMk id="3" creationId="{B3DDF4E1-44DD-4860-BA40-9A2DF5F88995}"/>
          </ac:picMkLst>
        </pc:picChg>
      </pc:sldChg>
    </pc:docChg>
  </pc:docChgLst>
  <pc:docChgLst>
    <pc:chgData name="Zheng Fei" userId="d19317889db4c986" providerId="LiveId" clId="{E0E80549-CE39-D94A-B520-D22FD5ADA9A1}"/>
    <pc:docChg chg="undo custSel addSld delSld modSld sldOrd">
      <pc:chgData name="Zheng Fei" userId="d19317889db4c986" providerId="LiveId" clId="{E0E80549-CE39-D94A-B520-D22FD5ADA9A1}" dt="2023-02-09T09:17:19.167" v="821" actId="2696"/>
      <pc:docMkLst>
        <pc:docMk/>
      </pc:docMkLst>
      <pc:sldChg chg="del">
        <pc:chgData name="Zheng Fei" userId="d19317889db4c986" providerId="LiveId" clId="{E0E80549-CE39-D94A-B520-D22FD5ADA9A1}" dt="2023-02-09T04:42:04.597" v="44" actId="2696"/>
        <pc:sldMkLst>
          <pc:docMk/>
          <pc:sldMk cId="3785641543" sldId="367"/>
        </pc:sldMkLst>
      </pc:sldChg>
      <pc:sldChg chg="addSp delSp modSp mod">
        <pc:chgData name="Zheng Fei" userId="d19317889db4c986" providerId="LiveId" clId="{E0E80549-CE39-D94A-B520-D22FD5ADA9A1}" dt="2023-02-09T07:29:34.543" v="220" actId="20577"/>
        <pc:sldMkLst>
          <pc:docMk/>
          <pc:sldMk cId="4155687108" sldId="370"/>
        </pc:sldMkLst>
        <pc:spChg chg="add mod">
          <ac:chgData name="Zheng Fei" userId="d19317889db4c986" providerId="LiveId" clId="{E0E80549-CE39-D94A-B520-D22FD5ADA9A1}" dt="2023-02-09T07:29:34.543" v="220" actId="20577"/>
          <ac:spMkLst>
            <pc:docMk/>
            <pc:sldMk cId="4155687108" sldId="370"/>
            <ac:spMk id="4" creationId="{4D857AEB-451B-5C13-1F2F-6611AE359FCF}"/>
          </ac:spMkLst>
        </pc:spChg>
        <pc:spChg chg="del mod">
          <ac:chgData name="Zheng Fei" userId="d19317889db4c986" providerId="LiveId" clId="{E0E80549-CE39-D94A-B520-D22FD5ADA9A1}" dt="2023-02-09T04:45:57.865" v="80" actId="478"/>
          <ac:spMkLst>
            <pc:docMk/>
            <pc:sldMk cId="4155687108" sldId="370"/>
            <ac:spMk id="7" creationId="{79248633-A687-56D6-ACF3-F91F704EC4BE}"/>
          </ac:spMkLst>
        </pc:spChg>
      </pc:sldChg>
      <pc:sldChg chg="addSp delSp modSp mod ord">
        <pc:chgData name="Zheng Fei" userId="d19317889db4c986" providerId="LiveId" clId="{E0E80549-CE39-D94A-B520-D22FD5ADA9A1}" dt="2023-02-09T09:05:56.838" v="692" actId="20577"/>
        <pc:sldMkLst>
          <pc:docMk/>
          <pc:sldMk cId="3010103594" sldId="371"/>
        </pc:sldMkLst>
        <pc:spChg chg="add mod">
          <ac:chgData name="Zheng Fei" userId="d19317889db4c986" providerId="LiveId" clId="{E0E80549-CE39-D94A-B520-D22FD5ADA9A1}" dt="2023-02-09T07:27:26.547" v="215" actId="20577"/>
          <ac:spMkLst>
            <pc:docMk/>
            <pc:sldMk cId="3010103594" sldId="371"/>
            <ac:spMk id="3" creationId="{0E1EFCDA-5088-3929-6637-87BC4A863712}"/>
          </ac:spMkLst>
        </pc:spChg>
        <pc:spChg chg="del mod">
          <ac:chgData name="Zheng Fei" userId="d19317889db4c986" providerId="LiveId" clId="{E0E80549-CE39-D94A-B520-D22FD5ADA9A1}" dt="2023-02-09T07:25:34.015" v="188" actId="478"/>
          <ac:spMkLst>
            <pc:docMk/>
            <pc:sldMk cId="3010103594" sldId="371"/>
            <ac:spMk id="5" creationId="{F241FF28-5B00-4BC0-98FD-7E78532077FA}"/>
          </ac:spMkLst>
        </pc:spChg>
        <pc:spChg chg="mod">
          <ac:chgData name="Zheng Fei" userId="d19317889db4c986" providerId="LiveId" clId="{E0E80549-CE39-D94A-B520-D22FD5ADA9A1}" dt="2023-02-09T09:05:56.838" v="692" actId="20577"/>
          <ac:spMkLst>
            <pc:docMk/>
            <pc:sldMk cId="3010103594" sldId="371"/>
            <ac:spMk id="6" creationId="{33D45EF0-E448-4A4A-B485-BCF94E414ABB}"/>
          </ac:spMkLst>
        </pc:spChg>
        <pc:spChg chg="del">
          <ac:chgData name="Zheng Fei" userId="d19317889db4c986" providerId="LiveId" clId="{E0E80549-CE39-D94A-B520-D22FD5ADA9A1}" dt="2023-02-09T07:27:23.650" v="213" actId="478"/>
          <ac:spMkLst>
            <pc:docMk/>
            <pc:sldMk cId="3010103594" sldId="371"/>
            <ac:spMk id="7" creationId="{03EAA3F7-4177-DB16-D103-283B361BF58A}"/>
          </ac:spMkLst>
        </pc:spChg>
      </pc:sldChg>
      <pc:sldChg chg="modSp add mod">
        <pc:chgData name="Zheng Fei" userId="d19317889db4c986" providerId="LiveId" clId="{E0E80549-CE39-D94A-B520-D22FD5ADA9A1}" dt="2023-02-09T07:29:30.958" v="219" actId="20577"/>
        <pc:sldMkLst>
          <pc:docMk/>
          <pc:sldMk cId="538009307" sldId="372"/>
        </pc:sldMkLst>
        <pc:spChg chg="mod">
          <ac:chgData name="Zheng Fei" userId="d19317889db4c986" providerId="LiveId" clId="{E0E80549-CE39-D94A-B520-D22FD5ADA9A1}" dt="2023-02-09T07:29:30.958" v="219" actId="20577"/>
          <ac:spMkLst>
            <pc:docMk/>
            <pc:sldMk cId="538009307" sldId="372"/>
            <ac:spMk id="4" creationId="{C0C3FDED-6AA1-67F2-10A3-C1883D19644C}"/>
          </ac:spMkLst>
        </pc:spChg>
      </pc:sldChg>
      <pc:sldChg chg="addSp delSp modSp del mod">
        <pc:chgData name="Zheng Fei" userId="d19317889db4c986" providerId="LiveId" clId="{E0E80549-CE39-D94A-B520-D22FD5ADA9A1}" dt="2023-02-09T07:27:50.359" v="217" actId="2696"/>
        <pc:sldMkLst>
          <pc:docMk/>
          <pc:sldMk cId="1138114101" sldId="372"/>
        </pc:sldMkLst>
        <pc:spChg chg="add mod">
          <ac:chgData name="Zheng Fei" userId="d19317889db4c986" providerId="LiveId" clId="{E0E80549-CE39-D94A-B520-D22FD5ADA9A1}" dt="2023-02-09T07:27:32.083" v="216" actId="20577"/>
          <ac:spMkLst>
            <pc:docMk/>
            <pc:sldMk cId="1138114101" sldId="372"/>
            <ac:spMk id="4" creationId="{C0C3FDED-6AA1-67F2-10A3-C1883D19644C}"/>
          </ac:spMkLst>
        </pc:spChg>
        <pc:spChg chg="del">
          <ac:chgData name="Zheng Fei" userId="d19317889db4c986" providerId="LiveId" clId="{E0E80549-CE39-D94A-B520-D22FD5ADA9A1}" dt="2023-02-09T04:29:25.533" v="41" actId="478"/>
          <ac:spMkLst>
            <pc:docMk/>
            <pc:sldMk cId="1138114101" sldId="372"/>
            <ac:spMk id="6" creationId="{29A52679-B73F-A616-B924-6B90C77E31CD}"/>
          </ac:spMkLst>
        </pc:spChg>
      </pc:sldChg>
      <pc:sldChg chg="addSp delSp modSp del mod">
        <pc:chgData name="Zheng Fei" userId="d19317889db4c986" providerId="LiveId" clId="{E0E80549-CE39-D94A-B520-D22FD5ADA9A1}" dt="2023-02-09T09:17:19.167" v="821" actId="2696"/>
        <pc:sldMkLst>
          <pc:docMk/>
          <pc:sldMk cId="3007288480" sldId="374"/>
        </pc:sldMkLst>
        <pc:spChg chg="del">
          <ac:chgData name="Zheng Fei" userId="d19317889db4c986" providerId="LiveId" clId="{E0E80549-CE39-D94A-B520-D22FD5ADA9A1}" dt="2023-02-09T04:46:21.084" v="86" actId="478"/>
          <ac:spMkLst>
            <pc:docMk/>
            <pc:sldMk cId="3007288480" sldId="374"/>
            <ac:spMk id="3" creationId="{129A8F66-A447-BDA2-1A7D-A59891BB7076}"/>
          </ac:spMkLst>
        </pc:spChg>
        <pc:spChg chg="add mod">
          <ac:chgData name="Zheng Fei" userId="d19317889db4c986" providerId="LiveId" clId="{E0E80549-CE39-D94A-B520-D22FD5ADA9A1}" dt="2023-02-09T07:29:58.871" v="222" actId="20577"/>
          <ac:spMkLst>
            <pc:docMk/>
            <pc:sldMk cId="3007288480" sldId="374"/>
            <ac:spMk id="4" creationId="{4831C5D4-390E-171B-23EA-2D3B116F74B6}"/>
          </ac:spMkLst>
        </pc:spChg>
        <pc:spChg chg="mod">
          <ac:chgData name="Zheng Fei" userId="d19317889db4c986" providerId="LiveId" clId="{E0E80549-CE39-D94A-B520-D22FD5ADA9A1}" dt="2023-02-09T09:16:20.410" v="817" actId="21"/>
          <ac:spMkLst>
            <pc:docMk/>
            <pc:sldMk cId="3007288480" sldId="374"/>
            <ac:spMk id="5" creationId="{17C9D65D-695E-4D39-8EAE-BFA552C37DBD}"/>
          </ac:spMkLst>
        </pc:spChg>
      </pc:sldChg>
      <pc:sldChg chg="addSp delSp modSp mod">
        <pc:chgData name="Zheng Fei" userId="d19317889db4c986" providerId="LiveId" clId="{E0E80549-CE39-D94A-B520-D22FD5ADA9A1}" dt="2023-02-09T07:17:41.187" v="138" actId="20577"/>
        <pc:sldMkLst>
          <pc:docMk/>
          <pc:sldMk cId="3250918198" sldId="430"/>
        </pc:sldMkLst>
        <pc:spChg chg="add mod">
          <ac:chgData name="Zheng Fei" userId="d19317889db4c986" providerId="LiveId" clId="{E0E80549-CE39-D94A-B520-D22FD5ADA9A1}" dt="2023-02-09T04:28:37.857" v="20" actId="20577"/>
          <ac:spMkLst>
            <pc:docMk/>
            <pc:sldMk cId="3250918198" sldId="430"/>
            <ac:spMk id="3" creationId="{D9F6BAFA-C55A-1675-2276-B4A38CF20785}"/>
          </ac:spMkLst>
        </pc:spChg>
        <pc:spChg chg="mod">
          <ac:chgData name="Zheng Fei" userId="d19317889db4c986" providerId="LiveId" clId="{E0E80549-CE39-D94A-B520-D22FD5ADA9A1}" dt="2023-02-09T07:17:41.187" v="138" actId="20577"/>
          <ac:spMkLst>
            <pc:docMk/>
            <pc:sldMk cId="3250918198" sldId="430"/>
            <ac:spMk id="4" creationId="{21131E15-2D62-4289-B93F-07B65F6829FE}"/>
          </ac:spMkLst>
        </pc:spChg>
        <pc:spChg chg="del">
          <ac:chgData name="Zheng Fei" userId="d19317889db4c986" providerId="LiveId" clId="{E0E80549-CE39-D94A-B520-D22FD5ADA9A1}" dt="2023-02-09T04:28:33.604" v="18" actId="478"/>
          <ac:spMkLst>
            <pc:docMk/>
            <pc:sldMk cId="3250918198" sldId="430"/>
            <ac:spMk id="5" creationId="{51ADEFC0-68CE-C6A4-F673-04A6E7AA520F}"/>
          </ac:spMkLst>
        </pc:spChg>
      </pc:sldChg>
      <pc:sldChg chg="addSp delSp modSp mod delAnim modAnim">
        <pc:chgData name="Zheng Fei" userId="d19317889db4c986" providerId="LiveId" clId="{E0E80549-CE39-D94A-B520-D22FD5ADA9A1}" dt="2023-02-09T07:15:10.718" v="110" actId="20577"/>
        <pc:sldMkLst>
          <pc:docMk/>
          <pc:sldMk cId="2283196572" sldId="431"/>
        </pc:sldMkLst>
        <pc:spChg chg="mod">
          <ac:chgData name="Zheng Fei" userId="d19317889db4c986" providerId="LiveId" clId="{E0E80549-CE39-D94A-B520-D22FD5ADA9A1}" dt="2023-02-09T07:15:02.147" v="109" actId="20577"/>
          <ac:spMkLst>
            <pc:docMk/>
            <pc:sldMk cId="2283196572" sldId="431"/>
            <ac:spMk id="5" creationId="{A52F3836-333F-3940-822F-EA9D72C6C35E}"/>
          </ac:spMkLst>
        </pc:spChg>
        <pc:spChg chg="mod">
          <ac:chgData name="Zheng Fei" userId="d19317889db4c986" providerId="LiveId" clId="{E0E80549-CE39-D94A-B520-D22FD5ADA9A1}" dt="2023-02-09T07:15:10.718" v="110" actId="20577"/>
          <ac:spMkLst>
            <pc:docMk/>
            <pc:sldMk cId="2283196572" sldId="431"/>
            <ac:spMk id="8" creationId="{C554A671-BA4F-A8A1-FA5E-EB9BD68EB7D3}"/>
          </ac:spMkLst>
        </pc:spChg>
        <pc:spChg chg="del">
          <ac:chgData name="Zheng Fei" userId="d19317889db4c986" providerId="LiveId" clId="{E0E80549-CE39-D94A-B520-D22FD5ADA9A1}" dt="2023-02-09T07:14:11.666" v="101" actId="478"/>
          <ac:spMkLst>
            <pc:docMk/>
            <pc:sldMk cId="2283196572" sldId="431"/>
            <ac:spMk id="9" creationId="{E18B56AA-D2C7-56C4-B167-9047E358A19F}"/>
          </ac:spMkLst>
        </pc:spChg>
        <pc:spChg chg="del mod">
          <ac:chgData name="Zheng Fei" userId="d19317889db4c986" providerId="LiveId" clId="{E0E80549-CE39-D94A-B520-D22FD5ADA9A1}" dt="2023-02-09T07:14:11.666" v="101" actId="478"/>
          <ac:spMkLst>
            <pc:docMk/>
            <pc:sldMk cId="2283196572" sldId="431"/>
            <ac:spMk id="10" creationId="{972A51E0-B991-8738-B5AD-D9EAAC3686B7}"/>
          </ac:spMkLst>
        </pc:spChg>
        <pc:spChg chg="mod">
          <ac:chgData name="Zheng Fei" userId="d19317889db4c986" providerId="LiveId" clId="{E0E80549-CE39-D94A-B520-D22FD5ADA9A1}" dt="2023-02-09T07:14:20.228" v="104" actId="1076"/>
          <ac:spMkLst>
            <pc:docMk/>
            <pc:sldMk cId="2283196572" sldId="431"/>
            <ac:spMk id="11" creationId="{C5256CF8-1ED1-4178-9093-43B01B45238A}"/>
          </ac:spMkLst>
        </pc:spChg>
        <pc:spChg chg="mod">
          <ac:chgData name="Zheng Fei" userId="d19317889db4c986" providerId="LiveId" clId="{E0E80549-CE39-D94A-B520-D22FD5ADA9A1}" dt="2023-02-09T07:14:20.228" v="104" actId="1076"/>
          <ac:spMkLst>
            <pc:docMk/>
            <pc:sldMk cId="2283196572" sldId="431"/>
            <ac:spMk id="12" creationId="{6C21A081-8620-4757-8530-AC45EBBF50EA}"/>
          </ac:spMkLst>
        </pc:spChg>
        <pc:spChg chg="del">
          <ac:chgData name="Zheng Fei" userId="d19317889db4c986" providerId="LiveId" clId="{E0E80549-CE39-D94A-B520-D22FD5ADA9A1}" dt="2023-02-09T07:14:11.666" v="101" actId="478"/>
          <ac:spMkLst>
            <pc:docMk/>
            <pc:sldMk cId="2283196572" sldId="431"/>
            <ac:spMk id="14" creationId="{098FDBB9-4607-4890-9F39-3EDE18522E08}"/>
          </ac:spMkLst>
        </pc:spChg>
        <pc:grpChg chg="mod">
          <ac:chgData name="Zheng Fei" userId="d19317889db4c986" providerId="LiveId" clId="{E0E80549-CE39-D94A-B520-D22FD5ADA9A1}" dt="2023-02-09T04:42:39.090" v="45" actId="164"/>
          <ac:grpSpMkLst>
            <pc:docMk/>
            <pc:sldMk cId="2283196572" sldId="431"/>
            <ac:grpSpMk id="2" creationId="{497DAE3B-EEDE-454A-AA40-94368C3CA9E4}"/>
          </ac:grpSpMkLst>
        </pc:grpChg>
        <pc:grpChg chg="add mod">
          <ac:chgData name="Zheng Fei" userId="d19317889db4c986" providerId="LiveId" clId="{E0E80549-CE39-D94A-B520-D22FD5ADA9A1}" dt="2023-02-09T07:14:20.228" v="104" actId="1076"/>
          <ac:grpSpMkLst>
            <pc:docMk/>
            <pc:sldMk cId="2283196572" sldId="431"/>
            <ac:grpSpMk id="4" creationId="{9140DDBA-E3DD-6EFA-D5CB-9F17485EDF34}"/>
          </ac:grpSpMkLst>
        </pc:grpChg>
        <pc:cxnChg chg="mod">
          <ac:chgData name="Zheng Fei" userId="d19317889db4c986" providerId="LiveId" clId="{E0E80549-CE39-D94A-B520-D22FD5ADA9A1}" dt="2023-02-09T07:14:15.534" v="103" actId="1076"/>
          <ac:cxnSpMkLst>
            <pc:docMk/>
            <pc:sldMk cId="2283196572" sldId="431"/>
            <ac:cxnSpMk id="3" creationId="{741477DD-B3A2-3D31-14DE-2046351B3D33}"/>
          </ac:cxnSpMkLst>
        </pc:cxnChg>
      </pc:sldChg>
      <pc:sldChg chg="addSp delSp modSp mod delAnim modAnim">
        <pc:chgData name="Zheng Fei" userId="d19317889db4c986" providerId="LiveId" clId="{E0E80549-CE39-D94A-B520-D22FD5ADA9A1}" dt="2023-02-09T08:09:17.023" v="577" actId="1035"/>
        <pc:sldMkLst>
          <pc:docMk/>
          <pc:sldMk cId="2623137490" sldId="432"/>
        </pc:sldMkLst>
        <pc:spChg chg="mod">
          <ac:chgData name="Zheng Fei" userId="d19317889db4c986" providerId="LiveId" clId="{E0E80549-CE39-D94A-B520-D22FD5ADA9A1}" dt="2023-02-09T08:08:38.233" v="556" actId="1076"/>
          <ac:spMkLst>
            <pc:docMk/>
            <pc:sldMk cId="2623137490" sldId="432"/>
            <ac:spMk id="2" creationId="{19990644-D00E-E72A-F877-A190DCFF42FA}"/>
          </ac:spMkLst>
        </pc:spChg>
        <pc:spChg chg="add mod">
          <ac:chgData name="Zheng Fei" userId="d19317889db4c986" providerId="LiveId" clId="{E0E80549-CE39-D94A-B520-D22FD5ADA9A1}" dt="2023-02-09T08:08:49.628" v="557" actId="21"/>
          <ac:spMkLst>
            <pc:docMk/>
            <pc:sldMk cId="2623137490" sldId="432"/>
            <ac:spMk id="3" creationId="{4B8981CA-1742-BEF2-C56F-F3FF63AA4CC8}"/>
          </ac:spMkLst>
        </pc:spChg>
        <pc:spChg chg="mod">
          <ac:chgData name="Zheng Fei" userId="d19317889db4c986" providerId="LiveId" clId="{E0E80549-CE39-D94A-B520-D22FD5ADA9A1}" dt="2023-02-09T04:28:22.951" v="17" actId="2711"/>
          <ac:spMkLst>
            <pc:docMk/>
            <pc:sldMk cId="2623137490" sldId="432"/>
            <ac:spMk id="6" creationId="{F706E461-E7EC-E8B2-EA08-FE310206A678}"/>
          </ac:spMkLst>
        </pc:spChg>
        <pc:spChg chg="add mod">
          <ac:chgData name="Zheng Fei" userId="d19317889db4c986" providerId="LiveId" clId="{E0E80549-CE39-D94A-B520-D22FD5ADA9A1}" dt="2023-02-09T08:09:17.023" v="577" actId="1035"/>
          <ac:spMkLst>
            <pc:docMk/>
            <pc:sldMk cId="2623137490" sldId="432"/>
            <ac:spMk id="8" creationId="{D2A8DCAA-3F9E-F2CC-C1A5-69F402EF1CFD}"/>
          </ac:spMkLst>
        </pc:spChg>
        <pc:picChg chg="del mod">
          <ac:chgData name="Zheng Fei" userId="d19317889db4c986" providerId="LiveId" clId="{E0E80549-CE39-D94A-B520-D22FD5ADA9A1}" dt="2023-02-09T07:54:06.146" v="346" actId="478"/>
          <ac:picMkLst>
            <pc:docMk/>
            <pc:sldMk cId="2623137490" sldId="432"/>
            <ac:picMk id="5" creationId="{4EDA5563-689D-48B3-8476-0AC324E4DDCB}"/>
          </ac:picMkLst>
        </pc:picChg>
        <pc:cxnChg chg="add del mod">
          <ac:chgData name="Zheng Fei" userId="d19317889db4c986" providerId="LiveId" clId="{E0E80549-CE39-D94A-B520-D22FD5ADA9A1}" dt="2023-02-09T07:21:52.471" v="160" actId="478"/>
          <ac:cxnSpMkLst>
            <pc:docMk/>
            <pc:sldMk cId="2623137490" sldId="432"/>
            <ac:cxnSpMk id="3" creationId="{6BC3AED1-105E-FDD1-9F6F-A997E81D9FB2}"/>
          </ac:cxnSpMkLst>
        </pc:cxnChg>
      </pc:sldChg>
      <pc:sldChg chg="addSp delSp modSp mod">
        <pc:chgData name="Zheng Fei" userId="d19317889db4c986" providerId="LiveId" clId="{E0E80549-CE39-D94A-B520-D22FD5ADA9A1}" dt="2023-02-09T04:29:15.954" v="40" actId="20577"/>
        <pc:sldMkLst>
          <pc:docMk/>
          <pc:sldMk cId="815936616" sldId="433"/>
        </pc:sldMkLst>
        <pc:spChg chg="add mod">
          <ac:chgData name="Zheng Fei" userId="d19317889db4c986" providerId="LiveId" clId="{E0E80549-CE39-D94A-B520-D22FD5ADA9A1}" dt="2023-02-09T04:29:15.954" v="40" actId="20577"/>
          <ac:spMkLst>
            <pc:docMk/>
            <pc:sldMk cId="815936616" sldId="433"/>
            <ac:spMk id="3" creationId="{2DE4DA09-25B7-8720-14FB-1B4F29D8CC35}"/>
          </ac:spMkLst>
        </pc:spChg>
        <pc:spChg chg="del">
          <ac:chgData name="Zheng Fei" userId="d19317889db4c986" providerId="LiveId" clId="{E0E80549-CE39-D94A-B520-D22FD5ADA9A1}" dt="2023-02-09T04:29:12.444" v="37" actId="478"/>
          <ac:spMkLst>
            <pc:docMk/>
            <pc:sldMk cId="815936616" sldId="433"/>
            <ac:spMk id="10" creationId="{E021B4CE-3C5B-FDA5-D963-C57BBC247FA5}"/>
          </ac:spMkLst>
        </pc:spChg>
      </pc:sldChg>
      <pc:sldChg chg="addSp delSp modSp mod">
        <pc:chgData name="Zheng Fei" userId="d19317889db4c986" providerId="LiveId" clId="{E0E80549-CE39-D94A-B520-D22FD5ADA9A1}" dt="2023-02-09T07:17:50.258" v="140" actId="1076"/>
        <pc:sldMkLst>
          <pc:docMk/>
          <pc:sldMk cId="829339852" sldId="435"/>
        </pc:sldMkLst>
        <pc:spChg chg="add mod">
          <ac:chgData name="Zheng Fei" userId="d19317889db4c986" providerId="LiveId" clId="{E0E80549-CE39-D94A-B520-D22FD5ADA9A1}" dt="2023-02-09T04:28:44.954" v="24" actId="20577"/>
          <ac:spMkLst>
            <pc:docMk/>
            <pc:sldMk cId="829339852" sldId="435"/>
            <ac:spMk id="3" creationId="{CAFF2DC4-48E1-0F5A-87FB-05E2F80CB021}"/>
          </ac:spMkLst>
        </pc:spChg>
        <pc:spChg chg="del">
          <ac:chgData name="Zheng Fei" userId="d19317889db4c986" providerId="LiveId" clId="{E0E80549-CE39-D94A-B520-D22FD5ADA9A1}" dt="2023-02-09T04:28:41.231" v="21" actId="478"/>
          <ac:spMkLst>
            <pc:docMk/>
            <pc:sldMk cId="829339852" sldId="435"/>
            <ac:spMk id="8" creationId="{1C748AEB-4D7F-3D84-024A-A9C3AB25DB88}"/>
          </ac:spMkLst>
        </pc:spChg>
        <pc:spChg chg="mod">
          <ac:chgData name="Zheng Fei" userId="d19317889db4c986" providerId="LiveId" clId="{E0E80549-CE39-D94A-B520-D22FD5ADA9A1}" dt="2023-02-09T07:17:50.258" v="140" actId="1076"/>
          <ac:spMkLst>
            <pc:docMk/>
            <pc:sldMk cId="829339852" sldId="435"/>
            <ac:spMk id="9" creationId="{D8FDCFAE-5ADB-21B7-5223-61AC9F465054}"/>
          </ac:spMkLst>
        </pc:spChg>
      </pc:sldChg>
      <pc:sldChg chg="addSp delSp modSp mod">
        <pc:chgData name="Zheng Fei" userId="d19317889db4c986" providerId="LiveId" clId="{E0E80549-CE39-D94A-B520-D22FD5ADA9A1}" dt="2023-02-09T04:29:09.649" v="36" actId="20577"/>
        <pc:sldMkLst>
          <pc:docMk/>
          <pc:sldMk cId="2171745277" sldId="440"/>
        </pc:sldMkLst>
        <pc:spChg chg="add mod">
          <ac:chgData name="Zheng Fei" userId="d19317889db4c986" providerId="LiveId" clId="{E0E80549-CE39-D94A-B520-D22FD5ADA9A1}" dt="2023-02-09T04:29:09.649" v="36" actId="20577"/>
          <ac:spMkLst>
            <pc:docMk/>
            <pc:sldMk cId="2171745277" sldId="440"/>
            <ac:spMk id="2" creationId="{3227B9BE-1746-A0B0-5512-78CC1B444EA7}"/>
          </ac:spMkLst>
        </pc:spChg>
        <pc:spChg chg="del">
          <ac:chgData name="Zheng Fei" userId="d19317889db4c986" providerId="LiveId" clId="{E0E80549-CE39-D94A-B520-D22FD5ADA9A1}" dt="2023-02-09T04:29:04.136" v="33" actId="478"/>
          <ac:spMkLst>
            <pc:docMk/>
            <pc:sldMk cId="2171745277" sldId="440"/>
            <ac:spMk id="6" creationId="{C74023C3-06AF-F050-D961-9515F6F2CEAC}"/>
          </ac:spMkLst>
        </pc:spChg>
      </pc:sldChg>
      <pc:sldChg chg="addSp delSp modSp mod">
        <pc:chgData name="Zheng Fei" userId="d19317889db4c986" providerId="LiveId" clId="{E0E80549-CE39-D94A-B520-D22FD5ADA9A1}" dt="2023-02-09T07:19:08.091" v="146" actId="207"/>
        <pc:sldMkLst>
          <pc:docMk/>
          <pc:sldMk cId="3621793630" sldId="441"/>
        </pc:sldMkLst>
        <pc:spChg chg="mod">
          <ac:chgData name="Zheng Fei" userId="d19317889db4c986" providerId="LiveId" clId="{E0E80549-CE39-D94A-B520-D22FD5ADA9A1}" dt="2023-02-09T07:19:08.091" v="146" actId="207"/>
          <ac:spMkLst>
            <pc:docMk/>
            <pc:sldMk cId="3621793630" sldId="441"/>
            <ac:spMk id="2" creationId="{0A5EFA2B-AB6B-41DA-87BD-74E04D9298F3}"/>
          </ac:spMkLst>
        </pc:spChg>
        <pc:spChg chg="add mod">
          <ac:chgData name="Zheng Fei" userId="d19317889db4c986" providerId="LiveId" clId="{E0E80549-CE39-D94A-B520-D22FD5ADA9A1}" dt="2023-02-09T04:28:59.375" v="32" actId="20577"/>
          <ac:spMkLst>
            <pc:docMk/>
            <pc:sldMk cId="3621793630" sldId="441"/>
            <ac:spMk id="3" creationId="{0A009270-3619-29A3-6898-11A5C8E1B9A7}"/>
          </ac:spMkLst>
        </pc:spChg>
        <pc:spChg chg="del">
          <ac:chgData name="Zheng Fei" userId="d19317889db4c986" providerId="LiveId" clId="{E0E80549-CE39-D94A-B520-D22FD5ADA9A1}" dt="2023-02-09T04:28:56.128" v="29" actId="478"/>
          <ac:spMkLst>
            <pc:docMk/>
            <pc:sldMk cId="3621793630" sldId="441"/>
            <ac:spMk id="5" creationId="{7355A31E-FEC3-1329-F8E4-4E4A916596C3}"/>
          </ac:spMkLst>
        </pc:spChg>
      </pc:sldChg>
      <pc:sldChg chg="modSp mod">
        <pc:chgData name="Zheng Fei" userId="d19317889db4c986" providerId="LiveId" clId="{E0E80549-CE39-D94A-B520-D22FD5ADA9A1}" dt="2023-02-09T08:10:46.177" v="583" actId="14100"/>
        <pc:sldMkLst>
          <pc:docMk/>
          <pc:sldMk cId="4198043349" sldId="445"/>
        </pc:sldMkLst>
        <pc:spChg chg="mod">
          <ac:chgData name="Zheng Fei" userId="d19317889db4c986" providerId="LiveId" clId="{E0E80549-CE39-D94A-B520-D22FD5ADA9A1}" dt="2023-02-09T08:10:13.570" v="582" actId="20577"/>
          <ac:spMkLst>
            <pc:docMk/>
            <pc:sldMk cId="4198043349" sldId="445"/>
            <ac:spMk id="3" creationId="{5DFEA44D-0B03-45F7-9229-7CF53DED6ED7}"/>
          </ac:spMkLst>
        </pc:spChg>
        <pc:spChg chg="mod">
          <ac:chgData name="Zheng Fei" userId="d19317889db4c986" providerId="LiveId" clId="{E0E80549-CE39-D94A-B520-D22FD5ADA9A1}" dt="2023-02-09T08:10:46.177" v="583" actId="14100"/>
          <ac:spMkLst>
            <pc:docMk/>
            <pc:sldMk cId="4198043349" sldId="445"/>
            <ac:spMk id="25" creationId="{3968B10E-43B5-453B-844F-15BE4AD849F0}"/>
          </ac:spMkLst>
        </pc:spChg>
      </pc:sldChg>
      <pc:sldChg chg="addSp delSp modSp del mod">
        <pc:chgData name="Zheng Fei" userId="d19317889db4c986" providerId="LiveId" clId="{E0E80549-CE39-D94A-B520-D22FD5ADA9A1}" dt="2023-02-09T09:11:04.555" v="775" actId="2696"/>
        <pc:sldMkLst>
          <pc:docMk/>
          <pc:sldMk cId="205474179" sldId="446"/>
        </pc:sldMkLst>
        <pc:spChg chg="mod">
          <ac:chgData name="Zheng Fei" userId="d19317889db4c986" providerId="LiveId" clId="{E0E80549-CE39-D94A-B520-D22FD5ADA9A1}" dt="2023-02-09T09:10:03.560" v="756" actId="1038"/>
          <ac:spMkLst>
            <pc:docMk/>
            <pc:sldMk cId="205474179" sldId="446"/>
            <ac:spMk id="2" creationId="{8CE99B8C-26E3-81B4-65A6-E2F58F0B3480}"/>
          </ac:spMkLst>
        </pc:spChg>
        <pc:spChg chg="mod">
          <ac:chgData name="Zheng Fei" userId="d19317889db4c986" providerId="LiveId" clId="{E0E80549-CE39-D94A-B520-D22FD5ADA9A1}" dt="2023-02-09T09:09:43.220" v="732" actId="164"/>
          <ac:spMkLst>
            <pc:docMk/>
            <pc:sldMk cId="205474179" sldId="446"/>
            <ac:spMk id="9" creationId="{C1FC3D62-9A49-40ED-BCEA-F52CAEF550A9}"/>
          </ac:spMkLst>
        </pc:spChg>
        <pc:spChg chg="mod">
          <ac:chgData name="Zheng Fei" userId="d19317889db4c986" providerId="LiveId" clId="{E0E80549-CE39-D94A-B520-D22FD5ADA9A1}" dt="2023-02-09T09:09:43.220" v="732" actId="164"/>
          <ac:spMkLst>
            <pc:docMk/>
            <pc:sldMk cId="205474179" sldId="446"/>
            <ac:spMk id="10" creationId="{FBB5B7BC-3AAC-40CB-A044-F6695F288ECC}"/>
          </ac:spMkLst>
        </pc:spChg>
        <pc:spChg chg="mod">
          <ac:chgData name="Zheng Fei" userId="d19317889db4c986" providerId="LiveId" clId="{E0E80549-CE39-D94A-B520-D22FD5ADA9A1}" dt="2023-02-09T09:09:43.220" v="732" actId="164"/>
          <ac:spMkLst>
            <pc:docMk/>
            <pc:sldMk cId="205474179" sldId="446"/>
            <ac:spMk id="11" creationId="{BEF33B0E-22D2-4D6E-B4BD-A2C8562A7019}"/>
          </ac:spMkLst>
        </pc:spChg>
        <pc:spChg chg="mod">
          <ac:chgData name="Zheng Fei" userId="d19317889db4c986" providerId="LiveId" clId="{E0E80549-CE39-D94A-B520-D22FD5ADA9A1}" dt="2023-02-09T09:09:43.220" v="732" actId="164"/>
          <ac:spMkLst>
            <pc:docMk/>
            <pc:sldMk cId="205474179" sldId="446"/>
            <ac:spMk id="15" creationId="{4E933C11-BD81-49E7-950F-E1C8AECDFA8E}"/>
          </ac:spMkLst>
        </pc:spChg>
        <pc:spChg chg="mod">
          <ac:chgData name="Zheng Fei" userId="d19317889db4c986" providerId="LiveId" clId="{E0E80549-CE39-D94A-B520-D22FD5ADA9A1}" dt="2023-02-09T09:09:43.220" v="732" actId="164"/>
          <ac:spMkLst>
            <pc:docMk/>
            <pc:sldMk cId="205474179" sldId="446"/>
            <ac:spMk id="16" creationId="{C7F86A5C-2031-459F-8149-2FB1A2038EE9}"/>
          </ac:spMkLst>
        </pc:spChg>
        <pc:spChg chg="mod">
          <ac:chgData name="Zheng Fei" userId="d19317889db4c986" providerId="LiveId" clId="{E0E80549-CE39-D94A-B520-D22FD5ADA9A1}" dt="2023-02-09T09:09:43.220" v="732" actId="164"/>
          <ac:spMkLst>
            <pc:docMk/>
            <pc:sldMk cId="205474179" sldId="446"/>
            <ac:spMk id="17" creationId="{438F5D9C-FCDC-4A34-A6E0-A0B1DC102547}"/>
          </ac:spMkLst>
        </pc:spChg>
        <pc:spChg chg="add del mod">
          <ac:chgData name="Zheng Fei" userId="d19317889db4c986" providerId="LiveId" clId="{E0E80549-CE39-D94A-B520-D22FD5ADA9A1}" dt="2023-02-09T09:11:01.228" v="773" actId="21"/>
          <ac:spMkLst>
            <pc:docMk/>
            <pc:sldMk cId="205474179" sldId="446"/>
            <ac:spMk id="19" creationId="{448AF7D8-D9FA-123C-98C7-B4A354B811B3}"/>
          </ac:spMkLst>
        </pc:spChg>
        <pc:grpChg chg="add del mod">
          <ac:chgData name="Zheng Fei" userId="d19317889db4c986" providerId="LiveId" clId="{E0E80549-CE39-D94A-B520-D22FD5ADA9A1}" dt="2023-02-09T09:10:06.965" v="757" actId="21"/>
          <ac:grpSpMkLst>
            <pc:docMk/>
            <pc:sldMk cId="205474179" sldId="446"/>
            <ac:grpSpMk id="8" creationId="{3EAF8F18-FB50-DA3B-729A-D2C5AFD2CDB6}"/>
          </ac:grpSpMkLst>
        </pc:grpChg>
        <pc:graphicFrameChg chg="mod">
          <ac:chgData name="Zheng Fei" userId="d19317889db4c986" providerId="LiveId" clId="{E0E80549-CE39-D94A-B520-D22FD5ADA9A1}" dt="2023-02-09T09:09:43.220" v="732" actId="164"/>
          <ac:graphicFrameMkLst>
            <pc:docMk/>
            <pc:sldMk cId="205474179" sldId="446"/>
            <ac:graphicFrameMk id="5" creationId="{971D2623-58F2-4F19-B67E-CEE01342E587}"/>
          </ac:graphicFrameMkLst>
        </pc:graphicFrameChg>
        <pc:graphicFrameChg chg="mod">
          <ac:chgData name="Zheng Fei" userId="d19317889db4c986" providerId="LiveId" clId="{E0E80549-CE39-D94A-B520-D22FD5ADA9A1}" dt="2023-02-09T09:09:43.220" v="732" actId="164"/>
          <ac:graphicFrameMkLst>
            <pc:docMk/>
            <pc:sldMk cId="205474179" sldId="446"/>
            <ac:graphicFrameMk id="6" creationId="{52B4032A-9FEA-4EDC-B4FF-1242CD86146E}"/>
          </ac:graphicFrameMkLst>
        </pc:graphicFrameChg>
        <pc:graphicFrameChg chg="mod">
          <ac:chgData name="Zheng Fei" userId="d19317889db4c986" providerId="LiveId" clId="{E0E80549-CE39-D94A-B520-D22FD5ADA9A1}" dt="2023-02-09T09:09:43.220" v="732" actId="164"/>
          <ac:graphicFrameMkLst>
            <pc:docMk/>
            <pc:sldMk cId="205474179" sldId="446"/>
            <ac:graphicFrameMk id="7" creationId="{510AA31D-9CF6-453F-8970-250B44DDD0EA}"/>
          </ac:graphicFrameMkLst>
        </pc:graphicFrameChg>
        <pc:graphicFrameChg chg="mod">
          <ac:chgData name="Zheng Fei" userId="d19317889db4c986" providerId="LiveId" clId="{E0E80549-CE39-D94A-B520-D22FD5ADA9A1}" dt="2023-02-09T09:09:43.220" v="732" actId="164"/>
          <ac:graphicFrameMkLst>
            <pc:docMk/>
            <pc:sldMk cId="205474179" sldId="446"/>
            <ac:graphicFrameMk id="12" creationId="{C071D15A-25FE-4DF4-8E64-482D33C38390}"/>
          </ac:graphicFrameMkLst>
        </pc:graphicFrameChg>
        <pc:graphicFrameChg chg="mod">
          <ac:chgData name="Zheng Fei" userId="d19317889db4c986" providerId="LiveId" clId="{E0E80549-CE39-D94A-B520-D22FD5ADA9A1}" dt="2023-02-09T09:09:43.220" v="732" actId="164"/>
          <ac:graphicFrameMkLst>
            <pc:docMk/>
            <pc:sldMk cId="205474179" sldId="446"/>
            <ac:graphicFrameMk id="13" creationId="{B7044ABC-9BA9-4292-8373-230C542EAA0E}"/>
          </ac:graphicFrameMkLst>
        </pc:graphicFrameChg>
        <pc:graphicFrameChg chg="mod">
          <ac:chgData name="Zheng Fei" userId="d19317889db4c986" providerId="LiveId" clId="{E0E80549-CE39-D94A-B520-D22FD5ADA9A1}" dt="2023-02-09T09:09:43.220" v="732" actId="164"/>
          <ac:graphicFrameMkLst>
            <pc:docMk/>
            <pc:sldMk cId="205474179" sldId="446"/>
            <ac:graphicFrameMk id="14" creationId="{84E5AC5F-8849-4244-BE97-2B47329E7A96}"/>
          </ac:graphicFrameMkLst>
        </pc:graphicFrameChg>
        <pc:graphicFrameChg chg="mod">
          <ac:chgData name="Zheng Fei" userId="d19317889db4c986" providerId="LiveId" clId="{E0E80549-CE39-D94A-B520-D22FD5ADA9A1}" dt="2023-02-09T09:09:59.815" v="749" actId="1037"/>
          <ac:graphicFrameMkLst>
            <pc:docMk/>
            <pc:sldMk cId="205474179" sldId="446"/>
            <ac:graphicFrameMk id="18" creationId="{F1701F36-33F6-4536-A73D-A21ADCD0BAD2}"/>
          </ac:graphicFrameMkLst>
        </pc:graphicFrameChg>
      </pc:sldChg>
      <pc:sldChg chg="addSp delSp modSp mod">
        <pc:chgData name="Zheng Fei" userId="d19317889db4c986" providerId="LiveId" clId="{E0E80549-CE39-D94A-B520-D22FD5ADA9A1}" dt="2023-02-09T09:15:56.950" v="814" actId="115"/>
        <pc:sldMkLst>
          <pc:docMk/>
          <pc:sldMk cId="2795800586" sldId="450"/>
        </pc:sldMkLst>
        <pc:spChg chg="del">
          <ac:chgData name="Zheng Fei" userId="d19317889db4c986" providerId="LiveId" clId="{E0E80549-CE39-D94A-B520-D22FD5ADA9A1}" dt="2023-02-09T04:46:14.083" v="82" actId="478"/>
          <ac:spMkLst>
            <pc:docMk/>
            <pc:sldMk cId="2795800586" sldId="450"/>
            <ac:spMk id="3" creationId="{8BD6D2D6-D7EF-E29D-4CCC-EFEB26284330}"/>
          </ac:spMkLst>
        </pc:spChg>
        <pc:spChg chg="add mod">
          <ac:chgData name="Zheng Fei" userId="d19317889db4c986" providerId="LiveId" clId="{E0E80549-CE39-D94A-B520-D22FD5ADA9A1}" dt="2023-02-09T07:29:40.698" v="221" actId="20577"/>
          <ac:spMkLst>
            <pc:docMk/>
            <pc:sldMk cId="2795800586" sldId="450"/>
            <ac:spMk id="4" creationId="{A0786EC7-780F-BF96-2DB5-F9B2391C9636}"/>
          </ac:spMkLst>
        </pc:spChg>
        <pc:spChg chg="mod">
          <ac:chgData name="Zheng Fei" userId="d19317889db4c986" providerId="LiveId" clId="{E0E80549-CE39-D94A-B520-D22FD5ADA9A1}" dt="2023-02-09T09:15:56.950" v="814" actId="115"/>
          <ac:spMkLst>
            <pc:docMk/>
            <pc:sldMk cId="2795800586" sldId="450"/>
            <ac:spMk id="5" creationId="{17C9D65D-695E-4D39-8EAE-BFA552C37DBD}"/>
          </ac:spMkLst>
        </pc:spChg>
      </pc:sldChg>
      <pc:sldChg chg="addSp delSp modSp mod">
        <pc:chgData name="Zheng Fei" userId="d19317889db4c986" providerId="LiveId" clId="{E0E80549-CE39-D94A-B520-D22FD5ADA9A1}" dt="2023-02-09T07:30:02.605" v="223" actId="20577"/>
        <pc:sldMkLst>
          <pc:docMk/>
          <pc:sldMk cId="714267248" sldId="451"/>
        </pc:sldMkLst>
        <pc:spChg chg="add mod">
          <ac:chgData name="Zheng Fei" userId="d19317889db4c986" providerId="LiveId" clId="{E0E80549-CE39-D94A-B520-D22FD5ADA9A1}" dt="2023-02-09T07:30:02.605" v="223" actId="20577"/>
          <ac:spMkLst>
            <pc:docMk/>
            <pc:sldMk cId="714267248" sldId="451"/>
            <ac:spMk id="2" creationId="{6911C956-EA54-4DFC-2FE9-7F0BC6301FE3}"/>
          </ac:spMkLst>
        </pc:spChg>
        <pc:spChg chg="del">
          <ac:chgData name="Zheng Fei" userId="d19317889db4c986" providerId="LiveId" clId="{E0E80549-CE39-D94A-B520-D22FD5ADA9A1}" dt="2023-02-09T04:46:27.134" v="90" actId="478"/>
          <ac:spMkLst>
            <pc:docMk/>
            <pc:sldMk cId="714267248" sldId="451"/>
            <ac:spMk id="5" creationId="{C4DF51DD-448C-A5CA-59B0-95A3843DF1E4}"/>
          </ac:spMkLst>
        </pc:spChg>
      </pc:sldChg>
      <pc:sldChg chg="addSp delSp modSp mod">
        <pc:chgData name="Zheng Fei" userId="d19317889db4c986" providerId="LiveId" clId="{E0E80549-CE39-D94A-B520-D22FD5ADA9A1}" dt="2023-02-09T07:30:08.455" v="224" actId="20577"/>
        <pc:sldMkLst>
          <pc:docMk/>
          <pc:sldMk cId="3369899449" sldId="452"/>
        </pc:sldMkLst>
        <pc:spChg chg="del">
          <ac:chgData name="Zheng Fei" userId="d19317889db4c986" providerId="LiveId" clId="{E0E80549-CE39-D94A-B520-D22FD5ADA9A1}" dt="2023-02-09T04:46:34.181" v="94" actId="478"/>
          <ac:spMkLst>
            <pc:docMk/>
            <pc:sldMk cId="3369899449" sldId="452"/>
            <ac:spMk id="3" creationId="{7FD8D69E-09E2-D304-BDBB-0DA15C5ADBBE}"/>
          </ac:spMkLst>
        </pc:spChg>
        <pc:spChg chg="add mod">
          <ac:chgData name="Zheng Fei" userId="d19317889db4c986" providerId="LiveId" clId="{E0E80549-CE39-D94A-B520-D22FD5ADA9A1}" dt="2023-02-09T07:30:08.455" v="224" actId="20577"/>
          <ac:spMkLst>
            <pc:docMk/>
            <pc:sldMk cId="3369899449" sldId="452"/>
            <ac:spMk id="5" creationId="{824CE8D3-182B-4EE5-2899-7FD3F104E6E1}"/>
          </ac:spMkLst>
        </pc:spChg>
      </pc:sldChg>
      <pc:sldChg chg="addSp delSp modSp mod modAnim">
        <pc:chgData name="Zheng Fei" userId="d19317889db4c986" providerId="LiveId" clId="{E0E80549-CE39-D94A-B520-D22FD5ADA9A1}" dt="2023-02-09T08:09:44.993" v="578" actId="207"/>
        <pc:sldMkLst>
          <pc:docMk/>
          <pc:sldMk cId="4105532421" sldId="457"/>
        </pc:sldMkLst>
        <pc:spChg chg="mod">
          <ac:chgData name="Zheng Fei" userId="d19317889db4c986" providerId="LiveId" clId="{E0E80549-CE39-D94A-B520-D22FD5ADA9A1}" dt="2023-02-09T08:09:44.993" v="578" actId="207"/>
          <ac:spMkLst>
            <pc:docMk/>
            <pc:sldMk cId="4105532421" sldId="457"/>
            <ac:spMk id="2" creationId="{0A5EFA2B-AB6B-41DA-87BD-74E04D9298F3}"/>
          </ac:spMkLst>
        </pc:spChg>
        <pc:spChg chg="add mod">
          <ac:chgData name="Zheng Fei" userId="d19317889db4c986" providerId="LiveId" clId="{E0E80549-CE39-D94A-B520-D22FD5ADA9A1}" dt="2023-02-09T04:28:52.543" v="28" actId="20577"/>
          <ac:spMkLst>
            <pc:docMk/>
            <pc:sldMk cId="4105532421" sldId="457"/>
            <ac:spMk id="3" creationId="{C4A467AD-4B64-4B55-D7D5-3BD6F0CB99FE}"/>
          </ac:spMkLst>
        </pc:spChg>
        <pc:spChg chg="del">
          <ac:chgData name="Zheng Fei" userId="d19317889db4c986" providerId="LiveId" clId="{E0E80549-CE39-D94A-B520-D22FD5ADA9A1}" dt="2023-02-09T04:28:48.949" v="25" actId="478"/>
          <ac:spMkLst>
            <pc:docMk/>
            <pc:sldMk cId="4105532421" sldId="457"/>
            <ac:spMk id="5" creationId="{437B9F91-D855-2F19-3210-617BB993B9B8}"/>
          </ac:spMkLst>
        </pc:spChg>
      </pc:sldChg>
      <pc:sldChg chg="add">
        <pc:chgData name="Zheng Fei" userId="d19317889db4c986" providerId="LiveId" clId="{E0E80549-CE39-D94A-B520-D22FD5ADA9A1}" dt="2023-02-09T04:30:08.378" v="43"/>
        <pc:sldMkLst>
          <pc:docMk/>
          <pc:sldMk cId="3752521652" sldId="1792"/>
        </pc:sldMkLst>
      </pc:sldChg>
      <pc:sldChg chg="add del">
        <pc:chgData name="Zheng Fei" userId="d19317889db4c986" providerId="LiveId" clId="{E0E80549-CE39-D94A-B520-D22FD5ADA9A1}" dt="2023-02-09T04:43:20.013" v="51"/>
        <pc:sldMkLst>
          <pc:docMk/>
          <pc:sldMk cId="1498572838" sldId="1793"/>
        </pc:sldMkLst>
      </pc:sldChg>
      <pc:sldChg chg="addSp delSp modSp add mod delAnim modAnim">
        <pc:chgData name="Zheng Fei" userId="d19317889db4c986" providerId="LiveId" clId="{E0E80549-CE39-D94A-B520-D22FD5ADA9A1}" dt="2023-02-09T07:16:36.609" v="127" actId="1076"/>
        <pc:sldMkLst>
          <pc:docMk/>
          <pc:sldMk cId="4287149240" sldId="1793"/>
        </pc:sldMkLst>
        <pc:spChg chg="add del mod">
          <ac:chgData name="Zheng Fei" userId="d19317889db4c986" providerId="LiveId" clId="{E0E80549-CE39-D94A-B520-D22FD5ADA9A1}" dt="2023-02-09T07:15:27.376" v="114"/>
          <ac:spMkLst>
            <pc:docMk/>
            <pc:sldMk cId="4287149240" sldId="1793"/>
            <ac:spMk id="6" creationId="{BF8AE565-7DD0-078B-9821-1E528BA8A3F0}"/>
          </ac:spMkLst>
        </pc:spChg>
        <pc:spChg chg="mod">
          <ac:chgData name="Zheng Fei" userId="d19317889db4c986" providerId="LiveId" clId="{E0E80549-CE39-D94A-B520-D22FD5ADA9A1}" dt="2023-02-09T07:16:33.225" v="126" actId="120"/>
          <ac:spMkLst>
            <pc:docMk/>
            <pc:sldMk cId="4287149240" sldId="1793"/>
            <ac:spMk id="9" creationId="{E18B56AA-D2C7-56C4-B167-9047E358A19F}"/>
          </ac:spMkLst>
        </pc:spChg>
        <pc:spChg chg="mod">
          <ac:chgData name="Zheng Fei" userId="d19317889db4c986" providerId="LiveId" clId="{E0E80549-CE39-D94A-B520-D22FD5ADA9A1}" dt="2023-02-09T07:16:36.609" v="127" actId="1076"/>
          <ac:spMkLst>
            <pc:docMk/>
            <pc:sldMk cId="4287149240" sldId="1793"/>
            <ac:spMk id="10" creationId="{972A51E0-B991-8738-B5AD-D9EAAC3686B7}"/>
          </ac:spMkLst>
        </pc:spChg>
        <pc:spChg chg="del">
          <ac:chgData name="Zheng Fei" userId="d19317889db4c986" providerId="LiveId" clId="{E0E80549-CE39-D94A-B520-D22FD5ADA9A1}" dt="2023-02-09T07:15:30.227" v="117" actId="478"/>
          <ac:spMkLst>
            <pc:docMk/>
            <pc:sldMk cId="4287149240" sldId="1793"/>
            <ac:spMk id="11" creationId="{C5256CF8-1ED1-4178-9093-43B01B45238A}"/>
          </ac:spMkLst>
        </pc:spChg>
        <pc:spChg chg="del">
          <ac:chgData name="Zheng Fei" userId="d19317889db4c986" providerId="LiveId" clId="{E0E80549-CE39-D94A-B520-D22FD5ADA9A1}" dt="2023-02-09T07:15:30.227" v="117" actId="478"/>
          <ac:spMkLst>
            <pc:docMk/>
            <pc:sldMk cId="4287149240" sldId="1793"/>
            <ac:spMk id="12" creationId="{6C21A081-8620-4757-8530-AC45EBBF50EA}"/>
          </ac:spMkLst>
        </pc:spChg>
        <pc:spChg chg="mod">
          <ac:chgData name="Zheng Fei" userId="d19317889db4c986" providerId="LiveId" clId="{E0E80549-CE39-D94A-B520-D22FD5ADA9A1}" dt="2023-02-09T07:16:14.393" v="122" actId="1076"/>
          <ac:spMkLst>
            <pc:docMk/>
            <pc:sldMk cId="4287149240" sldId="1793"/>
            <ac:spMk id="14" creationId="{098FDBB9-4607-4890-9F39-3EDE18522E08}"/>
          </ac:spMkLst>
        </pc:spChg>
        <pc:spChg chg="add del mod">
          <ac:chgData name="Zheng Fei" userId="d19317889db4c986" providerId="LiveId" clId="{E0E80549-CE39-D94A-B520-D22FD5ADA9A1}" dt="2023-02-09T07:15:28.663" v="116"/>
          <ac:spMkLst>
            <pc:docMk/>
            <pc:sldMk cId="4287149240" sldId="1793"/>
            <ac:spMk id="15" creationId="{008E049D-5128-494B-ABCB-1B475D27F7C9}"/>
          </ac:spMkLst>
        </pc:spChg>
        <pc:grpChg chg="del">
          <ac:chgData name="Zheng Fei" userId="d19317889db4c986" providerId="LiveId" clId="{E0E80549-CE39-D94A-B520-D22FD5ADA9A1}" dt="2023-02-09T07:15:30.227" v="117" actId="478"/>
          <ac:grpSpMkLst>
            <pc:docMk/>
            <pc:sldMk cId="4287149240" sldId="1793"/>
            <ac:grpSpMk id="4" creationId="{9140DDBA-E3DD-6EFA-D5CB-9F17485EDF34}"/>
          </ac:grpSpMkLst>
        </pc:grpChg>
        <pc:cxnChg chg="mod">
          <ac:chgData name="Zheng Fei" userId="d19317889db4c986" providerId="LiveId" clId="{E0E80549-CE39-D94A-B520-D22FD5ADA9A1}" dt="2023-02-09T07:15:58.117" v="120" actId="1076"/>
          <ac:cxnSpMkLst>
            <pc:docMk/>
            <pc:sldMk cId="4287149240" sldId="1793"/>
            <ac:cxnSpMk id="3" creationId="{741477DD-B3A2-3D31-14DE-2046351B3D33}"/>
          </ac:cxnSpMkLst>
        </pc:cxnChg>
      </pc:sldChg>
      <pc:sldChg chg="addSp delSp modSp new mod">
        <pc:chgData name="Zheng Fei" userId="d19317889db4c986" providerId="LiveId" clId="{E0E80549-CE39-D94A-B520-D22FD5ADA9A1}" dt="2023-02-09T09:12:07.996" v="803" actId="207"/>
        <pc:sldMkLst>
          <pc:docMk/>
          <pc:sldMk cId="578129316" sldId="1794"/>
        </pc:sldMkLst>
        <pc:spChg chg="add mod">
          <ac:chgData name="Zheng Fei" userId="d19317889db4c986" providerId="LiveId" clId="{E0E80549-CE39-D94A-B520-D22FD5ADA9A1}" dt="2023-02-09T09:11:16.527" v="777" actId="164"/>
          <ac:spMkLst>
            <pc:docMk/>
            <pc:sldMk cId="578129316" sldId="1794"/>
            <ac:spMk id="2" creationId="{34E0C098-C2E0-5037-5760-50321C369FB9}"/>
          </ac:spMkLst>
        </pc:spChg>
        <pc:spChg chg="add del mod">
          <ac:chgData name="Zheng Fei" userId="d19317889db4c986" providerId="LiveId" clId="{E0E80549-CE39-D94A-B520-D22FD5ADA9A1}" dt="2023-02-09T08:15:39.957" v="629" actId="478"/>
          <ac:spMkLst>
            <pc:docMk/>
            <pc:sldMk cId="578129316" sldId="1794"/>
            <ac:spMk id="2" creationId="{6677C2F0-3E3F-3CBC-FE5A-2754C7888371}"/>
          </ac:spMkLst>
        </pc:spChg>
        <pc:spChg chg="add mod">
          <ac:chgData name="Zheng Fei" userId="d19317889db4c986" providerId="LiveId" clId="{E0E80549-CE39-D94A-B520-D22FD5ADA9A1}" dt="2023-02-09T09:11:16.527" v="777" actId="164"/>
          <ac:spMkLst>
            <pc:docMk/>
            <pc:sldMk cId="578129316" sldId="1794"/>
            <ac:spMk id="3" creationId="{F12E8F19-5229-7C05-5575-04B636D0D77D}"/>
          </ac:spMkLst>
        </pc:spChg>
        <pc:spChg chg="add mod">
          <ac:chgData name="Zheng Fei" userId="d19317889db4c986" providerId="LiveId" clId="{E0E80549-CE39-D94A-B520-D22FD5ADA9A1}" dt="2023-02-09T09:11:16.527" v="777" actId="164"/>
          <ac:spMkLst>
            <pc:docMk/>
            <pc:sldMk cId="578129316" sldId="1794"/>
            <ac:spMk id="4" creationId="{0FB79C90-0291-24CA-5F25-B42B8C7C653D}"/>
          </ac:spMkLst>
        </pc:spChg>
        <pc:spChg chg="add del mod">
          <ac:chgData name="Zheng Fei" userId="d19317889db4c986" providerId="LiveId" clId="{E0E80549-CE39-D94A-B520-D22FD5ADA9A1}" dt="2023-02-09T08:15:42.366" v="630" actId="478"/>
          <ac:spMkLst>
            <pc:docMk/>
            <pc:sldMk cId="578129316" sldId="1794"/>
            <ac:spMk id="5" creationId="{35669EDC-C2E0-D469-BC26-77DCA2372068}"/>
          </ac:spMkLst>
        </pc:spChg>
        <pc:spChg chg="add mod">
          <ac:chgData name="Zheng Fei" userId="d19317889db4c986" providerId="LiveId" clId="{E0E80549-CE39-D94A-B520-D22FD5ADA9A1}" dt="2023-02-09T09:11:16.527" v="777" actId="164"/>
          <ac:spMkLst>
            <pc:docMk/>
            <pc:sldMk cId="578129316" sldId="1794"/>
            <ac:spMk id="5" creationId="{DECEF5FF-7B9B-673C-EFD8-142046D4D8FF}"/>
          </ac:spMkLst>
        </pc:spChg>
        <pc:spChg chg="add mod">
          <ac:chgData name="Zheng Fei" userId="d19317889db4c986" providerId="LiveId" clId="{E0E80549-CE39-D94A-B520-D22FD5ADA9A1}" dt="2023-02-09T09:11:16.527" v="777" actId="164"/>
          <ac:spMkLst>
            <pc:docMk/>
            <pc:sldMk cId="578129316" sldId="1794"/>
            <ac:spMk id="6" creationId="{6A585F02-96B3-2196-B08B-C30FAF36FA5F}"/>
          </ac:spMkLst>
        </pc:spChg>
        <pc:spChg chg="add mod">
          <ac:chgData name="Zheng Fei" userId="d19317889db4c986" providerId="LiveId" clId="{E0E80549-CE39-D94A-B520-D22FD5ADA9A1}" dt="2023-02-09T09:09:24.235" v="730"/>
          <ac:spMkLst>
            <pc:docMk/>
            <pc:sldMk cId="578129316" sldId="1794"/>
            <ac:spMk id="8" creationId="{52D846F5-CE19-F1C2-FF87-970521A4087E}"/>
          </ac:spMkLst>
        </pc:spChg>
        <pc:spChg chg="add del mod">
          <ac:chgData name="Zheng Fei" userId="d19317889db4c986" providerId="LiveId" clId="{E0E80549-CE39-D94A-B520-D22FD5ADA9A1}" dt="2023-02-09T09:11:16.527" v="777" actId="164"/>
          <ac:spMkLst>
            <pc:docMk/>
            <pc:sldMk cId="578129316" sldId="1794"/>
            <ac:spMk id="13" creationId="{23D6145B-3649-7ECB-28B9-1208F0367B66}"/>
          </ac:spMkLst>
        </pc:spChg>
        <pc:spChg chg="mod">
          <ac:chgData name="Zheng Fei" userId="d19317889db4c986" providerId="LiveId" clId="{E0E80549-CE39-D94A-B520-D22FD5ADA9A1}" dt="2023-02-09T09:10:08.206" v="758"/>
          <ac:spMkLst>
            <pc:docMk/>
            <pc:sldMk cId="578129316" sldId="1794"/>
            <ac:spMk id="14" creationId="{7373B96B-7284-5DA8-0B02-74DC722EA821}"/>
          </ac:spMkLst>
        </pc:spChg>
        <pc:spChg chg="mod">
          <ac:chgData name="Zheng Fei" userId="d19317889db4c986" providerId="LiveId" clId="{E0E80549-CE39-D94A-B520-D22FD5ADA9A1}" dt="2023-02-09T09:10:08.206" v="758"/>
          <ac:spMkLst>
            <pc:docMk/>
            <pc:sldMk cId="578129316" sldId="1794"/>
            <ac:spMk id="15" creationId="{96F7AF9F-9B60-E5B9-E7AA-DC5192214E86}"/>
          </ac:spMkLst>
        </pc:spChg>
        <pc:spChg chg="mod">
          <ac:chgData name="Zheng Fei" userId="d19317889db4c986" providerId="LiveId" clId="{E0E80549-CE39-D94A-B520-D22FD5ADA9A1}" dt="2023-02-09T09:10:08.206" v="758"/>
          <ac:spMkLst>
            <pc:docMk/>
            <pc:sldMk cId="578129316" sldId="1794"/>
            <ac:spMk id="16" creationId="{ADEBF54B-367E-222E-78B8-7599DED790E5}"/>
          </ac:spMkLst>
        </pc:spChg>
        <pc:spChg chg="mod">
          <ac:chgData name="Zheng Fei" userId="d19317889db4c986" providerId="LiveId" clId="{E0E80549-CE39-D94A-B520-D22FD5ADA9A1}" dt="2023-02-09T09:10:08.206" v="758"/>
          <ac:spMkLst>
            <pc:docMk/>
            <pc:sldMk cId="578129316" sldId="1794"/>
            <ac:spMk id="22" creationId="{B4EFD18F-E74F-F0DD-0DF1-1AF962C677F7}"/>
          </ac:spMkLst>
        </pc:spChg>
        <pc:spChg chg="mod">
          <ac:chgData name="Zheng Fei" userId="d19317889db4c986" providerId="LiveId" clId="{E0E80549-CE39-D94A-B520-D22FD5ADA9A1}" dt="2023-02-09T09:10:08.206" v="758"/>
          <ac:spMkLst>
            <pc:docMk/>
            <pc:sldMk cId="578129316" sldId="1794"/>
            <ac:spMk id="23" creationId="{0213BF95-539F-5259-2CB6-8A1DB7148809}"/>
          </ac:spMkLst>
        </pc:spChg>
        <pc:spChg chg="mod">
          <ac:chgData name="Zheng Fei" userId="d19317889db4c986" providerId="LiveId" clId="{E0E80549-CE39-D94A-B520-D22FD5ADA9A1}" dt="2023-02-09T09:10:08.206" v="758"/>
          <ac:spMkLst>
            <pc:docMk/>
            <pc:sldMk cId="578129316" sldId="1794"/>
            <ac:spMk id="24" creationId="{E144993D-D917-D3A3-25FE-664AABC02DD6}"/>
          </ac:spMkLst>
        </pc:spChg>
        <pc:spChg chg="mod">
          <ac:chgData name="Zheng Fei" userId="d19317889db4c986" providerId="LiveId" clId="{E0E80549-CE39-D94A-B520-D22FD5ADA9A1}" dt="2023-02-09T09:10:08.206" v="758"/>
          <ac:spMkLst>
            <pc:docMk/>
            <pc:sldMk cId="578129316" sldId="1794"/>
            <ac:spMk id="26" creationId="{9A3B7CBE-5CE4-EFA4-C0AB-1EF2A86EFECC}"/>
          </ac:spMkLst>
        </pc:spChg>
        <pc:spChg chg="add mod">
          <ac:chgData name="Zheng Fei" userId="d19317889db4c986" providerId="LiveId" clId="{E0E80549-CE39-D94A-B520-D22FD5ADA9A1}" dt="2023-02-09T09:12:07.996" v="803" actId="207"/>
          <ac:spMkLst>
            <pc:docMk/>
            <pc:sldMk cId="578129316" sldId="1794"/>
            <ac:spMk id="30" creationId="{8D0288DB-FAD3-E909-9A1A-CF4937A87AB9}"/>
          </ac:spMkLst>
        </pc:spChg>
        <pc:spChg chg="add mod">
          <ac:chgData name="Zheng Fei" userId="d19317889db4c986" providerId="LiveId" clId="{E0E80549-CE39-D94A-B520-D22FD5ADA9A1}" dt="2023-02-09T09:11:16.527" v="777" actId="164"/>
          <ac:spMkLst>
            <pc:docMk/>
            <pc:sldMk cId="578129316" sldId="1794"/>
            <ac:spMk id="31" creationId="{FF17D898-324C-7E6D-6FD4-9D114822B091}"/>
          </ac:spMkLst>
        </pc:spChg>
        <pc:grpChg chg="add mod">
          <ac:chgData name="Zheng Fei" userId="d19317889db4c986" providerId="LiveId" clId="{E0E80549-CE39-D94A-B520-D22FD5ADA9A1}" dt="2023-02-09T09:11:21.792" v="793" actId="1036"/>
          <ac:grpSpMkLst>
            <pc:docMk/>
            <pc:sldMk cId="578129316" sldId="1794"/>
            <ac:grpSpMk id="9" creationId="{C08B8758-92DD-4652-78A6-1F9553B9C2AF}"/>
          </ac:grpSpMkLst>
        </pc:grpChg>
        <pc:grpChg chg="add mod">
          <ac:chgData name="Zheng Fei" userId="d19317889db4c986" providerId="LiveId" clId="{E0E80549-CE39-D94A-B520-D22FD5ADA9A1}" dt="2023-02-09T09:11:21.792" v="793" actId="1036"/>
          <ac:grpSpMkLst>
            <pc:docMk/>
            <pc:sldMk cId="578129316" sldId="1794"/>
            <ac:grpSpMk id="32" creationId="{D1E8B6C3-DF34-0B95-9269-6D9DB492642C}"/>
          </ac:grpSpMkLst>
        </pc:grpChg>
        <pc:graphicFrameChg chg="mod">
          <ac:chgData name="Zheng Fei" userId="d19317889db4c986" providerId="LiveId" clId="{E0E80549-CE39-D94A-B520-D22FD5ADA9A1}" dt="2023-02-09T09:10:08.206" v="758"/>
          <ac:graphicFrameMkLst>
            <pc:docMk/>
            <pc:sldMk cId="578129316" sldId="1794"/>
            <ac:graphicFrameMk id="10" creationId="{AF3219D3-B888-EE5F-5300-85AB2B9E5E3C}"/>
          </ac:graphicFrameMkLst>
        </pc:graphicFrameChg>
        <pc:graphicFrameChg chg="mod">
          <ac:chgData name="Zheng Fei" userId="d19317889db4c986" providerId="LiveId" clId="{E0E80549-CE39-D94A-B520-D22FD5ADA9A1}" dt="2023-02-09T09:10:08.206" v="758"/>
          <ac:graphicFrameMkLst>
            <pc:docMk/>
            <pc:sldMk cId="578129316" sldId="1794"/>
            <ac:graphicFrameMk id="11" creationId="{D10C55E2-B023-21E7-64E6-890B6FA1D608}"/>
          </ac:graphicFrameMkLst>
        </pc:graphicFrameChg>
        <pc:graphicFrameChg chg="mod">
          <ac:chgData name="Zheng Fei" userId="d19317889db4c986" providerId="LiveId" clId="{E0E80549-CE39-D94A-B520-D22FD5ADA9A1}" dt="2023-02-09T09:10:08.206" v="758"/>
          <ac:graphicFrameMkLst>
            <pc:docMk/>
            <pc:sldMk cId="578129316" sldId="1794"/>
            <ac:graphicFrameMk id="12" creationId="{30710FBF-55AB-25CB-62F3-9687E9CB52E5}"/>
          </ac:graphicFrameMkLst>
        </pc:graphicFrameChg>
        <pc:graphicFrameChg chg="mod">
          <ac:chgData name="Zheng Fei" userId="d19317889db4c986" providerId="LiveId" clId="{E0E80549-CE39-D94A-B520-D22FD5ADA9A1}" dt="2023-02-09T09:10:08.206" v="758"/>
          <ac:graphicFrameMkLst>
            <pc:docMk/>
            <pc:sldMk cId="578129316" sldId="1794"/>
            <ac:graphicFrameMk id="18" creationId="{22F50F64-B5C0-0ECC-1C4E-97D52E9143FC}"/>
          </ac:graphicFrameMkLst>
        </pc:graphicFrameChg>
        <pc:graphicFrameChg chg="mod">
          <ac:chgData name="Zheng Fei" userId="d19317889db4c986" providerId="LiveId" clId="{E0E80549-CE39-D94A-B520-D22FD5ADA9A1}" dt="2023-02-09T09:10:08.206" v="758"/>
          <ac:graphicFrameMkLst>
            <pc:docMk/>
            <pc:sldMk cId="578129316" sldId="1794"/>
            <ac:graphicFrameMk id="20" creationId="{C2E80FBE-3A10-DE9E-94D8-E29314F94F09}"/>
          </ac:graphicFrameMkLst>
        </pc:graphicFrameChg>
        <pc:graphicFrameChg chg="mod">
          <ac:chgData name="Zheng Fei" userId="d19317889db4c986" providerId="LiveId" clId="{E0E80549-CE39-D94A-B520-D22FD5ADA9A1}" dt="2023-02-09T09:10:08.206" v="758"/>
          <ac:graphicFrameMkLst>
            <pc:docMk/>
            <pc:sldMk cId="578129316" sldId="1794"/>
            <ac:graphicFrameMk id="21" creationId="{437E70FD-5E7B-311A-4749-668B84380D23}"/>
          </ac:graphicFrameMkLst>
        </pc:graphicFrameChg>
        <pc:graphicFrameChg chg="mod">
          <ac:chgData name="Zheng Fei" userId="d19317889db4c986" providerId="LiveId" clId="{E0E80549-CE39-D94A-B520-D22FD5ADA9A1}" dt="2023-02-09T09:10:08.206" v="758"/>
          <ac:graphicFrameMkLst>
            <pc:docMk/>
            <pc:sldMk cId="578129316" sldId="1794"/>
            <ac:graphicFrameMk id="25" creationId="{156B32B7-969E-83DD-49C9-8E03D3C6FCA9}"/>
          </ac:graphicFrameMkLst>
        </pc:graphicFrameChg>
        <pc:cxnChg chg="add del mod">
          <ac:chgData name="Zheng Fei" userId="d19317889db4c986" providerId="LiveId" clId="{E0E80549-CE39-D94A-B520-D22FD5ADA9A1}" dt="2023-02-09T08:16:06.276" v="633" actId="478"/>
          <ac:cxnSpMkLst>
            <pc:docMk/>
            <pc:sldMk cId="578129316" sldId="1794"/>
            <ac:cxnSpMk id="6" creationId="{4BFD0AC1-C7AE-6054-D074-C91492D1B0CF}"/>
          </ac:cxnSpMkLst>
        </pc:cxnChg>
        <pc:cxnChg chg="add del mod">
          <ac:chgData name="Zheng Fei" userId="d19317889db4c986" providerId="LiveId" clId="{E0E80549-CE39-D94A-B520-D22FD5ADA9A1}" dt="2023-02-09T08:17:42.803" v="659" actId="478"/>
          <ac:cxnSpMkLst>
            <pc:docMk/>
            <pc:sldMk cId="578129316" sldId="1794"/>
            <ac:cxnSpMk id="7" creationId="{45FC04B9-F1B8-F635-37D6-176C50EAB881}"/>
          </ac:cxnSpMkLst>
        </pc:cxnChg>
        <pc:cxnChg chg="add mod">
          <ac:chgData name="Zheng Fei" userId="d19317889db4c986" providerId="LiveId" clId="{E0E80549-CE39-D94A-B520-D22FD5ADA9A1}" dt="2023-02-09T09:09:24.235" v="730"/>
          <ac:cxnSpMkLst>
            <pc:docMk/>
            <pc:sldMk cId="578129316" sldId="1794"/>
            <ac:cxnSpMk id="7" creationId="{FF093C69-C5B1-561E-3416-AD816F9B2441}"/>
          </ac:cxnSpMkLst>
        </pc:cxnChg>
        <pc:cxnChg chg="add del mod">
          <ac:chgData name="Zheng Fei" userId="d19317889db4c986" providerId="LiveId" clId="{E0E80549-CE39-D94A-B520-D22FD5ADA9A1}" dt="2023-02-09T08:16:10.035" v="635" actId="478"/>
          <ac:cxnSpMkLst>
            <pc:docMk/>
            <pc:sldMk cId="578129316" sldId="1794"/>
            <ac:cxnSpMk id="8" creationId="{ABE2A04F-C194-D5A0-8D53-B5D246199A0D}"/>
          </ac:cxnSpMkLst>
        </pc:cxnChg>
        <pc:cxnChg chg="add del mod">
          <ac:chgData name="Zheng Fei" userId="d19317889db4c986" providerId="LiveId" clId="{E0E80549-CE39-D94A-B520-D22FD5ADA9A1}" dt="2023-02-09T08:16:41.017" v="647" actId="478"/>
          <ac:cxnSpMkLst>
            <pc:docMk/>
            <pc:sldMk cId="578129316" sldId="1794"/>
            <ac:cxnSpMk id="9" creationId="{C426576A-3A86-B941-821E-1E9B963BD2B4}"/>
          </ac:cxnSpMkLst>
        </pc:cxnChg>
        <pc:cxnChg chg="add del mod">
          <ac:chgData name="Zheng Fei" userId="d19317889db4c986" providerId="LiveId" clId="{E0E80549-CE39-D94A-B520-D22FD5ADA9A1}" dt="2023-02-09T08:16:29.811" v="641" actId="478"/>
          <ac:cxnSpMkLst>
            <pc:docMk/>
            <pc:sldMk cId="578129316" sldId="1794"/>
            <ac:cxnSpMk id="10" creationId="{404273E3-84CA-D04E-0B21-03FB1B2EDADE}"/>
          </ac:cxnSpMkLst>
        </pc:cxnChg>
        <pc:cxnChg chg="add del mod">
          <ac:chgData name="Zheng Fei" userId="d19317889db4c986" providerId="LiveId" clId="{E0E80549-CE39-D94A-B520-D22FD5ADA9A1}" dt="2023-02-09T08:16:29.068" v="640" actId="478"/>
          <ac:cxnSpMkLst>
            <pc:docMk/>
            <pc:sldMk cId="578129316" sldId="1794"/>
            <ac:cxnSpMk id="11" creationId="{07049D89-C9DC-C01A-CCD6-097D9D218AAD}"/>
          </ac:cxnSpMkLst>
        </pc:cxnChg>
        <pc:cxnChg chg="add del mod">
          <ac:chgData name="Zheng Fei" userId="d19317889db4c986" providerId="LiveId" clId="{E0E80549-CE39-D94A-B520-D22FD5ADA9A1}" dt="2023-02-09T08:16:28.010" v="639" actId="478"/>
          <ac:cxnSpMkLst>
            <pc:docMk/>
            <pc:sldMk cId="578129316" sldId="1794"/>
            <ac:cxnSpMk id="12" creationId="{F0A82401-B3C1-3F94-F76D-7CA3C1803423}"/>
          </ac:cxnSpMkLst>
        </pc:cxnChg>
        <pc:cxnChg chg="add del mod">
          <ac:chgData name="Zheng Fei" userId="d19317889db4c986" providerId="LiveId" clId="{E0E80549-CE39-D94A-B520-D22FD5ADA9A1}" dt="2023-02-09T08:16:37.911" v="645" actId="478"/>
          <ac:cxnSpMkLst>
            <pc:docMk/>
            <pc:sldMk cId="578129316" sldId="1794"/>
            <ac:cxnSpMk id="14" creationId="{9F8C9783-EC51-B8A0-BF70-B5B0F2084C32}"/>
          </ac:cxnSpMkLst>
        </pc:cxnChg>
        <pc:cxnChg chg="add del mod">
          <ac:chgData name="Zheng Fei" userId="d19317889db4c986" providerId="LiveId" clId="{E0E80549-CE39-D94A-B520-D22FD5ADA9A1}" dt="2023-02-09T08:16:38.614" v="646" actId="478"/>
          <ac:cxnSpMkLst>
            <pc:docMk/>
            <pc:sldMk cId="578129316" sldId="1794"/>
            <ac:cxnSpMk id="15" creationId="{94C1DE81-76BB-BE8F-87E8-8D1C4D750FEB}"/>
          </ac:cxnSpMkLst>
        </pc:cxnChg>
        <pc:cxnChg chg="add mod">
          <ac:chgData name="Zheng Fei" userId="d19317889db4c986" providerId="LiveId" clId="{E0E80549-CE39-D94A-B520-D22FD5ADA9A1}" dt="2023-02-09T09:11:16.527" v="777" actId="164"/>
          <ac:cxnSpMkLst>
            <pc:docMk/>
            <pc:sldMk cId="578129316" sldId="1794"/>
            <ac:cxnSpMk id="17" creationId="{CD1199E0-2C8D-4526-28FA-552A1C97789D}"/>
          </ac:cxnSpMkLst>
        </pc:cxnChg>
        <pc:cxnChg chg="add del mod">
          <ac:chgData name="Zheng Fei" userId="d19317889db4c986" providerId="LiveId" clId="{E0E80549-CE39-D94A-B520-D22FD5ADA9A1}" dt="2023-02-09T09:11:16.527" v="777" actId="164"/>
          <ac:cxnSpMkLst>
            <pc:docMk/>
            <pc:sldMk cId="578129316" sldId="1794"/>
            <ac:cxnSpMk id="19" creationId="{54909ECF-1006-156B-19D8-4ACCD6ED00F5}"/>
          </ac:cxnSpMkLst>
        </pc:cxnChg>
      </pc:sldChg>
      <pc:sldChg chg="modSp add mod">
        <pc:chgData name="Zheng Fei" userId="d19317889db4c986" providerId="LiveId" clId="{E0E80549-CE39-D94A-B520-D22FD5ADA9A1}" dt="2023-02-09T09:17:17.290" v="820" actId="20577"/>
        <pc:sldMkLst>
          <pc:docMk/>
          <pc:sldMk cId="3868284283" sldId="1795"/>
        </pc:sldMkLst>
        <pc:spChg chg="mod">
          <ac:chgData name="Zheng Fei" userId="d19317889db4c986" providerId="LiveId" clId="{E0E80549-CE39-D94A-B520-D22FD5ADA9A1}" dt="2023-02-09T09:17:17.290" v="820" actId="20577"/>
          <ac:spMkLst>
            <pc:docMk/>
            <pc:sldMk cId="3868284283" sldId="1795"/>
            <ac:spMk id="5" creationId="{17C9D65D-695E-4D39-8EAE-BFA552C37DBD}"/>
          </ac:spMkLst>
        </pc:spChg>
      </pc:sldChg>
    </pc:docChg>
  </pc:docChgLst>
  <pc:docChgLst>
    <pc:chgData name="Zheng Fei" userId="d19317889db4c986" providerId="LiveId" clId="{975FEB72-416D-E449-BFB3-ADBB372E06F4}"/>
    <pc:docChg chg="undo custSel addSld delSld modSld modMainMaster">
      <pc:chgData name="Zheng Fei" userId="d19317889db4c986" providerId="LiveId" clId="{975FEB72-416D-E449-BFB3-ADBB372E06F4}" dt="2022-12-08T13:05:24.384" v="1791" actId="115"/>
      <pc:docMkLst>
        <pc:docMk/>
      </pc:docMkLst>
      <pc:sldChg chg="del">
        <pc:chgData name="Zheng Fei" userId="d19317889db4c986" providerId="LiveId" clId="{975FEB72-416D-E449-BFB3-ADBB372E06F4}" dt="2022-12-05T15:00:41.115" v="3" actId="2696"/>
        <pc:sldMkLst>
          <pc:docMk/>
          <pc:sldMk cId="0" sldId="282"/>
        </pc:sldMkLst>
      </pc:sldChg>
      <pc:sldChg chg="addSp delSp modSp mod">
        <pc:chgData name="Zheng Fei" userId="d19317889db4c986" providerId="LiveId" clId="{975FEB72-416D-E449-BFB3-ADBB372E06F4}" dt="2022-12-07T14:17:01.839" v="1055" actId="1076"/>
        <pc:sldMkLst>
          <pc:docMk/>
          <pc:sldMk cId="3785641543" sldId="367"/>
        </pc:sldMkLst>
        <pc:spChg chg="add mod">
          <ac:chgData name="Zheng Fei" userId="d19317889db4c986" providerId="LiveId" clId="{975FEB72-416D-E449-BFB3-ADBB372E06F4}" dt="2022-12-07T14:16:47.118" v="1052" actId="12788"/>
          <ac:spMkLst>
            <pc:docMk/>
            <pc:sldMk cId="3785641543" sldId="367"/>
            <ac:spMk id="5" creationId="{8F08B658-911E-BA05-25D2-A7305F32CC46}"/>
          </ac:spMkLst>
        </pc:spChg>
        <pc:picChg chg="mod modCrop">
          <ac:chgData name="Zheng Fei" userId="d19317889db4c986" providerId="LiveId" clId="{975FEB72-416D-E449-BFB3-ADBB372E06F4}" dt="2022-12-07T14:17:01.839" v="1055" actId="1076"/>
          <ac:picMkLst>
            <pc:docMk/>
            <pc:sldMk cId="3785641543" sldId="367"/>
            <ac:picMk id="3" creationId="{2E4983A2-8C8B-427F-8311-88F52C1B9C6C}"/>
          </ac:picMkLst>
        </pc:picChg>
        <pc:picChg chg="del">
          <ac:chgData name="Zheng Fei" userId="d19317889db4c986" providerId="LiveId" clId="{975FEB72-416D-E449-BFB3-ADBB372E06F4}" dt="2022-12-07T05:54:26.077" v="194" actId="478"/>
          <ac:picMkLst>
            <pc:docMk/>
            <pc:sldMk cId="3785641543" sldId="367"/>
            <ac:picMk id="4" creationId="{852FA118-2A5C-4BB9-9A1A-0F5BD925B694}"/>
          </ac:picMkLst>
        </pc:picChg>
        <pc:cxnChg chg="add mod">
          <ac:chgData name="Zheng Fei" userId="d19317889db4c986" providerId="LiveId" clId="{975FEB72-416D-E449-BFB3-ADBB372E06F4}" dt="2022-12-07T05:54:27.914" v="195"/>
          <ac:cxnSpMkLst>
            <pc:docMk/>
            <pc:sldMk cId="3785641543" sldId="367"/>
            <ac:cxnSpMk id="2" creationId="{922A6B34-5900-90ED-476B-81F8C2112611}"/>
          </ac:cxnSpMkLst>
        </pc:cxnChg>
      </pc:sldChg>
      <pc:sldChg chg="addSp delSp modSp mod">
        <pc:chgData name="Zheng Fei" userId="d19317889db4c986" providerId="LiveId" clId="{975FEB72-416D-E449-BFB3-ADBB372E06F4}" dt="2022-12-07T05:58:38.538" v="329"/>
        <pc:sldMkLst>
          <pc:docMk/>
          <pc:sldMk cId="4155687108" sldId="370"/>
        </pc:sldMkLst>
        <pc:spChg chg="del mod">
          <ac:chgData name="Zheng Fei" userId="d19317889db4c986" providerId="LiveId" clId="{975FEB72-416D-E449-BFB3-ADBB372E06F4}" dt="2022-12-07T05:58:38.538" v="329"/>
          <ac:spMkLst>
            <pc:docMk/>
            <pc:sldMk cId="4155687108" sldId="370"/>
            <ac:spMk id="6" creationId="{AEFD9337-067F-4B88-AB65-6C4F496E942F}"/>
          </ac:spMkLst>
        </pc:spChg>
        <pc:spChg chg="add mod">
          <ac:chgData name="Zheng Fei" userId="d19317889db4c986" providerId="LiveId" clId="{975FEB72-416D-E449-BFB3-ADBB372E06F4}" dt="2022-12-07T05:58:32.992" v="327" actId="12788"/>
          <ac:spMkLst>
            <pc:docMk/>
            <pc:sldMk cId="4155687108" sldId="370"/>
            <ac:spMk id="7" creationId="{79248633-A687-56D6-ACF3-F91F704EC4BE}"/>
          </ac:spMkLst>
        </pc:spChg>
        <pc:picChg chg="del mod">
          <ac:chgData name="Zheng Fei" userId="d19317889db4c986" providerId="LiveId" clId="{975FEB72-416D-E449-BFB3-ADBB372E06F4}" dt="2022-12-07T05:58:22.643" v="322" actId="478"/>
          <ac:picMkLst>
            <pc:docMk/>
            <pc:sldMk cId="4155687108" sldId="370"/>
            <ac:picMk id="4" creationId="{2146BD1B-7829-40E1-A3E3-8BE912735C0E}"/>
          </ac:picMkLst>
        </pc:picChg>
        <pc:cxnChg chg="add mod">
          <ac:chgData name="Zheng Fei" userId="d19317889db4c986" providerId="LiveId" clId="{975FEB72-416D-E449-BFB3-ADBB372E06F4}" dt="2022-12-07T05:58:23.991" v="323"/>
          <ac:cxnSpMkLst>
            <pc:docMk/>
            <pc:sldMk cId="4155687108" sldId="370"/>
            <ac:cxnSpMk id="2" creationId="{C97D1A54-CE5C-A6A1-E59E-8E1954387D16}"/>
          </ac:cxnSpMkLst>
        </pc:cxnChg>
      </pc:sldChg>
      <pc:sldChg chg="addSp delSp modSp mod">
        <pc:chgData name="Zheng Fei" userId="d19317889db4c986" providerId="LiveId" clId="{975FEB72-416D-E449-BFB3-ADBB372E06F4}" dt="2022-12-07T14:48:35.760" v="1580" actId="207"/>
        <pc:sldMkLst>
          <pc:docMk/>
          <pc:sldMk cId="3010103594" sldId="371"/>
        </pc:sldMkLst>
        <pc:spChg chg="mod">
          <ac:chgData name="Zheng Fei" userId="d19317889db4c986" providerId="LiveId" clId="{975FEB72-416D-E449-BFB3-ADBB372E06F4}" dt="2022-12-07T14:48:26.619" v="1579" actId="14100"/>
          <ac:spMkLst>
            <pc:docMk/>
            <pc:sldMk cId="3010103594" sldId="371"/>
            <ac:spMk id="5" creationId="{F241FF28-5B00-4BC0-98FD-7E78532077FA}"/>
          </ac:spMkLst>
        </pc:spChg>
        <pc:spChg chg="mod">
          <ac:chgData name="Zheng Fei" userId="d19317889db4c986" providerId="LiveId" clId="{975FEB72-416D-E449-BFB3-ADBB372E06F4}" dt="2022-12-07T14:48:35.760" v="1580" actId="207"/>
          <ac:spMkLst>
            <pc:docMk/>
            <pc:sldMk cId="3010103594" sldId="371"/>
            <ac:spMk id="6" creationId="{33D45EF0-E448-4A4A-B485-BCF94E414ABB}"/>
          </ac:spMkLst>
        </pc:spChg>
        <pc:spChg chg="add mod">
          <ac:chgData name="Zheng Fei" userId="d19317889db4c986" providerId="LiveId" clId="{975FEB72-416D-E449-BFB3-ADBB372E06F4}" dt="2022-12-07T05:57:14.297" v="281"/>
          <ac:spMkLst>
            <pc:docMk/>
            <pc:sldMk cId="3010103594" sldId="371"/>
            <ac:spMk id="7" creationId="{03EAA3F7-4177-DB16-D103-283B361BF58A}"/>
          </ac:spMkLst>
        </pc:spChg>
        <pc:picChg chg="del">
          <ac:chgData name="Zheng Fei" userId="d19317889db4c986" providerId="LiveId" clId="{975FEB72-416D-E449-BFB3-ADBB372E06F4}" dt="2022-12-07T05:57:13.869" v="280" actId="478"/>
          <ac:picMkLst>
            <pc:docMk/>
            <pc:sldMk cId="3010103594" sldId="371"/>
            <ac:picMk id="3" creationId="{CCE1AD29-6971-4B37-A452-9B6AB465F5B4}"/>
          </ac:picMkLst>
        </pc:picChg>
        <pc:picChg chg="del">
          <ac:chgData name="Zheng Fei" userId="d19317889db4c986" providerId="LiveId" clId="{975FEB72-416D-E449-BFB3-ADBB372E06F4}" dt="2022-12-07T05:57:12.148" v="279" actId="478"/>
          <ac:picMkLst>
            <pc:docMk/>
            <pc:sldMk cId="3010103594" sldId="371"/>
            <ac:picMk id="4" creationId="{691A4B0F-BFB5-4403-94B8-70C57FFEDBEE}"/>
          </ac:picMkLst>
        </pc:picChg>
        <pc:cxnChg chg="add mod">
          <ac:chgData name="Zheng Fei" userId="d19317889db4c986" providerId="LiveId" clId="{975FEB72-416D-E449-BFB3-ADBB372E06F4}" dt="2022-12-07T05:57:14.297" v="281"/>
          <ac:cxnSpMkLst>
            <pc:docMk/>
            <pc:sldMk cId="3010103594" sldId="371"/>
            <ac:cxnSpMk id="2" creationId="{CD523BD2-F1FE-22E4-3A44-363FE9EDF28E}"/>
          </ac:cxnSpMkLst>
        </pc:cxnChg>
      </pc:sldChg>
      <pc:sldChg chg="addSp delSp modSp mod">
        <pc:chgData name="Zheng Fei" userId="d19317889db4c986" providerId="LiveId" clId="{975FEB72-416D-E449-BFB3-ADBB372E06F4}" dt="2022-12-08T13:00:12.017" v="1717" actId="1076"/>
        <pc:sldMkLst>
          <pc:docMk/>
          <pc:sldMk cId="1138114101" sldId="372"/>
        </pc:sldMkLst>
        <pc:spChg chg="add mod">
          <ac:chgData name="Zheng Fei" userId="d19317889db4c986" providerId="LiveId" clId="{975FEB72-416D-E449-BFB3-ADBB372E06F4}" dt="2022-12-08T13:00:12.017" v="1717" actId="1076"/>
          <ac:spMkLst>
            <pc:docMk/>
            <pc:sldMk cId="1138114101" sldId="372"/>
            <ac:spMk id="5" creationId="{DE4010D9-7BF0-A130-7BA3-E87B07F6916A}"/>
          </ac:spMkLst>
        </pc:spChg>
        <pc:spChg chg="add mod">
          <ac:chgData name="Zheng Fei" userId="d19317889db4c986" providerId="LiveId" clId="{975FEB72-416D-E449-BFB3-ADBB372E06F4}" dt="2022-12-07T05:57:20.475" v="285"/>
          <ac:spMkLst>
            <pc:docMk/>
            <pc:sldMk cId="1138114101" sldId="372"/>
            <ac:spMk id="6" creationId="{29A52679-B73F-A616-B924-6B90C77E31CD}"/>
          </ac:spMkLst>
        </pc:spChg>
        <pc:spChg chg="add del mod">
          <ac:chgData name="Zheng Fei" userId="d19317889db4c986" providerId="LiveId" clId="{975FEB72-416D-E449-BFB3-ADBB372E06F4}" dt="2022-12-08T12:59:58.376" v="1713" actId="478"/>
          <ac:spMkLst>
            <pc:docMk/>
            <pc:sldMk cId="1138114101" sldId="372"/>
            <ac:spMk id="8" creationId="{6174DAC4-B296-F33F-0705-D3C85E82CB31}"/>
          </ac:spMkLst>
        </pc:spChg>
        <pc:picChg chg="mod modCrop">
          <ac:chgData name="Zheng Fei" userId="d19317889db4c986" providerId="LiveId" clId="{975FEB72-416D-E449-BFB3-ADBB372E06F4}" dt="2022-12-08T13:00:01.248" v="1714" actId="1076"/>
          <ac:picMkLst>
            <pc:docMk/>
            <pc:sldMk cId="1138114101" sldId="372"/>
            <ac:picMk id="3" creationId="{3FAFB9A9-A38B-40DD-8CFE-E9C1126703C4}"/>
          </ac:picMkLst>
        </pc:picChg>
        <pc:picChg chg="del mod">
          <ac:chgData name="Zheng Fei" userId="d19317889db4c986" providerId="LiveId" clId="{975FEB72-416D-E449-BFB3-ADBB372E06F4}" dt="2022-12-07T05:57:17.705" v="283" actId="478"/>
          <ac:picMkLst>
            <pc:docMk/>
            <pc:sldMk cId="1138114101" sldId="372"/>
            <ac:picMk id="4" creationId="{3A5B047D-38A0-42E2-8459-7D351CCAB8D4}"/>
          </ac:picMkLst>
        </pc:picChg>
        <pc:picChg chg="del">
          <ac:chgData name="Zheng Fei" userId="d19317889db4c986" providerId="LiveId" clId="{975FEB72-416D-E449-BFB3-ADBB372E06F4}" dt="2022-12-07T05:57:19.741" v="284" actId="478"/>
          <ac:picMkLst>
            <pc:docMk/>
            <pc:sldMk cId="1138114101" sldId="372"/>
            <ac:picMk id="5" creationId="{75D19740-219F-4E58-9077-EE8C362F15D5}"/>
          </ac:picMkLst>
        </pc:picChg>
        <pc:cxnChg chg="add mod">
          <ac:chgData name="Zheng Fei" userId="d19317889db4c986" providerId="LiveId" clId="{975FEB72-416D-E449-BFB3-ADBB372E06F4}" dt="2022-12-07T05:57:20.475" v="285"/>
          <ac:cxnSpMkLst>
            <pc:docMk/>
            <pc:sldMk cId="1138114101" sldId="372"/>
            <ac:cxnSpMk id="2" creationId="{292D02E9-BB44-9231-86B8-061AC75D604C}"/>
          </ac:cxnSpMkLst>
        </pc:cxnChg>
      </pc:sldChg>
      <pc:sldChg chg="addSp delSp modSp mod">
        <pc:chgData name="Zheng Fei" userId="d19317889db4c986" providerId="LiveId" clId="{975FEB72-416D-E449-BFB3-ADBB372E06F4}" dt="2022-12-07T14:53:36.183" v="1633" actId="207"/>
        <pc:sldMkLst>
          <pc:docMk/>
          <pc:sldMk cId="3007288480" sldId="374"/>
        </pc:sldMkLst>
        <pc:spChg chg="add mod">
          <ac:chgData name="Zheng Fei" userId="d19317889db4c986" providerId="LiveId" clId="{975FEB72-416D-E449-BFB3-ADBB372E06F4}" dt="2022-12-07T05:59:03.927" v="344" actId="20577"/>
          <ac:spMkLst>
            <pc:docMk/>
            <pc:sldMk cId="3007288480" sldId="374"/>
            <ac:spMk id="3" creationId="{129A8F66-A447-BDA2-1A7D-A59891BB7076}"/>
          </ac:spMkLst>
        </pc:spChg>
        <pc:spChg chg="mod">
          <ac:chgData name="Zheng Fei" userId="d19317889db4c986" providerId="LiveId" clId="{975FEB72-416D-E449-BFB3-ADBB372E06F4}" dt="2022-12-07T14:53:36.183" v="1633" actId="207"/>
          <ac:spMkLst>
            <pc:docMk/>
            <pc:sldMk cId="3007288480" sldId="374"/>
            <ac:spMk id="5" creationId="{17C9D65D-695E-4D39-8EAE-BFA552C37DBD}"/>
          </ac:spMkLst>
        </pc:spChg>
        <pc:spChg chg="del mod">
          <ac:chgData name="Zheng Fei" userId="d19317889db4c986" providerId="LiveId" clId="{975FEB72-416D-E449-BFB3-ADBB372E06F4}" dt="2022-12-07T05:59:01.795" v="342" actId="478"/>
          <ac:spMkLst>
            <pc:docMk/>
            <pc:sldMk cId="3007288480" sldId="374"/>
            <ac:spMk id="6" creationId="{B1BBCCA5-6DFD-4C86-B9AF-4FE4FEE712AB}"/>
          </ac:spMkLst>
        </pc:spChg>
        <pc:picChg chg="del mod">
          <ac:chgData name="Zheng Fei" userId="d19317889db4c986" providerId="LiveId" clId="{975FEB72-416D-E449-BFB3-ADBB372E06F4}" dt="2022-12-07T05:59:00.215" v="341" actId="478"/>
          <ac:picMkLst>
            <pc:docMk/>
            <pc:sldMk cId="3007288480" sldId="374"/>
            <ac:picMk id="4" creationId="{F3A64DE8-08AB-4001-A1A3-3E94C20F9D99}"/>
          </ac:picMkLst>
        </pc:picChg>
        <pc:cxnChg chg="add mod">
          <ac:chgData name="Zheng Fei" userId="d19317889db4c986" providerId="LiveId" clId="{975FEB72-416D-E449-BFB3-ADBB372E06F4}" dt="2022-12-07T05:59:02.243" v="343"/>
          <ac:cxnSpMkLst>
            <pc:docMk/>
            <pc:sldMk cId="3007288480" sldId="374"/>
            <ac:cxnSpMk id="2" creationId="{B2C4FB9D-24A8-5D83-AB34-5E239EBE9751}"/>
          </ac:cxnSpMkLst>
        </pc:cxnChg>
      </pc:sldChg>
      <pc:sldChg chg="addSp delSp modSp mod">
        <pc:chgData name="Zheng Fei" userId="d19317889db4c986" providerId="LiveId" clId="{975FEB72-416D-E449-BFB3-ADBB372E06F4}" dt="2022-12-07T13:08:04.899" v="367" actId="120"/>
        <pc:sldMkLst>
          <pc:docMk/>
          <pc:sldMk cId="33555187" sldId="375"/>
        </pc:sldMkLst>
        <pc:spChg chg="del mod">
          <ac:chgData name="Zheng Fei" userId="d19317889db4c986" providerId="LiveId" clId="{975FEB72-416D-E449-BFB3-ADBB372E06F4}" dt="2022-12-07T05:45:03.036" v="15" actId="478"/>
          <ac:spMkLst>
            <pc:docMk/>
            <pc:sldMk cId="33555187" sldId="375"/>
            <ac:spMk id="2" creationId="{57188C7C-E61F-8346-9E12-90B7ED02549C}"/>
          </ac:spMkLst>
        </pc:spChg>
        <pc:spChg chg="mod">
          <ac:chgData name="Zheng Fei" userId="d19317889db4c986" providerId="LiveId" clId="{975FEB72-416D-E449-BFB3-ADBB372E06F4}" dt="2022-12-07T13:07:55.835" v="365" actId="2710"/>
          <ac:spMkLst>
            <pc:docMk/>
            <pc:sldMk cId="33555187" sldId="375"/>
            <ac:spMk id="3" creationId="{D747CE4A-E12B-B940-90DE-E7992E2FF134}"/>
          </ac:spMkLst>
        </pc:spChg>
        <pc:spChg chg="mod">
          <ac:chgData name="Zheng Fei" userId="d19317889db4c986" providerId="LiveId" clId="{975FEB72-416D-E449-BFB3-ADBB372E06F4}" dt="2022-12-07T13:08:04.899" v="367" actId="120"/>
          <ac:spMkLst>
            <pc:docMk/>
            <pc:sldMk cId="33555187" sldId="375"/>
            <ac:spMk id="4" creationId="{B0AB911C-9B12-B64A-ADDF-D26EC43EDCA0}"/>
          </ac:spMkLst>
        </pc:spChg>
        <pc:spChg chg="del mod">
          <ac:chgData name="Zheng Fei" userId="d19317889db4c986" providerId="LiveId" clId="{975FEB72-416D-E449-BFB3-ADBB372E06F4}" dt="2022-12-07T05:45:04.145" v="16" actId="478"/>
          <ac:spMkLst>
            <pc:docMk/>
            <pc:sldMk cId="33555187" sldId="375"/>
            <ac:spMk id="5" creationId="{9115D59C-D48A-434D-9438-A618E0E4249C}"/>
          </ac:spMkLst>
        </pc:spChg>
        <pc:spChg chg="del mod">
          <ac:chgData name="Zheng Fei" userId="d19317889db4c986" providerId="LiveId" clId="{975FEB72-416D-E449-BFB3-ADBB372E06F4}" dt="2022-12-07T05:45:09.516" v="19" actId="478"/>
          <ac:spMkLst>
            <pc:docMk/>
            <pc:sldMk cId="33555187" sldId="375"/>
            <ac:spMk id="6" creationId="{AD66B2BD-F7C8-2E4B-B198-374962C4B336}"/>
          </ac:spMkLst>
        </pc:spChg>
        <pc:spChg chg="del mod">
          <ac:chgData name="Zheng Fei" userId="d19317889db4c986" providerId="LiveId" clId="{975FEB72-416D-E449-BFB3-ADBB372E06F4}" dt="2022-12-07T05:45:09.516" v="19" actId="478"/>
          <ac:spMkLst>
            <pc:docMk/>
            <pc:sldMk cId="33555187" sldId="375"/>
            <ac:spMk id="7" creationId="{6FE811B2-AA3F-494E-A101-F4043F2B10DB}"/>
          </ac:spMkLst>
        </pc:spChg>
        <pc:spChg chg="del mod">
          <ac:chgData name="Zheng Fei" userId="d19317889db4c986" providerId="LiveId" clId="{975FEB72-416D-E449-BFB3-ADBB372E06F4}" dt="2022-12-07T05:45:09.516" v="19" actId="478"/>
          <ac:spMkLst>
            <pc:docMk/>
            <pc:sldMk cId="33555187" sldId="375"/>
            <ac:spMk id="8" creationId="{5FFA93C1-2EAA-7447-8B18-718024C6EEA8}"/>
          </ac:spMkLst>
        </pc:spChg>
        <pc:spChg chg="del mod">
          <ac:chgData name="Zheng Fei" userId="d19317889db4c986" providerId="LiveId" clId="{975FEB72-416D-E449-BFB3-ADBB372E06F4}" dt="2022-12-07T05:45:09.516" v="19" actId="478"/>
          <ac:spMkLst>
            <pc:docMk/>
            <pc:sldMk cId="33555187" sldId="375"/>
            <ac:spMk id="9" creationId="{13F7FF10-7D53-2C4A-8A7E-91A9745AF0F1}"/>
          </ac:spMkLst>
        </pc:spChg>
        <pc:spChg chg="del mod">
          <ac:chgData name="Zheng Fei" userId="d19317889db4c986" providerId="LiveId" clId="{975FEB72-416D-E449-BFB3-ADBB372E06F4}" dt="2022-12-07T05:45:09.516" v="19" actId="478"/>
          <ac:spMkLst>
            <pc:docMk/>
            <pc:sldMk cId="33555187" sldId="375"/>
            <ac:spMk id="10" creationId="{6C77C1BB-C3D6-7B4D-B6CA-9783891FDCD4}"/>
          </ac:spMkLst>
        </pc:spChg>
        <pc:spChg chg="del mod">
          <ac:chgData name="Zheng Fei" userId="d19317889db4c986" providerId="LiveId" clId="{975FEB72-416D-E449-BFB3-ADBB372E06F4}" dt="2022-12-07T05:45:09.516" v="19" actId="478"/>
          <ac:spMkLst>
            <pc:docMk/>
            <pc:sldMk cId="33555187" sldId="375"/>
            <ac:spMk id="11" creationId="{8DBF7585-74F7-D346-8C40-569E83AAE92E}"/>
          </ac:spMkLst>
        </pc:spChg>
        <pc:spChg chg="del mod">
          <ac:chgData name="Zheng Fei" userId="d19317889db4c986" providerId="LiveId" clId="{975FEB72-416D-E449-BFB3-ADBB372E06F4}" dt="2022-12-07T05:45:09.516" v="19" actId="478"/>
          <ac:spMkLst>
            <pc:docMk/>
            <pc:sldMk cId="33555187" sldId="375"/>
            <ac:spMk id="12" creationId="{5D236B0B-29A1-D747-B577-4924ED685EF9}"/>
          </ac:spMkLst>
        </pc:spChg>
        <pc:spChg chg="del mod">
          <ac:chgData name="Zheng Fei" userId="d19317889db4c986" providerId="LiveId" clId="{975FEB72-416D-E449-BFB3-ADBB372E06F4}" dt="2022-12-07T05:45:09.516" v="19" actId="478"/>
          <ac:spMkLst>
            <pc:docMk/>
            <pc:sldMk cId="33555187" sldId="375"/>
            <ac:spMk id="13" creationId="{2096AB76-7509-FA4D-BBFD-96CAF035E83A}"/>
          </ac:spMkLst>
        </pc:spChg>
        <pc:spChg chg="del mod">
          <ac:chgData name="Zheng Fei" userId="d19317889db4c986" providerId="LiveId" clId="{975FEB72-416D-E449-BFB3-ADBB372E06F4}" dt="2022-12-07T05:45:09.516" v="19" actId="478"/>
          <ac:spMkLst>
            <pc:docMk/>
            <pc:sldMk cId="33555187" sldId="375"/>
            <ac:spMk id="14" creationId="{3BC0A0E4-A25A-7F4E-BAFE-A205ECD3BA4E}"/>
          </ac:spMkLst>
        </pc:spChg>
        <pc:spChg chg="del mod">
          <ac:chgData name="Zheng Fei" userId="d19317889db4c986" providerId="LiveId" clId="{975FEB72-416D-E449-BFB3-ADBB372E06F4}" dt="2022-12-07T05:45:05.380" v="17" actId="478"/>
          <ac:spMkLst>
            <pc:docMk/>
            <pc:sldMk cId="33555187" sldId="375"/>
            <ac:spMk id="15" creationId="{C7645B44-2683-DD41-BE5A-A00CD0627D85}"/>
          </ac:spMkLst>
        </pc:spChg>
        <pc:spChg chg="add mod">
          <ac:chgData name="Zheng Fei" userId="d19317889db4c986" providerId="LiveId" clId="{975FEB72-416D-E449-BFB3-ADBB372E06F4}" dt="2022-12-07T05:47:34.211" v="97" actId="1076"/>
          <ac:spMkLst>
            <pc:docMk/>
            <pc:sldMk cId="33555187" sldId="375"/>
            <ac:spMk id="18" creationId="{BF98C384-407D-8249-AF43-36734D815464}"/>
          </ac:spMkLst>
        </pc:spChg>
        <pc:spChg chg="del mod">
          <ac:chgData name="Zheng Fei" userId="d19317889db4c986" providerId="LiveId" clId="{975FEB72-416D-E449-BFB3-ADBB372E06F4}" dt="2022-12-07T05:48:13.914" v="102"/>
          <ac:spMkLst>
            <pc:docMk/>
            <pc:sldMk cId="33555187" sldId="375"/>
            <ac:spMk id="19" creationId="{F80905C6-2EB1-4C24-A2E2-3BBB8ADEE70B}"/>
          </ac:spMkLst>
        </pc:spChg>
        <pc:cxnChg chg="add mod">
          <ac:chgData name="Zheng Fei" userId="d19317889db4c986" providerId="LiveId" clId="{975FEB72-416D-E449-BFB3-ADBB372E06F4}" dt="2022-12-07T05:47:25.887" v="93"/>
          <ac:cxnSpMkLst>
            <pc:docMk/>
            <pc:sldMk cId="33555187" sldId="375"/>
            <ac:cxnSpMk id="16" creationId="{4AA3DF76-84D9-BDEA-8D4F-1AFD4EAF4C2E}"/>
          </ac:cxnSpMkLst>
        </pc:cxnChg>
        <pc:cxnChg chg="del">
          <ac:chgData name="Zheng Fei" userId="d19317889db4c986" providerId="LiveId" clId="{975FEB72-416D-E449-BFB3-ADBB372E06F4}" dt="2022-12-07T05:45:06.461" v="18" actId="478"/>
          <ac:cxnSpMkLst>
            <pc:docMk/>
            <pc:sldMk cId="33555187" sldId="375"/>
            <ac:cxnSpMk id="17" creationId="{5E02FCDD-7B46-3944-AEBE-D27F642BC274}"/>
          </ac:cxnSpMkLst>
        </pc:cxnChg>
      </pc:sldChg>
      <pc:sldChg chg="addSp delSp modSp mod">
        <pc:chgData name="Zheng Fei" userId="d19317889db4c986" providerId="LiveId" clId="{975FEB72-416D-E449-BFB3-ADBB372E06F4}" dt="2022-12-07T13:20:32.068" v="722" actId="732"/>
        <pc:sldMkLst>
          <pc:docMk/>
          <pc:sldMk cId="4287553338" sldId="377"/>
        </pc:sldMkLst>
        <pc:spChg chg="add mod">
          <ac:chgData name="Zheng Fei" userId="d19317889db4c986" providerId="LiveId" clId="{975FEB72-416D-E449-BFB3-ADBB372E06F4}" dt="2022-12-07T05:54:10.643" v="183" actId="12788"/>
          <ac:spMkLst>
            <pc:docMk/>
            <pc:sldMk cId="4287553338" sldId="377"/>
            <ac:spMk id="4" creationId="{83ECD829-F8EB-80BF-CD68-99032F134F32}"/>
          </ac:spMkLst>
        </pc:spChg>
        <pc:spChg chg="add mod">
          <ac:chgData name="Zheng Fei" userId="d19317889db4c986" providerId="LiveId" clId="{975FEB72-416D-E449-BFB3-ADBB372E06F4}" dt="2022-12-07T13:18:38.368" v="639" actId="1076"/>
          <ac:spMkLst>
            <pc:docMk/>
            <pc:sldMk cId="4287553338" sldId="377"/>
            <ac:spMk id="5" creationId="{5F1814E6-7D3B-2D81-A289-EAD019FF0A81}"/>
          </ac:spMkLst>
        </pc:spChg>
        <pc:spChg chg="add mod">
          <ac:chgData name="Zheng Fei" userId="d19317889db4c986" providerId="LiveId" clId="{975FEB72-416D-E449-BFB3-ADBB372E06F4}" dt="2022-12-07T13:18:38.368" v="639" actId="1076"/>
          <ac:spMkLst>
            <pc:docMk/>
            <pc:sldMk cId="4287553338" sldId="377"/>
            <ac:spMk id="6" creationId="{ACC9B4AD-1168-DD26-ED00-D297059234EB}"/>
          </ac:spMkLst>
        </pc:spChg>
        <pc:spChg chg="add mod">
          <ac:chgData name="Zheng Fei" userId="d19317889db4c986" providerId="LiveId" clId="{975FEB72-416D-E449-BFB3-ADBB372E06F4}" dt="2022-12-07T13:19:43.643" v="660" actId="113"/>
          <ac:spMkLst>
            <pc:docMk/>
            <pc:sldMk cId="4287553338" sldId="377"/>
            <ac:spMk id="7" creationId="{A7FBBC43-70E0-71F8-00B7-1DCC64D333ED}"/>
          </ac:spMkLst>
        </pc:spChg>
        <pc:spChg chg="add mod">
          <ac:chgData name="Zheng Fei" userId="d19317889db4c986" providerId="LiveId" clId="{975FEB72-416D-E449-BFB3-ADBB372E06F4}" dt="2022-12-07T13:18:38.368" v="639" actId="1076"/>
          <ac:spMkLst>
            <pc:docMk/>
            <pc:sldMk cId="4287553338" sldId="377"/>
            <ac:spMk id="8" creationId="{AECB98F9-7180-06F1-D46F-1635B52CD787}"/>
          </ac:spMkLst>
        </pc:spChg>
        <pc:spChg chg="add mod">
          <ac:chgData name="Zheng Fei" userId="d19317889db4c986" providerId="LiveId" clId="{975FEB72-416D-E449-BFB3-ADBB372E06F4}" dt="2022-12-07T13:18:38.368" v="639" actId="1076"/>
          <ac:spMkLst>
            <pc:docMk/>
            <pc:sldMk cId="4287553338" sldId="377"/>
            <ac:spMk id="9" creationId="{29F38E90-2CFE-CDC3-E7C4-9BB9809013B4}"/>
          </ac:spMkLst>
        </pc:spChg>
        <pc:spChg chg="add mod">
          <ac:chgData name="Zheng Fei" userId="d19317889db4c986" providerId="LiveId" clId="{975FEB72-416D-E449-BFB3-ADBB372E06F4}" dt="2022-12-07T13:18:34.782" v="638" actId="1076"/>
          <ac:spMkLst>
            <pc:docMk/>
            <pc:sldMk cId="4287553338" sldId="377"/>
            <ac:spMk id="10" creationId="{FE7A0E4B-9735-1491-C1A9-7F578813FCB6}"/>
          </ac:spMkLst>
        </pc:spChg>
        <pc:spChg chg="add mod">
          <ac:chgData name="Zheng Fei" userId="d19317889db4c986" providerId="LiveId" clId="{975FEB72-416D-E449-BFB3-ADBB372E06F4}" dt="2022-12-07T13:18:34.782" v="638" actId="1076"/>
          <ac:spMkLst>
            <pc:docMk/>
            <pc:sldMk cId="4287553338" sldId="377"/>
            <ac:spMk id="11" creationId="{35E01306-CC39-E8C3-92F9-0ADA55EEB34B}"/>
          </ac:spMkLst>
        </pc:spChg>
        <pc:spChg chg="add mod">
          <ac:chgData name="Zheng Fei" userId="d19317889db4c986" providerId="LiveId" clId="{975FEB72-416D-E449-BFB3-ADBB372E06F4}" dt="2022-12-07T13:19:43.643" v="660" actId="113"/>
          <ac:spMkLst>
            <pc:docMk/>
            <pc:sldMk cId="4287553338" sldId="377"/>
            <ac:spMk id="12" creationId="{4D836EB6-5DB4-BAE4-C7BE-817F63203E54}"/>
          </ac:spMkLst>
        </pc:spChg>
        <pc:spChg chg="add mod">
          <ac:chgData name="Zheng Fei" userId="d19317889db4c986" providerId="LiveId" clId="{975FEB72-416D-E449-BFB3-ADBB372E06F4}" dt="2022-12-07T13:18:34.782" v="638" actId="1076"/>
          <ac:spMkLst>
            <pc:docMk/>
            <pc:sldMk cId="4287553338" sldId="377"/>
            <ac:spMk id="13" creationId="{E1DFAF93-B2A6-254A-2E95-36529E5F7123}"/>
          </ac:spMkLst>
        </pc:spChg>
        <pc:spChg chg="add mod">
          <ac:chgData name="Zheng Fei" userId="d19317889db4c986" providerId="LiveId" clId="{975FEB72-416D-E449-BFB3-ADBB372E06F4}" dt="2022-12-07T13:18:34.782" v="638" actId="1076"/>
          <ac:spMkLst>
            <pc:docMk/>
            <pc:sldMk cId="4287553338" sldId="377"/>
            <ac:spMk id="14" creationId="{FBD0D10B-D52E-8811-0D80-87F875418685}"/>
          </ac:spMkLst>
        </pc:spChg>
        <pc:spChg chg="add mod">
          <ac:chgData name="Zheng Fei" userId="d19317889db4c986" providerId="LiveId" clId="{975FEB72-416D-E449-BFB3-ADBB372E06F4}" dt="2022-12-07T13:20:17.258" v="721"/>
          <ac:spMkLst>
            <pc:docMk/>
            <pc:sldMk cId="4287553338" sldId="377"/>
            <ac:spMk id="18" creationId="{D506AEFF-F94E-494E-CA0F-F23579FF65BC}"/>
          </ac:spMkLst>
        </pc:spChg>
        <pc:spChg chg="add mod">
          <ac:chgData name="Zheng Fei" userId="d19317889db4c986" providerId="LiveId" clId="{975FEB72-416D-E449-BFB3-ADBB372E06F4}" dt="2022-12-07T13:19:26.595" v="657" actId="113"/>
          <ac:spMkLst>
            <pc:docMk/>
            <pc:sldMk cId="4287553338" sldId="377"/>
            <ac:spMk id="19" creationId="{48888292-E01B-A135-22DF-C9EF4F906875}"/>
          </ac:spMkLst>
        </pc:spChg>
        <pc:spChg chg="add mod">
          <ac:chgData name="Zheng Fei" userId="d19317889db4c986" providerId="LiveId" clId="{975FEB72-416D-E449-BFB3-ADBB372E06F4}" dt="2022-12-07T13:19:37.670" v="659" actId="1076"/>
          <ac:spMkLst>
            <pc:docMk/>
            <pc:sldMk cId="4287553338" sldId="377"/>
            <ac:spMk id="20" creationId="{4C12D8F9-B5D8-3EFF-CA67-09A9678D49D6}"/>
          </ac:spMkLst>
        </pc:spChg>
        <pc:spChg chg="del">
          <ac:chgData name="Zheng Fei" userId="d19317889db4c986" providerId="LiveId" clId="{975FEB72-416D-E449-BFB3-ADBB372E06F4}" dt="2022-12-07T13:13:23.182" v="599" actId="478"/>
          <ac:spMkLst>
            <pc:docMk/>
            <pc:sldMk cId="4287553338" sldId="377"/>
            <ac:spMk id="31" creationId="{C07E03EA-56C8-A340-A6FF-A0591F17F9D9}"/>
          </ac:spMkLst>
        </pc:spChg>
        <pc:spChg chg="del">
          <ac:chgData name="Zheng Fei" userId="d19317889db4c986" providerId="LiveId" clId="{975FEB72-416D-E449-BFB3-ADBB372E06F4}" dt="2022-12-07T13:13:23.182" v="599" actId="478"/>
          <ac:spMkLst>
            <pc:docMk/>
            <pc:sldMk cId="4287553338" sldId="377"/>
            <ac:spMk id="32" creationId="{6DE68062-3EF7-B741-8D0A-11F9FB87FADC}"/>
          </ac:spMkLst>
        </pc:spChg>
        <pc:spChg chg="del">
          <ac:chgData name="Zheng Fei" userId="d19317889db4c986" providerId="LiveId" clId="{975FEB72-416D-E449-BFB3-ADBB372E06F4}" dt="2022-12-07T13:13:23.182" v="599" actId="478"/>
          <ac:spMkLst>
            <pc:docMk/>
            <pc:sldMk cId="4287553338" sldId="377"/>
            <ac:spMk id="33" creationId="{71FA5CB4-1F7D-CE4D-9B3F-58A8B5E9C16E}"/>
          </ac:spMkLst>
        </pc:spChg>
        <pc:spChg chg="del mod">
          <ac:chgData name="Zheng Fei" userId="d19317889db4c986" providerId="LiveId" clId="{975FEB72-416D-E449-BFB3-ADBB372E06F4}" dt="2022-12-07T13:18:27.427" v="636" actId="478"/>
          <ac:spMkLst>
            <pc:docMk/>
            <pc:sldMk cId="4287553338" sldId="377"/>
            <ac:spMk id="38" creationId="{4F641D1B-4CCA-445F-9D6D-252814BEFF5F}"/>
          </ac:spMkLst>
        </pc:spChg>
        <pc:spChg chg="del mod">
          <ac:chgData name="Zheng Fei" userId="d19317889db4c986" providerId="LiveId" clId="{975FEB72-416D-E449-BFB3-ADBB372E06F4}" dt="2022-12-07T05:53:59.600" v="168" actId="478"/>
          <ac:spMkLst>
            <pc:docMk/>
            <pc:sldMk cId="4287553338" sldId="377"/>
            <ac:spMk id="39" creationId="{9EF6ACDE-E21C-43DA-9F76-7B1254E3C0B7}"/>
          </ac:spMkLst>
        </pc:spChg>
        <pc:spChg chg="del mod">
          <ac:chgData name="Zheng Fei" userId="d19317889db4c986" providerId="LiveId" clId="{975FEB72-416D-E449-BFB3-ADBB372E06F4}" dt="2022-12-07T13:13:23.182" v="599" actId="478"/>
          <ac:spMkLst>
            <pc:docMk/>
            <pc:sldMk cId="4287553338" sldId="377"/>
            <ac:spMk id="42" creationId="{CB7CDE83-CEC6-734E-A403-3E67515E0D29}"/>
          </ac:spMkLst>
        </pc:spChg>
        <pc:picChg chg="mod modCrop">
          <ac:chgData name="Zheng Fei" userId="d19317889db4c986" providerId="LiveId" clId="{975FEB72-416D-E449-BFB3-ADBB372E06F4}" dt="2022-12-07T13:20:32.068" v="722" actId="732"/>
          <ac:picMkLst>
            <pc:docMk/>
            <pc:sldMk cId="4287553338" sldId="377"/>
            <ac:picMk id="3" creationId="{B84C8F4F-4640-CF4C-8D61-89BC2895B5D9}"/>
          </ac:picMkLst>
        </pc:picChg>
        <pc:inkChg chg="add mod">
          <ac:chgData name="Zheng Fei" userId="d19317889db4c986" providerId="LiveId" clId="{975FEB72-416D-E449-BFB3-ADBB372E06F4}" dt="2022-12-07T13:18:34.782" v="638" actId="1076"/>
          <ac:inkMkLst>
            <pc:docMk/>
            <pc:sldMk cId="4287553338" sldId="377"/>
            <ac:inkMk id="15" creationId="{81BB3915-9596-107A-D9D8-A2A13719BA9D}"/>
          </ac:inkMkLst>
        </pc:inkChg>
        <pc:inkChg chg="add del">
          <ac:chgData name="Zheng Fei" userId="d19317889db4c986" providerId="LiveId" clId="{975FEB72-416D-E449-BFB3-ADBB372E06F4}" dt="2022-12-07T13:17:39.945" v="631"/>
          <ac:inkMkLst>
            <pc:docMk/>
            <pc:sldMk cId="4287553338" sldId="377"/>
            <ac:inkMk id="16" creationId="{B95B696F-CAA0-3586-E833-7416FBF80244}"/>
          </ac:inkMkLst>
        </pc:inkChg>
        <pc:inkChg chg="add del">
          <ac:chgData name="Zheng Fei" userId="d19317889db4c986" providerId="LiveId" clId="{975FEB72-416D-E449-BFB3-ADBB372E06F4}" dt="2022-12-07T13:17:39.946" v="632"/>
          <ac:inkMkLst>
            <pc:docMk/>
            <pc:sldMk cId="4287553338" sldId="377"/>
            <ac:inkMk id="17" creationId="{55C54BB3-1A06-C273-CDA0-82966C667419}"/>
          </ac:inkMkLst>
        </pc:inkChg>
        <pc:cxnChg chg="add mod">
          <ac:chgData name="Zheng Fei" userId="d19317889db4c986" providerId="LiveId" clId="{975FEB72-416D-E449-BFB3-ADBB372E06F4}" dt="2022-12-07T05:54:00.381" v="169"/>
          <ac:cxnSpMkLst>
            <pc:docMk/>
            <pc:sldMk cId="4287553338" sldId="377"/>
            <ac:cxnSpMk id="2" creationId="{9C07D4B8-2325-D17C-083B-EDE8751D5BF8}"/>
          </ac:cxnSpMkLst>
        </pc:cxnChg>
        <pc:cxnChg chg="del">
          <ac:chgData name="Zheng Fei" userId="d19317889db4c986" providerId="LiveId" clId="{975FEB72-416D-E449-BFB3-ADBB372E06F4}" dt="2022-12-07T13:13:23.182" v="599" actId="478"/>
          <ac:cxnSpMkLst>
            <pc:docMk/>
            <pc:sldMk cId="4287553338" sldId="377"/>
            <ac:cxnSpMk id="34" creationId="{66C202D8-F89B-1641-893B-8F91E4D97787}"/>
          </ac:cxnSpMkLst>
        </pc:cxnChg>
      </pc:sldChg>
      <pc:sldChg chg="addSp delSp modSp add del mod">
        <pc:chgData name="Zheng Fei" userId="d19317889db4c986" providerId="LiveId" clId="{975FEB72-416D-E449-BFB3-ADBB372E06F4}" dt="2022-12-07T14:11:01.755" v="876" actId="14100"/>
        <pc:sldMkLst>
          <pc:docMk/>
          <pc:sldMk cId="1290878368" sldId="378"/>
        </pc:sldMkLst>
        <pc:spChg chg="add mod">
          <ac:chgData name="Zheng Fei" userId="d19317889db4c986" providerId="LiveId" clId="{975FEB72-416D-E449-BFB3-ADBB372E06F4}" dt="2022-12-07T05:54:21.192" v="193" actId="20577"/>
          <ac:spMkLst>
            <pc:docMk/>
            <pc:sldMk cId="1290878368" sldId="378"/>
            <ac:spMk id="8" creationId="{5A6DCE9D-947E-1E74-B1DC-C0E0AE9D03FE}"/>
          </ac:spMkLst>
        </pc:spChg>
        <pc:spChg chg="add mod">
          <ac:chgData name="Zheng Fei" userId="d19317889db4c986" providerId="LiveId" clId="{975FEB72-416D-E449-BFB3-ADBB372E06F4}" dt="2022-12-07T14:10:26.103" v="816" actId="20577"/>
          <ac:spMkLst>
            <pc:docMk/>
            <pc:sldMk cId="1290878368" sldId="378"/>
            <ac:spMk id="11" creationId="{85E861B2-5F75-F1DE-4C29-6E968EC84C23}"/>
          </ac:spMkLst>
        </pc:spChg>
        <pc:spChg chg="add mod">
          <ac:chgData name="Zheng Fei" userId="d19317889db4c986" providerId="LiveId" clId="{975FEB72-416D-E449-BFB3-ADBB372E06F4}" dt="2022-12-07T14:11:01.755" v="876" actId="14100"/>
          <ac:spMkLst>
            <pc:docMk/>
            <pc:sldMk cId="1290878368" sldId="378"/>
            <ac:spMk id="13" creationId="{51B2345A-EA47-0872-B4E9-42B01336B3DC}"/>
          </ac:spMkLst>
        </pc:spChg>
        <pc:spChg chg="del mod">
          <ac:chgData name="Zheng Fei" userId="d19317889db4c986" providerId="LiveId" clId="{975FEB72-416D-E449-BFB3-ADBB372E06F4}" dt="2022-12-07T05:54:18.635" v="185" actId="478"/>
          <ac:spMkLst>
            <pc:docMk/>
            <pc:sldMk cId="1290878368" sldId="378"/>
            <ac:spMk id="13" creationId="{B935B58F-FD04-4910-BAFA-1E7C599F646A}"/>
          </ac:spMkLst>
        </pc:spChg>
        <pc:grpChg chg="del mod">
          <ac:chgData name="Zheng Fei" userId="d19317889db4c986" providerId="LiveId" clId="{975FEB72-416D-E449-BFB3-ADBB372E06F4}" dt="2022-12-07T13:22:29.739" v="731" actId="478"/>
          <ac:grpSpMkLst>
            <pc:docMk/>
            <pc:sldMk cId="1290878368" sldId="378"/>
            <ac:grpSpMk id="5" creationId="{093CF717-3BB4-472A-9358-CC0DF78BFBD4}"/>
          </ac:grpSpMkLst>
        </pc:grpChg>
        <pc:picChg chg="del">
          <ac:chgData name="Zheng Fei" userId="d19317889db4c986" providerId="LiveId" clId="{975FEB72-416D-E449-BFB3-ADBB372E06F4}" dt="2022-12-07T13:22:25.150" v="729" actId="478"/>
          <ac:picMkLst>
            <pc:docMk/>
            <pc:sldMk cId="1290878368" sldId="378"/>
            <ac:picMk id="9" creationId="{DFE271A8-8159-4084-8A88-89E9C9F2BE48}"/>
          </ac:picMkLst>
        </pc:picChg>
        <pc:cxnChg chg="add mod">
          <ac:chgData name="Zheng Fei" userId="d19317889db4c986" providerId="LiveId" clId="{975FEB72-416D-E449-BFB3-ADBB372E06F4}" dt="2022-12-07T05:54:15.869" v="184"/>
          <ac:cxnSpMkLst>
            <pc:docMk/>
            <pc:sldMk cId="1290878368" sldId="378"/>
            <ac:cxnSpMk id="6" creationId="{8DE8DBCD-F146-DABD-9D4B-5DFB85117E8E}"/>
          </ac:cxnSpMkLst>
        </pc:cxnChg>
      </pc:sldChg>
      <pc:sldChg chg="addSp delSp modSp mod">
        <pc:chgData name="Zheng Fei" userId="d19317889db4c986" providerId="LiveId" clId="{975FEB72-416D-E449-BFB3-ADBB372E06F4}" dt="2022-12-08T13:05:24.384" v="1791" actId="115"/>
        <pc:sldMkLst>
          <pc:docMk/>
          <pc:sldMk cId="648539904" sldId="428"/>
        </pc:sldMkLst>
        <pc:spChg chg="del mod">
          <ac:chgData name="Zheng Fei" userId="d19317889db4c986" providerId="LiveId" clId="{975FEB72-416D-E449-BFB3-ADBB372E06F4}" dt="2022-12-07T05:53:43.729" v="165"/>
          <ac:spMkLst>
            <pc:docMk/>
            <pc:sldMk cId="648539904" sldId="428"/>
            <ac:spMk id="2" creationId="{6F184E6F-0A43-4D58-AFC9-CA43BCFF267C}"/>
          </ac:spMkLst>
        </pc:spChg>
        <pc:spChg chg="add mod">
          <ac:chgData name="Zheng Fei" userId="d19317889db4c986" providerId="LiveId" clId="{975FEB72-416D-E449-BFB3-ADBB372E06F4}" dt="2022-12-08T13:05:24.384" v="1791" actId="115"/>
          <ac:spMkLst>
            <pc:docMk/>
            <pc:sldMk cId="648539904" sldId="428"/>
            <ac:spMk id="4" creationId="{80252B59-50FE-47C9-53DC-5956F2801D0B}"/>
          </ac:spMkLst>
        </pc:spChg>
        <pc:spChg chg="add mod">
          <ac:chgData name="Zheng Fei" userId="d19317889db4c986" providerId="LiveId" clId="{975FEB72-416D-E449-BFB3-ADBB372E06F4}" dt="2022-12-07T05:53:54.130" v="167" actId="1076"/>
          <ac:spMkLst>
            <pc:docMk/>
            <pc:sldMk cId="648539904" sldId="428"/>
            <ac:spMk id="6" creationId="{4C15AF9B-CE0B-7825-021D-BA487061AD03}"/>
          </ac:spMkLst>
        </pc:spChg>
        <pc:picChg chg="del">
          <ac:chgData name="Zheng Fei" userId="d19317889db4c986" providerId="LiveId" clId="{975FEB72-416D-E449-BFB3-ADBB372E06F4}" dt="2022-12-07T13:09:42.055" v="383" actId="478"/>
          <ac:picMkLst>
            <pc:docMk/>
            <pc:sldMk cId="648539904" sldId="428"/>
            <ac:picMk id="3" creationId="{026319AD-52AD-46CC-94D6-F4A815B66F56}"/>
          </ac:picMkLst>
        </pc:picChg>
        <pc:picChg chg="del">
          <ac:chgData name="Zheng Fei" userId="d19317889db4c986" providerId="LiveId" clId="{975FEB72-416D-E449-BFB3-ADBB372E06F4}" dt="2022-12-07T04:42:06.351" v="7" actId="478"/>
          <ac:picMkLst>
            <pc:docMk/>
            <pc:sldMk cId="648539904" sldId="428"/>
            <ac:picMk id="4" creationId="{FCC08F2C-DC8E-49CE-AC34-9E33ECB75123}"/>
          </ac:picMkLst>
        </pc:picChg>
        <pc:cxnChg chg="add mod">
          <ac:chgData name="Zheng Fei" userId="d19317889db4c986" providerId="LiveId" clId="{975FEB72-416D-E449-BFB3-ADBB372E06F4}" dt="2022-12-07T05:53:26.144" v="158"/>
          <ac:cxnSpMkLst>
            <pc:docMk/>
            <pc:sldMk cId="648539904" sldId="428"/>
            <ac:cxnSpMk id="5" creationId="{1837970A-284E-2B37-E779-55A34A68F6FD}"/>
          </ac:cxnSpMkLst>
        </pc:cxnChg>
      </pc:sldChg>
      <pc:sldChg chg="addSp delSp modSp mod">
        <pc:chgData name="Zheng Fei" userId="d19317889db4c986" providerId="LiveId" clId="{975FEB72-416D-E449-BFB3-ADBB372E06F4}" dt="2022-12-08T12:49:07.154" v="1658" actId="20577"/>
        <pc:sldMkLst>
          <pc:docMk/>
          <pc:sldMk cId="3250918198" sldId="430"/>
        </pc:sldMkLst>
        <pc:spChg chg="del mod">
          <ac:chgData name="Zheng Fei" userId="d19317889db4c986" providerId="LiveId" clId="{975FEB72-416D-E449-BFB3-ADBB372E06F4}" dt="2022-12-07T05:55:15.864" v="225" actId="478"/>
          <ac:spMkLst>
            <pc:docMk/>
            <pc:sldMk cId="3250918198" sldId="430"/>
            <ac:spMk id="3" creationId="{8F12820F-EEB0-4869-BD54-F9EF4FDBAFDE}"/>
          </ac:spMkLst>
        </pc:spChg>
        <pc:spChg chg="mod">
          <ac:chgData name="Zheng Fei" userId="d19317889db4c986" providerId="LiveId" clId="{975FEB72-416D-E449-BFB3-ADBB372E06F4}" dt="2022-12-08T12:49:07.154" v="1658" actId="20577"/>
          <ac:spMkLst>
            <pc:docMk/>
            <pc:sldMk cId="3250918198" sldId="430"/>
            <ac:spMk id="4" creationId="{21131E15-2D62-4289-B93F-07B65F6829FE}"/>
          </ac:spMkLst>
        </pc:spChg>
        <pc:spChg chg="add mod">
          <ac:chgData name="Zheng Fei" userId="d19317889db4c986" providerId="LiveId" clId="{975FEB72-416D-E449-BFB3-ADBB372E06F4}" dt="2022-12-07T05:55:19.523" v="229" actId="20577"/>
          <ac:spMkLst>
            <pc:docMk/>
            <pc:sldMk cId="3250918198" sldId="430"/>
            <ac:spMk id="5" creationId="{51ADEFC0-68CE-C6A4-F673-04A6E7AA520F}"/>
          </ac:spMkLst>
        </pc:spChg>
        <pc:cxnChg chg="add mod">
          <ac:chgData name="Zheng Fei" userId="d19317889db4c986" providerId="LiveId" clId="{975FEB72-416D-E449-BFB3-ADBB372E06F4}" dt="2022-12-07T05:55:16.258" v="226"/>
          <ac:cxnSpMkLst>
            <pc:docMk/>
            <pc:sldMk cId="3250918198" sldId="430"/>
            <ac:cxnSpMk id="2" creationId="{616DA9A9-9C53-E37D-3182-5796EA8181A1}"/>
          </ac:cxnSpMkLst>
        </pc:cxnChg>
      </pc:sldChg>
      <pc:sldChg chg="addSp delSp modSp mod delAnim">
        <pc:chgData name="Zheng Fei" userId="d19317889db4c986" providerId="LiveId" clId="{975FEB72-416D-E449-BFB3-ADBB372E06F4}" dt="2022-12-07T14:31:10.654" v="1258" actId="692"/>
        <pc:sldMkLst>
          <pc:docMk/>
          <pc:sldMk cId="2283196572" sldId="431"/>
        </pc:sldMkLst>
        <pc:spChg chg="mod">
          <ac:chgData name="Zheng Fei" userId="d19317889db4c986" providerId="LiveId" clId="{975FEB72-416D-E449-BFB3-ADBB372E06F4}" dt="2022-12-07T14:30:50.880" v="1257" actId="1076"/>
          <ac:spMkLst>
            <pc:docMk/>
            <pc:sldMk cId="2283196572" sldId="431"/>
            <ac:spMk id="5" creationId="{A52F3836-333F-3940-822F-EA9D72C6C35E}"/>
          </ac:spMkLst>
        </pc:spChg>
        <pc:spChg chg="add mod">
          <ac:chgData name="Zheng Fei" userId="d19317889db4c986" providerId="LiveId" clId="{975FEB72-416D-E449-BFB3-ADBB372E06F4}" dt="2022-12-07T05:54:48.246" v="216" actId="12788"/>
          <ac:spMkLst>
            <pc:docMk/>
            <pc:sldMk cId="2283196572" sldId="431"/>
            <ac:spMk id="7" creationId="{02EA2660-683E-17C0-0287-A1D46467F857}"/>
          </ac:spMkLst>
        </pc:spChg>
        <pc:spChg chg="add del mod">
          <ac:chgData name="Zheng Fei" userId="d19317889db4c986" providerId="LiveId" clId="{975FEB72-416D-E449-BFB3-ADBB372E06F4}" dt="2022-12-07T14:30:45.754" v="1256" actId="1076"/>
          <ac:spMkLst>
            <pc:docMk/>
            <pc:sldMk cId="2283196572" sldId="431"/>
            <ac:spMk id="8" creationId="{C554A671-BA4F-A8A1-FA5E-EB9BD68EB7D3}"/>
          </ac:spMkLst>
        </pc:spChg>
        <pc:spChg chg="add mod">
          <ac:chgData name="Zheng Fei" userId="d19317889db4c986" providerId="LiveId" clId="{975FEB72-416D-E449-BFB3-ADBB372E06F4}" dt="2022-12-07T14:29:23.892" v="1247" actId="1076"/>
          <ac:spMkLst>
            <pc:docMk/>
            <pc:sldMk cId="2283196572" sldId="431"/>
            <ac:spMk id="9" creationId="{E18B56AA-D2C7-56C4-B167-9047E358A19F}"/>
          </ac:spMkLst>
        </pc:spChg>
        <pc:spChg chg="add mod">
          <ac:chgData name="Zheng Fei" userId="d19317889db4c986" providerId="LiveId" clId="{975FEB72-416D-E449-BFB3-ADBB372E06F4}" dt="2022-12-07T14:29:21.005" v="1246" actId="1076"/>
          <ac:spMkLst>
            <pc:docMk/>
            <pc:sldMk cId="2283196572" sldId="431"/>
            <ac:spMk id="10" creationId="{972A51E0-B991-8738-B5AD-D9EAAC3686B7}"/>
          </ac:spMkLst>
        </pc:spChg>
        <pc:spChg chg="mod">
          <ac:chgData name="Zheng Fei" userId="d19317889db4c986" providerId="LiveId" clId="{975FEB72-416D-E449-BFB3-ADBB372E06F4}" dt="2022-12-07T14:29:37.356" v="1251" actId="1076"/>
          <ac:spMkLst>
            <pc:docMk/>
            <pc:sldMk cId="2283196572" sldId="431"/>
            <ac:spMk id="11" creationId="{C5256CF8-1ED1-4178-9093-43B01B45238A}"/>
          </ac:spMkLst>
        </pc:spChg>
        <pc:spChg chg="mod">
          <ac:chgData name="Zheng Fei" userId="d19317889db4c986" providerId="LiveId" clId="{975FEB72-416D-E449-BFB3-ADBB372E06F4}" dt="2022-12-07T14:29:30.603" v="1249" actId="1076"/>
          <ac:spMkLst>
            <pc:docMk/>
            <pc:sldMk cId="2283196572" sldId="431"/>
            <ac:spMk id="12" creationId="{6C21A081-8620-4757-8530-AC45EBBF50EA}"/>
          </ac:spMkLst>
        </pc:spChg>
        <pc:spChg chg="mod">
          <ac:chgData name="Zheng Fei" userId="d19317889db4c986" providerId="LiveId" clId="{975FEB72-416D-E449-BFB3-ADBB372E06F4}" dt="2022-12-07T14:31:10.654" v="1258" actId="692"/>
          <ac:spMkLst>
            <pc:docMk/>
            <pc:sldMk cId="2283196572" sldId="431"/>
            <ac:spMk id="13" creationId="{68367E82-DBCC-4C7F-8C94-1E06EE5B3001}"/>
          </ac:spMkLst>
        </pc:spChg>
        <pc:spChg chg="mod">
          <ac:chgData name="Zheng Fei" userId="d19317889db4c986" providerId="LiveId" clId="{975FEB72-416D-E449-BFB3-ADBB372E06F4}" dt="2022-12-07T14:29:27.815" v="1248" actId="1076"/>
          <ac:spMkLst>
            <pc:docMk/>
            <pc:sldMk cId="2283196572" sldId="431"/>
            <ac:spMk id="14" creationId="{098FDBB9-4607-4890-9F39-3EDE18522E08}"/>
          </ac:spMkLst>
        </pc:spChg>
        <pc:spChg chg="del mod">
          <ac:chgData name="Zheng Fei" userId="d19317889db4c986" providerId="LiveId" clId="{975FEB72-416D-E449-BFB3-ADBB372E06F4}" dt="2022-12-07T05:54:34.178" v="197" actId="478"/>
          <ac:spMkLst>
            <pc:docMk/>
            <pc:sldMk cId="2283196572" sldId="431"/>
            <ac:spMk id="15" creationId="{EF06E473-93BE-448D-9E7E-CAC944E3C2D6}"/>
          </ac:spMkLst>
        </pc:spChg>
        <pc:grpChg chg="mod">
          <ac:chgData name="Zheng Fei" userId="d19317889db4c986" providerId="LiveId" clId="{975FEB72-416D-E449-BFB3-ADBB372E06F4}" dt="2022-12-07T14:30:42.062" v="1255" actId="1076"/>
          <ac:grpSpMkLst>
            <pc:docMk/>
            <pc:sldMk cId="2283196572" sldId="431"/>
            <ac:grpSpMk id="2" creationId="{497DAE3B-EEDE-454A-AA40-94368C3CA9E4}"/>
          </ac:grpSpMkLst>
        </pc:grpChg>
        <pc:graphicFrameChg chg="del mod">
          <ac:chgData name="Zheng Fei" userId="d19317889db4c986" providerId="LiveId" clId="{975FEB72-416D-E449-BFB3-ADBB372E06F4}" dt="2022-12-07T14:25:53.240" v="1174" actId="478"/>
          <ac:graphicFrameMkLst>
            <pc:docMk/>
            <pc:sldMk cId="2283196572" sldId="431"/>
            <ac:graphicFrameMk id="16" creationId="{8448B3B7-7354-4D84-8419-1639CFA547F2}"/>
          </ac:graphicFrameMkLst>
        </pc:graphicFrameChg>
        <pc:graphicFrameChg chg="del mod">
          <ac:chgData name="Zheng Fei" userId="d19317889db4c986" providerId="LiveId" clId="{975FEB72-416D-E449-BFB3-ADBB372E06F4}" dt="2022-12-07T14:24:49.189" v="1141" actId="478"/>
          <ac:graphicFrameMkLst>
            <pc:docMk/>
            <pc:sldMk cId="2283196572" sldId="431"/>
            <ac:graphicFrameMk id="17" creationId="{D95B190C-9A02-434F-81AA-CBCB02373B7F}"/>
          </ac:graphicFrameMkLst>
        </pc:graphicFrameChg>
        <pc:picChg chg="del">
          <ac:chgData name="Zheng Fei" userId="d19317889db4c986" providerId="LiveId" clId="{975FEB72-416D-E449-BFB3-ADBB372E06F4}" dt="2022-12-07T05:54:31.299" v="196" actId="478"/>
          <ac:picMkLst>
            <pc:docMk/>
            <pc:sldMk cId="2283196572" sldId="431"/>
            <ac:picMk id="4" creationId="{5FE5ACF9-3EA0-4BE1-B632-3488E5DB8A14}"/>
          </ac:picMkLst>
        </pc:picChg>
        <pc:picChg chg="del">
          <ac:chgData name="Zheng Fei" userId="d19317889db4c986" providerId="LiveId" clId="{975FEB72-416D-E449-BFB3-ADBB372E06F4}" dt="2022-12-07T14:18:48.858" v="1067" actId="478"/>
          <ac:picMkLst>
            <pc:docMk/>
            <pc:sldMk cId="2283196572" sldId="431"/>
            <ac:picMk id="6" creationId="{3D4BAD13-980C-B948-8D96-B1879CD9E978}"/>
          </ac:picMkLst>
        </pc:picChg>
        <pc:cxnChg chg="add mod">
          <ac:chgData name="Zheng Fei" userId="d19317889db4c986" providerId="LiveId" clId="{975FEB72-416D-E449-BFB3-ADBB372E06F4}" dt="2022-12-07T05:54:34.579" v="198"/>
          <ac:cxnSpMkLst>
            <pc:docMk/>
            <pc:sldMk cId="2283196572" sldId="431"/>
            <ac:cxnSpMk id="3" creationId="{741477DD-B3A2-3D31-14DE-2046351B3D33}"/>
          </ac:cxnSpMkLst>
        </pc:cxnChg>
      </pc:sldChg>
      <pc:sldChg chg="addSp delSp modSp mod">
        <pc:chgData name="Zheng Fei" userId="d19317889db4c986" providerId="LiveId" clId="{975FEB72-416D-E449-BFB3-ADBB372E06F4}" dt="2022-12-07T14:36:06.321" v="1373" actId="1076"/>
        <pc:sldMkLst>
          <pc:docMk/>
          <pc:sldMk cId="2623137490" sldId="432"/>
        </pc:sldMkLst>
        <pc:spChg chg="add mod">
          <ac:chgData name="Zheng Fei" userId="d19317889db4c986" providerId="LiveId" clId="{975FEB72-416D-E449-BFB3-ADBB372E06F4}" dt="2022-12-07T14:35:39.630" v="1371" actId="1076"/>
          <ac:spMkLst>
            <pc:docMk/>
            <pc:sldMk cId="2623137490" sldId="432"/>
            <ac:spMk id="2" creationId="{19990644-D00E-E72A-F877-A190DCFF42FA}"/>
          </ac:spMkLst>
        </pc:spChg>
        <pc:spChg chg="del mod">
          <ac:chgData name="Zheng Fei" userId="d19317889db4c986" providerId="LiveId" clId="{975FEB72-416D-E449-BFB3-ADBB372E06F4}" dt="2022-12-07T05:55:09.394" v="224"/>
          <ac:spMkLst>
            <pc:docMk/>
            <pc:sldMk cId="2623137490" sldId="432"/>
            <ac:spMk id="2" creationId="{83C02966-F588-45EF-840C-9F7C8CDBF82A}"/>
          </ac:spMkLst>
        </pc:spChg>
        <pc:spChg chg="add mod">
          <ac:chgData name="Zheng Fei" userId="d19317889db4c986" providerId="LiveId" clId="{975FEB72-416D-E449-BFB3-ADBB372E06F4}" dt="2022-12-07T05:55:07.827" v="222" actId="12788"/>
          <ac:spMkLst>
            <pc:docMk/>
            <pc:sldMk cId="2623137490" sldId="432"/>
            <ac:spMk id="6" creationId="{F706E461-E7EC-E8B2-EA08-FE310206A678}"/>
          </ac:spMkLst>
        </pc:spChg>
        <pc:picChg chg="del">
          <ac:chgData name="Zheng Fei" userId="d19317889db4c986" providerId="LiveId" clId="{975FEB72-416D-E449-BFB3-ADBB372E06F4}" dt="2022-12-07T14:34:57.571" v="1351" actId="478"/>
          <ac:picMkLst>
            <pc:docMk/>
            <pc:sldMk cId="2623137490" sldId="432"/>
            <ac:picMk id="3" creationId="{A991F438-5CF6-41A9-B502-90D8E2E0889E}"/>
          </ac:picMkLst>
        </pc:picChg>
        <pc:picChg chg="mod">
          <ac:chgData name="Zheng Fei" userId="d19317889db4c986" providerId="LiveId" clId="{975FEB72-416D-E449-BFB3-ADBB372E06F4}" dt="2022-12-07T14:36:06.321" v="1373" actId="1076"/>
          <ac:picMkLst>
            <pc:docMk/>
            <pc:sldMk cId="2623137490" sldId="432"/>
            <ac:picMk id="5" creationId="{4EDA5563-689D-48B3-8476-0AC324E4DDCB}"/>
          </ac:picMkLst>
        </pc:picChg>
        <pc:cxnChg chg="add mod">
          <ac:chgData name="Zheng Fei" userId="d19317889db4c986" providerId="LiveId" clId="{975FEB72-416D-E449-BFB3-ADBB372E06F4}" dt="2022-12-07T05:54:57.232" v="218"/>
          <ac:cxnSpMkLst>
            <pc:docMk/>
            <pc:sldMk cId="2623137490" sldId="432"/>
            <ac:cxnSpMk id="4" creationId="{88EEEC7D-E7C1-D1D8-3C03-EACBC1FAE92B}"/>
          </ac:cxnSpMkLst>
        </pc:cxnChg>
      </pc:sldChg>
      <pc:sldChg chg="addSp delSp modSp mod">
        <pc:chgData name="Zheng Fei" userId="d19317889db4c986" providerId="LiveId" clId="{975FEB72-416D-E449-BFB3-ADBB372E06F4}" dt="2022-12-07T14:46:02.336" v="1547" actId="1076"/>
        <pc:sldMkLst>
          <pc:docMk/>
          <pc:sldMk cId="815936616" sldId="433"/>
        </pc:sldMkLst>
        <pc:spChg chg="del mod">
          <ac:chgData name="Zheng Fei" userId="d19317889db4c986" providerId="LiveId" clId="{975FEB72-416D-E449-BFB3-ADBB372E06F4}" dt="2022-12-07T05:55:48.235" v="244" actId="478"/>
          <ac:spMkLst>
            <pc:docMk/>
            <pc:sldMk cId="815936616" sldId="433"/>
            <ac:spMk id="6" creationId="{6395D8E0-74B2-4373-B9A4-5E0EA684FD27}"/>
          </ac:spMkLst>
        </pc:spChg>
        <pc:spChg chg="add mod">
          <ac:chgData name="Zheng Fei" userId="d19317889db4c986" providerId="LiveId" clId="{975FEB72-416D-E449-BFB3-ADBB372E06F4}" dt="2022-12-07T05:55:52.238" v="248" actId="20577"/>
          <ac:spMkLst>
            <pc:docMk/>
            <pc:sldMk cId="815936616" sldId="433"/>
            <ac:spMk id="10" creationId="{E021B4CE-3C5B-FDA5-D963-C57BBC247FA5}"/>
          </ac:spMkLst>
        </pc:spChg>
        <pc:spChg chg="add mod">
          <ac:chgData name="Zheng Fei" userId="d19317889db4c986" providerId="LiveId" clId="{975FEB72-416D-E449-BFB3-ADBB372E06F4}" dt="2022-12-07T14:46:02.336" v="1547" actId="1076"/>
          <ac:spMkLst>
            <pc:docMk/>
            <pc:sldMk cId="815936616" sldId="433"/>
            <ac:spMk id="11" creationId="{49F42F79-752C-08A6-9EAA-D0FE6F697E3E}"/>
          </ac:spMkLst>
        </pc:spChg>
        <pc:grpChg chg="del">
          <ac:chgData name="Zheng Fei" userId="d19317889db4c986" providerId="LiveId" clId="{975FEB72-416D-E449-BFB3-ADBB372E06F4}" dt="2022-12-07T14:45:59.042" v="1546" actId="478"/>
          <ac:grpSpMkLst>
            <pc:docMk/>
            <pc:sldMk cId="815936616" sldId="433"/>
            <ac:grpSpMk id="9" creationId="{CB9D5FEE-0A01-4B3A-B9B1-C90F88497B96}"/>
          </ac:grpSpMkLst>
        </pc:grpChg>
        <pc:cxnChg chg="add mod">
          <ac:chgData name="Zheng Fei" userId="d19317889db4c986" providerId="LiveId" clId="{975FEB72-416D-E449-BFB3-ADBB372E06F4}" dt="2022-12-07T05:55:48.687" v="245"/>
          <ac:cxnSpMkLst>
            <pc:docMk/>
            <pc:sldMk cId="815936616" sldId="433"/>
            <ac:cxnSpMk id="2" creationId="{A4EB16D2-D391-4B43-1050-9E02C2B77B15}"/>
          </ac:cxnSpMkLst>
        </pc:cxnChg>
      </pc:sldChg>
      <pc:sldChg chg="addSp delSp modSp mod">
        <pc:chgData name="Zheng Fei" userId="d19317889db4c986" providerId="LiveId" clId="{975FEB72-416D-E449-BFB3-ADBB372E06F4}" dt="2022-12-08T12:51:48.639" v="1684" actId="1076"/>
        <pc:sldMkLst>
          <pc:docMk/>
          <pc:sldMk cId="829339852" sldId="435"/>
        </pc:sldMkLst>
        <pc:spChg chg="del mod">
          <ac:chgData name="Zheng Fei" userId="d19317889db4c986" providerId="LiveId" clId="{975FEB72-416D-E449-BFB3-ADBB372E06F4}" dt="2022-12-07T05:55:24.039" v="230" actId="478"/>
          <ac:spMkLst>
            <pc:docMk/>
            <pc:sldMk cId="829339852" sldId="435"/>
            <ac:spMk id="6" creationId="{90382EC7-F5EB-4828-9AE3-9EB95237F9A5}"/>
          </ac:spMkLst>
        </pc:spChg>
        <pc:spChg chg="add mod">
          <ac:chgData name="Zheng Fei" userId="d19317889db4c986" providerId="LiveId" clId="{975FEB72-416D-E449-BFB3-ADBB372E06F4}" dt="2022-12-07T05:55:26.795" v="232" actId="20577"/>
          <ac:spMkLst>
            <pc:docMk/>
            <pc:sldMk cId="829339852" sldId="435"/>
            <ac:spMk id="8" creationId="{1C748AEB-4D7F-3D84-024A-A9C3AB25DB88}"/>
          </ac:spMkLst>
        </pc:spChg>
        <pc:spChg chg="add mod">
          <ac:chgData name="Zheng Fei" userId="d19317889db4c986" providerId="LiveId" clId="{975FEB72-416D-E449-BFB3-ADBB372E06F4}" dt="2022-12-08T12:51:46.535" v="1683" actId="123"/>
          <ac:spMkLst>
            <pc:docMk/>
            <pc:sldMk cId="829339852" sldId="435"/>
            <ac:spMk id="9" creationId="{D8FDCFAE-5ADB-21B7-5223-61AC9F465054}"/>
          </ac:spMkLst>
        </pc:spChg>
        <pc:grpChg chg="del mod">
          <ac:chgData name="Zheng Fei" userId="d19317889db4c986" providerId="LiveId" clId="{975FEB72-416D-E449-BFB3-ADBB372E06F4}" dt="2022-12-08T12:50:26" v="1673" actId="478"/>
          <ac:grpSpMkLst>
            <pc:docMk/>
            <pc:sldMk cId="829339852" sldId="435"/>
            <ac:grpSpMk id="5" creationId="{13C3FD81-E8E4-457B-947D-F9B5EF1D7D02}"/>
          </ac:grpSpMkLst>
        </pc:grpChg>
        <pc:picChg chg="mod">
          <ac:chgData name="Zheng Fei" userId="d19317889db4c986" providerId="LiveId" clId="{975FEB72-416D-E449-BFB3-ADBB372E06F4}" dt="2022-12-08T12:51:48.639" v="1684" actId="1076"/>
          <ac:picMkLst>
            <pc:docMk/>
            <pc:sldMk cId="829339852" sldId="435"/>
            <ac:picMk id="7" creationId="{33D320E0-2173-446D-B687-BE90E23A7123}"/>
          </ac:picMkLst>
        </pc:picChg>
        <pc:cxnChg chg="add mod">
          <ac:chgData name="Zheng Fei" userId="d19317889db4c986" providerId="LiveId" clId="{975FEB72-416D-E449-BFB3-ADBB372E06F4}" dt="2022-12-07T05:55:24.510" v="231"/>
          <ac:cxnSpMkLst>
            <pc:docMk/>
            <pc:sldMk cId="829339852" sldId="435"/>
            <ac:cxnSpMk id="2" creationId="{0A016F10-9D13-1668-6029-7AFF7D64688D}"/>
          </ac:cxnSpMkLst>
        </pc:cxnChg>
      </pc:sldChg>
      <pc:sldChg chg="addSp delSp modSp mod">
        <pc:chgData name="Zheng Fei" userId="d19317889db4c986" providerId="LiveId" clId="{975FEB72-416D-E449-BFB3-ADBB372E06F4}" dt="2022-12-08T12:52:55.675" v="1686" actId="20577"/>
        <pc:sldMkLst>
          <pc:docMk/>
          <pc:sldMk cId="2171745277" sldId="440"/>
        </pc:sldMkLst>
        <pc:spChg chg="add mod">
          <ac:chgData name="Zheng Fei" userId="d19317889db4c986" providerId="LiveId" clId="{975FEB72-416D-E449-BFB3-ADBB372E06F4}" dt="2022-12-07T05:55:44.354" v="243" actId="20577"/>
          <ac:spMkLst>
            <pc:docMk/>
            <pc:sldMk cId="2171745277" sldId="440"/>
            <ac:spMk id="6" creationId="{C74023C3-06AF-F050-D961-9515F6F2CEAC}"/>
          </ac:spMkLst>
        </pc:spChg>
        <pc:spChg chg="del mod">
          <ac:chgData name="Zheng Fei" userId="d19317889db4c986" providerId="LiveId" clId="{975FEB72-416D-E449-BFB3-ADBB372E06F4}" dt="2022-12-07T05:55:41.499" v="239" actId="478"/>
          <ac:spMkLst>
            <pc:docMk/>
            <pc:sldMk cId="2171745277" sldId="440"/>
            <ac:spMk id="9" creationId="{BAE77D7E-DB1F-4F20-A33F-283C5AAB786B}"/>
          </ac:spMkLst>
        </pc:spChg>
        <pc:spChg chg="del">
          <ac:chgData name="Zheng Fei" userId="d19317889db4c986" providerId="LiveId" clId="{975FEB72-416D-E449-BFB3-ADBB372E06F4}" dt="2022-12-07T14:43:26.650" v="1447" actId="478"/>
          <ac:spMkLst>
            <pc:docMk/>
            <pc:sldMk cId="2171745277" sldId="440"/>
            <ac:spMk id="11" creationId="{286F19AF-0AC5-4D2B-B38E-90D84B07560B}"/>
          </ac:spMkLst>
        </pc:spChg>
        <pc:spChg chg="add del mod">
          <ac:chgData name="Zheng Fei" userId="d19317889db4c986" providerId="LiveId" clId="{975FEB72-416D-E449-BFB3-ADBB372E06F4}" dt="2022-12-07T14:45:11.008" v="1482"/>
          <ac:spMkLst>
            <pc:docMk/>
            <pc:sldMk cId="2171745277" sldId="440"/>
            <ac:spMk id="12" creationId="{1F94E336-D694-F19B-FAE8-F2294E8DFBB4}"/>
          </ac:spMkLst>
        </pc:spChg>
        <pc:spChg chg="add mod">
          <ac:chgData name="Zheng Fei" userId="d19317889db4c986" providerId="LiveId" clId="{975FEB72-416D-E449-BFB3-ADBB372E06F4}" dt="2022-12-08T12:52:55.675" v="1686" actId="20577"/>
          <ac:spMkLst>
            <pc:docMk/>
            <pc:sldMk cId="2171745277" sldId="440"/>
            <ac:spMk id="14" creationId="{05655BFC-FF2B-8057-E935-C776AA9D4138}"/>
          </ac:spMkLst>
        </pc:spChg>
        <pc:grpChg chg="del">
          <ac:chgData name="Zheng Fei" userId="d19317889db4c986" providerId="LiveId" clId="{975FEB72-416D-E449-BFB3-ADBB372E06F4}" dt="2022-12-07T14:44:47.829" v="1473" actId="478"/>
          <ac:grpSpMkLst>
            <pc:docMk/>
            <pc:sldMk cId="2171745277" sldId="440"/>
            <ac:grpSpMk id="2" creationId="{C987FB0B-D761-478C-B290-7CF4B667FE92}"/>
          </ac:grpSpMkLst>
        </pc:grpChg>
        <pc:picChg chg="del mod">
          <ac:chgData name="Zheng Fei" userId="d19317889db4c986" providerId="LiveId" clId="{975FEB72-416D-E449-BFB3-ADBB372E06F4}" dt="2022-12-07T14:43:50.188" v="1449" actId="478"/>
          <ac:picMkLst>
            <pc:docMk/>
            <pc:sldMk cId="2171745277" sldId="440"/>
            <ac:picMk id="4" creationId="{B8E63C36-BF83-4A0E-9D6C-14D2CD3DC9F3}"/>
          </ac:picMkLst>
        </pc:picChg>
        <pc:picChg chg="mod">
          <ac:chgData name="Zheng Fei" userId="d19317889db4c986" providerId="LiveId" clId="{975FEB72-416D-E449-BFB3-ADBB372E06F4}" dt="2022-12-07T14:43:05.996" v="1445" actId="1076"/>
          <ac:picMkLst>
            <pc:docMk/>
            <pc:sldMk cId="2171745277" sldId="440"/>
            <ac:picMk id="7" creationId="{F4412A78-9231-451A-9E51-123F51D10284}"/>
          </ac:picMkLst>
        </pc:picChg>
        <pc:cxnChg chg="add mod">
          <ac:chgData name="Zheng Fei" userId="d19317889db4c986" providerId="LiveId" clId="{975FEB72-416D-E449-BFB3-ADBB372E06F4}" dt="2022-12-07T05:55:41.955" v="240"/>
          <ac:cxnSpMkLst>
            <pc:docMk/>
            <pc:sldMk cId="2171745277" sldId="440"/>
            <ac:cxnSpMk id="5" creationId="{BC0159A4-473C-4396-7085-8B114392DB1B}"/>
          </ac:cxnSpMkLst>
        </pc:cxnChg>
      </pc:sldChg>
      <pc:sldChg chg="addSp delSp modSp mod">
        <pc:chgData name="Zheng Fei" userId="d19317889db4c986" providerId="LiveId" clId="{975FEB72-416D-E449-BFB3-ADBB372E06F4}" dt="2022-12-07T14:42:43.296" v="1444"/>
        <pc:sldMkLst>
          <pc:docMk/>
          <pc:sldMk cId="3621793630" sldId="441"/>
        </pc:sldMkLst>
        <pc:spChg chg="mod">
          <ac:chgData name="Zheng Fei" userId="d19317889db4c986" providerId="LiveId" clId="{975FEB72-416D-E449-BFB3-ADBB372E06F4}" dt="2022-12-07T14:42:43.296" v="1444"/>
          <ac:spMkLst>
            <pc:docMk/>
            <pc:sldMk cId="3621793630" sldId="441"/>
            <ac:spMk id="2" creationId="{0A5EFA2B-AB6B-41DA-87BD-74E04D9298F3}"/>
          </ac:spMkLst>
        </pc:spChg>
        <pc:spChg chg="del mod">
          <ac:chgData name="Zheng Fei" userId="d19317889db4c986" providerId="LiveId" clId="{975FEB72-416D-E449-BFB3-ADBB372E06F4}" dt="2022-12-07T05:55:35.832" v="236" actId="478"/>
          <ac:spMkLst>
            <pc:docMk/>
            <pc:sldMk cId="3621793630" sldId="441"/>
            <ac:spMk id="3" creationId="{60334145-7F5F-4872-945F-39A7C54C6F6D}"/>
          </ac:spMkLst>
        </pc:spChg>
        <pc:spChg chg="add mod">
          <ac:chgData name="Zheng Fei" userId="d19317889db4c986" providerId="LiveId" clId="{975FEB72-416D-E449-BFB3-ADBB372E06F4}" dt="2022-12-07T05:55:38.178" v="238" actId="20577"/>
          <ac:spMkLst>
            <pc:docMk/>
            <pc:sldMk cId="3621793630" sldId="441"/>
            <ac:spMk id="5" creationId="{7355A31E-FEC3-1329-F8E4-4E4A916596C3}"/>
          </ac:spMkLst>
        </pc:spChg>
        <pc:cxnChg chg="add mod">
          <ac:chgData name="Zheng Fei" userId="d19317889db4c986" providerId="LiveId" clId="{975FEB72-416D-E449-BFB3-ADBB372E06F4}" dt="2022-12-07T05:55:36.262" v="237"/>
          <ac:cxnSpMkLst>
            <pc:docMk/>
            <pc:sldMk cId="3621793630" sldId="441"/>
            <ac:cxnSpMk id="4" creationId="{0CF28374-222A-C1C7-E75D-3EA3AA98BA34}"/>
          </ac:cxnSpMkLst>
        </pc:cxnChg>
      </pc:sldChg>
      <pc:sldChg chg="addSp delSp modSp mod">
        <pc:chgData name="Zheng Fei" userId="d19317889db4c986" providerId="LiveId" clId="{975FEB72-416D-E449-BFB3-ADBB372E06F4}" dt="2022-12-07T14:49:30.529" v="1584" actId="1076"/>
        <pc:sldMkLst>
          <pc:docMk/>
          <pc:sldMk cId="3802030879" sldId="442"/>
        </pc:sldMkLst>
        <pc:spChg chg="add del">
          <ac:chgData name="Zheng Fei" userId="d19317889db4c986" providerId="LiveId" clId="{975FEB72-416D-E449-BFB3-ADBB372E06F4}" dt="2022-12-07T14:49:22.286" v="1583" actId="478"/>
          <ac:spMkLst>
            <pc:docMk/>
            <pc:sldMk cId="3802030879" sldId="442"/>
            <ac:spMk id="6" creationId="{21314F72-8D2A-6958-84D5-B372CEF3BF1A}"/>
          </ac:spMkLst>
        </pc:spChg>
        <pc:spChg chg="add mod">
          <ac:chgData name="Zheng Fei" userId="d19317889db4c986" providerId="LiveId" clId="{975FEB72-416D-E449-BFB3-ADBB372E06F4}" dt="2022-12-07T05:57:50.111" v="299"/>
          <ac:spMkLst>
            <pc:docMk/>
            <pc:sldMk cId="3802030879" sldId="442"/>
            <ac:spMk id="8" creationId="{A0F5CC5C-B13C-B773-2833-FCBBA2953328}"/>
          </ac:spMkLst>
        </pc:spChg>
        <pc:picChg chg="del">
          <ac:chgData name="Zheng Fei" userId="d19317889db4c986" providerId="LiveId" clId="{975FEB72-416D-E449-BFB3-ADBB372E06F4}" dt="2022-12-07T05:57:42.678" v="295" actId="478"/>
          <ac:picMkLst>
            <pc:docMk/>
            <pc:sldMk cId="3802030879" sldId="442"/>
            <ac:picMk id="3" creationId="{CCE1AD29-6971-4B37-A452-9B6AB465F5B4}"/>
          </ac:picMkLst>
        </pc:picChg>
        <pc:picChg chg="del">
          <ac:chgData name="Zheng Fei" userId="d19317889db4c986" providerId="LiveId" clId="{975FEB72-416D-E449-BFB3-ADBB372E06F4}" dt="2022-12-07T05:57:40.567" v="294" actId="478"/>
          <ac:picMkLst>
            <pc:docMk/>
            <pc:sldMk cId="3802030879" sldId="442"/>
            <ac:picMk id="4" creationId="{691A4B0F-BFB5-4403-94B8-70C57FFEDBEE}"/>
          </ac:picMkLst>
        </pc:picChg>
        <pc:picChg chg="mod">
          <ac:chgData name="Zheng Fei" userId="d19317889db4c986" providerId="LiveId" clId="{975FEB72-416D-E449-BFB3-ADBB372E06F4}" dt="2022-12-07T14:49:30.529" v="1584" actId="1076"/>
          <ac:picMkLst>
            <pc:docMk/>
            <pc:sldMk cId="3802030879" sldId="442"/>
            <ac:picMk id="5" creationId="{C79E47A9-1B09-4ABE-8996-070E150132EE}"/>
          </ac:picMkLst>
        </pc:picChg>
        <pc:cxnChg chg="add mod">
          <ac:chgData name="Zheng Fei" userId="d19317889db4c986" providerId="LiveId" clId="{975FEB72-416D-E449-BFB3-ADBB372E06F4}" dt="2022-12-07T05:57:50.111" v="299"/>
          <ac:cxnSpMkLst>
            <pc:docMk/>
            <pc:sldMk cId="3802030879" sldId="442"/>
            <ac:cxnSpMk id="7" creationId="{3EDFA75D-F7D4-3EEE-ED22-1E43897D106A}"/>
          </ac:cxnSpMkLst>
        </pc:cxnChg>
      </pc:sldChg>
      <pc:sldChg chg="addSp delSp modSp mod">
        <pc:chgData name="Zheng Fei" userId="d19317889db4c986" providerId="LiveId" clId="{975FEB72-416D-E449-BFB3-ADBB372E06F4}" dt="2022-12-07T05:57:43.210" v="297"/>
        <pc:sldMkLst>
          <pc:docMk/>
          <pc:sldMk cId="2507984467" sldId="443"/>
        </pc:sldMkLst>
        <pc:spChg chg="del mod">
          <ac:chgData name="Zheng Fei" userId="d19317889db4c986" providerId="LiveId" clId="{975FEB72-416D-E449-BFB3-ADBB372E06F4}" dt="2022-12-07T05:57:43.210" v="297"/>
          <ac:spMkLst>
            <pc:docMk/>
            <pc:sldMk cId="2507984467" sldId="443"/>
            <ac:spMk id="2" creationId="{EA74EBED-2EE2-4E33-B4F5-47356DD90FC1}"/>
          </ac:spMkLst>
        </pc:spChg>
        <pc:spChg chg="add mod">
          <ac:chgData name="Zheng Fei" userId="d19317889db4c986" providerId="LiveId" clId="{975FEB72-416D-E449-BFB3-ADBB372E06F4}" dt="2022-12-07T05:57:37.391" v="293" actId="12788"/>
          <ac:spMkLst>
            <pc:docMk/>
            <pc:sldMk cId="2507984467" sldId="443"/>
            <ac:spMk id="5" creationId="{86B00BAC-21A1-8075-6D6F-3DC0C6DE1D02}"/>
          </ac:spMkLst>
        </pc:spChg>
        <pc:picChg chg="del">
          <ac:chgData name="Zheng Fei" userId="d19317889db4c986" providerId="LiveId" clId="{975FEB72-416D-E449-BFB3-ADBB372E06F4}" dt="2022-12-07T05:57:27.964" v="288" actId="478"/>
          <ac:picMkLst>
            <pc:docMk/>
            <pc:sldMk cId="2507984467" sldId="443"/>
            <ac:picMk id="4" creationId="{691A4B0F-BFB5-4403-94B8-70C57FFEDBEE}"/>
          </ac:picMkLst>
        </pc:picChg>
        <pc:cxnChg chg="add mod">
          <ac:chgData name="Zheng Fei" userId="d19317889db4c986" providerId="LiveId" clId="{975FEB72-416D-E449-BFB3-ADBB372E06F4}" dt="2022-12-07T05:57:28.603" v="289"/>
          <ac:cxnSpMkLst>
            <pc:docMk/>
            <pc:sldMk cId="2507984467" sldId="443"/>
            <ac:cxnSpMk id="3" creationId="{70CDBCA3-58BD-5801-D840-D8E667BE8F2A}"/>
          </ac:cxnSpMkLst>
        </pc:cxnChg>
      </pc:sldChg>
      <pc:sldChg chg="addSp delSp modSp mod">
        <pc:chgData name="Zheng Fei" userId="d19317889db4c986" providerId="LiveId" clId="{975FEB72-416D-E449-BFB3-ADBB372E06F4}" dt="2022-12-08T13:02:53.978" v="1789" actId="1076"/>
        <pc:sldMkLst>
          <pc:docMk/>
          <pc:sldMk cId="4044105362" sldId="444"/>
        </pc:sldMkLst>
        <pc:spChg chg="mod">
          <ac:chgData name="Zheng Fei" userId="d19317889db4c986" providerId="LiveId" clId="{975FEB72-416D-E449-BFB3-ADBB372E06F4}" dt="2022-12-08T13:02:53.978" v="1789" actId="1076"/>
          <ac:spMkLst>
            <pc:docMk/>
            <pc:sldMk cId="4044105362" sldId="444"/>
            <ac:spMk id="6" creationId="{C0FAEE65-7F0D-433C-9242-53B6516C2D56}"/>
          </ac:spMkLst>
        </pc:spChg>
        <pc:spChg chg="add mod">
          <ac:chgData name="Zheng Fei" userId="d19317889db4c986" providerId="LiveId" clId="{975FEB72-416D-E449-BFB3-ADBB372E06F4}" dt="2022-12-07T05:58:18.901" v="320"/>
          <ac:spMkLst>
            <pc:docMk/>
            <pc:sldMk cId="4044105362" sldId="444"/>
            <ac:spMk id="7" creationId="{D449D8F6-43A7-7CF8-2CEF-376305CFAC72}"/>
          </ac:spMkLst>
        </pc:spChg>
        <pc:picChg chg="del">
          <ac:chgData name="Zheng Fei" userId="d19317889db4c986" providerId="LiveId" clId="{975FEB72-416D-E449-BFB3-ADBB372E06F4}" dt="2022-12-07T05:58:18.409" v="319" actId="478"/>
          <ac:picMkLst>
            <pc:docMk/>
            <pc:sldMk cId="4044105362" sldId="444"/>
            <ac:picMk id="3" creationId="{5E0A42B5-5E4C-4C59-8D04-E3A7E47B7CD1}"/>
          </ac:picMkLst>
        </pc:picChg>
        <pc:picChg chg="del mod">
          <ac:chgData name="Zheng Fei" userId="d19317889db4c986" providerId="LiveId" clId="{975FEB72-416D-E449-BFB3-ADBB372E06F4}" dt="2022-12-07T05:58:16.740" v="318" actId="478"/>
          <ac:picMkLst>
            <pc:docMk/>
            <pc:sldMk cId="4044105362" sldId="444"/>
            <ac:picMk id="4" creationId="{E39A9E70-A41A-4297-9DF1-746878F568F1}"/>
          </ac:picMkLst>
        </pc:picChg>
        <pc:picChg chg="mod">
          <ac:chgData name="Zheng Fei" userId="d19317889db4c986" providerId="LiveId" clId="{975FEB72-416D-E449-BFB3-ADBB372E06F4}" dt="2022-12-08T13:02:43.007" v="1787" actId="1076"/>
          <ac:picMkLst>
            <pc:docMk/>
            <pc:sldMk cId="4044105362" sldId="444"/>
            <ac:picMk id="5" creationId="{F35C1248-3F4D-4DB4-A266-0F919B71DFA1}"/>
          </ac:picMkLst>
        </pc:picChg>
        <pc:cxnChg chg="add mod">
          <ac:chgData name="Zheng Fei" userId="d19317889db4c986" providerId="LiveId" clId="{975FEB72-416D-E449-BFB3-ADBB372E06F4}" dt="2022-12-07T05:58:18.901" v="320"/>
          <ac:cxnSpMkLst>
            <pc:docMk/>
            <pc:sldMk cId="4044105362" sldId="444"/>
            <ac:cxnSpMk id="2" creationId="{95E33F6A-D2BE-7F67-D009-5E66D2F18F9A}"/>
          </ac:cxnSpMkLst>
        </pc:cxnChg>
      </pc:sldChg>
      <pc:sldChg chg="addSp delSp modSp mod modTransition">
        <pc:chgData name="Zheng Fei" userId="d19317889db4c986" providerId="LiveId" clId="{975FEB72-416D-E449-BFB3-ADBB372E06F4}" dt="2022-12-08T12:53:39.514" v="1688"/>
        <pc:sldMkLst>
          <pc:docMk/>
          <pc:sldMk cId="4198043349" sldId="445"/>
        </pc:sldMkLst>
        <pc:spChg chg="mod">
          <ac:chgData name="Zheng Fei" userId="d19317889db4c986" providerId="LiveId" clId="{975FEB72-416D-E449-BFB3-ADBB372E06F4}" dt="2022-12-08T12:53:39.514" v="1688"/>
          <ac:spMkLst>
            <pc:docMk/>
            <pc:sldMk cId="4198043349" sldId="445"/>
            <ac:spMk id="3" creationId="{5DFEA44D-0B03-45F7-9229-7CF53DED6ED7}"/>
          </ac:spMkLst>
        </pc:spChg>
        <pc:spChg chg="mod">
          <ac:chgData name="Zheng Fei" userId="d19317889db4c986" providerId="LiveId" clId="{975FEB72-416D-E449-BFB3-ADBB372E06F4}" dt="2022-12-07T14:50:52.881" v="1603" actId="1076"/>
          <ac:spMkLst>
            <pc:docMk/>
            <pc:sldMk cId="4198043349" sldId="445"/>
            <ac:spMk id="4" creationId="{9E04F7A6-D891-4CE2-88B3-D196E6622966}"/>
          </ac:spMkLst>
        </pc:spChg>
        <pc:spChg chg="mod">
          <ac:chgData name="Zheng Fei" userId="d19317889db4c986" providerId="LiveId" clId="{975FEB72-416D-E449-BFB3-ADBB372E06F4}" dt="2022-12-07T14:50:52.881" v="1603" actId="1076"/>
          <ac:spMkLst>
            <pc:docMk/>
            <pc:sldMk cId="4198043349" sldId="445"/>
            <ac:spMk id="5" creationId="{E1E28D61-F3A6-488D-8E8D-8628F93D76A8}"/>
          </ac:spMkLst>
        </pc:spChg>
        <pc:spChg chg="mod">
          <ac:chgData name="Zheng Fei" userId="d19317889db4c986" providerId="LiveId" clId="{975FEB72-416D-E449-BFB3-ADBB372E06F4}" dt="2022-12-07T14:50:52.881" v="1603" actId="1076"/>
          <ac:spMkLst>
            <pc:docMk/>
            <pc:sldMk cId="4198043349" sldId="445"/>
            <ac:spMk id="6" creationId="{9DC95875-3DA0-40FD-AAA0-8D8660A0210C}"/>
          </ac:spMkLst>
        </pc:spChg>
        <pc:spChg chg="mod">
          <ac:chgData name="Zheng Fei" userId="d19317889db4c986" providerId="LiveId" clId="{975FEB72-416D-E449-BFB3-ADBB372E06F4}" dt="2022-12-07T14:50:52.881" v="1603" actId="1076"/>
          <ac:spMkLst>
            <pc:docMk/>
            <pc:sldMk cId="4198043349" sldId="445"/>
            <ac:spMk id="7" creationId="{09FAD058-C5C9-4ECC-849E-5E5391904D2A}"/>
          </ac:spMkLst>
        </pc:spChg>
        <pc:spChg chg="mod">
          <ac:chgData name="Zheng Fei" userId="d19317889db4c986" providerId="LiveId" clId="{975FEB72-416D-E449-BFB3-ADBB372E06F4}" dt="2022-12-07T14:50:52.881" v="1603" actId="1076"/>
          <ac:spMkLst>
            <pc:docMk/>
            <pc:sldMk cId="4198043349" sldId="445"/>
            <ac:spMk id="8" creationId="{AED0E9DE-6946-459B-9002-9B2E32C29622}"/>
          </ac:spMkLst>
        </pc:spChg>
        <pc:spChg chg="add mod">
          <ac:chgData name="Zheng Fei" userId="d19317889db4c986" providerId="LiveId" clId="{975FEB72-416D-E449-BFB3-ADBB372E06F4}" dt="2022-12-07T05:57:02.849" v="278" actId="12788"/>
          <ac:spMkLst>
            <pc:docMk/>
            <pc:sldMk cId="4198043349" sldId="445"/>
            <ac:spMk id="14" creationId="{AF500F2B-96D0-9C43-D352-62074BA06E8F}"/>
          </ac:spMkLst>
        </pc:spChg>
        <pc:spChg chg="mod">
          <ac:chgData name="Zheng Fei" userId="d19317889db4c986" providerId="LiveId" clId="{975FEB72-416D-E449-BFB3-ADBB372E06F4}" dt="2022-12-07T14:50:43.887" v="1600" actId="255"/>
          <ac:spMkLst>
            <pc:docMk/>
            <pc:sldMk cId="4198043349" sldId="445"/>
            <ac:spMk id="25" creationId="{3968B10E-43B5-453B-844F-15BE4AD849F0}"/>
          </ac:spMkLst>
        </pc:spChg>
        <pc:picChg chg="del">
          <ac:chgData name="Zheng Fei" userId="d19317889db4c986" providerId="LiveId" clId="{975FEB72-416D-E449-BFB3-ADBB372E06F4}" dt="2022-12-07T05:55:56.121" v="249" actId="478"/>
          <ac:picMkLst>
            <pc:docMk/>
            <pc:sldMk cId="4198043349" sldId="445"/>
            <ac:picMk id="2" creationId="{71D30B16-6BED-47F6-AFF5-674DB6B728EA}"/>
          </ac:picMkLst>
        </pc:picChg>
        <pc:cxnChg chg="add mod">
          <ac:chgData name="Zheng Fei" userId="d19317889db4c986" providerId="LiveId" clId="{975FEB72-416D-E449-BFB3-ADBB372E06F4}" dt="2022-12-07T05:55:56.666" v="250"/>
          <ac:cxnSpMkLst>
            <pc:docMk/>
            <pc:sldMk cId="4198043349" sldId="445"/>
            <ac:cxnSpMk id="9" creationId="{A13D3369-3DD1-2AC5-88C0-88CE2124D3B4}"/>
          </ac:cxnSpMkLst>
        </pc:cxnChg>
        <pc:cxnChg chg="mod">
          <ac:chgData name="Zheng Fei" userId="d19317889db4c986" providerId="LiveId" clId="{975FEB72-416D-E449-BFB3-ADBB372E06F4}" dt="2022-12-07T14:50:52.881" v="1603" actId="1076"/>
          <ac:cxnSpMkLst>
            <pc:docMk/>
            <pc:sldMk cId="4198043349" sldId="445"/>
            <ac:cxnSpMk id="10" creationId="{91F2747B-28FB-49D6-9108-FC1901F837D7}"/>
          </ac:cxnSpMkLst>
        </pc:cxnChg>
        <pc:cxnChg chg="mod">
          <ac:chgData name="Zheng Fei" userId="d19317889db4c986" providerId="LiveId" clId="{975FEB72-416D-E449-BFB3-ADBB372E06F4}" dt="2022-12-07T14:50:52.881" v="1603" actId="1076"/>
          <ac:cxnSpMkLst>
            <pc:docMk/>
            <pc:sldMk cId="4198043349" sldId="445"/>
            <ac:cxnSpMk id="11" creationId="{9DA24020-11E1-4628-BB63-4634536BB6C5}"/>
          </ac:cxnSpMkLst>
        </pc:cxnChg>
        <pc:cxnChg chg="mod">
          <ac:chgData name="Zheng Fei" userId="d19317889db4c986" providerId="LiveId" clId="{975FEB72-416D-E449-BFB3-ADBB372E06F4}" dt="2022-12-07T14:50:52.881" v="1603" actId="1076"/>
          <ac:cxnSpMkLst>
            <pc:docMk/>
            <pc:sldMk cId="4198043349" sldId="445"/>
            <ac:cxnSpMk id="12" creationId="{5DFC4829-73E7-49CA-BC6A-8FB528262CB5}"/>
          </ac:cxnSpMkLst>
        </pc:cxnChg>
        <pc:cxnChg chg="mod">
          <ac:chgData name="Zheng Fei" userId="d19317889db4c986" providerId="LiveId" clId="{975FEB72-416D-E449-BFB3-ADBB372E06F4}" dt="2022-12-07T14:50:52.881" v="1603" actId="1076"/>
          <ac:cxnSpMkLst>
            <pc:docMk/>
            <pc:sldMk cId="4198043349" sldId="445"/>
            <ac:cxnSpMk id="13" creationId="{01AE16B7-9B63-424B-9165-919543FC6B0C}"/>
          </ac:cxnSpMkLst>
        </pc:cxnChg>
        <pc:cxnChg chg="mod">
          <ac:chgData name="Zheng Fei" userId="d19317889db4c986" providerId="LiveId" clId="{975FEB72-416D-E449-BFB3-ADBB372E06F4}" dt="2022-12-07T14:50:52.881" v="1603" actId="1076"/>
          <ac:cxnSpMkLst>
            <pc:docMk/>
            <pc:sldMk cId="4198043349" sldId="445"/>
            <ac:cxnSpMk id="15" creationId="{14238A3F-5485-45DB-999B-BF82F570A1F5}"/>
          </ac:cxnSpMkLst>
        </pc:cxnChg>
        <pc:cxnChg chg="mod">
          <ac:chgData name="Zheng Fei" userId="d19317889db4c986" providerId="LiveId" clId="{975FEB72-416D-E449-BFB3-ADBB372E06F4}" dt="2022-12-07T14:50:52.881" v="1603" actId="1076"/>
          <ac:cxnSpMkLst>
            <pc:docMk/>
            <pc:sldMk cId="4198043349" sldId="445"/>
            <ac:cxnSpMk id="21" creationId="{34FB0F8E-AAB8-4756-8535-7101F8C526EF}"/>
          </ac:cxnSpMkLst>
        </pc:cxnChg>
        <pc:cxnChg chg="mod">
          <ac:chgData name="Zheng Fei" userId="d19317889db4c986" providerId="LiveId" clId="{975FEB72-416D-E449-BFB3-ADBB372E06F4}" dt="2022-12-07T14:50:52.881" v="1603" actId="1076"/>
          <ac:cxnSpMkLst>
            <pc:docMk/>
            <pc:sldMk cId="4198043349" sldId="445"/>
            <ac:cxnSpMk id="23" creationId="{FFBABD92-CA35-4985-8AE1-12D07F1C28AB}"/>
          </ac:cxnSpMkLst>
        </pc:cxnChg>
        <pc:cxnChg chg="mod">
          <ac:chgData name="Zheng Fei" userId="d19317889db4c986" providerId="LiveId" clId="{975FEB72-416D-E449-BFB3-ADBB372E06F4}" dt="2022-12-07T14:50:52.881" v="1603" actId="1076"/>
          <ac:cxnSpMkLst>
            <pc:docMk/>
            <pc:sldMk cId="4198043349" sldId="445"/>
            <ac:cxnSpMk id="29" creationId="{E82147D0-58EE-4CFE-B948-D03BB28BCFFC}"/>
          </ac:cxnSpMkLst>
        </pc:cxnChg>
        <pc:cxnChg chg="mod">
          <ac:chgData name="Zheng Fei" userId="d19317889db4c986" providerId="LiveId" clId="{975FEB72-416D-E449-BFB3-ADBB372E06F4}" dt="2022-12-07T14:50:52.881" v="1603" actId="1076"/>
          <ac:cxnSpMkLst>
            <pc:docMk/>
            <pc:sldMk cId="4198043349" sldId="445"/>
            <ac:cxnSpMk id="31" creationId="{E00D9122-5532-4001-A2F0-5BB20F4B450F}"/>
          </ac:cxnSpMkLst>
        </pc:cxnChg>
      </pc:sldChg>
      <pc:sldChg chg="addSp delSp modSp mod">
        <pc:chgData name="Zheng Fei" userId="d19317889db4c986" providerId="LiveId" clId="{975FEB72-416D-E449-BFB3-ADBB372E06F4}" dt="2022-12-08T13:02:05.978" v="1786" actId="403"/>
        <pc:sldMkLst>
          <pc:docMk/>
          <pc:sldMk cId="205474179" sldId="446"/>
        </pc:sldMkLst>
        <pc:spChg chg="add del mod">
          <ac:chgData name="Zheng Fei" userId="d19317889db4c986" providerId="LiveId" clId="{975FEB72-416D-E449-BFB3-ADBB372E06F4}" dt="2022-12-08T13:02:05.978" v="1786" actId="403"/>
          <ac:spMkLst>
            <pc:docMk/>
            <pc:sldMk cId="205474179" sldId="446"/>
            <ac:spMk id="2" creationId="{8CE99B8C-26E3-81B4-65A6-E2F58F0B3480}"/>
          </ac:spMkLst>
        </pc:spChg>
        <pc:spChg chg="add mod">
          <ac:chgData name="Zheng Fei" userId="d19317889db4c986" providerId="LiveId" clId="{975FEB72-416D-E449-BFB3-ADBB372E06F4}" dt="2022-12-07T05:57:25.144" v="287"/>
          <ac:spMkLst>
            <pc:docMk/>
            <pc:sldMk cId="205474179" sldId="446"/>
            <ac:spMk id="4" creationId="{E7634FD7-1342-2367-07DE-8EDACC8158C5}"/>
          </ac:spMkLst>
        </pc:spChg>
        <pc:spChg chg="mod">
          <ac:chgData name="Zheng Fei" userId="d19317889db4c986" providerId="LiveId" clId="{975FEB72-416D-E449-BFB3-ADBB372E06F4}" dt="2022-12-08T13:02:04.503" v="1779" actId="14100"/>
          <ac:spMkLst>
            <pc:docMk/>
            <pc:sldMk cId="205474179" sldId="446"/>
            <ac:spMk id="9" creationId="{C1FC3D62-9A49-40ED-BCEA-F52CAEF550A9}"/>
          </ac:spMkLst>
        </pc:spChg>
        <pc:spChg chg="mod">
          <ac:chgData name="Zheng Fei" userId="d19317889db4c986" providerId="LiveId" clId="{975FEB72-416D-E449-BFB3-ADBB372E06F4}" dt="2022-12-08T13:02:04.679" v="1780" actId="14100"/>
          <ac:spMkLst>
            <pc:docMk/>
            <pc:sldMk cId="205474179" sldId="446"/>
            <ac:spMk id="10" creationId="{FBB5B7BC-3AAC-40CB-A044-F6695F288ECC}"/>
          </ac:spMkLst>
        </pc:spChg>
        <pc:spChg chg="add del">
          <ac:chgData name="Zheng Fei" userId="d19317889db4c986" providerId="LiveId" clId="{975FEB72-416D-E449-BFB3-ADBB372E06F4}" dt="2022-12-08T13:02:05.265" v="1783" actId="478"/>
          <ac:spMkLst>
            <pc:docMk/>
            <pc:sldMk cId="205474179" sldId="446"/>
            <ac:spMk id="11" creationId="{BEF33B0E-22D2-4D6E-B4BD-A2C8562A7019}"/>
          </ac:spMkLst>
        </pc:spChg>
        <pc:spChg chg="mod">
          <ac:chgData name="Zheng Fei" userId="d19317889db4c986" providerId="LiveId" clId="{975FEB72-416D-E449-BFB3-ADBB372E06F4}" dt="2022-12-08T13:02:03.535" v="1773" actId="14100"/>
          <ac:spMkLst>
            <pc:docMk/>
            <pc:sldMk cId="205474179" sldId="446"/>
            <ac:spMk id="15" creationId="{4E933C11-BD81-49E7-950F-E1C8AECDFA8E}"/>
          </ac:spMkLst>
        </pc:spChg>
        <pc:spChg chg="add del">
          <ac:chgData name="Zheng Fei" userId="d19317889db4c986" providerId="LiveId" clId="{975FEB72-416D-E449-BFB3-ADBB372E06F4}" dt="2022-12-08T13:02:05.028" v="1782" actId="478"/>
          <ac:spMkLst>
            <pc:docMk/>
            <pc:sldMk cId="205474179" sldId="446"/>
            <ac:spMk id="16" creationId="{C7F86A5C-2031-459F-8149-2FB1A2038EE9}"/>
          </ac:spMkLst>
        </pc:spChg>
        <pc:spChg chg="mod">
          <ac:chgData name="Zheng Fei" userId="d19317889db4c986" providerId="LiveId" clId="{975FEB72-416D-E449-BFB3-ADBB372E06F4}" dt="2022-12-08T13:02:03.715" v="1774" actId="14100"/>
          <ac:spMkLst>
            <pc:docMk/>
            <pc:sldMk cId="205474179" sldId="446"/>
            <ac:spMk id="17" creationId="{438F5D9C-FCDC-4A34-A6E0-A0B1DC102547}"/>
          </ac:spMkLst>
        </pc:spChg>
        <pc:graphicFrameChg chg="add del">
          <ac:chgData name="Zheng Fei" userId="d19317889db4c986" providerId="LiveId" clId="{975FEB72-416D-E449-BFB3-ADBB372E06F4}" dt="2022-12-08T13:02:05.397" v="1784" actId="478"/>
          <ac:graphicFrameMkLst>
            <pc:docMk/>
            <pc:sldMk cId="205474179" sldId="446"/>
            <ac:graphicFrameMk id="7" creationId="{510AA31D-9CF6-453F-8970-250B44DDD0EA}"/>
          </ac:graphicFrameMkLst>
        </pc:graphicFrameChg>
        <pc:graphicFrameChg chg="del">
          <ac:chgData name="Zheng Fei" userId="d19317889db4c986" providerId="LiveId" clId="{975FEB72-416D-E449-BFB3-ADBB372E06F4}" dt="2022-12-08T13:00:43.289" v="1718" actId="478"/>
          <ac:graphicFrameMkLst>
            <pc:docMk/>
            <pc:sldMk cId="205474179" sldId="446"/>
            <ac:graphicFrameMk id="8" creationId="{6223A4FD-E761-415D-98A8-774F2F11D287}"/>
          </ac:graphicFrameMkLst>
        </pc:graphicFrameChg>
        <pc:graphicFrameChg chg="mod">
          <ac:chgData name="Zheng Fei" userId="d19317889db4c986" providerId="LiveId" clId="{975FEB72-416D-E449-BFB3-ADBB372E06F4}" dt="2022-12-08T13:02:03.177" v="1771" actId="1036"/>
          <ac:graphicFrameMkLst>
            <pc:docMk/>
            <pc:sldMk cId="205474179" sldId="446"/>
            <ac:graphicFrameMk id="12" creationId="{C071D15A-25FE-4DF4-8E64-482D33C38390}"/>
          </ac:graphicFrameMkLst>
        </pc:graphicFrameChg>
        <pc:graphicFrameChg chg="mod">
          <ac:chgData name="Zheng Fei" userId="d19317889db4c986" providerId="LiveId" clId="{975FEB72-416D-E449-BFB3-ADBB372E06F4}" dt="2022-12-08T13:02:02.604" v="1769" actId="1076"/>
          <ac:graphicFrameMkLst>
            <pc:docMk/>
            <pc:sldMk cId="205474179" sldId="446"/>
            <ac:graphicFrameMk id="13" creationId="{B7044ABC-9BA9-4292-8373-230C542EAA0E}"/>
          </ac:graphicFrameMkLst>
        </pc:graphicFrameChg>
        <pc:graphicFrameChg chg="add del">
          <ac:chgData name="Zheng Fei" userId="d19317889db4c986" providerId="LiveId" clId="{975FEB72-416D-E449-BFB3-ADBB372E06F4}" dt="2022-12-08T13:02:05.591" v="1785" actId="478"/>
          <ac:graphicFrameMkLst>
            <pc:docMk/>
            <pc:sldMk cId="205474179" sldId="446"/>
            <ac:graphicFrameMk id="14" creationId="{84E5AC5F-8849-4244-BE97-2B47329E7A96}"/>
          </ac:graphicFrameMkLst>
        </pc:graphicFrameChg>
        <pc:graphicFrameChg chg="mod">
          <ac:chgData name="Zheng Fei" userId="d19317889db4c986" providerId="LiveId" clId="{975FEB72-416D-E449-BFB3-ADBB372E06F4}" dt="2022-12-08T13:02:04.341" v="1778"/>
          <ac:graphicFrameMkLst>
            <pc:docMk/>
            <pc:sldMk cId="205474179" sldId="446"/>
            <ac:graphicFrameMk id="18" creationId="{F1701F36-33F6-4536-A73D-A21ADCD0BAD2}"/>
          </ac:graphicFrameMkLst>
        </pc:graphicFrameChg>
        <pc:picChg chg="del">
          <ac:chgData name="Zheng Fei" userId="d19317889db4c986" providerId="LiveId" clId="{975FEB72-416D-E449-BFB3-ADBB372E06F4}" dt="2022-12-07T05:57:24.727" v="286" actId="478"/>
          <ac:picMkLst>
            <pc:docMk/>
            <pc:sldMk cId="205474179" sldId="446"/>
            <ac:picMk id="2" creationId="{E8E1562F-7B07-4BD8-9848-AF0DA2DD249E}"/>
          </ac:picMkLst>
        </pc:picChg>
        <pc:cxnChg chg="add mod">
          <ac:chgData name="Zheng Fei" userId="d19317889db4c986" providerId="LiveId" clId="{975FEB72-416D-E449-BFB3-ADBB372E06F4}" dt="2022-12-07T05:57:25.144" v="287"/>
          <ac:cxnSpMkLst>
            <pc:docMk/>
            <pc:sldMk cId="205474179" sldId="446"/>
            <ac:cxnSpMk id="3" creationId="{9B0CF408-D239-6F06-9EDE-2BD537E25507}"/>
          </ac:cxnSpMkLst>
        </pc:cxnChg>
      </pc:sldChg>
      <pc:sldChg chg="addSp delSp modSp mod">
        <pc:chgData name="Zheng Fei" userId="d19317889db4c986" providerId="LiveId" clId="{975FEB72-416D-E449-BFB3-ADBB372E06F4}" dt="2022-12-07T14:50:34.047" v="1599" actId="255"/>
        <pc:sldMkLst>
          <pc:docMk/>
          <pc:sldMk cId="283994713" sldId="447"/>
        </pc:sldMkLst>
        <pc:spChg chg="mod">
          <ac:chgData name="Zheng Fei" userId="d19317889db4c986" providerId="LiveId" clId="{975FEB72-416D-E449-BFB3-ADBB372E06F4}" dt="2022-12-07T14:50:34.047" v="1599" actId="255"/>
          <ac:spMkLst>
            <pc:docMk/>
            <pc:sldMk cId="283994713" sldId="447"/>
            <ac:spMk id="4" creationId="{BCB44E54-2D7D-48A0-A57D-978AB2C7EA92}"/>
          </ac:spMkLst>
        </pc:spChg>
        <pc:spChg chg="add mod">
          <ac:chgData name="Zheng Fei" userId="d19317889db4c986" providerId="LiveId" clId="{975FEB72-416D-E449-BFB3-ADBB372E06F4}" dt="2022-12-07T05:57:58.681" v="309" actId="20577"/>
          <ac:spMkLst>
            <pc:docMk/>
            <pc:sldMk cId="283994713" sldId="447"/>
            <ac:spMk id="5" creationId="{7172250D-79F9-3C11-8CB8-19738BA56D76}"/>
          </ac:spMkLst>
        </pc:spChg>
        <pc:picChg chg="del">
          <ac:chgData name="Zheng Fei" userId="d19317889db4c986" providerId="LiveId" clId="{975FEB72-416D-E449-BFB3-ADBB372E06F4}" dt="2022-12-07T05:57:54.538" v="300" actId="478"/>
          <ac:picMkLst>
            <pc:docMk/>
            <pc:sldMk cId="283994713" sldId="447"/>
            <ac:picMk id="6" creationId="{FA5639EA-5236-40D6-BAF4-A0B514EDD0BF}"/>
          </ac:picMkLst>
        </pc:picChg>
        <pc:cxnChg chg="add mod">
          <ac:chgData name="Zheng Fei" userId="d19317889db4c986" providerId="LiveId" clId="{975FEB72-416D-E449-BFB3-ADBB372E06F4}" dt="2022-12-07T05:57:55.257" v="301"/>
          <ac:cxnSpMkLst>
            <pc:docMk/>
            <pc:sldMk cId="283994713" sldId="447"/>
            <ac:cxnSpMk id="2" creationId="{871492EC-7825-2D73-B2F3-A28CCB3204C3}"/>
          </ac:cxnSpMkLst>
        </pc:cxnChg>
      </pc:sldChg>
      <pc:sldChg chg="addSp delSp modSp mod">
        <pc:chgData name="Zheng Fei" userId="d19317889db4c986" providerId="LiveId" clId="{975FEB72-416D-E449-BFB3-ADBB372E06F4}" dt="2022-12-07T14:50:15.386" v="1595" actId="207"/>
        <pc:sldMkLst>
          <pc:docMk/>
          <pc:sldMk cId="1295216277" sldId="448"/>
        </pc:sldMkLst>
        <pc:spChg chg="add mod">
          <ac:chgData name="Zheng Fei" userId="d19317889db4c986" providerId="LiveId" clId="{975FEB72-416D-E449-BFB3-ADBB372E06F4}" dt="2022-12-07T05:58:06.486" v="313"/>
          <ac:spMkLst>
            <pc:docMk/>
            <pc:sldMk cId="1295216277" sldId="448"/>
            <ac:spMk id="3" creationId="{925486A8-10DF-8742-3383-E46865C1709D}"/>
          </ac:spMkLst>
        </pc:spChg>
        <pc:spChg chg="mod">
          <ac:chgData name="Zheng Fei" userId="d19317889db4c986" providerId="LiveId" clId="{975FEB72-416D-E449-BFB3-ADBB372E06F4}" dt="2022-12-07T14:50:15.386" v="1595" actId="207"/>
          <ac:spMkLst>
            <pc:docMk/>
            <pc:sldMk cId="1295216277" sldId="448"/>
            <ac:spMk id="5" creationId="{8B2EC39D-B05C-4168-A9C1-3882D838915B}"/>
          </ac:spMkLst>
        </pc:spChg>
        <pc:picChg chg="del mod">
          <ac:chgData name="Zheng Fei" userId="d19317889db4c986" providerId="LiveId" clId="{975FEB72-416D-E449-BFB3-ADBB372E06F4}" dt="2022-12-07T05:58:04.616" v="311" actId="478"/>
          <ac:picMkLst>
            <pc:docMk/>
            <pc:sldMk cId="1295216277" sldId="448"/>
            <ac:picMk id="4" creationId="{E39A9E70-A41A-4297-9DF1-746878F568F1}"/>
          </ac:picMkLst>
        </pc:picChg>
        <pc:picChg chg="del">
          <ac:chgData name="Zheng Fei" userId="d19317889db4c986" providerId="LiveId" clId="{975FEB72-416D-E449-BFB3-ADBB372E06F4}" dt="2022-12-07T05:58:06.010" v="312" actId="478"/>
          <ac:picMkLst>
            <pc:docMk/>
            <pc:sldMk cId="1295216277" sldId="448"/>
            <ac:picMk id="7" creationId="{67AC2F99-3459-4BCB-B6B3-08C822D427B5}"/>
          </ac:picMkLst>
        </pc:picChg>
        <pc:cxnChg chg="add mod">
          <ac:chgData name="Zheng Fei" userId="d19317889db4c986" providerId="LiveId" clId="{975FEB72-416D-E449-BFB3-ADBB372E06F4}" dt="2022-12-07T05:58:06.486" v="313"/>
          <ac:cxnSpMkLst>
            <pc:docMk/>
            <pc:sldMk cId="1295216277" sldId="448"/>
            <ac:cxnSpMk id="2" creationId="{4EFDC4E4-028A-F314-9C12-D2A2CDE73046}"/>
          </ac:cxnSpMkLst>
        </pc:cxnChg>
      </pc:sldChg>
      <pc:sldChg chg="addSp delSp modSp mod">
        <pc:chgData name="Zheng Fei" userId="d19317889db4c986" providerId="LiveId" clId="{975FEB72-416D-E449-BFB3-ADBB372E06F4}" dt="2022-12-07T14:51:10.344" v="1606" actId="207"/>
        <pc:sldMkLst>
          <pc:docMk/>
          <pc:sldMk cId="3953085005" sldId="449"/>
        </pc:sldMkLst>
        <pc:spChg chg="add mod">
          <ac:chgData name="Zheng Fei" userId="d19317889db4c986" providerId="LiveId" clId="{975FEB72-416D-E449-BFB3-ADBB372E06F4}" dt="2022-12-07T05:58:12.937" v="316"/>
          <ac:spMkLst>
            <pc:docMk/>
            <pc:sldMk cId="3953085005" sldId="449"/>
            <ac:spMk id="3" creationId="{9B22B3AB-D30B-13F0-6E13-26CB446AB5EA}"/>
          </ac:spMkLst>
        </pc:spChg>
        <pc:spChg chg="mod">
          <ac:chgData name="Zheng Fei" userId="d19317889db4c986" providerId="LiveId" clId="{975FEB72-416D-E449-BFB3-ADBB372E06F4}" dt="2022-12-07T14:51:10.344" v="1606" actId="207"/>
          <ac:spMkLst>
            <pc:docMk/>
            <pc:sldMk cId="3953085005" sldId="449"/>
            <ac:spMk id="5" creationId="{8B2EC39D-B05C-4168-A9C1-3882D838915B}"/>
          </ac:spMkLst>
        </pc:spChg>
        <pc:picChg chg="del">
          <ac:chgData name="Zheng Fei" userId="d19317889db4c986" providerId="LiveId" clId="{975FEB72-416D-E449-BFB3-ADBB372E06F4}" dt="2022-12-07T05:58:10.448" v="314" actId="478"/>
          <ac:picMkLst>
            <pc:docMk/>
            <pc:sldMk cId="3953085005" sldId="449"/>
            <ac:picMk id="4" creationId="{E39A9E70-A41A-4297-9DF1-746878F568F1}"/>
          </ac:picMkLst>
        </pc:picChg>
        <pc:picChg chg="del">
          <ac:chgData name="Zheng Fei" userId="d19317889db4c986" providerId="LiveId" clId="{975FEB72-416D-E449-BFB3-ADBB372E06F4}" dt="2022-12-07T05:58:12.333" v="315" actId="478"/>
          <ac:picMkLst>
            <pc:docMk/>
            <pc:sldMk cId="3953085005" sldId="449"/>
            <ac:picMk id="7" creationId="{8D9F8329-D747-4FFE-948D-1AEAB28FDB6B}"/>
          </ac:picMkLst>
        </pc:picChg>
        <pc:cxnChg chg="add mod">
          <ac:chgData name="Zheng Fei" userId="d19317889db4c986" providerId="LiveId" clId="{975FEB72-416D-E449-BFB3-ADBB372E06F4}" dt="2022-12-07T05:58:12.937" v="316"/>
          <ac:cxnSpMkLst>
            <pc:docMk/>
            <pc:sldMk cId="3953085005" sldId="449"/>
            <ac:cxnSpMk id="2" creationId="{2CD28749-880A-2B48-51AE-23EF5CDE2BCC}"/>
          </ac:cxnSpMkLst>
        </pc:cxnChg>
      </pc:sldChg>
      <pc:sldChg chg="addSp delSp modSp mod">
        <pc:chgData name="Zheng Fei" userId="d19317889db4c986" providerId="LiveId" clId="{975FEB72-416D-E449-BFB3-ADBB372E06F4}" dt="2022-12-07T14:52:53.237" v="1624" actId="207"/>
        <pc:sldMkLst>
          <pc:docMk/>
          <pc:sldMk cId="2795800586" sldId="450"/>
        </pc:sldMkLst>
        <pc:spChg chg="add mod">
          <ac:chgData name="Zheng Fei" userId="d19317889db4c986" providerId="LiveId" clId="{975FEB72-416D-E449-BFB3-ADBB372E06F4}" dt="2022-12-07T05:58:55.896" v="339" actId="1076"/>
          <ac:spMkLst>
            <pc:docMk/>
            <pc:sldMk cId="2795800586" sldId="450"/>
            <ac:spMk id="3" creationId="{8BD6D2D6-D7EF-E29D-4CCC-EFEB26284330}"/>
          </ac:spMkLst>
        </pc:spChg>
        <pc:spChg chg="mod">
          <ac:chgData name="Zheng Fei" userId="d19317889db4c986" providerId="LiveId" clId="{975FEB72-416D-E449-BFB3-ADBB372E06F4}" dt="2022-12-07T14:52:53.237" v="1624" actId="207"/>
          <ac:spMkLst>
            <pc:docMk/>
            <pc:sldMk cId="2795800586" sldId="450"/>
            <ac:spMk id="5" creationId="{17C9D65D-695E-4D39-8EAE-BFA552C37DBD}"/>
          </ac:spMkLst>
        </pc:spChg>
        <pc:spChg chg="del mod">
          <ac:chgData name="Zheng Fei" userId="d19317889db4c986" providerId="LiveId" clId="{975FEB72-416D-E449-BFB3-ADBB372E06F4}" dt="2022-12-07T05:58:41.570" v="332" actId="478"/>
          <ac:spMkLst>
            <pc:docMk/>
            <pc:sldMk cId="2795800586" sldId="450"/>
            <ac:spMk id="6" creationId="{CF7A73DE-CB0B-4AB2-9916-4C2822FFDCD8}"/>
          </ac:spMkLst>
        </pc:spChg>
        <pc:picChg chg="del mod">
          <ac:chgData name="Zheng Fei" userId="d19317889db4c986" providerId="LiveId" clId="{975FEB72-416D-E449-BFB3-ADBB372E06F4}" dt="2022-12-07T05:58:39.919" v="331" actId="478"/>
          <ac:picMkLst>
            <pc:docMk/>
            <pc:sldMk cId="2795800586" sldId="450"/>
            <ac:picMk id="4" creationId="{F3A64DE8-08AB-4001-A1A3-3E94C20F9D99}"/>
          </ac:picMkLst>
        </pc:picChg>
        <pc:cxnChg chg="add mod">
          <ac:chgData name="Zheng Fei" userId="d19317889db4c986" providerId="LiveId" clId="{975FEB72-416D-E449-BFB3-ADBB372E06F4}" dt="2022-12-07T05:58:55.896" v="339" actId="1076"/>
          <ac:cxnSpMkLst>
            <pc:docMk/>
            <pc:sldMk cId="2795800586" sldId="450"/>
            <ac:cxnSpMk id="2" creationId="{35E4434D-41CE-85ED-F88E-568CF7405668}"/>
          </ac:cxnSpMkLst>
        </pc:cxnChg>
      </pc:sldChg>
      <pc:sldChg chg="addSp delSp modSp mod">
        <pc:chgData name="Zheng Fei" userId="d19317889db4c986" providerId="LiveId" clId="{975FEB72-416D-E449-BFB3-ADBB372E06F4}" dt="2022-12-07T14:54:00.428" v="1639" actId="207"/>
        <pc:sldMkLst>
          <pc:docMk/>
          <pc:sldMk cId="714267248" sldId="451"/>
        </pc:sldMkLst>
        <pc:spChg chg="del mod">
          <ac:chgData name="Zheng Fei" userId="d19317889db4c986" providerId="LiveId" clId="{975FEB72-416D-E449-BFB3-ADBB372E06F4}" dt="2022-12-07T05:59:08.588" v="345" actId="478"/>
          <ac:spMkLst>
            <pc:docMk/>
            <pc:sldMk cId="714267248" sldId="451"/>
            <ac:spMk id="2" creationId="{EF0E1FC4-D5B3-4C7B-92BA-C63F28411113}"/>
          </ac:spMkLst>
        </pc:spChg>
        <pc:spChg chg="mod">
          <ac:chgData name="Zheng Fei" userId="d19317889db4c986" providerId="LiveId" clId="{975FEB72-416D-E449-BFB3-ADBB372E06F4}" dt="2022-12-07T14:54:00.428" v="1639" actId="207"/>
          <ac:spMkLst>
            <pc:docMk/>
            <pc:sldMk cId="714267248" sldId="451"/>
            <ac:spMk id="4" creationId="{08B18966-B651-4028-B4AD-9E1DD4AB884E}"/>
          </ac:spMkLst>
        </pc:spChg>
        <pc:spChg chg="add mod">
          <ac:chgData name="Zheng Fei" userId="d19317889db4c986" providerId="LiveId" clId="{975FEB72-416D-E449-BFB3-ADBB372E06F4}" dt="2022-12-07T05:59:18.223" v="348" actId="12788"/>
          <ac:spMkLst>
            <pc:docMk/>
            <pc:sldMk cId="714267248" sldId="451"/>
            <ac:spMk id="5" creationId="{C4DF51DD-448C-A5CA-59B0-95A3843DF1E4}"/>
          </ac:spMkLst>
        </pc:spChg>
        <pc:cxnChg chg="add mod">
          <ac:chgData name="Zheng Fei" userId="d19317889db4c986" providerId="LiveId" clId="{975FEB72-416D-E449-BFB3-ADBB372E06F4}" dt="2022-12-07T05:59:09.105" v="346"/>
          <ac:cxnSpMkLst>
            <pc:docMk/>
            <pc:sldMk cId="714267248" sldId="451"/>
            <ac:cxnSpMk id="3" creationId="{B1D097E6-F76B-CBE0-1FDB-E4C85F45CC39}"/>
          </ac:cxnSpMkLst>
        </pc:cxnChg>
      </pc:sldChg>
      <pc:sldChg chg="addSp delSp modSp mod">
        <pc:chgData name="Zheng Fei" userId="d19317889db4c986" providerId="LiveId" clId="{975FEB72-416D-E449-BFB3-ADBB372E06F4}" dt="2022-12-07T14:53:56.691" v="1638" actId="113"/>
        <pc:sldMkLst>
          <pc:docMk/>
          <pc:sldMk cId="3369899449" sldId="452"/>
        </pc:sldMkLst>
        <pc:spChg chg="add mod">
          <ac:chgData name="Zheng Fei" userId="d19317889db4c986" providerId="LiveId" clId="{975FEB72-416D-E449-BFB3-ADBB372E06F4}" dt="2022-12-07T05:59:33.062" v="352" actId="12788"/>
          <ac:spMkLst>
            <pc:docMk/>
            <pc:sldMk cId="3369899449" sldId="452"/>
            <ac:spMk id="3" creationId="{7FD8D69E-09E2-D304-BDBB-0DA15C5ADBBE}"/>
          </ac:spMkLst>
        </pc:spChg>
        <pc:spChg chg="mod">
          <ac:chgData name="Zheng Fei" userId="d19317889db4c986" providerId="LiveId" clId="{975FEB72-416D-E449-BFB3-ADBB372E06F4}" dt="2022-12-07T14:53:56.691" v="1638" actId="113"/>
          <ac:spMkLst>
            <pc:docMk/>
            <pc:sldMk cId="3369899449" sldId="452"/>
            <ac:spMk id="4" creationId="{4817222F-F2AA-479D-80F6-DC72D307F787}"/>
          </ac:spMkLst>
        </pc:spChg>
        <pc:spChg chg="del mod">
          <ac:chgData name="Zheng Fei" userId="d19317889db4c986" providerId="LiveId" clId="{975FEB72-416D-E449-BFB3-ADBB372E06F4}" dt="2022-12-07T05:59:26.705" v="349" actId="478"/>
          <ac:spMkLst>
            <pc:docMk/>
            <pc:sldMk cId="3369899449" sldId="452"/>
            <ac:spMk id="5" creationId="{28A008D7-FA31-41CC-BF1B-8236F2CB95BF}"/>
          </ac:spMkLst>
        </pc:spChg>
        <pc:cxnChg chg="add mod">
          <ac:chgData name="Zheng Fei" userId="d19317889db4c986" providerId="LiveId" clId="{975FEB72-416D-E449-BFB3-ADBB372E06F4}" dt="2022-12-07T05:59:27.370" v="350"/>
          <ac:cxnSpMkLst>
            <pc:docMk/>
            <pc:sldMk cId="3369899449" sldId="452"/>
            <ac:cxnSpMk id="2" creationId="{F2A4F5F2-6918-2314-7654-BA7AD4BDEA4B}"/>
          </ac:cxnSpMkLst>
        </pc:cxnChg>
      </pc:sldChg>
      <pc:sldChg chg="del">
        <pc:chgData name="Zheng Fei" userId="d19317889db4c986" providerId="LiveId" clId="{975FEB72-416D-E449-BFB3-ADBB372E06F4}" dt="2022-12-05T15:00:31.344" v="2" actId="2696"/>
        <pc:sldMkLst>
          <pc:docMk/>
          <pc:sldMk cId="2808797810" sldId="453"/>
        </pc:sldMkLst>
      </pc:sldChg>
      <pc:sldChg chg="del">
        <pc:chgData name="Zheng Fei" userId="d19317889db4c986" providerId="LiveId" clId="{975FEB72-416D-E449-BFB3-ADBB372E06F4}" dt="2022-12-05T15:00:27.414" v="0" actId="2696"/>
        <pc:sldMkLst>
          <pc:docMk/>
          <pc:sldMk cId="264182603" sldId="455"/>
        </pc:sldMkLst>
      </pc:sldChg>
      <pc:sldChg chg="del">
        <pc:chgData name="Zheng Fei" userId="d19317889db4c986" providerId="LiveId" clId="{975FEB72-416D-E449-BFB3-ADBB372E06F4}" dt="2022-12-05T15:00:28.933" v="1" actId="2696"/>
        <pc:sldMkLst>
          <pc:docMk/>
          <pc:sldMk cId="972716549" sldId="456"/>
        </pc:sldMkLst>
      </pc:sldChg>
      <pc:sldChg chg="addSp delSp modSp mod modAnim">
        <pc:chgData name="Zheng Fei" userId="d19317889db4c986" providerId="LiveId" clId="{975FEB72-416D-E449-BFB3-ADBB372E06F4}" dt="2022-12-08T12:52:07.618" v="1685" actId="20577"/>
        <pc:sldMkLst>
          <pc:docMk/>
          <pc:sldMk cId="4105532421" sldId="457"/>
        </pc:sldMkLst>
        <pc:spChg chg="mod">
          <ac:chgData name="Zheng Fei" userId="d19317889db4c986" providerId="LiveId" clId="{975FEB72-416D-E449-BFB3-ADBB372E06F4}" dt="2022-12-08T12:52:07.618" v="1685" actId="20577"/>
          <ac:spMkLst>
            <pc:docMk/>
            <pc:sldMk cId="4105532421" sldId="457"/>
            <ac:spMk id="2" creationId="{0A5EFA2B-AB6B-41DA-87BD-74E04D9298F3}"/>
          </ac:spMkLst>
        </pc:spChg>
        <pc:spChg chg="del mod">
          <ac:chgData name="Zheng Fei" userId="d19317889db4c986" providerId="LiveId" clId="{975FEB72-416D-E449-BFB3-ADBB372E06F4}" dt="2022-12-07T05:55:30.369" v="233" actId="478"/>
          <ac:spMkLst>
            <pc:docMk/>
            <pc:sldMk cId="4105532421" sldId="457"/>
            <ac:spMk id="3" creationId="{60334145-7F5F-4872-945F-39A7C54C6F6D}"/>
          </ac:spMkLst>
        </pc:spChg>
        <pc:spChg chg="add mod">
          <ac:chgData name="Zheng Fei" userId="d19317889db4c986" providerId="LiveId" clId="{975FEB72-416D-E449-BFB3-ADBB372E06F4}" dt="2022-12-07T05:55:32.757" v="235" actId="20577"/>
          <ac:spMkLst>
            <pc:docMk/>
            <pc:sldMk cId="4105532421" sldId="457"/>
            <ac:spMk id="5" creationId="{437B9F91-D855-2F19-3210-617BB993B9B8}"/>
          </ac:spMkLst>
        </pc:spChg>
        <pc:cxnChg chg="add mod">
          <ac:chgData name="Zheng Fei" userId="d19317889db4c986" providerId="LiveId" clId="{975FEB72-416D-E449-BFB3-ADBB372E06F4}" dt="2022-12-07T05:55:30.782" v="234"/>
          <ac:cxnSpMkLst>
            <pc:docMk/>
            <pc:sldMk cId="4105532421" sldId="457"/>
            <ac:cxnSpMk id="4" creationId="{42C8EFC5-C01A-DA2E-1AE5-C422B3961CED}"/>
          </ac:cxnSpMkLst>
        </pc:cxnChg>
      </pc:sldChg>
      <pc:sldChg chg="del">
        <pc:chgData name="Zheng Fei" userId="d19317889db4c986" providerId="LiveId" clId="{975FEB72-416D-E449-BFB3-ADBB372E06F4}" dt="2022-12-07T04:41:36.803" v="4" actId="2696"/>
        <pc:sldMkLst>
          <pc:docMk/>
          <pc:sldMk cId="854669567" sldId="458"/>
        </pc:sldMkLst>
      </pc:sldChg>
      <pc:sldChg chg="addSp delSp modSp add mod">
        <pc:chgData name="Zheng Fei" userId="d19317889db4c986" providerId="LiveId" clId="{975FEB72-416D-E449-BFB3-ADBB372E06F4}" dt="2022-12-07T13:09:05.037" v="382"/>
        <pc:sldMkLst>
          <pc:docMk/>
          <pc:sldMk cId="3377908299" sldId="458"/>
        </pc:sldMkLst>
        <pc:spChg chg="mod">
          <ac:chgData name="Zheng Fei" userId="d19317889db4c986" providerId="LiveId" clId="{975FEB72-416D-E449-BFB3-ADBB372E06F4}" dt="2022-12-07T13:08:12.162" v="368" actId="2710"/>
          <ac:spMkLst>
            <pc:docMk/>
            <pc:sldMk cId="3377908299" sldId="458"/>
            <ac:spMk id="2" creationId="{57188C7C-E61F-8346-9E12-90B7ED02549C}"/>
          </ac:spMkLst>
        </pc:spChg>
        <pc:spChg chg="del">
          <ac:chgData name="Zheng Fei" userId="d19317889db4c986" providerId="LiveId" clId="{975FEB72-416D-E449-BFB3-ADBB372E06F4}" dt="2022-12-07T05:48:15.590" v="103" actId="478"/>
          <ac:spMkLst>
            <pc:docMk/>
            <pc:sldMk cId="3377908299" sldId="458"/>
            <ac:spMk id="3" creationId="{D747CE4A-E12B-B940-90DE-E7992E2FF134}"/>
          </ac:spMkLst>
        </pc:spChg>
        <pc:spChg chg="del">
          <ac:chgData name="Zheng Fei" userId="d19317889db4c986" providerId="LiveId" clId="{975FEB72-416D-E449-BFB3-ADBB372E06F4}" dt="2022-12-07T05:48:16.894" v="104" actId="478"/>
          <ac:spMkLst>
            <pc:docMk/>
            <pc:sldMk cId="3377908299" sldId="458"/>
            <ac:spMk id="4" creationId="{B0AB911C-9B12-B64A-ADDF-D26EC43EDCA0}"/>
          </ac:spMkLst>
        </pc:spChg>
        <pc:spChg chg="mod">
          <ac:chgData name="Zheng Fei" userId="d19317889db4c986" providerId="LiveId" clId="{975FEB72-416D-E449-BFB3-ADBB372E06F4}" dt="2022-12-07T13:08:32.750" v="378" actId="1038"/>
          <ac:spMkLst>
            <pc:docMk/>
            <pc:sldMk cId="3377908299" sldId="458"/>
            <ac:spMk id="5" creationId="{9115D59C-D48A-434D-9438-A618E0E4249C}"/>
          </ac:spMkLst>
        </pc:spChg>
        <pc:spChg chg="mod">
          <ac:chgData name="Zheng Fei" userId="d19317889db4c986" providerId="LiveId" clId="{975FEB72-416D-E449-BFB3-ADBB372E06F4}" dt="2022-12-07T05:53:03.166" v="157" actId="1037"/>
          <ac:spMkLst>
            <pc:docMk/>
            <pc:sldMk cId="3377908299" sldId="458"/>
            <ac:spMk id="9" creationId="{13F7FF10-7D53-2C4A-8A7E-91A9745AF0F1}"/>
          </ac:spMkLst>
        </pc:spChg>
        <pc:spChg chg="mod">
          <ac:chgData name="Zheng Fei" userId="d19317889db4c986" providerId="LiveId" clId="{975FEB72-416D-E449-BFB3-ADBB372E06F4}" dt="2022-12-07T13:08:53.437" v="380" actId="14100"/>
          <ac:spMkLst>
            <pc:docMk/>
            <pc:sldMk cId="3377908299" sldId="458"/>
            <ac:spMk id="10" creationId="{6C77C1BB-C3D6-7B4D-B6CA-9783891FDCD4}"/>
          </ac:spMkLst>
        </pc:spChg>
        <pc:spChg chg="mod">
          <ac:chgData name="Zheng Fei" userId="d19317889db4c986" providerId="LiveId" clId="{975FEB72-416D-E449-BFB3-ADBB372E06F4}" dt="2022-12-07T05:51:01.825" v="144" actId="11530"/>
          <ac:spMkLst>
            <pc:docMk/>
            <pc:sldMk cId="3377908299" sldId="458"/>
            <ac:spMk id="11" creationId="{8DBF7585-74F7-D346-8C40-569E83AAE92E}"/>
          </ac:spMkLst>
        </pc:spChg>
        <pc:spChg chg="mod">
          <ac:chgData name="Zheng Fei" userId="d19317889db4c986" providerId="LiveId" clId="{975FEB72-416D-E449-BFB3-ADBB372E06F4}" dt="2022-12-07T05:51:05.947" v="145" actId="11530"/>
          <ac:spMkLst>
            <pc:docMk/>
            <pc:sldMk cId="3377908299" sldId="458"/>
            <ac:spMk id="12" creationId="{5D236B0B-29A1-D747-B577-4924ED685EF9}"/>
          </ac:spMkLst>
        </pc:spChg>
        <pc:spChg chg="mod">
          <ac:chgData name="Zheng Fei" userId="d19317889db4c986" providerId="LiveId" clId="{975FEB72-416D-E449-BFB3-ADBB372E06F4}" dt="2022-12-07T13:08:59.805" v="381"/>
          <ac:spMkLst>
            <pc:docMk/>
            <pc:sldMk cId="3377908299" sldId="458"/>
            <ac:spMk id="13" creationId="{2096AB76-7509-FA4D-BBFD-96CAF035E83A}"/>
          </ac:spMkLst>
        </pc:spChg>
        <pc:spChg chg="mod">
          <ac:chgData name="Zheng Fei" userId="d19317889db4c986" providerId="LiveId" clId="{975FEB72-416D-E449-BFB3-ADBB372E06F4}" dt="2022-12-07T13:09:05.037" v="382"/>
          <ac:spMkLst>
            <pc:docMk/>
            <pc:sldMk cId="3377908299" sldId="458"/>
            <ac:spMk id="14" creationId="{3BC0A0E4-A25A-7F4E-BAFE-A205ECD3BA4E}"/>
          </ac:spMkLst>
        </pc:spChg>
        <pc:spChg chg="mod">
          <ac:chgData name="Zheng Fei" userId="d19317889db4c986" providerId="LiveId" clId="{975FEB72-416D-E449-BFB3-ADBB372E06F4}" dt="2022-12-07T05:50:50.339" v="142" actId="20577"/>
          <ac:spMkLst>
            <pc:docMk/>
            <pc:sldMk cId="3377908299" sldId="458"/>
            <ac:spMk id="15" creationId="{C7645B44-2683-DD41-BE5A-A00CD0627D85}"/>
          </ac:spMkLst>
        </pc:spChg>
        <pc:spChg chg="add mod">
          <ac:chgData name="Zheng Fei" userId="d19317889db4c986" providerId="LiveId" clId="{975FEB72-416D-E449-BFB3-ADBB372E06F4}" dt="2022-12-07T05:48:23.371" v="106"/>
          <ac:spMkLst>
            <pc:docMk/>
            <pc:sldMk cId="3377908299" sldId="458"/>
            <ac:spMk id="18" creationId="{96437FD2-692C-B24B-3328-B3AD411DE38B}"/>
          </ac:spMkLst>
        </pc:spChg>
        <pc:spChg chg="del">
          <ac:chgData name="Zheng Fei" userId="d19317889db4c986" providerId="LiveId" clId="{975FEB72-416D-E449-BFB3-ADBB372E06F4}" dt="2022-12-07T05:48:18.045" v="105" actId="478"/>
          <ac:spMkLst>
            <pc:docMk/>
            <pc:sldMk cId="3377908299" sldId="458"/>
            <ac:spMk id="19" creationId="{F80905C6-2EB1-4C24-A2E2-3BBB8ADEE70B}"/>
          </ac:spMkLst>
        </pc:spChg>
        <pc:cxnChg chg="add mod">
          <ac:chgData name="Zheng Fei" userId="d19317889db4c986" providerId="LiveId" clId="{975FEB72-416D-E449-BFB3-ADBB372E06F4}" dt="2022-12-07T05:48:23.371" v="106"/>
          <ac:cxnSpMkLst>
            <pc:docMk/>
            <pc:sldMk cId="3377908299" sldId="458"/>
            <ac:cxnSpMk id="16" creationId="{A73AD38A-96FB-9B81-618F-B3CC89D032CE}"/>
          </ac:cxnSpMkLst>
        </pc:cxnChg>
        <pc:cxnChg chg="del">
          <ac:chgData name="Zheng Fei" userId="d19317889db4c986" providerId="LiveId" clId="{975FEB72-416D-E449-BFB3-ADBB372E06F4}" dt="2022-12-07T05:48:25.270" v="107" actId="478"/>
          <ac:cxnSpMkLst>
            <pc:docMk/>
            <pc:sldMk cId="3377908299" sldId="458"/>
            <ac:cxnSpMk id="17" creationId="{5E02FCDD-7B46-3944-AEBE-D27F642BC274}"/>
          </ac:cxnSpMkLst>
        </pc:cxnChg>
      </pc:sldChg>
      <pc:sldChg chg="addSp delSp modSp add mod">
        <pc:chgData name="Zheng Fei" userId="d19317889db4c986" providerId="LiveId" clId="{975FEB72-416D-E449-BFB3-ADBB372E06F4}" dt="2022-12-07T14:16:06.354" v="1004" actId="113"/>
        <pc:sldMkLst>
          <pc:docMk/>
          <pc:sldMk cId="242882502" sldId="459"/>
        </pc:sldMkLst>
        <pc:spChg chg="add mod">
          <ac:chgData name="Zheng Fei" userId="d19317889db4c986" providerId="LiveId" clId="{975FEB72-416D-E449-BFB3-ADBB372E06F4}" dt="2022-12-07T14:11:51.509" v="906" actId="20577"/>
          <ac:spMkLst>
            <pc:docMk/>
            <pc:sldMk cId="242882502" sldId="459"/>
            <ac:spMk id="10" creationId="{3781461F-995A-5612-6C60-CAD3DAE1ED5D}"/>
          </ac:spMkLst>
        </pc:spChg>
        <pc:spChg chg="add mod">
          <ac:chgData name="Zheng Fei" userId="d19317889db4c986" providerId="LiveId" clId="{975FEB72-416D-E449-BFB3-ADBB372E06F4}" dt="2022-12-07T14:16:06.354" v="1004" actId="113"/>
          <ac:spMkLst>
            <pc:docMk/>
            <pc:sldMk cId="242882502" sldId="459"/>
            <ac:spMk id="11" creationId="{2FA8B1EF-E88C-C6BB-DDD6-E6AB501E029E}"/>
          </ac:spMkLst>
        </pc:spChg>
        <pc:grpChg chg="del">
          <ac:chgData name="Zheng Fei" userId="d19317889db4c986" providerId="LiveId" clId="{975FEB72-416D-E449-BFB3-ADBB372E06F4}" dt="2022-12-07T13:22:10.105" v="726" actId="478"/>
          <ac:grpSpMkLst>
            <pc:docMk/>
            <pc:sldMk cId="242882502" sldId="459"/>
            <ac:grpSpMk id="5" creationId="{093CF717-3BB4-472A-9358-CC0DF78BFBD4}"/>
          </ac:grpSpMkLst>
        </pc:grpChg>
        <pc:picChg chg="del mod">
          <ac:chgData name="Zheng Fei" userId="d19317889db4c986" providerId="LiveId" clId="{975FEB72-416D-E449-BFB3-ADBB372E06F4}" dt="2022-12-07T14:15:54.475" v="998" actId="478"/>
          <ac:picMkLst>
            <pc:docMk/>
            <pc:sldMk cId="242882502" sldId="459"/>
            <ac:picMk id="9" creationId="{DFE271A8-8159-4084-8A88-89E9C9F2BE48}"/>
          </ac:picMkLst>
        </pc:picChg>
      </pc:sldChg>
      <pc:sldMasterChg chg="delSp modSp modSldLayout">
        <pc:chgData name="Zheng Fei" userId="d19317889db4c986" providerId="LiveId" clId="{975FEB72-416D-E449-BFB3-ADBB372E06F4}" dt="2022-12-07T04:42:35.083" v="11"/>
        <pc:sldMasterMkLst>
          <pc:docMk/>
          <pc:sldMasterMk cId="764794170" sldId="2147483662"/>
        </pc:sldMasterMkLst>
        <pc:spChg chg="mod">
          <ac:chgData name="Zheng Fei" userId="d19317889db4c986" providerId="LiveId" clId="{975FEB72-416D-E449-BFB3-ADBB372E06F4}" dt="2022-12-07T04:42:35.083" v="11"/>
          <ac:spMkLst>
            <pc:docMk/>
            <pc:sldMasterMk cId="764794170" sldId="2147483662"/>
            <ac:spMk id="2" creationId="{00000000-0000-0000-0000-000000000000}"/>
          </ac:spMkLst>
        </pc:spChg>
        <pc:picChg chg="del mod">
          <ac:chgData name="Zheng Fei" userId="d19317889db4c986" providerId="LiveId" clId="{975FEB72-416D-E449-BFB3-ADBB372E06F4}" dt="2022-12-07T04:42:01.308" v="6" actId="478"/>
          <ac:picMkLst>
            <pc:docMk/>
            <pc:sldMasterMk cId="764794170" sldId="2147483662"/>
            <ac:picMk id="8" creationId="{0CD8212C-A7EC-F147-B265-8C291EBB2794}"/>
          </ac:picMkLst>
        </pc:picChg>
        <pc:sldLayoutChg chg="modSp">
          <pc:chgData name="Zheng Fei" userId="d19317889db4c986" providerId="LiveId" clId="{975FEB72-416D-E449-BFB3-ADBB372E06F4}" dt="2022-12-07T04:42:35.083" v="11"/>
          <pc:sldLayoutMkLst>
            <pc:docMk/>
            <pc:sldMasterMk cId="764794170" sldId="2147483662"/>
            <pc:sldLayoutMk cId="4232059321" sldId="2147483663"/>
          </pc:sldLayoutMkLst>
          <pc:spChg chg="mod">
            <ac:chgData name="Zheng Fei" userId="d19317889db4c986" providerId="LiveId" clId="{975FEB72-416D-E449-BFB3-ADBB372E06F4}" dt="2022-12-07T04:42:35.083" v="11"/>
            <ac:spMkLst>
              <pc:docMk/>
              <pc:sldMasterMk cId="764794170" sldId="2147483662"/>
              <pc:sldLayoutMk cId="4232059321" sldId="2147483663"/>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1368769018" sldId="2147483664"/>
          </pc:sldLayoutMkLst>
          <pc:spChg chg="mod">
            <ac:chgData name="Zheng Fei" userId="d19317889db4c986" providerId="LiveId" clId="{975FEB72-416D-E449-BFB3-ADBB372E06F4}" dt="2022-12-07T04:42:35.083" v="11"/>
            <ac:spMkLst>
              <pc:docMk/>
              <pc:sldMasterMk cId="764794170" sldId="2147483662"/>
              <pc:sldLayoutMk cId="1368769018" sldId="2147483664"/>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1485063140" sldId="2147483665"/>
          </pc:sldLayoutMkLst>
          <pc:spChg chg="mod">
            <ac:chgData name="Zheng Fei" userId="d19317889db4c986" providerId="LiveId" clId="{975FEB72-416D-E449-BFB3-ADBB372E06F4}" dt="2022-12-07T04:42:35.083" v="11"/>
            <ac:spMkLst>
              <pc:docMk/>
              <pc:sldMasterMk cId="764794170" sldId="2147483662"/>
              <pc:sldLayoutMk cId="1485063140" sldId="2147483665"/>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1107017698" sldId="2147483666"/>
          </pc:sldLayoutMkLst>
          <pc:spChg chg="mod">
            <ac:chgData name="Zheng Fei" userId="d19317889db4c986" providerId="LiveId" clId="{975FEB72-416D-E449-BFB3-ADBB372E06F4}" dt="2022-12-07T04:42:35.083" v="11"/>
            <ac:spMkLst>
              <pc:docMk/>
              <pc:sldMasterMk cId="764794170" sldId="2147483662"/>
              <pc:sldLayoutMk cId="1107017698" sldId="2147483666"/>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4102005667" sldId="2147483667"/>
          </pc:sldLayoutMkLst>
          <pc:spChg chg="mod">
            <ac:chgData name="Zheng Fei" userId="d19317889db4c986" providerId="LiveId" clId="{975FEB72-416D-E449-BFB3-ADBB372E06F4}" dt="2022-12-07T04:42:35.083" v="11"/>
            <ac:spMkLst>
              <pc:docMk/>
              <pc:sldMasterMk cId="764794170" sldId="2147483662"/>
              <pc:sldLayoutMk cId="4102005667" sldId="2147483667"/>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3262760707" sldId="2147483668"/>
          </pc:sldLayoutMkLst>
          <pc:spChg chg="mod">
            <ac:chgData name="Zheng Fei" userId="d19317889db4c986" providerId="LiveId" clId="{975FEB72-416D-E449-BFB3-ADBB372E06F4}" dt="2022-12-07T04:42:35.083" v="11"/>
            <ac:spMkLst>
              <pc:docMk/>
              <pc:sldMasterMk cId="764794170" sldId="2147483662"/>
              <pc:sldLayoutMk cId="3262760707" sldId="2147483668"/>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2974649443" sldId="2147483670"/>
          </pc:sldLayoutMkLst>
          <pc:spChg chg="mod">
            <ac:chgData name="Zheng Fei" userId="d19317889db4c986" providerId="LiveId" clId="{975FEB72-416D-E449-BFB3-ADBB372E06F4}" dt="2022-12-07T04:42:35.083" v="11"/>
            <ac:spMkLst>
              <pc:docMk/>
              <pc:sldMasterMk cId="764794170" sldId="2147483662"/>
              <pc:sldLayoutMk cId="2974649443" sldId="2147483670"/>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3201950614" sldId="2147483671"/>
          </pc:sldLayoutMkLst>
          <pc:spChg chg="mod">
            <ac:chgData name="Zheng Fei" userId="d19317889db4c986" providerId="LiveId" clId="{975FEB72-416D-E449-BFB3-ADBB372E06F4}" dt="2022-12-07T04:42:35.083" v="11"/>
            <ac:spMkLst>
              <pc:docMk/>
              <pc:sldMasterMk cId="764794170" sldId="2147483662"/>
              <pc:sldLayoutMk cId="3201950614" sldId="2147483671"/>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469028198" sldId="2147483672"/>
          </pc:sldLayoutMkLst>
          <pc:spChg chg="mod">
            <ac:chgData name="Zheng Fei" userId="d19317889db4c986" providerId="LiveId" clId="{975FEB72-416D-E449-BFB3-ADBB372E06F4}" dt="2022-12-07T04:42:35.083" v="11"/>
            <ac:spMkLst>
              <pc:docMk/>
              <pc:sldMasterMk cId="764794170" sldId="2147483662"/>
              <pc:sldLayoutMk cId="469028198" sldId="2147483672"/>
              <ac:spMk id="2" creationId="{00000000-0000-0000-0000-000000000000}"/>
            </ac:spMkLst>
          </pc:spChg>
        </pc:sldLayoutChg>
        <pc:sldLayoutChg chg="modSp">
          <pc:chgData name="Zheng Fei" userId="d19317889db4c986" providerId="LiveId" clId="{975FEB72-416D-E449-BFB3-ADBB372E06F4}" dt="2022-12-07T04:42:35.083" v="11"/>
          <pc:sldLayoutMkLst>
            <pc:docMk/>
            <pc:sldMasterMk cId="764794170" sldId="2147483662"/>
            <pc:sldLayoutMk cId="2353215307" sldId="2147483673"/>
          </pc:sldLayoutMkLst>
          <pc:spChg chg="mod">
            <ac:chgData name="Zheng Fei" userId="d19317889db4c986" providerId="LiveId" clId="{975FEB72-416D-E449-BFB3-ADBB372E06F4}" dt="2022-12-07T04:42:35.083" v="11"/>
            <ac:spMkLst>
              <pc:docMk/>
              <pc:sldMasterMk cId="764794170" sldId="2147483662"/>
              <pc:sldLayoutMk cId="2353215307" sldId="2147483673"/>
              <ac:spMk id="2" creationId="{00000000-0000-0000-0000-000000000000}"/>
            </ac:spMkLst>
          </pc:spChg>
        </pc:sldLayoutChg>
      </pc:sldMasterChg>
    </pc:docChg>
  </pc:docChgLst>
  <pc:docChgLst>
    <pc:chgData name="Zheng Fei" userId="d19317889db4c986" providerId="LiveId" clId="{37C411E6-F533-4B60-A268-08550A119E45}"/>
    <pc:docChg chg="undo redo custSel addSld delSld modSld sldOrd">
      <pc:chgData name="Zheng Fei" userId="d19317889db4c986" providerId="LiveId" clId="{37C411E6-F533-4B60-A268-08550A119E45}" dt="2022-03-14T13:46:57.484" v="1357" actId="1076"/>
      <pc:docMkLst>
        <pc:docMk/>
      </pc:docMkLst>
      <pc:sldChg chg="modSp del mod">
        <pc:chgData name="Zheng Fei" userId="d19317889db4c986" providerId="LiveId" clId="{37C411E6-F533-4B60-A268-08550A119E45}" dt="2022-03-14T12:56:25.969" v="1114" actId="47"/>
        <pc:sldMkLst>
          <pc:docMk/>
          <pc:sldMk cId="2672971775" sldId="351"/>
        </pc:sldMkLst>
        <pc:spChg chg="mod">
          <ac:chgData name="Zheng Fei" userId="d19317889db4c986" providerId="LiveId" clId="{37C411E6-F533-4B60-A268-08550A119E45}" dt="2022-03-14T12:55:50.367" v="1112"/>
          <ac:spMkLst>
            <pc:docMk/>
            <pc:sldMk cId="2672971775" sldId="351"/>
            <ac:spMk id="69" creationId="{00000000-0000-0000-0000-000000000000}"/>
          </ac:spMkLst>
        </pc:spChg>
      </pc:sldChg>
      <pc:sldChg chg="delSp del mod">
        <pc:chgData name="Zheng Fei" userId="d19317889db4c986" providerId="LiveId" clId="{37C411E6-F533-4B60-A268-08550A119E45}" dt="2022-03-14T11:48:23.875" v="105" actId="47"/>
        <pc:sldMkLst>
          <pc:docMk/>
          <pc:sldMk cId="3820094131" sldId="365"/>
        </pc:sldMkLst>
        <pc:picChg chg="del">
          <ac:chgData name="Zheng Fei" userId="d19317889db4c986" providerId="LiveId" clId="{37C411E6-F533-4B60-A268-08550A119E45}" dt="2022-03-14T11:48:22.503" v="104" actId="478"/>
          <ac:picMkLst>
            <pc:docMk/>
            <pc:sldMk cId="3820094131" sldId="365"/>
            <ac:picMk id="3" creationId="{C8410914-AB34-4924-A719-81EA3B579323}"/>
          </ac:picMkLst>
        </pc:picChg>
      </pc:sldChg>
      <pc:sldChg chg="addSp modSp mod">
        <pc:chgData name="Zheng Fei" userId="d19317889db4c986" providerId="LiveId" clId="{37C411E6-F533-4B60-A268-08550A119E45}" dt="2022-03-14T13:15:48.657" v="1284" actId="20577"/>
        <pc:sldMkLst>
          <pc:docMk/>
          <pc:sldMk cId="4155687108" sldId="370"/>
        </pc:sldMkLst>
        <pc:spChg chg="add mod">
          <ac:chgData name="Zheng Fei" userId="d19317889db4c986" providerId="LiveId" clId="{37C411E6-F533-4B60-A268-08550A119E45}" dt="2022-03-14T13:15:48.657" v="1284" actId="20577"/>
          <ac:spMkLst>
            <pc:docMk/>
            <pc:sldMk cId="4155687108" sldId="370"/>
            <ac:spMk id="6" creationId="{AEFD9337-067F-4B88-AB65-6C4F496E942F}"/>
          </ac:spMkLst>
        </pc:spChg>
      </pc:sldChg>
      <pc:sldChg chg="modSp mod">
        <pc:chgData name="Zheng Fei" userId="d19317889db4c986" providerId="LiveId" clId="{37C411E6-F533-4B60-A268-08550A119E45}" dt="2022-03-14T12:46:26.994" v="1068" actId="1076"/>
        <pc:sldMkLst>
          <pc:docMk/>
          <pc:sldMk cId="3010103594" sldId="371"/>
        </pc:sldMkLst>
        <pc:spChg chg="mod">
          <ac:chgData name="Zheng Fei" userId="d19317889db4c986" providerId="LiveId" clId="{37C411E6-F533-4B60-A268-08550A119E45}" dt="2022-03-14T12:46:26.994" v="1068" actId="1076"/>
          <ac:spMkLst>
            <pc:docMk/>
            <pc:sldMk cId="3010103594" sldId="371"/>
            <ac:spMk id="5" creationId="{F241FF28-5B00-4BC0-98FD-7E78532077FA}"/>
          </ac:spMkLst>
        </pc:spChg>
        <pc:spChg chg="mod">
          <ac:chgData name="Zheng Fei" userId="d19317889db4c986" providerId="LiveId" clId="{37C411E6-F533-4B60-A268-08550A119E45}" dt="2022-03-14T12:46:22.012" v="1067" actId="20577"/>
          <ac:spMkLst>
            <pc:docMk/>
            <pc:sldMk cId="3010103594" sldId="371"/>
            <ac:spMk id="6" creationId="{33D45EF0-E448-4A4A-B485-BCF94E414ABB}"/>
          </ac:spMkLst>
        </pc:spChg>
      </pc:sldChg>
      <pc:sldChg chg="del">
        <pc:chgData name="Zheng Fei" userId="d19317889db4c986" providerId="LiveId" clId="{37C411E6-F533-4B60-A268-08550A119E45}" dt="2022-03-14T12:51:44.666" v="1091" actId="47"/>
        <pc:sldMkLst>
          <pc:docMk/>
          <pc:sldMk cId="3418740384" sldId="373"/>
        </pc:sldMkLst>
      </pc:sldChg>
      <pc:sldChg chg="modSp mod">
        <pc:chgData name="Zheng Fei" userId="d19317889db4c986" providerId="LiveId" clId="{37C411E6-F533-4B60-A268-08550A119E45}" dt="2022-03-14T13:18:48.383" v="1316" actId="14100"/>
        <pc:sldMkLst>
          <pc:docMk/>
          <pc:sldMk cId="3007288480" sldId="374"/>
        </pc:sldMkLst>
        <pc:spChg chg="mod">
          <ac:chgData name="Zheng Fei" userId="d19317889db4c986" providerId="LiveId" clId="{37C411E6-F533-4B60-A268-08550A119E45}" dt="2022-03-14T13:18:48.383" v="1316" actId="14100"/>
          <ac:spMkLst>
            <pc:docMk/>
            <pc:sldMk cId="3007288480" sldId="374"/>
            <ac:spMk id="5" creationId="{17C9D65D-695E-4D39-8EAE-BFA552C37DBD}"/>
          </ac:spMkLst>
        </pc:spChg>
        <pc:spChg chg="mod">
          <ac:chgData name="Zheng Fei" userId="d19317889db4c986" providerId="LiveId" clId="{37C411E6-F533-4B60-A268-08550A119E45}" dt="2022-03-14T13:17:11.972" v="1297" actId="1076"/>
          <ac:spMkLst>
            <pc:docMk/>
            <pc:sldMk cId="3007288480" sldId="374"/>
            <ac:spMk id="6" creationId="{B1BBCCA5-6DFD-4C86-B9AF-4FE4FEE712AB}"/>
          </ac:spMkLst>
        </pc:spChg>
      </pc:sldChg>
      <pc:sldChg chg="addSp delSp modSp mod modAnim">
        <pc:chgData name="Zheng Fei" userId="d19317889db4c986" providerId="LiveId" clId="{37C411E6-F533-4B60-A268-08550A119E45}" dt="2022-03-14T12:58:24.495" v="1159" actId="14100"/>
        <pc:sldMkLst>
          <pc:docMk/>
          <pc:sldMk cId="33555187" sldId="375"/>
        </pc:sldMkLst>
        <pc:spChg chg="mod">
          <ac:chgData name="Zheng Fei" userId="d19317889db4c986" providerId="LiveId" clId="{37C411E6-F533-4B60-A268-08550A119E45}" dt="2022-03-14T12:58:03.988" v="1143" actId="1076"/>
          <ac:spMkLst>
            <pc:docMk/>
            <pc:sldMk cId="33555187" sldId="375"/>
            <ac:spMk id="2" creationId="{57188C7C-E61F-8346-9E12-90B7ED02549C}"/>
          </ac:spMkLst>
        </pc:spChg>
        <pc:spChg chg="mod">
          <ac:chgData name="Zheng Fei" userId="d19317889db4c986" providerId="LiveId" clId="{37C411E6-F533-4B60-A268-08550A119E45}" dt="2022-03-14T12:58:10.767" v="1146" actId="1076"/>
          <ac:spMkLst>
            <pc:docMk/>
            <pc:sldMk cId="33555187" sldId="375"/>
            <ac:spMk id="3" creationId="{D747CE4A-E12B-B940-90DE-E7992E2FF134}"/>
          </ac:spMkLst>
        </pc:spChg>
        <pc:spChg chg="mod">
          <ac:chgData name="Zheng Fei" userId="d19317889db4c986" providerId="LiveId" clId="{37C411E6-F533-4B60-A268-08550A119E45}" dt="2022-03-14T12:58:08.838" v="1145" actId="1076"/>
          <ac:spMkLst>
            <pc:docMk/>
            <pc:sldMk cId="33555187" sldId="375"/>
            <ac:spMk id="4" creationId="{B0AB911C-9B12-B64A-ADDF-D26EC43EDCA0}"/>
          </ac:spMkLst>
        </pc:spChg>
        <pc:spChg chg="mod">
          <ac:chgData name="Zheng Fei" userId="d19317889db4c986" providerId="LiveId" clId="{37C411E6-F533-4B60-A268-08550A119E45}" dt="2022-03-14T12:58:03.988" v="1143" actId="1076"/>
          <ac:spMkLst>
            <pc:docMk/>
            <pc:sldMk cId="33555187" sldId="375"/>
            <ac:spMk id="5" creationId="{9115D59C-D48A-434D-9438-A618E0E4249C}"/>
          </ac:spMkLst>
        </pc:spChg>
        <pc:spChg chg="del">
          <ac:chgData name="Zheng Fei" userId="d19317889db4c986" providerId="LiveId" clId="{37C411E6-F533-4B60-A268-08550A119E45}" dt="2022-03-14T12:57:48.526" v="1141" actId="478"/>
          <ac:spMkLst>
            <pc:docMk/>
            <pc:sldMk cId="33555187" sldId="375"/>
            <ac:spMk id="18" creationId="{641D479F-01D2-5441-82F8-3ACCB6A19C8E}"/>
          </ac:spMkLst>
        </pc:spChg>
        <pc:spChg chg="add mod">
          <ac:chgData name="Zheng Fei" userId="d19317889db4c986" providerId="LiveId" clId="{37C411E6-F533-4B60-A268-08550A119E45}" dt="2022-03-14T12:58:24.495" v="1159" actId="14100"/>
          <ac:spMkLst>
            <pc:docMk/>
            <pc:sldMk cId="33555187" sldId="375"/>
            <ac:spMk id="19" creationId="{F80905C6-2EB1-4C24-A2E2-3BBB8ADEE70B}"/>
          </ac:spMkLst>
        </pc:spChg>
        <pc:cxnChg chg="mod">
          <ac:chgData name="Zheng Fei" userId="d19317889db4c986" providerId="LiveId" clId="{37C411E6-F533-4B60-A268-08550A119E45}" dt="2022-03-14T12:58:05.942" v="1144" actId="1076"/>
          <ac:cxnSpMkLst>
            <pc:docMk/>
            <pc:sldMk cId="33555187" sldId="375"/>
            <ac:cxnSpMk id="17" creationId="{5E02FCDD-7B46-3944-AEBE-D27F642BC274}"/>
          </ac:cxnSpMkLst>
        </pc:cxnChg>
      </pc:sldChg>
      <pc:sldChg chg="del">
        <pc:chgData name="Zheng Fei" userId="d19317889db4c986" providerId="LiveId" clId="{37C411E6-F533-4B60-A268-08550A119E45}" dt="2022-03-14T12:57:36.877" v="1138" actId="47"/>
        <pc:sldMkLst>
          <pc:docMk/>
          <pc:sldMk cId="2192472416" sldId="376"/>
        </pc:sldMkLst>
      </pc:sldChg>
      <pc:sldChg chg="addSp delSp modSp mod ord">
        <pc:chgData name="Zheng Fei" userId="d19317889db4c986" providerId="LiveId" clId="{37C411E6-F533-4B60-A268-08550A119E45}" dt="2022-03-14T12:21:28.667" v="457" actId="108"/>
        <pc:sldMkLst>
          <pc:docMk/>
          <pc:sldMk cId="4287553338" sldId="377"/>
        </pc:sldMkLst>
        <pc:spChg chg="del">
          <ac:chgData name="Zheng Fei" userId="d19317889db4c986" providerId="LiveId" clId="{37C411E6-F533-4B60-A268-08550A119E45}" dt="2022-03-14T11:44:18.505" v="6" actId="478"/>
          <ac:spMkLst>
            <pc:docMk/>
            <pc:sldMk cId="4287553338" sldId="377"/>
            <ac:spMk id="2" creationId="{6EA539FA-9F0A-8342-8513-B36C287877B0}"/>
          </ac:spMkLst>
        </pc:spChg>
        <pc:spChg chg="del">
          <ac:chgData name="Zheng Fei" userId="d19317889db4c986" providerId="LiveId" clId="{37C411E6-F533-4B60-A268-08550A119E45}" dt="2022-03-14T11:44:18.505" v="6" actId="478"/>
          <ac:spMkLst>
            <pc:docMk/>
            <pc:sldMk cId="4287553338" sldId="377"/>
            <ac:spMk id="4" creationId="{438D56AB-14C9-B246-A5CF-758CBEC3D1C1}"/>
          </ac:spMkLst>
        </pc:spChg>
        <pc:spChg chg="del">
          <ac:chgData name="Zheng Fei" userId="d19317889db4c986" providerId="LiveId" clId="{37C411E6-F533-4B60-A268-08550A119E45}" dt="2022-03-14T11:44:18.505" v="6" actId="478"/>
          <ac:spMkLst>
            <pc:docMk/>
            <pc:sldMk cId="4287553338" sldId="377"/>
            <ac:spMk id="5" creationId="{6267AECA-377E-6D4C-AF8B-F7B71E2B192A}"/>
          </ac:spMkLst>
        </pc:spChg>
        <pc:spChg chg="del">
          <ac:chgData name="Zheng Fei" userId="d19317889db4c986" providerId="LiveId" clId="{37C411E6-F533-4B60-A268-08550A119E45}" dt="2022-03-14T11:44:18.505" v="6" actId="478"/>
          <ac:spMkLst>
            <pc:docMk/>
            <pc:sldMk cId="4287553338" sldId="377"/>
            <ac:spMk id="6" creationId="{5DB1964B-D247-6F46-8F41-AD8CF0D36E63}"/>
          </ac:spMkLst>
        </pc:spChg>
        <pc:spChg chg="del">
          <ac:chgData name="Zheng Fei" userId="d19317889db4c986" providerId="LiveId" clId="{37C411E6-F533-4B60-A268-08550A119E45}" dt="2022-03-14T11:44:18.505" v="6" actId="478"/>
          <ac:spMkLst>
            <pc:docMk/>
            <pc:sldMk cId="4287553338" sldId="377"/>
            <ac:spMk id="7" creationId="{28CD0442-EDC4-CC4F-9994-B4A2AC878C81}"/>
          </ac:spMkLst>
        </pc:spChg>
        <pc:spChg chg="del">
          <ac:chgData name="Zheng Fei" userId="d19317889db4c986" providerId="LiveId" clId="{37C411E6-F533-4B60-A268-08550A119E45}" dt="2022-03-14T11:44:18.505" v="6" actId="478"/>
          <ac:spMkLst>
            <pc:docMk/>
            <pc:sldMk cId="4287553338" sldId="377"/>
            <ac:spMk id="8" creationId="{54BC5D56-0511-8F45-839C-BCE6B1D19176}"/>
          </ac:spMkLst>
        </pc:spChg>
        <pc:spChg chg="del">
          <ac:chgData name="Zheng Fei" userId="d19317889db4c986" providerId="LiveId" clId="{37C411E6-F533-4B60-A268-08550A119E45}" dt="2022-03-14T11:44:18.505" v="6" actId="478"/>
          <ac:spMkLst>
            <pc:docMk/>
            <pc:sldMk cId="4287553338" sldId="377"/>
            <ac:spMk id="9" creationId="{77063862-56A5-104E-A95F-9A2EAB7FEF00}"/>
          </ac:spMkLst>
        </pc:spChg>
        <pc:spChg chg="del">
          <ac:chgData name="Zheng Fei" userId="d19317889db4c986" providerId="LiveId" clId="{37C411E6-F533-4B60-A268-08550A119E45}" dt="2022-03-14T11:44:18.505" v="6" actId="478"/>
          <ac:spMkLst>
            <pc:docMk/>
            <pc:sldMk cId="4287553338" sldId="377"/>
            <ac:spMk id="10" creationId="{6CADDC2F-8A3E-0842-B688-89063B4893CA}"/>
          </ac:spMkLst>
        </pc:spChg>
        <pc:spChg chg="del">
          <ac:chgData name="Zheng Fei" userId="d19317889db4c986" providerId="LiveId" clId="{37C411E6-F533-4B60-A268-08550A119E45}" dt="2022-03-14T11:44:18.505" v="6" actId="478"/>
          <ac:spMkLst>
            <pc:docMk/>
            <pc:sldMk cId="4287553338" sldId="377"/>
            <ac:spMk id="11" creationId="{0C663AB0-F605-0D46-A72E-3E3BA4E1C658}"/>
          </ac:spMkLst>
        </pc:spChg>
        <pc:spChg chg="del">
          <ac:chgData name="Zheng Fei" userId="d19317889db4c986" providerId="LiveId" clId="{37C411E6-F533-4B60-A268-08550A119E45}" dt="2022-03-14T11:44:18.505" v="6" actId="478"/>
          <ac:spMkLst>
            <pc:docMk/>
            <pc:sldMk cId="4287553338" sldId="377"/>
            <ac:spMk id="12" creationId="{2319AEB4-A5FD-BE41-B3ED-81182B264CAD}"/>
          </ac:spMkLst>
        </pc:spChg>
        <pc:spChg chg="del">
          <ac:chgData name="Zheng Fei" userId="d19317889db4c986" providerId="LiveId" clId="{37C411E6-F533-4B60-A268-08550A119E45}" dt="2022-03-14T11:44:18.505" v="6" actId="478"/>
          <ac:spMkLst>
            <pc:docMk/>
            <pc:sldMk cId="4287553338" sldId="377"/>
            <ac:spMk id="15" creationId="{15BE04D3-3B80-CA4D-914C-77A2A62E080D}"/>
          </ac:spMkLst>
        </pc:spChg>
        <pc:spChg chg="del">
          <ac:chgData name="Zheng Fei" userId="d19317889db4c986" providerId="LiveId" clId="{37C411E6-F533-4B60-A268-08550A119E45}" dt="2022-03-14T11:44:18.505" v="6" actId="478"/>
          <ac:spMkLst>
            <pc:docMk/>
            <pc:sldMk cId="4287553338" sldId="377"/>
            <ac:spMk id="16" creationId="{B73BBA68-8F0C-944C-B905-41279D1CB5DE}"/>
          </ac:spMkLst>
        </pc:spChg>
        <pc:spChg chg="del">
          <ac:chgData name="Zheng Fei" userId="d19317889db4c986" providerId="LiveId" clId="{37C411E6-F533-4B60-A268-08550A119E45}" dt="2022-03-14T11:44:18.505" v="6" actId="478"/>
          <ac:spMkLst>
            <pc:docMk/>
            <pc:sldMk cId="4287553338" sldId="377"/>
            <ac:spMk id="17" creationId="{55BCF409-B2B2-3147-8A47-397AA5945522}"/>
          </ac:spMkLst>
        </pc:spChg>
        <pc:spChg chg="del">
          <ac:chgData name="Zheng Fei" userId="d19317889db4c986" providerId="LiveId" clId="{37C411E6-F533-4B60-A268-08550A119E45}" dt="2022-03-14T11:44:18.505" v="6" actId="478"/>
          <ac:spMkLst>
            <pc:docMk/>
            <pc:sldMk cId="4287553338" sldId="377"/>
            <ac:spMk id="20" creationId="{06C2A119-C009-1F4F-A852-8870FE758FC5}"/>
          </ac:spMkLst>
        </pc:spChg>
        <pc:spChg chg="del">
          <ac:chgData name="Zheng Fei" userId="d19317889db4c986" providerId="LiveId" clId="{37C411E6-F533-4B60-A268-08550A119E45}" dt="2022-03-14T11:44:18.505" v="6" actId="478"/>
          <ac:spMkLst>
            <pc:docMk/>
            <pc:sldMk cId="4287553338" sldId="377"/>
            <ac:spMk id="21" creationId="{EEC820F1-6E81-6846-BFB2-6C6063F35B1F}"/>
          </ac:spMkLst>
        </pc:spChg>
        <pc:spChg chg="del">
          <ac:chgData name="Zheng Fei" userId="d19317889db4c986" providerId="LiveId" clId="{37C411E6-F533-4B60-A268-08550A119E45}" dt="2022-03-14T11:44:18.505" v="6" actId="478"/>
          <ac:spMkLst>
            <pc:docMk/>
            <pc:sldMk cId="4287553338" sldId="377"/>
            <ac:spMk id="22" creationId="{81F5310E-DE17-904B-96DE-54F47505881A}"/>
          </ac:spMkLst>
        </pc:spChg>
        <pc:spChg chg="del">
          <ac:chgData name="Zheng Fei" userId="d19317889db4c986" providerId="LiveId" clId="{37C411E6-F533-4B60-A268-08550A119E45}" dt="2022-03-14T11:44:18.505" v="6" actId="478"/>
          <ac:spMkLst>
            <pc:docMk/>
            <pc:sldMk cId="4287553338" sldId="377"/>
            <ac:spMk id="24" creationId="{A6A4DDED-160C-E645-8F93-5F4E4B80AAB4}"/>
          </ac:spMkLst>
        </pc:spChg>
        <pc:spChg chg="del">
          <ac:chgData name="Zheng Fei" userId="d19317889db4c986" providerId="LiveId" clId="{37C411E6-F533-4B60-A268-08550A119E45}" dt="2022-03-14T11:44:18.505" v="6" actId="478"/>
          <ac:spMkLst>
            <pc:docMk/>
            <pc:sldMk cId="4287553338" sldId="377"/>
            <ac:spMk id="25" creationId="{659D17A0-6561-284A-B20F-263FC49CF0CB}"/>
          </ac:spMkLst>
        </pc:spChg>
        <pc:spChg chg="del">
          <ac:chgData name="Zheng Fei" userId="d19317889db4c986" providerId="LiveId" clId="{37C411E6-F533-4B60-A268-08550A119E45}" dt="2022-03-14T11:44:18.505" v="6" actId="478"/>
          <ac:spMkLst>
            <pc:docMk/>
            <pc:sldMk cId="4287553338" sldId="377"/>
            <ac:spMk id="26" creationId="{2FC4A17F-081F-2B49-8AE7-FD2D6373F03C}"/>
          </ac:spMkLst>
        </pc:spChg>
        <pc:spChg chg="del">
          <ac:chgData name="Zheng Fei" userId="d19317889db4c986" providerId="LiveId" clId="{37C411E6-F533-4B60-A268-08550A119E45}" dt="2022-03-14T11:44:18.505" v="6" actId="478"/>
          <ac:spMkLst>
            <pc:docMk/>
            <pc:sldMk cId="4287553338" sldId="377"/>
            <ac:spMk id="28" creationId="{73F94B8F-5525-AE4B-B1AA-33113A6680A3}"/>
          </ac:spMkLst>
        </pc:spChg>
        <pc:spChg chg="del">
          <ac:chgData name="Zheng Fei" userId="d19317889db4c986" providerId="LiveId" clId="{37C411E6-F533-4B60-A268-08550A119E45}" dt="2022-03-14T11:44:18.505" v="6" actId="478"/>
          <ac:spMkLst>
            <pc:docMk/>
            <pc:sldMk cId="4287553338" sldId="377"/>
            <ac:spMk id="29" creationId="{6C19BAB9-D29D-9147-B9B8-6AF51B0B7D38}"/>
          </ac:spMkLst>
        </pc:spChg>
        <pc:spChg chg="del">
          <ac:chgData name="Zheng Fei" userId="d19317889db4c986" providerId="LiveId" clId="{37C411E6-F533-4B60-A268-08550A119E45}" dt="2022-03-14T11:44:18.505" v="6" actId="478"/>
          <ac:spMkLst>
            <pc:docMk/>
            <pc:sldMk cId="4287553338" sldId="377"/>
            <ac:spMk id="30" creationId="{F15952B3-4181-2842-8A0C-757BCAA635DD}"/>
          </ac:spMkLst>
        </pc:spChg>
        <pc:spChg chg="mod">
          <ac:chgData name="Zheng Fei" userId="d19317889db4c986" providerId="LiveId" clId="{37C411E6-F533-4B60-A268-08550A119E45}" dt="2022-03-14T11:49:09.702" v="145" actId="1036"/>
          <ac:spMkLst>
            <pc:docMk/>
            <pc:sldMk cId="4287553338" sldId="377"/>
            <ac:spMk id="31" creationId="{C07E03EA-56C8-A340-A6FF-A0591F17F9D9}"/>
          </ac:spMkLst>
        </pc:spChg>
        <pc:spChg chg="mod">
          <ac:chgData name="Zheng Fei" userId="d19317889db4c986" providerId="LiveId" clId="{37C411E6-F533-4B60-A268-08550A119E45}" dt="2022-03-14T11:49:09.702" v="145" actId="1036"/>
          <ac:spMkLst>
            <pc:docMk/>
            <pc:sldMk cId="4287553338" sldId="377"/>
            <ac:spMk id="32" creationId="{6DE68062-3EF7-B741-8D0A-11F9FB87FADC}"/>
          </ac:spMkLst>
        </pc:spChg>
        <pc:spChg chg="mod">
          <ac:chgData name="Zheng Fei" userId="d19317889db4c986" providerId="LiveId" clId="{37C411E6-F533-4B60-A268-08550A119E45}" dt="2022-03-14T11:49:09.702" v="145" actId="1036"/>
          <ac:spMkLst>
            <pc:docMk/>
            <pc:sldMk cId="4287553338" sldId="377"/>
            <ac:spMk id="33" creationId="{71FA5CB4-1F7D-CE4D-9B3F-58A8B5E9C16E}"/>
          </ac:spMkLst>
        </pc:spChg>
        <pc:spChg chg="add mod">
          <ac:chgData name="Zheng Fei" userId="d19317889db4c986" providerId="LiveId" clId="{37C411E6-F533-4B60-A268-08550A119E45}" dt="2022-03-14T11:49:23.370" v="152" actId="20577"/>
          <ac:spMkLst>
            <pc:docMk/>
            <pc:sldMk cId="4287553338" sldId="377"/>
            <ac:spMk id="38" creationId="{4F641D1B-4CCA-445F-9D6D-252814BEFF5F}"/>
          </ac:spMkLst>
        </pc:spChg>
        <pc:spChg chg="add mod">
          <ac:chgData name="Zheng Fei" userId="d19317889db4c986" providerId="LiveId" clId="{37C411E6-F533-4B60-A268-08550A119E45}" dt="2022-03-14T12:21:28.667" v="457" actId="108"/>
          <ac:spMkLst>
            <pc:docMk/>
            <pc:sldMk cId="4287553338" sldId="377"/>
            <ac:spMk id="39" creationId="{9EF6ACDE-E21C-43DA-9F76-7B1254E3C0B7}"/>
          </ac:spMkLst>
        </pc:spChg>
        <pc:spChg chg="mod">
          <ac:chgData name="Zheng Fei" userId="d19317889db4c986" providerId="LiveId" clId="{37C411E6-F533-4B60-A268-08550A119E45}" dt="2022-03-14T11:49:09.702" v="145" actId="1036"/>
          <ac:spMkLst>
            <pc:docMk/>
            <pc:sldMk cId="4287553338" sldId="377"/>
            <ac:spMk id="42" creationId="{CB7CDE83-CEC6-734E-A403-3E67515E0D29}"/>
          </ac:spMkLst>
        </pc:spChg>
        <pc:picChg chg="mod modCrop">
          <ac:chgData name="Zheng Fei" userId="d19317889db4c986" providerId="LiveId" clId="{37C411E6-F533-4B60-A268-08550A119E45}" dt="2022-03-14T12:00:05.563" v="173" actId="732"/>
          <ac:picMkLst>
            <pc:docMk/>
            <pc:sldMk cId="4287553338" sldId="377"/>
            <ac:picMk id="3" creationId="{B84C8F4F-4640-CF4C-8D61-89BC2895B5D9}"/>
          </ac:picMkLst>
        </pc:picChg>
        <pc:picChg chg="add del mod modCrop">
          <ac:chgData name="Zheng Fei" userId="d19317889db4c986" providerId="LiveId" clId="{37C411E6-F533-4B60-A268-08550A119E45}" dt="2022-03-14T11:47:34.823" v="93" actId="478"/>
          <ac:picMkLst>
            <pc:docMk/>
            <pc:sldMk cId="4287553338" sldId="377"/>
            <ac:picMk id="35" creationId="{AB8E8EC0-9F1A-4B9A-809A-155A189A893B}"/>
          </ac:picMkLst>
        </pc:picChg>
        <pc:cxnChg chg="del mod">
          <ac:chgData name="Zheng Fei" userId="d19317889db4c986" providerId="LiveId" clId="{37C411E6-F533-4B60-A268-08550A119E45}" dt="2022-03-14T11:44:18.505" v="6" actId="478"/>
          <ac:cxnSpMkLst>
            <pc:docMk/>
            <pc:sldMk cId="4287553338" sldId="377"/>
            <ac:cxnSpMk id="14" creationId="{5739FD9B-6E78-544F-B72C-02C192FD6D76}"/>
          </ac:cxnSpMkLst>
        </pc:cxnChg>
        <pc:cxnChg chg="add del">
          <ac:chgData name="Zheng Fei" userId="d19317889db4c986" providerId="LiveId" clId="{37C411E6-F533-4B60-A268-08550A119E45}" dt="2022-03-14T11:47:32.934" v="92" actId="11529"/>
          <ac:cxnSpMkLst>
            <pc:docMk/>
            <pc:sldMk cId="4287553338" sldId="377"/>
            <ac:cxnSpMk id="18" creationId="{CF8665C9-CCF5-4F3C-A21B-792D2A700CC0}"/>
          </ac:cxnSpMkLst>
        </pc:cxnChg>
        <pc:cxnChg chg="del mod">
          <ac:chgData name="Zheng Fei" userId="d19317889db4c986" providerId="LiveId" clId="{37C411E6-F533-4B60-A268-08550A119E45}" dt="2022-03-14T11:44:18.505" v="6" actId="478"/>
          <ac:cxnSpMkLst>
            <pc:docMk/>
            <pc:sldMk cId="4287553338" sldId="377"/>
            <ac:cxnSpMk id="19" creationId="{6DC9B59C-581A-D34F-8266-B185A28984B2}"/>
          </ac:cxnSpMkLst>
        </pc:cxnChg>
        <pc:cxnChg chg="del mod">
          <ac:chgData name="Zheng Fei" userId="d19317889db4c986" providerId="LiveId" clId="{37C411E6-F533-4B60-A268-08550A119E45}" dt="2022-03-14T11:44:18.505" v="6" actId="478"/>
          <ac:cxnSpMkLst>
            <pc:docMk/>
            <pc:sldMk cId="4287553338" sldId="377"/>
            <ac:cxnSpMk id="23" creationId="{AC168F0D-314D-BE41-90F1-C0ABD537F63D}"/>
          </ac:cxnSpMkLst>
        </pc:cxnChg>
        <pc:cxnChg chg="del mod">
          <ac:chgData name="Zheng Fei" userId="d19317889db4c986" providerId="LiveId" clId="{37C411E6-F533-4B60-A268-08550A119E45}" dt="2022-03-14T11:44:18.505" v="6" actId="478"/>
          <ac:cxnSpMkLst>
            <pc:docMk/>
            <pc:sldMk cId="4287553338" sldId="377"/>
            <ac:cxnSpMk id="27" creationId="{AAB8F799-EFB5-C747-B5BA-C80ECBBB5B2B}"/>
          </ac:cxnSpMkLst>
        </pc:cxnChg>
        <pc:cxnChg chg="mod">
          <ac:chgData name="Zheng Fei" userId="d19317889db4c986" providerId="LiveId" clId="{37C411E6-F533-4B60-A268-08550A119E45}" dt="2022-03-14T11:49:09.702" v="145" actId="1036"/>
          <ac:cxnSpMkLst>
            <pc:docMk/>
            <pc:sldMk cId="4287553338" sldId="377"/>
            <ac:cxnSpMk id="34" creationId="{66C202D8-F89B-1641-893B-8F91E4D97787}"/>
          </ac:cxnSpMkLst>
        </pc:cxnChg>
      </pc:sldChg>
      <pc:sldChg chg="addSp delSp modSp mod ord">
        <pc:chgData name="Zheng Fei" userId="d19317889db4c986" providerId="LiveId" clId="{37C411E6-F533-4B60-A268-08550A119E45}" dt="2022-03-14T12:21:25.920" v="456" actId="108"/>
        <pc:sldMkLst>
          <pc:docMk/>
          <pc:sldMk cId="1290878368" sldId="378"/>
        </pc:sldMkLst>
        <pc:spChg chg="add mod">
          <ac:chgData name="Zheng Fei" userId="d19317889db4c986" providerId="LiveId" clId="{37C411E6-F533-4B60-A268-08550A119E45}" dt="2022-03-14T11:51:01.098" v="170" actId="14100"/>
          <ac:spMkLst>
            <pc:docMk/>
            <pc:sldMk cId="1290878368" sldId="378"/>
            <ac:spMk id="4" creationId="{5A1CBED0-41D3-4626-A86F-075209E87A4F}"/>
          </ac:spMkLst>
        </pc:spChg>
        <pc:spChg chg="del">
          <ac:chgData name="Zheng Fei" userId="d19317889db4c986" providerId="LiveId" clId="{37C411E6-F533-4B60-A268-08550A119E45}" dt="2022-03-14T11:48:52.889" v="106" actId="21"/>
          <ac:spMkLst>
            <pc:docMk/>
            <pc:sldMk cId="1290878368" sldId="378"/>
            <ac:spMk id="8" creationId="{35CB490F-3552-4852-A724-AB3A787F7EDA}"/>
          </ac:spMkLst>
        </pc:spChg>
        <pc:spChg chg="mod">
          <ac:chgData name="Zheng Fei" userId="d19317889db4c986" providerId="LiveId" clId="{37C411E6-F533-4B60-A268-08550A119E45}" dt="2022-03-14T11:50:09.471" v="159" actId="571"/>
          <ac:spMkLst>
            <pc:docMk/>
            <pc:sldMk cId="1290878368" sldId="378"/>
            <ac:spMk id="12" creationId="{0C6E3746-EC8A-4B8B-9FC8-E217C3FA53C5}"/>
          </ac:spMkLst>
        </pc:spChg>
        <pc:spChg chg="add mod">
          <ac:chgData name="Zheng Fei" userId="d19317889db4c986" providerId="LiveId" clId="{37C411E6-F533-4B60-A268-08550A119E45}" dt="2022-03-14T12:21:25.920" v="456" actId="108"/>
          <ac:spMkLst>
            <pc:docMk/>
            <pc:sldMk cId="1290878368" sldId="378"/>
            <ac:spMk id="13" creationId="{B935B58F-FD04-4910-BAFA-1E7C599F646A}"/>
          </ac:spMkLst>
        </pc:spChg>
        <pc:grpChg chg="mod">
          <ac:chgData name="Zheng Fei" userId="d19317889db4c986" providerId="LiveId" clId="{37C411E6-F533-4B60-A268-08550A119E45}" dt="2022-03-14T11:50:13.066" v="160" actId="164"/>
          <ac:grpSpMkLst>
            <pc:docMk/>
            <pc:sldMk cId="1290878368" sldId="378"/>
            <ac:grpSpMk id="2" creationId="{A72EEB96-0C5D-4745-A0D7-2E72D9C6F14A}"/>
          </ac:grpSpMkLst>
        </pc:grpChg>
        <pc:grpChg chg="add mod">
          <ac:chgData name="Zheng Fei" userId="d19317889db4c986" providerId="LiveId" clId="{37C411E6-F533-4B60-A268-08550A119E45}" dt="2022-03-14T12:01:09.544" v="218" actId="1036"/>
          <ac:grpSpMkLst>
            <pc:docMk/>
            <pc:sldMk cId="1290878368" sldId="378"/>
            <ac:grpSpMk id="5" creationId="{093CF717-3BB4-472A-9358-CC0DF78BFBD4}"/>
          </ac:grpSpMkLst>
        </pc:grpChg>
        <pc:grpChg chg="add mod">
          <ac:chgData name="Zheng Fei" userId="d19317889db4c986" providerId="LiveId" clId="{37C411E6-F533-4B60-A268-08550A119E45}" dt="2022-03-14T11:50:09.471" v="159" actId="571"/>
          <ac:grpSpMkLst>
            <pc:docMk/>
            <pc:sldMk cId="1290878368" sldId="378"/>
            <ac:grpSpMk id="10" creationId="{9E0D20CC-873B-4342-BEE1-FB9D4605A6B0}"/>
          </ac:grpSpMkLst>
        </pc:grpChg>
        <pc:picChg chg="mod modCrop">
          <ac:chgData name="Zheng Fei" userId="d19317889db4c986" providerId="LiveId" clId="{37C411E6-F533-4B60-A268-08550A119E45}" dt="2022-03-14T11:50:32.595" v="164" actId="732"/>
          <ac:picMkLst>
            <pc:docMk/>
            <pc:sldMk cId="1290878368" sldId="378"/>
            <ac:picMk id="3" creationId="{C37EC877-C88F-984D-8A02-03E843ED5233}"/>
          </ac:picMkLst>
        </pc:picChg>
        <pc:picChg chg="mod">
          <ac:chgData name="Zheng Fei" userId="d19317889db4c986" providerId="LiveId" clId="{37C411E6-F533-4B60-A268-08550A119E45}" dt="2022-03-14T11:51:11.080" v="172" actId="1076"/>
          <ac:picMkLst>
            <pc:docMk/>
            <pc:sldMk cId="1290878368" sldId="378"/>
            <ac:picMk id="9" creationId="{DFE271A8-8159-4084-8A88-89E9C9F2BE48}"/>
          </ac:picMkLst>
        </pc:picChg>
        <pc:picChg chg="mod">
          <ac:chgData name="Zheng Fei" userId="d19317889db4c986" providerId="LiveId" clId="{37C411E6-F533-4B60-A268-08550A119E45}" dt="2022-03-14T11:50:09.471" v="159" actId="571"/>
          <ac:picMkLst>
            <pc:docMk/>
            <pc:sldMk cId="1290878368" sldId="378"/>
            <ac:picMk id="11" creationId="{079FA060-0B5D-498B-A262-8F53C8744A6C}"/>
          </ac:picMkLst>
        </pc:picChg>
      </pc:sldChg>
      <pc:sldChg chg="del">
        <pc:chgData name="Zheng Fei" userId="d19317889db4c986" providerId="LiveId" clId="{37C411E6-F533-4B60-A268-08550A119E45}" dt="2022-03-14T11:40:19.406" v="0" actId="47"/>
        <pc:sldMkLst>
          <pc:docMk/>
          <pc:sldMk cId="3563483024" sldId="426"/>
        </pc:sldMkLst>
      </pc:sldChg>
      <pc:sldChg chg="addSp modSp mod">
        <pc:chgData name="Zheng Fei" userId="d19317889db4c986" providerId="LiveId" clId="{37C411E6-F533-4B60-A268-08550A119E45}" dt="2022-03-14T12:21:31.743" v="458" actId="108"/>
        <pc:sldMkLst>
          <pc:docMk/>
          <pc:sldMk cId="648539904" sldId="428"/>
        </pc:sldMkLst>
        <pc:spChg chg="add mod">
          <ac:chgData name="Zheng Fei" userId="d19317889db4c986" providerId="LiveId" clId="{37C411E6-F533-4B60-A268-08550A119E45}" dt="2022-03-14T12:21:31.743" v="458" actId="108"/>
          <ac:spMkLst>
            <pc:docMk/>
            <pc:sldMk cId="648539904" sldId="428"/>
            <ac:spMk id="2" creationId="{6F184E6F-0A43-4D58-AFC9-CA43BCFF267C}"/>
          </ac:spMkLst>
        </pc:spChg>
      </pc:sldChg>
      <pc:sldChg chg="addSp delSp modSp del mod delAnim">
        <pc:chgData name="Zheng Fei" userId="d19317889db4c986" providerId="LiveId" clId="{37C411E6-F533-4B60-A268-08550A119E45}" dt="2022-03-14T12:31:51.899" v="772" actId="2696"/>
        <pc:sldMkLst>
          <pc:docMk/>
          <pc:sldMk cId="1545397627" sldId="430"/>
        </pc:sldMkLst>
        <pc:spChg chg="del">
          <ac:chgData name="Zheng Fei" userId="d19317889db4c986" providerId="LiveId" clId="{37C411E6-F533-4B60-A268-08550A119E45}" dt="2022-03-14T12:18:34.092" v="360" actId="478"/>
          <ac:spMkLst>
            <pc:docMk/>
            <pc:sldMk cId="1545397627" sldId="430"/>
            <ac:spMk id="2" creationId="{0A5EFA2B-AB6B-41DA-87BD-74E04D9298F3}"/>
          </ac:spMkLst>
        </pc:spChg>
        <pc:spChg chg="mod">
          <ac:chgData name="Zheng Fei" userId="d19317889db4c986" providerId="LiveId" clId="{37C411E6-F533-4B60-A268-08550A119E45}" dt="2022-03-14T12:20:50.007" v="449" actId="255"/>
          <ac:spMkLst>
            <pc:docMk/>
            <pc:sldMk cId="1545397627" sldId="430"/>
            <ac:spMk id="3" creationId="{8F12820F-EEB0-4869-BD54-F9EF4FDBAFDE}"/>
          </ac:spMkLst>
        </pc:spChg>
        <pc:spChg chg="add mod">
          <ac:chgData name="Zheng Fei" userId="d19317889db4c986" providerId="LiveId" clId="{37C411E6-F533-4B60-A268-08550A119E45}" dt="2022-03-14T12:31:03.044" v="770" actId="20577"/>
          <ac:spMkLst>
            <pc:docMk/>
            <pc:sldMk cId="1545397627" sldId="430"/>
            <ac:spMk id="4" creationId="{21131E15-2D62-4289-B93F-07B65F6829FE}"/>
          </ac:spMkLst>
        </pc:spChg>
      </pc:sldChg>
      <pc:sldChg chg="modSp add mod">
        <pc:chgData name="Zheng Fei" userId="d19317889db4c986" providerId="LiveId" clId="{37C411E6-F533-4B60-A268-08550A119E45}" dt="2022-03-14T13:21:42.685" v="1327"/>
        <pc:sldMkLst>
          <pc:docMk/>
          <pc:sldMk cId="3250918198" sldId="430"/>
        </pc:sldMkLst>
        <pc:spChg chg="mod">
          <ac:chgData name="Zheng Fei" userId="d19317889db4c986" providerId="LiveId" clId="{37C411E6-F533-4B60-A268-08550A119E45}" dt="2022-03-14T12:31:59.780" v="774" actId="20577"/>
          <ac:spMkLst>
            <pc:docMk/>
            <pc:sldMk cId="3250918198" sldId="430"/>
            <ac:spMk id="3" creationId="{8F12820F-EEB0-4869-BD54-F9EF4FDBAFDE}"/>
          </ac:spMkLst>
        </pc:spChg>
        <pc:spChg chg="mod">
          <ac:chgData name="Zheng Fei" userId="d19317889db4c986" providerId="LiveId" clId="{37C411E6-F533-4B60-A268-08550A119E45}" dt="2022-03-14T13:21:42.685" v="1327"/>
          <ac:spMkLst>
            <pc:docMk/>
            <pc:sldMk cId="3250918198" sldId="430"/>
            <ac:spMk id="4" creationId="{21131E15-2D62-4289-B93F-07B65F6829FE}"/>
          </ac:spMkLst>
        </pc:spChg>
      </pc:sldChg>
      <pc:sldChg chg="addSp delSp modSp mod modAnim">
        <pc:chgData name="Zheng Fei" userId="d19317889db4c986" providerId="LiveId" clId="{37C411E6-F533-4B60-A268-08550A119E45}" dt="2022-03-14T12:21:17.064" v="455" actId="108"/>
        <pc:sldMkLst>
          <pc:docMk/>
          <pc:sldMk cId="2283196572" sldId="431"/>
        </pc:sldMkLst>
        <pc:spChg chg="mod">
          <ac:chgData name="Zheng Fei" userId="d19317889db4c986" providerId="LiveId" clId="{37C411E6-F533-4B60-A268-08550A119E45}" dt="2022-03-14T12:11:48.417" v="323" actId="164"/>
          <ac:spMkLst>
            <pc:docMk/>
            <pc:sldMk cId="2283196572" sldId="431"/>
            <ac:spMk id="5" creationId="{A52F3836-333F-3940-822F-EA9D72C6C35E}"/>
          </ac:spMkLst>
        </pc:spChg>
        <pc:spChg chg="mod">
          <ac:chgData name="Zheng Fei" userId="d19317889db4c986" providerId="LiveId" clId="{37C411E6-F533-4B60-A268-08550A119E45}" dt="2022-03-14T12:12:06.205" v="326" actId="1076"/>
          <ac:spMkLst>
            <pc:docMk/>
            <pc:sldMk cId="2283196572" sldId="431"/>
            <ac:spMk id="11" creationId="{C5256CF8-1ED1-4178-9093-43B01B45238A}"/>
          </ac:spMkLst>
        </pc:spChg>
        <pc:spChg chg="mod">
          <ac:chgData name="Zheng Fei" userId="d19317889db4c986" providerId="LiveId" clId="{37C411E6-F533-4B60-A268-08550A119E45}" dt="2022-03-14T12:12:06.205" v="326" actId="1076"/>
          <ac:spMkLst>
            <pc:docMk/>
            <pc:sldMk cId="2283196572" sldId="431"/>
            <ac:spMk id="12" creationId="{6C21A081-8620-4757-8530-AC45EBBF50EA}"/>
          </ac:spMkLst>
        </pc:spChg>
        <pc:spChg chg="mod">
          <ac:chgData name="Zheng Fei" userId="d19317889db4c986" providerId="LiveId" clId="{37C411E6-F533-4B60-A268-08550A119E45}" dt="2022-03-14T12:11:48.417" v="323" actId="164"/>
          <ac:spMkLst>
            <pc:docMk/>
            <pc:sldMk cId="2283196572" sldId="431"/>
            <ac:spMk id="13" creationId="{68367E82-DBCC-4C7F-8C94-1E06EE5B3001}"/>
          </ac:spMkLst>
        </pc:spChg>
        <pc:spChg chg="mod">
          <ac:chgData name="Zheng Fei" userId="d19317889db4c986" providerId="LiveId" clId="{37C411E6-F533-4B60-A268-08550A119E45}" dt="2022-03-14T12:21:17.064" v="455" actId="108"/>
          <ac:spMkLst>
            <pc:docMk/>
            <pc:sldMk cId="2283196572" sldId="431"/>
            <ac:spMk id="14" creationId="{098FDBB9-4607-4890-9F39-3EDE18522E08}"/>
          </ac:spMkLst>
        </pc:spChg>
        <pc:spChg chg="add mod">
          <ac:chgData name="Zheng Fei" userId="d19317889db4c986" providerId="LiveId" clId="{37C411E6-F533-4B60-A268-08550A119E45}" dt="2022-03-14T12:21:13.807" v="454" actId="108"/>
          <ac:spMkLst>
            <pc:docMk/>
            <pc:sldMk cId="2283196572" sldId="431"/>
            <ac:spMk id="15" creationId="{EF06E473-93BE-448D-9E7E-CAC944E3C2D6}"/>
          </ac:spMkLst>
        </pc:spChg>
        <pc:grpChg chg="add mod">
          <ac:chgData name="Zheng Fei" userId="d19317889db4c986" providerId="LiveId" clId="{37C411E6-F533-4B60-A268-08550A119E45}" dt="2022-03-14T12:12:06.205" v="326" actId="1076"/>
          <ac:grpSpMkLst>
            <pc:docMk/>
            <pc:sldMk cId="2283196572" sldId="431"/>
            <ac:grpSpMk id="2" creationId="{497DAE3B-EEDE-454A-AA40-94368C3CA9E4}"/>
          </ac:grpSpMkLst>
        </pc:grpChg>
        <pc:graphicFrameChg chg="add mod">
          <ac:chgData name="Zheng Fei" userId="d19317889db4c986" providerId="LiveId" clId="{37C411E6-F533-4B60-A268-08550A119E45}" dt="2022-03-14T12:12:12.202" v="327" actId="1076"/>
          <ac:graphicFrameMkLst>
            <pc:docMk/>
            <pc:sldMk cId="2283196572" sldId="431"/>
            <ac:graphicFrameMk id="16" creationId="{8448B3B7-7354-4D84-8419-1639CFA547F2}"/>
          </ac:graphicFrameMkLst>
        </pc:graphicFrameChg>
        <pc:graphicFrameChg chg="add mod">
          <ac:chgData name="Zheng Fei" userId="d19317889db4c986" providerId="LiveId" clId="{37C411E6-F533-4B60-A268-08550A119E45}" dt="2022-03-14T12:12:12.202" v="327" actId="1076"/>
          <ac:graphicFrameMkLst>
            <pc:docMk/>
            <pc:sldMk cId="2283196572" sldId="431"/>
            <ac:graphicFrameMk id="17" creationId="{D95B190C-9A02-434F-81AA-CBCB02373B7F}"/>
          </ac:graphicFrameMkLst>
        </pc:graphicFrameChg>
        <pc:picChg chg="mod">
          <ac:chgData name="Zheng Fei" userId="d19317889db4c986" providerId="LiveId" clId="{37C411E6-F533-4B60-A268-08550A119E45}" dt="2022-03-14T12:11:48.417" v="323" actId="164"/>
          <ac:picMkLst>
            <pc:docMk/>
            <pc:sldMk cId="2283196572" sldId="431"/>
            <ac:picMk id="6" creationId="{3D4BAD13-980C-B948-8D96-B1879CD9E978}"/>
          </ac:picMkLst>
        </pc:picChg>
        <pc:picChg chg="del">
          <ac:chgData name="Zheng Fei" userId="d19317889db4c986" providerId="LiveId" clId="{37C411E6-F533-4B60-A268-08550A119E45}" dt="2022-03-14T12:10:37.932" v="305" actId="478"/>
          <ac:picMkLst>
            <pc:docMk/>
            <pc:sldMk cId="2283196572" sldId="431"/>
            <ac:picMk id="8" creationId="{5ABF9374-F8F6-4BB1-AC4B-A7F38ADFEA8B}"/>
          </ac:picMkLst>
        </pc:picChg>
        <pc:picChg chg="del">
          <ac:chgData name="Zheng Fei" userId="d19317889db4c986" providerId="LiveId" clId="{37C411E6-F533-4B60-A268-08550A119E45}" dt="2022-03-14T12:10:39.163" v="306" actId="478"/>
          <ac:picMkLst>
            <pc:docMk/>
            <pc:sldMk cId="2283196572" sldId="431"/>
            <ac:picMk id="9" creationId="{ACCDE68E-C1BA-4A7B-B08A-4446BA87A7A0}"/>
          </ac:picMkLst>
        </pc:picChg>
      </pc:sldChg>
      <pc:sldChg chg="addSp delSp modSp mod">
        <pc:chgData name="Zheng Fei" userId="d19317889db4c986" providerId="LiveId" clId="{37C411E6-F533-4B60-A268-08550A119E45}" dt="2022-03-14T12:21:07.754" v="453" actId="108"/>
        <pc:sldMkLst>
          <pc:docMk/>
          <pc:sldMk cId="2623137490" sldId="432"/>
        </pc:sldMkLst>
        <pc:spChg chg="add del mod">
          <ac:chgData name="Zheng Fei" userId="d19317889db4c986" providerId="LiveId" clId="{37C411E6-F533-4B60-A268-08550A119E45}" dt="2022-03-14T12:21:07.754" v="453" actId="108"/>
          <ac:spMkLst>
            <pc:docMk/>
            <pc:sldMk cId="2623137490" sldId="432"/>
            <ac:spMk id="2" creationId="{83C02966-F588-45EF-840C-9F7C8CDBF82A}"/>
          </ac:spMkLst>
        </pc:spChg>
        <pc:spChg chg="add del mod">
          <ac:chgData name="Zheng Fei" userId="d19317889db4c986" providerId="LiveId" clId="{37C411E6-F533-4B60-A268-08550A119E45}" dt="2022-03-14T12:13:17.423" v="349" actId="767"/>
          <ac:spMkLst>
            <pc:docMk/>
            <pc:sldMk cId="2623137490" sldId="432"/>
            <ac:spMk id="4" creationId="{9195EF03-087B-4FA8-B7CA-068C78773327}"/>
          </ac:spMkLst>
        </pc:spChg>
        <pc:spChg chg="del mod">
          <ac:chgData name="Zheng Fei" userId="d19317889db4c986" providerId="LiveId" clId="{37C411E6-F533-4B60-A268-08550A119E45}" dt="2022-03-14T12:12:47.540" v="330"/>
          <ac:spMkLst>
            <pc:docMk/>
            <pc:sldMk cId="2623137490" sldId="432"/>
            <ac:spMk id="7" creationId="{8B2EFF78-6300-46C3-ACD0-3E397D28E755}"/>
          </ac:spMkLst>
        </pc:spChg>
        <pc:picChg chg="mod">
          <ac:chgData name="Zheng Fei" userId="d19317889db4c986" providerId="LiveId" clId="{37C411E6-F533-4B60-A268-08550A119E45}" dt="2022-03-14T12:14:32.135" v="355"/>
          <ac:picMkLst>
            <pc:docMk/>
            <pc:sldMk cId="2623137490" sldId="432"/>
            <ac:picMk id="5" creationId="{4EDA5563-689D-48B3-8476-0AC324E4DDCB}"/>
          </ac:picMkLst>
        </pc:picChg>
      </pc:sldChg>
      <pc:sldChg chg="modSp mod">
        <pc:chgData name="Zheng Fei" userId="d19317889db4c986" providerId="LiveId" clId="{37C411E6-F533-4B60-A268-08550A119E45}" dt="2022-03-14T13:15:16.493" v="1274" actId="1076"/>
        <pc:sldMkLst>
          <pc:docMk/>
          <pc:sldMk cId="815936616" sldId="433"/>
        </pc:sldMkLst>
        <pc:spChg chg="mod">
          <ac:chgData name="Zheng Fei" userId="d19317889db4c986" providerId="LiveId" clId="{37C411E6-F533-4B60-A268-08550A119E45}" dt="2022-03-14T13:15:16.493" v="1274" actId="1076"/>
          <ac:spMkLst>
            <pc:docMk/>
            <pc:sldMk cId="815936616" sldId="433"/>
            <ac:spMk id="6" creationId="{6395D8E0-74B2-4373-B9A4-5E0EA684FD27}"/>
          </ac:spMkLst>
        </pc:spChg>
      </pc:sldChg>
      <pc:sldChg chg="modSp add mod">
        <pc:chgData name="Zheng Fei" userId="d19317889db4c986" providerId="LiveId" clId="{37C411E6-F533-4B60-A268-08550A119E45}" dt="2022-03-14T12:32:03.795" v="775" actId="20577"/>
        <pc:sldMkLst>
          <pc:docMk/>
          <pc:sldMk cId="829339852" sldId="435"/>
        </pc:sldMkLst>
        <pc:spChg chg="mod">
          <ac:chgData name="Zheng Fei" userId="d19317889db4c986" providerId="LiveId" clId="{37C411E6-F533-4B60-A268-08550A119E45}" dt="2022-03-14T12:32:03.795" v="775" actId="20577"/>
          <ac:spMkLst>
            <pc:docMk/>
            <pc:sldMk cId="829339852" sldId="435"/>
            <ac:spMk id="6" creationId="{90382EC7-F5EB-4828-9AE3-9EB95237F9A5}"/>
          </ac:spMkLst>
        </pc:spChg>
      </pc:sldChg>
      <pc:sldChg chg="modSp del mod">
        <pc:chgData name="Zheng Fei" userId="d19317889db4c986" providerId="LiveId" clId="{37C411E6-F533-4B60-A268-08550A119E45}" dt="2022-03-14T12:31:51.899" v="772" actId="2696"/>
        <pc:sldMkLst>
          <pc:docMk/>
          <pc:sldMk cId="1200852329" sldId="435"/>
        </pc:sldMkLst>
        <pc:spChg chg="mod">
          <ac:chgData name="Zheng Fei" userId="d19317889db4c986" providerId="LiveId" clId="{37C411E6-F533-4B60-A268-08550A119E45}" dt="2022-03-14T12:31:34.610" v="771" actId="108"/>
          <ac:spMkLst>
            <pc:docMk/>
            <pc:sldMk cId="1200852329" sldId="435"/>
            <ac:spMk id="6" creationId="{90382EC7-F5EB-4828-9AE3-9EB95237F9A5}"/>
          </ac:spMkLst>
        </pc:spChg>
      </pc:sldChg>
      <pc:sldChg chg="del">
        <pc:chgData name="Zheng Fei" userId="d19317889db4c986" providerId="LiveId" clId="{37C411E6-F533-4B60-A268-08550A119E45}" dt="2022-03-14T12:54:54.483" v="1103" actId="47"/>
        <pc:sldMkLst>
          <pc:docMk/>
          <pc:sldMk cId="2239725862" sldId="437"/>
        </pc:sldMkLst>
      </pc:sldChg>
      <pc:sldChg chg="modSp mod">
        <pc:chgData name="Zheng Fei" userId="d19317889db4c986" providerId="LiveId" clId="{37C411E6-F533-4B60-A268-08550A119E45}" dt="2022-03-14T12:45:29.487" v="1063" actId="20577"/>
        <pc:sldMkLst>
          <pc:docMk/>
          <pc:sldMk cId="2171745277" sldId="440"/>
        </pc:sldMkLst>
        <pc:spChg chg="mod">
          <ac:chgData name="Zheng Fei" userId="d19317889db4c986" providerId="LiveId" clId="{37C411E6-F533-4B60-A268-08550A119E45}" dt="2022-03-14T12:45:29.487" v="1063" actId="20577"/>
          <ac:spMkLst>
            <pc:docMk/>
            <pc:sldMk cId="2171745277" sldId="440"/>
            <ac:spMk id="9" creationId="{BAE77D7E-DB1F-4F20-A33F-283C5AAB786B}"/>
          </ac:spMkLst>
        </pc:spChg>
      </pc:sldChg>
      <pc:sldChg chg="modSp mod modAnim">
        <pc:chgData name="Zheng Fei" userId="d19317889db4c986" providerId="LiveId" clId="{37C411E6-F533-4B60-A268-08550A119E45}" dt="2022-03-14T12:44:59.692" v="1062" actId="20577"/>
        <pc:sldMkLst>
          <pc:docMk/>
          <pc:sldMk cId="3621793630" sldId="441"/>
        </pc:sldMkLst>
        <pc:spChg chg="mod">
          <ac:chgData name="Zheng Fei" userId="d19317889db4c986" providerId="LiveId" clId="{37C411E6-F533-4B60-A268-08550A119E45}" dt="2022-03-14T12:44:59.692" v="1062" actId="20577"/>
          <ac:spMkLst>
            <pc:docMk/>
            <pc:sldMk cId="3621793630" sldId="441"/>
            <ac:spMk id="2" creationId="{0A5EFA2B-AB6B-41DA-87BD-74E04D9298F3}"/>
          </ac:spMkLst>
        </pc:spChg>
        <pc:spChg chg="mod">
          <ac:chgData name="Zheng Fei" userId="d19317889db4c986" providerId="LiveId" clId="{37C411E6-F533-4B60-A268-08550A119E45}" dt="2022-03-14T12:34:37.397" v="787" actId="20577"/>
          <ac:spMkLst>
            <pc:docMk/>
            <pc:sldMk cId="3621793630" sldId="441"/>
            <ac:spMk id="3" creationId="{60334145-7F5F-4872-945F-39A7C54C6F6D}"/>
          </ac:spMkLst>
        </pc:spChg>
      </pc:sldChg>
      <pc:sldChg chg="delSp modSp mod">
        <pc:chgData name="Zheng Fei" userId="d19317889db4c986" providerId="LiveId" clId="{37C411E6-F533-4B60-A268-08550A119E45}" dt="2022-03-14T12:49:43.099" v="1086" actId="14100"/>
        <pc:sldMkLst>
          <pc:docMk/>
          <pc:sldMk cId="2507984467" sldId="443"/>
        </pc:sldMkLst>
        <pc:spChg chg="mod">
          <ac:chgData name="Zheng Fei" userId="d19317889db4c986" providerId="LiveId" clId="{37C411E6-F533-4B60-A268-08550A119E45}" dt="2022-03-14T12:49:43.099" v="1086" actId="14100"/>
          <ac:spMkLst>
            <pc:docMk/>
            <pc:sldMk cId="2507984467" sldId="443"/>
            <ac:spMk id="2" creationId="{EA74EBED-2EE2-4E33-B4F5-47356DD90FC1}"/>
          </ac:spMkLst>
        </pc:spChg>
        <pc:picChg chg="del">
          <ac:chgData name="Zheng Fei" userId="d19317889db4c986" providerId="LiveId" clId="{37C411E6-F533-4B60-A268-08550A119E45}" dt="2022-03-14T12:49:09.297" v="1073" actId="478"/>
          <ac:picMkLst>
            <pc:docMk/>
            <pc:sldMk cId="2507984467" sldId="443"/>
            <ac:picMk id="3" creationId="{CCE1AD29-6971-4B37-A452-9B6AB465F5B4}"/>
          </ac:picMkLst>
        </pc:picChg>
      </pc:sldChg>
      <pc:sldChg chg="addSp modSp mod">
        <pc:chgData name="Zheng Fei" userId="d19317889db4c986" providerId="LiveId" clId="{37C411E6-F533-4B60-A268-08550A119E45}" dt="2022-03-14T12:54:31.770" v="1101" actId="255"/>
        <pc:sldMkLst>
          <pc:docMk/>
          <pc:sldMk cId="4044105362" sldId="444"/>
        </pc:sldMkLst>
        <pc:spChg chg="add mod">
          <ac:chgData name="Zheng Fei" userId="d19317889db4c986" providerId="LiveId" clId="{37C411E6-F533-4B60-A268-08550A119E45}" dt="2022-03-14T12:54:31.770" v="1101" actId="255"/>
          <ac:spMkLst>
            <pc:docMk/>
            <pc:sldMk cId="4044105362" sldId="444"/>
            <ac:spMk id="6" creationId="{C0FAEE65-7F0D-433C-9242-53B6516C2D56}"/>
          </ac:spMkLst>
        </pc:spChg>
        <pc:picChg chg="mod modCrop">
          <ac:chgData name="Zheng Fei" userId="d19317889db4c986" providerId="LiveId" clId="{37C411E6-F533-4B60-A268-08550A119E45}" dt="2022-03-14T12:54:12.174" v="1093" actId="732"/>
          <ac:picMkLst>
            <pc:docMk/>
            <pc:sldMk cId="4044105362" sldId="444"/>
            <ac:picMk id="3" creationId="{5E0A42B5-5E4C-4C59-8D04-E3A7E47B7CD1}"/>
          </ac:picMkLst>
        </pc:picChg>
        <pc:picChg chg="add mod">
          <ac:chgData name="Zheng Fei" userId="d19317889db4c986" providerId="LiveId" clId="{37C411E6-F533-4B60-A268-08550A119E45}" dt="2022-03-14T12:54:16.110" v="1097" actId="962"/>
          <ac:picMkLst>
            <pc:docMk/>
            <pc:sldMk cId="4044105362" sldId="444"/>
            <ac:picMk id="5" creationId="{F35C1248-3F4D-4DB4-A266-0F919B71DFA1}"/>
          </ac:picMkLst>
        </pc:picChg>
      </pc:sldChg>
      <pc:sldChg chg="modSp mod">
        <pc:chgData name="Zheng Fei" userId="d19317889db4c986" providerId="LiveId" clId="{37C411E6-F533-4B60-A268-08550A119E45}" dt="2022-03-14T12:46:14.388" v="1066" actId="20577"/>
        <pc:sldMkLst>
          <pc:docMk/>
          <pc:sldMk cId="4198043349" sldId="445"/>
        </pc:sldMkLst>
        <pc:spChg chg="mod">
          <ac:chgData name="Zheng Fei" userId="d19317889db4c986" providerId="LiveId" clId="{37C411E6-F533-4B60-A268-08550A119E45}" dt="2022-03-14T12:32:35.330" v="781" actId="20577"/>
          <ac:spMkLst>
            <pc:docMk/>
            <pc:sldMk cId="4198043349" sldId="445"/>
            <ac:spMk id="3" creationId="{5DFEA44D-0B03-45F7-9229-7CF53DED6ED7}"/>
          </ac:spMkLst>
        </pc:spChg>
        <pc:spChg chg="mod">
          <ac:chgData name="Zheng Fei" userId="d19317889db4c986" providerId="LiveId" clId="{37C411E6-F533-4B60-A268-08550A119E45}" dt="2022-03-14T12:46:14.388" v="1066" actId="20577"/>
          <ac:spMkLst>
            <pc:docMk/>
            <pc:sldMk cId="4198043349" sldId="445"/>
            <ac:spMk id="25" creationId="{3968B10E-43B5-453B-844F-15BE4AD849F0}"/>
          </ac:spMkLst>
        </pc:spChg>
      </pc:sldChg>
      <pc:sldChg chg="addSp delSp modSp mod modAnim">
        <pc:chgData name="Zheng Fei" userId="d19317889db4c986" providerId="LiveId" clId="{37C411E6-F533-4B60-A268-08550A119E45}" dt="2022-03-14T12:48:23.070" v="1072"/>
        <pc:sldMkLst>
          <pc:docMk/>
          <pc:sldMk cId="205474179" sldId="446"/>
        </pc:sldMkLst>
        <pc:spChg chg="add mod">
          <ac:chgData name="Zheng Fei" userId="d19317889db4c986" providerId="LiveId" clId="{37C411E6-F533-4B60-A268-08550A119E45}" dt="2022-03-14T12:48:09.391" v="1071" actId="1076"/>
          <ac:spMkLst>
            <pc:docMk/>
            <pc:sldMk cId="205474179" sldId="446"/>
            <ac:spMk id="9" creationId="{C1FC3D62-9A49-40ED-BCEA-F52CAEF550A9}"/>
          </ac:spMkLst>
        </pc:spChg>
        <pc:spChg chg="add mod">
          <ac:chgData name="Zheng Fei" userId="d19317889db4c986" providerId="LiveId" clId="{37C411E6-F533-4B60-A268-08550A119E45}" dt="2022-03-14T12:48:09.391" v="1071" actId="1076"/>
          <ac:spMkLst>
            <pc:docMk/>
            <pc:sldMk cId="205474179" sldId="446"/>
            <ac:spMk id="10" creationId="{FBB5B7BC-3AAC-40CB-A044-F6695F288ECC}"/>
          </ac:spMkLst>
        </pc:spChg>
        <pc:spChg chg="add mod">
          <ac:chgData name="Zheng Fei" userId="d19317889db4c986" providerId="LiveId" clId="{37C411E6-F533-4B60-A268-08550A119E45}" dt="2022-03-14T12:48:09.391" v="1071" actId="1076"/>
          <ac:spMkLst>
            <pc:docMk/>
            <pc:sldMk cId="205474179" sldId="446"/>
            <ac:spMk id="11" creationId="{BEF33B0E-22D2-4D6E-B4BD-A2C8562A7019}"/>
          </ac:spMkLst>
        </pc:spChg>
        <pc:spChg chg="add mod">
          <ac:chgData name="Zheng Fei" userId="d19317889db4c986" providerId="LiveId" clId="{37C411E6-F533-4B60-A268-08550A119E45}" dt="2022-03-14T12:48:09.391" v="1071" actId="1076"/>
          <ac:spMkLst>
            <pc:docMk/>
            <pc:sldMk cId="205474179" sldId="446"/>
            <ac:spMk id="15" creationId="{4E933C11-BD81-49E7-950F-E1C8AECDFA8E}"/>
          </ac:spMkLst>
        </pc:spChg>
        <pc:spChg chg="add mod">
          <ac:chgData name="Zheng Fei" userId="d19317889db4c986" providerId="LiveId" clId="{37C411E6-F533-4B60-A268-08550A119E45}" dt="2022-03-14T12:48:09.391" v="1071" actId="1076"/>
          <ac:spMkLst>
            <pc:docMk/>
            <pc:sldMk cId="205474179" sldId="446"/>
            <ac:spMk id="16" creationId="{C7F86A5C-2031-459F-8149-2FB1A2038EE9}"/>
          </ac:spMkLst>
        </pc:spChg>
        <pc:spChg chg="add mod">
          <ac:chgData name="Zheng Fei" userId="d19317889db4c986" providerId="LiveId" clId="{37C411E6-F533-4B60-A268-08550A119E45}" dt="2022-03-14T12:48:09.391" v="1071" actId="1076"/>
          <ac:spMkLst>
            <pc:docMk/>
            <pc:sldMk cId="205474179" sldId="446"/>
            <ac:spMk id="17" creationId="{438F5D9C-FCDC-4A34-A6E0-A0B1DC102547}"/>
          </ac:spMkLst>
        </pc:spChg>
        <pc:graphicFrameChg chg="add mod">
          <ac:chgData name="Zheng Fei" userId="d19317889db4c986" providerId="LiveId" clId="{37C411E6-F533-4B60-A268-08550A119E45}" dt="2022-03-14T12:48:09.391" v="1071" actId="1076"/>
          <ac:graphicFrameMkLst>
            <pc:docMk/>
            <pc:sldMk cId="205474179" sldId="446"/>
            <ac:graphicFrameMk id="5" creationId="{971D2623-58F2-4F19-B67E-CEE01342E587}"/>
          </ac:graphicFrameMkLst>
        </pc:graphicFrameChg>
        <pc:graphicFrameChg chg="add mod">
          <ac:chgData name="Zheng Fei" userId="d19317889db4c986" providerId="LiveId" clId="{37C411E6-F533-4B60-A268-08550A119E45}" dt="2022-03-14T12:48:09.391" v="1071" actId="1076"/>
          <ac:graphicFrameMkLst>
            <pc:docMk/>
            <pc:sldMk cId="205474179" sldId="446"/>
            <ac:graphicFrameMk id="6" creationId="{52B4032A-9FEA-4EDC-B4FF-1242CD86146E}"/>
          </ac:graphicFrameMkLst>
        </pc:graphicFrameChg>
        <pc:graphicFrameChg chg="add mod">
          <ac:chgData name="Zheng Fei" userId="d19317889db4c986" providerId="LiveId" clId="{37C411E6-F533-4B60-A268-08550A119E45}" dt="2022-03-14T12:48:09.391" v="1071" actId="1076"/>
          <ac:graphicFrameMkLst>
            <pc:docMk/>
            <pc:sldMk cId="205474179" sldId="446"/>
            <ac:graphicFrameMk id="7" creationId="{510AA31D-9CF6-453F-8970-250B44DDD0EA}"/>
          </ac:graphicFrameMkLst>
        </pc:graphicFrameChg>
        <pc:graphicFrameChg chg="add mod">
          <ac:chgData name="Zheng Fei" userId="d19317889db4c986" providerId="LiveId" clId="{37C411E6-F533-4B60-A268-08550A119E45}" dt="2022-03-14T12:48:09.391" v="1071" actId="1076"/>
          <ac:graphicFrameMkLst>
            <pc:docMk/>
            <pc:sldMk cId="205474179" sldId="446"/>
            <ac:graphicFrameMk id="8" creationId="{6223A4FD-E761-415D-98A8-774F2F11D287}"/>
          </ac:graphicFrameMkLst>
        </pc:graphicFrameChg>
        <pc:graphicFrameChg chg="add mod">
          <ac:chgData name="Zheng Fei" userId="d19317889db4c986" providerId="LiveId" clId="{37C411E6-F533-4B60-A268-08550A119E45}" dt="2022-03-14T12:48:09.391" v="1071" actId="1076"/>
          <ac:graphicFrameMkLst>
            <pc:docMk/>
            <pc:sldMk cId="205474179" sldId="446"/>
            <ac:graphicFrameMk id="12" creationId="{C071D15A-25FE-4DF4-8E64-482D33C38390}"/>
          </ac:graphicFrameMkLst>
        </pc:graphicFrameChg>
        <pc:graphicFrameChg chg="add mod">
          <ac:chgData name="Zheng Fei" userId="d19317889db4c986" providerId="LiveId" clId="{37C411E6-F533-4B60-A268-08550A119E45}" dt="2022-03-14T12:48:09.391" v="1071" actId="1076"/>
          <ac:graphicFrameMkLst>
            <pc:docMk/>
            <pc:sldMk cId="205474179" sldId="446"/>
            <ac:graphicFrameMk id="13" creationId="{B7044ABC-9BA9-4292-8373-230C542EAA0E}"/>
          </ac:graphicFrameMkLst>
        </pc:graphicFrameChg>
        <pc:graphicFrameChg chg="add mod">
          <ac:chgData name="Zheng Fei" userId="d19317889db4c986" providerId="LiveId" clId="{37C411E6-F533-4B60-A268-08550A119E45}" dt="2022-03-14T12:48:09.391" v="1071" actId="1076"/>
          <ac:graphicFrameMkLst>
            <pc:docMk/>
            <pc:sldMk cId="205474179" sldId="446"/>
            <ac:graphicFrameMk id="14" creationId="{84E5AC5F-8849-4244-BE97-2B47329E7A96}"/>
          </ac:graphicFrameMkLst>
        </pc:graphicFrameChg>
        <pc:graphicFrameChg chg="add mod">
          <ac:chgData name="Zheng Fei" userId="d19317889db4c986" providerId="LiveId" clId="{37C411E6-F533-4B60-A268-08550A119E45}" dt="2022-03-14T12:48:09.391" v="1071" actId="1076"/>
          <ac:graphicFrameMkLst>
            <pc:docMk/>
            <pc:sldMk cId="205474179" sldId="446"/>
            <ac:graphicFrameMk id="18" creationId="{F1701F36-33F6-4536-A73D-A21ADCD0BAD2}"/>
          </ac:graphicFrameMkLst>
        </pc:graphicFrameChg>
        <pc:picChg chg="del">
          <ac:chgData name="Zheng Fei" userId="d19317889db4c986" providerId="LiveId" clId="{37C411E6-F533-4B60-A268-08550A119E45}" dt="2022-03-14T12:48:06.735" v="1069" actId="478"/>
          <ac:picMkLst>
            <pc:docMk/>
            <pc:sldMk cId="205474179" sldId="446"/>
            <ac:picMk id="4" creationId="{28593952-45AB-4C40-8719-F44A8CB91969}"/>
          </ac:picMkLst>
        </pc:picChg>
      </pc:sldChg>
      <pc:sldChg chg="addSp delSp modSp mod">
        <pc:chgData name="Zheng Fei" userId="d19317889db4c986" providerId="LiveId" clId="{37C411E6-F533-4B60-A268-08550A119E45}" dt="2022-03-14T13:03:31.536" v="1224"/>
        <pc:sldMkLst>
          <pc:docMk/>
          <pc:sldMk cId="283994713" sldId="447"/>
        </pc:sldMkLst>
        <pc:spChg chg="mod">
          <ac:chgData name="Zheng Fei" userId="d19317889db4c986" providerId="LiveId" clId="{37C411E6-F533-4B60-A268-08550A119E45}" dt="2022-03-14T12:51:25.660" v="1090" actId="207"/>
          <ac:spMkLst>
            <pc:docMk/>
            <pc:sldMk cId="283994713" sldId="447"/>
            <ac:spMk id="4" creationId="{BCB44E54-2D7D-48A0-A57D-978AB2C7EA92}"/>
          </ac:spMkLst>
        </pc:spChg>
        <pc:picChg chg="del">
          <ac:chgData name="Zheng Fei" userId="d19317889db4c986" providerId="LiveId" clId="{37C411E6-F533-4B60-A268-08550A119E45}" dt="2022-03-14T12:51:06.143" v="1087" actId="478"/>
          <ac:picMkLst>
            <pc:docMk/>
            <pc:sldMk cId="283994713" sldId="447"/>
            <ac:picMk id="2" creationId="{F807C89F-1498-4BAB-9502-12FCB994728D}"/>
          </ac:picMkLst>
        </pc:picChg>
        <pc:picChg chg="add del mod">
          <ac:chgData name="Zheng Fei" userId="d19317889db4c986" providerId="LiveId" clId="{37C411E6-F533-4B60-A268-08550A119E45}" dt="2022-03-14T13:03:28.419" v="1223" actId="21"/>
          <ac:picMkLst>
            <pc:docMk/>
            <pc:sldMk cId="283994713" sldId="447"/>
            <ac:picMk id="5" creationId="{391A1513-2535-4028-B1E2-07C276D6E636}"/>
          </ac:picMkLst>
        </pc:picChg>
        <pc:picChg chg="add mod">
          <ac:chgData name="Zheng Fei" userId="d19317889db4c986" providerId="LiveId" clId="{37C411E6-F533-4B60-A268-08550A119E45}" dt="2022-03-14T13:03:31.536" v="1224"/>
          <ac:picMkLst>
            <pc:docMk/>
            <pc:sldMk cId="283994713" sldId="447"/>
            <ac:picMk id="6" creationId="{FA5639EA-5236-40D6-BAF4-A0B514EDD0BF}"/>
          </ac:picMkLst>
        </pc:picChg>
      </pc:sldChg>
      <pc:sldChg chg="addSp delSp modSp mod">
        <pc:chgData name="Zheng Fei" userId="d19317889db4c986" providerId="LiveId" clId="{37C411E6-F533-4B60-A268-08550A119E45}" dt="2022-03-14T13:04:05.883" v="1234"/>
        <pc:sldMkLst>
          <pc:docMk/>
          <pc:sldMk cId="1295216277" sldId="448"/>
        </pc:sldMkLst>
        <pc:spChg chg="mod">
          <ac:chgData name="Zheng Fei" userId="d19317889db4c986" providerId="LiveId" clId="{37C411E6-F533-4B60-A268-08550A119E45}" dt="2022-03-14T13:03:55.841" v="1230" actId="1076"/>
          <ac:spMkLst>
            <pc:docMk/>
            <pc:sldMk cId="1295216277" sldId="448"/>
            <ac:spMk id="5" creationId="{8B2EC39D-B05C-4168-A9C1-3882D838915B}"/>
          </ac:spMkLst>
        </pc:spChg>
        <pc:picChg chg="del">
          <ac:chgData name="Zheng Fei" userId="d19317889db4c986" providerId="LiveId" clId="{37C411E6-F533-4B60-A268-08550A119E45}" dt="2022-03-14T13:03:34.181" v="1225" actId="478"/>
          <ac:picMkLst>
            <pc:docMk/>
            <pc:sldMk cId="1295216277" sldId="448"/>
            <ac:picMk id="3" creationId="{5E0A42B5-5E4C-4C59-8D04-E3A7E47B7CD1}"/>
          </ac:picMkLst>
        </pc:picChg>
        <pc:picChg chg="add del mod">
          <ac:chgData name="Zheng Fei" userId="d19317889db4c986" providerId="LiveId" clId="{37C411E6-F533-4B60-A268-08550A119E45}" dt="2022-03-14T13:04:04.417" v="1233" actId="21"/>
          <ac:picMkLst>
            <pc:docMk/>
            <pc:sldMk cId="1295216277" sldId="448"/>
            <ac:picMk id="6" creationId="{302B0167-E572-4EE6-A3B9-A27EDDAD3E9D}"/>
          </ac:picMkLst>
        </pc:picChg>
        <pc:picChg chg="add mod">
          <ac:chgData name="Zheng Fei" userId="d19317889db4c986" providerId="LiveId" clId="{37C411E6-F533-4B60-A268-08550A119E45}" dt="2022-03-14T13:04:05.883" v="1234"/>
          <ac:picMkLst>
            <pc:docMk/>
            <pc:sldMk cId="1295216277" sldId="448"/>
            <ac:picMk id="7" creationId="{67AC2F99-3459-4BCB-B6B3-08C822D427B5}"/>
          </ac:picMkLst>
        </pc:picChg>
      </pc:sldChg>
      <pc:sldChg chg="addSp delSp modSp mod">
        <pc:chgData name="Zheng Fei" userId="d19317889db4c986" providerId="LiveId" clId="{37C411E6-F533-4B60-A268-08550A119E45}" dt="2022-03-14T13:04:41.972" v="1247" actId="1076"/>
        <pc:sldMkLst>
          <pc:docMk/>
          <pc:sldMk cId="3953085005" sldId="449"/>
        </pc:sldMkLst>
        <pc:spChg chg="mod ord">
          <ac:chgData name="Zheng Fei" userId="d19317889db4c986" providerId="LiveId" clId="{37C411E6-F533-4B60-A268-08550A119E45}" dt="2022-03-14T13:04:37.135" v="1246" actId="1076"/>
          <ac:spMkLst>
            <pc:docMk/>
            <pc:sldMk cId="3953085005" sldId="449"/>
            <ac:spMk id="5" creationId="{8B2EC39D-B05C-4168-A9C1-3882D838915B}"/>
          </ac:spMkLst>
        </pc:spChg>
        <pc:picChg chg="del">
          <ac:chgData name="Zheng Fei" userId="d19317889db4c986" providerId="LiveId" clId="{37C411E6-F533-4B60-A268-08550A119E45}" dt="2022-03-14T13:04:02.169" v="1232" actId="478"/>
          <ac:picMkLst>
            <pc:docMk/>
            <pc:sldMk cId="3953085005" sldId="449"/>
            <ac:picMk id="3" creationId="{5E0A42B5-5E4C-4C59-8D04-E3A7E47B7CD1}"/>
          </ac:picMkLst>
        </pc:picChg>
        <pc:picChg chg="add mod">
          <ac:chgData name="Zheng Fei" userId="d19317889db4c986" providerId="LiveId" clId="{37C411E6-F533-4B60-A268-08550A119E45}" dt="2022-03-14T13:04:15.537" v="1239" actId="1076"/>
          <ac:picMkLst>
            <pc:docMk/>
            <pc:sldMk cId="3953085005" sldId="449"/>
            <ac:picMk id="7" creationId="{8D9F8329-D747-4FFE-948D-1AEAB28FDB6B}"/>
          </ac:picMkLst>
        </pc:picChg>
        <pc:cxnChg chg="mod ord">
          <ac:chgData name="Zheng Fei" userId="d19317889db4c986" providerId="LiveId" clId="{37C411E6-F533-4B60-A268-08550A119E45}" dt="2022-03-14T13:04:41.972" v="1247" actId="1076"/>
          <ac:cxnSpMkLst>
            <pc:docMk/>
            <pc:sldMk cId="3953085005" sldId="449"/>
            <ac:cxnSpMk id="6" creationId="{3D2B4D0E-0198-4AA8-B4F1-45B495B4F88C}"/>
          </ac:cxnSpMkLst>
        </pc:cxnChg>
      </pc:sldChg>
      <pc:sldChg chg="addSp delSp modSp mod">
        <pc:chgData name="Zheng Fei" userId="d19317889db4c986" providerId="LiveId" clId="{37C411E6-F533-4B60-A268-08550A119E45}" dt="2022-03-14T13:18:18.443" v="1315" actId="1076"/>
        <pc:sldMkLst>
          <pc:docMk/>
          <pc:sldMk cId="2795800586" sldId="450"/>
        </pc:sldMkLst>
        <pc:spChg chg="add del mod">
          <ac:chgData name="Zheng Fei" userId="d19317889db4c986" providerId="LiveId" clId="{37C411E6-F533-4B60-A268-08550A119E45}" dt="2022-03-14T13:18:18.443" v="1315" actId="1076"/>
          <ac:spMkLst>
            <pc:docMk/>
            <pc:sldMk cId="2795800586" sldId="450"/>
            <ac:spMk id="5" creationId="{17C9D65D-695E-4D39-8EAE-BFA552C37DBD}"/>
          </ac:spMkLst>
        </pc:spChg>
        <pc:spChg chg="mod">
          <ac:chgData name="Zheng Fei" userId="d19317889db4c986" providerId="LiveId" clId="{37C411E6-F533-4B60-A268-08550A119E45}" dt="2022-03-14T13:15:30.715" v="1278" actId="20577"/>
          <ac:spMkLst>
            <pc:docMk/>
            <pc:sldMk cId="2795800586" sldId="450"/>
            <ac:spMk id="6" creationId="{CF7A73DE-CB0B-4AB2-9916-4C2822FFDCD8}"/>
          </ac:spMkLst>
        </pc:spChg>
      </pc:sldChg>
      <pc:sldChg chg="modSp mod modAnim">
        <pc:chgData name="Zheng Fei" userId="d19317889db4c986" providerId="LiveId" clId="{37C411E6-F533-4B60-A268-08550A119E45}" dt="2022-03-14T13:22:46.469" v="1328"/>
        <pc:sldMkLst>
          <pc:docMk/>
          <pc:sldMk cId="714267248" sldId="451"/>
        </pc:sldMkLst>
        <pc:spChg chg="mod">
          <ac:chgData name="Zheng Fei" userId="d19317889db4c986" providerId="LiveId" clId="{37C411E6-F533-4B60-A268-08550A119E45}" dt="2022-03-14T13:19:37.651" v="1321" actId="20577"/>
          <ac:spMkLst>
            <pc:docMk/>
            <pc:sldMk cId="714267248" sldId="451"/>
            <ac:spMk id="2" creationId="{EF0E1FC4-D5B3-4C7B-92BA-C63F28411113}"/>
          </ac:spMkLst>
        </pc:spChg>
        <pc:spChg chg="mod">
          <ac:chgData name="Zheng Fei" userId="d19317889db4c986" providerId="LiveId" clId="{37C411E6-F533-4B60-A268-08550A119E45}" dt="2022-03-14T13:19:10.957" v="1318" actId="2711"/>
          <ac:spMkLst>
            <pc:docMk/>
            <pc:sldMk cId="714267248" sldId="451"/>
            <ac:spMk id="4" creationId="{08B18966-B651-4028-B4AD-9E1DD4AB884E}"/>
          </ac:spMkLst>
        </pc:spChg>
      </pc:sldChg>
      <pc:sldChg chg="addSp delSp modSp mod setBg modAnim">
        <pc:chgData name="Zheng Fei" userId="d19317889db4c986" providerId="LiveId" clId="{37C411E6-F533-4B60-A268-08550A119E45}" dt="2022-03-14T13:22:51.021" v="1329"/>
        <pc:sldMkLst>
          <pc:docMk/>
          <pc:sldMk cId="3369899449" sldId="452"/>
        </pc:sldMkLst>
        <pc:spChg chg="del">
          <ac:chgData name="Zheng Fei" userId="d19317889db4c986" providerId="LiveId" clId="{37C411E6-F533-4B60-A268-08550A119E45}" dt="2022-03-14T13:19:42.501" v="1322" actId="478"/>
          <ac:spMkLst>
            <pc:docMk/>
            <pc:sldMk cId="3369899449" sldId="452"/>
            <ac:spMk id="2" creationId="{BE6FE2DE-E927-474D-ADAF-B6AD5A80B7A9}"/>
          </ac:spMkLst>
        </pc:spChg>
        <pc:spChg chg="add mod">
          <ac:chgData name="Zheng Fei" userId="d19317889db4c986" providerId="LiveId" clId="{37C411E6-F533-4B60-A268-08550A119E45}" dt="2022-03-14T13:19:42.929" v="1323"/>
          <ac:spMkLst>
            <pc:docMk/>
            <pc:sldMk cId="3369899449" sldId="452"/>
            <ac:spMk id="5" creationId="{28A008D7-FA31-41CC-BF1B-8236F2CB95BF}"/>
          </ac:spMkLst>
        </pc:spChg>
      </pc:sldChg>
      <pc:sldChg chg="addSp delSp modSp mod">
        <pc:chgData name="Zheng Fei" userId="d19317889db4c986" providerId="LiveId" clId="{37C411E6-F533-4B60-A268-08550A119E45}" dt="2022-03-14T13:46:57.484" v="1357" actId="1076"/>
        <pc:sldMkLst>
          <pc:docMk/>
          <pc:sldMk cId="2808797810" sldId="453"/>
        </pc:sldMkLst>
        <pc:picChg chg="del">
          <ac:chgData name="Zheng Fei" userId="d19317889db4c986" providerId="LiveId" clId="{37C411E6-F533-4B60-A268-08550A119E45}" dt="2022-03-14T13:46:24.946" v="1349" actId="478"/>
          <ac:picMkLst>
            <pc:docMk/>
            <pc:sldMk cId="2808797810" sldId="453"/>
            <ac:picMk id="3" creationId="{16D6F48E-6D11-4E90-B527-95181372A486}"/>
          </ac:picMkLst>
        </pc:picChg>
        <pc:picChg chg="add mod modCrop">
          <ac:chgData name="Zheng Fei" userId="d19317889db4c986" providerId="LiveId" clId="{37C411E6-F533-4B60-A268-08550A119E45}" dt="2022-03-14T13:46:57.484" v="1357" actId="1076"/>
          <ac:picMkLst>
            <pc:docMk/>
            <pc:sldMk cId="2808797810" sldId="453"/>
            <ac:picMk id="4" creationId="{EDF116A9-B8EE-4AF7-B23A-50D0F83F4174}"/>
          </ac:picMkLst>
        </pc:picChg>
      </pc:sldChg>
      <pc:sldChg chg="del">
        <pc:chgData name="Zheng Fei" userId="d19317889db4c986" providerId="LiveId" clId="{37C411E6-F533-4B60-A268-08550A119E45}" dt="2022-03-14T12:54:50.188" v="1102" actId="47"/>
        <pc:sldMkLst>
          <pc:docMk/>
          <pc:sldMk cId="1203549772" sldId="454"/>
        </pc:sldMkLst>
      </pc:sldChg>
      <pc:sldChg chg="addSp delSp modSp mod">
        <pc:chgData name="Zheng Fei" userId="d19317889db4c986" providerId="LiveId" clId="{37C411E6-F533-4B60-A268-08550A119E45}" dt="2022-03-14T13:25:15.824" v="1344" actId="1076"/>
        <pc:sldMkLst>
          <pc:docMk/>
          <pc:sldMk cId="264182603" sldId="455"/>
        </pc:sldMkLst>
        <pc:picChg chg="add del">
          <ac:chgData name="Zheng Fei" userId="d19317889db4c986" providerId="LiveId" clId="{37C411E6-F533-4B60-A268-08550A119E45}" dt="2022-03-14T13:25:03.284" v="1336" actId="478"/>
          <ac:picMkLst>
            <pc:docMk/>
            <pc:sldMk cId="264182603" sldId="455"/>
            <ac:picMk id="3" creationId="{2DBA11A9-6950-4FBD-8469-8F7E8707B891}"/>
          </ac:picMkLst>
        </pc:picChg>
        <pc:picChg chg="add mod">
          <ac:chgData name="Zheng Fei" userId="d19317889db4c986" providerId="LiveId" clId="{37C411E6-F533-4B60-A268-08550A119E45}" dt="2022-03-14T13:25:15.824" v="1344" actId="1076"/>
          <ac:picMkLst>
            <pc:docMk/>
            <pc:sldMk cId="264182603" sldId="455"/>
            <ac:picMk id="5" creationId="{D1BBD777-D22F-471F-8F30-9CA28FAF5CB1}"/>
          </ac:picMkLst>
        </pc:picChg>
      </pc:sldChg>
      <pc:sldChg chg="addSp delSp modSp mod">
        <pc:chgData name="Zheng Fei" userId="d19317889db4c986" providerId="LiveId" clId="{37C411E6-F533-4B60-A268-08550A119E45}" dt="2022-03-14T13:25:53.062" v="1348" actId="962"/>
        <pc:sldMkLst>
          <pc:docMk/>
          <pc:sldMk cId="972716549" sldId="456"/>
        </pc:sldMkLst>
        <pc:picChg chg="add del">
          <ac:chgData name="Zheng Fei" userId="d19317889db4c986" providerId="LiveId" clId="{37C411E6-F533-4B60-A268-08550A119E45}" dt="2022-03-14T13:25:51.295" v="1345" actId="478"/>
          <ac:picMkLst>
            <pc:docMk/>
            <pc:sldMk cId="972716549" sldId="456"/>
            <ac:picMk id="3" creationId="{B3DDF4E1-44DD-4860-BA40-9A2DF5F88995}"/>
          </ac:picMkLst>
        </pc:picChg>
        <pc:picChg chg="add mod">
          <ac:chgData name="Zheng Fei" userId="d19317889db4c986" providerId="LiveId" clId="{37C411E6-F533-4B60-A268-08550A119E45}" dt="2022-03-14T13:25:53.062" v="1348" actId="962"/>
          <ac:picMkLst>
            <pc:docMk/>
            <pc:sldMk cId="972716549" sldId="456"/>
            <ac:picMk id="4" creationId="{C02ADED6-BFDF-4E5A-A1E7-5EE7C048EE70}"/>
          </ac:picMkLst>
        </pc:picChg>
      </pc:sldChg>
      <pc:sldChg chg="modSp add mod addAnim delAnim">
        <pc:chgData name="Zheng Fei" userId="d19317889db4c986" providerId="LiveId" clId="{37C411E6-F533-4B60-A268-08550A119E45}" dt="2022-03-14T12:40:29.089" v="1002" actId="21"/>
        <pc:sldMkLst>
          <pc:docMk/>
          <pc:sldMk cId="4105532421" sldId="457"/>
        </pc:sldMkLst>
        <pc:spChg chg="mod">
          <ac:chgData name="Zheng Fei" userId="d19317889db4c986" providerId="LiveId" clId="{37C411E6-F533-4B60-A268-08550A119E45}" dt="2022-03-14T12:40:29.089" v="1002" actId="21"/>
          <ac:spMkLst>
            <pc:docMk/>
            <pc:sldMk cId="4105532421" sldId="457"/>
            <ac:spMk id="2" creationId="{0A5EFA2B-AB6B-41DA-87BD-74E04D9298F3}"/>
          </ac:spMkLst>
        </pc:spChg>
      </pc:sldChg>
      <pc:sldChg chg="modSp add mod">
        <pc:chgData name="Zheng Fei" userId="d19317889db4c986" providerId="LiveId" clId="{37C411E6-F533-4B60-A268-08550A119E45}" dt="2022-03-14T12:57:14.909" v="1137" actId="113"/>
        <pc:sldMkLst>
          <pc:docMk/>
          <pc:sldMk cId="854669567" sldId="458"/>
        </pc:sldMkLst>
        <pc:spChg chg="mod">
          <ac:chgData name="Zheng Fei" userId="d19317889db4c986" providerId="LiveId" clId="{37C411E6-F533-4B60-A268-08550A119E45}" dt="2022-03-14T12:57:14.909" v="1137" actId="113"/>
          <ac:spMkLst>
            <pc:docMk/>
            <pc:sldMk cId="854669567" sldId="458"/>
            <ac:spMk id="5" creationId="{00000000-0000-0000-0000-000000000000}"/>
          </ac:spMkLst>
        </pc:spChg>
        <pc:spChg chg="mod">
          <ac:chgData name="Zheng Fei" userId="d19317889db4c986" providerId="LiveId" clId="{37C411E6-F533-4B60-A268-08550A119E45}" dt="2022-03-14T12:57:14.909" v="1137" actId="113"/>
          <ac:spMkLst>
            <pc:docMk/>
            <pc:sldMk cId="854669567" sldId="458"/>
            <ac:spMk id="6" creationId="{00000000-0000-0000-0000-000000000000}"/>
          </ac:spMkLst>
        </pc:spChg>
        <pc:spChg chg="mod">
          <ac:chgData name="Zheng Fei" userId="d19317889db4c986" providerId="LiveId" clId="{37C411E6-F533-4B60-A268-08550A119E45}" dt="2022-03-14T12:57:14.909" v="1137" actId="113"/>
          <ac:spMkLst>
            <pc:docMk/>
            <pc:sldMk cId="854669567" sldId="458"/>
            <ac:spMk id="7" creationId="{00000000-0000-0000-0000-000000000000}"/>
          </ac:spMkLst>
        </pc:spChg>
        <pc:spChg chg="mod">
          <ac:chgData name="Zheng Fei" userId="d19317889db4c986" providerId="LiveId" clId="{37C411E6-F533-4B60-A268-08550A119E45}" dt="2022-03-14T12:57:14.909" v="1137" actId="113"/>
          <ac:spMkLst>
            <pc:docMk/>
            <pc:sldMk cId="854669567" sldId="458"/>
            <ac:spMk id="8" creationId="{00000000-0000-0000-0000-000000000000}"/>
          </ac:spMkLst>
        </pc:spChg>
        <pc:spChg chg="mod">
          <ac:chgData name="Zheng Fei" userId="d19317889db4c986" providerId="LiveId" clId="{37C411E6-F533-4B60-A268-08550A119E45}" dt="2022-03-14T12:57:14.909" v="1137" actId="113"/>
          <ac:spMkLst>
            <pc:docMk/>
            <pc:sldMk cId="854669567" sldId="458"/>
            <ac:spMk id="14" creationId="{C5B2B3CD-A25E-4142-983E-0BC14E6A300A}"/>
          </ac:spMkLst>
        </pc:spChg>
        <pc:spChg chg="mod">
          <ac:chgData name="Zheng Fei" userId="d19317889db4c986" providerId="LiveId" clId="{37C411E6-F533-4B60-A268-08550A119E45}" dt="2022-03-14T12:56:51.727" v="1133" actId="2711"/>
          <ac:spMkLst>
            <pc:docMk/>
            <pc:sldMk cId="854669567" sldId="458"/>
            <ac:spMk id="15" creationId="{ED83E325-5730-4209-9E2E-06449F7123B5}"/>
          </ac:spMkLst>
        </pc:spChg>
        <pc:spChg chg="mod">
          <ac:chgData name="Zheng Fei" userId="d19317889db4c986" providerId="LiveId" clId="{37C411E6-F533-4B60-A268-08550A119E45}" dt="2022-03-14T12:57:14.909" v="1137" actId="113"/>
          <ac:spMkLst>
            <pc:docMk/>
            <pc:sldMk cId="854669567" sldId="458"/>
            <ac:spMk id="19" creationId="{14A0E322-51C2-3748-9018-9D449F9AB12E}"/>
          </ac:spMkLst>
        </pc:spChg>
        <pc:spChg chg="mod">
          <ac:chgData name="Zheng Fei" userId="d19317889db4c986" providerId="LiveId" clId="{37C411E6-F533-4B60-A268-08550A119E45}" dt="2022-03-14T12:56:51.727" v="1133" actId="2711"/>
          <ac:spMkLst>
            <pc:docMk/>
            <pc:sldMk cId="854669567" sldId="458"/>
            <ac:spMk id="20" creationId="{832CE7C9-AE8E-164F-A612-630C2CAEAF66}"/>
          </ac:spMkLst>
        </pc:spChg>
        <pc:spChg chg="mod">
          <ac:chgData name="Zheng Fei" userId="d19317889db4c986" providerId="LiveId" clId="{37C411E6-F533-4B60-A268-08550A119E45}" dt="2022-03-14T12:56:51.727" v="1133" actId="2711"/>
          <ac:spMkLst>
            <pc:docMk/>
            <pc:sldMk cId="854669567" sldId="458"/>
            <ac:spMk id="32" creationId="{00000000-0000-0000-0000-000000000000}"/>
          </ac:spMkLst>
        </pc:spChg>
        <pc:spChg chg="mod">
          <ac:chgData name="Zheng Fei" userId="d19317889db4c986" providerId="LiveId" clId="{37C411E6-F533-4B60-A268-08550A119E45}" dt="2022-03-14T12:56:51.727" v="1133" actId="2711"/>
          <ac:spMkLst>
            <pc:docMk/>
            <pc:sldMk cId="854669567" sldId="458"/>
            <ac:spMk id="33" creationId="{00000000-0000-0000-0000-000000000000}"/>
          </ac:spMkLst>
        </pc:spChg>
        <pc:spChg chg="mod">
          <ac:chgData name="Zheng Fei" userId="d19317889db4c986" providerId="LiveId" clId="{37C411E6-F533-4B60-A268-08550A119E45}" dt="2022-03-14T12:56:51.727" v="1133" actId="2711"/>
          <ac:spMkLst>
            <pc:docMk/>
            <pc:sldMk cId="854669567" sldId="458"/>
            <ac:spMk id="34" creationId="{00000000-0000-0000-0000-000000000000}"/>
          </ac:spMkLst>
        </pc:spChg>
        <pc:spChg chg="mod">
          <ac:chgData name="Zheng Fei" userId="d19317889db4c986" providerId="LiveId" clId="{37C411E6-F533-4B60-A268-08550A119E45}" dt="2022-03-14T12:56:51.727" v="1133" actId="2711"/>
          <ac:spMkLst>
            <pc:docMk/>
            <pc:sldMk cId="854669567" sldId="458"/>
            <ac:spMk id="35" creationId="{00000000-0000-0000-0000-000000000000}"/>
          </ac:spMkLst>
        </pc:spChg>
        <pc:spChg chg="mod">
          <ac:chgData name="Zheng Fei" userId="d19317889db4c986" providerId="LiveId" clId="{37C411E6-F533-4B60-A268-08550A119E45}" dt="2022-03-14T12:56:32.523" v="1130" actId="1036"/>
          <ac:spMkLst>
            <pc:docMk/>
            <pc:sldMk cId="854669567" sldId="458"/>
            <ac:spMk id="69" creationId="{00000000-0000-0000-0000-000000000000}"/>
          </ac:spMkLst>
        </pc:spChg>
      </pc:sldChg>
    </pc:docChg>
  </pc:docChgLst>
  <pc:docChgLst>
    <pc:chgData name="Fei" userId="d19317889db4c986" providerId="LiveId" clId="{513BF9AB-3C43-47EF-9A6C-C6DAE3E94B0B}"/>
    <pc:docChg chg="undo custSel addSld delSld modSld sldOrd">
      <pc:chgData name="Fei" userId="d19317889db4c986" providerId="LiveId" clId="{513BF9AB-3C43-47EF-9A6C-C6DAE3E94B0B}" dt="2022-03-10T04:26:34.721" v="1565" actId="20577"/>
      <pc:docMkLst>
        <pc:docMk/>
      </pc:docMkLst>
      <pc:sldChg chg="ord">
        <pc:chgData name="Fei" userId="d19317889db4c986" providerId="LiveId" clId="{513BF9AB-3C43-47EF-9A6C-C6DAE3E94B0B}" dt="2022-03-10T01:58:57.429" v="24"/>
        <pc:sldMkLst>
          <pc:docMk/>
          <pc:sldMk cId="3820094131" sldId="365"/>
        </pc:sldMkLst>
      </pc:sldChg>
      <pc:sldChg chg="del">
        <pc:chgData name="Fei" userId="d19317889db4c986" providerId="LiveId" clId="{513BF9AB-3C43-47EF-9A6C-C6DAE3E94B0B}" dt="2022-03-10T01:59:10.937" v="25" actId="47"/>
        <pc:sldMkLst>
          <pc:docMk/>
          <pc:sldMk cId="182320755" sldId="368"/>
        </pc:sldMkLst>
      </pc:sldChg>
      <pc:sldChg chg="addSp delSp modSp del mod delAnim modAnim">
        <pc:chgData name="Fei" userId="d19317889db4c986" providerId="LiveId" clId="{513BF9AB-3C43-47EF-9A6C-C6DAE3E94B0B}" dt="2022-03-10T03:05:01.940" v="781" actId="47"/>
        <pc:sldMkLst>
          <pc:docMk/>
          <pc:sldMk cId="13352261" sldId="369"/>
        </pc:sldMkLst>
        <pc:spChg chg="del">
          <ac:chgData name="Fei" userId="d19317889db4c986" providerId="LiveId" clId="{513BF9AB-3C43-47EF-9A6C-C6DAE3E94B0B}" dt="2022-03-10T02:11:56.786" v="87" actId="478"/>
          <ac:spMkLst>
            <pc:docMk/>
            <pc:sldMk cId="13352261" sldId="369"/>
            <ac:spMk id="5" creationId="{A52F3836-333F-3940-822F-EA9D72C6C35E}"/>
          </ac:spMkLst>
        </pc:spChg>
        <pc:spChg chg="add del mod">
          <ac:chgData name="Fei" userId="d19317889db4c986" providerId="LiveId" clId="{513BF9AB-3C43-47EF-9A6C-C6DAE3E94B0B}" dt="2022-03-10T03:04:31.903" v="774" actId="21"/>
          <ac:spMkLst>
            <pc:docMk/>
            <pc:sldMk cId="13352261" sldId="369"/>
            <ac:spMk id="8" creationId="{2DA1B66C-3EBC-4424-94FC-1DD7C5CD8794}"/>
          </ac:spMkLst>
        </pc:spChg>
        <pc:picChg chg="del mod modCrop">
          <ac:chgData name="Fei" userId="d19317889db4c986" providerId="LiveId" clId="{513BF9AB-3C43-47EF-9A6C-C6DAE3E94B0B}" dt="2022-03-10T03:04:31.903" v="774" actId="21"/>
          <ac:picMkLst>
            <pc:docMk/>
            <pc:sldMk cId="13352261" sldId="369"/>
            <ac:picMk id="3" creationId="{AC906A7A-1AF2-46D7-A7DE-AF1A5107E024}"/>
          </ac:picMkLst>
        </pc:picChg>
        <pc:picChg chg="del">
          <ac:chgData name="Fei" userId="d19317889db4c986" providerId="LiveId" clId="{513BF9AB-3C43-47EF-9A6C-C6DAE3E94B0B}" dt="2022-03-10T02:11:57.602" v="88" actId="478"/>
          <ac:picMkLst>
            <pc:docMk/>
            <pc:sldMk cId="13352261" sldId="369"/>
            <ac:picMk id="6" creationId="{3D4BAD13-980C-B948-8D96-B1879CD9E978}"/>
          </ac:picMkLst>
        </pc:picChg>
        <pc:picChg chg="add del mod">
          <ac:chgData name="Fei" userId="d19317889db4c986" providerId="LiveId" clId="{513BF9AB-3C43-47EF-9A6C-C6DAE3E94B0B}" dt="2022-03-10T03:04:31.903" v="774" actId="21"/>
          <ac:picMkLst>
            <pc:docMk/>
            <pc:sldMk cId="13352261" sldId="369"/>
            <ac:picMk id="7" creationId="{541DDEAF-B3B0-47C3-8CB3-0C3A79624F6A}"/>
          </ac:picMkLst>
        </pc:picChg>
      </pc:sldChg>
      <pc:sldChg chg="del">
        <pc:chgData name="Fei" userId="d19317889db4c986" providerId="LiveId" clId="{513BF9AB-3C43-47EF-9A6C-C6DAE3E94B0B}" dt="2022-03-10T02:16:48.485" v="136" actId="2696"/>
        <pc:sldMkLst>
          <pc:docMk/>
          <pc:sldMk cId="2579815030" sldId="370"/>
        </pc:sldMkLst>
      </pc:sldChg>
      <pc:sldChg chg="add">
        <pc:chgData name="Fei" userId="d19317889db4c986" providerId="LiveId" clId="{513BF9AB-3C43-47EF-9A6C-C6DAE3E94B0B}" dt="2022-03-10T02:17:04.681" v="137"/>
        <pc:sldMkLst>
          <pc:docMk/>
          <pc:sldMk cId="4155687108" sldId="370"/>
        </pc:sldMkLst>
      </pc:sldChg>
      <pc:sldChg chg="addSp delSp modSp mod">
        <pc:chgData name="Fei" userId="d19317889db4c986" providerId="LiveId" clId="{513BF9AB-3C43-47EF-9A6C-C6DAE3E94B0B}" dt="2022-03-10T04:24:28.618" v="1539" actId="20577"/>
        <pc:sldMkLst>
          <pc:docMk/>
          <pc:sldMk cId="3010103594" sldId="371"/>
        </pc:sldMkLst>
        <pc:spChg chg="add del mod">
          <ac:chgData name="Fei" userId="d19317889db4c986" providerId="LiveId" clId="{513BF9AB-3C43-47EF-9A6C-C6DAE3E94B0B}" dt="2022-03-10T04:13:50.502" v="1355" actId="478"/>
          <ac:spMkLst>
            <pc:docMk/>
            <pc:sldMk cId="3010103594" sldId="371"/>
            <ac:spMk id="5" creationId="{B8B345CC-7474-45EA-91A6-32EFBCBA5F7F}"/>
          </ac:spMkLst>
        </pc:spChg>
        <pc:spChg chg="add mod">
          <ac:chgData name="Fei" userId="d19317889db4c986" providerId="LiveId" clId="{513BF9AB-3C43-47EF-9A6C-C6DAE3E94B0B}" dt="2022-03-10T04:24:28.618" v="1539" actId="20577"/>
          <ac:spMkLst>
            <pc:docMk/>
            <pc:sldMk cId="3010103594" sldId="371"/>
            <ac:spMk id="6" creationId="{33D45EF0-E448-4A4A-B485-BCF94E414ABB}"/>
          </ac:spMkLst>
        </pc:spChg>
        <pc:picChg chg="mod modCrop">
          <ac:chgData name="Fei" userId="d19317889db4c986" providerId="LiveId" clId="{513BF9AB-3C43-47EF-9A6C-C6DAE3E94B0B}" dt="2022-03-10T03:16:44.479" v="895" actId="732"/>
          <ac:picMkLst>
            <pc:docMk/>
            <pc:sldMk cId="3010103594" sldId="371"/>
            <ac:picMk id="3" creationId="{CCE1AD29-6971-4B37-A452-9B6AB465F5B4}"/>
          </ac:picMkLst>
        </pc:picChg>
      </pc:sldChg>
      <pc:sldChg chg="addSp modSp mod ord">
        <pc:chgData name="Fei" userId="d19317889db4c986" providerId="LiveId" clId="{513BF9AB-3C43-47EF-9A6C-C6DAE3E94B0B}" dt="2022-03-10T03:18:43.985" v="906" actId="1076"/>
        <pc:sldMkLst>
          <pc:docMk/>
          <pc:sldMk cId="1138114101" sldId="372"/>
        </pc:sldMkLst>
        <pc:picChg chg="mod">
          <ac:chgData name="Fei" userId="d19317889db4c986" providerId="LiveId" clId="{513BF9AB-3C43-47EF-9A6C-C6DAE3E94B0B}" dt="2022-03-10T03:18:43.985" v="906" actId="1076"/>
          <ac:picMkLst>
            <pc:docMk/>
            <pc:sldMk cId="1138114101" sldId="372"/>
            <ac:picMk id="3" creationId="{3FAFB9A9-A38B-40DD-8CFE-E9C1126703C4}"/>
          </ac:picMkLst>
        </pc:picChg>
        <pc:picChg chg="add mod">
          <ac:chgData name="Fei" userId="d19317889db4c986" providerId="LiveId" clId="{513BF9AB-3C43-47EF-9A6C-C6DAE3E94B0B}" dt="2022-03-10T03:18:38.728" v="904"/>
          <ac:picMkLst>
            <pc:docMk/>
            <pc:sldMk cId="1138114101" sldId="372"/>
            <ac:picMk id="5" creationId="{75D19740-219F-4E58-9077-EE8C362F15D5}"/>
          </ac:picMkLst>
        </pc:picChg>
      </pc:sldChg>
      <pc:sldChg chg="addSp modSp mod">
        <pc:chgData name="Fei" userId="d19317889db4c986" providerId="LiveId" clId="{513BF9AB-3C43-47EF-9A6C-C6DAE3E94B0B}" dt="2022-03-10T03:30:19.244" v="918" actId="20577"/>
        <pc:sldMkLst>
          <pc:docMk/>
          <pc:sldMk cId="3418740384" sldId="373"/>
        </pc:sldMkLst>
        <pc:spChg chg="add mod">
          <ac:chgData name="Fei" userId="d19317889db4c986" providerId="LiveId" clId="{513BF9AB-3C43-47EF-9A6C-C6DAE3E94B0B}" dt="2022-03-10T03:30:19.244" v="918" actId="20577"/>
          <ac:spMkLst>
            <pc:docMk/>
            <pc:sldMk cId="3418740384" sldId="373"/>
            <ac:spMk id="5" creationId="{8B2EC39D-B05C-4168-A9C1-3882D838915B}"/>
          </ac:spMkLst>
        </pc:spChg>
        <pc:picChg chg="mod modCrop">
          <ac:chgData name="Fei" userId="d19317889db4c986" providerId="LiveId" clId="{513BF9AB-3C43-47EF-9A6C-C6DAE3E94B0B}" dt="2022-03-10T03:30:09.433" v="916" actId="732"/>
          <ac:picMkLst>
            <pc:docMk/>
            <pc:sldMk cId="3418740384" sldId="373"/>
            <ac:picMk id="3" creationId="{5E0A42B5-5E4C-4C59-8D04-E3A7E47B7CD1}"/>
          </ac:picMkLst>
        </pc:picChg>
      </pc:sldChg>
      <pc:sldChg chg="addSp delSp modSp add del mod">
        <pc:chgData name="Fei" userId="d19317889db4c986" providerId="LiveId" clId="{513BF9AB-3C43-47EF-9A6C-C6DAE3E94B0B}" dt="2022-03-10T01:58:32.047" v="19" actId="2696"/>
        <pc:sldMkLst>
          <pc:docMk/>
          <pc:sldMk cId="2192472416" sldId="376"/>
        </pc:sldMkLst>
        <pc:spChg chg="add del mod">
          <ac:chgData name="Fei" userId="d19317889db4c986" providerId="LiveId" clId="{513BF9AB-3C43-47EF-9A6C-C6DAE3E94B0B}" dt="2022-03-10T01:57:53.959" v="16" actId="478"/>
          <ac:spMkLst>
            <pc:docMk/>
            <pc:sldMk cId="2192472416" sldId="376"/>
            <ac:spMk id="11" creationId="{2FCA63FD-842D-4C17-A794-5DCBB32E1144}"/>
          </ac:spMkLst>
        </pc:spChg>
        <pc:spChg chg="add mod">
          <ac:chgData name="Fei" userId="d19317889db4c986" providerId="LiveId" clId="{513BF9AB-3C43-47EF-9A6C-C6DAE3E94B0B}" dt="2022-03-10T01:57:54.418" v="17"/>
          <ac:spMkLst>
            <pc:docMk/>
            <pc:sldMk cId="2192472416" sldId="376"/>
            <ac:spMk id="12" creationId="{43AB0524-BAC9-47B5-9599-5127544F7B7D}"/>
          </ac:spMkLst>
        </pc:spChg>
        <pc:spChg chg="add mod">
          <ac:chgData name="Fei" userId="d19317889db4c986" providerId="LiveId" clId="{513BF9AB-3C43-47EF-9A6C-C6DAE3E94B0B}" dt="2022-03-10T01:57:54.418" v="17"/>
          <ac:spMkLst>
            <pc:docMk/>
            <pc:sldMk cId="2192472416" sldId="376"/>
            <ac:spMk id="13" creationId="{3803DFD6-0E23-487A-AFC2-10DECA2019C6}"/>
          </ac:spMkLst>
        </pc:spChg>
        <pc:spChg chg="add mod">
          <ac:chgData name="Fei" userId="d19317889db4c986" providerId="LiveId" clId="{513BF9AB-3C43-47EF-9A6C-C6DAE3E94B0B}" dt="2022-03-10T01:57:54.418" v="17"/>
          <ac:spMkLst>
            <pc:docMk/>
            <pc:sldMk cId="2192472416" sldId="376"/>
            <ac:spMk id="14" creationId="{7984279F-05E8-46B5-A114-F1D23F27D6DA}"/>
          </ac:spMkLst>
        </pc:spChg>
        <pc:spChg chg="add mod">
          <ac:chgData name="Fei" userId="d19317889db4c986" providerId="LiveId" clId="{513BF9AB-3C43-47EF-9A6C-C6DAE3E94B0B}" dt="2022-03-10T01:57:54.418" v="17"/>
          <ac:spMkLst>
            <pc:docMk/>
            <pc:sldMk cId="2192472416" sldId="376"/>
            <ac:spMk id="15" creationId="{7236C3AF-5F9F-46F2-B1CC-C5E808BA86B1}"/>
          </ac:spMkLst>
        </pc:spChg>
        <pc:spChg chg="add mod">
          <ac:chgData name="Fei" userId="d19317889db4c986" providerId="LiveId" clId="{513BF9AB-3C43-47EF-9A6C-C6DAE3E94B0B}" dt="2022-03-10T01:57:54.418" v="17"/>
          <ac:spMkLst>
            <pc:docMk/>
            <pc:sldMk cId="2192472416" sldId="376"/>
            <ac:spMk id="16" creationId="{E02B4CAB-7B9A-4280-B877-4E2709866385}"/>
          </ac:spMkLst>
        </pc:spChg>
        <pc:grpChg chg="del">
          <ac:chgData name="Fei" userId="d19317889db4c986" providerId="LiveId" clId="{513BF9AB-3C43-47EF-9A6C-C6DAE3E94B0B}" dt="2022-03-10T01:57:44.050" v="14" actId="478"/>
          <ac:grpSpMkLst>
            <pc:docMk/>
            <pc:sldMk cId="2192472416" sldId="376"/>
            <ac:grpSpMk id="10" creationId="{0B1E499B-E084-054F-8FB2-29384E0B6269}"/>
          </ac:grpSpMkLst>
        </pc:grpChg>
      </pc:sldChg>
      <pc:sldChg chg="addSp delSp modSp mod">
        <pc:chgData name="Fei" userId="d19317889db4c986" providerId="LiveId" clId="{513BF9AB-3C43-47EF-9A6C-C6DAE3E94B0B}" dt="2022-03-10T03:34:32.423" v="971" actId="1076"/>
        <pc:sldMkLst>
          <pc:docMk/>
          <pc:sldMk cId="1290878368" sldId="378"/>
        </pc:sldMkLst>
        <pc:spChg chg="del">
          <ac:chgData name="Fei" userId="d19317889db4c986" providerId="LiveId" clId="{513BF9AB-3C43-47EF-9A6C-C6DAE3E94B0B}" dt="2022-03-10T01:59:44.564" v="28" actId="478"/>
          <ac:spMkLst>
            <pc:docMk/>
            <pc:sldMk cId="1290878368" sldId="378"/>
            <ac:spMk id="4" creationId="{77A7BAA2-1EC5-B546-B2E2-77F1DA17E8EE}"/>
          </ac:spMkLst>
        </pc:spChg>
        <pc:spChg chg="del">
          <ac:chgData name="Fei" userId="d19317889db4c986" providerId="LiveId" clId="{513BF9AB-3C43-47EF-9A6C-C6DAE3E94B0B}" dt="2022-03-10T01:59:46.255" v="30" actId="478"/>
          <ac:spMkLst>
            <pc:docMk/>
            <pc:sldMk cId="1290878368" sldId="378"/>
            <ac:spMk id="5" creationId="{37ACD992-8E93-0A4A-B781-A41AE8C264FB}"/>
          </ac:spMkLst>
        </pc:spChg>
        <pc:spChg chg="del">
          <ac:chgData name="Fei" userId="d19317889db4c986" providerId="LiveId" clId="{513BF9AB-3C43-47EF-9A6C-C6DAE3E94B0B}" dt="2022-03-10T01:59:45.697" v="29" actId="478"/>
          <ac:spMkLst>
            <pc:docMk/>
            <pc:sldMk cId="1290878368" sldId="378"/>
            <ac:spMk id="6" creationId="{1D8F88D0-6442-A04A-81C3-8DFB5398ADC3}"/>
          </ac:spMkLst>
        </pc:spChg>
        <pc:spChg chg="add mod">
          <ac:chgData name="Fei" userId="d19317889db4c986" providerId="LiveId" clId="{513BF9AB-3C43-47EF-9A6C-C6DAE3E94B0B}" dt="2022-03-10T01:59:43.136" v="27" actId="164"/>
          <ac:spMkLst>
            <pc:docMk/>
            <pc:sldMk cId="1290878368" sldId="378"/>
            <ac:spMk id="7" creationId="{5A5E07D0-A060-40FC-AF8F-65BD0E302E58}"/>
          </ac:spMkLst>
        </pc:spChg>
        <pc:spChg chg="add mod">
          <ac:chgData name="Fei" userId="d19317889db4c986" providerId="LiveId" clId="{513BF9AB-3C43-47EF-9A6C-C6DAE3E94B0B}" dt="2022-03-10T03:34:32.423" v="971" actId="1076"/>
          <ac:spMkLst>
            <pc:docMk/>
            <pc:sldMk cId="1290878368" sldId="378"/>
            <ac:spMk id="8" creationId="{35CB490F-3552-4852-A724-AB3A787F7EDA}"/>
          </ac:spMkLst>
        </pc:spChg>
        <pc:grpChg chg="add mod">
          <ac:chgData name="Fei" userId="d19317889db4c986" providerId="LiveId" clId="{513BF9AB-3C43-47EF-9A6C-C6DAE3E94B0B}" dt="2022-03-10T03:32:37.850" v="939" actId="1076"/>
          <ac:grpSpMkLst>
            <pc:docMk/>
            <pc:sldMk cId="1290878368" sldId="378"/>
            <ac:grpSpMk id="2" creationId="{A72EEB96-0C5D-4745-A0D7-2E72D9C6F14A}"/>
          </ac:grpSpMkLst>
        </pc:grpChg>
        <pc:picChg chg="mod">
          <ac:chgData name="Fei" userId="d19317889db4c986" providerId="LiveId" clId="{513BF9AB-3C43-47EF-9A6C-C6DAE3E94B0B}" dt="2022-03-10T01:59:43.136" v="27" actId="164"/>
          <ac:picMkLst>
            <pc:docMk/>
            <pc:sldMk cId="1290878368" sldId="378"/>
            <ac:picMk id="3" creationId="{C37EC877-C88F-984D-8A02-03E843ED5233}"/>
          </ac:picMkLst>
        </pc:picChg>
        <pc:picChg chg="add mod">
          <ac:chgData name="Fei" userId="d19317889db4c986" providerId="LiveId" clId="{513BF9AB-3C43-47EF-9A6C-C6DAE3E94B0B}" dt="2022-03-10T03:32:50.712" v="945" actId="1076"/>
          <ac:picMkLst>
            <pc:docMk/>
            <pc:sldMk cId="1290878368" sldId="378"/>
            <ac:picMk id="9" creationId="{DFE271A8-8159-4084-8A88-89E9C9F2BE48}"/>
          </ac:picMkLst>
        </pc:picChg>
      </pc:sldChg>
      <pc:sldChg chg="addSp modSp mod">
        <pc:chgData name="Fei" userId="d19317889db4c986" providerId="LiveId" clId="{513BF9AB-3C43-47EF-9A6C-C6DAE3E94B0B}" dt="2022-03-10T01:55:09.238" v="13" actId="1076"/>
        <pc:sldMkLst>
          <pc:docMk/>
          <pc:sldMk cId="3563483024" sldId="426"/>
        </pc:sldMkLst>
        <pc:picChg chg="add mod modCrop">
          <ac:chgData name="Fei" userId="d19317889db4c986" providerId="LiveId" clId="{513BF9AB-3C43-47EF-9A6C-C6DAE3E94B0B}" dt="2022-03-10T01:55:09.238" v="13" actId="1076"/>
          <ac:picMkLst>
            <pc:docMk/>
            <pc:sldMk cId="3563483024" sldId="426"/>
            <ac:picMk id="21" creationId="{AD5E0F45-3E09-4FB6-B390-EEB16339C80C}"/>
          </ac:picMkLst>
        </pc:picChg>
      </pc:sldChg>
      <pc:sldChg chg="add">
        <pc:chgData name="Fei" userId="d19317889db4c986" providerId="LiveId" clId="{513BF9AB-3C43-47EF-9A6C-C6DAE3E94B0B}" dt="2022-03-10T01:58:44.883" v="22"/>
        <pc:sldMkLst>
          <pc:docMk/>
          <pc:sldMk cId="648539904" sldId="428"/>
        </pc:sldMkLst>
      </pc:sldChg>
      <pc:sldChg chg="add del">
        <pc:chgData name="Fei" userId="d19317889db4c986" providerId="LiveId" clId="{513BF9AB-3C43-47EF-9A6C-C6DAE3E94B0B}" dt="2022-03-10T01:58:38.890" v="21"/>
        <pc:sldMkLst>
          <pc:docMk/>
          <pc:sldMk cId="1508644543" sldId="428"/>
        </pc:sldMkLst>
      </pc:sldChg>
      <pc:sldChg chg="addSp delSp modSp new del mod">
        <pc:chgData name="Fei" userId="d19317889db4c986" providerId="LiveId" clId="{513BF9AB-3C43-47EF-9A6C-C6DAE3E94B0B}" dt="2022-03-10T03:32:52.030" v="946" actId="47"/>
        <pc:sldMkLst>
          <pc:docMk/>
          <pc:sldMk cId="1575880257" sldId="429"/>
        </pc:sldMkLst>
        <pc:spChg chg="add del">
          <ac:chgData name="Fei" userId="d19317889db4c986" providerId="LiveId" clId="{513BF9AB-3C43-47EF-9A6C-C6DAE3E94B0B}" dt="2022-03-10T02:00:34.146" v="33" actId="478"/>
          <ac:spMkLst>
            <pc:docMk/>
            <pc:sldMk cId="1575880257" sldId="429"/>
            <ac:spMk id="3" creationId="{F0265891-968E-411F-BDD2-C2DC761B89E5}"/>
          </ac:spMkLst>
        </pc:spChg>
        <pc:picChg chg="add del mod">
          <ac:chgData name="Fei" userId="d19317889db4c986" providerId="LiveId" clId="{513BF9AB-3C43-47EF-9A6C-C6DAE3E94B0B}" dt="2022-03-10T03:32:41.893" v="941" actId="21"/>
          <ac:picMkLst>
            <pc:docMk/>
            <pc:sldMk cId="1575880257" sldId="429"/>
            <ac:picMk id="5" creationId="{17E2373F-D51D-41B0-A7B3-31BDA0115E71}"/>
          </ac:picMkLst>
        </pc:picChg>
      </pc:sldChg>
      <pc:sldChg chg="addSp modSp new mod">
        <pc:chgData name="Fei" userId="d19317889db4c986" providerId="LiveId" clId="{513BF9AB-3C43-47EF-9A6C-C6DAE3E94B0B}" dt="2022-03-10T03:55:07.388" v="1322" actId="20577"/>
        <pc:sldMkLst>
          <pc:docMk/>
          <pc:sldMk cId="1545397627" sldId="430"/>
        </pc:sldMkLst>
        <pc:spChg chg="add mod">
          <ac:chgData name="Fei" userId="d19317889db4c986" providerId="LiveId" clId="{513BF9AB-3C43-47EF-9A6C-C6DAE3E94B0B}" dt="2022-03-10T03:55:07.388" v="1322" actId="20577"/>
          <ac:spMkLst>
            <pc:docMk/>
            <pc:sldMk cId="1545397627" sldId="430"/>
            <ac:spMk id="2" creationId="{0A5EFA2B-AB6B-41DA-87BD-74E04D9298F3}"/>
          </ac:spMkLst>
        </pc:spChg>
        <pc:spChg chg="add mod">
          <ac:chgData name="Fei" userId="d19317889db4c986" providerId="LiveId" clId="{513BF9AB-3C43-47EF-9A6C-C6DAE3E94B0B}" dt="2022-03-10T03:40:52.699" v="1025" actId="207"/>
          <ac:spMkLst>
            <pc:docMk/>
            <pc:sldMk cId="1545397627" sldId="430"/>
            <ac:spMk id="3" creationId="{8F12820F-EEB0-4869-BD54-F9EF4FDBAFDE}"/>
          </ac:spMkLst>
        </pc:spChg>
      </pc:sldChg>
      <pc:sldChg chg="addSp delSp modSp add mod ord addAnim delAnim modAnim">
        <pc:chgData name="Fei" userId="d19317889db4c986" providerId="LiveId" clId="{513BF9AB-3C43-47EF-9A6C-C6DAE3E94B0B}" dt="2022-03-10T03:39:50.515" v="1021" actId="1076"/>
        <pc:sldMkLst>
          <pc:docMk/>
          <pc:sldMk cId="2283196572" sldId="431"/>
        </pc:sldMkLst>
        <pc:spChg chg="mod">
          <ac:chgData name="Fei" userId="d19317889db4c986" providerId="LiveId" clId="{513BF9AB-3C43-47EF-9A6C-C6DAE3E94B0B}" dt="2022-03-10T03:39:50.515" v="1021" actId="1076"/>
          <ac:spMkLst>
            <pc:docMk/>
            <pc:sldMk cId="2283196572" sldId="431"/>
            <ac:spMk id="5" creationId="{A52F3836-333F-3940-822F-EA9D72C6C35E}"/>
          </ac:spMkLst>
        </pc:spChg>
        <pc:spChg chg="add del mod">
          <ac:chgData name="Fei" userId="d19317889db4c986" providerId="LiveId" clId="{513BF9AB-3C43-47EF-9A6C-C6DAE3E94B0B}" dt="2022-03-10T03:30:48.964" v="920" actId="478"/>
          <ac:spMkLst>
            <pc:docMk/>
            <pc:sldMk cId="2283196572" sldId="431"/>
            <ac:spMk id="10" creationId="{3CB53578-B823-4006-84B2-C1B170F6B6A8}"/>
          </ac:spMkLst>
        </pc:spChg>
        <pc:spChg chg="add mod">
          <ac:chgData name="Fei" userId="d19317889db4c986" providerId="LiveId" clId="{513BF9AB-3C43-47EF-9A6C-C6DAE3E94B0B}" dt="2022-03-10T03:34:49.187" v="982" actId="113"/>
          <ac:spMkLst>
            <pc:docMk/>
            <pc:sldMk cId="2283196572" sldId="431"/>
            <ac:spMk id="11" creationId="{C5256CF8-1ED1-4178-9093-43B01B45238A}"/>
          </ac:spMkLst>
        </pc:spChg>
        <pc:spChg chg="add mod">
          <ac:chgData name="Fei" userId="d19317889db4c986" providerId="LiveId" clId="{513BF9AB-3C43-47EF-9A6C-C6DAE3E94B0B}" dt="2022-03-10T03:34:44.582" v="981"/>
          <ac:spMkLst>
            <pc:docMk/>
            <pc:sldMk cId="2283196572" sldId="431"/>
            <ac:spMk id="12" creationId="{6C21A081-8620-4757-8530-AC45EBBF50EA}"/>
          </ac:spMkLst>
        </pc:spChg>
        <pc:spChg chg="add mod">
          <ac:chgData name="Fei" userId="d19317889db4c986" providerId="LiveId" clId="{513BF9AB-3C43-47EF-9A6C-C6DAE3E94B0B}" dt="2022-03-10T03:39:50.515" v="1021" actId="1076"/>
          <ac:spMkLst>
            <pc:docMk/>
            <pc:sldMk cId="2283196572" sldId="431"/>
            <ac:spMk id="13" creationId="{68367E82-DBCC-4C7F-8C94-1E06EE5B3001}"/>
          </ac:spMkLst>
        </pc:spChg>
        <pc:spChg chg="add mod">
          <ac:chgData name="Fei" userId="d19317889db4c986" providerId="LiveId" clId="{513BF9AB-3C43-47EF-9A6C-C6DAE3E94B0B}" dt="2022-03-10T03:38:23.504" v="1017"/>
          <ac:spMkLst>
            <pc:docMk/>
            <pc:sldMk cId="2283196572" sldId="431"/>
            <ac:spMk id="14" creationId="{098FDBB9-4607-4890-9F39-3EDE18522E08}"/>
          </ac:spMkLst>
        </pc:spChg>
        <pc:picChg chg="del mod modCrop">
          <ac:chgData name="Fei" userId="d19317889db4c986" providerId="LiveId" clId="{513BF9AB-3C43-47EF-9A6C-C6DAE3E94B0B}" dt="2022-03-10T03:34:12.967" v="965" actId="478"/>
          <ac:picMkLst>
            <pc:docMk/>
            <pc:sldMk cId="2283196572" sldId="431"/>
            <ac:picMk id="3" creationId="{AC906A7A-1AF2-46D7-A7DE-AF1A5107E024}"/>
          </ac:picMkLst>
        </pc:picChg>
        <pc:picChg chg="add del mod">
          <ac:chgData name="Fei" userId="d19317889db4c986" providerId="LiveId" clId="{513BF9AB-3C43-47EF-9A6C-C6DAE3E94B0B}" dt="2022-03-10T03:39:50.515" v="1021" actId="1076"/>
          <ac:picMkLst>
            <pc:docMk/>
            <pc:sldMk cId="2283196572" sldId="431"/>
            <ac:picMk id="6" creationId="{3D4BAD13-980C-B948-8D96-B1879CD9E978}"/>
          </ac:picMkLst>
        </pc:picChg>
        <pc:picChg chg="add mod">
          <ac:chgData name="Fei" userId="d19317889db4c986" providerId="LiveId" clId="{513BF9AB-3C43-47EF-9A6C-C6DAE3E94B0B}" dt="2022-03-10T02:49:05.761" v="680" actId="571"/>
          <ac:picMkLst>
            <pc:docMk/>
            <pc:sldMk cId="2283196572" sldId="431"/>
            <ac:picMk id="7" creationId="{41D3FE7E-8CA5-49B7-A951-F120AE555AAA}"/>
          </ac:picMkLst>
        </pc:picChg>
        <pc:picChg chg="add mod">
          <ac:chgData name="Fei" userId="d19317889db4c986" providerId="LiveId" clId="{513BF9AB-3C43-47EF-9A6C-C6DAE3E94B0B}" dt="2022-03-10T03:39:34.301" v="1020"/>
          <ac:picMkLst>
            <pc:docMk/>
            <pc:sldMk cId="2283196572" sldId="431"/>
            <ac:picMk id="8" creationId="{5ABF9374-F8F6-4BB1-AC4B-A7F38ADFEA8B}"/>
          </ac:picMkLst>
        </pc:picChg>
        <pc:picChg chg="add mod">
          <ac:chgData name="Fei" userId="d19317889db4c986" providerId="LiveId" clId="{513BF9AB-3C43-47EF-9A6C-C6DAE3E94B0B}" dt="2022-03-10T03:39:34.301" v="1020"/>
          <ac:picMkLst>
            <pc:docMk/>
            <pc:sldMk cId="2283196572" sldId="431"/>
            <ac:picMk id="9" creationId="{ACCDE68E-C1BA-4A7B-B08A-4446BA87A7A0}"/>
          </ac:picMkLst>
        </pc:picChg>
      </pc:sldChg>
      <pc:sldChg chg="addSp modSp new mod ord">
        <pc:chgData name="Fei" userId="d19317889db4c986" providerId="LiveId" clId="{513BF9AB-3C43-47EF-9A6C-C6DAE3E94B0B}" dt="2022-03-10T03:42:10.158" v="1033" actId="732"/>
        <pc:sldMkLst>
          <pc:docMk/>
          <pc:sldMk cId="2623137490" sldId="432"/>
        </pc:sldMkLst>
        <pc:spChg chg="add mod">
          <ac:chgData name="Fei" userId="d19317889db4c986" providerId="LiveId" clId="{513BF9AB-3C43-47EF-9A6C-C6DAE3E94B0B}" dt="2022-03-10T03:40:35.793" v="1024" actId="207"/>
          <ac:spMkLst>
            <pc:docMk/>
            <pc:sldMk cId="2623137490" sldId="432"/>
            <ac:spMk id="7" creationId="{8B2EFF78-6300-46C3-ACD0-3E397D28E755}"/>
          </ac:spMkLst>
        </pc:spChg>
        <pc:picChg chg="add mod">
          <ac:chgData name="Fei" userId="d19317889db4c986" providerId="LiveId" clId="{513BF9AB-3C43-47EF-9A6C-C6DAE3E94B0B}" dt="2022-03-10T03:40:21.080" v="1023" actId="208"/>
          <ac:picMkLst>
            <pc:docMk/>
            <pc:sldMk cId="2623137490" sldId="432"/>
            <ac:picMk id="3" creationId="{A991F438-5CF6-41A9-B502-90D8E2E0889E}"/>
          </ac:picMkLst>
        </pc:picChg>
        <pc:picChg chg="add mod modCrop">
          <ac:chgData name="Fei" userId="d19317889db4c986" providerId="LiveId" clId="{513BF9AB-3C43-47EF-9A6C-C6DAE3E94B0B}" dt="2022-03-10T03:42:10.158" v="1033" actId="732"/>
          <ac:picMkLst>
            <pc:docMk/>
            <pc:sldMk cId="2623137490" sldId="432"/>
            <ac:picMk id="5" creationId="{4EDA5563-689D-48B3-8476-0AC324E4DDCB}"/>
          </ac:picMkLst>
        </pc:picChg>
      </pc:sldChg>
      <pc:sldChg chg="addSp modSp new mod ord">
        <pc:chgData name="Fei" userId="d19317889db4c986" providerId="LiveId" clId="{513BF9AB-3C43-47EF-9A6C-C6DAE3E94B0B}" dt="2022-03-10T04:10:48.726" v="1339"/>
        <pc:sldMkLst>
          <pc:docMk/>
          <pc:sldMk cId="815936616" sldId="433"/>
        </pc:sldMkLst>
        <pc:spChg chg="add mod">
          <ac:chgData name="Fei" userId="d19317889db4c986" providerId="LiveId" clId="{513BF9AB-3C43-47EF-9A6C-C6DAE3E94B0B}" dt="2022-03-10T03:41:02.652" v="1027" actId="207"/>
          <ac:spMkLst>
            <pc:docMk/>
            <pc:sldMk cId="815936616" sldId="433"/>
            <ac:spMk id="6" creationId="{6395D8E0-74B2-4373-B9A4-5E0EA684FD27}"/>
          </ac:spMkLst>
        </pc:spChg>
        <pc:spChg chg="add mod">
          <ac:chgData name="Fei" userId="d19317889db4c986" providerId="LiveId" clId="{513BF9AB-3C43-47EF-9A6C-C6DAE3E94B0B}" dt="2022-03-10T03:09:24.505" v="851" actId="14100"/>
          <ac:spMkLst>
            <pc:docMk/>
            <pc:sldMk cId="815936616" sldId="433"/>
            <ac:spMk id="7" creationId="{CE358B51-1A16-48D6-A22E-6AC3EF64C4E0}"/>
          </ac:spMkLst>
        </pc:spChg>
        <pc:spChg chg="add mod">
          <ac:chgData name="Fei" userId="d19317889db4c986" providerId="LiveId" clId="{513BF9AB-3C43-47EF-9A6C-C6DAE3E94B0B}" dt="2022-03-10T03:09:22.786" v="850" actId="1076"/>
          <ac:spMkLst>
            <pc:docMk/>
            <pc:sldMk cId="815936616" sldId="433"/>
            <ac:spMk id="8" creationId="{F0A47AAA-87FD-4766-AB16-13A621D4F094}"/>
          </ac:spMkLst>
        </pc:spChg>
        <pc:grpChg chg="add mod">
          <ac:chgData name="Fei" userId="d19317889db4c986" providerId="LiveId" clId="{513BF9AB-3C43-47EF-9A6C-C6DAE3E94B0B}" dt="2022-03-10T03:09:34.057" v="852" actId="1076"/>
          <ac:grpSpMkLst>
            <pc:docMk/>
            <pc:sldMk cId="815936616" sldId="433"/>
            <ac:grpSpMk id="9" creationId="{CB9D5FEE-0A01-4B3A-B9B1-C90F88497B96}"/>
          </ac:grpSpMkLst>
        </pc:grpChg>
        <pc:picChg chg="add mod modCrop">
          <ac:chgData name="Fei" userId="d19317889db4c986" providerId="LiveId" clId="{513BF9AB-3C43-47EF-9A6C-C6DAE3E94B0B}" dt="2022-03-10T03:09:16.600" v="847" actId="14100"/>
          <ac:picMkLst>
            <pc:docMk/>
            <pc:sldMk cId="815936616" sldId="433"/>
            <ac:picMk id="3" creationId="{398C8A23-4F4E-4F11-9BE0-49FE9D3F948B}"/>
          </ac:picMkLst>
        </pc:picChg>
        <pc:picChg chg="add mod modCrop">
          <ac:chgData name="Fei" userId="d19317889db4c986" providerId="LiveId" clId="{513BF9AB-3C43-47EF-9A6C-C6DAE3E94B0B}" dt="2022-03-10T03:09:38.055" v="853" actId="1076"/>
          <ac:picMkLst>
            <pc:docMk/>
            <pc:sldMk cId="815936616" sldId="433"/>
            <ac:picMk id="4" creationId="{CFCADC41-ABF0-4C78-B133-1095E8B0E417}"/>
          </ac:picMkLst>
        </pc:picChg>
        <pc:picChg chg="add mod modCrop">
          <ac:chgData name="Fei" userId="d19317889db4c986" providerId="LiveId" clId="{513BF9AB-3C43-47EF-9A6C-C6DAE3E94B0B}" dt="2022-03-10T03:09:42.405" v="854" actId="1076"/>
          <ac:picMkLst>
            <pc:docMk/>
            <pc:sldMk cId="815936616" sldId="433"/>
            <ac:picMk id="5" creationId="{C3040AC5-1851-462C-90D8-F0954E31D5C4}"/>
          </ac:picMkLst>
        </pc:picChg>
      </pc:sldChg>
      <pc:sldChg chg="addSp delSp modSp new del mod">
        <pc:chgData name="Fei" userId="d19317889db4c986" providerId="LiveId" clId="{513BF9AB-3C43-47EF-9A6C-C6DAE3E94B0B}" dt="2022-03-10T03:04:06.526" v="769" actId="47"/>
        <pc:sldMkLst>
          <pc:docMk/>
          <pc:sldMk cId="4017172361" sldId="434"/>
        </pc:sldMkLst>
        <pc:picChg chg="add del">
          <ac:chgData name="Fei" userId="d19317889db4c986" providerId="LiveId" clId="{513BF9AB-3C43-47EF-9A6C-C6DAE3E94B0B}" dt="2022-03-10T02:50:02.662" v="687" actId="22"/>
          <ac:picMkLst>
            <pc:docMk/>
            <pc:sldMk cId="4017172361" sldId="434"/>
            <ac:picMk id="3" creationId="{28529624-7A16-476E-A318-16A78117D90D}"/>
          </ac:picMkLst>
        </pc:picChg>
        <pc:picChg chg="add del mod modCrop">
          <ac:chgData name="Fei" userId="d19317889db4c986" providerId="LiveId" clId="{513BF9AB-3C43-47EF-9A6C-C6DAE3E94B0B}" dt="2022-03-10T02:59:16.086" v="699" actId="21"/>
          <ac:picMkLst>
            <pc:docMk/>
            <pc:sldMk cId="4017172361" sldId="434"/>
            <ac:picMk id="5" creationId="{B8DE50F1-7C08-4DDC-9B38-31EE7FDB53EA}"/>
          </ac:picMkLst>
        </pc:picChg>
      </pc:sldChg>
      <pc:sldChg chg="addSp modSp new mod">
        <pc:chgData name="Fei" userId="d19317889db4c986" providerId="LiveId" clId="{513BF9AB-3C43-47EF-9A6C-C6DAE3E94B0B}" dt="2022-03-10T03:41:12.213" v="1030" actId="207"/>
        <pc:sldMkLst>
          <pc:docMk/>
          <pc:sldMk cId="1200852329" sldId="435"/>
        </pc:sldMkLst>
        <pc:spChg chg="add mod">
          <ac:chgData name="Fei" userId="d19317889db4c986" providerId="LiveId" clId="{513BF9AB-3C43-47EF-9A6C-C6DAE3E94B0B}" dt="2022-03-10T03:11:25.384" v="867" actId="164"/>
          <ac:spMkLst>
            <pc:docMk/>
            <pc:sldMk cId="1200852329" sldId="435"/>
            <ac:spMk id="4" creationId="{0C010D47-80FB-4F09-B40B-34BCC36AB855}"/>
          </ac:spMkLst>
        </pc:spChg>
        <pc:spChg chg="add mod">
          <ac:chgData name="Fei" userId="d19317889db4c986" providerId="LiveId" clId="{513BF9AB-3C43-47EF-9A6C-C6DAE3E94B0B}" dt="2022-03-10T03:41:12.213" v="1030" actId="207"/>
          <ac:spMkLst>
            <pc:docMk/>
            <pc:sldMk cId="1200852329" sldId="435"/>
            <ac:spMk id="6" creationId="{90382EC7-F5EB-4828-9AE3-9EB95237F9A5}"/>
          </ac:spMkLst>
        </pc:spChg>
        <pc:grpChg chg="add mod">
          <ac:chgData name="Fei" userId="d19317889db4c986" providerId="LiveId" clId="{513BF9AB-3C43-47EF-9A6C-C6DAE3E94B0B}" dt="2022-03-10T03:11:53.252" v="878" actId="14100"/>
          <ac:grpSpMkLst>
            <pc:docMk/>
            <pc:sldMk cId="1200852329" sldId="435"/>
            <ac:grpSpMk id="5" creationId="{13C3FD81-E8E4-457B-947D-F9B5EF1D7D02}"/>
          </ac:grpSpMkLst>
        </pc:grpChg>
        <pc:picChg chg="add mod">
          <ac:chgData name="Fei" userId="d19317889db4c986" providerId="LiveId" clId="{513BF9AB-3C43-47EF-9A6C-C6DAE3E94B0B}" dt="2022-03-10T03:11:31.120" v="868"/>
          <ac:picMkLst>
            <pc:docMk/>
            <pc:sldMk cId="1200852329" sldId="435"/>
            <ac:picMk id="3" creationId="{DE9D8BE5-AA9A-4179-95F9-F54593A6DB45}"/>
          </ac:picMkLst>
        </pc:picChg>
        <pc:picChg chg="add mod">
          <ac:chgData name="Fei" userId="d19317889db4c986" providerId="LiveId" clId="{513BF9AB-3C43-47EF-9A6C-C6DAE3E94B0B}" dt="2022-03-10T03:11:57.084" v="881" actId="1076"/>
          <ac:picMkLst>
            <pc:docMk/>
            <pc:sldMk cId="1200852329" sldId="435"/>
            <ac:picMk id="7" creationId="{33D320E0-2173-446D-B687-BE90E23A7123}"/>
          </ac:picMkLst>
        </pc:picChg>
      </pc:sldChg>
      <pc:sldChg chg="addSp delSp modSp new del mod">
        <pc:chgData name="Fei" userId="d19317889db4c986" providerId="LiveId" clId="{513BF9AB-3C43-47EF-9A6C-C6DAE3E94B0B}" dt="2022-03-10T03:11:58.118" v="882" actId="47"/>
        <pc:sldMkLst>
          <pc:docMk/>
          <pc:sldMk cId="206787169" sldId="436"/>
        </pc:sldMkLst>
        <pc:picChg chg="add del mod">
          <ac:chgData name="Fei" userId="d19317889db4c986" providerId="LiveId" clId="{513BF9AB-3C43-47EF-9A6C-C6DAE3E94B0B}" dt="2022-03-10T03:11:46.423" v="874" actId="21"/>
          <ac:picMkLst>
            <pc:docMk/>
            <pc:sldMk cId="206787169" sldId="436"/>
            <ac:picMk id="3" creationId="{FD07EE02-D791-41EC-95E2-B175AFB56CCC}"/>
          </ac:picMkLst>
        </pc:picChg>
      </pc:sldChg>
      <pc:sldChg chg="addSp modSp add mod ord modShow">
        <pc:chgData name="Fei" userId="d19317889db4c986" providerId="LiveId" clId="{513BF9AB-3C43-47EF-9A6C-C6DAE3E94B0B}" dt="2022-03-10T04:11:10.349" v="1342" actId="729"/>
        <pc:sldMkLst>
          <pc:docMk/>
          <pc:sldMk cId="1739208010" sldId="437"/>
        </pc:sldMkLst>
        <pc:spChg chg="add mod">
          <ac:chgData name="Fei" userId="d19317889db4c986" providerId="LiveId" clId="{513BF9AB-3C43-47EF-9A6C-C6DAE3E94B0B}" dt="2022-03-10T03:07:50.048" v="829" actId="164"/>
          <ac:spMkLst>
            <pc:docMk/>
            <pc:sldMk cId="1739208010" sldId="437"/>
            <ac:spMk id="7" creationId="{FC6DF2C4-2C34-4688-8A26-3F6E5E5DE957}"/>
          </ac:spMkLst>
        </pc:spChg>
        <pc:spChg chg="add mod">
          <ac:chgData name="Fei" userId="d19317889db4c986" providerId="LiveId" clId="{513BF9AB-3C43-47EF-9A6C-C6DAE3E94B0B}" dt="2022-03-10T03:07:50.048" v="829" actId="164"/>
          <ac:spMkLst>
            <pc:docMk/>
            <pc:sldMk cId="1739208010" sldId="437"/>
            <ac:spMk id="8" creationId="{565195EC-4B6A-4D44-9935-11974E4F09C7}"/>
          </ac:spMkLst>
        </pc:spChg>
        <pc:spChg chg="add mod">
          <ac:chgData name="Fei" userId="d19317889db4c986" providerId="LiveId" clId="{513BF9AB-3C43-47EF-9A6C-C6DAE3E94B0B}" dt="2022-03-10T03:41:06.162" v="1028" actId="207"/>
          <ac:spMkLst>
            <pc:docMk/>
            <pc:sldMk cId="1739208010" sldId="437"/>
            <ac:spMk id="9" creationId="{C2533ED1-9854-4AB8-A2C4-BADE4F67E03F}"/>
          </ac:spMkLst>
        </pc:spChg>
        <pc:grpChg chg="add mod">
          <ac:chgData name="Fei" userId="d19317889db4c986" providerId="LiveId" clId="{513BF9AB-3C43-47EF-9A6C-C6DAE3E94B0B}" dt="2022-03-10T03:08:13.898" v="833" actId="14100"/>
          <ac:grpSpMkLst>
            <pc:docMk/>
            <pc:sldMk cId="1739208010" sldId="437"/>
            <ac:grpSpMk id="2" creationId="{37761324-7CA8-4F4F-B095-4C8A44EECECC}"/>
          </ac:grpSpMkLst>
        </pc:grpChg>
        <pc:picChg chg="mod modCrop">
          <ac:chgData name="Fei" userId="d19317889db4c986" providerId="LiveId" clId="{513BF9AB-3C43-47EF-9A6C-C6DAE3E94B0B}" dt="2022-03-10T03:10:13.516" v="856" actId="14100"/>
          <ac:picMkLst>
            <pc:docMk/>
            <pc:sldMk cId="1739208010" sldId="437"/>
            <ac:picMk id="3" creationId="{398C8A23-4F4E-4F11-9BE0-49FE9D3F948B}"/>
          </ac:picMkLst>
        </pc:picChg>
        <pc:picChg chg="add mod modCrop">
          <ac:chgData name="Fei" userId="d19317889db4c986" providerId="LiveId" clId="{513BF9AB-3C43-47EF-9A6C-C6DAE3E94B0B}" dt="2022-03-10T03:10:15.384" v="857" actId="14100"/>
          <ac:picMkLst>
            <pc:docMk/>
            <pc:sldMk cId="1739208010" sldId="437"/>
            <ac:picMk id="4" creationId="{B8E63C36-BF83-4A0E-9D6C-14D2CD3DC9F3}"/>
          </ac:picMkLst>
        </pc:picChg>
        <pc:picChg chg="add mod modCrop">
          <ac:chgData name="Fei" userId="d19317889db4c986" providerId="LiveId" clId="{513BF9AB-3C43-47EF-9A6C-C6DAE3E94B0B}" dt="2022-03-10T03:10:46.425" v="861" actId="1076"/>
          <ac:picMkLst>
            <pc:docMk/>
            <pc:sldMk cId="1739208010" sldId="437"/>
            <ac:picMk id="5" creationId="{736961F3-811B-4519-93D9-AD78D0C653E6}"/>
          </ac:picMkLst>
        </pc:picChg>
        <pc:picChg chg="add mod">
          <ac:chgData name="Fei" userId="d19317889db4c986" providerId="LiveId" clId="{513BF9AB-3C43-47EF-9A6C-C6DAE3E94B0B}" dt="2022-03-10T03:03:02.323" v="744" actId="1076"/>
          <ac:picMkLst>
            <pc:docMk/>
            <pc:sldMk cId="1739208010" sldId="437"/>
            <ac:picMk id="6" creationId="{98F9A990-EF59-41CF-AF8F-9A9D8123A2E3}"/>
          </ac:picMkLst>
        </pc:picChg>
      </pc:sldChg>
      <pc:sldChg chg="addSp delSp modSp add del mod ord">
        <pc:chgData name="Fei" userId="d19317889db4c986" providerId="LiveId" clId="{513BF9AB-3C43-47EF-9A6C-C6DAE3E94B0B}" dt="2022-03-10T03:04:05.662" v="768" actId="47"/>
        <pc:sldMkLst>
          <pc:docMk/>
          <pc:sldMk cId="3146174252" sldId="438"/>
        </pc:sldMkLst>
        <pc:picChg chg="add del mod modCrop">
          <ac:chgData name="Fei" userId="d19317889db4c986" providerId="LiveId" clId="{513BF9AB-3C43-47EF-9A6C-C6DAE3E94B0B}" dt="2022-03-10T03:02:51.921" v="740" actId="21"/>
          <ac:picMkLst>
            <pc:docMk/>
            <pc:sldMk cId="3146174252" sldId="438"/>
            <ac:picMk id="3" creationId="{D3B30D45-4263-4FE2-B0CD-D5FB0EEE683B}"/>
          </ac:picMkLst>
        </pc:picChg>
        <pc:picChg chg="del mod modCrop">
          <ac:chgData name="Fei" userId="d19317889db4c986" providerId="LiveId" clId="{513BF9AB-3C43-47EF-9A6C-C6DAE3E94B0B}" dt="2022-03-10T03:02:51.921" v="740" actId="21"/>
          <ac:picMkLst>
            <pc:docMk/>
            <pc:sldMk cId="3146174252" sldId="438"/>
            <ac:picMk id="5" creationId="{B8DE50F1-7C08-4DDC-9B38-31EE7FDB53EA}"/>
          </ac:picMkLst>
        </pc:picChg>
      </pc:sldChg>
      <pc:sldChg chg="addSp delSp modSp add del mod ord">
        <pc:chgData name="Fei" userId="d19317889db4c986" providerId="LiveId" clId="{513BF9AB-3C43-47EF-9A6C-C6DAE3E94B0B}" dt="2022-03-10T03:04:04.361" v="767" actId="47"/>
        <pc:sldMkLst>
          <pc:docMk/>
          <pc:sldMk cId="969789453" sldId="439"/>
        </pc:sldMkLst>
        <pc:picChg chg="add del mod modCrop">
          <ac:chgData name="Fei" userId="d19317889db4c986" providerId="LiveId" clId="{513BF9AB-3C43-47EF-9A6C-C6DAE3E94B0B}" dt="2022-03-10T03:04:00.291" v="764" actId="21"/>
          <ac:picMkLst>
            <pc:docMk/>
            <pc:sldMk cId="969789453" sldId="439"/>
            <ac:picMk id="3" creationId="{65D01F3A-D85B-4A4D-A194-276030746FC7}"/>
          </ac:picMkLst>
        </pc:picChg>
        <pc:picChg chg="del mod modCrop">
          <ac:chgData name="Fei" userId="d19317889db4c986" providerId="LiveId" clId="{513BF9AB-3C43-47EF-9A6C-C6DAE3E94B0B}" dt="2022-03-10T03:04:00.291" v="764" actId="21"/>
          <ac:picMkLst>
            <pc:docMk/>
            <pc:sldMk cId="969789453" sldId="439"/>
            <ac:picMk id="5" creationId="{B8DE50F1-7C08-4DDC-9B38-31EE7FDB53EA}"/>
          </ac:picMkLst>
        </pc:picChg>
      </pc:sldChg>
      <pc:sldChg chg="addSp delSp modSp add mod ord">
        <pc:chgData name="Fei" userId="d19317889db4c986" providerId="LiveId" clId="{513BF9AB-3C43-47EF-9A6C-C6DAE3E94B0B}" dt="2022-03-10T04:10:21.830" v="1337" actId="732"/>
        <pc:sldMkLst>
          <pc:docMk/>
          <pc:sldMk cId="2171745277" sldId="440"/>
        </pc:sldMkLst>
        <pc:spChg chg="add mod">
          <ac:chgData name="Fei" userId="d19317889db4c986" providerId="LiveId" clId="{513BF9AB-3C43-47EF-9A6C-C6DAE3E94B0B}" dt="2022-03-10T03:41:09.544" v="1029" actId="207"/>
          <ac:spMkLst>
            <pc:docMk/>
            <pc:sldMk cId="2171745277" sldId="440"/>
            <ac:spMk id="9" creationId="{BAE77D7E-DB1F-4F20-A33F-283C5AAB786B}"/>
          </ac:spMkLst>
        </pc:spChg>
        <pc:spChg chg="add mod">
          <ac:chgData name="Fei" userId="d19317889db4c986" providerId="LiveId" clId="{513BF9AB-3C43-47EF-9A6C-C6DAE3E94B0B}" dt="2022-03-10T03:08:57.902" v="844" actId="164"/>
          <ac:spMkLst>
            <pc:docMk/>
            <pc:sldMk cId="2171745277" sldId="440"/>
            <ac:spMk id="10" creationId="{2807FCF9-46B7-482A-9745-CC867B8DE787}"/>
          </ac:spMkLst>
        </pc:spChg>
        <pc:spChg chg="add mod">
          <ac:chgData name="Fei" userId="d19317889db4c986" providerId="LiveId" clId="{513BF9AB-3C43-47EF-9A6C-C6DAE3E94B0B}" dt="2022-03-10T03:08:57.902" v="844" actId="164"/>
          <ac:spMkLst>
            <pc:docMk/>
            <pc:sldMk cId="2171745277" sldId="440"/>
            <ac:spMk id="11" creationId="{286F19AF-0AC5-4D2B-B38E-90D84B07560B}"/>
          </ac:spMkLst>
        </pc:spChg>
        <pc:grpChg chg="add mod">
          <ac:chgData name="Fei" userId="d19317889db4c986" providerId="LiveId" clId="{513BF9AB-3C43-47EF-9A6C-C6DAE3E94B0B}" dt="2022-03-10T03:08:57.902" v="844" actId="164"/>
          <ac:grpSpMkLst>
            <pc:docMk/>
            <pc:sldMk cId="2171745277" sldId="440"/>
            <ac:grpSpMk id="2" creationId="{C987FB0B-D761-478C-B290-7CF4B667FE92}"/>
          </ac:grpSpMkLst>
        </pc:grpChg>
        <pc:picChg chg="mod">
          <ac:chgData name="Fei" userId="d19317889db4c986" providerId="LiveId" clId="{513BF9AB-3C43-47EF-9A6C-C6DAE3E94B0B}" dt="2022-03-10T03:08:57.902" v="844" actId="164"/>
          <ac:picMkLst>
            <pc:docMk/>
            <pc:sldMk cId="2171745277" sldId="440"/>
            <ac:picMk id="3" creationId="{398C8A23-4F4E-4F11-9BE0-49FE9D3F948B}"/>
          </ac:picMkLst>
        </pc:picChg>
        <pc:picChg chg="add del mod modCrop">
          <ac:chgData name="Fei" userId="d19317889db4c986" providerId="LiveId" clId="{513BF9AB-3C43-47EF-9A6C-C6DAE3E94B0B}" dt="2022-03-10T03:08:57.902" v="844" actId="164"/>
          <ac:picMkLst>
            <pc:docMk/>
            <pc:sldMk cId="2171745277" sldId="440"/>
            <ac:picMk id="4" creationId="{B8E63C36-BF83-4A0E-9D6C-14D2CD3DC9F3}"/>
          </ac:picMkLst>
        </pc:picChg>
        <pc:picChg chg="del">
          <ac:chgData name="Fei" userId="d19317889db4c986" providerId="LiveId" clId="{513BF9AB-3C43-47EF-9A6C-C6DAE3E94B0B}" dt="2022-03-10T03:03:12.586" v="746" actId="478"/>
          <ac:picMkLst>
            <pc:docMk/>
            <pc:sldMk cId="2171745277" sldId="440"/>
            <ac:picMk id="5" creationId="{736961F3-811B-4519-93D9-AD78D0C653E6}"/>
          </ac:picMkLst>
        </pc:picChg>
        <pc:picChg chg="del">
          <ac:chgData name="Fei" userId="d19317889db4c986" providerId="LiveId" clId="{513BF9AB-3C43-47EF-9A6C-C6DAE3E94B0B}" dt="2022-03-10T03:03:13.251" v="747" actId="478"/>
          <ac:picMkLst>
            <pc:docMk/>
            <pc:sldMk cId="2171745277" sldId="440"/>
            <ac:picMk id="6" creationId="{98F9A990-EF59-41CF-AF8F-9A9D8123A2E3}"/>
          </ac:picMkLst>
        </pc:picChg>
        <pc:picChg chg="add mod modCrop">
          <ac:chgData name="Fei" userId="d19317889db4c986" providerId="LiveId" clId="{513BF9AB-3C43-47EF-9A6C-C6DAE3E94B0B}" dt="2022-03-10T04:10:21.830" v="1337" actId="732"/>
          <ac:picMkLst>
            <pc:docMk/>
            <pc:sldMk cId="2171745277" sldId="440"/>
            <ac:picMk id="7" creationId="{F4412A78-9231-451A-9E51-123F51D10284}"/>
          </ac:picMkLst>
        </pc:picChg>
        <pc:picChg chg="add mod">
          <ac:chgData name="Fei" userId="d19317889db4c986" providerId="LiveId" clId="{513BF9AB-3C43-47EF-9A6C-C6DAE3E94B0B}" dt="2022-03-10T03:59:05.120" v="1331" actId="1076"/>
          <ac:picMkLst>
            <pc:docMk/>
            <pc:sldMk cId="2171745277" sldId="440"/>
            <ac:picMk id="8" creationId="{601DCC3A-15B5-4BB6-AF6F-90DD7C7C9A81}"/>
          </ac:picMkLst>
        </pc:picChg>
      </pc:sldChg>
      <pc:sldChg chg="add del">
        <pc:chgData name="Fei" userId="d19317889db4c986" providerId="LiveId" clId="{513BF9AB-3C43-47EF-9A6C-C6DAE3E94B0B}" dt="2022-03-10T03:15:46.355" v="889" actId="2696"/>
        <pc:sldMkLst>
          <pc:docMk/>
          <pc:sldMk cId="858879524" sldId="441"/>
        </pc:sldMkLst>
      </pc:sldChg>
      <pc:sldChg chg="addSp modSp add mod ord">
        <pc:chgData name="Fei" userId="d19317889db4c986" providerId="LiveId" clId="{513BF9AB-3C43-47EF-9A6C-C6DAE3E94B0B}" dt="2022-03-10T04:12:58.130" v="1350" actId="20577"/>
        <pc:sldMkLst>
          <pc:docMk/>
          <pc:sldMk cId="3621793630" sldId="441"/>
        </pc:sldMkLst>
        <pc:spChg chg="mod">
          <ac:chgData name="Fei" userId="d19317889db4c986" providerId="LiveId" clId="{513BF9AB-3C43-47EF-9A6C-C6DAE3E94B0B}" dt="2022-03-10T04:12:58.130" v="1350" actId="20577"/>
          <ac:spMkLst>
            <pc:docMk/>
            <pc:sldMk cId="3621793630" sldId="441"/>
            <ac:spMk id="2" creationId="{0A5EFA2B-AB6B-41DA-87BD-74E04D9298F3}"/>
          </ac:spMkLst>
        </pc:spChg>
        <pc:spChg chg="add mod">
          <ac:chgData name="Fei" userId="d19317889db4c986" providerId="LiveId" clId="{513BF9AB-3C43-47EF-9A6C-C6DAE3E94B0B}" dt="2022-03-10T03:40:59.779" v="1026" actId="207"/>
          <ac:spMkLst>
            <pc:docMk/>
            <pc:sldMk cId="3621793630" sldId="441"/>
            <ac:spMk id="3" creationId="{60334145-7F5F-4872-945F-39A7C54C6F6D}"/>
          </ac:spMkLst>
        </pc:spChg>
      </pc:sldChg>
      <pc:sldChg chg="addSp modSp add mod">
        <pc:chgData name="Fei" userId="d19317889db4c986" providerId="LiveId" clId="{513BF9AB-3C43-47EF-9A6C-C6DAE3E94B0B}" dt="2022-03-10T03:27:45.430" v="914" actId="1076"/>
        <pc:sldMkLst>
          <pc:docMk/>
          <pc:sldMk cId="3802030879" sldId="442"/>
        </pc:sldMkLst>
        <pc:picChg chg="mod modCrop">
          <ac:chgData name="Fei" userId="d19317889db4c986" providerId="LiveId" clId="{513BF9AB-3C43-47EF-9A6C-C6DAE3E94B0B}" dt="2022-03-10T03:27:34.398" v="912" actId="732"/>
          <ac:picMkLst>
            <pc:docMk/>
            <pc:sldMk cId="3802030879" sldId="442"/>
            <ac:picMk id="3" creationId="{CCE1AD29-6971-4B37-A452-9B6AB465F5B4}"/>
          </ac:picMkLst>
        </pc:picChg>
        <pc:picChg chg="add mod">
          <ac:chgData name="Fei" userId="d19317889db4c986" providerId="LiveId" clId="{513BF9AB-3C43-47EF-9A6C-C6DAE3E94B0B}" dt="2022-03-10T03:27:45.430" v="914" actId="1076"/>
          <ac:picMkLst>
            <pc:docMk/>
            <pc:sldMk cId="3802030879" sldId="442"/>
            <ac:picMk id="5" creationId="{C79E47A9-1B09-4ABE-8996-070E150132EE}"/>
          </ac:picMkLst>
        </pc:picChg>
      </pc:sldChg>
      <pc:sldChg chg="addSp delSp modSp add mod ord">
        <pc:chgData name="Fei" userId="d19317889db4c986" providerId="LiveId" clId="{513BF9AB-3C43-47EF-9A6C-C6DAE3E94B0B}" dt="2022-03-10T03:19:39.179" v="911" actId="1076"/>
        <pc:sldMkLst>
          <pc:docMk/>
          <pc:sldMk cId="2507984467" sldId="443"/>
        </pc:sldMkLst>
        <pc:spChg chg="del">
          <ac:chgData name="Fei" userId="d19317889db4c986" providerId="LiveId" clId="{513BF9AB-3C43-47EF-9A6C-C6DAE3E94B0B}" dt="2022-03-10T03:18:33.422" v="903" actId="478"/>
          <ac:spMkLst>
            <pc:docMk/>
            <pc:sldMk cId="2507984467" sldId="443"/>
            <ac:spMk id="5" creationId="{B8B345CC-7474-45EA-91A6-32EFBCBA5F7F}"/>
          </ac:spMkLst>
        </pc:spChg>
        <pc:picChg chg="add mod">
          <ac:chgData name="Fei" userId="d19317889db4c986" providerId="LiveId" clId="{513BF9AB-3C43-47EF-9A6C-C6DAE3E94B0B}" dt="2022-03-10T03:19:39.179" v="911" actId="1076"/>
          <ac:picMkLst>
            <pc:docMk/>
            <pc:sldMk cId="2507984467" sldId="443"/>
            <ac:picMk id="6" creationId="{AC56C85E-44E1-4447-B179-B90A5AB15179}"/>
          </ac:picMkLst>
        </pc:picChg>
      </pc:sldChg>
      <pc:sldChg chg="add">
        <pc:chgData name="Fei" userId="d19317889db4c986" providerId="LiveId" clId="{513BF9AB-3C43-47EF-9A6C-C6DAE3E94B0B}" dt="2022-03-10T03:30:04.275" v="915" actId="2890"/>
        <pc:sldMkLst>
          <pc:docMk/>
          <pc:sldMk cId="4044105362" sldId="444"/>
        </pc:sldMkLst>
      </pc:sldChg>
      <pc:sldChg chg="add del">
        <pc:chgData name="Fei" userId="d19317889db4c986" providerId="LiveId" clId="{513BF9AB-3C43-47EF-9A6C-C6DAE3E94B0B}" dt="2022-03-10T04:14:40.428" v="1362" actId="47"/>
        <pc:sldMkLst>
          <pc:docMk/>
          <pc:sldMk cId="215363393" sldId="445"/>
        </pc:sldMkLst>
      </pc:sldChg>
      <pc:sldChg chg="addSp modSp new mod">
        <pc:chgData name="Fei" userId="d19317889db4c986" providerId="LiveId" clId="{513BF9AB-3C43-47EF-9A6C-C6DAE3E94B0B}" dt="2022-03-10T04:26:34.721" v="1565" actId="20577"/>
        <pc:sldMkLst>
          <pc:docMk/>
          <pc:sldMk cId="1607156243" sldId="445"/>
        </pc:sldMkLst>
        <pc:spChg chg="add mod">
          <ac:chgData name="Fei" userId="d19317889db4c986" providerId="LiveId" clId="{513BF9AB-3C43-47EF-9A6C-C6DAE3E94B0B}" dt="2022-03-10T04:26:34.721" v="1565" actId="20577"/>
          <ac:spMkLst>
            <pc:docMk/>
            <pc:sldMk cId="1607156243" sldId="445"/>
            <ac:spMk id="3" creationId="{5DFEA44D-0B03-45F7-9229-7CF53DED6ED7}"/>
          </ac:spMkLst>
        </pc:spChg>
        <pc:picChg chg="add mod">
          <ac:chgData name="Fei" userId="d19317889db4c986" providerId="LiveId" clId="{513BF9AB-3C43-47EF-9A6C-C6DAE3E94B0B}" dt="2022-03-10T04:26:14.911" v="1541"/>
          <ac:picMkLst>
            <pc:docMk/>
            <pc:sldMk cId="1607156243" sldId="445"/>
            <ac:picMk id="2" creationId="{71D30B16-6BED-47F6-AFF5-674DB6B728EA}"/>
          </ac:picMkLst>
        </pc:picChg>
      </pc:sldChg>
      <pc:sldChg chg="add del">
        <pc:chgData name="Fei" userId="d19317889db4c986" providerId="LiveId" clId="{513BF9AB-3C43-47EF-9A6C-C6DAE3E94B0B}" dt="2022-03-10T04:13:40.599" v="1352" actId="2696"/>
        <pc:sldMkLst>
          <pc:docMk/>
          <pc:sldMk cId="3547965650" sldId="445"/>
        </pc:sldMkLst>
      </pc:sldChg>
      <pc:sldChg chg="delSp add del mod">
        <pc:chgData name="Fei" userId="d19317889db4c986" providerId="LiveId" clId="{513BF9AB-3C43-47EF-9A6C-C6DAE3E94B0B}" dt="2022-03-10T04:14:21.131" v="1360" actId="47"/>
        <pc:sldMkLst>
          <pc:docMk/>
          <pc:sldMk cId="3701742434" sldId="445"/>
        </pc:sldMkLst>
        <pc:spChg chg="del">
          <ac:chgData name="Fei" userId="d19317889db4c986" providerId="LiveId" clId="{513BF9AB-3C43-47EF-9A6C-C6DAE3E94B0B}" dt="2022-03-10T04:13:48.373" v="1354" actId="21"/>
          <ac:spMkLst>
            <pc:docMk/>
            <pc:sldMk cId="3701742434" sldId="445"/>
            <ac:spMk id="2" creationId="{0A5EFA2B-AB6B-41DA-87BD-74E04D9298F3}"/>
          </ac:spMkLst>
        </pc:spChg>
        <pc:spChg chg="del">
          <ac:chgData name="Fei" userId="d19317889db4c986" providerId="LiveId" clId="{513BF9AB-3C43-47EF-9A6C-C6DAE3E94B0B}" dt="2022-03-10T04:14:20.232" v="1359" actId="478"/>
          <ac:spMkLst>
            <pc:docMk/>
            <pc:sldMk cId="3701742434" sldId="445"/>
            <ac:spMk id="3" creationId="{60334145-7F5F-4872-945F-39A7C54C6F6D}"/>
          </ac:spMkLst>
        </pc:spChg>
      </pc:sldChg>
    </pc:docChg>
  </pc:docChgLst>
  <pc:docChgLst>
    <pc:chgData name="Fei Zheng" userId="d19317889db4c986" providerId="LiveId" clId="{9B5A475F-7A1B-2341-9485-47254AD74EE2}"/>
    <pc:docChg chg="undo custSel addSld delSld modSld sldOrd">
      <pc:chgData name="Fei Zheng" userId="d19317889db4c986" providerId="LiveId" clId="{9B5A475F-7A1B-2341-9485-47254AD74EE2}" dt="2023-02-27T15:28:21.625" v="1491" actId="20577"/>
      <pc:docMkLst>
        <pc:docMk/>
      </pc:docMkLst>
      <pc:sldChg chg="modSp mod">
        <pc:chgData name="Fei Zheng" userId="d19317889db4c986" providerId="LiveId" clId="{9B5A475F-7A1B-2341-9485-47254AD74EE2}" dt="2023-02-27T15:21:23.566" v="1473" actId="20577"/>
        <pc:sldMkLst>
          <pc:docMk/>
          <pc:sldMk cId="4155687108" sldId="370"/>
        </pc:sldMkLst>
        <pc:spChg chg="mod">
          <ac:chgData name="Fei Zheng" userId="d19317889db4c986" providerId="LiveId" clId="{9B5A475F-7A1B-2341-9485-47254AD74EE2}" dt="2023-02-27T15:21:23.566" v="1473" actId="20577"/>
          <ac:spMkLst>
            <pc:docMk/>
            <pc:sldMk cId="4155687108" sldId="370"/>
            <ac:spMk id="4" creationId="{4D857AEB-451B-5C13-1F2F-6611AE359FCF}"/>
          </ac:spMkLst>
        </pc:spChg>
      </pc:sldChg>
      <pc:sldChg chg="modSp mod ord">
        <pc:chgData name="Fei Zheng" userId="d19317889db4c986" providerId="LiveId" clId="{9B5A475F-7A1B-2341-9485-47254AD74EE2}" dt="2023-02-27T15:02:17.975" v="1220" actId="20578"/>
        <pc:sldMkLst>
          <pc:docMk/>
          <pc:sldMk cId="3395128082" sldId="371"/>
        </pc:sldMkLst>
        <pc:spChg chg="mod">
          <ac:chgData name="Fei Zheng" userId="d19317889db4c986" providerId="LiveId" clId="{9B5A475F-7A1B-2341-9485-47254AD74EE2}" dt="2023-02-27T15:02:12.858" v="1219" actId="20577"/>
          <ac:spMkLst>
            <pc:docMk/>
            <pc:sldMk cId="3395128082" sldId="371"/>
            <ac:spMk id="3" creationId="{0E1EFCDA-5088-3929-6637-87BC4A863712}"/>
          </ac:spMkLst>
        </pc:spChg>
      </pc:sldChg>
      <pc:sldChg chg="modSp mod">
        <pc:chgData name="Fei Zheng" userId="d19317889db4c986" providerId="LiveId" clId="{9B5A475F-7A1B-2341-9485-47254AD74EE2}" dt="2023-02-27T15:02:24.815" v="1222" actId="20577"/>
        <pc:sldMkLst>
          <pc:docMk/>
          <pc:sldMk cId="3250918198" sldId="430"/>
        </pc:sldMkLst>
        <pc:spChg chg="mod">
          <ac:chgData name="Fei Zheng" userId="d19317889db4c986" providerId="LiveId" clId="{9B5A475F-7A1B-2341-9485-47254AD74EE2}" dt="2023-02-27T15:02:24.815" v="1222" actId="20577"/>
          <ac:spMkLst>
            <pc:docMk/>
            <pc:sldMk cId="3250918198" sldId="430"/>
            <ac:spMk id="3" creationId="{D9F6BAFA-C55A-1675-2276-B4A38CF20785}"/>
          </ac:spMkLst>
        </pc:spChg>
      </pc:sldChg>
      <pc:sldChg chg="modSp mod">
        <pc:chgData name="Fei Zheng" userId="d19317889db4c986" providerId="LiveId" clId="{9B5A475F-7A1B-2341-9485-47254AD74EE2}" dt="2023-02-27T15:02:27.828" v="1224" actId="20577"/>
        <pc:sldMkLst>
          <pc:docMk/>
          <pc:sldMk cId="829339852" sldId="435"/>
        </pc:sldMkLst>
        <pc:spChg chg="mod">
          <ac:chgData name="Fei Zheng" userId="d19317889db4c986" providerId="LiveId" clId="{9B5A475F-7A1B-2341-9485-47254AD74EE2}" dt="2023-02-27T15:02:27.828" v="1224" actId="20577"/>
          <ac:spMkLst>
            <pc:docMk/>
            <pc:sldMk cId="829339852" sldId="435"/>
            <ac:spMk id="3" creationId="{CAFF2DC4-48E1-0F5A-87FB-05E2F80CB021}"/>
          </ac:spMkLst>
        </pc:spChg>
      </pc:sldChg>
      <pc:sldChg chg="addSp modSp mod ord">
        <pc:chgData name="Fei Zheng" userId="d19317889db4c986" providerId="LiveId" clId="{9B5A475F-7A1B-2341-9485-47254AD74EE2}" dt="2023-02-27T15:17:35.392" v="1460" actId="20578"/>
        <pc:sldMkLst>
          <pc:docMk/>
          <pc:sldMk cId="4044105362" sldId="444"/>
        </pc:sldMkLst>
        <pc:spChg chg="add mod">
          <ac:chgData name="Fei Zheng" userId="d19317889db4c986" providerId="LiveId" clId="{9B5A475F-7A1B-2341-9485-47254AD74EE2}" dt="2023-02-27T15:17:18.377" v="1459" actId="2085"/>
          <ac:spMkLst>
            <pc:docMk/>
            <pc:sldMk cId="4044105362" sldId="444"/>
            <ac:spMk id="3" creationId="{3EA67A22-DBDC-3763-4AE9-7A0A35CAE9BF}"/>
          </ac:spMkLst>
        </pc:spChg>
      </pc:sldChg>
      <pc:sldChg chg="add del">
        <pc:chgData name="Fei Zheng" userId="d19317889db4c986" providerId="LiveId" clId="{9B5A475F-7A1B-2341-9485-47254AD74EE2}" dt="2023-02-27T15:21:30.479" v="1478" actId="2696"/>
        <pc:sldMkLst>
          <pc:docMk/>
          <pc:sldMk cId="215118345" sldId="448"/>
        </pc:sldMkLst>
      </pc:sldChg>
      <pc:sldChg chg="del">
        <pc:chgData name="Fei Zheng" userId="d19317889db4c986" providerId="LiveId" clId="{9B5A475F-7A1B-2341-9485-47254AD74EE2}" dt="2023-02-27T15:18:28.843" v="1461" actId="2696"/>
        <pc:sldMkLst>
          <pc:docMk/>
          <pc:sldMk cId="1295216277" sldId="448"/>
        </pc:sldMkLst>
      </pc:sldChg>
      <pc:sldChg chg="add">
        <pc:chgData name="Fei Zheng" userId="d19317889db4c986" providerId="LiveId" clId="{9B5A475F-7A1B-2341-9485-47254AD74EE2}" dt="2023-02-27T15:21:34.183" v="1479"/>
        <pc:sldMkLst>
          <pc:docMk/>
          <pc:sldMk cId="3807054333" sldId="448"/>
        </pc:sldMkLst>
      </pc:sldChg>
      <pc:sldChg chg="add del">
        <pc:chgData name="Fei Zheng" userId="d19317889db4c986" providerId="LiveId" clId="{9B5A475F-7A1B-2341-9485-47254AD74EE2}" dt="2023-02-27T15:21:11.333" v="1468" actId="2696"/>
        <pc:sldMkLst>
          <pc:docMk/>
          <pc:sldMk cId="4061701058" sldId="448"/>
        </pc:sldMkLst>
      </pc:sldChg>
      <pc:sldChg chg="addSp delSp modSp add mod modShow">
        <pc:chgData name="Fei Zheng" userId="d19317889db4c986" providerId="LiveId" clId="{9B5A475F-7A1B-2341-9485-47254AD74EE2}" dt="2023-02-27T15:21:53.235" v="1484" actId="20577"/>
        <pc:sldMkLst>
          <pc:docMk/>
          <pc:sldMk cId="429828968" sldId="449"/>
        </pc:sldMkLst>
        <pc:spChg chg="del">
          <ac:chgData name="Fei Zheng" userId="d19317889db4c986" providerId="LiveId" clId="{9B5A475F-7A1B-2341-9485-47254AD74EE2}" dt="2023-02-27T15:21:50.938" v="1481" actId="478"/>
          <ac:spMkLst>
            <pc:docMk/>
            <pc:sldMk cId="429828968" sldId="449"/>
            <ac:spMk id="3" creationId="{9B22B3AB-D30B-13F0-6E13-26CB446AB5EA}"/>
          </ac:spMkLst>
        </pc:spChg>
        <pc:spChg chg="add mod">
          <ac:chgData name="Fei Zheng" userId="d19317889db4c986" providerId="LiveId" clId="{9B5A475F-7A1B-2341-9485-47254AD74EE2}" dt="2023-02-27T15:21:53.235" v="1484" actId="20577"/>
          <ac:spMkLst>
            <pc:docMk/>
            <pc:sldMk cId="429828968" sldId="449"/>
            <ac:spMk id="4" creationId="{74207B4F-B512-1583-BC19-0CE239E79A62}"/>
          </ac:spMkLst>
        </pc:spChg>
      </pc:sldChg>
      <pc:sldChg chg="add del">
        <pc:chgData name="Fei Zheng" userId="d19317889db4c986" providerId="LiveId" clId="{9B5A475F-7A1B-2341-9485-47254AD74EE2}" dt="2023-02-27T15:21:11.333" v="1468" actId="2696"/>
        <pc:sldMkLst>
          <pc:docMk/>
          <pc:sldMk cId="3037360235" sldId="449"/>
        </pc:sldMkLst>
      </pc:sldChg>
      <pc:sldChg chg="del">
        <pc:chgData name="Fei Zheng" userId="d19317889db4c986" providerId="LiveId" clId="{9B5A475F-7A1B-2341-9485-47254AD74EE2}" dt="2023-02-27T15:18:28.843" v="1461" actId="2696"/>
        <pc:sldMkLst>
          <pc:docMk/>
          <pc:sldMk cId="3953085005" sldId="449"/>
        </pc:sldMkLst>
      </pc:sldChg>
      <pc:sldChg chg="modSp mod">
        <pc:chgData name="Fei Zheng" userId="d19317889db4c986" providerId="LiveId" clId="{9B5A475F-7A1B-2341-9485-47254AD74EE2}" dt="2023-02-27T15:21:57.858" v="1486" actId="20577"/>
        <pc:sldMkLst>
          <pc:docMk/>
          <pc:sldMk cId="714267248" sldId="451"/>
        </pc:sldMkLst>
        <pc:spChg chg="mod">
          <ac:chgData name="Fei Zheng" userId="d19317889db4c986" providerId="LiveId" clId="{9B5A475F-7A1B-2341-9485-47254AD74EE2}" dt="2023-02-27T15:21:57.858" v="1486" actId="20577"/>
          <ac:spMkLst>
            <pc:docMk/>
            <pc:sldMk cId="714267248" sldId="451"/>
            <ac:spMk id="2" creationId="{6911C956-EA54-4DFC-2FE9-7F0BC6301FE3}"/>
          </ac:spMkLst>
        </pc:spChg>
      </pc:sldChg>
      <pc:sldChg chg="modSp mod ord">
        <pc:chgData name="Fei Zheng" userId="d19317889db4c986" providerId="LiveId" clId="{9B5A475F-7A1B-2341-9485-47254AD74EE2}" dt="2023-02-27T15:02:17.975" v="1220" actId="20578"/>
        <pc:sldMkLst>
          <pc:docMk/>
          <pc:sldMk cId="4105532421" sldId="457"/>
        </pc:sldMkLst>
        <pc:spChg chg="mod">
          <ac:chgData name="Fei Zheng" userId="d19317889db4c986" providerId="LiveId" clId="{9B5A475F-7A1B-2341-9485-47254AD74EE2}" dt="2023-02-27T15:02:10.017" v="1217" actId="20577"/>
          <ac:spMkLst>
            <pc:docMk/>
            <pc:sldMk cId="4105532421" sldId="457"/>
            <ac:spMk id="3" creationId="{C4A467AD-4B64-4B55-D7D5-3BD6F0CB99FE}"/>
          </ac:spMkLst>
        </pc:spChg>
      </pc:sldChg>
      <pc:sldChg chg="addSp delSp modSp mod setBg">
        <pc:chgData name="Fei Zheng" userId="d19317889db4c986" providerId="LiveId" clId="{9B5A475F-7A1B-2341-9485-47254AD74EE2}" dt="2023-02-27T14:23:44.740" v="1215" actId="1036"/>
        <pc:sldMkLst>
          <pc:docMk/>
          <pc:sldMk cId="3752521652" sldId="1792"/>
        </pc:sldMkLst>
        <pc:spChg chg="del">
          <ac:chgData name="Fei Zheng" userId="d19317889db4c986" providerId="LiveId" clId="{9B5A475F-7A1B-2341-9485-47254AD74EE2}" dt="2023-02-27T14:17:46.368" v="1028" actId="478"/>
          <ac:spMkLst>
            <pc:docMk/>
            <pc:sldMk cId="3752521652" sldId="1792"/>
            <ac:spMk id="2" creationId="{088399E9-B039-1521-3566-EED9C8A90839}"/>
          </ac:spMkLst>
        </pc:spChg>
        <pc:spChg chg="del">
          <ac:chgData name="Fei Zheng" userId="d19317889db4c986" providerId="LiveId" clId="{9B5A475F-7A1B-2341-9485-47254AD74EE2}" dt="2023-02-27T14:17:50.828" v="1030" actId="478"/>
          <ac:spMkLst>
            <pc:docMk/>
            <pc:sldMk cId="3752521652" sldId="1792"/>
            <ac:spMk id="4" creationId="{3563B0F5-5090-2DCF-6AD2-EDAF01C58245}"/>
          </ac:spMkLst>
        </pc:spChg>
        <pc:spChg chg="add mod">
          <ac:chgData name="Fei Zheng" userId="d19317889db4c986" providerId="LiveId" clId="{9B5A475F-7A1B-2341-9485-47254AD74EE2}" dt="2023-02-27T14:23:32.769" v="1197" actId="12788"/>
          <ac:spMkLst>
            <pc:docMk/>
            <pc:sldMk cId="3752521652" sldId="1792"/>
            <ac:spMk id="7" creationId="{6D349153-9856-0A5C-08A4-A171770F4195}"/>
          </ac:spMkLst>
        </pc:spChg>
        <pc:spChg chg="add del">
          <ac:chgData name="Fei Zheng" userId="d19317889db4c986" providerId="LiveId" clId="{9B5A475F-7A1B-2341-9485-47254AD74EE2}" dt="2023-02-27T14:20:44.997" v="1039" actId="26606"/>
          <ac:spMkLst>
            <pc:docMk/>
            <pc:sldMk cId="3752521652" sldId="1792"/>
            <ac:spMk id="11" creationId="{AB8C311F-7253-4AED-9701-7FC0708C41C7}"/>
          </ac:spMkLst>
        </pc:spChg>
        <pc:spChg chg="add del">
          <ac:chgData name="Fei Zheng" userId="d19317889db4c986" providerId="LiveId" clId="{9B5A475F-7A1B-2341-9485-47254AD74EE2}" dt="2023-02-27T14:20:44.997" v="1039" actId="26606"/>
          <ac:spMkLst>
            <pc:docMk/>
            <pc:sldMk cId="3752521652" sldId="1792"/>
            <ac:spMk id="13" creationId="{E2384209-CB15-4CDF-9D31-C44FD9A3F20D}"/>
          </ac:spMkLst>
        </pc:spChg>
        <pc:spChg chg="add del">
          <ac:chgData name="Fei Zheng" userId="d19317889db4c986" providerId="LiveId" clId="{9B5A475F-7A1B-2341-9485-47254AD74EE2}" dt="2023-02-27T14:20:44.997" v="1039" actId="26606"/>
          <ac:spMkLst>
            <pc:docMk/>
            <pc:sldMk cId="3752521652" sldId="1792"/>
            <ac:spMk id="15" creationId="{2633B3B5-CC90-43F0-8714-D31D1F3F0209}"/>
          </ac:spMkLst>
        </pc:spChg>
        <pc:spChg chg="add del">
          <ac:chgData name="Fei Zheng" userId="d19317889db4c986" providerId="LiveId" clId="{9B5A475F-7A1B-2341-9485-47254AD74EE2}" dt="2023-02-27T14:20:44.997" v="1039" actId="26606"/>
          <ac:spMkLst>
            <pc:docMk/>
            <pc:sldMk cId="3752521652" sldId="1792"/>
            <ac:spMk id="17" creationId="{A8D57A06-A426-446D-B02C-A2DC6B62E45E}"/>
          </ac:spMkLst>
        </pc:spChg>
        <pc:spChg chg="add del">
          <ac:chgData name="Fei Zheng" userId="d19317889db4c986" providerId="LiveId" clId="{9B5A475F-7A1B-2341-9485-47254AD74EE2}" dt="2023-02-27T14:20:46.791" v="1041" actId="26606"/>
          <ac:spMkLst>
            <pc:docMk/>
            <pc:sldMk cId="3752521652" sldId="1792"/>
            <ac:spMk id="19" creationId="{9A97C86A-04D6-40F7-AE84-31AB43E6A846}"/>
          </ac:spMkLst>
        </pc:spChg>
        <pc:spChg chg="add del">
          <ac:chgData name="Fei Zheng" userId="d19317889db4c986" providerId="LiveId" clId="{9B5A475F-7A1B-2341-9485-47254AD74EE2}" dt="2023-02-27T14:20:46.791" v="1041" actId="26606"/>
          <ac:spMkLst>
            <pc:docMk/>
            <pc:sldMk cId="3752521652" sldId="1792"/>
            <ac:spMk id="20" creationId="{F3060C83-F051-4F0E-ABAD-AA0DFC48B218}"/>
          </ac:spMkLst>
        </pc:spChg>
        <pc:spChg chg="add del">
          <ac:chgData name="Fei Zheng" userId="d19317889db4c986" providerId="LiveId" clId="{9B5A475F-7A1B-2341-9485-47254AD74EE2}" dt="2023-02-27T14:20:46.791" v="1041" actId="26606"/>
          <ac:spMkLst>
            <pc:docMk/>
            <pc:sldMk cId="3752521652" sldId="1792"/>
            <ac:spMk id="21" creationId="{FF9F2414-84E8-453E-B1F3-389FDE8192D9}"/>
          </ac:spMkLst>
        </pc:spChg>
        <pc:spChg chg="add del">
          <ac:chgData name="Fei Zheng" userId="d19317889db4c986" providerId="LiveId" clId="{9B5A475F-7A1B-2341-9485-47254AD74EE2}" dt="2023-02-27T14:20:46.791" v="1041" actId="26606"/>
          <ac:spMkLst>
            <pc:docMk/>
            <pc:sldMk cId="3752521652" sldId="1792"/>
            <ac:spMk id="22" creationId="{83C98ABE-055B-441F-B07E-44F97F083C39}"/>
          </ac:spMkLst>
        </pc:spChg>
        <pc:spChg chg="add del">
          <ac:chgData name="Fei Zheng" userId="d19317889db4c986" providerId="LiveId" clId="{9B5A475F-7A1B-2341-9485-47254AD74EE2}" dt="2023-02-27T14:20:46.791" v="1041" actId="26606"/>
          <ac:spMkLst>
            <pc:docMk/>
            <pc:sldMk cId="3752521652" sldId="1792"/>
            <ac:spMk id="23" creationId="{3ECA69A1-7536-43AC-85EF-C7106179F5ED}"/>
          </ac:spMkLst>
        </pc:spChg>
        <pc:spChg chg="add del">
          <ac:chgData name="Fei Zheng" userId="d19317889db4c986" providerId="LiveId" clId="{9B5A475F-7A1B-2341-9485-47254AD74EE2}" dt="2023-02-27T14:20:46.791" v="1041" actId="26606"/>
          <ac:spMkLst>
            <pc:docMk/>
            <pc:sldMk cId="3752521652" sldId="1792"/>
            <ac:spMk id="24" creationId="{29FDB030-9B49-4CED-8CCD-4D99382388AC}"/>
          </ac:spMkLst>
        </pc:spChg>
        <pc:spChg chg="add del">
          <ac:chgData name="Fei Zheng" userId="d19317889db4c986" providerId="LiveId" clId="{9B5A475F-7A1B-2341-9485-47254AD74EE2}" dt="2023-02-27T14:20:46.791" v="1041" actId="26606"/>
          <ac:spMkLst>
            <pc:docMk/>
            <pc:sldMk cId="3752521652" sldId="1792"/>
            <ac:spMk id="25" creationId="{3783CA14-24A1-485C-8B30-D6A5D87987AD}"/>
          </ac:spMkLst>
        </pc:spChg>
        <pc:spChg chg="add del">
          <ac:chgData name="Fei Zheng" userId="d19317889db4c986" providerId="LiveId" clId="{9B5A475F-7A1B-2341-9485-47254AD74EE2}" dt="2023-02-27T14:20:49.134" v="1043" actId="26606"/>
          <ac:spMkLst>
            <pc:docMk/>
            <pc:sldMk cId="3752521652" sldId="1792"/>
            <ac:spMk id="27" creationId="{32BC26D8-82FB-445E-AA49-62A77D7C1EE0}"/>
          </ac:spMkLst>
        </pc:spChg>
        <pc:spChg chg="add del">
          <ac:chgData name="Fei Zheng" userId="d19317889db4c986" providerId="LiveId" clId="{9B5A475F-7A1B-2341-9485-47254AD74EE2}" dt="2023-02-27T14:20:49.134" v="1043" actId="26606"/>
          <ac:spMkLst>
            <pc:docMk/>
            <pc:sldMk cId="3752521652" sldId="1792"/>
            <ac:spMk id="28" creationId="{CB44330D-EA18-4254-AA95-EB49948539B8}"/>
          </ac:spMkLst>
        </pc:spChg>
        <pc:spChg chg="add del">
          <ac:chgData name="Fei Zheng" userId="d19317889db4c986" providerId="LiveId" clId="{9B5A475F-7A1B-2341-9485-47254AD74EE2}" dt="2023-02-27T14:20:50.945" v="1045" actId="26606"/>
          <ac:spMkLst>
            <pc:docMk/>
            <pc:sldMk cId="3752521652" sldId="1792"/>
            <ac:spMk id="30" creationId="{57845966-6EFC-468A-9CC7-BAB4B95854E7}"/>
          </ac:spMkLst>
        </pc:spChg>
        <pc:spChg chg="add del">
          <ac:chgData name="Fei Zheng" userId="d19317889db4c986" providerId="LiveId" clId="{9B5A475F-7A1B-2341-9485-47254AD74EE2}" dt="2023-02-27T14:20:50.945" v="1045" actId="26606"/>
          <ac:spMkLst>
            <pc:docMk/>
            <pc:sldMk cId="3752521652" sldId="1792"/>
            <ac:spMk id="32" creationId="{ADAD1991-FFD1-4E94-ABAB-7560D33008E4}"/>
          </ac:spMkLst>
        </pc:spChg>
        <pc:picChg chg="add del mod modCrop">
          <ac:chgData name="Fei Zheng" userId="d19317889db4c986" providerId="LiveId" clId="{9B5A475F-7A1B-2341-9485-47254AD74EE2}" dt="2023-02-27T14:20:20.694" v="1034" actId="478"/>
          <ac:picMkLst>
            <pc:docMk/>
            <pc:sldMk cId="3752521652" sldId="1792"/>
            <ac:picMk id="5" creationId="{0DB888BF-CACE-6348-B3AC-A10A18E6937B}"/>
          </ac:picMkLst>
        </pc:picChg>
        <pc:picChg chg="add mod modCrop">
          <ac:chgData name="Fei Zheng" userId="d19317889db4c986" providerId="LiveId" clId="{9B5A475F-7A1B-2341-9485-47254AD74EE2}" dt="2023-02-27T14:23:44.740" v="1215" actId="1036"/>
          <ac:picMkLst>
            <pc:docMk/>
            <pc:sldMk cId="3752521652" sldId="1792"/>
            <ac:picMk id="6" creationId="{D4AE3C24-925C-E945-0643-236701BC3B68}"/>
          </ac:picMkLst>
        </pc:picChg>
        <pc:picChg chg="add del">
          <ac:chgData name="Fei Zheng" userId="d19317889db4c986" providerId="LiveId" clId="{9B5A475F-7A1B-2341-9485-47254AD74EE2}" dt="2023-02-27T14:20:50.945" v="1045" actId="26606"/>
          <ac:picMkLst>
            <pc:docMk/>
            <pc:sldMk cId="3752521652" sldId="1792"/>
            <ac:picMk id="31" creationId="{75554383-98AF-4A47-BB65-705FAAA4BE6A}"/>
          </ac:picMkLst>
        </pc:picChg>
        <pc:cxnChg chg="del">
          <ac:chgData name="Fei Zheng" userId="d19317889db4c986" providerId="LiveId" clId="{9B5A475F-7A1B-2341-9485-47254AD74EE2}" dt="2023-02-27T14:17:48.101" v="1029" actId="478"/>
          <ac:cxnSpMkLst>
            <pc:docMk/>
            <pc:sldMk cId="3752521652" sldId="1792"/>
            <ac:cxnSpMk id="3" creationId="{8734135B-E922-900F-3F17-9B68334E6821}"/>
          </ac:cxnSpMkLst>
        </pc:cxnChg>
      </pc:sldChg>
      <pc:sldChg chg="modSp">
        <pc:chgData name="Fei Zheng" userId="d19317889db4c986" providerId="LiveId" clId="{9B5A475F-7A1B-2341-9485-47254AD74EE2}" dt="2023-02-27T14:13:45.495" v="1026" actId="20577"/>
        <pc:sldMkLst>
          <pc:docMk/>
          <pc:sldMk cId="4287149240" sldId="1793"/>
        </pc:sldMkLst>
        <pc:spChg chg="mod">
          <ac:chgData name="Fei Zheng" userId="d19317889db4c986" providerId="LiveId" clId="{9B5A475F-7A1B-2341-9485-47254AD74EE2}" dt="2023-02-27T14:13:45.495" v="1026" actId="20577"/>
          <ac:spMkLst>
            <pc:docMk/>
            <pc:sldMk cId="4287149240" sldId="1793"/>
            <ac:spMk id="10" creationId="{972A51E0-B991-8738-B5AD-D9EAAC3686B7}"/>
          </ac:spMkLst>
        </pc:spChg>
      </pc:sldChg>
      <pc:sldChg chg="modSp mod">
        <pc:chgData name="Fei Zheng" userId="d19317889db4c986" providerId="LiveId" clId="{9B5A475F-7A1B-2341-9485-47254AD74EE2}" dt="2023-02-27T15:21:26.942" v="1477" actId="20577"/>
        <pc:sldMkLst>
          <pc:docMk/>
          <pc:sldMk cId="3868284283" sldId="1795"/>
        </pc:sldMkLst>
        <pc:spChg chg="mod">
          <ac:chgData name="Fei Zheng" userId="d19317889db4c986" providerId="LiveId" clId="{9B5A475F-7A1B-2341-9485-47254AD74EE2}" dt="2023-02-27T15:21:26.942" v="1477" actId="20577"/>
          <ac:spMkLst>
            <pc:docMk/>
            <pc:sldMk cId="3868284283" sldId="1795"/>
            <ac:spMk id="4" creationId="{A0786EC7-780F-BF96-2DB5-F9B2391C9636}"/>
          </ac:spMkLst>
        </pc:spChg>
        <pc:spChg chg="mod">
          <ac:chgData name="Fei Zheng" userId="d19317889db4c986" providerId="LiveId" clId="{9B5A475F-7A1B-2341-9485-47254AD74EE2}" dt="2023-02-27T15:19:26.526" v="1467" actId="20577"/>
          <ac:spMkLst>
            <pc:docMk/>
            <pc:sldMk cId="3868284283" sldId="1795"/>
            <ac:spMk id="5" creationId="{17C9D65D-695E-4D39-8EAE-BFA552C37DBD}"/>
          </ac:spMkLst>
        </pc:spChg>
      </pc:sldChg>
      <pc:sldChg chg="addSp modSp mod">
        <pc:chgData name="Fei Zheng" userId="d19317889db4c986" providerId="LiveId" clId="{9B5A475F-7A1B-2341-9485-47254AD74EE2}" dt="2023-02-27T12:58:44.389" v="55" actId="20577"/>
        <pc:sldMkLst>
          <pc:docMk/>
          <pc:sldMk cId="261113825" sldId="1804"/>
        </pc:sldMkLst>
        <pc:spChg chg="add mod">
          <ac:chgData name="Fei Zheng" userId="d19317889db4c986" providerId="LiveId" clId="{9B5A475F-7A1B-2341-9485-47254AD74EE2}" dt="2023-02-27T12:58:44.389" v="55" actId="20577"/>
          <ac:spMkLst>
            <pc:docMk/>
            <pc:sldMk cId="261113825" sldId="1804"/>
            <ac:spMk id="2" creationId="{780CFF96-6406-B193-69B5-5A8FF5CD811D}"/>
          </ac:spMkLst>
        </pc:spChg>
      </pc:sldChg>
      <pc:sldChg chg="modSp mod">
        <pc:chgData name="Fei Zheng" userId="d19317889db4c986" providerId="LiveId" clId="{9B5A475F-7A1B-2341-9485-47254AD74EE2}" dt="2023-02-27T12:58:31.861" v="52" actId="20577"/>
        <pc:sldMkLst>
          <pc:docMk/>
          <pc:sldMk cId="3306326107" sldId="1805"/>
        </pc:sldMkLst>
        <pc:spChg chg="mod">
          <ac:chgData name="Fei Zheng" userId="d19317889db4c986" providerId="LiveId" clId="{9B5A475F-7A1B-2341-9485-47254AD74EE2}" dt="2023-02-27T12:58:31.861" v="52" actId="20577"/>
          <ac:spMkLst>
            <pc:docMk/>
            <pc:sldMk cId="3306326107" sldId="1805"/>
            <ac:spMk id="2" creationId="{C273E5A0-391B-F276-D3F6-18A35997E0DA}"/>
          </ac:spMkLst>
        </pc:spChg>
      </pc:sldChg>
      <pc:sldChg chg="addSp delSp modSp mod">
        <pc:chgData name="Fei Zheng" userId="d19317889db4c986" providerId="LiveId" clId="{9B5A475F-7A1B-2341-9485-47254AD74EE2}" dt="2023-02-27T12:59:17.732" v="68" actId="20577"/>
        <pc:sldMkLst>
          <pc:docMk/>
          <pc:sldMk cId="1689809911" sldId="1806"/>
        </pc:sldMkLst>
        <pc:spChg chg="del">
          <ac:chgData name="Fei Zheng" userId="d19317889db4c986" providerId="LiveId" clId="{9B5A475F-7A1B-2341-9485-47254AD74EE2}" dt="2023-02-27T12:59:14.243" v="65" actId="478"/>
          <ac:spMkLst>
            <pc:docMk/>
            <pc:sldMk cId="1689809911" sldId="1806"/>
            <ac:spMk id="2" creationId="{8C7DCDCA-E60F-3623-4C3D-AC71BEF9EF86}"/>
          </ac:spMkLst>
        </pc:spChg>
        <pc:spChg chg="add mod">
          <ac:chgData name="Fei Zheng" userId="d19317889db4c986" providerId="LiveId" clId="{9B5A475F-7A1B-2341-9485-47254AD74EE2}" dt="2023-02-27T12:59:17.732" v="68" actId="20577"/>
          <ac:spMkLst>
            <pc:docMk/>
            <pc:sldMk cId="1689809911" sldId="1806"/>
            <ac:spMk id="12" creationId="{8E1AFDB5-A570-3A14-28C9-A3FA0A3F77E6}"/>
          </ac:spMkLst>
        </pc:spChg>
      </pc:sldChg>
      <pc:sldChg chg="addSp modSp mod">
        <pc:chgData name="Fei Zheng" userId="d19317889db4c986" providerId="LiveId" clId="{9B5A475F-7A1B-2341-9485-47254AD74EE2}" dt="2023-02-27T12:58:51.974" v="58" actId="20577"/>
        <pc:sldMkLst>
          <pc:docMk/>
          <pc:sldMk cId="3886106153" sldId="1807"/>
        </pc:sldMkLst>
        <pc:spChg chg="add mod">
          <ac:chgData name="Fei Zheng" userId="d19317889db4c986" providerId="LiveId" clId="{9B5A475F-7A1B-2341-9485-47254AD74EE2}" dt="2023-02-27T12:58:51.974" v="58" actId="20577"/>
          <ac:spMkLst>
            <pc:docMk/>
            <pc:sldMk cId="3886106153" sldId="1807"/>
            <ac:spMk id="2" creationId="{4A18B646-9F02-1AEF-0C94-848635907C82}"/>
          </ac:spMkLst>
        </pc:spChg>
      </pc:sldChg>
      <pc:sldChg chg="addSp modSp mod">
        <pc:chgData name="Fei Zheng" userId="d19317889db4c986" providerId="LiveId" clId="{9B5A475F-7A1B-2341-9485-47254AD74EE2}" dt="2023-02-27T12:58:59.166" v="61" actId="20577"/>
        <pc:sldMkLst>
          <pc:docMk/>
          <pc:sldMk cId="34462308" sldId="1808"/>
        </pc:sldMkLst>
        <pc:spChg chg="add mod">
          <ac:chgData name="Fei Zheng" userId="d19317889db4c986" providerId="LiveId" clId="{9B5A475F-7A1B-2341-9485-47254AD74EE2}" dt="2023-02-27T12:58:59.166" v="61" actId="20577"/>
          <ac:spMkLst>
            <pc:docMk/>
            <pc:sldMk cId="34462308" sldId="1808"/>
            <ac:spMk id="2" creationId="{EEAEA825-3ADC-9F85-D1AA-A108FC0D8F56}"/>
          </ac:spMkLst>
        </pc:spChg>
      </pc:sldChg>
      <pc:sldChg chg="addSp modSp mod modAnim">
        <pc:chgData name="Fei Zheng" userId="d19317889db4c986" providerId="LiveId" clId="{9B5A475F-7A1B-2341-9485-47254AD74EE2}" dt="2023-02-27T13:27:06.766" v="147"/>
        <pc:sldMkLst>
          <pc:docMk/>
          <pc:sldMk cId="4224461416" sldId="1809"/>
        </pc:sldMkLst>
        <pc:spChg chg="add mod">
          <ac:chgData name="Fei Zheng" userId="d19317889db4c986" providerId="LiveId" clId="{9B5A475F-7A1B-2341-9485-47254AD74EE2}" dt="2023-02-27T12:59:04.892" v="64" actId="20577"/>
          <ac:spMkLst>
            <pc:docMk/>
            <pc:sldMk cId="4224461416" sldId="1809"/>
            <ac:spMk id="2" creationId="{F5DA8C69-9068-3CB7-62FE-1D54E9BE9E3E}"/>
          </ac:spMkLst>
        </pc:spChg>
        <pc:spChg chg="add mod">
          <ac:chgData name="Fei Zheng" userId="d19317889db4c986" providerId="LiveId" clId="{9B5A475F-7A1B-2341-9485-47254AD74EE2}" dt="2023-02-27T13:26:41.364" v="146" actId="1076"/>
          <ac:spMkLst>
            <pc:docMk/>
            <pc:sldMk cId="4224461416" sldId="1809"/>
            <ac:spMk id="9" creationId="{EC5600A5-34C1-AC70-B2F9-072C7B7B6BDC}"/>
          </ac:spMkLst>
        </pc:spChg>
      </pc:sldChg>
      <pc:sldChg chg="modSp mod">
        <pc:chgData name="Fei Zheng" userId="d19317889db4c986" providerId="LiveId" clId="{9B5A475F-7A1B-2341-9485-47254AD74EE2}" dt="2023-02-27T15:28:21.625" v="1491" actId="20577"/>
        <pc:sldMkLst>
          <pc:docMk/>
          <pc:sldMk cId="3975892042" sldId="1812"/>
        </pc:sldMkLst>
        <pc:spChg chg="mod">
          <ac:chgData name="Fei Zheng" userId="d19317889db4c986" providerId="LiveId" clId="{9B5A475F-7A1B-2341-9485-47254AD74EE2}" dt="2023-02-27T15:28:21.625" v="1491" actId="20577"/>
          <ac:spMkLst>
            <pc:docMk/>
            <pc:sldMk cId="3975892042" sldId="1812"/>
            <ac:spMk id="4" creationId="{BCB44E54-2D7D-48A0-A57D-978AB2C7EA92}"/>
          </ac:spMkLst>
        </pc:spChg>
      </pc:sldChg>
      <pc:sldChg chg="addSp modSp mod modAnim">
        <pc:chgData name="Fei Zheng" userId="d19317889db4c986" providerId="LiveId" clId="{9B5A475F-7A1B-2341-9485-47254AD74EE2}" dt="2023-02-27T12:56:09.037" v="5"/>
        <pc:sldMkLst>
          <pc:docMk/>
          <pc:sldMk cId="812839313" sldId="1813"/>
        </pc:sldMkLst>
        <pc:spChg chg="mod">
          <ac:chgData name="Fei Zheng" userId="d19317889db4c986" providerId="LiveId" clId="{9B5A475F-7A1B-2341-9485-47254AD74EE2}" dt="2023-02-27T12:55:54.021" v="0" actId="21"/>
          <ac:spMkLst>
            <pc:docMk/>
            <pc:sldMk cId="812839313" sldId="1813"/>
            <ac:spMk id="3" creationId="{FD39F7CE-1BFA-6818-2512-0BF9E87FD3D7}"/>
          </ac:spMkLst>
        </pc:spChg>
        <pc:spChg chg="add mod">
          <ac:chgData name="Fei Zheng" userId="d19317889db4c986" providerId="LiveId" clId="{9B5A475F-7A1B-2341-9485-47254AD74EE2}" dt="2023-02-27T12:56:05.040" v="4" actId="14100"/>
          <ac:spMkLst>
            <pc:docMk/>
            <pc:sldMk cId="812839313" sldId="1813"/>
            <ac:spMk id="4" creationId="{DFD73D0B-931F-B0E9-A8DF-35F2F3FA52DA}"/>
          </ac:spMkLst>
        </pc:spChg>
      </pc:sldChg>
      <pc:sldChg chg="addSp delSp modSp mod delAnim modAnim">
        <pc:chgData name="Fei Zheng" userId="d19317889db4c986" providerId="LiveId" clId="{9B5A475F-7A1B-2341-9485-47254AD74EE2}" dt="2023-02-27T15:10:24.694" v="1455" actId="1076"/>
        <pc:sldMkLst>
          <pc:docMk/>
          <pc:sldMk cId="1263751381" sldId="1814"/>
        </pc:sldMkLst>
        <pc:spChg chg="add mod">
          <ac:chgData name="Fei Zheng" userId="d19317889db4c986" providerId="LiveId" clId="{9B5A475F-7A1B-2341-9485-47254AD74EE2}" dt="2023-02-27T15:09:54.894" v="1450" actId="20577"/>
          <ac:spMkLst>
            <pc:docMk/>
            <pc:sldMk cId="1263751381" sldId="1814"/>
            <ac:spMk id="6" creationId="{A050CAE9-BA3B-9141-126A-1FBA09583FAE}"/>
          </ac:spMkLst>
        </pc:spChg>
        <pc:picChg chg="mod modCrop">
          <ac:chgData name="Fei Zheng" userId="d19317889db4c986" providerId="LiveId" clId="{9B5A475F-7A1B-2341-9485-47254AD74EE2}" dt="2023-02-27T15:10:24.694" v="1455" actId="1076"/>
          <ac:picMkLst>
            <pc:docMk/>
            <pc:sldMk cId="1263751381" sldId="1814"/>
            <ac:picMk id="3" creationId="{16A828B7-0D60-4BF4-AC3D-048BA45B806E}"/>
          </ac:picMkLst>
        </pc:picChg>
        <pc:picChg chg="del">
          <ac:chgData name="Fei Zheng" userId="d19317889db4c986" providerId="LiveId" clId="{9B5A475F-7A1B-2341-9485-47254AD74EE2}" dt="2023-02-27T15:05:18.138" v="1225" actId="478"/>
          <ac:picMkLst>
            <pc:docMk/>
            <pc:sldMk cId="1263751381" sldId="1814"/>
            <ac:picMk id="5" creationId="{03265FBE-8B5F-4EA2-B2DF-0B0E1C26EF9D}"/>
          </ac:picMkLst>
        </pc:picChg>
      </pc:sldChg>
      <pc:sldChg chg="addSp modSp new mod modAnim">
        <pc:chgData name="Fei Zheng" userId="d19317889db4c986" providerId="LiveId" clId="{9B5A475F-7A1B-2341-9485-47254AD74EE2}" dt="2023-02-27T14:09:06.113" v="1014" actId="20577"/>
        <pc:sldMkLst>
          <pc:docMk/>
          <pc:sldMk cId="1827622198" sldId="1816"/>
        </pc:sldMkLst>
        <pc:spChg chg="add mod">
          <ac:chgData name="Fei Zheng" userId="d19317889db4c986" providerId="LiveId" clId="{9B5A475F-7A1B-2341-9485-47254AD74EE2}" dt="2023-02-27T14:09:06.113" v="1014" actId="20577"/>
          <ac:spMkLst>
            <pc:docMk/>
            <pc:sldMk cId="1827622198" sldId="1816"/>
            <ac:spMk id="3" creationId="{A157FFB5-4FF7-84B2-12A9-D0F289067A21}"/>
          </ac:spMkLst>
        </pc:spChg>
        <pc:spChg chg="add mod">
          <ac:chgData name="Fei Zheng" userId="d19317889db4c986" providerId="LiveId" clId="{9B5A475F-7A1B-2341-9485-47254AD74EE2}" dt="2023-02-27T14:03:31.080" v="488" actId="207"/>
          <ac:spMkLst>
            <pc:docMk/>
            <pc:sldMk cId="1827622198" sldId="1816"/>
            <ac:spMk id="4" creationId="{5D7C3957-77FD-2039-430D-36C3B6D9B519}"/>
          </ac:spMkLst>
        </pc:spChg>
        <pc:spChg chg="add mod">
          <ac:chgData name="Fei Zheng" userId="d19317889db4c986" providerId="LiveId" clId="{9B5A475F-7A1B-2341-9485-47254AD74EE2}" dt="2023-02-27T14:02:29.955" v="467" actId="207"/>
          <ac:spMkLst>
            <pc:docMk/>
            <pc:sldMk cId="1827622198" sldId="1816"/>
            <ac:spMk id="5" creationId="{BEA845C1-B994-F7D4-57B9-370B32B09584}"/>
          </ac:spMkLst>
        </pc:spChg>
        <pc:cxnChg chg="add mod">
          <ac:chgData name="Fei Zheng" userId="d19317889db4c986" providerId="LiveId" clId="{9B5A475F-7A1B-2341-9485-47254AD74EE2}" dt="2023-02-27T13:54:46.941" v="149"/>
          <ac:cxnSpMkLst>
            <pc:docMk/>
            <pc:sldMk cId="1827622198" sldId="1816"/>
            <ac:cxnSpMk id="2" creationId="{F51B9372-B53A-AE04-EA07-4857508454A1}"/>
          </ac:cxnSpMkLst>
        </pc:cxnChg>
      </pc:sldChg>
      <pc:sldChg chg="modSp add mod ord modAnim">
        <pc:chgData name="Fei Zheng" userId="d19317889db4c986" providerId="LiveId" clId="{9B5A475F-7A1B-2341-9485-47254AD74EE2}" dt="2023-02-27T14:09:48.031" v="1020" actId="1076"/>
        <pc:sldMkLst>
          <pc:docMk/>
          <pc:sldMk cId="3634838525" sldId="1817"/>
        </pc:sldMkLst>
        <pc:spChg chg="mod">
          <ac:chgData name="Fei Zheng" userId="d19317889db4c986" providerId="LiveId" clId="{9B5A475F-7A1B-2341-9485-47254AD74EE2}" dt="2023-02-27T14:09:03.015" v="1012" actId="20577"/>
          <ac:spMkLst>
            <pc:docMk/>
            <pc:sldMk cId="3634838525" sldId="1817"/>
            <ac:spMk id="3" creationId="{A157FFB5-4FF7-84B2-12A9-D0F289067A21}"/>
          </ac:spMkLst>
        </pc:spChg>
        <pc:spChg chg="mod">
          <ac:chgData name="Fei Zheng" userId="d19317889db4c986" providerId="LiveId" clId="{9B5A475F-7A1B-2341-9485-47254AD74EE2}" dt="2023-02-27T14:09:18.844" v="1016" actId="113"/>
          <ac:spMkLst>
            <pc:docMk/>
            <pc:sldMk cId="3634838525" sldId="1817"/>
            <ac:spMk id="4" creationId="{5D7C3957-77FD-2039-430D-36C3B6D9B519}"/>
          </ac:spMkLst>
        </pc:spChg>
        <pc:spChg chg="mod">
          <ac:chgData name="Fei Zheng" userId="d19317889db4c986" providerId="LiveId" clId="{9B5A475F-7A1B-2341-9485-47254AD74EE2}" dt="2023-02-27T14:09:48.031" v="1020" actId="1076"/>
          <ac:spMkLst>
            <pc:docMk/>
            <pc:sldMk cId="3634838525" sldId="1817"/>
            <ac:spMk id="5" creationId="{BEA845C1-B994-F7D4-57B9-370B32B09584}"/>
          </ac:spMkLst>
        </pc:spChg>
      </pc:sldChg>
      <pc:sldChg chg="add">
        <pc:chgData name="Fei Zheng" userId="d19317889db4c986" providerId="LiveId" clId="{9B5A475F-7A1B-2341-9485-47254AD74EE2}" dt="2023-02-27T14:17:42.230" v="1027" actId="2890"/>
        <pc:sldMkLst>
          <pc:docMk/>
          <pc:sldMk cId="1584002978" sldId="1818"/>
        </pc:sldMkLst>
      </pc:sldChg>
    </pc:docChg>
  </pc:docChgLst>
  <pc:docChgLst>
    <pc:chgData name="Zheng Fei" userId="d19317889db4c986" providerId="LiveId" clId="{3861D70B-005F-4AE3-9F94-86BFD29D89F4}"/>
    <pc:docChg chg="undo redo custSel addSld delSld modSld sldOrd">
      <pc:chgData name="Zheng Fei" userId="d19317889db4c986" providerId="LiveId" clId="{3861D70B-005F-4AE3-9F94-86BFD29D89F4}" dt="2022-02-23T15:09:14.260" v="1864"/>
      <pc:docMkLst>
        <pc:docMk/>
      </pc:docMkLst>
      <pc:sldChg chg="addSp delSp modSp add mod ord modShow">
        <pc:chgData name="Zheng Fei" userId="d19317889db4c986" providerId="LiveId" clId="{3861D70B-005F-4AE3-9F94-86BFD29D89F4}" dt="2022-02-17T18:15:05.548" v="803" actId="1036"/>
        <pc:sldMkLst>
          <pc:docMk/>
          <pc:sldMk cId="3140837993" sldId="258"/>
        </pc:sldMkLst>
        <pc:spChg chg="mod">
          <ac:chgData name="Zheng Fei" userId="d19317889db4c986" providerId="LiveId" clId="{3861D70B-005F-4AE3-9F94-86BFD29D89F4}" dt="2022-02-17T18:14:28.891" v="765" actId="1076"/>
          <ac:spMkLst>
            <pc:docMk/>
            <pc:sldMk cId="3140837993" sldId="258"/>
            <ac:spMk id="5" creationId="{00000000-0000-0000-0000-000000000000}"/>
          </ac:spMkLst>
        </pc:spChg>
        <pc:spChg chg="mod">
          <ac:chgData name="Zheng Fei" userId="d19317889db4c986" providerId="LiveId" clId="{3861D70B-005F-4AE3-9F94-86BFD29D89F4}" dt="2022-02-17T18:14:28.891" v="765" actId="1076"/>
          <ac:spMkLst>
            <pc:docMk/>
            <pc:sldMk cId="3140837993" sldId="258"/>
            <ac:spMk id="6" creationId="{00000000-0000-0000-0000-000000000000}"/>
          </ac:spMkLst>
        </pc:spChg>
        <pc:spChg chg="mod">
          <ac:chgData name="Zheng Fei" userId="d19317889db4c986" providerId="LiveId" clId="{3861D70B-005F-4AE3-9F94-86BFD29D89F4}" dt="2022-02-17T18:14:28.891" v="765" actId="1076"/>
          <ac:spMkLst>
            <pc:docMk/>
            <pc:sldMk cId="3140837993" sldId="258"/>
            <ac:spMk id="7" creationId="{00000000-0000-0000-0000-000000000000}"/>
          </ac:spMkLst>
        </pc:spChg>
        <pc:spChg chg="mod">
          <ac:chgData name="Zheng Fei" userId="d19317889db4c986" providerId="LiveId" clId="{3861D70B-005F-4AE3-9F94-86BFD29D89F4}" dt="2022-02-17T18:14:28.891" v="765" actId="1076"/>
          <ac:spMkLst>
            <pc:docMk/>
            <pc:sldMk cId="3140837993" sldId="258"/>
            <ac:spMk id="8" creationId="{00000000-0000-0000-0000-000000000000}"/>
          </ac:spMkLst>
        </pc:spChg>
        <pc:spChg chg="add mod">
          <ac:chgData name="Zheng Fei" userId="d19317889db4c986" providerId="LiveId" clId="{3861D70B-005F-4AE3-9F94-86BFD29D89F4}" dt="2022-02-17T18:15:05.548" v="803" actId="1036"/>
          <ac:spMkLst>
            <pc:docMk/>
            <pc:sldMk cId="3140837993" sldId="258"/>
            <ac:spMk id="15" creationId="{70E23402-D9AD-4ADC-9AB9-16F13CB48B32}"/>
          </ac:spMkLst>
        </pc:spChg>
        <pc:spChg chg="mod">
          <ac:chgData name="Zheng Fei" userId="d19317889db4c986" providerId="LiveId" clId="{3861D70B-005F-4AE3-9F94-86BFD29D89F4}" dt="2022-02-17T18:14:28.891" v="765" actId="1076"/>
          <ac:spMkLst>
            <pc:docMk/>
            <pc:sldMk cId="3140837993" sldId="258"/>
            <ac:spMk id="19" creationId="{14A0E322-51C2-3748-9018-9D449F9AB12E}"/>
          </ac:spMkLst>
        </pc:spChg>
        <pc:spChg chg="mod">
          <ac:chgData name="Zheng Fei" userId="d19317889db4c986" providerId="LiveId" clId="{3861D70B-005F-4AE3-9F94-86BFD29D89F4}" dt="2022-02-17T18:14:28.891" v="765" actId="1076"/>
          <ac:spMkLst>
            <pc:docMk/>
            <pc:sldMk cId="3140837993" sldId="258"/>
            <ac:spMk id="20" creationId="{832CE7C9-AE8E-164F-A612-630C2CAEAF66}"/>
          </ac:spMkLst>
        </pc:spChg>
        <pc:spChg chg="del">
          <ac:chgData name="Zheng Fei" userId="d19317889db4c986" providerId="LiveId" clId="{3861D70B-005F-4AE3-9F94-86BFD29D89F4}" dt="2022-02-17T18:13:49.732" v="727" actId="478"/>
          <ac:spMkLst>
            <pc:docMk/>
            <pc:sldMk cId="3140837993" sldId="258"/>
            <ac:spMk id="23" creationId="{134965D9-6880-4F5F-A3B8-3938EBB2336A}"/>
          </ac:spMkLst>
        </pc:spChg>
        <pc:spChg chg="mod">
          <ac:chgData name="Zheng Fei" userId="d19317889db4c986" providerId="LiveId" clId="{3861D70B-005F-4AE3-9F94-86BFD29D89F4}" dt="2022-02-17T18:14:28.891" v="765" actId="1076"/>
          <ac:spMkLst>
            <pc:docMk/>
            <pc:sldMk cId="3140837993" sldId="258"/>
            <ac:spMk id="32" creationId="{00000000-0000-0000-0000-000000000000}"/>
          </ac:spMkLst>
        </pc:spChg>
        <pc:spChg chg="mod">
          <ac:chgData name="Zheng Fei" userId="d19317889db4c986" providerId="LiveId" clId="{3861D70B-005F-4AE3-9F94-86BFD29D89F4}" dt="2022-02-17T18:14:28.891" v="765" actId="1076"/>
          <ac:spMkLst>
            <pc:docMk/>
            <pc:sldMk cId="3140837993" sldId="258"/>
            <ac:spMk id="33" creationId="{00000000-0000-0000-0000-000000000000}"/>
          </ac:spMkLst>
        </pc:spChg>
        <pc:spChg chg="mod">
          <ac:chgData name="Zheng Fei" userId="d19317889db4c986" providerId="LiveId" clId="{3861D70B-005F-4AE3-9F94-86BFD29D89F4}" dt="2022-02-17T18:14:28.891" v="765" actId="1076"/>
          <ac:spMkLst>
            <pc:docMk/>
            <pc:sldMk cId="3140837993" sldId="258"/>
            <ac:spMk id="34" creationId="{00000000-0000-0000-0000-000000000000}"/>
          </ac:spMkLst>
        </pc:spChg>
        <pc:spChg chg="mod">
          <ac:chgData name="Zheng Fei" userId="d19317889db4c986" providerId="LiveId" clId="{3861D70B-005F-4AE3-9F94-86BFD29D89F4}" dt="2022-02-17T18:14:28.891" v="765" actId="1076"/>
          <ac:spMkLst>
            <pc:docMk/>
            <pc:sldMk cId="3140837993" sldId="258"/>
            <ac:spMk id="35" creationId="{00000000-0000-0000-0000-000000000000}"/>
          </ac:spMkLst>
        </pc:spChg>
        <pc:spChg chg="mod">
          <ac:chgData name="Zheng Fei" userId="d19317889db4c986" providerId="LiveId" clId="{3861D70B-005F-4AE3-9F94-86BFD29D89F4}" dt="2022-02-17T18:14:34.439" v="778" actId="1035"/>
          <ac:spMkLst>
            <pc:docMk/>
            <pc:sldMk cId="3140837993" sldId="258"/>
            <ac:spMk id="69" creationId="{00000000-0000-0000-0000-000000000000}"/>
          </ac:spMkLst>
        </pc:spChg>
        <pc:spChg chg="mod">
          <ac:chgData name="Zheng Fei" userId="d19317889db4c986" providerId="LiveId" clId="{3861D70B-005F-4AE3-9F94-86BFD29D89F4}" dt="2022-02-11T11:36:47.711" v="14" actId="207"/>
          <ac:spMkLst>
            <pc:docMk/>
            <pc:sldMk cId="3140837993" sldId="258"/>
            <ac:spMk id="70" creationId="{00000000-0000-0000-0000-000000000000}"/>
          </ac:spMkLst>
        </pc:spChg>
      </pc:sldChg>
      <pc:sldChg chg="modSp add del mod ord modShow">
        <pc:chgData name="Zheng Fei" userId="d19317889db4c986" providerId="LiveId" clId="{3861D70B-005F-4AE3-9F94-86BFD29D89F4}" dt="2022-02-17T18:13:25.958" v="722" actId="2696"/>
        <pc:sldMkLst>
          <pc:docMk/>
          <pc:sldMk cId="3573719422" sldId="258"/>
        </pc:sldMkLst>
        <pc:spChg chg="mod">
          <ac:chgData name="Zheng Fei" userId="d19317889db4c986" providerId="LiveId" clId="{3861D70B-005F-4AE3-9F94-86BFD29D89F4}" dt="2022-02-17T18:10:45.500" v="713" actId="20577"/>
          <ac:spMkLst>
            <pc:docMk/>
            <pc:sldMk cId="3573719422" sldId="258"/>
            <ac:spMk id="23" creationId="{134965D9-6880-4F5F-A3B8-3938EBB2336A}"/>
          </ac:spMkLst>
        </pc:spChg>
      </pc:sldChg>
      <pc:sldChg chg="addSp delSp modSp mod addAnim delAnim modAnim">
        <pc:chgData name="Zheng Fei" userId="d19317889db4c986" providerId="LiveId" clId="{3861D70B-005F-4AE3-9F94-86BFD29D89F4}" dt="2022-02-17T18:41:26.824" v="1138"/>
        <pc:sldMkLst>
          <pc:docMk/>
          <pc:sldMk cId="0" sldId="269"/>
        </pc:sldMkLst>
        <pc:spChg chg="add del">
          <ac:chgData name="Zheng Fei" userId="d19317889db4c986" providerId="LiveId" clId="{3861D70B-005F-4AE3-9F94-86BFD29D89F4}" dt="2022-02-17T18:39:37.720" v="1113" actId="22"/>
          <ac:spMkLst>
            <pc:docMk/>
            <pc:sldMk cId="0" sldId="269"/>
            <ac:spMk id="15" creationId="{0C7BA4E7-8D9D-4BE1-B378-C34E9AE09423}"/>
          </ac:spMkLst>
        </pc:spChg>
        <pc:spChg chg="add mod">
          <ac:chgData name="Zheng Fei" userId="d19317889db4c986" providerId="LiveId" clId="{3861D70B-005F-4AE3-9F94-86BFD29D89F4}" dt="2022-02-17T18:39:44.667" v="1116" actId="1076"/>
          <ac:spMkLst>
            <pc:docMk/>
            <pc:sldMk cId="0" sldId="269"/>
            <ac:spMk id="17" creationId="{0A3E96BC-C269-4A33-BC8D-FA75BE56F062}"/>
          </ac:spMkLst>
        </pc:spChg>
        <pc:spChg chg="mod">
          <ac:chgData name="Zheng Fei" userId="d19317889db4c986" providerId="LiveId" clId="{3861D70B-005F-4AE3-9F94-86BFD29D89F4}" dt="2022-02-17T18:40:42.402" v="1134" actId="1037"/>
          <ac:spMkLst>
            <pc:docMk/>
            <pc:sldMk cId="0" sldId="269"/>
            <ac:spMk id="46082" creationId="{1BE94711-A3A1-4E9E-B47D-0BA91CFD30B3}"/>
          </ac:spMkLst>
        </pc:spChg>
        <pc:spChg chg="mod">
          <ac:chgData name="Zheng Fei" userId="d19317889db4c986" providerId="LiveId" clId="{3861D70B-005F-4AE3-9F94-86BFD29D89F4}" dt="2022-02-17T18:39:32.013" v="1109" actId="21"/>
          <ac:spMkLst>
            <pc:docMk/>
            <pc:sldMk cId="0" sldId="269"/>
            <ac:spMk id="46084" creationId="{30C4ECC6-CB5F-4EFA-8C96-545DEBA8260A}"/>
          </ac:spMkLst>
        </pc:spChg>
      </pc:sldChg>
      <pc:sldChg chg="modAnim">
        <pc:chgData name="Zheng Fei" userId="d19317889db4c986" providerId="LiveId" clId="{3861D70B-005F-4AE3-9F94-86BFD29D89F4}" dt="2022-02-17T18:42:15.069" v="1139"/>
        <pc:sldMkLst>
          <pc:docMk/>
          <pc:sldMk cId="0" sldId="270"/>
        </pc:sldMkLst>
      </pc:sldChg>
      <pc:sldChg chg="modSp modAnim">
        <pc:chgData name="Zheng Fei" userId="d19317889db4c986" providerId="LiveId" clId="{3861D70B-005F-4AE3-9F94-86BFD29D89F4}" dt="2022-02-17T18:43:07.956" v="1145"/>
        <pc:sldMkLst>
          <pc:docMk/>
          <pc:sldMk cId="0" sldId="271"/>
        </pc:sldMkLst>
        <pc:spChg chg="mod">
          <ac:chgData name="Zheng Fei" userId="d19317889db4c986" providerId="LiveId" clId="{3861D70B-005F-4AE3-9F94-86BFD29D89F4}" dt="2022-02-17T18:42:44.545" v="1140" actId="1076"/>
          <ac:spMkLst>
            <pc:docMk/>
            <pc:sldMk cId="0" sldId="271"/>
            <ac:spMk id="48135" creationId="{11725288-A2AE-4144-84F3-34BF36CF09B1}"/>
          </ac:spMkLst>
        </pc:spChg>
      </pc:sldChg>
      <pc:sldChg chg="addSp modSp modAnim">
        <pc:chgData name="Zheng Fei" userId="d19317889db4c986" providerId="LiveId" clId="{3861D70B-005F-4AE3-9F94-86BFD29D89F4}" dt="2022-02-17T19:17:48.860" v="1570"/>
        <pc:sldMkLst>
          <pc:docMk/>
          <pc:sldMk cId="0" sldId="273"/>
        </pc:sldMkLst>
        <pc:spChg chg="mod">
          <ac:chgData name="Zheng Fei" userId="d19317889db4c986" providerId="LiveId" clId="{3861D70B-005F-4AE3-9F94-86BFD29D89F4}" dt="2022-02-17T19:17:47.334" v="1569" actId="1076"/>
          <ac:spMkLst>
            <pc:docMk/>
            <pc:sldMk cId="0" sldId="273"/>
            <ac:spMk id="50190" creationId="{1AA77A98-C0D4-40F1-8D76-CB2A92DCAEE6}"/>
          </ac:spMkLst>
        </pc:spChg>
        <pc:spChg chg="mod">
          <ac:chgData name="Zheng Fei" userId="d19317889db4c986" providerId="LiveId" clId="{3861D70B-005F-4AE3-9F94-86BFD29D89F4}" dt="2022-02-17T19:17:47.334" v="1569" actId="1076"/>
          <ac:spMkLst>
            <pc:docMk/>
            <pc:sldMk cId="0" sldId="273"/>
            <ac:spMk id="50191" creationId="{6683064E-9BF1-4A25-9FA8-A2AB83D1DC84}"/>
          </ac:spMkLst>
        </pc:spChg>
        <pc:spChg chg="mod">
          <ac:chgData name="Zheng Fei" userId="d19317889db4c986" providerId="LiveId" clId="{3861D70B-005F-4AE3-9F94-86BFD29D89F4}" dt="2022-02-17T19:17:47.334" v="1569" actId="1076"/>
          <ac:spMkLst>
            <pc:docMk/>
            <pc:sldMk cId="0" sldId="273"/>
            <ac:spMk id="50192" creationId="{D50787BD-BC42-4756-9611-A90F7A56C16E}"/>
          </ac:spMkLst>
        </pc:spChg>
        <pc:spChg chg="mod">
          <ac:chgData name="Zheng Fei" userId="d19317889db4c986" providerId="LiveId" clId="{3861D70B-005F-4AE3-9F94-86BFD29D89F4}" dt="2022-02-17T19:17:47.334" v="1569" actId="1076"/>
          <ac:spMkLst>
            <pc:docMk/>
            <pc:sldMk cId="0" sldId="273"/>
            <ac:spMk id="50193" creationId="{DDCF60D7-2D3E-4502-93FD-80035F808E6F}"/>
          </ac:spMkLst>
        </pc:spChg>
        <pc:grpChg chg="add mod">
          <ac:chgData name="Zheng Fei" userId="d19317889db4c986" providerId="LiveId" clId="{3861D70B-005F-4AE3-9F94-86BFD29D89F4}" dt="2022-02-17T19:17:47.334" v="1569" actId="1076"/>
          <ac:grpSpMkLst>
            <pc:docMk/>
            <pc:sldMk cId="0" sldId="273"/>
            <ac:grpSpMk id="2" creationId="{9BE9AC05-A465-4235-A412-FCED08B57C3A}"/>
          </ac:grpSpMkLst>
        </pc:grpChg>
        <pc:graphicFrameChg chg="mod">
          <ac:chgData name="Zheng Fei" userId="d19317889db4c986" providerId="LiveId" clId="{3861D70B-005F-4AE3-9F94-86BFD29D89F4}" dt="2022-02-17T19:17:47.334" v="1569" actId="1076"/>
          <ac:graphicFrameMkLst>
            <pc:docMk/>
            <pc:sldMk cId="0" sldId="273"/>
            <ac:graphicFrameMk id="50198" creationId="{3124B509-F292-4E84-8E3A-78F4032EE335}"/>
          </ac:graphicFrameMkLst>
        </pc:graphicFrameChg>
      </pc:sldChg>
      <pc:sldChg chg="modTransition modAnim">
        <pc:chgData name="Zheng Fei" userId="d19317889db4c986" providerId="LiveId" clId="{3861D70B-005F-4AE3-9F94-86BFD29D89F4}" dt="2022-02-17T19:18:57.541" v="1573"/>
        <pc:sldMkLst>
          <pc:docMk/>
          <pc:sldMk cId="0" sldId="274"/>
        </pc:sldMkLst>
      </pc:sldChg>
      <pc:sldChg chg="modAnim">
        <pc:chgData name="Zheng Fei" userId="d19317889db4c986" providerId="LiveId" clId="{3861D70B-005F-4AE3-9F94-86BFD29D89F4}" dt="2022-02-17T19:19:10.397" v="1574"/>
        <pc:sldMkLst>
          <pc:docMk/>
          <pc:sldMk cId="0" sldId="275"/>
        </pc:sldMkLst>
      </pc:sldChg>
      <pc:sldChg chg="modAnim">
        <pc:chgData name="Zheng Fei" userId="d19317889db4c986" providerId="LiveId" clId="{3861D70B-005F-4AE3-9F94-86BFD29D89F4}" dt="2022-02-17T19:19:19.823" v="1575"/>
        <pc:sldMkLst>
          <pc:docMk/>
          <pc:sldMk cId="0" sldId="276"/>
        </pc:sldMkLst>
      </pc:sldChg>
      <pc:sldChg chg="modSp mod modAnim">
        <pc:chgData name="Zheng Fei" userId="d19317889db4c986" providerId="LiveId" clId="{3861D70B-005F-4AE3-9F94-86BFD29D89F4}" dt="2022-02-17T19:19:49.641" v="1583" actId="20577"/>
        <pc:sldMkLst>
          <pc:docMk/>
          <pc:sldMk cId="0" sldId="277"/>
        </pc:sldMkLst>
        <pc:spChg chg="mod">
          <ac:chgData name="Zheng Fei" userId="d19317889db4c986" providerId="LiveId" clId="{3861D70B-005F-4AE3-9F94-86BFD29D89F4}" dt="2022-02-17T19:19:49.641" v="1583" actId="20577"/>
          <ac:spMkLst>
            <pc:docMk/>
            <pc:sldMk cId="0" sldId="277"/>
            <ac:spMk id="54288" creationId="{057802A1-79EB-4689-BA7F-99021B481439}"/>
          </ac:spMkLst>
        </pc:spChg>
      </pc:sldChg>
      <pc:sldChg chg="addSp modSp mod modAnim">
        <pc:chgData name="Zheng Fei" userId="d19317889db4c986" providerId="LiveId" clId="{3861D70B-005F-4AE3-9F94-86BFD29D89F4}" dt="2022-02-17T19:25:30.052" v="1619" actId="1076"/>
        <pc:sldMkLst>
          <pc:docMk/>
          <pc:sldMk cId="0" sldId="278"/>
        </pc:sldMkLst>
        <pc:spChg chg="mod">
          <ac:chgData name="Zheng Fei" userId="d19317889db4c986" providerId="LiveId" clId="{3861D70B-005F-4AE3-9F94-86BFD29D89F4}" dt="2022-02-17T19:20:28.989" v="1585" actId="1076"/>
          <ac:spMkLst>
            <pc:docMk/>
            <pc:sldMk cId="0" sldId="278"/>
            <ac:spMk id="25" creationId="{CFDBC59C-0260-4BA1-B94C-7F73E10FD2F5}"/>
          </ac:spMkLst>
        </pc:spChg>
        <pc:spChg chg="mod">
          <ac:chgData name="Zheng Fei" userId="d19317889db4c986" providerId="LiveId" clId="{3861D70B-005F-4AE3-9F94-86BFD29D89F4}" dt="2022-02-17T19:21:31.007" v="1591" actId="164"/>
          <ac:spMkLst>
            <pc:docMk/>
            <pc:sldMk cId="0" sldId="278"/>
            <ac:spMk id="55305" creationId="{9DB3E879-C867-4D17-81F0-9561C9F04A6E}"/>
          </ac:spMkLst>
        </pc:spChg>
        <pc:spChg chg="mod">
          <ac:chgData name="Zheng Fei" userId="d19317889db4c986" providerId="LiveId" clId="{3861D70B-005F-4AE3-9F94-86BFD29D89F4}" dt="2022-02-17T19:25:30.052" v="1619" actId="1076"/>
          <ac:spMkLst>
            <pc:docMk/>
            <pc:sldMk cId="0" sldId="278"/>
            <ac:spMk id="55309" creationId="{12BA403A-9A57-44F7-BFDC-340DFC6D343F}"/>
          </ac:spMkLst>
        </pc:spChg>
        <pc:spChg chg="mod">
          <ac:chgData name="Zheng Fei" userId="d19317889db4c986" providerId="LiveId" clId="{3861D70B-005F-4AE3-9F94-86BFD29D89F4}" dt="2022-02-17T19:25:30.052" v="1619" actId="1076"/>
          <ac:spMkLst>
            <pc:docMk/>
            <pc:sldMk cId="0" sldId="278"/>
            <ac:spMk id="55310" creationId="{51E5E6E5-3718-4805-B0AD-E6D46A55554B}"/>
          </ac:spMkLst>
        </pc:spChg>
        <pc:spChg chg="mod">
          <ac:chgData name="Zheng Fei" userId="d19317889db4c986" providerId="LiveId" clId="{3861D70B-005F-4AE3-9F94-86BFD29D89F4}" dt="2022-02-17T19:21:31.007" v="1591" actId="164"/>
          <ac:spMkLst>
            <pc:docMk/>
            <pc:sldMk cId="0" sldId="278"/>
            <ac:spMk id="55317" creationId="{1643FF76-4C98-4851-A9EE-F735AB5D19DE}"/>
          </ac:spMkLst>
        </pc:spChg>
        <pc:grpChg chg="add mod">
          <ac:chgData name="Zheng Fei" userId="d19317889db4c986" providerId="LiveId" clId="{3861D70B-005F-4AE3-9F94-86BFD29D89F4}" dt="2022-02-17T19:21:31.007" v="1591" actId="164"/>
          <ac:grpSpMkLst>
            <pc:docMk/>
            <pc:sldMk cId="0" sldId="278"/>
            <ac:grpSpMk id="2" creationId="{EA60A99C-EFFA-4217-82A0-D65D4586B6B5}"/>
          </ac:grpSpMkLst>
        </pc:grpChg>
        <pc:grpChg chg="mod">
          <ac:chgData name="Zheng Fei" userId="d19317889db4c986" providerId="LiveId" clId="{3861D70B-005F-4AE3-9F94-86BFD29D89F4}" dt="2022-02-17T19:25:30.052" v="1619" actId="1076"/>
          <ac:grpSpMkLst>
            <pc:docMk/>
            <pc:sldMk cId="0" sldId="278"/>
            <ac:grpSpMk id="55308" creationId="{9B0EE47A-D2D3-4A98-92BE-9130BE8D3E12}"/>
          </ac:grpSpMkLst>
        </pc:grpChg>
        <pc:graphicFrameChg chg="mod">
          <ac:chgData name="Zheng Fei" userId="d19317889db4c986" providerId="LiveId" clId="{3861D70B-005F-4AE3-9F94-86BFD29D89F4}" dt="2022-02-17T19:21:31.007" v="1591" actId="164"/>
          <ac:graphicFrameMkLst>
            <pc:docMk/>
            <pc:sldMk cId="0" sldId="278"/>
            <ac:graphicFrameMk id="55300" creationId="{23F7AEF7-B3B7-492B-9938-C5985326CC8A}"/>
          </ac:graphicFrameMkLst>
        </pc:graphicFrameChg>
        <pc:graphicFrameChg chg="mod">
          <ac:chgData name="Zheng Fei" userId="d19317889db4c986" providerId="LiveId" clId="{3861D70B-005F-4AE3-9F94-86BFD29D89F4}" dt="2022-02-17T19:25:30.052" v="1619" actId="1076"/>
          <ac:graphicFrameMkLst>
            <pc:docMk/>
            <pc:sldMk cId="0" sldId="278"/>
            <ac:graphicFrameMk id="55311" creationId="{45468FF4-3B52-478F-94CB-D697E3334E7E}"/>
          </ac:graphicFrameMkLst>
        </pc:graphicFrameChg>
        <pc:graphicFrameChg chg="mod">
          <ac:chgData name="Zheng Fei" userId="d19317889db4c986" providerId="LiveId" clId="{3861D70B-005F-4AE3-9F94-86BFD29D89F4}" dt="2022-02-17T19:25:30.052" v="1619" actId="1076"/>
          <ac:graphicFrameMkLst>
            <pc:docMk/>
            <pc:sldMk cId="0" sldId="278"/>
            <ac:graphicFrameMk id="55312" creationId="{AF68A8C5-DAEC-4DFE-AE07-D8325C339A10}"/>
          </ac:graphicFrameMkLst>
        </pc:graphicFrameChg>
        <pc:graphicFrameChg chg="mod">
          <ac:chgData name="Zheng Fei" userId="d19317889db4c986" providerId="LiveId" clId="{3861D70B-005F-4AE3-9F94-86BFD29D89F4}" dt="2022-02-17T19:25:30.052" v="1619" actId="1076"/>
          <ac:graphicFrameMkLst>
            <pc:docMk/>
            <pc:sldMk cId="0" sldId="278"/>
            <ac:graphicFrameMk id="55313" creationId="{C3FEF9BF-0698-4D02-AA90-D914DB06236D}"/>
          </ac:graphicFrameMkLst>
        </pc:graphicFrameChg>
      </pc:sldChg>
      <pc:sldChg chg="modAnim">
        <pc:chgData name="Zheng Fei" userId="d19317889db4c986" providerId="LiveId" clId="{3861D70B-005F-4AE3-9F94-86BFD29D89F4}" dt="2022-02-17T19:19:28.459" v="1576"/>
        <pc:sldMkLst>
          <pc:docMk/>
          <pc:sldMk cId="0" sldId="279"/>
        </pc:sldMkLst>
      </pc:sldChg>
      <pc:sldChg chg="addSp delSp modSp mod delAnim modAnim">
        <pc:chgData name="Zheng Fei" userId="d19317889db4c986" providerId="LiveId" clId="{3861D70B-005F-4AE3-9F94-86BFD29D89F4}" dt="2022-02-17T19:21:59.622" v="1594"/>
        <pc:sldMkLst>
          <pc:docMk/>
          <pc:sldMk cId="0" sldId="280"/>
        </pc:sldMkLst>
        <pc:spChg chg="del mod">
          <ac:chgData name="Zheng Fei" userId="d19317889db4c986" providerId="LiveId" clId="{3861D70B-005F-4AE3-9F94-86BFD29D89F4}" dt="2022-02-17T19:12:44.231" v="1530" actId="478"/>
          <ac:spMkLst>
            <pc:docMk/>
            <pc:sldMk cId="0" sldId="280"/>
            <ac:spMk id="3" creationId="{215AE15A-D5C7-461B-88FF-92B24D21A0D8}"/>
          </ac:spMkLst>
        </pc:spChg>
        <pc:spChg chg="add del mod">
          <ac:chgData name="Zheng Fei" userId="d19317889db4c986" providerId="LiveId" clId="{3861D70B-005F-4AE3-9F94-86BFD29D89F4}" dt="2022-02-17T19:12:44.231" v="1530" actId="478"/>
          <ac:spMkLst>
            <pc:docMk/>
            <pc:sldMk cId="0" sldId="280"/>
            <ac:spMk id="19" creationId="{8638E667-EAC2-4249-A23B-18A0E613F00B}"/>
          </ac:spMkLst>
        </pc:spChg>
        <pc:spChg chg="add mod">
          <ac:chgData name="Zheng Fei" userId="d19317889db4c986" providerId="LiveId" clId="{3861D70B-005F-4AE3-9F94-86BFD29D89F4}" dt="2022-02-17T19:13:18.963" v="1565" actId="1076"/>
          <ac:spMkLst>
            <pc:docMk/>
            <pc:sldMk cId="0" sldId="280"/>
            <ac:spMk id="20" creationId="{609A5B9A-E7E1-4125-86C5-08136BB353FD}"/>
          </ac:spMkLst>
        </pc:spChg>
        <pc:spChg chg="add mod">
          <ac:chgData name="Zheng Fei" userId="d19317889db4c986" providerId="LiveId" clId="{3861D70B-005F-4AE3-9F94-86BFD29D89F4}" dt="2022-02-17T19:13:18.963" v="1565" actId="1076"/>
          <ac:spMkLst>
            <pc:docMk/>
            <pc:sldMk cId="0" sldId="280"/>
            <ac:spMk id="21" creationId="{4C739DD1-8744-4C62-AC64-BC9A497274A8}"/>
          </ac:spMkLst>
        </pc:spChg>
        <pc:spChg chg="del mod">
          <ac:chgData name="Zheng Fei" userId="d19317889db4c986" providerId="LiveId" clId="{3861D70B-005F-4AE3-9F94-86BFD29D89F4}" dt="2022-02-17T19:08:46.258" v="1383" actId="478"/>
          <ac:spMkLst>
            <pc:docMk/>
            <pc:sldMk cId="0" sldId="280"/>
            <ac:spMk id="26" creationId="{A2550CCC-BCCF-41CC-8AE4-F4FEBBC675A8}"/>
          </ac:spMkLst>
        </pc:spChg>
        <pc:spChg chg="del mod">
          <ac:chgData name="Zheng Fei" userId="d19317889db4c986" providerId="LiveId" clId="{3861D70B-005F-4AE3-9F94-86BFD29D89F4}" dt="2022-02-17T19:10:06.360" v="1418" actId="478"/>
          <ac:spMkLst>
            <pc:docMk/>
            <pc:sldMk cId="0" sldId="280"/>
            <ac:spMk id="29" creationId="{D0BBB62B-F85E-4D31-8745-7CCB676B7BDF}"/>
          </ac:spMkLst>
        </pc:spChg>
        <pc:spChg chg="del mod">
          <ac:chgData name="Zheng Fei" userId="d19317889db4c986" providerId="LiveId" clId="{3861D70B-005F-4AE3-9F94-86BFD29D89F4}" dt="2022-02-17T19:08:57.663" v="1386" actId="478"/>
          <ac:spMkLst>
            <pc:docMk/>
            <pc:sldMk cId="0" sldId="280"/>
            <ac:spMk id="30" creationId="{24AD6BD2-8489-4DB2-BA57-A8F5DB5AE8EB}"/>
          </ac:spMkLst>
        </pc:spChg>
        <pc:spChg chg="del mod">
          <ac:chgData name="Zheng Fei" userId="d19317889db4c986" providerId="LiveId" clId="{3861D70B-005F-4AE3-9F94-86BFD29D89F4}" dt="2022-02-17T19:09:59.903" v="1417" actId="478"/>
          <ac:spMkLst>
            <pc:docMk/>
            <pc:sldMk cId="0" sldId="280"/>
            <ac:spMk id="33" creationId="{20151D39-2E55-48C6-B112-F065CB56A5B4}"/>
          </ac:spMkLst>
        </pc:spChg>
        <pc:spChg chg="mod">
          <ac:chgData name="Zheng Fei" userId="d19317889db4c986" providerId="LiveId" clId="{3861D70B-005F-4AE3-9F94-86BFD29D89F4}" dt="2022-02-17T19:12:35.586" v="1529" actId="20577"/>
          <ac:spMkLst>
            <pc:docMk/>
            <pc:sldMk cId="0" sldId="280"/>
            <ac:spMk id="57346" creationId="{2E678DED-D69C-4B5D-846E-C3C656B00904}"/>
          </ac:spMkLst>
        </pc:spChg>
        <pc:graphicFrameChg chg="del mod">
          <ac:chgData name="Zheng Fei" userId="d19317889db4c986" providerId="LiveId" clId="{3861D70B-005F-4AE3-9F94-86BFD29D89F4}" dt="2022-02-17T19:12:44.231" v="1530" actId="478"/>
          <ac:graphicFrameMkLst>
            <pc:docMk/>
            <pc:sldMk cId="0" sldId="280"/>
            <ac:graphicFrameMk id="24" creationId="{C1E1555A-6D9C-4C50-8F62-C2C8663D9B69}"/>
          </ac:graphicFrameMkLst>
        </pc:graphicFrameChg>
        <pc:graphicFrameChg chg="del mod">
          <ac:chgData name="Zheng Fei" userId="d19317889db4c986" providerId="LiveId" clId="{3861D70B-005F-4AE3-9F94-86BFD29D89F4}" dt="2022-02-17T19:12:44.231" v="1530" actId="478"/>
          <ac:graphicFrameMkLst>
            <pc:docMk/>
            <pc:sldMk cId="0" sldId="280"/>
            <ac:graphicFrameMk id="25" creationId="{2EE8083C-BADB-42D0-811F-04345CB5CE90}"/>
          </ac:graphicFrameMkLst>
        </pc:graphicFrameChg>
        <pc:graphicFrameChg chg="mod">
          <ac:chgData name="Zheng Fei" userId="d19317889db4c986" providerId="LiveId" clId="{3861D70B-005F-4AE3-9F94-86BFD29D89F4}" dt="2022-02-17T19:12:51.923" v="1531" actId="1076"/>
          <ac:graphicFrameMkLst>
            <pc:docMk/>
            <pc:sldMk cId="0" sldId="280"/>
            <ac:graphicFrameMk id="31" creationId="{BB1E2794-AA43-47C2-AACC-B70B21BEF650}"/>
          </ac:graphicFrameMkLst>
        </pc:graphicFrameChg>
        <pc:graphicFrameChg chg="mod">
          <ac:chgData name="Zheng Fei" userId="d19317889db4c986" providerId="LiveId" clId="{3861D70B-005F-4AE3-9F94-86BFD29D89F4}" dt="2022-02-17T19:12:59.088" v="1559" actId="1036"/>
          <ac:graphicFrameMkLst>
            <pc:docMk/>
            <pc:sldMk cId="0" sldId="280"/>
            <ac:graphicFrameMk id="32" creationId="{E636ECDC-D97F-4471-8C05-949D390A829A}"/>
          </ac:graphicFrameMkLst>
        </pc:graphicFrameChg>
      </pc:sldChg>
      <pc:sldChg chg="modSp del mod">
        <pc:chgData name="Zheng Fei" userId="d19317889db4c986" providerId="LiveId" clId="{3861D70B-005F-4AE3-9F94-86BFD29D89F4}" dt="2022-02-17T18:04:38.370" v="684" actId="2696"/>
        <pc:sldMkLst>
          <pc:docMk/>
          <pc:sldMk cId="2026888976" sldId="305"/>
        </pc:sldMkLst>
        <pc:spChg chg="mod">
          <ac:chgData name="Zheng Fei" userId="d19317889db4c986" providerId="LiveId" clId="{3861D70B-005F-4AE3-9F94-86BFD29D89F4}" dt="2022-02-11T11:33:55.286" v="13" actId="207"/>
          <ac:spMkLst>
            <pc:docMk/>
            <pc:sldMk cId="2026888976" sldId="305"/>
            <ac:spMk id="9" creationId="{00000000-0000-0000-0000-000000000000}"/>
          </ac:spMkLst>
        </pc:spChg>
        <pc:picChg chg="add del">
          <ac:chgData name="Zheng Fei" userId="d19317889db4c986" providerId="LiveId" clId="{3861D70B-005F-4AE3-9F94-86BFD29D89F4}" dt="2022-02-17T18:46:21.716" v="1151" actId="21"/>
          <ac:picMkLst>
            <pc:docMk/>
            <pc:sldMk cId="2026888976" sldId="305"/>
            <ac:picMk id="10" creationId="{773B033F-756F-48FB-9BDF-910A666C6E66}"/>
          </ac:picMkLst>
        </pc:picChg>
      </pc:sldChg>
      <pc:sldChg chg="addSp delSp modSp mod modAnim modNotesTx">
        <pc:chgData name="Zheng Fei" userId="d19317889db4c986" providerId="LiveId" clId="{3861D70B-005F-4AE3-9F94-86BFD29D89F4}" dt="2022-02-17T18:23:58.036" v="969"/>
        <pc:sldMkLst>
          <pc:docMk/>
          <pc:sldMk cId="2050651053" sldId="328"/>
        </pc:sldMkLst>
        <pc:spChg chg="mod">
          <ac:chgData name="Zheng Fei" userId="d19317889db4c986" providerId="LiveId" clId="{3861D70B-005F-4AE3-9F94-86BFD29D89F4}" dt="2022-02-11T11:49:52.717" v="33" actId="20577"/>
          <ac:spMkLst>
            <pc:docMk/>
            <pc:sldMk cId="2050651053" sldId="328"/>
            <ac:spMk id="5" creationId="{FB207D22-4ED1-D447-BEB1-4714B4D3A268}"/>
          </ac:spMkLst>
        </pc:spChg>
        <pc:spChg chg="del">
          <ac:chgData name="Zheng Fei" userId="d19317889db4c986" providerId="LiveId" clId="{3861D70B-005F-4AE3-9F94-86BFD29D89F4}" dt="2022-02-11T11:48:12.157" v="15" actId="478"/>
          <ac:spMkLst>
            <pc:docMk/>
            <pc:sldMk cId="2050651053" sldId="328"/>
            <ac:spMk id="9" creationId="{FC1F2C7E-793E-F441-952A-A404E4CDB1F2}"/>
          </ac:spMkLst>
        </pc:spChg>
        <pc:spChg chg="add del mod">
          <ac:chgData name="Zheng Fei" userId="d19317889db4c986" providerId="LiveId" clId="{3861D70B-005F-4AE3-9F94-86BFD29D89F4}" dt="2022-02-11T11:48:40.556" v="19"/>
          <ac:spMkLst>
            <pc:docMk/>
            <pc:sldMk cId="2050651053" sldId="328"/>
            <ac:spMk id="10" creationId="{EB571022-F7D7-418B-889A-664DBD56A82E}"/>
          </ac:spMkLst>
        </pc:spChg>
        <pc:spChg chg="add del mod">
          <ac:chgData name="Zheng Fei" userId="d19317889db4c986" providerId="LiveId" clId="{3861D70B-005F-4AE3-9F94-86BFD29D89F4}" dt="2022-02-11T11:48:40.556" v="19"/>
          <ac:spMkLst>
            <pc:docMk/>
            <pc:sldMk cId="2050651053" sldId="328"/>
            <ac:spMk id="11" creationId="{655A68AA-6942-4D72-841C-DF6268571E82}"/>
          </ac:spMkLst>
        </pc:spChg>
        <pc:spChg chg="add del mod">
          <ac:chgData name="Zheng Fei" userId="d19317889db4c986" providerId="LiveId" clId="{3861D70B-005F-4AE3-9F94-86BFD29D89F4}" dt="2022-02-11T11:48:40.556" v="19"/>
          <ac:spMkLst>
            <pc:docMk/>
            <pc:sldMk cId="2050651053" sldId="328"/>
            <ac:spMk id="12" creationId="{57020B2D-D36E-41B2-A4A7-715372EE4B21}"/>
          </ac:spMkLst>
        </pc:spChg>
        <pc:spChg chg="add del mod">
          <ac:chgData name="Zheng Fei" userId="d19317889db4c986" providerId="LiveId" clId="{3861D70B-005F-4AE3-9F94-86BFD29D89F4}" dt="2022-02-11T11:53:45.039" v="139" actId="478"/>
          <ac:spMkLst>
            <pc:docMk/>
            <pc:sldMk cId="2050651053" sldId="328"/>
            <ac:spMk id="13" creationId="{DBFA947A-5A2C-412A-AD19-F4786DD1BED6}"/>
          </ac:spMkLst>
        </pc:spChg>
        <pc:spChg chg="add mod">
          <ac:chgData name="Zheng Fei" userId="d19317889db4c986" providerId="LiveId" clId="{3861D70B-005F-4AE3-9F94-86BFD29D89F4}" dt="2022-02-17T18:23:58.036" v="969"/>
          <ac:spMkLst>
            <pc:docMk/>
            <pc:sldMk cId="2050651053" sldId="328"/>
            <ac:spMk id="14" creationId="{F2AFB2CF-1647-4493-B623-640AC7636180}"/>
          </ac:spMkLst>
        </pc:spChg>
        <pc:spChg chg="add mod">
          <ac:chgData name="Zheng Fei" userId="d19317889db4c986" providerId="LiveId" clId="{3861D70B-005F-4AE3-9F94-86BFD29D89F4}" dt="2022-02-17T18:20:29.669" v="863" actId="1036"/>
          <ac:spMkLst>
            <pc:docMk/>
            <pc:sldMk cId="2050651053" sldId="328"/>
            <ac:spMk id="15" creationId="{1D7D2649-5F0D-447C-A398-04B8353BB3CB}"/>
          </ac:spMkLst>
        </pc:spChg>
      </pc:sldChg>
      <pc:sldChg chg="addSp delSp modSp">
        <pc:chgData name="Zheng Fei" userId="d19317889db4c986" providerId="LiveId" clId="{3861D70B-005F-4AE3-9F94-86BFD29D89F4}" dt="2022-02-17T18:46:58.822" v="1154"/>
        <pc:sldMkLst>
          <pc:docMk/>
          <pc:sldMk cId="3688734997" sldId="331"/>
        </pc:sldMkLst>
        <pc:picChg chg="add mod">
          <ac:chgData name="Zheng Fei" userId="d19317889db4c986" providerId="LiveId" clId="{3861D70B-005F-4AE3-9F94-86BFD29D89F4}" dt="2022-02-17T18:46:58.822" v="1154"/>
          <ac:picMkLst>
            <pc:docMk/>
            <pc:sldMk cId="3688734997" sldId="331"/>
            <ac:picMk id="11" creationId="{5701C5F9-7926-4C8D-A5DD-6A29E5C5E0EA}"/>
          </ac:picMkLst>
        </pc:picChg>
        <pc:picChg chg="del mod">
          <ac:chgData name="Zheng Fei" userId="d19317889db4c986" providerId="LiveId" clId="{3861D70B-005F-4AE3-9F94-86BFD29D89F4}" dt="2022-02-17T18:46:46.502" v="1153" actId="21"/>
          <ac:picMkLst>
            <pc:docMk/>
            <pc:sldMk cId="3688734997" sldId="331"/>
            <ac:picMk id="13" creationId="{FEEC2934-791A-4E39-AB97-9AEB9ABF92A2}"/>
          </ac:picMkLst>
        </pc:picChg>
      </pc:sldChg>
      <pc:sldChg chg="modSp">
        <pc:chgData name="Zheng Fei" userId="d19317889db4c986" providerId="LiveId" clId="{3861D70B-005F-4AE3-9F94-86BFD29D89F4}" dt="2022-02-17T18:37:40.656" v="1102" actId="1038"/>
        <pc:sldMkLst>
          <pc:docMk/>
          <pc:sldMk cId="779396015" sldId="332"/>
        </pc:sldMkLst>
        <pc:spChg chg="mod">
          <ac:chgData name="Zheng Fei" userId="d19317889db4c986" providerId="LiveId" clId="{3861D70B-005F-4AE3-9F94-86BFD29D89F4}" dt="2022-02-17T18:37:40.656" v="1102" actId="1038"/>
          <ac:spMkLst>
            <pc:docMk/>
            <pc:sldMk cId="779396015" sldId="332"/>
            <ac:spMk id="12" creationId="{80130987-05DB-4278-95EC-57E6C801DA86}"/>
          </ac:spMkLst>
        </pc:spChg>
      </pc:sldChg>
      <pc:sldChg chg="addSp delSp modSp mod modAnim">
        <pc:chgData name="Zheng Fei" userId="d19317889db4c986" providerId="LiveId" clId="{3861D70B-005F-4AE3-9F94-86BFD29D89F4}" dt="2022-02-11T12:30:39.212" v="469"/>
        <pc:sldMkLst>
          <pc:docMk/>
          <pc:sldMk cId="3997665689" sldId="333"/>
        </pc:sldMkLst>
        <pc:spChg chg="mod">
          <ac:chgData name="Zheng Fei" userId="d19317889db4c986" providerId="LiveId" clId="{3861D70B-005F-4AE3-9F94-86BFD29D89F4}" dt="2022-02-11T12:00:10.101" v="207" actId="1076"/>
          <ac:spMkLst>
            <pc:docMk/>
            <pc:sldMk cId="3997665689" sldId="333"/>
            <ac:spMk id="2" creationId="{15F03666-DF88-1740-A4B1-ABCEA1F847F9}"/>
          </ac:spMkLst>
        </pc:spChg>
        <pc:spChg chg="mod">
          <ac:chgData name="Zheng Fei" userId="d19317889db4c986" providerId="LiveId" clId="{3861D70B-005F-4AE3-9F94-86BFD29D89F4}" dt="2022-02-11T12:00:19.481" v="211"/>
          <ac:spMkLst>
            <pc:docMk/>
            <pc:sldMk cId="3997665689" sldId="333"/>
            <ac:spMk id="5" creationId="{FB207D22-4ED1-D447-BEB1-4714B4D3A268}"/>
          </ac:spMkLst>
        </pc:spChg>
        <pc:spChg chg="del">
          <ac:chgData name="Zheng Fei" userId="d19317889db4c986" providerId="LiveId" clId="{3861D70B-005F-4AE3-9F94-86BFD29D89F4}" dt="2022-02-11T11:59:48.066" v="198" actId="478"/>
          <ac:spMkLst>
            <pc:docMk/>
            <pc:sldMk cId="3997665689" sldId="333"/>
            <ac:spMk id="10" creationId="{A428253B-1E8E-8845-B4FF-359F3D92CCCB}"/>
          </ac:spMkLst>
        </pc:spChg>
        <pc:spChg chg="add del mod">
          <ac:chgData name="Zheng Fei" userId="d19317889db4c986" providerId="LiveId" clId="{3861D70B-005F-4AE3-9F94-86BFD29D89F4}" dt="2022-02-11T12:00:15.891" v="209" actId="478"/>
          <ac:spMkLst>
            <pc:docMk/>
            <pc:sldMk cId="3997665689" sldId="333"/>
            <ac:spMk id="11" creationId="{8BB4F2D2-0607-47F7-AF0E-9C4B8E83E491}"/>
          </ac:spMkLst>
        </pc:spChg>
        <pc:spChg chg="add mod">
          <ac:chgData name="Zheng Fei" userId="d19317889db4c986" providerId="LiveId" clId="{3861D70B-005F-4AE3-9F94-86BFD29D89F4}" dt="2022-02-11T12:28:54.066" v="429"/>
          <ac:spMkLst>
            <pc:docMk/>
            <pc:sldMk cId="3997665689" sldId="333"/>
            <ac:spMk id="12" creationId="{DE949213-57A9-471A-92E9-4F392170874B}"/>
          </ac:spMkLst>
        </pc:spChg>
        <pc:spChg chg="add mod">
          <ac:chgData name="Zheng Fei" userId="d19317889db4c986" providerId="LiveId" clId="{3861D70B-005F-4AE3-9F94-86BFD29D89F4}" dt="2022-02-11T12:30:39.212" v="469"/>
          <ac:spMkLst>
            <pc:docMk/>
            <pc:sldMk cId="3997665689" sldId="333"/>
            <ac:spMk id="13" creationId="{02563509-D651-4247-BD85-CB5088F596B3}"/>
          </ac:spMkLst>
        </pc:spChg>
        <pc:spChg chg="add mod">
          <ac:chgData name="Zheng Fei" userId="d19317889db4c986" providerId="LiveId" clId="{3861D70B-005F-4AE3-9F94-86BFD29D89F4}" dt="2022-02-11T11:59:48.776" v="199"/>
          <ac:spMkLst>
            <pc:docMk/>
            <pc:sldMk cId="3997665689" sldId="333"/>
            <ac:spMk id="14" creationId="{7F9A0FA8-E4A4-41DF-97BA-8161C8254BA9}"/>
          </ac:spMkLst>
        </pc:spChg>
      </pc:sldChg>
      <pc:sldChg chg="addSp delSp modSp add mod ord modAnim">
        <pc:chgData name="Zheng Fei" userId="d19317889db4c986" providerId="LiveId" clId="{3861D70B-005F-4AE3-9F94-86BFD29D89F4}" dt="2022-02-11T11:53:39.922" v="138"/>
        <pc:sldMkLst>
          <pc:docMk/>
          <pc:sldMk cId="1772499561" sldId="334"/>
        </pc:sldMkLst>
        <pc:spChg chg="mod">
          <ac:chgData name="Zheng Fei" userId="d19317889db4c986" providerId="LiveId" clId="{3861D70B-005F-4AE3-9F94-86BFD29D89F4}" dt="2022-02-11T11:52:47.810" v="134" actId="20577"/>
          <ac:spMkLst>
            <pc:docMk/>
            <pc:sldMk cId="1772499561" sldId="334"/>
            <ac:spMk id="13" creationId="{DBFA947A-5A2C-412A-AD19-F4786DD1BED6}"/>
          </ac:spMkLst>
        </pc:spChg>
        <pc:spChg chg="del">
          <ac:chgData name="Zheng Fei" userId="d19317889db4c986" providerId="LiveId" clId="{3861D70B-005F-4AE3-9F94-86BFD29D89F4}" dt="2022-02-11T11:50:50.218" v="35" actId="478"/>
          <ac:spMkLst>
            <pc:docMk/>
            <pc:sldMk cId="1772499561" sldId="334"/>
            <ac:spMk id="14" creationId="{F2AFB2CF-1647-4493-B623-640AC7636180}"/>
          </ac:spMkLst>
        </pc:spChg>
        <pc:spChg chg="del">
          <ac:chgData name="Zheng Fei" userId="d19317889db4c986" providerId="LiveId" clId="{3861D70B-005F-4AE3-9F94-86BFD29D89F4}" dt="2022-02-11T11:50:52.126" v="36" actId="478"/>
          <ac:spMkLst>
            <pc:docMk/>
            <pc:sldMk cId="1772499561" sldId="334"/>
            <ac:spMk id="15" creationId="{1D7D2649-5F0D-447C-A398-04B8353BB3CB}"/>
          </ac:spMkLst>
        </pc:spChg>
        <pc:spChg chg="add del">
          <ac:chgData name="Zheng Fei" userId="d19317889db4c986" providerId="LiveId" clId="{3861D70B-005F-4AE3-9F94-86BFD29D89F4}" dt="2022-02-11T11:51:22.036" v="38" actId="478"/>
          <ac:spMkLst>
            <pc:docMk/>
            <pc:sldMk cId="1772499561" sldId="334"/>
            <ac:spMk id="16" creationId="{7C618EF3-FB18-485B-8077-DDA510F2A7F1}"/>
          </ac:spMkLst>
        </pc:spChg>
        <pc:picChg chg="add mod">
          <ac:chgData name="Zheng Fei" userId="d19317889db4c986" providerId="LiveId" clId="{3861D70B-005F-4AE3-9F94-86BFD29D89F4}" dt="2022-02-11T11:53:24.138" v="136" actId="1076"/>
          <ac:picMkLst>
            <pc:docMk/>
            <pc:sldMk cId="1772499561" sldId="334"/>
            <ac:picMk id="11" creationId="{2C721B03-C58B-4011-B173-09CC97364C74}"/>
          </ac:picMkLst>
        </pc:picChg>
      </pc:sldChg>
      <pc:sldChg chg="new del">
        <pc:chgData name="Zheng Fei" userId="d19317889db4c986" providerId="LiveId" clId="{3861D70B-005F-4AE3-9F94-86BFD29D89F4}" dt="2022-02-11T12:02:29.812" v="276" actId="47"/>
        <pc:sldMkLst>
          <pc:docMk/>
          <pc:sldMk cId="38090783" sldId="335"/>
        </pc:sldMkLst>
      </pc:sldChg>
      <pc:sldChg chg="addSp delSp modSp add mod modAnim">
        <pc:chgData name="Zheng Fei" userId="d19317889db4c986" providerId="LiveId" clId="{3861D70B-005F-4AE3-9F94-86BFD29D89F4}" dt="2022-02-17T19:00:07.065" v="1324" actId="1036"/>
        <pc:sldMkLst>
          <pc:docMk/>
          <pc:sldMk cId="1708672986" sldId="335"/>
        </pc:sldMkLst>
        <pc:spChg chg="mod">
          <ac:chgData name="Zheng Fei" userId="d19317889db4c986" providerId="LiveId" clId="{3861D70B-005F-4AE3-9F94-86BFD29D89F4}" dt="2022-02-11T12:03:03.463" v="294"/>
          <ac:spMkLst>
            <pc:docMk/>
            <pc:sldMk cId="1708672986" sldId="335"/>
            <ac:spMk id="5" creationId="{FB207D22-4ED1-D447-BEB1-4714B4D3A268}"/>
          </ac:spMkLst>
        </pc:spChg>
        <pc:spChg chg="add mod">
          <ac:chgData name="Zheng Fei" userId="d19317889db4c986" providerId="LiveId" clId="{3861D70B-005F-4AE3-9F94-86BFD29D89F4}" dt="2022-02-17T19:00:01.762" v="1306" actId="20577"/>
          <ac:spMkLst>
            <pc:docMk/>
            <pc:sldMk cId="1708672986" sldId="335"/>
            <ac:spMk id="10" creationId="{D2B5C4BD-B5DB-4D15-94BC-390712EB60C2}"/>
          </ac:spMkLst>
        </pc:spChg>
        <pc:spChg chg="add del mod">
          <ac:chgData name="Zheng Fei" userId="d19317889db4c986" providerId="LiveId" clId="{3861D70B-005F-4AE3-9F94-86BFD29D89F4}" dt="2022-02-11T12:04:01.028" v="298" actId="478"/>
          <ac:spMkLst>
            <pc:docMk/>
            <pc:sldMk cId="1708672986" sldId="335"/>
            <ac:spMk id="12" creationId="{25A03C6C-79C5-46BC-B62B-EFF0954CADBC}"/>
          </ac:spMkLst>
        </pc:spChg>
        <pc:spChg chg="del">
          <ac:chgData name="Zheng Fei" userId="d19317889db4c986" providerId="LiveId" clId="{3861D70B-005F-4AE3-9F94-86BFD29D89F4}" dt="2022-02-11T12:02:52.872" v="279" actId="478"/>
          <ac:spMkLst>
            <pc:docMk/>
            <pc:sldMk cId="1708672986" sldId="335"/>
            <ac:spMk id="14" creationId="{F2AFB2CF-1647-4493-B623-640AC7636180}"/>
          </ac:spMkLst>
        </pc:spChg>
        <pc:spChg chg="del">
          <ac:chgData name="Zheng Fei" userId="d19317889db4c986" providerId="LiveId" clId="{3861D70B-005F-4AE3-9F94-86BFD29D89F4}" dt="2022-02-11T12:02:50.003" v="278" actId="478"/>
          <ac:spMkLst>
            <pc:docMk/>
            <pc:sldMk cId="1708672986" sldId="335"/>
            <ac:spMk id="15" creationId="{1D7D2649-5F0D-447C-A398-04B8353BB3CB}"/>
          </ac:spMkLst>
        </pc:spChg>
        <pc:picChg chg="add mod">
          <ac:chgData name="Zheng Fei" userId="d19317889db4c986" providerId="LiveId" clId="{3861D70B-005F-4AE3-9F94-86BFD29D89F4}" dt="2022-02-17T19:00:07.065" v="1324" actId="1036"/>
          <ac:picMkLst>
            <pc:docMk/>
            <pc:sldMk cId="1708672986" sldId="335"/>
            <ac:picMk id="4" creationId="{8EBC94CD-B5F1-4F64-9D85-B285E73F8A0F}"/>
          </ac:picMkLst>
        </pc:picChg>
        <pc:picChg chg="del">
          <ac:chgData name="Zheng Fei" userId="d19317889db4c986" providerId="LiveId" clId="{3861D70B-005F-4AE3-9F94-86BFD29D89F4}" dt="2022-02-17T18:59:20.341" v="1298" actId="478"/>
          <ac:picMkLst>
            <pc:docMk/>
            <pc:sldMk cId="1708672986" sldId="335"/>
            <ac:picMk id="12" creationId="{B4C53081-EFDA-47B8-9C9B-19FB655C026B}"/>
          </ac:picMkLst>
        </pc:picChg>
        <pc:picChg chg="del mod">
          <ac:chgData name="Zheng Fei" userId="d19317889db4c986" providerId="LiveId" clId="{3861D70B-005F-4AE3-9F94-86BFD29D89F4}" dt="2022-02-17T18:59:20.341" v="1298" actId="478"/>
          <ac:picMkLst>
            <pc:docMk/>
            <pc:sldMk cId="1708672986" sldId="335"/>
            <ac:picMk id="14" creationId="{BCCE5CCD-082A-4B1C-814A-919AC6628489}"/>
          </ac:picMkLst>
        </pc:picChg>
      </pc:sldChg>
      <pc:sldChg chg="addSp delSp modSp add mod modAnim">
        <pc:chgData name="Zheng Fei" userId="d19317889db4c986" providerId="LiveId" clId="{3861D70B-005F-4AE3-9F94-86BFD29D89F4}" dt="2022-02-17T18:28:12.171" v="985" actId="14100"/>
        <pc:sldMkLst>
          <pc:docMk/>
          <pc:sldMk cId="4231211157" sldId="336"/>
        </pc:sldMkLst>
        <pc:spChg chg="add del mod">
          <ac:chgData name="Zheng Fei" userId="d19317889db4c986" providerId="LiveId" clId="{3861D70B-005F-4AE3-9F94-86BFD29D89F4}" dt="2022-02-17T18:26:43.817" v="974" actId="478"/>
          <ac:spMkLst>
            <pc:docMk/>
            <pc:sldMk cId="4231211157" sldId="336"/>
            <ac:spMk id="2" creationId="{10C1D3EC-69A3-4099-B88D-C1F96A64CC4B}"/>
          </ac:spMkLst>
        </pc:spChg>
        <pc:spChg chg="add mod">
          <ac:chgData name="Zheng Fei" userId="d19317889db4c986" providerId="LiveId" clId="{3861D70B-005F-4AE3-9F94-86BFD29D89F4}" dt="2022-02-17T18:28:12.171" v="985" actId="14100"/>
          <ac:spMkLst>
            <pc:docMk/>
            <pc:sldMk cId="4231211157" sldId="336"/>
            <ac:spMk id="4" creationId="{3B52550B-14F9-4C7F-9054-5358A97CC025}"/>
          </ac:spMkLst>
        </pc:spChg>
        <pc:spChg chg="mod">
          <ac:chgData name="Zheng Fei" userId="d19317889db4c986" providerId="LiveId" clId="{3861D70B-005F-4AE3-9F94-86BFD29D89F4}" dt="2022-02-11T12:34:49.101" v="497"/>
          <ac:spMkLst>
            <pc:docMk/>
            <pc:sldMk cId="4231211157" sldId="336"/>
            <ac:spMk id="5" creationId="{FB207D22-4ED1-D447-BEB1-4714B4D3A268}"/>
          </ac:spMkLst>
        </pc:spChg>
        <pc:spChg chg="del mod">
          <ac:chgData name="Zheng Fei" userId="d19317889db4c986" providerId="LiveId" clId="{3861D70B-005F-4AE3-9F94-86BFD29D89F4}" dt="2022-02-11T12:35:18.448" v="501" actId="478"/>
          <ac:spMkLst>
            <pc:docMk/>
            <pc:sldMk cId="4231211157" sldId="336"/>
            <ac:spMk id="12" creationId="{DE949213-57A9-471A-92E9-4F392170874B}"/>
          </ac:spMkLst>
        </pc:spChg>
        <pc:spChg chg="del">
          <ac:chgData name="Zheng Fei" userId="d19317889db4c986" providerId="LiveId" clId="{3861D70B-005F-4AE3-9F94-86BFD29D89F4}" dt="2022-02-11T12:34:55.776" v="499" actId="478"/>
          <ac:spMkLst>
            <pc:docMk/>
            <pc:sldMk cId="4231211157" sldId="336"/>
            <ac:spMk id="13" creationId="{02563509-D651-4247-BD85-CB5088F596B3}"/>
          </ac:spMkLst>
        </pc:spChg>
        <pc:spChg chg="del">
          <ac:chgData name="Zheng Fei" userId="d19317889db4c986" providerId="LiveId" clId="{3861D70B-005F-4AE3-9F94-86BFD29D89F4}" dt="2022-02-11T12:34:53.106" v="498" actId="478"/>
          <ac:spMkLst>
            <pc:docMk/>
            <pc:sldMk cId="4231211157" sldId="336"/>
            <ac:spMk id="14" creationId="{7F9A0FA8-E4A4-41DF-97BA-8161C8254BA9}"/>
          </ac:spMkLst>
        </pc:spChg>
        <pc:spChg chg="add mod">
          <ac:chgData name="Zheng Fei" userId="d19317889db4c986" providerId="LiveId" clId="{3861D70B-005F-4AE3-9F94-86BFD29D89F4}" dt="2022-02-11T12:36:38.740" v="571" actId="1076"/>
          <ac:spMkLst>
            <pc:docMk/>
            <pc:sldMk cId="4231211157" sldId="336"/>
            <ac:spMk id="15" creationId="{FFC6ABE9-9BFE-4ACD-A506-BA9B34043FE4}"/>
          </ac:spMkLst>
        </pc:spChg>
        <pc:spChg chg="add mod">
          <ac:chgData name="Zheng Fei" userId="d19317889db4c986" providerId="LiveId" clId="{3861D70B-005F-4AE3-9F94-86BFD29D89F4}" dt="2022-02-11T12:36:38.327" v="570" actId="1076"/>
          <ac:spMkLst>
            <pc:docMk/>
            <pc:sldMk cId="4231211157" sldId="336"/>
            <ac:spMk id="16" creationId="{87AD0794-3B8C-4675-BDC0-0314F110ABB7}"/>
          </ac:spMkLst>
        </pc:spChg>
        <pc:spChg chg="mod">
          <ac:chgData name="Zheng Fei" userId="d19317889db4c986" providerId="LiveId" clId="{3861D70B-005F-4AE3-9F94-86BFD29D89F4}" dt="2022-02-11T12:36:38.740" v="571" actId="1076"/>
          <ac:spMkLst>
            <pc:docMk/>
            <pc:sldMk cId="4231211157" sldId="336"/>
            <ac:spMk id="18" creationId="{9B0E2B81-83C2-43D3-A255-E558B7673E3B}"/>
          </ac:spMkLst>
        </pc:spChg>
        <pc:spChg chg="mod">
          <ac:chgData name="Zheng Fei" userId="d19317889db4c986" providerId="LiveId" clId="{3861D70B-005F-4AE3-9F94-86BFD29D89F4}" dt="2022-02-11T12:36:38.327" v="570" actId="1076"/>
          <ac:spMkLst>
            <pc:docMk/>
            <pc:sldMk cId="4231211157" sldId="336"/>
            <ac:spMk id="21" creationId="{37840F0A-D7E8-439E-B0D0-2E844C8A852A}"/>
          </ac:spMkLst>
        </pc:spChg>
        <pc:grpChg chg="add mod">
          <ac:chgData name="Zheng Fei" userId="d19317889db4c986" providerId="LiveId" clId="{3861D70B-005F-4AE3-9F94-86BFD29D89F4}" dt="2022-02-11T12:36:38.740" v="571" actId="1076"/>
          <ac:grpSpMkLst>
            <pc:docMk/>
            <pc:sldMk cId="4231211157" sldId="336"/>
            <ac:grpSpMk id="17" creationId="{836464A8-F224-4AD4-AC4A-27898748B960}"/>
          </ac:grpSpMkLst>
        </pc:grpChg>
        <pc:grpChg chg="add mod">
          <ac:chgData name="Zheng Fei" userId="d19317889db4c986" providerId="LiveId" clId="{3861D70B-005F-4AE3-9F94-86BFD29D89F4}" dt="2022-02-11T12:36:38.327" v="570" actId="1076"/>
          <ac:grpSpMkLst>
            <pc:docMk/>
            <pc:sldMk cId="4231211157" sldId="336"/>
            <ac:grpSpMk id="20" creationId="{7481D171-1EF2-45DE-B01F-F5FFCC7D772F}"/>
          </ac:grpSpMkLst>
        </pc:grpChg>
        <pc:graphicFrameChg chg="mod">
          <ac:chgData name="Zheng Fei" userId="d19317889db4c986" providerId="LiveId" clId="{3861D70B-005F-4AE3-9F94-86BFD29D89F4}" dt="2022-02-11T12:36:38.740" v="571" actId="1076"/>
          <ac:graphicFrameMkLst>
            <pc:docMk/>
            <pc:sldMk cId="4231211157" sldId="336"/>
            <ac:graphicFrameMk id="19" creationId="{D98BAA53-D31C-4CE1-A450-5A54BEFE3DD0}"/>
          </ac:graphicFrameMkLst>
        </pc:graphicFrameChg>
        <pc:graphicFrameChg chg="mod">
          <ac:chgData name="Zheng Fei" userId="d19317889db4c986" providerId="LiveId" clId="{3861D70B-005F-4AE3-9F94-86BFD29D89F4}" dt="2022-02-11T12:36:38.327" v="570" actId="1076"/>
          <ac:graphicFrameMkLst>
            <pc:docMk/>
            <pc:sldMk cId="4231211157" sldId="336"/>
            <ac:graphicFrameMk id="22" creationId="{5BC14C84-F269-48AB-A1D8-C433CB412C2F}"/>
          </ac:graphicFrameMkLst>
        </pc:graphicFrameChg>
      </pc:sldChg>
      <pc:sldChg chg="addSp delSp modSp add mod modAnim">
        <pc:chgData name="Zheng Fei" userId="d19317889db4c986" providerId="LiveId" clId="{3861D70B-005F-4AE3-9F94-86BFD29D89F4}" dt="2022-02-17T18:35:11.988" v="1098"/>
        <pc:sldMkLst>
          <pc:docMk/>
          <pc:sldMk cId="1151378953" sldId="337"/>
        </pc:sldMkLst>
        <pc:spChg chg="mod">
          <ac:chgData name="Zheng Fei" userId="d19317889db4c986" providerId="LiveId" clId="{3861D70B-005F-4AE3-9F94-86BFD29D89F4}" dt="2022-02-11T12:39:08.678" v="601"/>
          <ac:spMkLst>
            <pc:docMk/>
            <pc:sldMk cId="1151378953" sldId="337"/>
            <ac:spMk id="5" creationId="{FB207D22-4ED1-D447-BEB1-4714B4D3A268}"/>
          </ac:spMkLst>
        </pc:spChg>
        <pc:spChg chg="mod">
          <ac:chgData name="Zheng Fei" userId="d19317889db4c986" providerId="LiveId" clId="{3861D70B-005F-4AE3-9F94-86BFD29D89F4}" dt="2022-02-17T18:35:11.988" v="1098"/>
          <ac:spMkLst>
            <pc:docMk/>
            <pc:sldMk cId="1151378953" sldId="337"/>
            <ac:spMk id="14" creationId="{EA8DF847-F28D-40A9-9417-5596EB5131A1}"/>
          </ac:spMkLst>
        </pc:spChg>
        <pc:spChg chg="add mod">
          <ac:chgData name="Zheng Fei" userId="d19317889db4c986" providerId="LiveId" clId="{3861D70B-005F-4AE3-9F94-86BFD29D89F4}" dt="2022-02-17T18:34:05.850" v="1058" actId="403"/>
          <ac:spMkLst>
            <pc:docMk/>
            <pc:sldMk cId="1151378953" sldId="337"/>
            <ac:spMk id="15" creationId="{9FB5E257-CCC9-4783-A3C8-644175896054}"/>
          </ac:spMkLst>
        </pc:spChg>
        <pc:spChg chg="del">
          <ac:chgData name="Zheng Fei" userId="d19317889db4c986" providerId="LiveId" clId="{3861D70B-005F-4AE3-9F94-86BFD29D89F4}" dt="2022-02-11T12:39:24.458" v="602" actId="478"/>
          <ac:spMkLst>
            <pc:docMk/>
            <pc:sldMk cId="1151378953" sldId="337"/>
            <ac:spMk id="15" creationId="{FFC6ABE9-9BFE-4ACD-A506-BA9B34043FE4}"/>
          </ac:spMkLst>
        </pc:spChg>
        <pc:spChg chg="del">
          <ac:chgData name="Zheng Fei" userId="d19317889db4c986" providerId="LiveId" clId="{3861D70B-005F-4AE3-9F94-86BFD29D89F4}" dt="2022-02-11T12:39:24.458" v="602" actId="478"/>
          <ac:spMkLst>
            <pc:docMk/>
            <pc:sldMk cId="1151378953" sldId="337"/>
            <ac:spMk id="16" creationId="{87AD0794-3B8C-4675-BDC0-0314F110ABB7}"/>
          </ac:spMkLst>
        </pc:spChg>
        <pc:spChg chg="add mod">
          <ac:chgData name="Zheng Fei" userId="d19317889db4c986" providerId="LiveId" clId="{3861D70B-005F-4AE3-9F94-86BFD29D89F4}" dt="2022-02-17T18:34:28.757" v="1079"/>
          <ac:spMkLst>
            <pc:docMk/>
            <pc:sldMk cId="1151378953" sldId="337"/>
            <ac:spMk id="23" creationId="{1B88DC17-C799-4CF4-8163-4E23EA6828C6}"/>
          </ac:spMkLst>
        </pc:spChg>
        <pc:spChg chg="add mod">
          <ac:chgData name="Zheng Fei" userId="d19317889db4c986" providerId="LiveId" clId="{3861D70B-005F-4AE3-9F94-86BFD29D89F4}" dt="2022-02-11T12:39:35.058" v="603"/>
          <ac:spMkLst>
            <pc:docMk/>
            <pc:sldMk cId="1151378953" sldId="337"/>
            <ac:spMk id="24" creationId="{F57D6410-3E81-415D-A58A-4ADE1E4DBE1F}"/>
          </ac:spMkLst>
        </pc:spChg>
        <pc:grpChg chg="del">
          <ac:chgData name="Zheng Fei" userId="d19317889db4c986" providerId="LiveId" clId="{3861D70B-005F-4AE3-9F94-86BFD29D89F4}" dt="2022-02-11T12:39:24.458" v="602" actId="478"/>
          <ac:grpSpMkLst>
            <pc:docMk/>
            <pc:sldMk cId="1151378953" sldId="337"/>
            <ac:grpSpMk id="17" creationId="{836464A8-F224-4AD4-AC4A-27898748B960}"/>
          </ac:grpSpMkLst>
        </pc:grpChg>
        <pc:grpChg chg="del">
          <ac:chgData name="Zheng Fei" userId="d19317889db4c986" providerId="LiveId" clId="{3861D70B-005F-4AE3-9F94-86BFD29D89F4}" dt="2022-02-11T12:39:24.458" v="602" actId="478"/>
          <ac:grpSpMkLst>
            <pc:docMk/>
            <pc:sldMk cId="1151378953" sldId="337"/>
            <ac:grpSpMk id="20" creationId="{7481D171-1EF2-45DE-B01F-F5FFCC7D772F}"/>
          </ac:grpSpMkLst>
        </pc:grpChg>
      </pc:sldChg>
      <pc:sldChg chg="add">
        <pc:chgData name="Zheng Fei" userId="d19317889db4c986" providerId="LiveId" clId="{3861D70B-005F-4AE3-9F94-86BFD29D89F4}" dt="2022-02-11T12:52:35.623" v="604"/>
        <pc:sldMkLst>
          <pc:docMk/>
          <pc:sldMk cId="2749613802" sldId="338"/>
        </pc:sldMkLst>
      </pc:sldChg>
      <pc:sldChg chg="modSp mod">
        <pc:chgData name="Zheng Fei" userId="d19317889db4c986" providerId="LiveId" clId="{3861D70B-005F-4AE3-9F94-86BFD29D89F4}" dt="2022-02-17T17:53:14.928" v="639" actId="14734"/>
        <pc:sldMkLst>
          <pc:docMk/>
          <pc:sldMk cId="1494529122" sldId="340"/>
        </pc:sldMkLst>
        <pc:graphicFrameChg chg="mod modGraphic">
          <ac:chgData name="Zheng Fei" userId="d19317889db4c986" providerId="LiveId" clId="{3861D70B-005F-4AE3-9F94-86BFD29D89F4}" dt="2022-02-17T17:53:11.717" v="638" actId="14734"/>
          <ac:graphicFrameMkLst>
            <pc:docMk/>
            <pc:sldMk cId="1494529122" sldId="340"/>
            <ac:graphicFrameMk id="5" creationId="{3E946B92-E7B9-4296-BC5A-10396E2B07C1}"/>
          </ac:graphicFrameMkLst>
        </pc:graphicFrameChg>
        <pc:graphicFrameChg chg="mod modGraphic">
          <ac:chgData name="Zheng Fei" userId="d19317889db4c986" providerId="LiveId" clId="{3861D70B-005F-4AE3-9F94-86BFD29D89F4}" dt="2022-02-17T17:53:14.928" v="639" actId="14734"/>
          <ac:graphicFrameMkLst>
            <pc:docMk/>
            <pc:sldMk cId="1494529122" sldId="340"/>
            <ac:graphicFrameMk id="7" creationId="{76D75AE2-CC26-4ED2-A60F-1100762AEC24}"/>
          </ac:graphicFrameMkLst>
        </pc:graphicFrameChg>
      </pc:sldChg>
      <pc:sldChg chg="del">
        <pc:chgData name="Zheng Fei" userId="d19317889db4c986" providerId="LiveId" clId="{3861D70B-005F-4AE3-9F94-86BFD29D89F4}" dt="2022-02-17T18:04:47.500" v="686" actId="2696"/>
        <pc:sldMkLst>
          <pc:docMk/>
          <pc:sldMk cId="1566070332" sldId="341"/>
        </pc:sldMkLst>
      </pc:sldChg>
      <pc:sldChg chg="modSp add mod">
        <pc:chgData name="Zheng Fei" userId="d19317889db4c986" providerId="LiveId" clId="{3861D70B-005F-4AE3-9F94-86BFD29D89F4}" dt="2022-02-17T18:11:09.956" v="718"/>
        <pc:sldMkLst>
          <pc:docMk/>
          <pc:sldMk cId="2114298555" sldId="341"/>
        </pc:sldMkLst>
        <pc:spChg chg="mod">
          <ac:chgData name="Zheng Fei" userId="d19317889db4c986" providerId="LiveId" clId="{3861D70B-005F-4AE3-9F94-86BFD29D89F4}" dt="2022-02-17T18:11:09.956" v="718"/>
          <ac:spMkLst>
            <pc:docMk/>
            <pc:sldMk cId="2114298555" sldId="341"/>
            <ac:spMk id="10" creationId="{70D050DC-AA1B-4AFD-97A9-933BCB8B64D0}"/>
          </ac:spMkLst>
        </pc:spChg>
        <pc:spChg chg="mod">
          <ac:chgData name="Zheng Fei" userId="d19317889db4c986" providerId="LiveId" clId="{3861D70B-005F-4AE3-9F94-86BFD29D89F4}" dt="2022-02-17T18:09:20.261" v="699" actId="20577"/>
          <ac:spMkLst>
            <pc:docMk/>
            <pc:sldMk cId="2114298555" sldId="341"/>
            <ac:spMk id="16" creationId="{BD64B7BC-7B0B-4F4A-8C4B-DA2BE2367718}"/>
          </ac:spMkLst>
        </pc:spChg>
        <pc:spChg chg="mod">
          <ac:chgData name="Zheng Fei" userId="d19317889db4c986" providerId="LiveId" clId="{3861D70B-005F-4AE3-9F94-86BFD29D89F4}" dt="2022-02-17T18:09:42.715" v="701" actId="20577"/>
          <ac:spMkLst>
            <pc:docMk/>
            <pc:sldMk cId="2114298555" sldId="341"/>
            <ac:spMk id="17" creationId="{2D9D4399-425F-4A7A-947C-7FBCAF173685}"/>
          </ac:spMkLst>
        </pc:spChg>
        <pc:spChg chg="mod">
          <ac:chgData name="Zheng Fei" userId="d19317889db4c986" providerId="LiveId" clId="{3861D70B-005F-4AE3-9F94-86BFD29D89F4}" dt="2022-02-17T18:10:18.800" v="705" actId="20577"/>
          <ac:spMkLst>
            <pc:docMk/>
            <pc:sldMk cId="2114298555" sldId="341"/>
            <ac:spMk id="18" creationId="{E25B423D-168F-487F-8F77-4CE3D5675AEA}"/>
          </ac:spMkLst>
        </pc:spChg>
        <pc:spChg chg="mod">
          <ac:chgData name="Zheng Fei" userId="d19317889db4c986" providerId="LiveId" clId="{3861D70B-005F-4AE3-9F94-86BFD29D89F4}" dt="2022-02-17T18:10:21.976" v="707" actId="20577"/>
          <ac:spMkLst>
            <pc:docMk/>
            <pc:sldMk cId="2114298555" sldId="341"/>
            <ac:spMk id="19" creationId="{5AD71633-FDC2-4556-882D-1654D6463D40}"/>
          </ac:spMkLst>
        </pc:spChg>
        <pc:spChg chg="mod">
          <ac:chgData name="Zheng Fei" userId="d19317889db4c986" providerId="LiveId" clId="{3861D70B-005F-4AE3-9F94-86BFD29D89F4}" dt="2022-02-17T18:10:36.106" v="709" actId="20577"/>
          <ac:spMkLst>
            <pc:docMk/>
            <pc:sldMk cId="2114298555" sldId="341"/>
            <ac:spMk id="20" creationId="{646B3A50-226D-438A-8D07-1E9F0B268015}"/>
          </ac:spMkLst>
        </pc:spChg>
      </pc:sldChg>
      <pc:sldChg chg="modSp mod">
        <pc:chgData name="Zheng Fei" userId="d19317889db4c986" providerId="LiveId" clId="{3861D70B-005F-4AE3-9F94-86BFD29D89F4}" dt="2022-02-17T17:56:11.198" v="681" actId="20577"/>
        <pc:sldMkLst>
          <pc:docMk/>
          <pc:sldMk cId="382227545" sldId="342"/>
        </pc:sldMkLst>
        <pc:spChg chg="mod">
          <ac:chgData name="Zheng Fei" userId="d19317889db4c986" providerId="LiveId" clId="{3861D70B-005F-4AE3-9F94-86BFD29D89F4}" dt="2022-02-17T17:56:11.198" v="681" actId="20577"/>
          <ac:spMkLst>
            <pc:docMk/>
            <pc:sldMk cId="382227545" sldId="342"/>
            <ac:spMk id="3" creationId="{03F9E30B-88EC-490E-9F85-52DAC84B15DF}"/>
          </ac:spMkLst>
        </pc:spChg>
      </pc:sldChg>
      <pc:sldChg chg="modSp mod">
        <pc:chgData name="Zheng Fei" userId="d19317889db4c986" providerId="LiveId" clId="{3861D70B-005F-4AE3-9F94-86BFD29D89F4}" dt="2022-02-17T18:55:36.088" v="1293" actId="1035"/>
        <pc:sldMkLst>
          <pc:docMk/>
          <pc:sldMk cId="3617927023" sldId="343"/>
        </pc:sldMkLst>
        <pc:spChg chg="mod">
          <ac:chgData name="Zheng Fei" userId="d19317889db4c986" providerId="LiveId" clId="{3861D70B-005F-4AE3-9F94-86BFD29D89F4}" dt="2022-02-17T18:55:36.088" v="1293" actId="1035"/>
          <ac:spMkLst>
            <pc:docMk/>
            <pc:sldMk cId="3617927023" sldId="343"/>
            <ac:spMk id="2" creationId="{59CD368B-C60F-43CD-BA5F-8B2CCD59DD97}"/>
          </ac:spMkLst>
        </pc:spChg>
      </pc:sldChg>
      <pc:sldChg chg="modSp modAnim">
        <pc:chgData name="Zheng Fei" userId="d19317889db4c986" providerId="LiveId" clId="{3861D70B-005F-4AE3-9F94-86BFD29D89F4}" dt="2022-02-17T18:29:38.932" v="1005"/>
        <pc:sldMkLst>
          <pc:docMk/>
          <pc:sldMk cId="1214083559" sldId="346"/>
        </pc:sldMkLst>
        <pc:spChg chg="mod">
          <ac:chgData name="Zheng Fei" userId="d19317889db4c986" providerId="LiveId" clId="{3861D70B-005F-4AE3-9F94-86BFD29D89F4}" dt="2022-02-17T18:29:38.932" v="1005"/>
          <ac:spMkLst>
            <pc:docMk/>
            <pc:sldMk cId="1214083559" sldId="346"/>
            <ac:spMk id="9" creationId="{74C94C83-CB5C-4087-BBD1-9EDE4C99059F}"/>
          </ac:spMkLst>
        </pc:spChg>
      </pc:sldChg>
      <pc:sldChg chg="modAnim">
        <pc:chgData name="Zheng Fei" userId="d19317889db4c986" providerId="LiveId" clId="{3861D70B-005F-4AE3-9F94-86BFD29D89F4}" dt="2022-02-17T19:23:41.568" v="1604"/>
        <pc:sldMkLst>
          <pc:docMk/>
          <pc:sldMk cId="1161903184" sldId="348"/>
        </pc:sldMkLst>
      </pc:sldChg>
      <pc:sldChg chg="ord">
        <pc:chgData name="Zheng Fei" userId="d19317889db4c986" providerId="LiveId" clId="{3861D70B-005F-4AE3-9F94-86BFD29D89F4}" dt="2022-02-23T15:08:35.633" v="1857"/>
        <pc:sldMkLst>
          <pc:docMk/>
          <pc:sldMk cId="3952504978" sldId="349"/>
        </pc:sldMkLst>
      </pc:sldChg>
      <pc:sldChg chg="modSp mod">
        <pc:chgData name="Zheng Fei" userId="d19317889db4c986" providerId="LiveId" clId="{3861D70B-005F-4AE3-9F94-86BFD29D89F4}" dt="2022-02-22T01:02:18.274" v="1627" actId="1076"/>
        <pc:sldMkLst>
          <pc:docMk/>
          <pc:sldMk cId="2252357123" sldId="380"/>
        </pc:sldMkLst>
        <pc:picChg chg="mod">
          <ac:chgData name="Zheng Fei" userId="d19317889db4c986" providerId="LiveId" clId="{3861D70B-005F-4AE3-9F94-86BFD29D89F4}" dt="2022-02-22T01:02:18.274" v="1627" actId="1076"/>
          <ac:picMkLst>
            <pc:docMk/>
            <pc:sldMk cId="2252357123" sldId="380"/>
            <ac:picMk id="3" creationId="{C81E3126-A53D-4D19-9201-EE333BD01150}"/>
          </ac:picMkLst>
        </pc:picChg>
      </pc:sldChg>
      <pc:sldChg chg="modSp mod">
        <pc:chgData name="Zheng Fei" userId="d19317889db4c986" providerId="LiveId" clId="{3861D70B-005F-4AE3-9F94-86BFD29D89F4}" dt="2022-02-22T10:17:18.380" v="1648" actId="1036"/>
        <pc:sldMkLst>
          <pc:docMk/>
          <pc:sldMk cId="2745007930" sldId="383"/>
        </pc:sldMkLst>
        <pc:picChg chg="mod">
          <ac:chgData name="Zheng Fei" userId="d19317889db4c986" providerId="LiveId" clId="{3861D70B-005F-4AE3-9F94-86BFD29D89F4}" dt="2022-02-22T10:17:18.380" v="1648" actId="1036"/>
          <ac:picMkLst>
            <pc:docMk/>
            <pc:sldMk cId="2745007930" sldId="383"/>
            <ac:picMk id="3" creationId="{0DE83779-255D-4670-8A22-B301AC43D8BC}"/>
          </ac:picMkLst>
        </pc:picChg>
      </pc:sldChg>
      <pc:sldChg chg="addSp modSp new del mod setBg">
        <pc:chgData name="Zheng Fei" userId="d19317889db4c986" providerId="LiveId" clId="{3861D70B-005F-4AE3-9F94-86BFD29D89F4}" dt="2022-02-17T18:45:30.988" v="1149" actId="47"/>
        <pc:sldMkLst>
          <pc:docMk/>
          <pc:sldMk cId="2518600147" sldId="384"/>
        </pc:sldMkLst>
        <pc:spChg chg="add">
          <ac:chgData name="Zheng Fei" userId="d19317889db4c986" providerId="LiveId" clId="{3861D70B-005F-4AE3-9F94-86BFD29D89F4}" dt="2022-02-17T18:45:00.033" v="1148" actId="26606"/>
          <ac:spMkLst>
            <pc:docMk/>
            <pc:sldMk cId="2518600147" sldId="384"/>
            <ac:spMk id="8" creationId="{F3060C83-F051-4F0E-ABAD-AA0DFC48B218}"/>
          </ac:spMkLst>
        </pc:spChg>
        <pc:spChg chg="add">
          <ac:chgData name="Zheng Fei" userId="d19317889db4c986" providerId="LiveId" clId="{3861D70B-005F-4AE3-9F94-86BFD29D89F4}" dt="2022-02-17T18:45:00.033" v="1148" actId="26606"/>
          <ac:spMkLst>
            <pc:docMk/>
            <pc:sldMk cId="2518600147" sldId="384"/>
            <ac:spMk id="10" creationId="{83C98ABE-055B-441F-B07E-44F97F083C39}"/>
          </ac:spMkLst>
        </pc:spChg>
        <pc:spChg chg="add">
          <ac:chgData name="Zheng Fei" userId="d19317889db4c986" providerId="LiveId" clId="{3861D70B-005F-4AE3-9F94-86BFD29D89F4}" dt="2022-02-17T18:45:00.033" v="1148" actId="26606"/>
          <ac:spMkLst>
            <pc:docMk/>
            <pc:sldMk cId="2518600147" sldId="384"/>
            <ac:spMk id="12" creationId="{29FDB030-9B49-4CED-8CCD-4D99382388AC}"/>
          </ac:spMkLst>
        </pc:spChg>
        <pc:spChg chg="add">
          <ac:chgData name="Zheng Fei" userId="d19317889db4c986" providerId="LiveId" clId="{3861D70B-005F-4AE3-9F94-86BFD29D89F4}" dt="2022-02-17T18:45:00.033" v="1148" actId="26606"/>
          <ac:spMkLst>
            <pc:docMk/>
            <pc:sldMk cId="2518600147" sldId="384"/>
            <ac:spMk id="14" creationId="{3783CA14-24A1-485C-8B30-D6A5D87987AD}"/>
          </ac:spMkLst>
        </pc:spChg>
        <pc:spChg chg="add">
          <ac:chgData name="Zheng Fei" userId="d19317889db4c986" providerId="LiveId" clId="{3861D70B-005F-4AE3-9F94-86BFD29D89F4}" dt="2022-02-17T18:45:00.033" v="1148" actId="26606"/>
          <ac:spMkLst>
            <pc:docMk/>
            <pc:sldMk cId="2518600147" sldId="384"/>
            <ac:spMk id="16" creationId="{9A97C86A-04D6-40F7-AE84-31AB43E6A846}"/>
          </ac:spMkLst>
        </pc:spChg>
        <pc:spChg chg="add">
          <ac:chgData name="Zheng Fei" userId="d19317889db4c986" providerId="LiveId" clId="{3861D70B-005F-4AE3-9F94-86BFD29D89F4}" dt="2022-02-17T18:45:00.033" v="1148" actId="26606"/>
          <ac:spMkLst>
            <pc:docMk/>
            <pc:sldMk cId="2518600147" sldId="384"/>
            <ac:spMk id="18" creationId="{FF9F2414-84E8-453E-B1F3-389FDE8192D9}"/>
          </ac:spMkLst>
        </pc:spChg>
        <pc:spChg chg="add">
          <ac:chgData name="Zheng Fei" userId="d19317889db4c986" providerId="LiveId" clId="{3861D70B-005F-4AE3-9F94-86BFD29D89F4}" dt="2022-02-17T18:45:00.033" v="1148" actId="26606"/>
          <ac:spMkLst>
            <pc:docMk/>
            <pc:sldMk cId="2518600147" sldId="384"/>
            <ac:spMk id="20" creationId="{3ECA69A1-7536-43AC-85EF-C7106179F5ED}"/>
          </ac:spMkLst>
        </pc:spChg>
        <pc:picChg chg="add mod">
          <ac:chgData name="Zheng Fei" userId="d19317889db4c986" providerId="LiveId" clId="{3861D70B-005F-4AE3-9F94-86BFD29D89F4}" dt="2022-02-17T18:45:00.033" v="1148" actId="26606"/>
          <ac:picMkLst>
            <pc:docMk/>
            <pc:sldMk cId="2518600147" sldId="384"/>
            <ac:picMk id="3" creationId="{C47846AE-6F74-4F5B-8EB0-868CFCFBAF9B}"/>
          </ac:picMkLst>
        </pc:picChg>
      </pc:sldChg>
      <pc:sldChg chg="addSp delSp modSp new del mod setBg setFolMasterObjs">
        <pc:chgData name="Zheng Fei" userId="d19317889db4c986" providerId="LiveId" clId="{3861D70B-005F-4AE3-9F94-86BFD29D89F4}" dt="2022-02-17T18:54:51.677" v="1261" actId="2696"/>
        <pc:sldMkLst>
          <pc:docMk/>
          <pc:sldMk cId="3040588971" sldId="384"/>
        </pc:sldMkLst>
        <pc:spChg chg="add del">
          <ac:chgData name="Zheng Fei" userId="d19317889db4c986" providerId="LiveId" clId="{3861D70B-005F-4AE3-9F94-86BFD29D89F4}" dt="2022-02-17T18:48:50.042" v="1157" actId="22"/>
          <ac:spMkLst>
            <pc:docMk/>
            <pc:sldMk cId="3040588971" sldId="384"/>
            <ac:spMk id="3" creationId="{2AEEF435-D38F-44CA-80E3-6A261FAB46ED}"/>
          </ac:spMkLst>
        </pc:spChg>
        <pc:spChg chg="add mod">
          <ac:chgData name="Zheng Fei" userId="d19317889db4c986" providerId="LiveId" clId="{3861D70B-005F-4AE3-9F94-86BFD29D89F4}" dt="2022-02-17T18:54:02.406" v="1240" actId="207"/>
          <ac:spMkLst>
            <pc:docMk/>
            <pc:sldMk cId="3040588971" sldId="384"/>
            <ac:spMk id="5" creationId="{648EE9A4-3DAB-4732-8825-F4CF86EAF2F3}"/>
          </ac:spMkLst>
        </pc:spChg>
        <pc:spChg chg="add del">
          <ac:chgData name="Zheng Fei" userId="d19317889db4c986" providerId="LiveId" clId="{3861D70B-005F-4AE3-9F94-86BFD29D89F4}" dt="2022-02-17T18:49:51.994" v="1162" actId="478"/>
          <ac:spMkLst>
            <pc:docMk/>
            <pc:sldMk cId="3040588971" sldId="384"/>
            <ac:spMk id="7" creationId="{79FAC01A-10E9-4975-93B1-00F60C53BFB2}"/>
          </ac:spMkLst>
        </pc:spChg>
        <pc:spChg chg="add mod">
          <ac:chgData name="Zheng Fei" userId="d19317889db4c986" providerId="LiveId" clId="{3861D70B-005F-4AE3-9F94-86BFD29D89F4}" dt="2022-02-17T18:54:25.578" v="1260" actId="1035"/>
          <ac:spMkLst>
            <pc:docMk/>
            <pc:sldMk cId="3040588971" sldId="384"/>
            <ac:spMk id="9" creationId="{DE7C863C-1424-4BCE-8982-C62A14CAA323}"/>
          </ac:spMkLst>
        </pc:spChg>
        <pc:spChg chg="add">
          <ac:chgData name="Zheng Fei" userId="d19317889db4c986" providerId="LiveId" clId="{3861D70B-005F-4AE3-9F94-86BFD29D89F4}" dt="2022-02-17T18:51:19.865" v="1174" actId="26606"/>
          <ac:spMkLst>
            <pc:docMk/>
            <pc:sldMk cId="3040588971" sldId="384"/>
            <ac:spMk id="14" creationId="{F3060C83-F051-4F0E-ABAD-AA0DFC48B218}"/>
          </ac:spMkLst>
        </pc:spChg>
        <pc:spChg chg="add">
          <ac:chgData name="Zheng Fei" userId="d19317889db4c986" providerId="LiveId" clId="{3861D70B-005F-4AE3-9F94-86BFD29D89F4}" dt="2022-02-17T18:51:19.865" v="1174" actId="26606"/>
          <ac:spMkLst>
            <pc:docMk/>
            <pc:sldMk cId="3040588971" sldId="384"/>
            <ac:spMk id="16" creationId="{83C98ABE-055B-441F-B07E-44F97F083C39}"/>
          </ac:spMkLst>
        </pc:spChg>
        <pc:spChg chg="add">
          <ac:chgData name="Zheng Fei" userId="d19317889db4c986" providerId="LiveId" clId="{3861D70B-005F-4AE3-9F94-86BFD29D89F4}" dt="2022-02-17T18:51:19.865" v="1174" actId="26606"/>
          <ac:spMkLst>
            <pc:docMk/>
            <pc:sldMk cId="3040588971" sldId="384"/>
            <ac:spMk id="18" creationId="{29FDB030-9B49-4CED-8CCD-4D99382388AC}"/>
          </ac:spMkLst>
        </pc:spChg>
        <pc:spChg chg="add">
          <ac:chgData name="Zheng Fei" userId="d19317889db4c986" providerId="LiveId" clId="{3861D70B-005F-4AE3-9F94-86BFD29D89F4}" dt="2022-02-17T18:51:19.865" v="1174" actId="26606"/>
          <ac:spMkLst>
            <pc:docMk/>
            <pc:sldMk cId="3040588971" sldId="384"/>
            <ac:spMk id="20" creationId="{3783CA14-24A1-485C-8B30-D6A5D87987AD}"/>
          </ac:spMkLst>
        </pc:spChg>
        <pc:spChg chg="add">
          <ac:chgData name="Zheng Fei" userId="d19317889db4c986" providerId="LiveId" clId="{3861D70B-005F-4AE3-9F94-86BFD29D89F4}" dt="2022-02-17T18:51:19.865" v="1174" actId="26606"/>
          <ac:spMkLst>
            <pc:docMk/>
            <pc:sldMk cId="3040588971" sldId="384"/>
            <ac:spMk id="22" creationId="{9A97C86A-04D6-40F7-AE84-31AB43E6A846}"/>
          </ac:spMkLst>
        </pc:spChg>
        <pc:spChg chg="add">
          <ac:chgData name="Zheng Fei" userId="d19317889db4c986" providerId="LiveId" clId="{3861D70B-005F-4AE3-9F94-86BFD29D89F4}" dt="2022-02-17T18:51:19.865" v="1174" actId="26606"/>
          <ac:spMkLst>
            <pc:docMk/>
            <pc:sldMk cId="3040588971" sldId="384"/>
            <ac:spMk id="24" creationId="{FF9F2414-84E8-453E-B1F3-389FDE8192D9}"/>
          </ac:spMkLst>
        </pc:spChg>
        <pc:spChg chg="add">
          <ac:chgData name="Zheng Fei" userId="d19317889db4c986" providerId="LiveId" clId="{3861D70B-005F-4AE3-9F94-86BFD29D89F4}" dt="2022-02-17T18:51:19.865" v="1174" actId="26606"/>
          <ac:spMkLst>
            <pc:docMk/>
            <pc:sldMk cId="3040588971" sldId="384"/>
            <ac:spMk id="26" creationId="{3ECA69A1-7536-43AC-85EF-C7106179F5ED}"/>
          </ac:spMkLst>
        </pc:spChg>
      </pc:sldChg>
      <pc:sldChg chg="add">
        <pc:chgData name="Zheng Fei" userId="d19317889db4c986" providerId="LiveId" clId="{3861D70B-005F-4AE3-9F94-86BFD29D89F4}" dt="2022-02-17T18:55:12.281" v="1265"/>
        <pc:sldMkLst>
          <pc:docMk/>
          <pc:sldMk cId="3703298968" sldId="384"/>
        </pc:sldMkLst>
      </pc:sldChg>
      <pc:sldChg chg="addSp delSp add del setBg delDesignElem">
        <pc:chgData name="Zheng Fei" userId="d19317889db4c986" providerId="LiveId" clId="{3861D70B-005F-4AE3-9F94-86BFD29D89F4}" dt="2022-02-17T18:55:12.250" v="1264"/>
        <pc:sldMkLst>
          <pc:docMk/>
          <pc:sldMk cId="4031512997" sldId="384"/>
        </pc:sldMkLst>
        <pc:spChg chg="add del">
          <ac:chgData name="Zheng Fei" userId="d19317889db4c986" providerId="LiveId" clId="{3861D70B-005F-4AE3-9F94-86BFD29D89F4}" dt="2022-02-17T18:55:12.250" v="1264"/>
          <ac:spMkLst>
            <pc:docMk/>
            <pc:sldMk cId="4031512997" sldId="384"/>
            <ac:spMk id="14" creationId="{F3060C83-F051-4F0E-ABAD-AA0DFC48B218}"/>
          </ac:spMkLst>
        </pc:spChg>
        <pc:spChg chg="add del">
          <ac:chgData name="Zheng Fei" userId="d19317889db4c986" providerId="LiveId" clId="{3861D70B-005F-4AE3-9F94-86BFD29D89F4}" dt="2022-02-17T18:55:12.250" v="1264"/>
          <ac:spMkLst>
            <pc:docMk/>
            <pc:sldMk cId="4031512997" sldId="384"/>
            <ac:spMk id="16" creationId="{83C98ABE-055B-441F-B07E-44F97F083C39}"/>
          </ac:spMkLst>
        </pc:spChg>
        <pc:spChg chg="add del">
          <ac:chgData name="Zheng Fei" userId="d19317889db4c986" providerId="LiveId" clId="{3861D70B-005F-4AE3-9F94-86BFD29D89F4}" dt="2022-02-17T18:55:12.250" v="1264"/>
          <ac:spMkLst>
            <pc:docMk/>
            <pc:sldMk cId="4031512997" sldId="384"/>
            <ac:spMk id="18" creationId="{29FDB030-9B49-4CED-8CCD-4D99382388AC}"/>
          </ac:spMkLst>
        </pc:spChg>
        <pc:spChg chg="add del">
          <ac:chgData name="Zheng Fei" userId="d19317889db4c986" providerId="LiveId" clId="{3861D70B-005F-4AE3-9F94-86BFD29D89F4}" dt="2022-02-17T18:55:12.250" v="1264"/>
          <ac:spMkLst>
            <pc:docMk/>
            <pc:sldMk cId="4031512997" sldId="384"/>
            <ac:spMk id="20" creationId="{3783CA14-24A1-485C-8B30-D6A5D87987AD}"/>
          </ac:spMkLst>
        </pc:spChg>
        <pc:spChg chg="add del">
          <ac:chgData name="Zheng Fei" userId="d19317889db4c986" providerId="LiveId" clId="{3861D70B-005F-4AE3-9F94-86BFD29D89F4}" dt="2022-02-17T18:55:12.250" v="1264"/>
          <ac:spMkLst>
            <pc:docMk/>
            <pc:sldMk cId="4031512997" sldId="384"/>
            <ac:spMk id="22" creationId="{9A97C86A-04D6-40F7-AE84-31AB43E6A846}"/>
          </ac:spMkLst>
        </pc:spChg>
        <pc:spChg chg="add del">
          <ac:chgData name="Zheng Fei" userId="d19317889db4c986" providerId="LiveId" clId="{3861D70B-005F-4AE3-9F94-86BFD29D89F4}" dt="2022-02-17T18:55:12.250" v="1264"/>
          <ac:spMkLst>
            <pc:docMk/>
            <pc:sldMk cId="4031512997" sldId="384"/>
            <ac:spMk id="24" creationId="{FF9F2414-84E8-453E-B1F3-389FDE8192D9}"/>
          </ac:spMkLst>
        </pc:spChg>
        <pc:spChg chg="add del">
          <ac:chgData name="Zheng Fei" userId="d19317889db4c986" providerId="LiveId" clId="{3861D70B-005F-4AE3-9F94-86BFD29D89F4}" dt="2022-02-17T18:55:12.250" v="1264"/>
          <ac:spMkLst>
            <pc:docMk/>
            <pc:sldMk cId="4031512997" sldId="384"/>
            <ac:spMk id="26" creationId="{3ECA69A1-7536-43AC-85EF-C7106179F5ED}"/>
          </ac:spMkLst>
        </pc:spChg>
      </pc:sldChg>
      <pc:sldChg chg="addSp modSp new modAnim">
        <pc:chgData name="Zheng Fei" userId="d19317889db4c986" providerId="LiveId" clId="{3861D70B-005F-4AE3-9F94-86BFD29D89F4}" dt="2022-02-17T19:26:08.956" v="1626"/>
        <pc:sldMkLst>
          <pc:docMk/>
          <pc:sldMk cId="1171714698" sldId="385"/>
        </pc:sldMkLst>
        <pc:spChg chg="mod">
          <ac:chgData name="Zheng Fei" userId="d19317889db4c986" providerId="LiveId" clId="{3861D70B-005F-4AE3-9F94-86BFD29D89F4}" dt="2022-02-17T19:25:43.669" v="1622" actId="14100"/>
          <ac:spMkLst>
            <pc:docMk/>
            <pc:sldMk cId="1171714698" sldId="385"/>
            <ac:spMk id="3" creationId="{6598C09C-EF0E-4F69-86F4-CBA7868D2D79}"/>
          </ac:spMkLst>
        </pc:spChg>
        <pc:spChg chg="mod">
          <ac:chgData name="Zheng Fei" userId="d19317889db4c986" providerId="LiveId" clId="{3861D70B-005F-4AE3-9F94-86BFD29D89F4}" dt="2022-02-17T19:25:43.669" v="1622" actId="14100"/>
          <ac:spMkLst>
            <pc:docMk/>
            <pc:sldMk cId="1171714698" sldId="385"/>
            <ac:spMk id="4" creationId="{AAB7B2B6-5AF4-4A4F-A0EC-062CE299C687}"/>
          </ac:spMkLst>
        </pc:spChg>
        <pc:spChg chg="mod">
          <ac:chgData name="Zheng Fei" userId="d19317889db4c986" providerId="LiveId" clId="{3861D70B-005F-4AE3-9F94-86BFD29D89F4}" dt="2022-02-17T19:25:43.669" v="1622" actId="14100"/>
          <ac:spMkLst>
            <pc:docMk/>
            <pc:sldMk cId="1171714698" sldId="385"/>
            <ac:spMk id="5" creationId="{EAD4BFFF-66D7-4281-9EAA-18C6A664FE9B}"/>
          </ac:spMkLst>
        </pc:spChg>
        <pc:spChg chg="mod">
          <ac:chgData name="Zheng Fei" userId="d19317889db4c986" providerId="LiveId" clId="{3861D70B-005F-4AE3-9F94-86BFD29D89F4}" dt="2022-02-17T19:25:43.669" v="1622" actId="14100"/>
          <ac:spMkLst>
            <pc:docMk/>
            <pc:sldMk cId="1171714698" sldId="385"/>
            <ac:spMk id="6" creationId="{ECBA4453-83F1-4DA0-A7AC-EEA248FBF2CE}"/>
          </ac:spMkLst>
        </pc:spChg>
        <pc:spChg chg="mod">
          <ac:chgData name="Zheng Fei" userId="d19317889db4c986" providerId="LiveId" clId="{3861D70B-005F-4AE3-9F94-86BFD29D89F4}" dt="2022-02-17T19:25:43.669" v="1622" actId="14100"/>
          <ac:spMkLst>
            <pc:docMk/>
            <pc:sldMk cId="1171714698" sldId="385"/>
            <ac:spMk id="7" creationId="{C4730F09-1C38-45FD-AA3B-C909E1BB083F}"/>
          </ac:spMkLst>
        </pc:spChg>
        <pc:spChg chg="mod">
          <ac:chgData name="Zheng Fei" userId="d19317889db4c986" providerId="LiveId" clId="{3861D70B-005F-4AE3-9F94-86BFD29D89F4}" dt="2022-02-17T19:24:49.796" v="1611" actId="1076"/>
          <ac:spMkLst>
            <pc:docMk/>
            <pc:sldMk cId="1171714698" sldId="385"/>
            <ac:spMk id="10" creationId="{0004C7BB-E0B5-446A-ACFC-25B72DC7D7D0}"/>
          </ac:spMkLst>
        </pc:spChg>
        <pc:spChg chg="mod">
          <ac:chgData name="Zheng Fei" userId="d19317889db4c986" providerId="LiveId" clId="{3861D70B-005F-4AE3-9F94-86BFD29D89F4}" dt="2022-02-17T19:24:49.796" v="1611" actId="1076"/>
          <ac:spMkLst>
            <pc:docMk/>
            <pc:sldMk cId="1171714698" sldId="385"/>
            <ac:spMk id="11" creationId="{73F047F9-46EB-44B1-B12C-689D8E90E8B8}"/>
          </ac:spMkLst>
        </pc:spChg>
        <pc:spChg chg="mod">
          <ac:chgData name="Zheng Fei" userId="d19317889db4c986" providerId="LiveId" clId="{3861D70B-005F-4AE3-9F94-86BFD29D89F4}" dt="2022-02-17T19:24:49.796" v="1611" actId="1076"/>
          <ac:spMkLst>
            <pc:docMk/>
            <pc:sldMk cId="1171714698" sldId="385"/>
            <ac:spMk id="12" creationId="{47154BB2-569F-4670-945F-FEB4AA04A362}"/>
          </ac:spMkLst>
        </pc:spChg>
        <pc:spChg chg="mod">
          <ac:chgData name="Zheng Fei" userId="d19317889db4c986" providerId="LiveId" clId="{3861D70B-005F-4AE3-9F94-86BFD29D89F4}" dt="2022-02-17T19:25:50.695" v="1623" actId="14100"/>
          <ac:spMkLst>
            <pc:docMk/>
            <pc:sldMk cId="1171714698" sldId="385"/>
            <ac:spMk id="17" creationId="{D3D9D7D4-C13C-43D0-9F34-EE40C6B79C4B}"/>
          </ac:spMkLst>
        </pc:spChg>
        <pc:spChg chg="mod">
          <ac:chgData name="Zheng Fei" userId="d19317889db4c986" providerId="LiveId" clId="{3861D70B-005F-4AE3-9F94-86BFD29D89F4}" dt="2022-02-17T19:25:50.695" v="1623" actId="14100"/>
          <ac:spMkLst>
            <pc:docMk/>
            <pc:sldMk cId="1171714698" sldId="385"/>
            <ac:spMk id="18" creationId="{C97F7E54-98BC-4057-9AFA-299BF27E4718}"/>
          </ac:spMkLst>
        </pc:spChg>
        <pc:spChg chg="mod">
          <ac:chgData name="Zheng Fei" userId="d19317889db4c986" providerId="LiveId" clId="{3861D70B-005F-4AE3-9F94-86BFD29D89F4}" dt="2022-02-17T19:25:50.695" v="1623" actId="14100"/>
          <ac:spMkLst>
            <pc:docMk/>
            <pc:sldMk cId="1171714698" sldId="385"/>
            <ac:spMk id="19" creationId="{0E7CA3EB-DC6F-4513-9155-43236916919D}"/>
          </ac:spMkLst>
        </pc:spChg>
        <pc:spChg chg="mod">
          <ac:chgData name="Zheng Fei" userId="d19317889db4c986" providerId="LiveId" clId="{3861D70B-005F-4AE3-9F94-86BFD29D89F4}" dt="2022-02-17T19:25:50.695" v="1623" actId="14100"/>
          <ac:spMkLst>
            <pc:docMk/>
            <pc:sldMk cId="1171714698" sldId="385"/>
            <ac:spMk id="20" creationId="{34166D37-CA3C-4556-BEDC-4A0EEE38905D}"/>
          </ac:spMkLst>
        </pc:spChg>
        <pc:spChg chg="mod">
          <ac:chgData name="Zheng Fei" userId="d19317889db4c986" providerId="LiveId" clId="{3861D70B-005F-4AE3-9F94-86BFD29D89F4}" dt="2022-02-17T19:25:50.695" v="1623" actId="14100"/>
          <ac:spMkLst>
            <pc:docMk/>
            <pc:sldMk cId="1171714698" sldId="385"/>
            <ac:spMk id="21" creationId="{FC59714C-3574-4A37-A9B9-3A5866B69305}"/>
          </ac:spMkLst>
        </pc:spChg>
        <pc:spChg chg="mod">
          <ac:chgData name="Zheng Fei" userId="d19317889db4c986" providerId="LiveId" clId="{3861D70B-005F-4AE3-9F94-86BFD29D89F4}" dt="2022-02-17T19:25:50.695" v="1623" actId="14100"/>
          <ac:spMkLst>
            <pc:docMk/>
            <pc:sldMk cId="1171714698" sldId="385"/>
            <ac:spMk id="22" creationId="{272E6639-A60F-4CDE-A8A2-6868DE234CF7}"/>
          </ac:spMkLst>
        </pc:spChg>
        <pc:spChg chg="mod">
          <ac:chgData name="Zheng Fei" userId="d19317889db4c986" providerId="LiveId" clId="{3861D70B-005F-4AE3-9F94-86BFD29D89F4}" dt="2022-02-17T19:25:50.695" v="1623" actId="14100"/>
          <ac:spMkLst>
            <pc:docMk/>
            <pc:sldMk cId="1171714698" sldId="385"/>
            <ac:spMk id="23" creationId="{A5D5EC97-AA45-4ED7-A6A7-949F7AFF7F0B}"/>
          </ac:spMkLst>
        </pc:spChg>
        <pc:spChg chg="mod">
          <ac:chgData name="Zheng Fei" userId="d19317889db4c986" providerId="LiveId" clId="{3861D70B-005F-4AE3-9F94-86BFD29D89F4}" dt="2022-02-17T19:25:50.695" v="1623" actId="14100"/>
          <ac:spMkLst>
            <pc:docMk/>
            <pc:sldMk cId="1171714698" sldId="385"/>
            <ac:spMk id="24" creationId="{95423472-AA96-49D1-B5F9-62387727577C}"/>
          </ac:spMkLst>
        </pc:spChg>
        <pc:spChg chg="mod">
          <ac:chgData name="Zheng Fei" userId="d19317889db4c986" providerId="LiveId" clId="{3861D70B-005F-4AE3-9F94-86BFD29D89F4}" dt="2022-02-17T19:25:50.695" v="1623" actId="14100"/>
          <ac:spMkLst>
            <pc:docMk/>
            <pc:sldMk cId="1171714698" sldId="385"/>
            <ac:spMk id="25" creationId="{D1F2F023-1E7A-453B-BDB0-ED0D6A367CB7}"/>
          </ac:spMkLst>
        </pc:spChg>
        <pc:spChg chg="mod">
          <ac:chgData name="Zheng Fei" userId="d19317889db4c986" providerId="LiveId" clId="{3861D70B-005F-4AE3-9F94-86BFD29D89F4}" dt="2022-02-17T19:25:50.695" v="1623" actId="14100"/>
          <ac:spMkLst>
            <pc:docMk/>
            <pc:sldMk cId="1171714698" sldId="385"/>
            <ac:spMk id="26" creationId="{37BF7B11-F9CB-4270-8743-8719EFC7C34D}"/>
          </ac:spMkLst>
        </pc:spChg>
        <pc:spChg chg="mod">
          <ac:chgData name="Zheng Fei" userId="d19317889db4c986" providerId="LiveId" clId="{3861D70B-005F-4AE3-9F94-86BFD29D89F4}" dt="2022-02-17T19:25:50.695" v="1623" actId="14100"/>
          <ac:spMkLst>
            <pc:docMk/>
            <pc:sldMk cId="1171714698" sldId="385"/>
            <ac:spMk id="27" creationId="{25D3BFF8-0A6A-4339-B754-D11C448E333F}"/>
          </ac:spMkLst>
        </pc:spChg>
        <pc:spChg chg="mod">
          <ac:chgData name="Zheng Fei" userId="d19317889db4c986" providerId="LiveId" clId="{3861D70B-005F-4AE3-9F94-86BFD29D89F4}" dt="2022-02-17T19:25:50.695" v="1623" actId="14100"/>
          <ac:spMkLst>
            <pc:docMk/>
            <pc:sldMk cId="1171714698" sldId="385"/>
            <ac:spMk id="28" creationId="{905AC02B-D26E-4935-8029-2CD0ED65A54D}"/>
          </ac:spMkLst>
        </pc:spChg>
        <pc:spChg chg="mod">
          <ac:chgData name="Zheng Fei" userId="d19317889db4c986" providerId="LiveId" clId="{3861D70B-005F-4AE3-9F94-86BFD29D89F4}" dt="2022-02-17T19:25:50.695" v="1623" actId="14100"/>
          <ac:spMkLst>
            <pc:docMk/>
            <pc:sldMk cId="1171714698" sldId="385"/>
            <ac:spMk id="29" creationId="{0117611C-1DB3-4217-BD26-AFC06259AB25}"/>
          </ac:spMkLst>
        </pc:spChg>
        <pc:spChg chg="mod">
          <ac:chgData name="Zheng Fei" userId="d19317889db4c986" providerId="LiveId" clId="{3861D70B-005F-4AE3-9F94-86BFD29D89F4}" dt="2022-02-17T19:25:50.695" v="1623" actId="14100"/>
          <ac:spMkLst>
            <pc:docMk/>
            <pc:sldMk cId="1171714698" sldId="385"/>
            <ac:spMk id="30" creationId="{0C241C46-8B1F-4672-875A-FE1F651DA6F1}"/>
          </ac:spMkLst>
        </pc:spChg>
        <pc:spChg chg="mod">
          <ac:chgData name="Zheng Fei" userId="d19317889db4c986" providerId="LiveId" clId="{3861D70B-005F-4AE3-9F94-86BFD29D89F4}" dt="2022-02-17T19:25:15.824" v="1616" actId="14100"/>
          <ac:spMkLst>
            <pc:docMk/>
            <pc:sldMk cId="1171714698" sldId="385"/>
            <ac:spMk id="35" creationId="{49FD5B52-D10E-45FD-8A72-600B6736AE8F}"/>
          </ac:spMkLst>
        </pc:spChg>
        <pc:spChg chg="mod">
          <ac:chgData name="Zheng Fei" userId="d19317889db4c986" providerId="LiveId" clId="{3861D70B-005F-4AE3-9F94-86BFD29D89F4}" dt="2022-02-17T19:25:15.824" v="1616" actId="14100"/>
          <ac:spMkLst>
            <pc:docMk/>
            <pc:sldMk cId="1171714698" sldId="385"/>
            <ac:spMk id="36" creationId="{EF48E830-63CC-4B6F-A394-4ADEF881F498}"/>
          </ac:spMkLst>
        </pc:spChg>
        <pc:spChg chg="mod">
          <ac:chgData name="Zheng Fei" userId="d19317889db4c986" providerId="LiveId" clId="{3861D70B-005F-4AE3-9F94-86BFD29D89F4}" dt="2022-02-17T19:25:15.824" v="1616" actId="14100"/>
          <ac:spMkLst>
            <pc:docMk/>
            <pc:sldMk cId="1171714698" sldId="385"/>
            <ac:spMk id="37" creationId="{1B268E87-E599-4513-BDAA-F194C1BC6E0B}"/>
          </ac:spMkLst>
        </pc:spChg>
        <pc:spChg chg="mod">
          <ac:chgData name="Zheng Fei" userId="d19317889db4c986" providerId="LiveId" clId="{3861D70B-005F-4AE3-9F94-86BFD29D89F4}" dt="2022-02-17T19:25:15.824" v="1616" actId="14100"/>
          <ac:spMkLst>
            <pc:docMk/>
            <pc:sldMk cId="1171714698" sldId="385"/>
            <ac:spMk id="38" creationId="{EF1D36E1-8C51-4165-A189-526B949819C6}"/>
          </ac:spMkLst>
        </pc:spChg>
        <pc:spChg chg="mod">
          <ac:chgData name="Zheng Fei" userId="d19317889db4c986" providerId="LiveId" clId="{3861D70B-005F-4AE3-9F94-86BFD29D89F4}" dt="2022-02-17T19:25:15.824" v="1616" actId="14100"/>
          <ac:spMkLst>
            <pc:docMk/>
            <pc:sldMk cId="1171714698" sldId="385"/>
            <ac:spMk id="39" creationId="{9032B910-4493-4A1F-BDD8-42A708FE7FC4}"/>
          </ac:spMkLst>
        </pc:spChg>
        <pc:spChg chg="mod">
          <ac:chgData name="Zheng Fei" userId="d19317889db4c986" providerId="LiveId" clId="{3861D70B-005F-4AE3-9F94-86BFD29D89F4}" dt="2022-02-17T19:25:15.824" v="1616" actId="14100"/>
          <ac:spMkLst>
            <pc:docMk/>
            <pc:sldMk cId="1171714698" sldId="385"/>
            <ac:spMk id="40" creationId="{5E08EAEA-C4A7-4EB7-8040-A3AB140576A0}"/>
          </ac:spMkLst>
        </pc:spChg>
        <pc:spChg chg="mod">
          <ac:chgData name="Zheng Fei" userId="d19317889db4c986" providerId="LiveId" clId="{3861D70B-005F-4AE3-9F94-86BFD29D89F4}" dt="2022-02-17T19:25:15.824" v="1616" actId="14100"/>
          <ac:spMkLst>
            <pc:docMk/>
            <pc:sldMk cId="1171714698" sldId="385"/>
            <ac:spMk id="41" creationId="{1905E988-AAA6-4D57-B878-ADC403E19E1D}"/>
          </ac:spMkLst>
        </pc:spChg>
        <pc:spChg chg="mod">
          <ac:chgData name="Zheng Fei" userId="d19317889db4c986" providerId="LiveId" clId="{3861D70B-005F-4AE3-9F94-86BFD29D89F4}" dt="2022-02-17T19:25:15.824" v="1616" actId="14100"/>
          <ac:spMkLst>
            <pc:docMk/>
            <pc:sldMk cId="1171714698" sldId="385"/>
            <ac:spMk id="42" creationId="{D26F478B-F798-4B2C-AA24-355E8A2FD515}"/>
          </ac:spMkLst>
        </pc:spChg>
        <pc:spChg chg="mod">
          <ac:chgData name="Zheng Fei" userId="d19317889db4c986" providerId="LiveId" clId="{3861D70B-005F-4AE3-9F94-86BFD29D89F4}" dt="2022-02-17T19:25:15.824" v="1616" actId="14100"/>
          <ac:spMkLst>
            <pc:docMk/>
            <pc:sldMk cId="1171714698" sldId="385"/>
            <ac:spMk id="43" creationId="{A42818C1-11EF-443E-A780-75FD8B00FEEE}"/>
          </ac:spMkLst>
        </pc:spChg>
        <pc:spChg chg="mod">
          <ac:chgData name="Zheng Fei" userId="d19317889db4c986" providerId="LiveId" clId="{3861D70B-005F-4AE3-9F94-86BFD29D89F4}" dt="2022-02-17T19:25:15.824" v="1616" actId="14100"/>
          <ac:spMkLst>
            <pc:docMk/>
            <pc:sldMk cId="1171714698" sldId="385"/>
            <ac:spMk id="44" creationId="{F57F4C39-7CA4-4AB5-9E8C-4596FD998F5E}"/>
          </ac:spMkLst>
        </pc:spChg>
        <pc:spChg chg="mod">
          <ac:chgData name="Zheng Fei" userId="d19317889db4c986" providerId="LiveId" clId="{3861D70B-005F-4AE3-9F94-86BFD29D89F4}" dt="2022-02-17T19:25:15.824" v="1616" actId="14100"/>
          <ac:spMkLst>
            <pc:docMk/>
            <pc:sldMk cId="1171714698" sldId="385"/>
            <ac:spMk id="45" creationId="{CD285E60-C1F8-4DA7-80A7-1E757509ABAB}"/>
          </ac:spMkLst>
        </pc:spChg>
        <pc:spChg chg="mod">
          <ac:chgData name="Zheng Fei" userId="d19317889db4c986" providerId="LiveId" clId="{3861D70B-005F-4AE3-9F94-86BFD29D89F4}" dt="2022-02-17T19:25:15.824" v="1616" actId="14100"/>
          <ac:spMkLst>
            <pc:docMk/>
            <pc:sldMk cId="1171714698" sldId="385"/>
            <ac:spMk id="46" creationId="{322E1675-2E62-43AC-9499-55E693C40F3D}"/>
          </ac:spMkLst>
        </pc:spChg>
        <pc:spChg chg="mod">
          <ac:chgData name="Zheng Fei" userId="d19317889db4c986" providerId="LiveId" clId="{3861D70B-005F-4AE3-9F94-86BFD29D89F4}" dt="2022-02-17T19:25:15.824" v="1616" actId="14100"/>
          <ac:spMkLst>
            <pc:docMk/>
            <pc:sldMk cId="1171714698" sldId="385"/>
            <ac:spMk id="47" creationId="{8F8E2775-92DF-4321-A597-6FCD97C2EC84}"/>
          </ac:spMkLst>
        </pc:spChg>
        <pc:spChg chg="mod">
          <ac:chgData name="Zheng Fei" userId="d19317889db4c986" providerId="LiveId" clId="{3861D70B-005F-4AE3-9F94-86BFD29D89F4}" dt="2022-02-17T19:25:15.824" v="1616" actId="14100"/>
          <ac:spMkLst>
            <pc:docMk/>
            <pc:sldMk cId="1171714698" sldId="385"/>
            <ac:spMk id="51" creationId="{EB16D83E-9E88-4424-8932-115E35CCAF50}"/>
          </ac:spMkLst>
        </pc:spChg>
        <pc:spChg chg="mod">
          <ac:chgData name="Zheng Fei" userId="d19317889db4c986" providerId="LiveId" clId="{3861D70B-005F-4AE3-9F94-86BFD29D89F4}" dt="2022-02-17T19:25:25.882" v="1618" actId="14100"/>
          <ac:spMkLst>
            <pc:docMk/>
            <pc:sldMk cId="1171714698" sldId="385"/>
            <ac:spMk id="53" creationId="{8FB99C95-F807-4DE4-8B91-7613AB906420}"/>
          </ac:spMkLst>
        </pc:spChg>
        <pc:spChg chg="mod">
          <ac:chgData name="Zheng Fei" userId="d19317889db4c986" providerId="LiveId" clId="{3861D70B-005F-4AE3-9F94-86BFD29D89F4}" dt="2022-02-17T19:25:25.882" v="1618" actId="14100"/>
          <ac:spMkLst>
            <pc:docMk/>
            <pc:sldMk cId="1171714698" sldId="385"/>
            <ac:spMk id="54" creationId="{F5E744DE-B417-47D6-82AD-A4F804111775}"/>
          </ac:spMkLst>
        </pc:spChg>
        <pc:spChg chg="mod">
          <ac:chgData name="Zheng Fei" userId="d19317889db4c986" providerId="LiveId" clId="{3861D70B-005F-4AE3-9F94-86BFD29D89F4}" dt="2022-02-17T19:25:25.882" v="1618" actId="14100"/>
          <ac:spMkLst>
            <pc:docMk/>
            <pc:sldMk cId="1171714698" sldId="385"/>
            <ac:spMk id="55" creationId="{4A01B208-563B-481B-BC4B-9108E76A0FFA}"/>
          </ac:spMkLst>
        </pc:spChg>
        <pc:spChg chg="mod">
          <ac:chgData name="Zheng Fei" userId="d19317889db4c986" providerId="LiveId" clId="{3861D70B-005F-4AE3-9F94-86BFD29D89F4}" dt="2022-02-17T19:25:57.047" v="1625" actId="14100"/>
          <ac:spMkLst>
            <pc:docMk/>
            <pc:sldMk cId="1171714698" sldId="385"/>
            <ac:spMk id="60" creationId="{A6419F38-16FD-4E6A-8F0B-8A7FD7A93EB3}"/>
          </ac:spMkLst>
        </pc:spChg>
        <pc:spChg chg="mod">
          <ac:chgData name="Zheng Fei" userId="d19317889db4c986" providerId="LiveId" clId="{3861D70B-005F-4AE3-9F94-86BFD29D89F4}" dt="2022-02-17T19:25:57.047" v="1625" actId="14100"/>
          <ac:spMkLst>
            <pc:docMk/>
            <pc:sldMk cId="1171714698" sldId="385"/>
            <ac:spMk id="61" creationId="{E69B6C8B-8357-4E9A-9CCA-F9DA737B9A35}"/>
          </ac:spMkLst>
        </pc:spChg>
        <pc:grpChg chg="add mod">
          <ac:chgData name="Zheng Fei" userId="d19317889db4c986" providerId="LiveId" clId="{3861D70B-005F-4AE3-9F94-86BFD29D89F4}" dt="2022-02-17T19:25:43.669" v="1622" actId="14100"/>
          <ac:grpSpMkLst>
            <pc:docMk/>
            <pc:sldMk cId="1171714698" sldId="385"/>
            <ac:grpSpMk id="2" creationId="{14DDDC35-6C8B-404A-8DBA-0CD0BEC5D095}"/>
          </ac:grpSpMkLst>
        </pc:grpChg>
        <pc:grpChg chg="add mod">
          <ac:chgData name="Zheng Fei" userId="d19317889db4c986" providerId="LiveId" clId="{3861D70B-005F-4AE3-9F94-86BFD29D89F4}" dt="2022-02-17T19:24:49.796" v="1611" actId="1076"/>
          <ac:grpSpMkLst>
            <pc:docMk/>
            <pc:sldMk cId="1171714698" sldId="385"/>
            <ac:grpSpMk id="9" creationId="{0FE72508-5002-4D8B-8A72-190F05C032DD}"/>
          </ac:grpSpMkLst>
        </pc:grpChg>
        <pc:grpChg chg="add mod">
          <ac:chgData name="Zheng Fei" userId="d19317889db4c986" providerId="LiveId" clId="{3861D70B-005F-4AE3-9F94-86BFD29D89F4}" dt="2022-02-17T19:25:50.695" v="1623" actId="14100"/>
          <ac:grpSpMkLst>
            <pc:docMk/>
            <pc:sldMk cId="1171714698" sldId="385"/>
            <ac:grpSpMk id="16" creationId="{E15BA8C8-E4C8-498C-930D-72AF894F80A3}"/>
          </ac:grpSpMkLst>
        </pc:grpChg>
        <pc:grpChg chg="add mod">
          <ac:chgData name="Zheng Fei" userId="d19317889db4c986" providerId="LiveId" clId="{3861D70B-005F-4AE3-9F94-86BFD29D89F4}" dt="2022-02-17T19:25:15.824" v="1616" actId="14100"/>
          <ac:grpSpMkLst>
            <pc:docMk/>
            <pc:sldMk cId="1171714698" sldId="385"/>
            <ac:grpSpMk id="34" creationId="{A1DF45C0-13B4-471E-9C6D-7ED96D77FC49}"/>
          </ac:grpSpMkLst>
        </pc:grpChg>
        <pc:grpChg chg="add mod">
          <ac:chgData name="Zheng Fei" userId="d19317889db4c986" providerId="LiveId" clId="{3861D70B-005F-4AE3-9F94-86BFD29D89F4}" dt="2022-02-17T19:25:25.882" v="1618" actId="14100"/>
          <ac:grpSpMkLst>
            <pc:docMk/>
            <pc:sldMk cId="1171714698" sldId="385"/>
            <ac:grpSpMk id="52" creationId="{12E54E8B-31DD-4896-A075-B025692A25B4}"/>
          </ac:grpSpMkLst>
        </pc:grpChg>
        <pc:grpChg chg="add mod">
          <ac:chgData name="Zheng Fei" userId="d19317889db4c986" providerId="LiveId" clId="{3861D70B-005F-4AE3-9F94-86BFD29D89F4}" dt="2022-02-17T19:25:57.047" v="1625" actId="14100"/>
          <ac:grpSpMkLst>
            <pc:docMk/>
            <pc:sldMk cId="1171714698" sldId="385"/>
            <ac:grpSpMk id="59" creationId="{A30507B1-0555-454C-A2A2-24030DB78CEB}"/>
          </ac:grpSpMkLst>
        </pc:grpChg>
        <pc:graphicFrameChg chg="mod">
          <ac:chgData name="Zheng Fei" userId="d19317889db4c986" providerId="LiveId" clId="{3861D70B-005F-4AE3-9F94-86BFD29D89F4}" dt="2022-02-17T19:25:43.669" v="1622" actId="14100"/>
          <ac:graphicFrameMkLst>
            <pc:docMk/>
            <pc:sldMk cId="1171714698" sldId="385"/>
            <ac:graphicFrameMk id="8" creationId="{43A1E115-1C21-4CBF-A3A1-B5EE71846146}"/>
          </ac:graphicFrameMkLst>
        </pc:graphicFrameChg>
        <pc:graphicFrameChg chg="mod">
          <ac:chgData name="Zheng Fei" userId="d19317889db4c986" providerId="LiveId" clId="{3861D70B-005F-4AE3-9F94-86BFD29D89F4}" dt="2022-02-17T19:24:49.796" v="1611" actId="1076"/>
          <ac:graphicFrameMkLst>
            <pc:docMk/>
            <pc:sldMk cId="1171714698" sldId="385"/>
            <ac:graphicFrameMk id="13" creationId="{D583A93A-E2A2-4B85-B80C-669D5AFCE865}"/>
          </ac:graphicFrameMkLst>
        </pc:graphicFrameChg>
        <pc:graphicFrameChg chg="mod">
          <ac:chgData name="Zheng Fei" userId="d19317889db4c986" providerId="LiveId" clId="{3861D70B-005F-4AE3-9F94-86BFD29D89F4}" dt="2022-02-17T19:24:49.796" v="1611" actId="1076"/>
          <ac:graphicFrameMkLst>
            <pc:docMk/>
            <pc:sldMk cId="1171714698" sldId="385"/>
            <ac:graphicFrameMk id="14" creationId="{F67C650E-5F8A-49FB-BE50-F7737044CC4F}"/>
          </ac:graphicFrameMkLst>
        </pc:graphicFrameChg>
        <pc:graphicFrameChg chg="mod">
          <ac:chgData name="Zheng Fei" userId="d19317889db4c986" providerId="LiveId" clId="{3861D70B-005F-4AE3-9F94-86BFD29D89F4}" dt="2022-02-17T19:24:49.796" v="1611" actId="1076"/>
          <ac:graphicFrameMkLst>
            <pc:docMk/>
            <pc:sldMk cId="1171714698" sldId="385"/>
            <ac:graphicFrameMk id="15" creationId="{B62C8B54-40E0-44DB-A0D4-D062092F9596}"/>
          </ac:graphicFrameMkLst>
        </pc:graphicFrameChg>
        <pc:graphicFrameChg chg="mod">
          <ac:chgData name="Zheng Fei" userId="d19317889db4c986" providerId="LiveId" clId="{3861D70B-005F-4AE3-9F94-86BFD29D89F4}" dt="2022-02-17T19:25:50.695" v="1623" actId="14100"/>
          <ac:graphicFrameMkLst>
            <pc:docMk/>
            <pc:sldMk cId="1171714698" sldId="385"/>
            <ac:graphicFrameMk id="31" creationId="{4BF20C73-7F51-445A-8D09-C28A4284E53F}"/>
          </ac:graphicFrameMkLst>
        </pc:graphicFrameChg>
        <pc:graphicFrameChg chg="mod">
          <ac:chgData name="Zheng Fei" userId="d19317889db4c986" providerId="LiveId" clId="{3861D70B-005F-4AE3-9F94-86BFD29D89F4}" dt="2022-02-17T19:25:50.695" v="1623" actId="14100"/>
          <ac:graphicFrameMkLst>
            <pc:docMk/>
            <pc:sldMk cId="1171714698" sldId="385"/>
            <ac:graphicFrameMk id="32" creationId="{764179CF-B0B5-4A68-9E7C-DB7E462E0B29}"/>
          </ac:graphicFrameMkLst>
        </pc:graphicFrameChg>
        <pc:graphicFrameChg chg="mod">
          <ac:chgData name="Zheng Fei" userId="d19317889db4c986" providerId="LiveId" clId="{3861D70B-005F-4AE3-9F94-86BFD29D89F4}" dt="2022-02-17T19:25:50.695" v="1623" actId="14100"/>
          <ac:graphicFrameMkLst>
            <pc:docMk/>
            <pc:sldMk cId="1171714698" sldId="385"/>
            <ac:graphicFrameMk id="33" creationId="{F39A20A6-6EB3-4BF3-8060-4704CAC42706}"/>
          </ac:graphicFrameMkLst>
        </pc:graphicFrameChg>
        <pc:graphicFrameChg chg="mod">
          <ac:chgData name="Zheng Fei" userId="d19317889db4c986" providerId="LiveId" clId="{3861D70B-005F-4AE3-9F94-86BFD29D89F4}" dt="2022-02-17T19:25:15.824" v="1616" actId="14100"/>
          <ac:graphicFrameMkLst>
            <pc:docMk/>
            <pc:sldMk cId="1171714698" sldId="385"/>
            <ac:graphicFrameMk id="48" creationId="{C095648B-A1F7-40BE-86DD-C1AC3F13733E}"/>
          </ac:graphicFrameMkLst>
        </pc:graphicFrameChg>
        <pc:graphicFrameChg chg="mod">
          <ac:chgData name="Zheng Fei" userId="d19317889db4c986" providerId="LiveId" clId="{3861D70B-005F-4AE3-9F94-86BFD29D89F4}" dt="2022-02-17T19:25:15.824" v="1616" actId="14100"/>
          <ac:graphicFrameMkLst>
            <pc:docMk/>
            <pc:sldMk cId="1171714698" sldId="385"/>
            <ac:graphicFrameMk id="49" creationId="{35691685-A868-4B8E-B47C-93D03F138AAB}"/>
          </ac:graphicFrameMkLst>
        </pc:graphicFrameChg>
        <pc:graphicFrameChg chg="mod">
          <ac:chgData name="Zheng Fei" userId="d19317889db4c986" providerId="LiveId" clId="{3861D70B-005F-4AE3-9F94-86BFD29D89F4}" dt="2022-02-17T19:25:15.824" v="1616" actId="14100"/>
          <ac:graphicFrameMkLst>
            <pc:docMk/>
            <pc:sldMk cId="1171714698" sldId="385"/>
            <ac:graphicFrameMk id="50" creationId="{6385745D-D39F-41C7-BAE6-F1D1F5AFF2F5}"/>
          </ac:graphicFrameMkLst>
        </pc:graphicFrameChg>
        <pc:graphicFrameChg chg="mod">
          <ac:chgData name="Zheng Fei" userId="d19317889db4c986" providerId="LiveId" clId="{3861D70B-005F-4AE3-9F94-86BFD29D89F4}" dt="2022-02-17T19:25:25.882" v="1618" actId="14100"/>
          <ac:graphicFrameMkLst>
            <pc:docMk/>
            <pc:sldMk cId="1171714698" sldId="385"/>
            <ac:graphicFrameMk id="56" creationId="{0C1A7DDA-21D5-49AD-856B-BADBADBE506F}"/>
          </ac:graphicFrameMkLst>
        </pc:graphicFrameChg>
        <pc:graphicFrameChg chg="mod">
          <ac:chgData name="Zheng Fei" userId="d19317889db4c986" providerId="LiveId" clId="{3861D70B-005F-4AE3-9F94-86BFD29D89F4}" dt="2022-02-17T19:25:25.882" v="1618" actId="14100"/>
          <ac:graphicFrameMkLst>
            <pc:docMk/>
            <pc:sldMk cId="1171714698" sldId="385"/>
            <ac:graphicFrameMk id="57" creationId="{96102DE5-BFCD-4800-A417-8D74BBA85C46}"/>
          </ac:graphicFrameMkLst>
        </pc:graphicFrameChg>
        <pc:graphicFrameChg chg="mod">
          <ac:chgData name="Zheng Fei" userId="d19317889db4c986" providerId="LiveId" clId="{3861D70B-005F-4AE3-9F94-86BFD29D89F4}" dt="2022-02-17T19:25:25.882" v="1618" actId="14100"/>
          <ac:graphicFrameMkLst>
            <pc:docMk/>
            <pc:sldMk cId="1171714698" sldId="385"/>
            <ac:graphicFrameMk id="58" creationId="{FE5463B4-B7D7-4777-A402-DCCE2A899521}"/>
          </ac:graphicFrameMkLst>
        </pc:graphicFrameChg>
        <pc:graphicFrameChg chg="mod">
          <ac:chgData name="Zheng Fei" userId="d19317889db4c986" providerId="LiveId" clId="{3861D70B-005F-4AE3-9F94-86BFD29D89F4}" dt="2022-02-17T19:25:57.047" v="1625" actId="14100"/>
          <ac:graphicFrameMkLst>
            <pc:docMk/>
            <pc:sldMk cId="1171714698" sldId="385"/>
            <ac:graphicFrameMk id="62" creationId="{689D1310-DFB0-43BE-942A-82695F5D4326}"/>
          </ac:graphicFrameMkLst>
        </pc:graphicFrameChg>
        <pc:graphicFrameChg chg="mod">
          <ac:chgData name="Zheng Fei" userId="d19317889db4c986" providerId="LiveId" clId="{3861D70B-005F-4AE3-9F94-86BFD29D89F4}" dt="2022-02-17T19:25:57.047" v="1625" actId="14100"/>
          <ac:graphicFrameMkLst>
            <pc:docMk/>
            <pc:sldMk cId="1171714698" sldId="385"/>
            <ac:graphicFrameMk id="63" creationId="{F66A3C97-6FC4-492E-BACD-FF09E9ABD45F}"/>
          </ac:graphicFrameMkLst>
        </pc:graphicFrameChg>
        <pc:graphicFrameChg chg="mod">
          <ac:chgData name="Zheng Fei" userId="d19317889db4c986" providerId="LiveId" clId="{3861D70B-005F-4AE3-9F94-86BFD29D89F4}" dt="2022-02-17T19:25:57.047" v="1625" actId="14100"/>
          <ac:graphicFrameMkLst>
            <pc:docMk/>
            <pc:sldMk cId="1171714698" sldId="385"/>
            <ac:graphicFrameMk id="64" creationId="{0AEEBF04-87BD-4ED7-A747-4AE1AF53658B}"/>
          </ac:graphicFrameMkLst>
        </pc:graphicFrameChg>
      </pc:sldChg>
      <pc:sldChg chg="new del">
        <pc:chgData name="Zheng Fei" userId="d19317889db4c986" providerId="LiveId" clId="{3861D70B-005F-4AE3-9F94-86BFD29D89F4}" dt="2022-02-17T18:59:14.597" v="1297" actId="47"/>
        <pc:sldMkLst>
          <pc:docMk/>
          <pc:sldMk cId="4223432677" sldId="386"/>
        </pc:sldMkLst>
      </pc:sldChg>
      <pc:sldChg chg="modSp add mod">
        <pc:chgData name="Zheng Fei" userId="d19317889db4c986" providerId="LiveId" clId="{3861D70B-005F-4AE3-9F94-86BFD29D89F4}" dt="2022-02-17T19:00:36.970" v="1326" actId="1076"/>
        <pc:sldMkLst>
          <pc:docMk/>
          <pc:sldMk cId="2146259250" sldId="387"/>
        </pc:sldMkLst>
        <pc:spChg chg="mod">
          <ac:chgData name="Zheng Fei" userId="d19317889db4c986" providerId="LiveId" clId="{3861D70B-005F-4AE3-9F94-86BFD29D89F4}" dt="2022-02-17T19:00:31.201" v="1325" actId="20577"/>
          <ac:spMkLst>
            <pc:docMk/>
            <pc:sldMk cId="2146259250" sldId="387"/>
            <ac:spMk id="10" creationId="{D2B5C4BD-B5DB-4D15-94BC-390712EB60C2}"/>
          </ac:spMkLst>
        </pc:spChg>
        <pc:picChg chg="mod">
          <ac:chgData name="Zheng Fei" userId="d19317889db4c986" providerId="LiveId" clId="{3861D70B-005F-4AE3-9F94-86BFD29D89F4}" dt="2022-02-17T19:00:36.970" v="1326" actId="1076"/>
          <ac:picMkLst>
            <pc:docMk/>
            <pc:sldMk cId="2146259250" sldId="387"/>
            <ac:picMk id="14" creationId="{BCCE5CCD-082A-4B1C-814A-919AC6628489}"/>
          </ac:picMkLst>
        </pc:picChg>
      </pc:sldChg>
      <pc:sldChg chg="delSp modSp add mod ord delAnim modAnim">
        <pc:chgData name="Zheng Fei" userId="d19317889db4c986" providerId="LiveId" clId="{3861D70B-005F-4AE3-9F94-86BFD29D89F4}" dt="2022-02-17T19:22:13.207" v="1595"/>
        <pc:sldMkLst>
          <pc:docMk/>
          <pc:sldMk cId="848197513" sldId="388"/>
        </pc:sldMkLst>
        <pc:spChg chg="mod">
          <ac:chgData name="Zheng Fei" userId="d19317889db4c986" providerId="LiveId" clId="{3861D70B-005F-4AE3-9F94-86BFD29D89F4}" dt="2022-02-17T19:12:03.914" v="1503" actId="2710"/>
          <ac:spMkLst>
            <pc:docMk/>
            <pc:sldMk cId="848197513" sldId="388"/>
            <ac:spMk id="3" creationId="{215AE15A-D5C7-461B-88FF-92B24D21A0D8}"/>
          </ac:spMkLst>
        </pc:spChg>
        <pc:spChg chg="mod">
          <ac:chgData name="Zheng Fei" userId="d19317889db4c986" providerId="LiveId" clId="{3861D70B-005F-4AE3-9F94-86BFD29D89F4}" dt="2022-02-17T19:12:03.914" v="1503" actId="2710"/>
          <ac:spMkLst>
            <pc:docMk/>
            <pc:sldMk cId="848197513" sldId="388"/>
            <ac:spMk id="19" creationId="{8638E667-EAC2-4249-A23B-18A0E613F00B}"/>
          </ac:spMkLst>
        </pc:spChg>
        <pc:spChg chg="del">
          <ac:chgData name="Zheng Fei" userId="d19317889db4c986" providerId="LiveId" clId="{3861D70B-005F-4AE3-9F94-86BFD29D89F4}" dt="2022-02-17T19:10:57.687" v="1445" actId="478"/>
          <ac:spMkLst>
            <pc:docMk/>
            <pc:sldMk cId="848197513" sldId="388"/>
            <ac:spMk id="20" creationId="{609A5B9A-E7E1-4125-86C5-08136BB353FD}"/>
          </ac:spMkLst>
        </pc:spChg>
        <pc:spChg chg="del">
          <ac:chgData name="Zheng Fei" userId="d19317889db4c986" providerId="LiveId" clId="{3861D70B-005F-4AE3-9F94-86BFD29D89F4}" dt="2022-02-17T19:10:57.687" v="1445" actId="478"/>
          <ac:spMkLst>
            <pc:docMk/>
            <pc:sldMk cId="848197513" sldId="388"/>
            <ac:spMk id="21" creationId="{4C739DD1-8744-4C62-AC64-BC9A497274A8}"/>
          </ac:spMkLst>
        </pc:spChg>
        <pc:spChg chg="mod">
          <ac:chgData name="Zheng Fei" userId="d19317889db4c986" providerId="LiveId" clId="{3861D70B-005F-4AE3-9F94-86BFD29D89F4}" dt="2022-02-17T19:12:16.665" v="1524" actId="20577"/>
          <ac:spMkLst>
            <pc:docMk/>
            <pc:sldMk cId="848197513" sldId="388"/>
            <ac:spMk id="57346" creationId="{2E678DED-D69C-4B5D-846E-C3C656B00904}"/>
          </ac:spMkLst>
        </pc:spChg>
        <pc:graphicFrameChg chg="mod">
          <ac:chgData name="Zheng Fei" userId="d19317889db4c986" providerId="LiveId" clId="{3861D70B-005F-4AE3-9F94-86BFD29D89F4}" dt="2022-02-17T19:12:12.906" v="1523" actId="1036"/>
          <ac:graphicFrameMkLst>
            <pc:docMk/>
            <pc:sldMk cId="848197513" sldId="388"/>
            <ac:graphicFrameMk id="24" creationId="{C1E1555A-6D9C-4C50-8F62-C2C8663D9B69}"/>
          </ac:graphicFrameMkLst>
        </pc:graphicFrameChg>
        <pc:graphicFrameChg chg="mod">
          <ac:chgData name="Zheng Fei" userId="d19317889db4c986" providerId="LiveId" clId="{3861D70B-005F-4AE3-9F94-86BFD29D89F4}" dt="2022-02-17T19:11:45.615" v="1501" actId="1036"/>
          <ac:graphicFrameMkLst>
            <pc:docMk/>
            <pc:sldMk cId="848197513" sldId="388"/>
            <ac:graphicFrameMk id="25" creationId="{2EE8083C-BADB-42D0-811F-04345CB5CE90}"/>
          </ac:graphicFrameMkLst>
        </pc:graphicFrameChg>
        <pc:graphicFrameChg chg="del">
          <ac:chgData name="Zheng Fei" userId="d19317889db4c986" providerId="LiveId" clId="{3861D70B-005F-4AE3-9F94-86BFD29D89F4}" dt="2022-02-17T19:10:57.687" v="1445" actId="478"/>
          <ac:graphicFrameMkLst>
            <pc:docMk/>
            <pc:sldMk cId="848197513" sldId="388"/>
            <ac:graphicFrameMk id="31" creationId="{BB1E2794-AA43-47C2-AACC-B70B21BEF650}"/>
          </ac:graphicFrameMkLst>
        </pc:graphicFrameChg>
        <pc:graphicFrameChg chg="del">
          <ac:chgData name="Zheng Fei" userId="d19317889db4c986" providerId="LiveId" clId="{3861D70B-005F-4AE3-9F94-86BFD29D89F4}" dt="2022-02-17T19:10:57.687" v="1445" actId="478"/>
          <ac:graphicFrameMkLst>
            <pc:docMk/>
            <pc:sldMk cId="848197513" sldId="388"/>
            <ac:graphicFrameMk id="32" creationId="{E636ECDC-D97F-4471-8C05-949D390A829A}"/>
          </ac:graphicFrameMkLst>
        </pc:graphicFrameChg>
      </pc:sldChg>
      <pc:sldChg chg="addSp delSp modSp add mod modAnim">
        <pc:chgData name="Zheng Fei" userId="d19317889db4c986" providerId="LiveId" clId="{3861D70B-005F-4AE3-9F94-86BFD29D89F4}" dt="2022-02-23T15:06:45.135" v="1855"/>
        <pc:sldMkLst>
          <pc:docMk/>
          <pc:sldMk cId="2902439285" sldId="389"/>
        </pc:sldMkLst>
        <pc:spChg chg="mod">
          <ac:chgData name="Zheng Fei" userId="d19317889db4c986" providerId="LiveId" clId="{3861D70B-005F-4AE3-9F94-86BFD29D89F4}" dt="2022-02-22T10:23:47.595" v="1718" actId="1037"/>
          <ac:spMkLst>
            <pc:docMk/>
            <pc:sldMk cId="2902439285" sldId="389"/>
            <ac:spMk id="3" creationId="{9EE395DF-978B-4730-A175-4561D6EA4028}"/>
          </ac:spMkLst>
        </pc:spChg>
        <pc:spChg chg="mod">
          <ac:chgData name="Zheng Fei" userId="d19317889db4c986" providerId="LiveId" clId="{3861D70B-005F-4AE3-9F94-86BFD29D89F4}" dt="2022-02-22T10:23:59.617" v="1752" actId="1038"/>
          <ac:spMkLst>
            <pc:docMk/>
            <pc:sldMk cId="2902439285" sldId="389"/>
            <ac:spMk id="4" creationId="{DA0B3A7D-62BC-468E-B44B-6AB7E8FABE35}"/>
          </ac:spMkLst>
        </pc:spChg>
        <pc:spChg chg="add mod">
          <ac:chgData name="Zheng Fei" userId="d19317889db4c986" providerId="LiveId" clId="{3861D70B-005F-4AE3-9F94-86BFD29D89F4}" dt="2022-02-23T15:01:16.471" v="1775" actId="207"/>
          <ac:spMkLst>
            <pc:docMk/>
            <pc:sldMk cId="2902439285" sldId="389"/>
            <ac:spMk id="7" creationId="{2DC43E23-179A-4C49-92F0-7FB49530C7AC}"/>
          </ac:spMkLst>
        </pc:spChg>
        <pc:spChg chg="mod">
          <ac:chgData name="Zheng Fei" userId="d19317889db4c986" providerId="LiveId" clId="{3861D70B-005F-4AE3-9F94-86BFD29D89F4}" dt="2022-02-22T10:23:47.595" v="1718" actId="1037"/>
          <ac:spMkLst>
            <pc:docMk/>
            <pc:sldMk cId="2902439285" sldId="389"/>
            <ac:spMk id="8" creationId="{714CB9E9-5FA4-4F97-97AC-D95EFFA8C9E3}"/>
          </ac:spMkLst>
        </pc:spChg>
        <pc:spChg chg="mod">
          <ac:chgData name="Zheng Fei" userId="d19317889db4c986" providerId="LiveId" clId="{3861D70B-005F-4AE3-9F94-86BFD29D89F4}" dt="2022-02-22T10:23:59.617" v="1752" actId="1038"/>
          <ac:spMkLst>
            <pc:docMk/>
            <pc:sldMk cId="2902439285" sldId="389"/>
            <ac:spMk id="12" creationId="{26543292-1DE8-4BF3-8EBB-63DEF4D5C67C}"/>
          </ac:spMkLst>
        </pc:spChg>
        <pc:spChg chg="mod">
          <ac:chgData name="Zheng Fei" userId="d19317889db4c986" providerId="LiveId" clId="{3861D70B-005F-4AE3-9F94-86BFD29D89F4}" dt="2022-02-22T10:23:59.617" v="1752" actId="1038"/>
          <ac:spMkLst>
            <pc:docMk/>
            <pc:sldMk cId="2902439285" sldId="389"/>
            <ac:spMk id="14" creationId="{01D33357-B2C4-442E-8FFF-306CE0E91B00}"/>
          </ac:spMkLst>
        </pc:spChg>
        <pc:spChg chg="add mod">
          <ac:chgData name="Zheng Fei" userId="d19317889db4c986" providerId="LiveId" clId="{3861D70B-005F-4AE3-9F94-86BFD29D89F4}" dt="2022-02-23T15:01:47.807" v="1781" actId="12"/>
          <ac:spMkLst>
            <pc:docMk/>
            <pc:sldMk cId="2902439285" sldId="389"/>
            <ac:spMk id="18" creationId="{46D6AA57-1987-44C2-B1EC-A9FD60549C61}"/>
          </ac:spMkLst>
        </pc:spChg>
        <pc:spChg chg="add mod">
          <ac:chgData name="Zheng Fei" userId="d19317889db4c986" providerId="LiveId" clId="{3861D70B-005F-4AE3-9F94-86BFD29D89F4}" dt="2022-02-23T15:01:22.497" v="1776" actId="207"/>
          <ac:spMkLst>
            <pc:docMk/>
            <pc:sldMk cId="2902439285" sldId="389"/>
            <ac:spMk id="20" creationId="{65CC2B03-F5D1-41A0-BFEB-D798FB6D8263}"/>
          </ac:spMkLst>
        </pc:spChg>
        <pc:spChg chg="add del mod">
          <ac:chgData name="Zheng Fei" userId="d19317889db4c986" providerId="LiveId" clId="{3861D70B-005F-4AE3-9F94-86BFD29D89F4}" dt="2022-02-23T15:01:54.886" v="1783" actId="478"/>
          <ac:spMkLst>
            <pc:docMk/>
            <pc:sldMk cId="2902439285" sldId="389"/>
            <ac:spMk id="21" creationId="{2A328DF4-009A-4C77-A908-184FCAE3E7EE}"/>
          </ac:spMkLst>
        </pc:spChg>
        <pc:spChg chg="add mod">
          <ac:chgData name="Zheng Fei" userId="d19317889db4c986" providerId="LiveId" clId="{3861D70B-005F-4AE3-9F94-86BFD29D89F4}" dt="2022-02-23T15:06:32.702" v="1851" actId="14100"/>
          <ac:spMkLst>
            <pc:docMk/>
            <pc:sldMk cId="2902439285" sldId="389"/>
            <ac:spMk id="22" creationId="{EA0D8336-AB75-47AC-B3BA-F6B65DBFE872}"/>
          </ac:spMkLst>
        </pc:spChg>
        <pc:spChg chg="add del mod">
          <ac:chgData name="Zheng Fei" userId="d19317889db4c986" providerId="LiveId" clId="{3861D70B-005F-4AE3-9F94-86BFD29D89F4}" dt="2022-02-23T15:01:57.016" v="1784" actId="478"/>
          <ac:spMkLst>
            <pc:docMk/>
            <pc:sldMk cId="2902439285" sldId="389"/>
            <ac:spMk id="23" creationId="{B124EB55-54DD-43A5-BA46-EE00C077C94A}"/>
          </ac:spMkLst>
        </pc:spChg>
        <pc:spChg chg="mod">
          <ac:chgData name="Zheng Fei" userId="d19317889db4c986" providerId="LiveId" clId="{3861D70B-005F-4AE3-9F94-86BFD29D89F4}" dt="2022-02-22T10:23:59.617" v="1752" actId="1038"/>
          <ac:spMkLst>
            <pc:docMk/>
            <pc:sldMk cId="2902439285" sldId="389"/>
            <ac:spMk id="24" creationId="{8A2836BF-073B-48A1-913B-9AA1F2FF4913}"/>
          </ac:spMkLst>
        </pc:spChg>
        <pc:spChg chg="mod">
          <ac:chgData name="Zheng Fei" userId="d19317889db4c986" providerId="LiveId" clId="{3861D70B-005F-4AE3-9F94-86BFD29D89F4}" dt="2022-02-22T10:23:59.617" v="1752" actId="1038"/>
          <ac:spMkLst>
            <pc:docMk/>
            <pc:sldMk cId="2902439285" sldId="389"/>
            <ac:spMk id="25" creationId="{3E3FFA1B-6504-48E9-B6A5-FA9B5068560C}"/>
          </ac:spMkLst>
        </pc:spChg>
        <pc:spChg chg="mod">
          <ac:chgData name="Zheng Fei" userId="d19317889db4c986" providerId="LiveId" clId="{3861D70B-005F-4AE3-9F94-86BFD29D89F4}" dt="2022-02-23T15:02:55.879" v="1797" actId="1076"/>
          <ac:spMkLst>
            <pc:docMk/>
            <pc:sldMk cId="2902439285" sldId="389"/>
            <ac:spMk id="28" creationId="{04664C57-AE95-426C-B353-1C78DD6D2983}"/>
          </ac:spMkLst>
        </pc:spChg>
        <pc:spChg chg="mod">
          <ac:chgData name="Zheng Fei" userId="d19317889db4c986" providerId="LiveId" clId="{3861D70B-005F-4AE3-9F94-86BFD29D89F4}" dt="2022-02-23T15:02:55.879" v="1797" actId="1076"/>
          <ac:spMkLst>
            <pc:docMk/>
            <pc:sldMk cId="2902439285" sldId="389"/>
            <ac:spMk id="29" creationId="{7BE5A98B-B222-4C23-BDD5-97A61E48E960}"/>
          </ac:spMkLst>
        </pc:spChg>
        <pc:spChg chg="mod">
          <ac:chgData name="Zheng Fei" userId="d19317889db4c986" providerId="LiveId" clId="{3861D70B-005F-4AE3-9F94-86BFD29D89F4}" dt="2022-02-23T15:02:55.879" v="1797" actId="1076"/>
          <ac:spMkLst>
            <pc:docMk/>
            <pc:sldMk cId="2902439285" sldId="389"/>
            <ac:spMk id="30" creationId="{3FA3C658-F904-411E-93F8-61E210B3DC34}"/>
          </ac:spMkLst>
        </pc:spChg>
        <pc:spChg chg="mod">
          <ac:chgData name="Zheng Fei" userId="d19317889db4c986" providerId="LiveId" clId="{3861D70B-005F-4AE3-9F94-86BFD29D89F4}" dt="2022-02-23T15:02:55.879" v="1797" actId="1076"/>
          <ac:spMkLst>
            <pc:docMk/>
            <pc:sldMk cId="2902439285" sldId="389"/>
            <ac:spMk id="31" creationId="{6914DE78-D1E7-486B-A9C6-554A7AFD5996}"/>
          </ac:spMkLst>
        </pc:spChg>
        <pc:spChg chg="mod">
          <ac:chgData name="Zheng Fei" userId="d19317889db4c986" providerId="LiveId" clId="{3861D70B-005F-4AE3-9F94-86BFD29D89F4}" dt="2022-02-23T15:02:55.879" v="1797" actId="1076"/>
          <ac:spMkLst>
            <pc:docMk/>
            <pc:sldMk cId="2902439285" sldId="389"/>
            <ac:spMk id="32" creationId="{1032EA7A-471D-4906-8A49-42D5BC9B70C5}"/>
          </ac:spMkLst>
        </pc:spChg>
        <pc:spChg chg="mod">
          <ac:chgData name="Zheng Fei" userId="d19317889db4c986" providerId="LiveId" clId="{3861D70B-005F-4AE3-9F94-86BFD29D89F4}" dt="2022-02-23T15:03:27.365" v="1803" actId="1076"/>
          <ac:spMkLst>
            <pc:docMk/>
            <pc:sldMk cId="2902439285" sldId="389"/>
            <ac:spMk id="35" creationId="{1878C953-DF8A-4EFB-8A06-4A9A158B614A}"/>
          </ac:spMkLst>
        </pc:spChg>
        <pc:spChg chg="mod">
          <ac:chgData name="Zheng Fei" userId="d19317889db4c986" providerId="LiveId" clId="{3861D70B-005F-4AE3-9F94-86BFD29D89F4}" dt="2022-02-23T15:03:27.365" v="1803" actId="1076"/>
          <ac:spMkLst>
            <pc:docMk/>
            <pc:sldMk cId="2902439285" sldId="389"/>
            <ac:spMk id="36" creationId="{15D2A076-0A7A-4425-9B7D-2E3DDE7DA57A}"/>
          </ac:spMkLst>
        </pc:spChg>
        <pc:spChg chg="mod">
          <ac:chgData name="Zheng Fei" userId="d19317889db4c986" providerId="LiveId" clId="{3861D70B-005F-4AE3-9F94-86BFD29D89F4}" dt="2022-02-23T15:03:27.365" v="1803" actId="1076"/>
          <ac:spMkLst>
            <pc:docMk/>
            <pc:sldMk cId="2902439285" sldId="389"/>
            <ac:spMk id="37" creationId="{39A3BBFF-976A-4927-BA24-497FFBFAA418}"/>
          </ac:spMkLst>
        </pc:spChg>
        <pc:spChg chg="mod">
          <ac:chgData name="Zheng Fei" userId="d19317889db4c986" providerId="LiveId" clId="{3861D70B-005F-4AE3-9F94-86BFD29D89F4}" dt="2022-02-23T15:03:53.275" v="1809" actId="14100"/>
          <ac:spMkLst>
            <pc:docMk/>
            <pc:sldMk cId="2902439285" sldId="389"/>
            <ac:spMk id="42" creationId="{D7C7BECC-79A7-4B56-B819-E9CEF345EBD2}"/>
          </ac:spMkLst>
        </pc:spChg>
        <pc:spChg chg="mod">
          <ac:chgData name="Zheng Fei" userId="d19317889db4c986" providerId="LiveId" clId="{3861D70B-005F-4AE3-9F94-86BFD29D89F4}" dt="2022-02-23T15:03:53.275" v="1809" actId="14100"/>
          <ac:spMkLst>
            <pc:docMk/>
            <pc:sldMk cId="2902439285" sldId="389"/>
            <ac:spMk id="43" creationId="{FE13203F-6E6C-4736-B74A-CD04EE53BC22}"/>
          </ac:spMkLst>
        </pc:spChg>
        <pc:spChg chg="mod">
          <ac:chgData name="Zheng Fei" userId="d19317889db4c986" providerId="LiveId" clId="{3861D70B-005F-4AE3-9F94-86BFD29D89F4}" dt="2022-02-23T15:05:46.184" v="1841" actId="1076"/>
          <ac:spMkLst>
            <pc:docMk/>
            <pc:sldMk cId="2902439285" sldId="389"/>
            <ac:spMk id="48" creationId="{01AC12BA-EC24-4465-BE77-BC2961FCFC40}"/>
          </ac:spMkLst>
        </pc:spChg>
        <pc:spChg chg="mod">
          <ac:chgData name="Zheng Fei" userId="d19317889db4c986" providerId="LiveId" clId="{3861D70B-005F-4AE3-9F94-86BFD29D89F4}" dt="2022-02-23T15:05:46.184" v="1841" actId="1076"/>
          <ac:spMkLst>
            <pc:docMk/>
            <pc:sldMk cId="2902439285" sldId="389"/>
            <ac:spMk id="49" creationId="{4B3B3976-EFA8-4BFA-A089-5336F027570A}"/>
          </ac:spMkLst>
        </pc:spChg>
        <pc:spChg chg="mod">
          <ac:chgData name="Zheng Fei" userId="d19317889db4c986" providerId="LiveId" clId="{3861D70B-005F-4AE3-9F94-86BFD29D89F4}" dt="2022-02-23T15:05:46.184" v="1841" actId="1076"/>
          <ac:spMkLst>
            <pc:docMk/>
            <pc:sldMk cId="2902439285" sldId="389"/>
            <ac:spMk id="50" creationId="{1E0B1223-DBEE-4BC2-987B-E5EF2EB0FB23}"/>
          </ac:spMkLst>
        </pc:spChg>
        <pc:spChg chg="mod">
          <ac:chgData name="Zheng Fei" userId="d19317889db4c986" providerId="LiveId" clId="{3861D70B-005F-4AE3-9F94-86BFD29D89F4}" dt="2022-02-23T15:06:24.426" v="1849" actId="14100"/>
          <ac:spMkLst>
            <pc:docMk/>
            <pc:sldMk cId="2902439285" sldId="389"/>
            <ac:spMk id="55" creationId="{051B285B-8B96-4FDA-809A-67D6BE363F0B}"/>
          </ac:spMkLst>
        </pc:spChg>
        <pc:spChg chg="mod">
          <ac:chgData name="Zheng Fei" userId="d19317889db4c986" providerId="LiveId" clId="{3861D70B-005F-4AE3-9F94-86BFD29D89F4}" dt="2022-02-23T15:06:24.426" v="1849" actId="14100"/>
          <ac:spMkLst>
            <pc:docMk/>
            <pc:sldMk cId="2902439285" sldId="389"/>
            <ac:spMk id="56" creationId="{209DF068-FE6C-4AA7-BE97-D4F92A6C43D3}"/>
          </ac:spMkLst>
        </pc:spChg>
        <pc:spChg chg="mod">
          <ac:chgData name="Zheng Fei" userId="d19317889db4c986" providerId="LiveId" clId="{3861D70B-005F-4AE3-9F94-86BFD29D89F4}" dt="2022-02-23T15:06:24.426" v="1849" actId="14100"/>
          <ac:spMkLst>
            <pc:docMk/>
            <pc:sldMk cId="2902439285" sldId="389"/>
            <ac:spMk id="57" creationId="{8B0CE4D2-8F6A-473A-B425-E97B64446CFA}"/>
          </ac:spMkLst>
        </pc:spChg>
        <pc:spChg chg="mod">
          <ac:chgData name="Zheng Fei" userId="d19317889db4c986" providerId="LiveId" clId="{3861D70B-005F-4AE3-9F94-86BFD29D89F4}" dt="2022-02-23T15:06:24.426" v="1849" actId="14100"/>
          <ac:spMkLst>
            <pc:docMk/>
            <pc:sldMk cId="2902439285" sldId="389"/>
            <ac:spMk id="58" creationId="{D032F928-87E7-4657-BA34-1C8A545FCDC5}"/>
          </ac:spMkLst>
        </pc:spChg>
        <pc:spChg chg="mod">
          <ac:chgData name="Zheng Fei" userId="d19317889db4c986" providerId="LiveId" clId="{3861D70B-005F-4AE3-9F94-86BFD29D89F4}" dt="2022-02-23T15:06:24.426" v="1849" actId="14100"/>
          <ac:spMkLst>
            <pc:docMk/>
            <pc:sldMk cId="2902439285" sldId="389"/>
            <ac:spMk id="59" creationId="{5136899B-55F3-4F16-8B33-3629BD42DF9C}"/>
          </ac:spMkLst>
        </pc:spChg>
        <pc:spChg chg="mod">
          <ac:chgData name="Zheng Fei" userId="d19317889db4c986" providerId="LiveId" clId="{3861D70B-005F-4AE3-9F94-86BFD29D89F4}" dt="2022-02-23T15:06:24.426" v="1849" actId="14100"/>
          <ac:spMkLst>
            <pc:docMk/>
            <pc:sldMk cId="2902439285" sldId="389"/>
            <ac:spMk id="60" creationId="{ECF851EF-8F4E-4EE6-8507-E26ACF1E7331}"/>
          </ac:spMkLst>
        </pc:spChg>
        <pc:spChg chg="mod">
          <ac:chgData name="Zheng Fei" userId="d19317889db4c986" providerId="LiveId" clId="{3861D70B-005F-4AE3-9F94-86BFD29D89F4}" dt="2022-02-23T15:06:24.426" v="1849" actId="14100"/>
          <ac:spMkLst>
            <pc:docMk/>
            <pc:sldMk cId="2902439285" sldId="389"/>
            <ac:spMk id="61" creationId="{F877DE14-ECC6-46B5-9158-6E430F3715EA}"/>
          </ac:spMkLst>
        </pc:spChg>
        <pc:spChg chg="mod">
          <ac:chgData name="Zheng Fei" userId="d19317889db4c986" providerId="LiveId" clId="{3861D70B-005F-4AE3-9F94-86BFD29D89F4}" dt="2022-02-23T15:06:24.426" v="1849" actId="14100"/>
          <ac:spMkLst>
            <pc:docMk/>
            <pc:sldMk cId="2902439285" sldId="389"/>
            <ac:spMk id="62" creationId="{090CCF5C-FE1B-4B00-8B86-D26CADDDFE1E}"/>
          </ac:spMkLst>
        </pc:spChg>
        <pc:spChg chg="mod">
          <ac:chgData name="Zheng Fei" userId="d19317889db4c986" providerId="LiveId" clId="{3861D70B-005F-4AE3-9F94-86BFD29D89F4}" dt="2022-02-23T15:06:24.426" v="1849" actId="14100"/>
          <ac:spMkLst>
            <pc:docMk/>
            <pc:sldMk cId="2902439285" sldId="389"/>
            <ac:spMk id="63" creationId="{7671A6D9-66E8-4FAC-BFA9-1A0E55767A02}"/>
          </ac:spMkLst>
        </pc:spChg>
        <pc:spChg chg="mod">
          <ac:chgData name="Zheng Fei" userId="d19317889db4c986" providerId="LiveId" clId="{3861D70B-005F-4AE3-9F94-86BFD29D89F4}" dt="2022-02-23T15:06:24.426" v="1849" actId="14100"/>
          <ac:spMkLst>
            <pc:docMk/>
            <pc:sldMk cId="2902439285" sldId="389"/>
            <ac:spMk id="64" creationId="{4892C794-9C1A-4F34-B8CD-D8841104DFA8}"/>
          </ac:spMkLst>
        </pc:spChg>
        <pc:spChg chg="mod">
          <ac:chgData name="Zheng Fei" userId="d19317889db4c986" providerId="LiveId" clId="{3861D70B-005F-4AE3-9F94-86BFD29D89F4}" dt="2022-02-23T15:06:24.426" v="1849" actId="14100"/>
          <ac:spMkLst>
            <pc:docMk/>
            <pc:sldMk cId="2902439285" sldId="389"/>
            <ac:spMk id="65" creationId="{22D989BF-9333-441E-8534-F6946E640F68}"/>
          </ac:spMkLst>
        </pc:spChg>
        <pc:spChg chg="mod">
          <ac:chgData name="Zheng Fei" userId="d19317889db4c986" providerId="LiveId" clId="{3861D70B-005F-4AE3-9F94-86BFD29D89F4}" dt="2022-02-23T15:06:24.426" v="1849" actId="14100"/>
          <ac:spMkLst>
            <pc:docMk/>
            <pc:sldMk cId="2902439285" sldId="389"/>
            <ac:spMk id="66" creationId="{0A1671D1-EAB5-46A4-BAE8-DCF98CAC8ED5}"/>
          </ac:spMkLst>
        </pc:spChg>
        <pc:spChg chg="mod">
          <ac:chgData name="Zheng Fei" userId="d19317889db4c986" providerId="LiveId" clId="{3861D70B-005F-4AE3-9F94-86BFD29D89F4}" dt="2022-02-23T15:06:24.426" v="1849" actId="14100"/>
          <ac:spMkLst>
            <pc:docMk/>
            <pc:sldMk cId="2902439285" sldId="389"/>
            <ac:spMk id="67" creationId="{CDECC2E9-E14B-4B19-8DE4-9B7C87C53126}"/>
          </ac:spMkLst>
        </pc:spChg>
        <pc:spChg chg="mod">
          <ac:chgData name="Zheng Fei" userId="d19317889db4c986" providerId="LiveId" clId="{3861D70B-005F-4AE3-9F94-86BFD29D89F4}" dt="2022-02-23T15:06:24.426" v="1849" actId="14100"/>
          <ac:spMkLst>
            <pc:docMk/>
            <pc:sldMk cId="2902439285" sldId="389"/>
            <ac:spMk id="68" creationId="{6D79DDD3-F5D8-4C85-AB03-AB581D0FF059}"/>
          </ac:spMkLst>
        </pc:spChg>
        <pc:spChg chg="mod">
          <ac:chgData name="Zheng Fei" userId="d19317889db4c986" providerId="LiveId" clId="{3861D70B-005F-4AE3-9F94-86BFD29D89F4}" dt="2022-02-23T15:06:05.672" v="1844" actId="14100"/>
          <ac:spMkLst>
            <pc:docMk/>
            <pc:sldMk cId="2902439285" sldId="389"/>
            <ac:spMk id="73" creationId="{E854C573-07A1-4426-B6C2-DDE1B97817BD}"/>
          </ac:spMkLst>
        </pc:spChg>
        <pc:spChg chg="mod">
          <ac:chgData name="Zheng Fei" userId="d19317889db4c986" providerId="LiveId" clId="{3861D70B-005F-4AE3-9F94-86BFD29D89F4}" dt="2022-02-23T15:06:05.672" v="1844" actId="14100"/>
          <ac:spMkLst>
            <pc:docMk/>
            <pc:sldMk cId="2902439285" sldId="389"/>
            <ac:spMk id="74" creationId="{CDAF6BDA-EF7B-44E1-88F6-DF59F62AB51C}"/>
          </ac:spMkLst>
        </pc:spChg>
        <pc:spChg chg="mod">
          <ac:chgData name="Zheng Fei" userId="d19317889db4c986" providerId="LiveId" clId="{3861D70B-005F-4AE3-9F94-86BFD29D89F4}" dt="2022-02-23T15:06:05.672" v="1844" actId="14100"/>
          <ac:spMkLst>
            <pc:docMk/>
            <pc:sldMk cId="2902439285" sldId="389"/>
            <ac:spMk id="75" creationId="{160439C6-C7AA-4C79-95EA-393C9694A304}"/>
          </ac:spMkLst>
        </pc:spChg>
        <pc:spChg chg="mod">
          <ac:chgData name="Zheng Fei" userId="d19317889db4c986" providerId="LiveId" clId="{3861D70B-005F-4AE3-9F94-86BFD29D89F4}" dt="2022-02-23T15:06:05.672" v="1844" actId="14100"/>
          <ac:spMkLst>
            <pc:docMk/>
            <pc:sldMk cId="2902439285" sldId="389"/>
            <ac:spMk id="76" creationId="{6C8CF10B-DCA3-43B3-A294-80F36CA6B863}"/>
          </ac:spMkLst>
        </pc:spChg>
        <pc:spChg chg="mod">
          <ac:chgData name="Zheng Fei" userId="d19317889db4c986" providerId="LiveId" clId="{3861D70B-005F-4AE3-9F94-86BFD29D89F4}" dt="2022-02-23T15:06:05.672" v="1844" actId="14100"/>
          <ac:spMkLst>
            <pc:docMk/>
            <pc:sldMk cId="2902439285" sldId="389"/>
            <ac:spMk id="77" creationId="{3FE38861-4E9A-435F-912D-C904272ABA7D}"/>
          </ac:spMkLst>
        </pc:spChg>
        <pc:spChg chg="mod">
          <ac:chgData name="Zheng Fei" userId="d19317889db4c986" providerId="LiveId" clId="{3861D70B-005F-4AE3-9F94-86BFD29D89F4}" dt="2022-02-23T15:06:05.672" v="1844" actId="14100"/>
          <ac:spMkLst>
            <pc:docMk/>
            <pc:sldMk cId="2902439285" sldId="389"/>
            <ac:spMk id="78" creationId="{688F9277-EEB9-40E2-BAA2-26DEED636C2A}"/>
          </ac:spMkLst>
        </pc:spChg>
        <pc:spChg chg="mod">
          <ac:chgData name="Zheng Fei" userId="d19317889db4c986" providerId="LiveId" clId="{3861D70B-005F-4AE3-9F94-86BFD29D89F4}" dt="2022-02-23T15:06:05.672" v="1844" actId="14100"/>
          <ac:spMkLst>
            <pc:docMk/>
            <pc:sldMk cId="2902439285" sldId="389"/>
            <ac:spMk id="79" creationId="{EFE3293A-C3F1-4F52-829E-DDEC0DCF2C40}"/>
          </ac:spMkLst>
        </pc:spChg>
        <pc:spChg chg="mod">
          <ac:chgData name="Zheng Fei" userId="d19317889db4c986" providerId="LiveId" clId="{3861D70B-005F-4AE3-9F94-86BFD29D89F4}" dt="2022-02-23T15:06:05.672" v="1844" actId="14100"/>
          <ac:spMkLst>
            <pc:docMk/>
            <pc:sldMk cId="2902439285" sldId="389"/>
            <ac:spMk id="80" creationId="{6D312D6A-A977-4F10-AC33-7243A6A7B646}"/>
          </ac:spMkLst>
        </pc:spChg>
        <pc:spChg chg="mod">
          <ac:chgData name="Zheng Fei" userId="d19317889db4c986" providerId="LiveId" clId="{3861D70B-005F-4AE3-9F94-86BFD29D89F4}" dt="2022-02-23T15:06:05.672" v="1844" actId="14100"/>
          <ac:spMkLst>
            <pc:docMk/>
            <pc:sldMk cId="2902439285" sldId="389"/>
            <ac:spMk id="81" creationId="{19E0270C-403D-4018-8118-CF84DF87207C}"/>
          </ac:spMkLst>
        </pc:spChg>
        <pc:spChg chg="mod">
          <ac:chgData name="Zheng Fei" userId="d19317889db4c986" providerId="LiveId" clId="{3861D70B-005F-4AE3-9F94-86BFD29D89F4}" dt="2022-02-23T15:06:05.672" v="1844" actId="14100"/>
          <ac:spMkLst>
            <pc:docMk/>
            <pc:sldMk cId="2902439285" sldId="389"/>
            <ac:spMk id="82" creationId="{708351EA-2C6E-4B18-9165-B699F960A42A}"/>
          </ac:spMkLst>
        </pc:spChg>
        <pc:spChg chg="mod">
          <ac:chgData name="Zheng Fei" userId="d19317889db4c986" providerId="LiveId" clId="{3861D70B-005F-4AE3-9F94-86BFD29D89F4}" dt="2022-02-23T15:06:05.672" v="1844" actId="14100"/>
          <ac:spMkLst>
            <pc:docMk/>
            <pc:sldMk cId="2902439285" sldId="389"/>
            <ac:spMk id="83" creationId="{DBBB5BA1-E73B-46BA-B4CF-8F8E08C0839D}"/>
          </ac:spMkLst>
        </pc:spChg>
        <pc:spChg chg="mod">
          <ac:chgData name="Zheng Fei" userId="d19317889db4c986" providerId="LiveId" clId="{3861D70B-005F-4AE3-9F94-86BFD29D89F4}" dt="2022-02-23T15:06:05.672" v="1844" actId="14100"/>
          <ac:spMkLst>
            <pc:docMk/>
            <pc:sldMk cId="2902439285" sldId="389"/>
            <ac:spMk id="84" creationId="{13DBECD9-5A93-4304-B195-10EA01B93929}"/>
          </ac:spMkLst>
        </pc:spChg>
        <pc:spChg chg="mod">
          <ac:chgData name="Zheng Fei" userId="d19317889db4c986" providerId="LiveId" clId="{3861D70B-005F-4AE3-9F94-86BFD29D89F4}" dt="2022-02-23T15:06:05.672" v="1844" actId="14100"/>
          <ac:spMkLst>
            <pc:docMk/>
            <pc:sldMk cId="2902439285" sldId="389"/>
            <ac:spMk id="85" creationId="{498BECB9-0527-44D3-A850-68806A98E4B3}"/>
          </ac:spMkLst>
        </pc:spChg>
        <pc:spChg chg="mod">
          <ac:chgData name="Zheng Fei" userId="d19317889db4c986" providerId="LiveId" clId="{3861D70B-005F-4AE3-9F94-86BFD29D89F4}" dt="2022-02-23T15:06:05.672" v="1844" actId="14100"/>
          <ac:spMkLst>
            <pc:docMk/>
            <pc:sldMk cId="2902439285" sldId="389"/>
            <ac:spMk id="89" creationId="{6DC80434-1B83-4F82-A7E1-334180350A32}"/>
          </ac:spMkLst>
        </pc:spChg>
        <pc:grpChg chg="add mod">
          <ac:chgData name="Zheng Fei" userId="d19317889db4c986" providerId="LiveId" clId="{3861D70B-005F-4AE3-9F94-86BFD29D89F4}" dt="2022-02-23T15:02:55.879" v="1797" actId="1076"/>
          <ac:grpSpMkLst>
            <pc:docMk/>
            <pc:sldMk cId="2902439285" sldId="389"/>
            <ac:grpSpMk id="26" creationId="{5E22FAEB-9567-4AEE-BF52-0EBA4AF7C632}"/>
          </ac:grpSpMkLst>
        </pc:grpChg>
        <pc:grpChg chg="add mod">
          <ac:chgData name="Zheng Fei" userId="d19317889db4c986" providerId="LiveId" clId="{3861D70B-005F-4AE3-9F94-86BFD29D89F4}" dt="2022-02-23T15:03:27.365" v="1803" actId="1076"/>
          <ac:grpSpMkLst>
            <pc:docMk/>
            <pc:sldMk cId="2902439285" sldId="389"/>
            <ac:grpSpMk id="34" creationId="{C656C72D-1CC7-4102-9A5F-E89406DE5853}"/>
          </ac:grpSpMkLst>
        </pc:grpChg>
        <pc:grpChg chg="add mod">
          <ac:chgData name="Zheng Fei" userId="d19317889db4c986" providerId="LiveId" clId="{3861D70B-005F-4AE3-9F94-86BFD29D89F4}" dt="2022-02-23T15:03:53.275" v="1809" actId="14100"/>
          <ac:grpSpMkLst>
            <pc:docMk/>
            <pc:sldMk cId="2902439285" sldId="389"/>
            <ac:grpSpMk id="41" creationId="{030F714B-2D0F-44B1-B790-9419B7D7E2C8}"/>
          </ac:grpSpMkLst>
        </pc:grpChg>
        <pc:grpChg chg="add mod">
          <ac:chgData name="Zheng Fei" userId="d19317889db4c986" providerId="LiveId" clId="{3861D70B-005F-4AE3-9F94-86BFD29D89F4}" dt="2022-02-23T15:05:46.184" v="1841" actId="1076"/>
          <ac:grpSpMkLst>
            <pc:docMk/>
            <pc:sldMk cId="2902439285" sldId="389"/>
            <ac:grpSpMk id="47" creationId="{EF7305FF-AD79-454D-90CD-1FBC56B0286B}"/>
          </ac:grpSpMkLst>
        </pc:grpChg>
        <pc:grpChg chg="add mod">
          <ac:chgData name="Zheng Fei" userId="d19317889db4c986" providerId="LiveId" clId="{3861D70B-005F-4AE3-9F94-86BFD29D89F4}" dt="2022-02-23T15:06:24.426" v="1849" actId="14100"/>
          <ac:grpSpMkLst>
            <pc:docMk/>
            <pc:sldMk cId="2902439285" sldId="389"/>
            <ac:grpSpMk id="54" creationId="{EFA79FF9-B86A-45D1-BA59-75AA1F876E31}"/>
          </ac:grpSpMkLst>
        </pc:grpChg>
        <pc:grpChg chg="add mod">
          <ac:chgData name="Zheng Fei" userId="d19317889db4c986" providerId="LiveId" clId="{3861D70B-005F-4AE3-9F94-86BFD29D89F4}" dt="2022-02-23T15:06:05.672" v="1844" actId="14100"/>
          <ac:grpSpMkLst>
            <pc:docMk/>
            <pc:sldMk cId="2902439285" sldId="389"/>
            <ac:grpSpMk id="72" creationId="{9EEC88D0-53C3-4610-82C0-BCF6F104D8A8}"/>
          </ac:grpSpMkLst>
        </pc:grpChg>
        <pc:graphicFrameChg chg="mod">
          <ac:chgData name="Zheng Fei" userId="d19317889db4c986" providerId="LiveId" clId="{3861D70B-005F-4AE3-9F94-86BFD29D89F4}" dt="2022-02-22T10:24:07.495" v="1753" actId="1076"/>
          <ac:graphicFrameMkLst>
            <pc:docMk/>
            <pc:sldMk cId="2902439285" sldId="389"/>
            <ac:graphicFrameMk id="27" creationId="{13946405-5573-4285-BCD3-CAB58B3B91E4}"/>
          </ac:graphicFrameMkLst>
        </pc:graphicFrameChg>
        <pc:graphicFrameChg chg="mod">
          <ac:chgData name="Zheng Fei" userId="d19317889db4c986" providerId="LiveId" clId="{3861D70B-005F-4AE3-9F94-86BFD29D89F4}" dt="2022-02-23T15:02:55.879" v="1797" actId="1076"/>
          <ac:graphicFrameMkLst>
            <pc:docMk/>
            <pc:sldMk cId="2902439285" sldId="389"/>
            <ac:graphicFrameMk id="33" creationId="{EEC8D92D-ABB6-456D-B8C0-F3751E368B59}"/>
          </ac:graphicFrameMkLst>
        </pc:graphicFrameChg>
        <pc:graphicFrameChg chg="mod">
          <ac:chgData name="Zheng Fei" userId="d19317889db4c986" providerId="LiveId" clId="{3861D70B-005F-4AE3-9F94-86BFD29D89F4}" dt="2022-02-23T15:03:27.365" v="1803" actId="1076"/>
          <ac:graphicFrameMkLst>
            <pc:docMk/>
            <pc:sldMk cId="2902439285" sldId="389"/>
            <ac:graphicFrameMk id="38" creationId="{C422A301-D589-43D1-9E50-F5B39AE6FBEE}"/>
          </ac:graphicFrameMkLst>
        </pc:graphicFrameChg>
        <pc:graphicFrameChg chg="mod">
          <ac:chgData name="Zheng Fei" userId="d19317889db4c986" providerId="LiveId" clId="{3861D70B-005F-4AE3-9F94-86BFD29D89F4}" dt="2022-02-23T15:03:27.365" v="1803" actId="1076"/>
          <ac:graphicFrameMkLst>
            <pc:docMk/>
            <pc:sldMk cId="2902439285" sldId="389"/>
            <ac:graphicFrameMk id="39" creationId="{05958CCB-D415-44FA-8551-0EB16671861B}"/>
          </ac:graphicFrameMkLst>
        </pc:graphicFrameChg>
        <pc:graphicFrameChg chg="mod">
          <ac:chgData name="Zheng Fei" userId="d19317889db4c986" providerId="LiveId" clId="{3861D70B-005F-4AE3-9F94-86BFD29D89F4}" dt="2022-02-23T15:03:27.365" v="1803" actId="1076"/>
          <ac:graphicFrameMkLst>
            <pc:docMk/>
            <pc:sldMk cId="2902439285" sldId="389"/>
            <ac:graphicFrameMk id="40" creationId="{312BB0E5-3D48-4015-A407-0DA0C5CB0FCE}"/>
          </ac:graphicFrameMkLst>
        </pc:graphicFrameChg>
        <pc:graphicFrameChg chg="mod">
          <ac:chgData name="Zheng Fei" userId="d19317889db4c986" providerId="LiveId" clId="{3861D70B-005F-4AE3-9F94-86BFD29D89F4}" dt="2022-02-23T15:03:53.275" v="1809" actId="14100"/>
          <ac:graphicFrameMkLst>
            <pc:docMk/>
            <pc:sldMk cId="2902439285" sldId="389"/>
            <ac:graphicFrameMk id="44" creationId="{74989E79-94F6-433F-80C9-EFFBDCE7433F}"/>
          </ac:graphicFrameMkLst>
        </pc:graphicFrameChg>
        <pc:graphicFrameChg chg="mod">
          <ac:chgData name="Zheng Fei" userId="d19317889db4c986" providerId="LiveId" clId="{3861D70B-005F-4AE3-9F94-86BFD29D89F4}" dt="2022-02-23T15:03:53.275" v="1809" actId="14100"/>
          <ac:graphicFrameMkLst>
            <pc:docMk/>
            <pc:sldMk cId="2902439285" sldId="389"/>
            <ac:graphicFrameMk id="45" creationId="{08A45EF1-F0D6-4EC5-869A-5717928CA5A5}"/>
          </ac:graphicFrameMkLst>
        </pc:graphicFrameChg>
        <pc:graphicFrameChg chg="mod">
          <ac:chgData name="Zheng Fei" userId="d19317889db4c986" providerId="LiveId" clId="{3861D70B-005F-4AE3-9F94-86BFD29D89F4}" dt="2022-02-23T15:03:53.275" v="1809" actId="14100"/>
          <ac:graphicFrameMkLst>
            <pc:docMk/>
            <pc:sldMk cId="2902439285" sldId="389"/>
            <ac:graphicFrameMk id="46" creationId="{EC53A5B2-65BB-474D-8F68-C8BF6F2190F8}"/>
          </ac:graphicFrameMkLst>
        </pc:graphicFrameChg>
        <pc:graphicFrameChg chg="mod">
          <ac:chgData name="Zheng Fei" userId="d19317889db4c986" providerId="LiveId" clId="{3861D70B-005F-4AE3-9F94-86BFD29D89F4}" dt="2022-02-23T15:05:46.184" v="1841" actId="1076"/>
          <ac:graphicFrameMkLst>
            <pc:docMk/>
            <pc:sldMk cId="2902439285" sldId="389"/>
            <ac:graphicFrameMk id="51" creationId="{B2CCB596-FE0D-4F38-B232-6B0B69EEAE07}"/>
          </ac:graphicFrameMkLst>
        </pc:graphicFrameChg>
        <pc:graphicFrameChg chg="mod">
          <ac:chgData name="Zheng Fei" userId="d19317889db4c986" providerId="LiveId" clId="{3861D70B-005F-4AE3-9F94-86BFD29D89F4}" dt="2022-02-23T15:05:46.184" v="1841" actId="1076"/>
          <ac:graphicFrameMkLst>
            <pc:docMk/>
            <pc:sldMk cId="2902439285" sldId="389"/>
            <ac:graphicFrameMk id="52" creationId="{4AF7F613-C694-4432-B7F8-DC11C828CA1F}"/>
          </ac:graphicFrameMkLst>
        </pc:graphicFrameChg>
        <pc:graphicFrameChg chg="mod">
          <ac:chgData name="Zheng Fei" userId="d19317889db4c986" providerId="LiveId" clId="{3861D70B-005F-4AE3-9F94-86BFD29D89F4}" dt="2022-02-23T15:05:46.184" v="1841" actId="1076"/>
          <ac:graphicFrameMkLst>
            <pc:docMk/>
            <pc:sldMk cId="2902439285" sldId="389"/>
            <ac:graphicFrameMk id="53" creationId="{77635EF6-589E-47F8-BB4A-0BEC24D58396}"/>
          </ac:graphicFrameMkLst>
        </pc:graphicFrameChg>
        <pc:graphicFrameChg chg="mod">
          <ac:chgData name="Zheng Fei" userId="d19317889db4c986" providerId="LiveId" clId="{3861D70B-005F-4AE3-9F94-86BFD29D89F4}" dt="2022-02-23T15:06:24.426" v="1849" actId="14100"/>
          <ac:graphicFrameMkLst>
            <pc:docMk/>
            <pc:sldMk cId="2902439285" sldId="389"/>
            <ac:graphicFrameMk id="69" creationId="{67FA26EB-D785-4E92-8F14-BB75D2064FC4}"/>
          </ac:graphicFrameMkLst>
        </pc:graphicFrameChg>
        <pc:graphicFrameChg chg="mod">
          <ac:chgData name="Zheng Fei" userId="d19317889db4c986" providerId="LiveId" clId="{3861D70B-005F-4AE3-9F94-86BFD29D89F4}" dt="2022-02-23T15:06:24.426" v="1849" actId="14100"/>
          <ac:graphicFrameMkLst>
            <pc:docMk/>
            <pc:sldMk cId="2902439285" sldId="389"/>
            <ac:graphicFrameMk id="70" creationId="{BA99ECC4-0A5E-4B06-AAFA-80C251E63787}"/>
          </ac:graphicFrameMkLst>
        </pc:graphicFrameChg>
        <pc:graphicFrameChg chg="mod">
          <ac:chgData name="Zheng Fei" userId="d19317889db4c986" providerId="LiveId" clId="{3861D70B-005F-4AE3-9F94-86BFD29D89F4}" dt="2022-02-23T15:06:24.426" v="1849" actId="14100"/>
          <ac:graphicFrameMkLst>
            <pc:docMk/>
            <pc:sldMk cId="2902439285" sldId="389"/>
            <ac:graphicFrameMk id="71" creationId="{47CC72EA-F2C1-4F91-ACD7-59AC1BC24838}"/>
          </ac:graphicFrameMkLst>
        </pc:graphicFrameChg>
        <pc:graphicFrameChg chg="mod">
          <ac:chgData name="Zheng Fei" userId="d19317889db4c986" providerId="LiveId" clId="{3861D70B-005F-4AE3-9F94-86BFD29D89F4}" dt="2022-02-23T15:06:05.672" v="1844" actId="14100"/>
          <ac:graphicFrameMkLst>
            <pc:docMk/>
            <pc:sldMk cId="2902439285" sldId="389"/>
            <ac:graphicFrameMk id="86" creationId="{6151429D-551B-4838-A95D-04D75550B6DD}"/>
          </ac:graphicFrameMkLst>
        </pc:graphicFrameChg>
        <pc:graphicFrameChg chg="mod">
          <ac:chgData name="Zheng Fei" userId="d19317889db4c986" providerId="LiveId" clId="{3861D70B-005F-4AE3-9F94-86BFD29D89F4}" dt="2022-02-23T15:06:05.672" v="1844" actId="14100"/>
          <ac:graphicFrameMkLst>
            <pc:docMk/>
            <pc:sldMk cId="2902439285" sldId="389"/>
            <ac:graphicFrameMk id="87" creationId="{BFE4C74A-D451-4168-8519-382886D7BAB7}"/>
          </ac:graphicFrameMkLst>
        </pc:graphicFrameChg>
        <pc:graphicFrameChg chg="mod">
          <ac:chgData name="Zheng Fei" userId="d19317889db4c986" providerId="LiveId" clId="{3861D70B-005F-4AE3-9F94-86BFD29D89F4}" dt="2022-02-23T15:06:05.672" v="1844" actId="14100"/>
          <ac:graphicFrameMkLst>
            <pc:docMk/>
            <pc:sldMk cId="2902439285" sldId="389"/>
            <ac:graphicFrameMk id="88" creationId="{366E44FE-DFDF-489D-9F63-2DBCE19B8AFA}"/>
          </ac:graphicFrameMkLst>
        </pc:graphicFrameChg>
        <pc:cxnChg chg="mod">
          <ac:chgData name="Zheng Fei" userId="d19317889db4c986" providerId="LiveId" clId="{3861D70B-005F-4AE3-9F94-86BFD29D89F4}" dt="2022-02-22T10:23:47.595" v="1718" actId="1037"/>
          <ac:cxnSpMkLst>
            <pc:docMk/>
            <pc:sldMk cId="2902439285" sldId="389"/>
            <ac:cxnSpMk id="6" creationId="{4979DC70-8BC8-41FE-B1AF-592E3F35BB75}"/>
          </ac:cxnSpMkLst>
        </pc:cxnChg>
        <pc:cxnChg chg="mod">
          <ac:chgData name="Zheng Fei" userId="d19317889db4c986" providerId="LiveId" clId="{3861D70B-005F-4AE3-9F94-86BFD29D89F4}" dt="2022-02-22T10:23:59.617" v="1752" actId="1038"/>
          <ac:cxnSpMkLst>
            <pc:docMk/>
            <pc:sldMk cId="2902439285" sldId="389"/>
            <ac:cxnSpMk id="9" creationId="{93AF8ED3-76A5-4E6A-8065-FF03C4AF8A3A}"/>
          </ac:cxnSpMkLst>
        </pc:cxnChg>
        <pc:cxnChg chg="mod">
          <ac:chgData name="Zheng Fei" userId="d19317889db4c986" providerId="LiveId" clId="{3861D70B-005F-4AE3-9F94-86BFD29D89F4}" dt="2022-02-22T10:23:47.595" v="1718" actId="1037"/>
          <ac:cxnSpMkLst>
            <pc:docMk/>
            <pc:sldMk cId="2902439285" sldId="389"/>
            <ac:cxnSpMk id="17" creationId="{A05B5A6A-C2E9-4936-9CE1-FD6D3C71301E}"/>
          </ac:cxnSpMkLst>
        </pc:cxnChg>
      </pc:sldChg>
      <pc:sldChg chg="addSp modSp new mod">
        <pc:chgData name="Zheng Fei" userId="d19317889db4c986" providerId="LiveId" clId="{3861D70B-005F-4AE3-9F94-86BFD29D89F4}" dt="2022-02-23T15:09:09.240" v="1862"/>
        <pc:sldMkLst>
          <pc:docMk/>
          <pc:sldMk cId="4249073213" sldId="390"/>
        </pc:sldMkLst>
        <pc:spChg chg="add mod">
          <ac:chgData name="Zheng Fei" userId="d19317889db4c986" providerId="LiveId" clId="{3861D70B-005F-4AE3-9F94-86BFD29D89F4}" dt="2022-02-23T15:09:09.240" v="1862"/>
          <ac:spMkLst>
            <pc:docMk/>
            <pc:sldMk cId="4249073213" sldId="390"/>
            <ac:spMk id="2" creationId="{66E5855E-88D1-406E-85B8-36B4887AA64C}"/>
          </ac:spMkLst>
        </pc:spChg>
      </pc:sldChg>
      <pc:sldChg chg="add">
        <pc:chgData name="Zheng Fei" userId="d19317889db4c986" providerId="LiveId" clId="{3861D70B-005F-4AE3-9F94-86BFD29D89F4}" dt="2022-02-22T12:23:13.830" v="1771"/>
        <pc:sldMkLst>
          <pc:docMk/>
          <pc:sldMk cId="1431905263" sldId="391"/>
        </pc:sldMkLst>
      </pc:sldChg>
      <pc:sldChg chg="add">
        <pc:chgData name="Zheng Fei" userId="d19317889db4c986" providerId="LiveId" clId="{3861D70B-005F-4AE3-9F94-86BFD29D89F4}" dt="2022-02-22T12:23:13.830" v="1771"/>
        <pc:sldMkLst>
          <pc:docMk/>
          <pc:sldMk cId="3932442242" sldId="392"/>
        </pc:sldMkLst>
      </pc:sldChg>
      <pc:sldChg chg="add">
        <pc:chgData name="Zheng Fei" userId="d19317889db4c986" providerId="LiveId" clId="{3861D70B-005F-4AE3-9F94-86BFD29D89F4}" dt="2022-02-22T12:23:13.830" v="1771"/>
        <pc:sldMkLst>
          <pc:docMk/>
          <pc:sldMk cId="1732217486" sldId="393"/>
        </pc:sldMkLst>
      </pc:sldChg>
      <pc:sldChg chg="add">
        <pc:chgData name="Zheng Fei" userId="d19317889db4c986" providerId="LiveId" clId="{3861D70B-005F-4AE3-9F94-86BFD29D89F4}" dt="2022-02-22T12:23:13.830" v="1771"/>
        <pc:sldMkLst>
          <pc:docMk/>
          <pc:sldMk cId="1254709018" sldId="394"/>
        </pc:sldMkLst>
      </pc:sldChg>
      <pc:sldChg chg="add">
        <pc:chgData name="Zheng Fei" userId="d19317889db4c986" providerId="LiveId" clId="{3861D70B-005F-4AE3-9F94-86BFD29D89F4}" dt="2022-02-22T12:23:13.830" v="1771"/>
        <pc:sldMkLst>
          <pc:docMk/>
          <pc:sldMk cId="3424109515" sldId="395"/>
        </pc:sldMkLst>
      </pc:sldChg>
      <pc:sldChg chg="add">
        <pc:chgData name="Zheng Fei" userId="d19317889db4c986" providerId="LiveId" clId="{3861D70B-005F-4AE3-9F94-86BFD29D89F4}" dt="2022-02-22T12:23:13.830" v="1771"/>
        <pc:sldMkLst>
          <pc:docMk/>
          <pc:sldMk cId="1926675108" sldId="396"/>
        </pc:sldMkLst>
      </pc:sldChg>
      <pc:sldChg chg="add">
        <pc:chgData name="Zheng Fei" userId="d19317889db4c986" providerId="LiveId" clId="{3861D70B-005F-4AE3-9F94-86BFD29D89F4}" dt="2022-02-22T12:23:13.830" v="1771"/>
        <pc:sldMkLst>
          <pc:docMk/>
          <pc:sldMk cId="1849299568" sldId="397"/>
        </pc:sldMkLst>
      </pc:sldChg>
      <pc:sldChg chg="add">
        <pc:chgData name="Zheng Fei" userId="d19317889db4c986" providerId="LiveId" clId="{3861D70B-005F-4AE3-9F94-86BFD29D89F4}" dt="2022-02-22T12:23:13.830" v="1771"/>
        <pc:sldMkLst>
          <pc:docMk/>
          <pc:sldMk cId="2324191358" sldId="398"/>
        </pc:sldMkLst>
      </pc:sldChg>
      <pc:sldChg chg="addSp modSp new mod">
        <pc:chgData name="Zheng Fei" userId="d19317889db4c986" providerId="LiveId" clId="{3861D70B-005F-4AE3-9F94-86BFD29D89F4}" dt="2022-02-23T15:09:14.260" v="1864"/>
        <pc:sldMkLst>
          <pc:docMk/>
          <pc:sldMk cId="1421180870" sldId="399"/>
        </pc:sldMkLst>
        <pc:spChg chg="add mod">
          <ac:chgData name="Zheng Fei" userId="d19317889db4c986" providerId="LiveId" clId="{3861D70B-005F-4AE3-9F94-86BFD29D89F4}" dt="2022-02-23T15:09:14.260" v="1864"/>
          <ac:spMkLst>
            <pc:docMk/>
            <pc:sldMk cId="1421180870" sldId="399"/>
            <ac:spMk id="2" creationId="{3547EBD7-5C90-4789-AE80-BC7EFCF105AB}"/>
          </ac:spMkLst>
        </pc:spChg>
      </pc:sldChg>
    </pc:docChg>
  </pc:docChgLst>
  <pc:docChgLst>
    <pc:chgData name="Fei Zheng" userId="d19317889db4c986" providerId="LiveId" clId="{D352CF74-E9C8-324F-A3CD-EF8DAEB71FCF}"/>
    <pc:docChg chg="custSel addSld delSld modSld sldOrd">
      <pc:chgData name="Fei Zheng" userId="d19317889db4c986" providerId="LiveId" clId="{D352CF74-E9C8-324F-A3CD-EF8DAEB71FCF}" dt="2023-02-26T09:39:19.555" v="792" actId="20577"/>
      <pc:docMkLst>
        <pc:docMk/>
      </pc:docMkLst>
      <pc:sldChg chg="modSp mod">
        <pc:chgData name="Fei Zheng" userId="d19317889db4c986" providerId="LiveId" clId="{D352CF74-E9C8-324F-A3CD-EF8DAEB71FCF}" dt="2023-02-26T09:36:43.697" v="759" actId="20577"/>
        <pc:sldMkLst>
          <pc:docMk/>
          <pc:sldMk cId="4155687108" sldId="370"/>
        </pc:sldMkLst>
        <pc:spChg chg="mod">
          <ac:chgData name="Fei Zheng" userId="d19317889db4c986" providerId="LiveId" clId="{D352CF74-E9C8-324F-A3CD-EF8DAEB71FCF}" dt="2023-02-26T09:36:43.697" v="759" actId="20577"/>
          <ac:spMkLst>
            <pc:docMk/>
            <pc:sldMk cId="4155687108" sldId="370"/>
            <ac:spMk id="4" creationId="{4D857AEB-451B-5C13-1F2F-6611AE359FCF}"/>
          </ac:spMkLst>
        </pc:spChg>
      </pc:sldChg>
      <pc:sldChg chg="modSp mod">
        <pc:chgData name="Fei Zheng" userId="d19317889db4c986" providerId="LiveId" clId="{D352CF74-E9C8-324F-A3CD-EF8DAEB71FCF}" dt="2023-02-26T09:39:17.299" v="791" actId="20577"/>
        <pc:sldMkLst>
          <pc:docMk/>
          <pc:sldMk cId="233906158" sldId="372"/>
        </pc:sldMkLst>
        <pc:spChg chg="mod">
          <ac:chgData name="Fei Zheng" userId="d19317889db4c986" providerId="LiveId" clId="{D352CF74-E9C8-324F-A3CD-EF8DAEB71FCF}" dt="2023-02-26T09:39:17.299" v="791" actId="20577"/>
          <ac:spMkLst>
            <pc:docMk/>
            <pc:sldMk cId="233906158" sldId="372"/>
            <ac:spMk id="4" creationId="{C0C3FDED-6AA1-67F2-10A3-C1883D19644C}"/>
          </ac:spMkLst>
        </pc:spChg>
      </pc:sldChg>
      <pc:sldChg chg="modSp mod">
        <pc:chgData name="Fei Zheng" userId="d19317889db4c986" providerId="LiveId" clId="{D352CF74-E9C8-324F-A3CD-EF8DAEB71FCF}" dt="2023-02-26T09:39:14.203" v="789" actId="20577"/>
        <pc:sldMkLst>
          <pc:docMk/>
          <pc:sldMk cId="1204855515" sldId="433"/>
        </pc:sldMkLst>
        <pc:spChg chg="mod">
          <ac:chgData name="Fei Zheng" userId="d19317889db4c986" providerId="LiveId" clId="{D352CF74-E9C8-324F-A3CD-EF8DAEB71FCF}" dt="2023-02-26T09:39:14.203" v="789" actId="20577"/>
          <ac:spMkLst>
            <pc:docMk/>
            <pc:sldMk cId="1204855515" sldId="433"/>
            <ac:spMk id="3" creationId="{2DE4DA09-25B7-8720-14FB-1B4F29D8CC35}"/>
          </ac:spMkLst>
        </pc:spChg>
      </pc:sldChg>
      <pc:sldChg chg="modSp mod">
        <pc:chgData name="Fei Zheng" userId="d19317889db4c986" providerId="LiveId" clId="{D352CF74-E9C8-324F-A3CD-EF8DAEB71FCF}" dt="2023-02-26T09:39:19.555" v="792" actId="20577"/>
        <pc:sldMkLst>
          <pc:docMk/>
          <pc:sldMk cId="451588013" sldId="440"/>
        </pc:sldMkLst>
        <pc:spChg chg="mod">
          <ac:chgData name="Fei Zheng" userId="d19317889db4c986" providerId="LiveId" clId="{D352CF74-E9C8-324F-A3CD-EF8DAEB71FCF}" dt="2023-02-26T09:39:19.555" v="792" actId="20577"/>
          <ac:spMkLst>
            <pc:docMk/>
            <pc:sldMk cId="451588013" sldId="440"/>
            <ac:spMk id="2" creationId="{3227B9BE-1746-A0B0-5512-78CC1B444EA7}"/>
          </ac:spMkLst>
        </pc:spChg>
      </pc:sldChg>
      <pc:sldChg chg="modAnim">
        <pc:chgData name="Fei Zheng" userId="d19317889db4c986" providerId="LiveId" clId="{D352CF74-E9C8-324F-A3CD-EF8DAEB71FCF}" dt="2023-02-26T09:32:15.635" v="726"/>
        <pc:sldMkLst>
          <pc:docMk/>
          <pc:sldMk cId="4198043349" sldId="445"/>
        </pc:sldMkLst>
      </pc:sldChg>
      <pc:sldChg chg="addSp delSp modSp mod">
        <pc:chgData name="Fei Zheng" userId="d19317889db4c986" providerId="LiveId" clId="{D352CF74-E9C8-324F-A3CD-EF8DAEB71FCF}" dt="2023-02-26T08:09:12.263" v="69"/>
        <pc:sldMkLst>
          <pc:docMk/>
          <pc:sldMk cId="283994713" sldId="447"/>
        </pc:sldMkLst>
        <pc:spChg chg="mod">
          <ac:chgData name="Fei Zheng" userId="d19317889db4c986" providerId="LiveId" clId="{D352CF74-E9C8-324F-A3CD-EF8DAEB71FCF}" dt="2023-02-26T08:08:26.493" v="65" actId="20577"/>
          <ac:spMkLst>
            <pc:docMk/>
            <pc:sldMk cId="283994713" sldId="447"/>
            <ac:spMk id="4" creationId="{BCB44E54-2D7D-48A0-A57D-978AB2C7EA92}"/>
          </ac:spMkLst>
        </pc:spChg>
        <pc:spChg chg="del">
          <ac:chgData name="Fei Zheng" userId="d19317889db4c986" providerId="LiveId" clId="{D352CF74-E9C8-324F-A3CD-EF8DAEB71FCF}" dt="2023-02-26T08:09:11.900" v="68" actId="478"/>
          <ac:spMkLst>
            <pc:docMk/>
            <pc:sldMk cId="283994713" sldId="447"/>
            <ac:spMk id="5" creationId="{7172250D-79F9-3C11-8CB8-19738BA56D76}"/>
          </ac:spMkLst>
        </pc:spChg>
        <pc:spChg chg="add mod">
          <ac:chgData name="Fei Zheng" userId="d19317889db4c986" providerId="LiveId" clId="{D352CF74-E9C8-324F-A3CD-EF8DAEB71FCF}" dt="2023-02-26T08:09:12.263" v="69"/>
          <ac:spMkLst>
            <pc:docMk/>
            <pc:sldMk cId="283994713" sldId="447"/>
            <ac:spMk id="6" creationId="{45857B86-9D29-249F-7733-9F3D9B78A653}"/>
          </ac:spMkLst>
        </pc:spChg>
        <pc:picChg chg="mod">
          <ac:chgData name="Fei Zheng" userId="d19317889db4c986" providerId="LiveId" clId="{D352CF74-E9C8-324F-A3CD-EF8DAEB71FCF}" dt="2023-02-26T08:08:56.520" v="66" actId="1076"/>
          <ac:picMkLst>
            <pc:docMk/>
            <pc:sldMk cId="283994713" sldId="447"/>
            <ac:picMk id="3" creationId="{59858211-35F5-40EC-B417-6B431D47DCC3}"/>
          </ac:picMkLst>
        </pc:picChg>
      </pc:sldChg>
      <pc:sldChg chg="del">
        <pc:chgData name="Fei Zheng" userId="d19317889db4c986" providerId="LiveId" clId="{D352CF74-E9C8-324F-A3CD-EF8DAEB71FCF}" dt="2023-02-26T09:36:58.248" v="760" actId="2696"/>
        <pc:sldMkLst>
          <pc:docMk/>
          <pc:sldMk cId="2795800586" sldId="450"/>
        </pc:sldMkLst>
      </pc:sldChg>
      <pc:sldChg chg="modSp add mod setBg">
        <pc:chgData name="Fei Zheng" userId="d19317889db4c986" providerId="LiveId" clId="{D352CF74-E9C8-324F-A3CD-EF8DAEB71FCF}" dt="2023-02-26T09:37:25.595" v="772" actId="20577"/>
        <pc:sldMkLst>
          <pc:docMk/>
          <pc:sldMk cId="2055241961" sldId="452"/>
        </pc:sldMkLst>
        <pc:spChg chg="mod">
          <ac:chgData name="Fei Zheng" userId="d19317889db4c986" providerId="LiveId" clId="{D352CF74-E9C8-324F-A3CD-EF8DAEB71FCF}" dt="2023-02-26T09:37:25.595" v="772" actId="20577"/>
          <ac:spMkLst>
            <pc:docMk/>
            <pc:sldMk cId="2055241961" sldId="452"/>
            <ac:spMk id="5" creationId="{824CE8D3-182B-4EE5-2899-7FD3F104E6E1}"/>
          </ac:spMkLst>
        </pc:spChg>
      </pc:sldChg>
      <pc:sldChg chg="del">
        <pc:chgData name="Fei Zheng" userId="d19317889db4c986" providerId="LiveId" clId="{D352CF74-E9C8-324F-A3CD-EF8DAEB71FCF}" dt="2023-02-26T09:37:14.987" v="770" actId="2696"/>
        <pc:sldMkLst>
          <pc:docMk/>
          <pc:sldMk cId="3369899449" sldId="452"/>
        </pc:sldMkLst>
      </pc:sldChg>
      <pc:sldChg chg="modSp mod">
        <pc:chgData name="Fei Zheng" userId="d19317889db4c986" providerId="LiveId" clId="{D352CF74-E9C8-324F-A3CD-EF8DAEB71FCF}" dt="2023-02-26T09:29:25.507" v="719" actId="2710"/>
        <pc:sldMkLst>
          <pc:docMk/>
          <pc:sldMk cId="3752521652" sldId="1792"/>
        </pc:sldMkLst>
        <pc:spChg chg="mod">
          <ac:chgData name="Fei Zheng" userId="d19317889db4c986" providerId="LiveId" clId="{D352CF74-E9C8-324F-A3CD-EF8DAEB71FCF}" dt="2023-02-26T09:29:25.507" v="719" actId="2710"/>
          <ac:spMkLst>
            <pc:docMk/>
            <pc:sldMk cId="3752521652" sldId="1792"/>
            <ac:spMk id="4" creationId="{3563B0F5-5090-2DCF-6AD2-EDAF01C58245}"/>
          </ac:spMkLst>
        </pc:spChg>
      </pc:sldChg>
      <pc:sldChg chg="modSp mod">
        <pc:chgData name="Fei Zheng" userId="d19317889db4c986" providerId="LiveId" clId="{D352CF74-E9C8-324F-A3CD-EF8DAEB71FCF}" dt="2023-02-26T09:37:04.484" v="769" actId="20577"/>
        <pc:sldMkLst>
          <pc:docMk/>
          <pc:sldMk cId="3868284283" sldId="1795"/>
        </pc:sldMkLst>
        <pc:spChg chg="mod">
          <ac:chgData name="Fei Zheng" userId="d19317889db4c986" providerId="LiveId" clId="{D352CF74-E9C8-324F-A3CD-EF8DAEB71FCF}" dt="2023-02-26T09:37:04.484" v="769" actId="20577"/>
          <ac:spMkLst>
            <pc:docMk/>
            <pc:sldMk cId="3868284283" sldId="1795"/>
            <ac:spMk id="4" creationId="{A0786EC7-780F-BF96-2DB5-F9B2391C9636}"/>
          </ac:spMkLst>
        </pc:spChg>
      </pc:sldChg>
      <pc:sldChg chg="addSp delSp modSp mod modAnim">
        <pc:chgData name="Fei Zheng" userId="d19317889db4c986" providerId="LiveId" clId="{D352CF74-E9C8-324F-A3CD-EF8DAEB71FCF}" dt="2023-02-26T09:24:32.470" v="383" actId="207"/>
        <pc:sldMkLst>
          <pc:docMk/>
          <pc:sldMk cId="3517912859" sldId="1800"/>
        </pc:sldMkLst>
        <pc:spChg chg="mod">
          <ac:chgData name="Fei Zheng" userId="d19317889db4c986" providerId="LiveId" clId="{D352CF74-E9C8-324F-A3CD-EF8DAEB71FCF}" dt="2023-02-26T09:24:23.068" v="382" actId="1076"/>
          <ac:spMkLst>
            <pc:docMk/>
            <pc:sldMk cId="3517912859" sldId="1800"/>
            <ac:spMk id="3" creationId="{84F28FD1-0D08-B77F-66C5-858811A09744}"/>
          </ac:spMkLst>
        </pc:spChg>
        <pc:spChg chg="del mod">
          <ac:chgData name="Fei Zheng" userId="d19317889db4c986" providerId="LiveId" clId="{D352CF74-E9C8-324F-A3CD-EF8DAEB71FCF}" dt="2023-02-26T09:24:07.116" v="380"/>
          <ac:spMkLst>
            <pc:docMk/>
            <pc:sldMk cId="3517912859" sldId="1800"/>
            <ac:spMk id="4" creationId="{75FACD3D-1C52-9CCE-E675-0091CFC3FBCA}"/>
          </ac:spMkLst>
        </pc:spChg>
        <pc:spChg chg="add mod">
          <ac:chgData name="Fei Zheng" userId="d19317889db4c986" providerId="LiveId" clId="{D352CF74-E9C8-324F-A3CD-EF8DAEB71FCF}" dt="2023-02-26T09:24:32.470" v="383" actId="207"/>
          <ac:spMkLst>
            <pc:docMk/>
            <pc:sldMk cId="3517912859" sldId="1800"/>
            <ac:spMk id="5" creationId="{A7396D6F-C013-8BFD-C89E-4B9CED49D62C}"/>
          </ac:spMkLst>
        </pc:spChg>
        <pc:spChg chg="add mod">
          <ac:chgData name="Fei Zheng" userId="d19317889db4c986" providerId="LiveId" clId="{D352CF74-E9C8-324F-A3CD-EF8DAEB71FCF}" dt="2023-02-26T09:24:06.448" v="378" actId="12788"/>
          <ac:spMkLst>
            <pc:docMk/>
            <pc:sldMk cId="3517912859" sldId="1800"/>
            <ac:spMk id="6" creationId="{38532382-FF1F-6B27-6452-4859D0E6238E}"/>
          </ac:spMkLst>
        </pc:spChg>
        <pc:cxnChg chg="add mod">
          <ac:chgData name="Fei Zheng" userId="d19317889db4c986" providerId="LiveId" clId="{D352CF74-E9C8-324F-A3CD-EF8DAEB71FCF}" dt="2023-02-26T09:23:49.891" v="374"/>
          <ac:cxnSpMkLst>
            <pc:docMk/>
            <pc:sldMk cId="3517912859" sldId="1800"/>
            <ac:cxnSpMk id="2" creationId="{4C71DB5B-03EA-5608-999C-D3C9FE12CFA4}"/>
          </ac:cxnSpMkLst>
        </pc:cxnChg>
      </pc:sldChg>
      <pc:sldChg chg="del ord">
        <pc:chgData name="Fei Zheng" userId="d19317889db4c986" providerId="LiveId" clId="{D352CF74-E9C8-324F-A3CD-EF8DAEB71FCF}" dt="2023-02-26T09:30:29.417" v="720" actId="2696"/>
        <pc:sldMkLst>
          <pc:docMk/>
          <pc:sldMk cId="3770543363" sldId="1803"/>
        </pc:sldMkLst>
      </pc:sldChg>
      <pc:sldChg chg="delSp modSp mod">
        <pc:chgData name="Fei Zheng" userId="d19317889db4c986" providerId="LiveId" clId="{D352CF74-E9C8-324F-A3CD-EF8DAEB71FCF}" dt="2023-02-26T09:25:27.575" v="524" actId="20577"/>
        <pc:sldMkLst>
          <pc:docMk/>
          <pc:sldMk cId="261113825" sldId="1804"/>
        </pc:sldMkLst>
        <pc:spChg chg="mod">
          <ac:chgData name="Fei Zheng" userId="d19317889db4c986" providerId="LiveId" clId="{D352CF74-E9C8-324F-A3CD-EF8DAEB71FCF}" dt="2023-02-26T09:24:46.062" v="406" actId="113"/>
          <ac:spMkLst>
            <pc:docMk/>
            <pc:sldMk cId="261113825" sldId="1804"/>
            <ac:spMk id="7" creationId="{E0227C5E-A9EF-D0BD-7174-57F329558B15}"/>
          </ac:spMkLst>
        </pc:spChg>
        <pc:spChg chg="mod">
          <ac:chgData name="Fei Zheng" userId="d19317889db4c986" providerId="LiveId" clId="{D352CF74-E9C8-324F-A3CD-EF8DAEB71FCF}" dt="2023-02-26T09:24:46.062" v="406" actId="113"/>
          <ac:spMkLst>
            <pc:docMk/>
            <pc:sldMk cId="261113825" sldId="1804"/>
            <ac:spMk id="8" creationId="{F0E4F3FF-226E-73A4-F2A0-9B506AA53150}"/>
          </ac:spMkLst>
        </pc:spChg>
        <pc:spChg chg="mod replST">
          <ac:chgData name="Fei Zheng" userId="d19317889db4c986" providerId="LiveId" clId="{D352CF74-E9C8-324F-A3CD-EF8DAEB71FCF}" dt="2023-02-26T09:25:27.574" v="523" actId="20577"/>
          <ac:spMkLst>
            <pc:docMk/>
            <pc:sldMk cId="261113825" sldId="1804"/>
            <ac:spMk id="11" creationId="{6CC45382-0E9F-1321-F366-02DA3F5E41C2}"/>
          </ac:spMkLst>
        </pc:spChg>
        <pc:spChg chg="mod replST">
          <ac:chgData name="Fei Zheng" userId="d19317889db4c986" providerId="LiveId" clId="{D352CF74-E9C8-324F-A3CD-EF8DAEB71FCF}" dt="2023-02-26T09:25:27.575" v="524" actId="20577"/>
          <ac:spMkLst>
            <pc:docMk/>
            <pc:sldMk cId="261113825" sldId="1804"/>
            <ac:spMk id="12" creationId="{41DCC32D-8369-288F-4F8F-D0ACB0015E47}"/>
          </ac:spMkLst>
        </pc:spChg>
        <pc:spChg chg="mod">
          <ac:chgData name="Fei Zheng" userId="d19317889db4c986" providerId="LiveId" clId="{D352CF74-E9C8-324F-A3CD-EF8DAEB71FCF}" dt="2023-02-26T09:25:23.626" v="518"/>
          <ac:spMkLst>
            <pc:docMk/>
            <pc:sldMk cId="261113825" sldId="1804"/>
            <ac:spMk id="16" creationId="{A86BAAB1-E37A-B5AE-3205-4CD9987E37E6}"/>
          </ac:spMkLst>
        </pc:spChg>
        <pc:spChg chg="del">
          <ac:chgData name="Fei Zheng" userId="d19317889db4c986" providerId="LiveId" clId="{D352CF74-E9C8-324F-A3CD-EF8DAEB71FCF}" dt="2023-02-26T09:25:26.263" v="520" actId="478"/>
          <ac:spMkLst>
            <pc:docMk/>
            <pc:sldMk cId="261113825" sldId="1804"/>
            <ac:spMk id="19" creationId="{56654F71-FF2C-0282-EAD5-06E427634739}"/>
          </ac:spMkLst>
        </pc:spChg>
        <pc:picChg chg="mod">
          <ac:chgData name="Fei Zheng" userId="d19317889db4c986" providerId="LiveId" clId="{D352CF74-E9C8-324F-A3CD-EF8DAEB71FCF}" dt="2023-02-26T09:25:23.626" v="519"/>
          <ac:picMkLst>
            <pc:docMk/>
            <pc:sldMk cId="261113825" sldId="1804"/>
            <ac:picMk id="5" creationId="{31081770-55FB-E26E-B035-E397B4232842}"/>
          </ac:picMkLst>
        </pc:picChg>
      </pc:sldChg>
      <pc:sldChg chg="addSp delSp modSp mod">
        <pc:chgData name="Fei Zheng" userId="d19317889db4c986" providerId="LiveId" clId="{D352CF74-E9C8-324F-A3CD-EF8DAEB71FCF}" dt="2023-02-26T09:26:07.220" v="618"/>
        <pc:sldMkLst>
          <pc:docMk/>
          <pc:sldMk cId="3306326107" sldId="1805"/>
        </pc:sldMkLst>
        <pc:spChg chg="add mod replST">
          <ac:chgData name="Fei Zheng" userId="d19317889db4c986" providerId="LiveId" clId="{D352CF74-E9C8-324F-A3CD-EF8DAEB71FCF}" dt="2023-02-26T09:26:07.219" v="616"/>
          <ac:spMkLst>
            <pc:docMk/>
            <pc:sldMk cId="3306326107" sldId="1805"/>
            <ac:spMk id="2" creationId="{C273E5A0-391B-F276-D3F6-18A35997E0DA}"/>
          </ac:spMkLst>
        </pc:spChg>
        <pc:spChg chg="mod">
          <ac:chgData name="Fei Zheng" userId="d19317889db4c986" providerId="LiveId" clId="{D352CF74-E9C8-324F-A3CD-EF8DAEB71FCF}" dt="2023-02-26T09:25:06.094" v="469" actId="113"/>
          <ac:spMkLst>
            <pc:docMk/>
            <pc:sldMk cId="3306326107" sldId="1805"/>
            <ac:spMk id="5" creationId="{280BDA9C-DC33-77FC-2E25-7987D1BDE2BE}"/>
          </ac:spMkLst>
        </pc:spChg>
        <pc:spChg chg="mod">
          <ac:chgData name="Fei Zheng" userId="d19317889db4c986" providerId="LiveId" clId="{D352CF74-E9C8-324F-A3CD-EF8DAEB71FCF}" dt="2023-02-26T09:25:06.094" v="469" actId="113"/>
          <ac:spMkLst>
            <pc:docMk/>
            <pc:sldMk cId="3306326107" sldId="1805"/>
            <ac:spMk id="6" creationId="{4B8374E4-282C-2FA4-BC9A-13296F965E90}"/>
          </ac:spMkLst>
        </pc:spChg>
        <pc:spChg chg="mod">
          <ac:chgData name="Fei Zheng" userId="d19317889db4c986" providerId="LiveId" clId="{D352CF74-E9C8-324F-A3CD-EF8DAEB71FCF}" dt="2023-02-26T09:25:06.094" v="469" actId="113"/>
          <ac:spMkLst>
            <pc:docMk/>
            <pc:sldMk cId="3306326107" sldId="1805"/>
            <ac:spMk id="7" creationId="{6C748415-339F-8BFD-7763-F5B69A925453}"/>
          </ac:spMkLst>
        </pc:spChg>
        <pc:spChg chg="mod">
          <ac:chgData name="Fei Zheng" userId="d19317889db4c986" providerId="LiveId" clId="{D352CF74-E9C8-324F-A3CD-EF8DAEB71FCF}" dt="2023-02-26T09:26:07.209" v="612" actId="20577"/>
          <ac:spMkLst>
            <pc:docMk/>
            <pc:sldMk cId="3306326107" sldId="1805"/>
            <ac:spMk id="9" creationId="{C4630613-839F-2997-2178-04854A69523F}"/>
          </ac:spMkLst>
        </pc:spChg>
        <pc:spChg chg="mod">
          <ac:chgData name="Fei Zheng" userId="d19317889db4c986" providerId="LiveId" clId="{D352CF74-E9C8-324F-A3CD-EF8DAEB71FCF}" dt="2023-02-26T09:26:07.211" v="613" actId="20577"/>
          <ac:spMkLst>
            <pc:docMk/>
            <pc:sldMk cId="3306326107" sldId="1805"/>
            <ac:spMk id="10" creationId="{9EEB27E1-C954-D416-597B-92D0C5DF618A}"/>
          </ac:spMkLst>
        </pc:spChg>
        <pc:spChg chg="mod">
          <ac:chgData name="Fei Zheng" userId="d19317889db4c986" providerId="LiveId" clId="{D352CF74-E9C8-324F-A3CD-EF8DAEB71FCF}" dt="2023-02-26T09:26:07.212" v="614" actId="20577"/>
          <ac:spMkLst>
            <pc:docMk/>
            <pc:sldMk cId="3306326107" sldId="1805"/>
            <ac:spMk id="11" creationId="{F989E8BF-1E52-6FCB-1EA4-05CCCB8A0773}"/>
          </ac:spMkLst>
        </pc:spChg>
        <pc:spChg chg="mod topLvl">
          <ac:chgData name="Fei Zheng" userId="d19317889db4c986" providerId="LiveId" clId="{D352CF74-E9C8-324F-A3CD-EF8DAEB71FCF}" dt="2023-02-26T09:26:07.219" v="616"/>
          <ac:spMkLst>
            <pc:docMk/>
            <pc:sldMk cId="3306326107" sldId="1805"/>
            <ac:spMk id="14" creationId="{A58F2F09-CA2D-7D24-F557-3F82412ADF46}"/>
          </ac:spMkLst>
        </pc:spChg>
        <pc:spChg chg="mod topLvl">
          <ac:chgData name="Fei Zheng" userId="d19317889db4c986" providerId="LiveId" clId="{D352CF74-E9C8-324F-A3CD-EF8DAEB71FCF}" dt="2023-02-26T09:26:07.219" v="616"/>
          <ac:spMkLst>
            <pc:docMk/>
            <pc:sldMk cId="3306326107" sldId="1805"/>
            <ac:spMk id="15" creationId="{F4396659-F6C9-DC27-3BC1-626220D2933B}"/>
          </ac:spMkLst>
        </pc:spChg>
        <pc:spChg chg="mod topLvl">
          <ac:chgData name="Fei Zheng" userId="d19317889db4c986" providerId="LiveId" clId="{D352CF74-E9C8-324F-A3CD-EF8DAEB71FCF}" dt="2023-02-26T09:26:07.219" v="616"/>
          <ac:spMkLst>
            <pc:docMk/>
            <pc:sldMk cId="3306326107" sldId="1805"/>
            <ac:spMk id="16" creationId="{2028EE01-676E-0DA7-B6C8-E9AB04AFF8FD}"/>
          </ac:spMkLst>
        </pc:spChg>
        <pc:spChg chg="del mod">
          <ac:chgData name="Fei Zheng" userId="d19317889db4c986" providerId="LiveId" clId="{D352CF74-E9C8-324F-A3CD-EF8DAEB71FCF}" dt="2023-02-26T09:25:50.095" v="562" actId="478"/>
          <ac:spMkLst>
            <pc:docMk/>
            <pc:sldMk cId="3306326107" sldId="1805"/>
            <ac:spMk id="17" creationId="{5F2FC40E-8C08-DD1C-14F1-E1D59183447F}"/>
          </ac:spMkLst>
        </pc:spChg>
        <pc:grpChg chg="add mod replST">
          <ac:chgData name="Fei Zheng" userId="d19317889db4c986" providerId="LiveId" clId="{D352CF74-E9C8-324F-A3CD-EF8DAEB71FCF}" dt="2023-02-26T09:26:07.220" v="617"/>
          <ac:grpSpMkLst>
            <pc:docMk/>
            <pc:sldMk cId="3306326107" sldId="1805"/>
            <ac:grpSpMk id="8" creationId="{A16CF17E-FBB1-F29B-AC17-1E0ECED3BF68}"/>
          </ac:grpSpMkLst>
        </pc:grpChg>
        <pc:grpChg chg="del mod">
          <ac:chgData name="Fei Zheng" userId="d19317889db4c986" providerId="LiveId" clId="{D352CF74-E9C8-324F-A3CD-EF8DAEB71FCF}" dt="2023-02-26T09:26:07.215" v="615"/>
          <ac:grpSpMkLst>
            <pc:docMk/>
            <pc:sldMk cId="3306326107" sldId="1805"/>
            <ac:grpSpMk id="18" creationId="{1ACFE935-8E1E-D80D-6B9D-E72ADA2FD465}"/>
          </ac:grpSpMkLst>
        </pc:grpChg>
        <pc:picChg chg="mod">
          <ac:chgData name="Fei Zheng" userId="d19317889db4c986" providerId="LiveId" clId="{D352CF74-E9C8-324F-A3CD-EF8DAEB71FCF}" dt="2023-02-26T09:26:07.220" v="618"/>
          <ac:picMkLst>
            <pc:docMk/>
            <pc:sldMk cId="3306326107" sldId="1805"/>
            <ac:picMk id="3" creationId="{8D03238F-286E-F0AC-0B8C-F7DC4B015B52}"/>
          </ac:picMkLst>
        </pc:picChg>
      </pc:sldChg>
      <pc:sldChg chg="addSp delSp modSp mod">
        <pc:chgData name="Fei Zheng" userId="d19317889db4c986" providerId="LiveId" clId="{D352CF74-E9C8-324F-A3CD-EF8DAEB71FCF}" dt="2023-02-26T09:26:13.577" v="677"/>
        <pc:sldMkLst>
          <pc:docMk/>
          <pc:sldMk cId="1689809911" sldId="1806"/>
        </pc:sldMkLst>
        <pc:spChg chg="add mod replST">
          <ac:chgData name="Fei Zheng" userId="d19317889db4c986" providerId="LiveId" clId="{D352CF74-E9C8-324F-A3CD-EF8DAEB71FCF}" dt="2023-02-26T09:26:09.467" v="649"/>
          <ac:spMkLst>
            <pc:docMk/>
            <pc:sldMk cId="1689809911" sldId="1806"/>
            <ac:spMk id="2" creationId="{8C7DCDCA-E60F-3623-4C3D-AC71BEF9EF86}"/>
          </ac:spMkLst>
        </pc:spChg>
        <pc:spChg chg="mod">
          <ac:chgData name="Fei Zheng" userId="d19317889db4c986" providerId="LiveId" clId="{D352CF74-E9C8-324F-A3CD-EF8DAEB71FCF}" dt="2023-02-26T09:26:13.134" v="672" actId="113"/>
          <ac:spMkLst>
            <pc:docMk/>
            <pc:sldMk cId="1689809911" sldId="1806"/>
            <ac:spMk id="5" creationId="{3FC2DA10-0DFD-F3A3-A1B7-710C8D4E3167}"/>
          </ac:spMkLst>
        </pc:spChg>
        <pc:spChg chg="mod">
          <ac:chgData name="Fei Zheng" userId="d19317889db4c986" providerId="LiveId" clId="{D352CF74-E9C8-324F-A3CD-EF8DAEB71FCF}" dt="2023-02-26T09:26:13.134" v="672" actId="113"/>
          <ac:spMkLst>
            <pc:docMk/>
            <pc:sldMk cId="1689809911" sldId="1806"/>
            <ac:spMk id="6" creationId="{458D348F-D464-91D9-AA5C-D586556DBAEC}"/>
          </ac:spMkLst>
        </pc:spChg>
        <pc:spChg chg="mod">
          <ac:chgData name="Fei Zheng" userId="d19317889db4c986" providerId="LiveId" clId="{D352CF74-E9C8-324F-A3CD-EF8DAEB71FCF}" dt="2023-02-26T09:26:13.134" v="672" actId="113"/>
          <ac:spMkLst>
            <pc:docMk/>
            <pc:sldMk cId="1689809911" sldId="1806"/>
            <ac:spMk id="7" creationId="{8927EEB9-2EF7-9973-8A8C-E73D8B638E0F}"/>
          </ac:spMkLst>
        </pc:spChg>
        <pc:spChg chg="mod">
          <ac:chgData name="Fei Zheng" userId="d19317889db4c986" providerId="LiveId" clId="{D352CF74-E9C8-324F-A3CD-EF8DAEB71FCF}" dt="2023-02-26T09:26:13.572" v="673" actId="20577"/>
          <ac:spMkLst>
            <pc:docMk/>
            <pc:sldMk cId="1689809911" sldId="1806"/>
            <ac:spMk id="9" creationId="{E865318A-1E6B-0659-AE4F-8A97D621E957}"/>
          </ac:spMkLst>
        </pc:spChg>
        <pc:spChg chg="mod">
          <ac:chgData name="Fei Zheng" userId="d19317889db4c986" providerId="LiveId" clId="{D352CF74-E9C8-324F-A3CD-EF8DAEB71FCF}" dt="2023-02-26T09:26:13.573" v="674" actId="20577"/>
          <ac:spMkLst>
            <pc:docMk/>
            <pc:sldMk cId="1689809911" sldId="1806"/>
            <ac:spMk id="10" creationId="{510DE646-EFE0-84AD-BB8C-29774545CCA9}"/>
          </ac:spMkLst>
        </pc:spChg>
        <pc:spChg chg="mod">
          <ac:chgData name="Fei Zheng" userId="d19317889db4c986" providerId="LiveId" clId="{D352CF74-E9C8-324F-A3CD-EF8DAEB71FCF}" dt="2023-02-26T09:26:13.575" v="675" actId="20577"/>
          <ac:spMkLst>
            <pc:docMk/>
            <pc:sldMk cId="1689809911" sldId="1806"/>
            <ac:spMk id="11" creationId="{4E0D93E4-CAE7-5CEF-E6B4-9F6437AA28BB}"/>
          </ac:spMkLst>
        </pc:spChg>
        <pc:spChg chg="mod topLvl">
          <ac:chgData name="Fei Zheng" userId="d19317889db4c986" providerId="LiveId" clId="{D352CF74-E9C8-324F-A3CD-EF8DAEB71FCF}" dt="2023-02-26T09:26:13.577" v="676"/>
          <ac:spMkLst>
            <pc:docMk/>
            <pc:sldMk cId="1689809911" sldId="1806"/>
            <ac:spMk id="14" creationId="{52272215-F6A9-6B6B-AA65-657D55676E3D}"/>
          </ac:spMkLst>
        </pc:spChg>
        <pc:spChg chg="mod topLvl">
          <ac:chgData name="Fei Zheng" userId="d19317889db4c986" providerId="LiveId" clId="{D352CF74-E9C8-324F-A3CD-EF8DAEB71FCF}" dt="2023-02-26T09:26:09.467" v="649"/>
          <ac:spMkLst>
            <pc:docMk/>
            <pc:sldMk cId="1689809911" sldId="1806"/>
            <ac:spMk id="15" creationId="{1209E89A-12C9-65CD-CCF6-CE763C56E78A}"/>
          </ac:spMkLst>
        </pc:spChg>
        <pc:spChg chg="mod topLvl">
          <ac:chgData name="Fei Zheng" userId="d19317889db4c986" providerId="LiveId" clId="{D352CF74-E9C8-324F-A3CD-EF8DAEB71FCF}" dt="2023-02-26T09:26:09.467" v="649"/>
          <ac:spMkLst>
            <pc:docMk/>
            <pc:sldMk cId="1689809911" sldId="1806"/>
            <ac:spMk id="16" creationId="{4EF63596-0B8C-85B4-ADA6-44D49AD9CF11}"/>
          </ac:spMkLst>
        </pc:spChg>
        <pc:spChg chg="del">
          <ac:chgData name="Fei Zheng" userId="d19317889db4c986" providerId="LiveId" clId="{D352CF74-E9C8-324F-A3CD-EF8DAEB71FCF}" dt="2023-02-26T09:25:53.624" v="579" actId="478"/>
          <ac:spMkLst>
            <pc:docMk/>
            <pc:sldMk cId="1689809911" sldId="1806"/>
            <ac:spMk id="17" creationId="{9ED714B5-7076-3654-95BB-06C165619D94}"/>
          </ac:spMkLst>
        </pc:spChg>
        <pc:grpChg chg="add mod replST">
          <ac:chgData name="Fei Zheng" userId="d19317889db4c986" providerId="LiveId" clId="{D352CF74-E9C8-324F-A3CD-EF8DAEB71FCF}" dt="2023-02-26T09:26:09.468" v="650"/>
          <ac:grpSpMkLst>
            <pc:docMk/>
            <pc:sldMk cId="1689809911" sldId="1806"/>
            <ac:grpSpMk id="8" creationId="{B1AA6785-5D3C-83C8-D8BD-35145C94D6EC}"/>
          </ac:grpSpMkLst>
        </pc:grpChg>
        <pc:grpChg chg="del">
          <ac:chgData name="Fei Zheng" userId="d19317889db4c986" providerId="LiveId" clId="{D352CF74-E9C8-324F-A3CD-EF8DAEB71FCF}" dt="2023-02-26T09:26:09.465" v="648"/>
          <ac:grpSpMkLst>
            <pc:docMk/>
            <pc:sldMk cId="1689809911" sldId="1806"/>
            <ac:grpSpMk id="18" creationId="{61C1C73A-E4C6-85E2-4B6C-D12A7104B6C9}"/>
          </ac:grpSpMkLst>
        </pc:grpChg>
        <pc:picChg chg="mod">
          <ac:chgData name="Fei Zheng" userId="d19317889db4c986" providerId="LiveId" clId="{D352CF74-E9C8-324F-A3CD-EF8DAEB71FCF}" dt="2023-02-26T09:26:13.577" v="677"/>
          <ac:picMkLst>
            <pc:docMk/>
            <pc:sldMk cId="1689809911" sldId="1806"/>
            <ac:picMk id="3" creationId="{C590454E-A27D-3290-8B88-ADDE73CD727F}"/>
          </ac:picMkLst>
        </pc:picChg>
      </pc:sldChg>
      <pc:sldChg chg="delSp modSp mod">
        <pc:chgData name="Fei Zheng" userId="d19317889db4c986" providerId="LiveId" clId="{D352CF74-E9C8-324F-A3CD-EF8DAEB71FCF}" dt="2023-02-26T09:25:31.301" v="537" actId="20577"/>
        <pc:sldMkLst>
          <pc:docMk/>
          <pc:sldMk cId="3886106153" sldId="1807"/>
        </pc:sldMkLst>
        <pc:spChg chg="mod">
          <ac:chgData name="Fei Zheng" userId="d19317889db4c986" providerId="LiveId" clId="{D352CF74-E9C8-324F-A3CD-EF8DAEB71FCF}" dt="2023-02-26T09:24:54.686" v="433" actId="2711"/>
          <ac:spMkLst>
            <pc:docMk/>
            <pc:sldMk cId="3886106153" sldId="1807"/>
            <ac:spMk id="5" creationId="{D152453B-09AC-9B94-89C5-CD4B0F983898}"/>
          </ac:spMkLst>
        </pc:spChg>
        <pc:spChg chg="mod">
          <ac:chgData name="Fei Zheng" userId="d19317889db4c986" providerId="LiveId" clId="{D352CF74-E9C8-324F-A3CD-EF8DAEB71FCF}" dt="2023-02-26T09:24:54.686" v="433" actId="2711"/>
          <ac:spMkLst>
            <pc:docMk/>
            <pc:sldMk cId="3886106153" sldId="1807"/>
            <ac:spMk id="6" creationId="{F02B1378-8116-825C-8861-8BE4C23880BF}"/>
          </ac:spMkLst>
        </pc:spChg>
        <pc:spChg chg="mod">
          <ac:chgData name="Fei Zheng" userId="d19317889db4c986" providerId="LiveId" clId="{D352CF74-E9C8-324F-A3CD-EF8DAEB71FCF}" dt="2023-02-26T09:25:31.300" v="536" actId="20577"/>
          <ac:spMkLst>
            <pc:docMk/>
            <pc:sldMk cId="3886106153" sldId="1807"/>
            <ac:spMk id="9" creationId="{7A16CB84-44F2-4EB4-A6AB-B07D1FD99EB2}"/>
          </ac:spMkLst>
        </pc:spChg>
        <pc:spChg chg="mod">
          <ac:chgData name="Fei Zheng" userId="d19317889db4c986" providerId="LiveId" clId="{D352CF74-E9C8-324F-A3CD-EF8DAEB71FCF}" dt="2023-02-26T09:25:31.301" v="537" actId="20577"/>
          <ac:spMkLst>
            <pc:docMk/>
            <pc:sldMk cId="3886106153" sldId="1807"/>
            <ac:spMk id="10" creationId="{8F2C187D-9CF5-0F82-9FC1-2F90ECD31552}"/>
          </ac:spMkLst>
        </pc:spChg>
        <pc:spChg chg="mod">
          <ac:chgData name="Fei Zheng" userId="d19317889db4c986" providerId="LiveId" clId="{D352CF74-E9C8-324F-A3CD-EF8DAEB71FCF}" dt="2023-02-26T09:25:28.467" v="531"/>
          <ac:spMkLst>
            <pc:docMk/>
            <pc:sldMk cId="3886106153" sldId="1807"/>
            <ac:spMk id="14" creationId="{797B2418-4732-E2B6-06CD-60EEC4784355}"/>
          </ac:spMkLst>
        </pc:spChg>
        <pc:spChg chg="del">
          <ac:chgData name="Fei Zheng" userId="d19317889db4c986" providerId="LiveId" clId="{D352CF74-E9C8-324F-A3CD-EF8DAEB71FCF}" dt="2023-02-26T09:25:30.231" v="533" actId="478"/>
          <ac:spMkLst>
            <pc:docMk/>
            <pc:sldMk cId="3886106153" sldId="1807"/>
            <ac:spMk id="17" creationId="{D06CB649-0CB7-57E7-E2CA-66B7D1802999}"/>
          </ac:spMkLst>
        </pc:spChg>
        <pc:picChg chg="mod">
          <ac:chgData name="Fei Zheng" userId="d19317889db4c986" providerId="LiveId" clId="{D352CF74-E9C8-324F-A3CD-EF8DAEB71FCF}" dt="2023-02-26T09:25:28.467" v="532"/>
          <ac:picMkLst>
            <pc:docMk/>
            <pc:sldMk cId="3886106153" sldId="1807"/>
            <ac:picMk id="3" creationId="{393BFC3D-F8B1-F685-B831-A9D41B42193E}"/>
          </ac:picMkLst>
        </pc:picChg>
      </pc:sldChg>
      <pc:sldChg chg="delSp modSp mod">
        <pc:chgData name="Fei Zheng" userId="d19317889db4c986" providerId="LiveId" clId="{D352CF74-E9C8-324F-A3CD-EF8DAEB71FCF}" dt="2023-02-26T09:25:38.597" v="544" actId="478"/>
        <pc:sldMkLst>
          <pc:docMk/>
          <pc:sldMk cId="34462308" sldId="1808"/>
        </pc:sldMkLst>
        <pc:spChg chg="mod">
          <ac:chgData name="Fei Zheng" userId="d19317889db4c986" providerId="LiveId" clId="{D352CF74-E9C8-324F-A3CD-EF8DAEB71FCF}" dt="2023-02-26T09:25:36.894" v="542"/>
          <ac:spMkLst>
            <pc:docMk/>
            <pc:sldMk cId="34462308" sldId="1808"/>
            <ac:spMk id="8" creationId="{07BBAC74-0BB7-550C-8B40-752996AF31DB}"/>
          </ac:spMkLst>
        </pc:spChg>
        <pc:spChg chg="del">
          <ac:chgData name="Fei Zheng" userId="d19317889db4c986" providerId="LiveId" clId="{D352CF74-E9C8-324F-A3CD-EF8DAEB71FCF}" dt="2023-02-26T09:25:38.597" v="544" actId="478"/>
          <ac:spMkLst>
            <pc:docMk/>
            <pc:sldMk cId="34462308" sldId="1808"/>
            <ac:spMk id="11" creationId="{3520867A-E4FF-1F05-70DA-C01020E1CF1E}"/>
          </ac:spMkLst>
        </pc:spChg>
        <pc:picChg chg="mod">
          <ac:chgData name="Fei Zheng" userId="d19317889db4c986" providerId="LiveId" clId="{D352CF74-E9C8-324F-A3CD-EF8DAEB71FCF}" dt="2023-02-26T09:25:36.895" v="543"/>
          <ac:picMkLst>
            <pc:docMk/>
            <pc:sldMk cId="34462308" sldId="1808"/>
            <ac:picMk id="5" creationId="{79EA4C97-C729-A86D-AC6C-F0EC7C6EBA6A}"/>
          </ac:picMkLst>
        </pc:picChg>
      </pc:sldChg>
      <pc:sldChg chg="delSp modSp mod">
        <pc:chgData name="Fei Zheng" userId="d19317889db4c986" providerId="LiveId" clId="{D352CF74-E9C8-324F-A3CD-EF8DAEB71FCF}" dt="2023-02-26T09:25:43.388" v="549" actId="478"/>
        <pc:sldMkLst>
          <pc:docMk/>
          <pc:sldMk cId="4224461416" sldId="1809"/>
        </pc:sldMkLst>
        <pc:spChg chg="mod">
          <ac:chgData name="Fei Zheng" userId="d19317889db4c986" providerId="LiveId" clId="{D352CF74-E9C8-324F-A3CD-EF8DAEB71FCF}" dt="2023-02-26T09:25:41.677" v="547"/>
          <ac:spMkLst>
            <pc:docMk/>
            <pc:sldMk cId="4224461416" sldId="1809"/>
            <ac:spMk id="6" creationId="{60DC277F-EC7F-D8E4-A530-85F2514F5524}"/>
          </ac:spMkLst>
        </pc:spChg>
        <pc:spChg chg="del">
          <ac:chgData name="Fei Zheng" userId="d19317889db4c986" providerId="LiveId" clId="{D352CF74-E9C8-324F-A3CD-EF8DAEB71FCF}" dt="2023-02-26T09:25:43.388" v="549" actId="478"/>
          <ac:spMkLst>
            <pc:docMk/>
            <pc:sldMk cId="4224461416" sldId="1809"/>
            <ac:spMk id="9" creationId="{5771AAB4-320C-03E9-E5D9-F88E5BD1A5B6}"/>
          </ac:spMkLst>
        </pc:spChg>
        <pc:picChg chg="mod">
          <ac:chgData name="Fei Zheng" userId="d19317889db4c986" providerId="LiveId" clId="{D352CF74-E9C8-324F-A3CD-EF8DAEB71FCF}" dt="2023-02-26T09:25:41.678" v="548"/>
          <ac:picMkLst>
            <pc:docMk/>
            <pc:sldMk cId="4224461416" sldId="1809"/>
            <ac:picMk id="3" creationId="{0BCCD05E-BF5F-418D-30FC-4191AF0F0A10}"/>
          </ac:picMkLst>
        </pc:picChg>
      </pc:sldChg>
      <pc:sldChg chg="delSp del mod">
        <pc:chgData name="Fei Zheng" userId="d19317889db4c986" providerId="LiveId" clId="{D352CF74-E9C8-324F-A3CD-EF8DAEB71FCF}" dt="2023-02-26T09:23:34.028" v="365" actId="2696"/>
        <pc:sldMkLst>
          <pc:docMk/>
          <pc:sldMk cId="378827038" sldId="1810"/>
        </pc:sldMkLst>
        <pc:spChg chg="del">
          <ac:chgData name="Fei Zheng" userId="d19317889db4c986" providerId="LiveId" clId="{D352CF74-E9C8-324F-A3CD-EF8DAEB71FCF}" dt="2023-02-26T09:21:23.597" v="194" actId="478"/>
          <ac:spMkLst>
            <pc:docMk/>
            <pc:sldMk cId="378827038" sldId="1810"/>
            <ac:spMk id="3" creationId="{4D3A14CB-B6F0-703D-54AE-950CF2CC1FD3}"/>
          </ac:spMkLst>
        </pc:spChg>
      </pc:sldChg>
      <pc:sldChg chg="modSp add mod">
        <pc:chgData name="Fei Zheng" userId="d19317889db4c986" providerId="LiveId" clId="{D352CF74-E9C8-324F-A3CD-EF8DAEB71FCF}" dt="2023-02-26T09:38:37.766" v="783" actId="12788"/>
        <pc:sldMkLst>
          <pc:docMk/>
          <pc:sldMk cId="1808256221" sldId="1811"/>
        </pc:sldMkLst>
        <pc:spChg chg="mod">
          <ac:chgData name="Fei Zheng" userId="d19317889db4c986" providerId="LiveId" clId="{D352CF74-E9C8-324F-A3CD-EF8DAEB71FCF}" dt="2023-02-26T09:38:37.766" v="783" actId="12788"/>
          <ac:spMkLst>
            <pc:docMk/>
            <pc:sldMk cId="1808256221" sldId="1811"/>
            <ac:spMk id="5" creationId="{7172250D-79F9-3C11-8CB8-19738BA56D76}"/>
          </ac:spMkLst>
        </pc:spChg>
      </pc:sldChg>
      <pc:sldChg chg="add">
        <pc:chgData name="Fei Zheng" userId="d19317889db4c986" providerId="LiveId" clId="{D352CF74-E9C8-324F-A3CD-EF8DAEB71FCF}" dt="2023-02-26T09:37:43.460" v="774"/>
        <pc:sldMkLst>
          <pc:docMk/>
          <pc:sldMk cId="3975892042" sldId="1812"/>
        </pc:sldMkLst>
      </pc:sldChg>
      <pc:sldChg chg="addSp delSp modSp add del mod">
        <pc:chgData name="Fei Zheng" userId="d19317889db4c986" providerId="LiveId" clId="{D352CF74-E9C8-324F-A3CD-EF8DAEB71FCF}" dt="2023-02-26T09:37:38.274" v="773" actId="2696"/>
        <pc:sldMkLst>
          <pc:docMk/>
          <pc:sldMk cId="4125171133" sldId="1812"/>
        </pc:sldMkLst>
        <pc:spChg chg="mod">
          <ac:chgData name="Fei Zheng" userId="d19317889db4c986" providerId="LiveId" clId="{D352CF74-E9C8-324F-A3CD-EF8DAEB71FCF}" dt="2023-02-26T08:13:10.716" v="193" actId="20577"/>
          <ac:spMkLst>
            <pc:docMk/>
            <pc:sldMk cId="4125171133" sldId="1812"/>
            <ac:spMk id="4" creationId="{BCB44E54-2D7D-48A0-A57D-978AB2C7EA92}"/>
          </ac:spMkLst>
        </pc:spChg>
        <pc:spChg chg="del">
          <ac:chgData name="Fei Zheng" userId="d19317889db4c986" providerId="LiveId" clId="{D352CF74-E9C8-324F-A3CD-EF8DAEB71FCF}" dt="2023-02-26T08:10:09.279" v="155" actId="478"/>
          <ac:spMkLst>
            <pc:docMk/>
            <pc:sldMk cId="4125171133" sldId="1812"/>
            <ac:spMk id="5" creationId="{7172250D-79F9-3C11-8CB8-19738BA56D76}"/>
          </ac:spMkLst>
        </pc:spChg>
        <pc:picChg chg="del">
          <ac:chgData name="Fei Zheng" userId="d19317889db4c986" providerId="LiveId" clId="{D352CF74-E9C8-324F-A3CD-EF8DAEB71FCF}" dt="2023-02-26T08:09:17.967" v="70" actId="478"/>
          <ac:picMkLst>
            <pc:docMk/>
            <pc:sldMk cId="4125171133" sldId="1812"/>
            <ac:picMk id="3" creationId="{59858211-35F5-40EC-B417-6B431D47DCC3}"/>
          </ac:picMkLst>
        </pc:picChg>
        <pc:picChg chg="add mod">
          <ac:chgData name="Fei Zheng" userId="d19317889db4c986" providerId="LiveId" clId="{D352CF74-E9C8-324F-A3CD-EF8DAEB71FCF}" dt="2023-02-26T08:11:51.706" v="180" actId="1076"/>
          <ac:picMkLst>
            <pc:docMk/>
            <pc:sldMk cId="4125171133" sldId="1812"/>
            <ac:picMk id="7" creationId="{59EAF544-874A-5E80-F3DE-521A0342B354}"/>
          </ac:picMkLst>
        </pc:picChg>
        <pc:cxnChg chg="del">
          <ac:chgData name="Fei Zheng" userId="d19317889db4c986" providerId="LiveId" clId="{D352CF74-E9C8-324F-A3CD-EF8DAEB71FCF}" dt="2023-02-26T08:10:10.825" v="156" actId="478"/>
          <ac:cxnSpMkLst>
            <pc:docMk/>
            <pc:sldMk cId="4125171133" sldId="1812"/>
            <ac:cxnSpMk id="2" creationId="{871492EC-7825-2D73-B2F3-A28CCB3204C3}"/>
          </ac:cxnSpMkLst>
        </pc:cxnChg>
      </pc:sldChg>
      <pc:sldChg chg="delSp modSp new mod">
        <pc:chgData name="Fei Zheng" userId="d19317889db4c986" providerId="LiveId" clId="{D352CF74-E9C8-324F-A3CD-EF8DAEB71FCF}" dt="2023-02-26T09:23:28.253" v="364" actId="20577"/>
        <pc:sldMkLst>
          <pc:docMk/>
          <pc:sldMk cId="812839313" sldId="1813"/>
        </pc:sldMkLst>
        <pc:spChg chg="del">
          <ac:chgData name="Fei Zheng" userId="d19317889db4c986" providerId="LiveId" clId="{D352CF74-E9C8-324F-A3CD-EF8DAEB71FCF}" dt="2023-02-26T09:22:42.954" v="315" actId="478"/>
          <ac:spMkLst>
            <pc:docMk/>
            <pc:sldMk cId="812839313" sldId="1813"/>
            <ac:spMk id="2" creationId="{840390B8-55B6-5CB5-7032-DE20CBA4DDDC}"/>
          </ac:spMkLst>
        </pc:spChg>
        <pc:spChg chg="mod">
          <ac:chgData name="Fei Zheng" userId="d19317889db4c986" providerId="LiveId" clId="{D352CF74-E9C8-324F-A3CD-EF8DAEB71FCF}" dt="2023-02-26T09:23:28.253" v="364" actId="20577"/>
          <ac:spMkLst>
            <pc:docMk/>
            <pc:sldMk cId="812839313" sldId="1813"/>
            <ac:spMk id="3" creationId="{FD39F7CE-1BFA-6818-2512-0BF9E87FD3D7}"/>
          </ac:spMkLst>
        </pc:spChg>
      </pc:sldChg>
      <pc:sldChg chg="add">
        <pc:chgData name="Fei Zheng" userId="d19317889db4c986" providerId="LiveId" clId="{D352CF74-E9C8-324F-A3CD-EF8DAEB71FCF}" dt="2023-02-26T09:36:09.330" v="727"/>
        <pc:sldMkLst>
          <pc:docMk/>
          <pc:sldMk cId="1263751381" sldId="1814"/>
        </pc:sldMkLst>
      </pc:sldChg>
      <pc:sldChg chg="modSp add mod">
        <pc:chgData name="Fei Zheng" userId="d19317889db4c986" providerId="LiveId" clId="{D352CF74-E9C8-324F-A3CD-EF8DAEB71FCF}" dt="2023-02-26T09:36:19.039" v="729" actId="20577"/>
        <pc:sldMkLst>
          <pc:docMk/>
          <pc:sldMk cId="3959096295" sldId="1815"/>
        </pc:sldMkLst>
        <pc:spChg chg="mod">
          <ac:chgData name="Fei Zheng" userId="d19317889db4c986" providerId="LiveId" clId="{D352CF74-E9C8-324F-A3CD-EF8DAEB71FCF}" dt="2023-02-26T09:36:19.039" v="729" actId="20577"/>
          <ac:spMkLst>
            <pc:docMk/>
            <pc:sldMk cId="3959096295" sldId="1815"/>
            <ac:spMk id="4" creationId="{A0786EC7-780F-BF96-2DB5-F9B2391C9636}"/>
          </ac:spMkLst>
        </pc:spChg>
      </pc:sldChg>
    </pc:docChg>
  </pc:docChgLst>
  <pc:docChgLst>
    <pc:chgData name="Zheng Fei" userId="d19317889db4c986" providerId="LiveId" clId="{FC8A78C6-E237-5F47-8E2A-D4E6B3A7F9CA}"/>
    <pc:docChg chg="undo custSel addSld delSld modSld sldOrd modMainMaster">
      <pc:chgData name="Zheng Fei" userId="d19317889db4c986" providerId="LiveId" clId="{FC8A78C6-E237-5F47-8E2A-D4E6B3A7F9CA}" dt="2022-03-06T07:28:14.608" v="985" actId="20577"/>
      <pc:docMkLst>
        <pc:docMk/>
      </pc:docMkLst>
      <pc:sldChg chg="del">
        <pc:chgData name="Zheng Fei" userId="d19317889db4c986" providerId="LiveId" clId="{FC8A78C6-E237-5F47-8E2A-D4E6B3A7F9CA}" dt="2022-02-24T03:06:03.619" v="0" actId="2696"/>
        <pc:sldMkLst>
          <pc:docMk/>
          <pc:sldMk cId="4118158739" sldId="350"/>
        </pc:sldMkLst>
      </pc:sldChg>
      <pc:sldChg chg="delSp modSp mod">
        <pc:chgData name="Zheng Fei" userId="d19317889db4c986" providerId="LiveId" clId="{FC8A78C6-E237-5F47-8E2A-D4E6B3A7F9CA}" dt="2022-03-02T17:24:04.162" v="106" actId="20577"/>
        <pc:sldMkLst>
          <pc:docMk/>
          <pc:sldMk cId="2672971775" sldId="351"/>
        </pc:sldMkLst>
        <pc:spChg chg="mod">
          <ac:chgData name="Zheng Fei" userId="d19317889db4c986" providerId="LiveId" clId="{FC8A78C6-E237-5F47-8E2A-D4E6B3A7F9CA}" dt="2022-03-02T17:23:58.151" v="103" actId="113"/>
          <ac:spMkLst>
            <pc:docMk/>
            <pc:sldMk cId="2672971775" sldId="351"/>
            <ac:spMk id="5" creationId="{00000000-0000-0000-0000-000000000000}"/>
          </ac:spMkLst>
        </pc:spChg>
        <pc:spChg chg="mod">
          <ac:chgData name="Zheng Fei" userId="d19317889db4c986" providerId="LiveId" clId="{FC8A78C6-E237-5F47-8E2A-D4E6B3A7F9CA}" dt="2022-03-02T17:23:58.151" v="103" actId="113"/>
          <ac:spMkLst>
            <pc:docMk/>
            <pc:sldMk cId="2672971775" sldId="351"/>
            <ac:spMk id="6" creationId="{00000000-0000-0000-0000-000000000000}"/>
          </ac:spMkLst>
        </pc:spChg>
        <pc:spChg chg="mod">
          <ac:chgData name="Zheng Fei" userId="d19317889db4c986" providerId="LiveId" clId="{FC8A78C6-E237-5F47-8E2A-D4E6B3A7F9CA}" dt="2022-03-02T17:23:58.151" v="103" actId="113"/>
          <ac:spMkLst>
            <pc:docMk/>
            <pc:sldMk cId="2672971775" sldId="351"/>
            <ac:spMk id="7" creationId="{00000000-0000-0000-0000-000000000000}"/>
          </ac:spMkLst>
        </pc:spChg>
        <pc:spChg chg="mod">
          <ac:chgData name="Zheng Fei" userId="d19317889db4c986" providerId="LiveId" clId="{FC8A78C6-E237-5F47-8E2A-D4E6B3A7F9CA}" dt="2022-03-02T17:23:58.151" v="103" actId="113"/>
          <ac:spMkLst>
            <pc:docMk/>
            <pc:sldMk cId="2672971775" sldId="351"/>
            <ac:spMk id="8" creationId="{00000000-0000-0000-0000-000000000000}"/>
          </ac:spMkLst>
        </pc:spChg>
        <pc:spChg chg="mod">
          <ac:chgData name="Zheng Fei" userId="d19317889db4c986" providerId="LiveId" clId="{FC8A78C6-E237-5F47-8E2A-D4E6B3A7F9CA}" dt="2022-03-02T17:23:58.151" v="103" actId="113"/>
          <ac:spMkLst>
            <pc:docMk/>
            <pc:sldMk cId="2672971775" sldId="351"/>
            <ac:spMk id="19" creationId="{14A0E322-51C2-3748-9018-9D449F9AB12E}"/>
          </ac:spMkLst>
        </pc:spChg>
        <pc:spChg chg="mod">
          <ac:chgData name="Zheng Fei" userId="d19317889db4c986" providerId="LiveId" clId="{FC8A78C6-E237-5F47-8E2A-D4E6B3A7F9CA}" dt="2022-03-02T17:23:58.151" v="103" actId="113"/>
          <ac:spMkLst>
            <pc:docMk/>
            <pc:sldMk cId="2672971775" sldId="351"/>
            <ac:spMk id="20" creationId="{832CE7C9-AE8E-164F-A612-630C2CAEAF66}"/>
          </ac:spMkLst>
        </pc:spChg>
        <pc:spChg chg="del">
          <ac:chgData name="Zheng Fei" userId="d19317889db4c986" providerId="LiveId" clId="{FC8A78C6-E237-5F47-8E2A-D4E6B3A7F9CA}" dt="2022-03-02T17:23:43.266" v="101" actId="478"/>
          <ac:spMkLst>
            <pc:docMk/>
            <pc:sldMk cId="2672971775" sldId="351"/>
            <ac:spMk id="23" creationId="{134965D9-6880-4F5F-A3B8-3938EBB2336A}"/>
          </ac:spMkLst>
        </pc:spChg>
        <pc:spChg chg="mod">
          <ac:chgData name="Zheng Fei" userId="d19317889db4c986" providerId="LiveId" clId="{FC8A78C6-E237-5F47-8E2A-D4E6B3A7F9CA}" dt="2022-03-02T17:23:58.151" v="103" actId="113"/>
          <ac:spMkLst>
            <pc:docMk/>
            <pc:sldMk cId="2672971775" sldId="351"/>
            <ac:spMk id="32" creationId="{00000000-0000-0000-0000-000000000000}"/>
          </ac:spMkLst>
        </pc:spChg>
        <pc:spChg chg="mod">
          <ac:chgData name="Zheng Fei" userId="d19317889db4c986" providerId="LiveId" clId="{FC8A78C6-E237-5F47-8E2A-D4E6B3A7F9CA}" dt="2022-03-02T17:23:58.151" v="103" actId="113"/>
          <ac:spMkLst>
            <pc:docMk/>
            <pc:sldMk cId="2672971775" sldId="351"/>
            <ac:spMk id="33" creationId="{00000000-0000-0000-0000-000000000000}"/>
          </ac:spMkLst>
        </pc:spChg>
        <pc:spChg chg="mod">
          <ac:chgData name="Zheng Fei" userId="d19317889db4c986" providerId="LiveId" clId="{FC8A78C6-E237-5F47-8E2A-D4E6B3A7F9CA}" dt="2022-03-02T17:23:58.151" v="103" actId="113"/>
          <ac:spMkLst>
            <pc:docMk/>
            <pc:sldMk cId="2672971775" sldId="351"/>
            <ac:spMk id="34" creationId="{00000000-0000-0000-0000-000000000000}"/>
          </ac:spMkLst>
        </pc:spChg>
        <pc:spChg chg="mod">
          <ac:chgData name="Zheng Fei" userId="d19317889db4c986" providerId="LiveId" clId="{FC8A78C6-E237-5F47-8E2A-D4E6B3A7F9CA}" dt="2022-03-02T17:23:58.151" v="103" actId="113"/>
          <ac:spMkLst>
            <pc:docMk/>
            <pc:sldMk cId="2672971775" sldId="351"/>
            <ac:spMk id="35" creationId="{00000000-0000-0000-0000-000000000000}"/>
          </ac:spMkLst>
        </pc:spChg>
        <pc:spChg chg="mod">
          <ac:chgData name="Zheng Fei" userId="d19317889db4c986" providerId="LiveId" clId="{FC8A78C6-E237-5F47-8E2A-D4E6B3A7F9CA}" dt="2022-03-02T17:24:04.162" v="106" actId="20577"/>
          <ac:spMkLst>
            <pc:docMk/>
            <pc:sldMk cId="2672971775" sldId="351"/>
            <ac:spMk id="69" creationId="{00000000-0000-0000-0000-000000000000}"/>
          </ac:spMkLst>
        </pc:spChg>
      </pc:sldChg>
      <pc:sldChg chg="add del">
        <pc:chgData name="Zheng Fei" userId="d19317889db4c986" providerId="LiveId" clId="{FC8A78C6-E237-5F47-8E2A-D4E6B3A7F9CA}" dt="2022-02-24T03:06:14.705" v="3" actId="2696"/>
        <pc:sldMkLst>
          <pc:docMk/>
          <pc:sldMk cId="1263244444" sldId="352"/>
        </pc:sldMkLst>
      </pc:sldChg>
      <pc:sldChg chg="del">
        <pc:chgData name="Zheng Fei" userId="d19317889db4c986" providerId="LiveId" clId="{FC8A78C6-E237-5F47-8E2A-D4E6B3A7F9CA}" dt="2022-02-24T03:06:03.619" v="0" actId="2696"/>
        <pc:sldMkLst>
          <pc:docMk/>
          <pc:sldMk cId="1008951437" sldId="353"/>
        </pc:sldMkLst>
      </pc:sldChg>
      <pc:sldChg chg="del">
        <pc:chgData name="Zheng Fei" userId="d19317889db4c986" providerId="LiveId" clId="{FC8A78C6-E237-5F47-8E2A-D4E6B3A7F9CA}" dt="2022-02-24T03:06:03.619" v="0" actId="2696"/>
        <pc:sldMkLst>
          <pc:docMk/>
          <pc:sldMk cId="2008689145" sldId="354"/>
        </pc:sldMkLst>
      </pc:sldChg>
      <pc:sldChg chg="del">
        <pc:chgData name="Zheng Fei" userId="d19317889db4c986" providerId="LiveId" clId="{FC8A78C6-E237-5F47-8E2A-D4E6B3A7F9CA}" dt="2022-02-24T03:06:03.619" v="0" actId="2696"/>
        <pc:sldMkLst>
          <pc:docMk/>
          <pc:sldMk cId="3973379754" sldId="355"/>
        </pc:sldMkLst>
      </pc:sldChg>
      <pc:sldChg chg="del">
        <pc:chgData name="Zheng Fei" userId="d19317889db4c986" providerId="LiveId" clId="{FC8A78C6-E237-5F47-8E2A-D4E6B3A7F9CA}" dt="2022-02-24T03:06:03.619" v="0" actId="2696"/>
        <pc:sldMkLst>
          <pc:docMk/>
          <pc:sldMk cId="3502800851" sldId="356"/>
        </pc:sldMkLst>
      </pc:sldChg>
      <pc:sldChg chg="del">
        <pc:chgData name="Zheng Fei" userId="d19317889db4c986" providerId="LiveId" clId="{FC8A78C6-E237-5F47-8E2A-D4E6B3A7F9CA}" dt="2022-02-24T03:06:03.619" v="0" actId="2696"/>
        <pc:sldMkLst>
          <pc:docMk/>
          <pc:sldMk cId="1348524945" sldId="357"/>
        </pc:sldMkLst>
      </pc:sldChg>
      <pc:sldChg chg="del">
        <pc:chgData name="Zheng Fei" userId="d19317889db4c986" providerId="LiveId" clId="{FC8A78C6-E237-5F47-8E2A-D4E6B3A7F9CA}" dt="2022-02-24T03:06:03.619" v="0" actId="2696"/>
        <pc:sldMkLst>
          <pc:docMk/>
          <pc:sldMk cId="766890209" sldId="358"/>
        </pc:sldMkLst>
      </pc:sldChg>
      <pc:sldChg chg="del">
        <pc:chgData name="Zheng Fei" userId="d19317889db4c986" providerId="LiveId" clId="{FC8A78C6-E237-5F47-8E2A-D4E6B3A7F9CA}" dt="2022-02-24T03:06:03.619" v="0" actId="2696"/>
        <pc:sldMkLst>
          <pc:docMk/>
          <pc:sldMk cId="3163972577" sldId="359"/>
        </pc:sldMkLst>
      </pc:sldChg>
      <pc:sldChg chg="del">
        <pc:chgData name="Zheng Fei" userId="d19317889db4c986" providerId="LiveId" clId="{FC8A78C6-E237-5F47-8E2A-D4E6B3A7F9CA}" dt="2022-02-24T03:06:03.619" v="0" actId="2696"/>
        <pc:sldMkLst>
          <pc:docMk/>
          <pc:sldMk cId="2972187867" sldId="360"/>
        </pc:sldMkLst>
      </pc:sldChg>
      <pc:sldChg chg="del">
        <pc:chgData name="Zheng Fei" userId="d19317889db4c986" providerId="LiveId" clId="{FC8A78C6-E237-5F47-8E2A-D4E6B3A7F9CA}" dt="2022-02-24T03:06:03.619" v="0" actId="2696"/>
        <pc:sldMkLst>
          <pc:docMk/>
          <pc:sldMk cId="880097859" sldId="361"/>
        </pc:sldMkLst>
      </pc:sldChg>
      <pc:sldChg chg="del">
        <pc:chgData name="Zheng Fei" userId="d19317889db4c986" providerId="LiveId" clId="{FC8A78C6-E237-5F47-8E2A-D4E6B3A7F9CA}" dt="2022-02-24T03:06:03.619" v="0" actId="2696"/>
        <pc:sldMkLst>
          <pc:docMk/>
          <pc:sldMk cId="763995558" sldId="362"/>
        </pc:sldMkLst>
      </pc:sldChg>
      <pc:sldChg chg="del">
        <pc:chgData name="Zheng Fei" userId="d19317889db4c986" providerId="LiveId" clId="{FC8A78C6-E237-5F47-8E2A-D4E6B3A7F9CA}" dt="2022-02-24T03:06:03.619" v="0" actId="2696"/>
        <pc:sldMkLst>
          <pc:docMk/>
          <pc:sldMk cId="3112065365" sldId="363"/>
        </pc:sldMkLst>
      </pc:sldChg>
      <pc:sldChg chg="del">
        <pc:chgData name="Zheng Fei" userId="d19317889db4c986" providerId="LiveId" clId="{FC8A78C6-E237-5F47-8E2A-D4E6B3A7F9CA}" dt="2022-02-24T03:06:03.619" v="0" actId="2696"/>
        <pc:sldMkLst>
          <pc:docMk/>
          <pc:sldMk cId="1718474870" sldId="364"/>
        </pc:sldMkLst>
      </pc:sldChg>
      <pc:sldChg chg="ord">
        <pc:chgData name="Zheng Fei" userId="d19317889db4c986" providerId="LiveId" clId="{FC8A78C6-E237-5F47-8E2A-D4E6B3A7F9CA}" dt="2022-03-02T17:32:22.710" v="173" actId="20578"/>
        <pc:sldMkLst>
          <pc:docMk/>
          <pc:sldMk cId="3820094131" sldId="365"/>
        </pc:sldMkLst>
      </pc:sldChg>
      <pc:sldChg chg="addSp modSp add del mod">
        <pc:chgData name="Zheng Fei" userId="d19317889db4c986" providerId="LiveId" clId="{FC8A78C6-E237-5F47-8E2A-D4E6B3A7F9CA}" dt="2022-03-05T08:40:37.857" v="792" actId="2696"/>
        <pc:sldMkLst>
          <pc:docMk/>
          <pc:sldMk cId="2797887750" sldId="366"/>
        </pc:sldMkLst>
        <pc:spChg chg="mod">
          <ac:chgData name="Zheng Fei" userId="d19317889db4c986" providerId="LiveId" clId="{FC8A78C6-E237-5F47-8E2A-D4E6B3A7F9CA}" dt="2022-03-02T17:33:37.512" v="180"/>
          <ac:spMkLst>
            <pc:docMk/>
            <pc:sldMk cId="2797887750" sldId="366"/>
            <ac:spMk id="6" creationId="{FF038A48-24BD-CD43-A9F2-88A43449E3A6}"/>
          </ac:spMkLst>
        </pc:spChg>
        <pc:spChg chg="mod">
          <ac:chgData name="Zheng Fei" userId="d19317889db4c986" providerId="LiveId" clId="{FC8A78C6-E237-5F47-8E2A-D4E6B3A7F9CA}" dt="2022-03-02T17:33:37.512" v="180"/>
          <ac:spMkLst>
            <pc:docMk/>
            <pc:sldMk cId="2797887750" sldId="366"/>
            <ac:spMk id="7" creationId="{8480EFC4-E96E-C144-91B0-0A4B332C6334}"/>
          </ac:spMkLst>
        </pc:spChg>
        <pc:spChg chg="mod">
          <ac:chgData name="Zheng Fei" userId="d19317889db4c986" providerId="LiveId" clId="{FC8A78C6-E237-5F47-8E2A-D4E6B3A7F9CA}" dt="2022-03-02T17:33:37.512" v="180"/>
          <ac:spMkLst>
            <pc:docMk/>
            <pc:sldMk cId="2797887750" sldId="366"/>
            <ac:spMk id="8" creationId="{DE453564-C7C9-8648-89BF-FC6178038ECC}"/>
          </ac:spMkLst>
        </pc:spChg>
        <pc:spChg chg="mod">
          <ac:chgData name="Zheng Fei" userId="d19317889db4c986" providerId="LiveId" clId="{FC8A78C6-E237-5F47-8E2A-D4E6B3A7F9CA}" dt="2022-03-02T17:33:37.512" v="180"/>
          <ac:spMkLst>
            <pc:docMk/>
            <pc:sldMk cId="2797887750" sldId="366"/>
            <ac:spMk id="9" creationId="{6AC13A52-B9AE-AF48-A820-7BB3E74963EB}"/>
          </ac:spMkLst>
        </pc:spChg>
        <pc:spChg chg="mod">
          <ac:chgData name="Zheng Fei" userId="d19317889db4c986" providerId="LiveId" clId="{FC8A78C6-E237-5F47-8E2A-D4E6B3A7F9CA}" dt="2022-03-02T17:33:37.512" v="180"/>
          <ac:spMkLst>
            <pc:docMk/>
            <pc:sldMk cId="2797887750" sldId="366"/>
            <ac:spMk id="10" creationId="{6C86CA6F-5DB4-A94D-A99E-117A65D99188}"/>
          </ac:spMkLst>
        </pc:spChg>
        <pc:grpChg chg="add mod">
          <ac:chgData name="Zheng Fei" userId="d19317889db4c986" providerId="LiveId" clId="{FC8A78C6-E237-5F47-8E2A-D4E6B3A7F9CA}" dt="2022-03-02T17:33:40.664" v="181" actId="1076"/>
          <ac:grpSpMkLst>
            <pc:docMk/>
            <pc:sldMk cId="2797887750" sldId="366"/>
            <ac:grpSpMk id="5" creationId="{4429B356-DEF4-F341-B11A-72288EB85450}"/>
          </ac:grpSpMkLst>
        </pc:grpChg>
        <pc:picChg chg="mod">
          <ac:chgData name="Zheng Fei" userId="d19317889db4c986" providerId="LiveId" clId="{FC8A78C6-E237-5F47-8E2A-D4E6B3A7F9CA}" dt="2022-03-02T17:33:43.035" v="182" actId="1076"/>
          <ac:picMkLst>
            <pc:docMk/>
            <pc:sldMk cId="2797887750" sldId="366"/>
            <ac:picMk id="3" creationId="{DD4FB24C-5509-496F-ADA3-1C67C763D7C2}"/>
          </ac:picMkLst>
        </pc:picChg>
      </pc:sldChg>
      <pc:sldChg chg="del">
        <pc:chgData name="Zheng Fei" userId="d19317889db4c986" providerId="LiveId" clId="{FC8A78C6-E237-5F47-8E2A-D4E6B3A7F9CA}" dt="2022-03-02T17:33:07.272" v="174" actId="2696"/>
        <pc:sldMkLst>
          <pc:docMk/>
          <pc:sldMk cId="3029396091" sldId="366"/>
        </pc:sldMkLst>
      </pc:sldChg>
      <pc:sldChg chg="ord">
        <pc:chgData name="Zheng Fei" userId="d19317889db4c986" providerId="LiveId" clId="{FC8A78C6-E237-5F47-8E2A-D4E6B3A7F9CA}" dt="2022-03-05T09:16:40.120" v="936" actId="20578"/>
        <pc:sldMkLst>
          <pc:docMk/>
          <pc:sldMk cId="3785641543" sldId="367"/>
        </pc:sldMkLst>
      </pc:sldChg>
      <pc:sldChg chg="modSp mod ord">
        <pc:chgData name="Zheng Fei" userId="d19317889db4c986" providerId="LiveId" clId="{FC8A78C6-E237-5F47-8E2A-D4E6B3A7F9CA}" dt="2022-03-03T23:59:28.369" v="560" actId="1076"/>
        <pc:sldMkLst>
          <pc:docMk/>
          <pc:sldMk cId="182320755" sldId="368"/>
        </pc:sldMkLst>
        <pc:picChg chg="mod modCrop">
          <ac:chgData name="Zheng Fei" userId="d19317889db4c986" providerId="LiveId" clId="{FC8A78C6-E237-5F47-8E2A-D4E6B3A7F9CA}" dt="2022-03-03T23:59:28.369" v="560" actId="1076"/>
          <ac:picMkLst>
            <pc:docMk/>
            <pc:sldMk cId="182320755" sldId="368"/>
            <ac:picMk id="3" creationId="{026319AD-52AD-46CC-94D6-F4A815B66F56}"/>
          </ac:picMkLst>
        </pc:picChg>
      </pc:sldChg>
      <pc:sldChg chg="addSp modSp mod modAnim">
        <pc:chgData name="Zheng Fei" userId="d19317889db4c986" providerId="LiveId" clId="{FC8A78C6-E237-5F47-8E2A-D4E6B3A7F9CA}" dt="2022-03-05T08:35:33.649" v="780" actId="1076"/>
        <pc:sldMkLst>
          <pc:docMk/>
          <pc:sldMk cId="13352261" sldId="369"/>
        </pc:sldMkLst>
        <pc:spChg chg="add mod">
          <ac:chgData name="Zheng Fei" userId="d19317889db4c986" providerId="LiveId" clId="{FC8A78C6-E237-5F47-8E2A-D4E6B3A7F9CA}" dt="2022-03-05T08:35:33.649" v="780" actId="1076"/>
          <ac:spMkLst>
            <pc:docMk/>
            <pc:sldMk cId="13352261" sldId="369"/>
            <ac:spMk id="5" creationId="{A52F3836-333F-3940-822F-EA9D72C6C35E}"/>
          </ac:spMkLst>
        </pc:spChg>
        <pc:picChg chg="mod">
          <ac:chgData name="Zheng Fei" userId="d19317889db4c986" providerId="LiveId" clId="{FC8A78C6-E237-5F47-8E2A-D4E6B3A7F9CA}" dt="2022-03-05T08:34:07.805" v="776" actId="1076"/>
          <ac:picMkLst>
            <pc:docMk/>
            <pc:sldMk cId="13352261" sldId="369"/>
            <ac:picMk id="3" creationId="{AC906A7A-1AF2-46D7-A7DE-AF1A5107E024}"/>
          </ac:picMkLst>
        </pc:picChg>
        <pc:picChg chg="add mod">
          <ac:chgData name="Zheng Fei" userId="d19317889db4c986" providerId="LiveId" clId="{FC8A78C6-E237-5F47-8E2A-D4E6B3A7F9CA}" dt="2022-03-05T08:35:30.789" v="779" actId="1076"/>
          <ac:picMkLst>
            <pc:docMk/>
            <pc:sldMk cId="13352261" sldId="369"/>
            <ac:picMk id="6" creationId="{3D4BAD13-980C-B948-8D96-B1879CD9E978}"/>
          </ac:picMkLst>
        </pc:picChg>
      </pc:sldChg>
      <pc:sldChg chg="addSp modSp new mod modAnim">
        <pc:chgData name="Zheng Fei" userId="d19317889db4c986" providerId="LiveId" clId="{FC8A78C6-E237-5F47-8E2A-D4E6B3A7F9CA}" dt="2022-03-03T12:17:32.913" v="269"/>
        <pc:sldMkLst>
          <pc:docMk/>
          <pc:sldMk cId="33555187" sldId="375"/>
        </pc:sldMkLst>
        <pc:spChg chg="add mod">
          <ac:chgData name="Zheng Fei" userId="d19317889db4c986" providerId="LiveId" clId="{FC8A78C6-E237-5F47-8E2A-D4E6B3A7F9CA}" dt="2022-03-03T12:16:52.838" v="262" actId="1036"/>
          <ac:spMkLst>
            <pc:docMk/>
            <pc:sldMk cId="33555187" sldId="375"/>
            <ac:spMk id="2" creationId="{57188C7C-E61F-8346-9E12-90B7ED02549C}"/>
          </ac:spMkLst>
        </pc:spChg>
        <pc:spChg chg="add mod">
          <ac:chgData name="Zheng Fei" userId="d19317889db4c986" providerId="LiveId" clId="{FC8A78C6-E237-5F47-8E2A-D4E6B3A7F9CA}" dt="2022-03-02T17:48:43.007" v="228" actId="1076"/>
          <ac:spMkLst>
            <pc:docMk/>
            <pc:sldMk cId="33555187" sldId="375"/>
            <ac:spMk id="3" creationId="{D747CE4A-E12B-B940-90DE-E7992E2FF134}"/>
          </ac:spMkLst>
        </pc:spChg>
        <pc:spChg chg="add mod">
          <ac:chgData name="Zheng Fei" userId="d19317889db4c986" providerId="LiveId" clId="{FC8A78C6-E237-5F47-8E2A-D4E6B3A7F9CA}" dt="2022-03-03T12:17:02.543" v="264" actId="20577"/>
          <ac:spMkLst>
            <pc:docMk/>
            <pc:sldMk cId="33555187" sldId="375"/>
            <ac:spMk id="4" creationId="{B0AB911C-9B12-B64A-ADDF-D26EC43EDCA0}"/>
          </ac:spMkLst>
        </pc:spChg>
        <pc:spChg chg="add mod">
          <ac:chgData name="Zheng Fei" userId="d19317889db4c986" providerId="LiveId" clId="{FC8A78C6-E237-5F47-8E2A-D4E6B3A7F9CA}" dt="2022-03-03T12:17:08.274" v="266" actId="20577"/>
          <ac:spMkLst>
            <pc:docMk/>
            <pc:sldMk cId="33555187" sldId="375"/>
            <ac:spMk id="5" creationId="{9115D59C-D48A-434D-9438-A618E0E4249C}"/>
          </ac:spMkLst>
        </pc:spChg>
        <pc:spChg chg="add mod">
          <ac:chgData name="Zheng Fei" userId="d19317889db4c986" providerId="LiveId" clId="{FC8A78C6-E237-5F47-8E2A-D4E6B3A7F9CA}" dt="2022-03-02T17:24:25.866" v="108" actId="2711"/>
          <ac:spMkLst>
            <pc:docMk/>
            <pc:sldMk cId="33555187" sldId="375"/>
            <ac:spMk id="6" creationId="{AD66B2BD-F7C8-2E4B-B198-374962C4B336}"/>
          </ac:spMkLst>
        </pc:spChg>
        <pc:spChg chg="add mod">
          <ac:chgData name="Zheng Fei" userId="d19317889db4c986" providerId="LiveId" clId="{FC8A78C6-E237-5F47-8E2A-D4E6B3A7F9CA}" dt="2022-03-02T17:24:25.866" v="108" actId="2711"/>
          <ac:spMkLst>
            <pc:docMk/>
            <pc:sldMk cId="33555187" sldId="375"/>
            <ac:spMk id="7" creationId="{6FE811B2-AA3F-494E-A101-F4043F2B10DB}"/>
          </ac:spMkLst>
        </pc:spChg>
        <pc:spChg chg="add mod">
          <ac:chgData name="Zheng Fei" userId="d19317889db4c986" providerId="LiveId" clId="{FC8A78C6-E237-5F47-8E2A-D4E6B3A7F9CA}" dt="2022-03-02T17:24:25.866" v="108" actId="2711"/>
          <ac:spMkLst>
            <pc:docMk/>
            <pc:sldMk cId="33555187" sldId="375"/>
            <ac:spMk id="8" creationId="{5FFA93C1-2EAA-7447-8B18-718024C6EEA8}"/>
          </ac:spMkLst>
        </pc:spChg>
        <pc:spChg chg="add mod">
          <ac:chgData name="Zheng Fei" userId="d19317889db4c986" providerId="LiveId" clId="{FC8A78C6-E237-5F47-8E2A-D4E6B3A7F9CA}" dt="2022-03-02T17:28:33.694" v="147" actId="113"/>
          <ac:spMkLst>
            <pc:docMk/>
            <pc:sldMk cId="33555187" sldId="375"/>
            <ac:spMk id="9" creationId="{13F7FF10-7D53-2C4A-8A7E-91A9745AF0F1}"/>
          </ac:spMkLst>
        </pc:spChg>
        <pc:spChg chg="add mod">
          <ac:chgData name="Zheng Fei" userId="d19317889db4c986" providerId="LiveId" clId="{FC8A78C6-E237-5F47-8E2A-D4E6B3A7F9CA}" dt="2022-03-02T17:31:16.993" v="166" actId="1582"/>
          <ac:spMkLst>
            <pc:docMk/>
            <pc:sldMk cId="33555187" sldId="375"/>
            <ac:spMk id="10" creationId="{6C77C1BB-C3D6-7B4D-B6CA-9783891FDCD4}"/>
          </ac:spMkLst>
        </pc:spChg>
        <pc:spChg chg="add mod">
          <ac:chgData name="Zheng Fei" userId="d19317889db4c986" providerId="LiveId" clId="{FC8A78C6-E237-5F47-8E2A-D4E6B3A7F9CA}" dt="2022-03-02T17:31:16.993" v="166" actId="1582"/>
          <ac:spMkLst>
            <pc:docMk/>
            <pc:sldMk cId="33555187" sldId="375"/>
            <ac:spMk id="11" creationId="{8DBF7585-74F7-D346-8C40-569E83AAE92E}"/>
          </ac:spMkLst>
        </pc:spChg>
        <pc:spChg chg="add mod">
          <ac:chgData name="Zheng Fei" userId="d19317889db4c986" providerId="LiveId" clId="{FC8A78C6-E237-5F47-8E2A-D4E6B3A7F9CA}" dt="2022-03-02T17:31:16.993" v="166" actId="1582"/>
          <ac:spMkLst>
            <pc:docMk/>
            <pc:sldMk cId="33555187" sldId="375"/>
            <ac:spMk id="12" creationId="{5D236B0B-29A1-D747-B577-4924ED685EF9}"/>
          </ac:spMkLst>
        </pc:spChg>
        <pc:spChg chg="add mod">
          <ac:chgData name="Zheng Fei" userId="d19317889db4c986" providerId="LiveId" clId="{FC8A78C6-E237-5F47-8E2A-D4E6B3A7F9CA}" dt="2022-03-02T17:29:46.726" v="153" actId="207"/>
          <ac:spMkLst>
            <pc:docMk/>
            <pc:sldMk cId="33555187" sldId="375"/>
            <ac:spMk id="13" creationId="{2096AB76-7509-FA4D-BBFD-96CAF035E83A}"/>
          </ac:spMkLst>
        </pc:spChg>
        <pc:spChg chg="add mod">
          <ac:chgData name="Zheng Fei" userId="d19317889db4c986" providerId="LiveId" clId="{FC8A78C6-E237-5F47-8E2A-D4E6B3A7F9CA}" dt="2022-03-02T17:29:58.189" v="155" actId="207"/>
          <ac:spMkLst>
            <pc:docMk/>
            <pc:sldMk cId="33555187" sldId="375"/>
            <ac:spMk id="14" creationId="{3BC0A0E4-A25A-7F4E-BAFE-A205ECD3BA4E}"/>
          </ac:spMkLst>
        </pc:spChg>
        <pc:spChg chg="add mod">
          <ac:chgData name="Zheng Fei" userId="d19317889db4c986" providerId="LiveId" clId="{FC8A78C6-E237-5F47-8E2A-D4E6B3A7F9CA}" dt="2022-03-03T12:17:31.551" v="268" actId="1076"/>
          <ac:spMkLst>
            <pc:docMk/>
            <pc:sldMk cId="33555187" sldId="375"/>
            <ac:spMk id="15" creationId="{C7645B44-2683-DD41-BE5A-A00CD0627D85}"/>
          </ac:spMkLst>
        </pc:spChg>
        <pc:spChg chg="add mod">
          <ac:chgData name="Zheng Fei" userId="d19317889db4c986" providerId="LiveId" clId="{FC8A78C6-E237-5F47-8E2A-D4E6B3A7F9CA}" dt="2022-03-03T12:14:20.276" v="257" actId="20577"/>
          <ac:spMkLst>
            <pc:docMk/>
            <pc:sldMk cId="33555187" sldId="375"/>
            <ac:spMk id="18" creationId="{641D479F-01D2-5441-82F8-3ACCB6A19C8E}"/>
          </ac:spMkLst>
        </pc:spChg>
        <pc:cxnChg chg="add mod">
          <ac:chgData name="Zheng Fei" userId="d19317889db4c986" providerId="LiveId" clId="{FC8A78C6-E237-5F47-8E2A-D4E6B3A7F9CA}" dt="2022-03-02T17:53:12.710" v="251" actId="1036"/>
          <ac:cxnSpMkLst>
            <pc:docMk/>
            <pc:sldMk cId="33555187" sldId="375"/>
            <ac:cxnSpMk id="17" creationId="{5E02FCDD-7B46-3944-AEBE-D27F642BC274}"/>
          </ac:cxnSpMkLst>
        </pc:cxnChg>
      </pc:sldChg>
      <pc:sldChg chg="del">
        <pc:chgData name="Zheng Fei" userId="d19317889db4c986" providerId="LiveId" clId="{FC8A78C6-E237-5F47-8E2A-D4E6B3A7F9CA}" dt="2022-02-24T03:06:14.705" v="3" actId="2696"/>
        <pc:sldMkLst>
          <pc:docMk/>
          <pc:sldMk cId="3139266100" sldId="375"/>
        </pc:sldMkLst>
      </pc:sldChg>
      <pc:sldChg chg="del">
        <pc:chgData name="Zheng Fei" userId="d19317889db4c986" providerId="LiveId" clId="{FC8A78C6-E237-5F47-8E2A-D4E6B3A7F9CA}" dt="2022-02-24T03:06:14.705" v="3" actId="2696"/>
        <pc:sldMkLst>
          <pc:docMk/>
          <pc:sldMk cId="1453297633" sldId="376"/>
        </pc:sldMkLst>
      </pc:sldChg>
      <pc:sldChg chg="addSp delSp modSp new mod">
        <pc:chgData name="Zheng Fei" userId="d19317889db4c986" providerId="LiveId" clId="{FC8A78C6-E237-5F47-8E2A-D4E6B3A7F9CA}" dt="2022-03-03T12:25:03.458" v="555" actId="478"/>
        <pc:sldMkLst>
          <pc:docMk/>
          <pc:sldMk cId="2192472416" sldId="376"/>
        </pc:sldMkLst>
        <pc:spChg chg="add mod">
          <ac:chgData name="Zheng Fei" userId="d19317889db4c986" providerId="LiveId" clId="{FC8A78C6-E237-5F47-8E2A-D4E6B3A7F9CA}" dt="2022-03-02T17:30:57.562" v="165" actId="1582"/>
          <ac:spMkLst>
            <pc:docMk/>
            <pc:sldMk cId="2192472416" sldId="376"/>
            <ac:spMk id="2" creationId="{380AB810-DB6E-5441-B393-DB23C2EA76AE}"/>
          </ac:spMkLst>
        </pc:spChg>
        <pc:spChg chg="add mod">
          <ac:chgData name="Zheng Fei" userId="d19317889db4c986" providerId="LiveId" clId="{FC8A78C6-E237-5F47-8E2A-D4E6B3A7F9CA}" dt="2022-03-02T17:30:57.562" v="165" actId="1582"/>
          <ac:spMkLst>
            <pc:docMk/>
            <pc:sldMk cId="2192472416" sldId="376"/>
            <ac:spMk id="3" creationId="{DFE75C28-CDB0-9F46-BEE1-C6A3A3C1A7B2}"/>
          </ac:spMkLst>
        </pc:spChg>
        <pc:spChg chg="add mod">
          <ac:chgData name="Zheng Fei" userId="d19317889db4c986" providerId="LiveId" clId="{FC8A78C6-E237-5F47-8E2A-D4E6B3A7F9CA}" dt="2022-03-02T17:30:57.562" v="165" actId="1582"/>
          <ac:spMkLst>
            <pc:docMk/>
            <pc:sldMk cId="2192472416" sldId="376"/>
            <ac:spMk id="4" creationId="{C83E9DB7-BA76-B34A-A480-531941FBB7F1}"/>
          </ac:spMkLst>
        </pc:spChg>
        <pc:spChg chg="add mod">
          <ac:chgData name="Zheng Fei" userId="d19317889db4c986" providerId="LiveId" clId="{FC8A78C6-E237-5F47-8E2A-D4E6B3A7F9CA}" dt="2022-03-02T17:30:40.676" v="161" actId="113"/>
          <ac:spMkLst>
            <pc:docMk/>
            <pc:sldMk cId="2192472416" sldId="376"/>
            <ac:spMk id="5" creationId="{BD239E7B-063A-BE4A-91BC-139028D1F233}"/>
          </ac:spMkLst>
        </pc:spChg>
        <pc:spChg chg="add mod">
          <ac:chgData name="Zheng Fei" userId="d19317889db4c986" providerId="LiveId" clId="{FC8A78C6-E237-5F47-8E2A-D4E6B3A7F9CA}" dt="2022-03-02T17:30:36.874" v="160" actId="113"/>
          <ac:spMkLst>
            <pc:docMk/>
            <pc:sldMk cId="2192472416" sldId="376"/>
            <ac:spMk id="6" creationId="{EA0540F9-10DB-8041-A3A7-F6C764ABBBE4}"/>
          </ac:spMkLst>
        </pc:spChg>
        <pc:spChg chg="add mod">
          <ac:chgData name="Zheng Fei" userId="d19317889db4c986" providerId="LiveId" clId="{FC8A78C6-E237-5F47-8E2A-D4E6B3A7F9CA}" dt="2022-03-03T12:24:48.707" v="554" actId="207"/>
          <ac:spMkLst>
            <pc:docMk/>
            <pc:sldMk cId="2192472416" sldId="376"/>
            <ac:spMk id="8" creationId="{0B1F81F6-9F01-2D49-9FDA-9469CBA1B3CD}"/>
          </ac:spMkLst>
        </pc:spChg>
        <pc:spChg chg="add del mod">
          <ac:chgData name="Zheng Fei" userId="d19317889db4c986" providerId="LiveId" clId="{FC8A78C6-E237-5F47-8E2A-D4E6B3A7F9CA}" dt="2022-03-02T17:31:41.360" v="167" actId="478"/>
          <ac:spMkLst>
            <pc:docMk/>
            <pc:sldMk cId="2192472416" sldId="376"/>
            <ac:spMk id="8" creationId="{5DC8AF3E-59EE-544C-B7E3-94709596EAEF}"/>
          </ac:spMkLst>
        </pc:spChg>
        <pc:spChg chg="add del mod">
          <ac:chgData name="Zheng Fei" userId="d19317889db4c986" providerId="LiveId" clId="{FC8A78C6-E237-5F47-8E2A-D4E6B3A7F9CA}" dt="2022-03-03T12:25:03.458" v="555" actId="478"/>
          <ac:spMkLst>
            <pc:docMk/>
            <pc:sldMk cId="2192472416" sldId="376"/>
            <ac:spMk id="9" creationId="{5932BAA4-3D67-7343-BD06-6EC253323186}"/>
          </ac:spMkLst>
        </pc:spChg>
        <pc:grpChg chg="add mod">
          <ac:chgData name="Zheng Fei" userId="d19317889db4c986" providerId="LiveId" clId="{FC8A78C6-E237-5F47-8E2A-D4E6B3A7F9CA}" dt="2022-03-02T17:48:27.647" v="225" actId="1076"/>
          <ac:grpSpMkLst>
            <pc:docMk/>
            <pc:sldMk cId="2192472416" sldId="376"/>
            <ac:grpSpMk id="10" creationId="{0B1E499B-E084-054F-8FB2-29384E0B6269}"/>
          </ac:grpSpMkLst>
        </pc:grpChg>
        <pc:picChg chg="add mod">
          <ac:chgData name="Zheng Fei" userId="d19317889db4c986" providerId="LiveId" clId="{FC8A78C6-E237-5F47-8E2A-D4E6B3A7F9CA}" dt="2022-03-02T17:49:53.092" v="242" actId="1076"/>
          <ac:picMkLst>
            <pc:docMk/>
            <pc:sldMk cId="2192472416" sldId="376"/>
            <ac:picMk id="7" creationId="{DE4CF7BF-5803-B848-A89C-83C49047424F}"/>
          </ac:picMkLst>
        </pc:picChg>
      </pc:sldChg>
      <pc:sldChg chg="del">
        <pc:chgData name="Zheng Fei" userId="d19317889db4c986" providerId="LiveId" clId="{FC8A78C6-E237-5F47-8E2A-D4E6B3A7F9CA}" dt="2022-02-24T03:06:14.705" v="3" actId="2696"/>
        <pc:sldMkLst>
          <pc:docMk/>
          <pc:sldMk cId="50119660" sldId="377"/>
        </pc:sldMkLst>
      </pc:sldChg>
      <pc:sldChg chg="addSp delSp modSp new mod">
        <pc:chgData name="Zheng Fei" userId="d19317889db4c986" providerId="LiveId" clId="{FC8A78C6-E237-5F47-8E2A-D4E6B3A7F9CA}" dt="2022-03-06T07:28:14.608" v="985" actId="20577"/>
        <pc:sldMkLst>
          <pc:docMk/>
          <pc:sldMk cId="4287553338" sldId="377"/>
        </pc:sldMkLst>
        <pc:spChg chg="add mod">
          <ac:chgData name="Zheng Fei" userId="d19317889db4c986" providerId="LiveId" clId="{FC8A78C6-E237-5F47-8E2A-D4E6B3A7F9CA}" dt="2022-03-05T09:15:32.160" v="935" actId="1037"/>
          <ac:spMkLst>
            <pc:docMk/>
            <pc:sldMk cId="4287553338" sldId="377"/>
            <ac:spMk id="2" creationId="{6EA539FA-9F0A-8342-8513-B36C287877B0}"/>
          </ac:spMkLst>
        </pc:spChg>
        <pc:spChg chg="add mod">
          <ac:chgData name="Zheng Fei" userId="d19317889db4c986" providerId="LiveId" clId="{FC8A78C6-E237-5F47-8E2A-D4E6B3A7F9CA}" dt="2022-03-05T08:38:58.094" v="789" actId="1076"/>
          <ac:spMkLst>
            <pc:docMk/>
            <pc:sldMk cId="4287553338" sldId="377"/>
            <ac:spMk id="4" creationId="{438D56AB-14C9-B246-A5CF-758CBEC3D1C1}"/>
          </ac:spMkLst>
        </pc:spChg>
        <pc:spChg chg="add mod">
          <ac:chgData name="Zheng Fei" userId="d19317889db4c986" providerId="LiveId" clId="{FC8A78C6-E237-5F47-8E2A-D4E6B3A7F9CA}" dt="2022-03-05T08:38:58.094" v="789" actId="1076"/>
          <ac:spMkLst>
            <pc:docMk/>
            <pc:sldMk cId="4287553338" sldId="377"/>
            <ac:spMk id="5" creationId="{6267AECA-377E-6D4C-AF8B-F7B71E2B192A}"/>
          </ac:spMkLst>
        </pc:spChg>
        <pc:spChg chg="add mod">
          <ac:chgData name="Zheng Fei" userId="d19317889db4c986" providerId="LiveId" clId="{FC8A78C6-E237-5F47-8E2A-D4E6B3A7F9CA}" dt="2022-03-05T08:38:58.094" v="789" actId="1076"/>
          <ac:spMkLst>
            <pc:docMk/>
            <pc:sldMk cId="4287553338" sldId="377"/>
            <ac:spMk id="6" creationId="{5DB1964B-D247-6F46-8F41-AD8CF0D36E63}"/>
          </ac:spMkLst>
        </pc:spChg>
        <pc:spChg chg="add mod">
          <ac:chgData name="Zheng Fei" userId="d19317889db4c986" providerId="LiveId" clId="{FC8A78C6-E237-5F47-8E2A-D4E6B3A7F9CA}" dt="2022-03-05T08:38:58.094" v="789" actId="1076"/>
          <ac:spMkLst>
            <pc:docMk/>
            <pc:sldMk cId="4287553338" sldId="377"/>
            <ac:spMk id="7" creationId="{28CD0442-EDC4-CC4F-9994-B4A2AC878C81}"/>
          </ac:spMkLst>
        </pc:spChg>
        <pc:spChg chg="add mod">
          <ac:chgData name="Zheng Fei" userId="d19317889db4c986" providerId="LiveId" clId="{FC8A78C6-E237-5F47-8E2A-D4E6B3A7F9CA}" dt="2022-03-05T08:50:23.311" v="914" actId="1038"/>
          <ac:spMkLst>
            <pc:docMk/>
            <pc:sldMk cId="4287553338" sldId="377"/>
            <ac:spMk id="8" creationId="{54BC5D56-0511-8F45-839C-BCE6B1D19176}"/>
          </ac:spMkLst>
        </pc:spChg>
        <pc:spChg chg="add mod">
          <ac:chgData name="Zheng Fei" userId="d19317889db4c986" providerId="LiveId" clId="{FC8A78C6-E237-5F47-8E2A-D4E6B3A7F9CA}" dt="2022-03-05T08:38:58.094" v="789" actId="1076"/>
          <ac:spMkLst>
            <pc:docMk/>
            <pc:sldMk cId="4287553338" sldId="377"/>
            <ac:spMk id="9" creationId="{77063862-56A5-104E-A95F-9A2EAB7FEF00}"/>
          </ac:spMkLst>
        </pc:spChg>
        <pc:spChg chg="add mod">
          <ac:chgData name="Zheng Fei" userId="d19317889db4c986" providerId="LiveId" clId="{FC8A78C6-E237-5F47-8E2A-D4E6B3A7F9CA}" dt="2022-03-05T08:38:58.094" v="789" actId="1076"/>
          <ac:spMkLst>
            <pc:docMk/>
            <pc:sldMk cId="4287553338" sldId="377"/>
            <ac:spMk id="10" creationId="{6CADDC2F-8A3E-0842-B688-89063B4893CA}"/>
          </ac:spMkLst>
        </pc:spChg>
        <pc:spChg chg="add mod">
          <ac:chgData name="Zheng Fei" userId="d19317889db4c986" providerId="LiveId" clId="{FC8A78C6-E237-5F47-8E2A-D4E6B3A7F9CA}" dt="2022-03-05T08:38:58.094" v="789" actId="1076"/>
          <ac:spMkLst>
            <pc:docMk/>
            <pc:sldMk cId="4287553338" sldId="377"/>
            <ac:spMk id="11" creationId="{0C663AB0-F605-0D46-A72E-3E3BA4E1C658}"/>
          </ac:spMkLst>
        </pc:spChg>
        <pc:spChg chg="add mod">
          <ac:chgData name="Zheng Fei" userId="d19317889db4c986" providerId="LiveId" clId="{FC8A78C6-E237-5F47-8E2A-D4E6B3A7F9CA}" dt="2022-03-05T08:38:58.094" v="789" actId="1076"/>
          <ac:spMkLst>
            <pc:docMk/>
            <pc:sldMk cId="4287553338" sldId="377"/>
            <ac:spMk id="12" creationId="{2319AEB4-A5FD-BE41-B3ED-81182B264CAD}"/>
          </ac:spMkLst>
        </pc:spChg>
        <pc:spChg chg="add mod">
          <ac:chgData name="Zheng Fei" userId="d19317889db4c986" providerId="LiveId" clId="{FC8A78C6-E237-5F47-8E2A-D4E6B3A7F9CA}" dt="2022-03-05T09:15:19.564" v="928" actId="1037"/>
          <ac:spMkLst>
            <pc:docMk/>
            <pc:sldMk cId="4287553338" sldId="377"/>
            <ac:spMk id="15" creationId="{15BE04D3-3B80-CA4D-914C-77A2A62E080D}"/>
          </ac:spMkLst>
        </pc:spChg>
        <pc:spChg chg="add mod">
          <ac:chgData name="Zheng Fei" userId="d19317889db4c986" providerId="LiveId" clId="{FC8A78C6-E237-5F47-8E2A-D4E6B3A7F9CA}" dt="2022-03-05T09:15:19.564" v="928" actId="1037"/>
          <ac:spMkLst>
            <pc:docMk/>
            <pc:sldMk cId="4287553338" sldId="377"/>
            <ac:spMk id="16" creationId="{B73BBA68-8F0C-944C-B905-41279D1CB5DE}"/>
          </ac:spMkLst>
        </pc:spChg>
        <pc:spChg chg="add mod">
          <ac:chgData name="Zheng Fei" userId="d19317889db4c986" providerId="LiveId" clId="{FC8A78C6-E237-5F47-8E2A-D4E6B3A7F9CA}" dt="2022-03-05T09:15:19.564" v="928" actId="1037"/>
          <ac:spMkLst>
            <pc:docMk/>
            <pc:sldMk cId="4287553338" sldId="377"/>
            <ac:spMk id="17" creationId="{55BCF409-B2B2-3147-8A47-397AA5945522}"/>
          </ac:spMkLst>
        </pc:spChg>
        <pc:spChg chg="add del mod">
          <ac:chgData name="Zheng Fei" userId="d19317889db4c986" providerId="LiveId" clId="{FC8A78C6-E237-5F47-8E2A-D4E6B3A7F9CA}" dt="2022-03-05T08:43:47.285" v="843"/>
          <ac:spMkLst>
            <pc:docMk/>
            <pc:sldMk cId="4287553338" sldId="377"/>
            <ac:spMk id="18" creationId="{C97D00F1-CBAD-8B46-BB05-1D2F8F074FB5}"/>
          </ac:spMkLst>
        </pc:spChg>
        <pc:spChg chg="add mod">
          <ac:chgData name="Zheng Fei" userId="d19317889db4c986" providerId="LiveId" clId="{FC8A78C6-E237-5F47-8E2A-D4E6B3A7F9CA}" dt="2022-03-05T09:15:19.564" v="928" actId="1037"/>
          <ac:spMkLst>
            <pc:docMk/>
            <pc:sldMk cId="4287553338" sldId="377"/>
            <ac:spMk id="20" creationId="{06C2A119-C009-1F4F-A852-8870FE758FC5}"/>
          </ac:spMkLst>
        </pc:spChg>
        <pc:spChg chg="add mod">
          <ac:chgData name="Zheng Fei" userId="d19317889db4c986" providerId="LiveId" clId="{FC8A78C6-E237-5F47-8E2A-D4E6B3A7F9CA}" dt="2022-03-05T09:15:19.564" v="928" actId="1037"/>
          <ac:spMkLst>
            <pc:docMk/>
            <pc:sldMk cId="4287553338" sldId="377"/>
            <ac:spMk id="21" creationId="{EEC820F1-6E81-6846-BFB2-6C6063F35B1F}"/>
          </ac:spMkLst>
        </pc:spChg>
        <pc:spChg chg="add mod">
          <ac:chgData name="Zheng Fei" userId="d19317889db4c986" providerId="LiveId" clId="{FC8A78C6-E237-5F47-8E2A-D4E6B3A7F9CA}" dt="2022-03-05T09:15:32.160" v="935" actId="1037"/>
          <ac:spMkLst>
            <pc:docMk/>
            <pc:sldMk cId="4287553338" sldId="377"/>
            <ac:spMk id="22" creationId="{81F5310E-DE17-904B-96DE-54F47505881A}"/>
          </ac:spMkLst>
        </pc:spChg>
        <pc:spChg chg="add mod">
          <ac:chgData name="Zheng Fei" userId="d19317889db4c986" providerId="LiveId" clId="{FC8A78C6-E237-5F47-8E2A-D4E6B3A7F9CA}" dt="2022-03-05T09:15:19.564" v="928" actId="1037"/>
          <ac:spMkLst>
            <pc:docMk/>
            <pc:sldMk cId="4287553338" sldId="377"/>
            <ac:spMk id="24" creationId="{A6A4DDED-160C-E645-8F93-5F4E4B80AAB4}"/>
          </ac:spMkLst>
        </pc:spChg>
        <pc:spChg chg="add mod">
          <ac:chgData name="Zheng Fei" userId="d19317889db4c986" providerId="LiveId" clId="{FC8A78C6-E237-5F47-8E2A-D4E6B3A7F9CA}" dt="2022-03-05T09:15:19.564" v="928" actId="1037"/>
          <ac:spMkLst>
            <pc:docMk/>
            <pc:sldMk cId="4287553338" sldId="377"/>
            <ac:spMk id="25" creationId="{659D17A0-6561-284A-B20F-263FC49CF0CB}"/>
          </ac:spMkLst>
        </pc:spChg>
        <pc:spChg chg="add mod">
          <ac:chgData name="Zheng Fei" userId="d19317889db4c986" providerId="LiveId" clId="{FC8A78C6-E237-5F47-8E2A-D4E6B3A7F9CA}" dt="2022-03-05T09:15:19.564" v="928" actId="1037"/>
          <ac:spMkLst>
            <pc:docMk/>
            <pc:sldMk cId="4287553338" sldId="377"/>
            <ac:spMk id="26" creationId="{2FC4A17F-081F-2B49-8AE7-FD2D6373F03C}"/>
          </ac:spMkLst>
        </pc:spChg>
        <pc:spChg chg="add mod">
          <ac:chgData name="Zheng Fei" userId="d19317889db4c986" providerId="LiveId" clId="{FC8A78C6-E237-5F47-8E2A-D4E6B3A7F9CA}" dt="2022-03-05T09:15:19.564" v="928" actId="1037"/>
          <ac:spMkLst>
            <pc:docMk/>
            <pc:sldMk cId="4287553338" sldId="377"/>
            <ac:spMk id="28" creationId="{73F94B8F-5525-AE4B-B1AA-33113A6680A3}"/>
          </ac:spMkLst>
        </pc:spChg>
        <pc:spChg chg="add mod">
          <ac:chgData name="Zheng Fei" userId="d19317889db4c986" providerId="LiveId" clId="{FC8A78C6-E237-5F47-8E2A-D4E6B3A7F9CA}" dt="2022-03-05T09:15:19.564" v="928" actId="1037"/>
          <ac:spMkLst>
            <pc:docMk/>
            <pc:sldMk cId="4287553338" sldId="377"/>
            <ac:spMk id="29" creationId="{6C19BAB9-D29D-9147-B9B8-6AF51B0B7D38}"/>
          </ac:spMkLst>
        </pc:spChg>
        <pc:spChg chg="add mod">
          <ac:chgData name="Zheng Fei" userId="d19317889db4c986" providerId="LiveId" clId="{FC8A78C6-E237-5F47-8E2A-D4E6B3A7F9CA}" dt="2022-03-05T09:15:19.564" v="928" actId="1037"/>
          <ac:spMkLst>
            <pc:docMk/>
            <pc:sldMk cId="4287553338" sldId="377"/>
            <ac:spMk id="30" creationId="{F15952B3-4181-2842-8A0C-757BCAA635DD}"/>
          </ac:spMkLst>
        </pc:spChg>
        <pc:spChg chg="add mod">
          <ac:chgData name="Zheng Fei" userId="d19317889db4c986" providerId="LiveId" clId="{FC8A78C6-E237-5F47-8E2A-D4E6B3A7F9CA}" dt="2022-03-05T09:15:32.160" v="935" actId="1037"/>
          <ac:spMkLst>
            <pc:docMk/>
            <pc:sldMk cId="4287553338" sldId="377"/>
            <ac:spMk id="31" creationId="{C07E03EA-56C8-A340-A6FF-A0591F17F9D9}"/>
          </ac:spMkLst>
        </pc:spChg>
        <pc:spChg chg="add mod">
          <ac:chgData name="Zheng Fei" userId="d19317889db4c986" providerId="LiveId" clId="{FC8A78C6-E237-5F47-8E2A-D4E6B3A7F9CA}" dt="2022-03-05T08:45:14.995" v="866" actId="1076"/>
          <ac:spMkLst>
            <pc:docMk/>
            <pc:sldMk cId="4287553338" sldId="377"/>
            <ac:spMk id="32" creationId="{6DE68062-3EF7-B741-8D0A-11F9FB87FADC}"/>
          </ac:spMkLst>
        </pc:spChg>
        <pc:spChg chg="add mod">
          <ac:chgData name="Zheng Fei" userId="d19317889db4c986" providerId="LiveId" clId="{FC8A78C6-E237-5F47-8E2A-D4E6B3A7F9CA}" dt="2022-03-05T08:46:45.124" v="908" actId="20577"/>
          <ac:spMkLst>
            <pc:docMk/>
            <pc:sldMk cId="4287553338" sldId="377"/>
            <ac:spMk id="33" creationId="{71FA5CB4-1F7D-CE4D-9B3F-58A8B5E9C16E}"/>
          </ac:spMkLst>
        </pc:spChg>
        <pc:spChg chg="add mod">
          <ac:chgData name="Zheng Fei" userId="d19317889db4c986" providerId="LiveId" clId="{FC8A78C6-E237-5F47-8E2A-D4E6B3A7F9CA}" dt="2022-03-06T07:28:14.608" v="985" actId="20577"/>
          <ac:spMkLst>
            <pc:docMk/>
            <pc:sldMk cId="4287553338" sldId="377"/>
            <ac:spMk id="42" creationId="{CB7CDE83-CEC6-734E-A403-3E67515E0D29}"/>
          </ac:spMkLst>
        </pc:spChg>
        <pc:picChg chg="add mod">
          <ac:chgData name="Zheng Fei" userId="d19317889db4c986" providerId="LiveId" clId="{FC8A78C6-E237-5F47-8E2A-D4E6B3A7F9CA}" dt="2022-03-05T08:46:55.473" v="909" actId="167"/>
          <ac:picMkLst>
            <pc:docMk/>
            <pc:sldMk cId="4287553338" sldId="377"/>
            <ac:picMk id="3" creationId="{B84C8F4F-4640-CF4C-8D61-89BC2895B5D9}"/>
          </ac:picMkLst>
        </pc:picChg>
        <pc:cxnChg chg="add mod">
          <ac:chgData name="Zheng Fei" userId="d19317889db4c986" providerId="LiveId" clId="{FC8A78C6-E237-5F47-8E2A-D4E6B3A7F9CA}" dt="2022-03-05T09:15:19.564" v="928" actId="1037"/>
          <ac:cxnSpMkLst>
            <pc:docMk/>
            <pc:sldMk cId="4287553338" sldId="377"/>
            <ac:cxnSpMk id="14" creationId="{5739FD9B-6E78-544F-B72C-02C192FD6D76}"/>
          </ac:cxnSpMkLst>
        </pc:cxnChg>
        <pc:cxnChg chg="add mod">
          <ac:chgData name="Zheng Fei" userId="d19317889db4c986" providerId="LiveId" clId="{FC8A78C6-E237-5F47-8E2A-D4E6B3A7F9CA}" dt="2022-03-05T09:15:19.564" v="928" actId="1037"/>
          <ac:cxnSpMkLst>
            <pc:docMk/>
            <pc:sldMk cId="4287553338" sldId="377"/>
            <ac:cxnSpMk id="19" creationId="{6DC9B59C-581A-D34F-8266-B185A28984B2}"/>
          </ac:cxnSpMkLst>
        </pc:cxnChg>
        <pc:cxnChg chg="add mod">
          <ac:chgData name="Zheng Fei" userId="d19317889db4c986" providerId="LiveId" clId="{FC8A78C6-E237-5F47-8E2A-D4E6B3A7F9CA}" dt="2022-03-05T09:15:19.564" v="928" actId="1037"/>
          <ac:cxnSpMkLst>
            <pc:docMk/>
            <pc:sldMk cId="4287553338" sldId="377"/>
            <ac:cxnSpMk id="23" creationId="{AC168F0D-314D-BE41-90F1-C0ABD537F63D}"/>
          </ac:cxnSpMkLst>
        </pc:cxnChg>
        <pc:cxnChg chg="add mod">
          <ac:chgData name="Zheng Fei" userId="d19317889db4c986" providerId="LiveId" clId="{FC8A78C6-E237-5F47-8E2A-D4E6B3A7F9CA}" dt="2022-03-05T09:15:19.564" v="928" actId="1037"/>
          <ac:cxnSpMkLst>
            <pc:docMk/>
            <pc:sldMk cId="4287553338" sldId="377"/>
            <ac:cxnSpMk id="27" creationId="{AAB8F799-EFB5-C747-B5BA-C80ECBBB5B2B}"/>
          </ac:cxnSpMkLst>
        </pc:cxnChg>
        <pc:cxnChg chg="add mod">
          <ac:chgData name="Zheng Fei" userId="d19317889db4c986" providerId="LiveId" clId="{FC8A78C6-E237-5F47-8E2A-D4E6B3A7F9CA}" dt="2022-03-05T08:45:45.900" v="875" actId="14100"/>
          <ac:cxnSpMkLst>
            <pc:docMk/>
            <pc:sldMk cId="4287553338" sldId="377"/>
            <ac:cxnSpMk id="34" creationId="{66C202D8-F89B-1641-893B-8F91E4D97787}"/>
          </ac:cxnSpMkLst>
        </pc:cxnChg>
      </pc:sldChg>
      <pc:sldChg chg="addSp modSp new mod">
        <pc:chgData name="Zheng Fei" userId="d19317889db4c986" providerId="LiveId" clId="{FC8A78C6-E237-5F47-8E2A-D4E6B3A7F9CA}" dt="2022-03-05T08:36:52.583" v="786" actId="1076"/>
        <pc:sldMkLst>
          <pc:docMk/>
          <pc:sldMk cId="1290878368" sldId="378"/>
        </pc:sldMkLst>
        <pc:spChg chg="add mod">
          <ac:chgData name="Zheng Fei" userId="d19317889db4c986" providerId="LiveId" clId="{FC8A78C6-E237-5F47-8E2A-D4E6B3A7F9CA}" dt="2022-03-05T08:36:37.644" v="784" actId="1076"/>
          <ac:spMkLst>
            <pc:docMk/>
            <pc:sldMk cId="1290878368" sldId="378"/>
            <ac:spMk id="4" creationId="{77A7BAA2-1EC5-B546-B2E2-77F1DA17E8EE}"/>
          </ac:spMkLst>
        </pc:spChg>
        <pc:spChg chg="add mod">
          <ac:chgData name="Zheng Fei" userId="d19317889db4c986" providerId="LiveId" clId="{FC8A78C6-E237-5F47-8E2A-D4E6B3A7F9CA}" dt="2022-03-05T08:36:52.583" v="786" actId="1076"/>
          <ac:spMkLst>
            <pc:docMk/>
            <pc:sldMk cId="1290878368" sldId="378"/>
            <ac:spMk id="5" creationId="{37ACD992-8E93-0A4A-B781-A41AE8C264FB}"/>
          </ac:spMkLst>
        </pc:spChg>
        <pc:spChg chg="add mod">
          <ac:chgData name="Zheng Fei" userId="d19317889db4c986" providerId="LiveId" clId="{FC8A78C6-E237-5F47-8E2A-D4E6B3A7F9CA}" dt="2022-03-05T08:36:52.583" v="786" actId="1076"/>
          <ac:spMkLst>
            <pc:docMk/>
            <pc:sldMk cId="1290878368" sldId="378"/>
            <ac:spMk id="6" creationId="{1D8F88D0-6442-A04A-81C3-8DFB5398ADC3}"/>
          </ac:spMkLst>
        </pc:spChg>
        <pc:picChg chg="add mod">
          <ac:chgData name="Zheng Fei" userId="d19317889db4c986" providerId="LiveId" clId="{FC8A78C6-E237-5F47-8E2A-D4E6B3A7F9CA}" dt="2022-03-05T08:36:32.824" v="782" actId="1076"/>
          <ac:picMkLst>
            <pc:docMk/>
            <pc:sldMk cId="1290878368" sldId="378"/>
            <ac:picMk id="3" creationId="{C37EC877-C88F-984D-8A02-03E843ED5233}"/>
          </ac:picMkLst>
        </pc:picChg>
      </pc:sldChg>
      <pc:sldChg chg="del">
        <pc:chgData name="Zheng Fei" userId="d19317889db4c986" providerId="LiveId" clId="{FC8A78C6-E237-5F47-8E2A-D4E6B3A7F9CA}" dt="2022-02-24T03:06:14.705" v="3" actId="2696"/>
        <pc:sldMkLst>
          <pc:docMk/>
          <pc:sldMk cId="1738306927" sldId="378"/>
        </pc:sldMkLst>
      </pc:sldChg>
      <pc:sldChg chg="del">
        <pc:chgData name="Zheng Fei" userId="d19317889db4c986" providerId="LiveId" clId="{FC8A78C6-E237-5F47-8E2A-D4E6B3A7F9CA}" dt="2022-02-24T03:06:14.705" v="3" actId="2696"/>
        <pc:sldMkLst>
          <pc:docMk/>
          <pc:sldMk cId="525206687" sldId="379"/>
        </pc:sldMkLst>
      </pc:sldChg>
      <pc:sldChg chg="del">
        <pc:chgData name="Zheng Fei" userId="d19317889db4c986" providerId="LiveId" clId="{FC8A78C6-E237-5F47-8E2A-D4E6B3A7F9CA}" dt="2022-02-24T03:06:03.619" v="0" actId="2696"/>
        <pc:sldMkLst>
          <pc:docMk/>
          <pc:sldMk cId="3991378626" sldId="390"/>
        </pc:sldMkLst>
      </pc:sldChg>
      <pc:sldChg chg="del">
        <pc:chgData name="Zheng Fei" userId="d19317889db4c986" providerId="LiveId" clId="{FC8A78C6-E237-5F47-8E2A-D4E6B3A7F9CA}" dt="2022-02-24T03:06:03.619" v="0" actId="2696"/>
        <pc:sldMkLst>
          <pc:docMk/>
          <pc:sldMk cId="1888470829" sldId="399"/>
        </pc:sldMkLst>
      </pc:sldChg>
      <pc:sldChg chg="addSp delSp modSp add mod delAnim modNotesTx">
        <pc:chgData name="Zheng Fei" userId="d19317889db4c986" providerId="LiveId" clId="{FC8A78C6-E237-5F47-8E2A-D4E6B3A7F9CA}" dt="2022-03-05T08:33:14.706" v="775" actId="20577"/>
        <pc:sldMkLst>
          <pc:docMk/>
          <pc:sldMk cId="3563483024" sldId="426"/>
        </pc:sldMkLst>
        <pc:spChg chg="mod">
          <ac:chgData name="Zheng Fei" userId="d19317889db4c986" providerId="LiveId" clId="{FC8A78C6-E237-5F47-8E2A-D4E6B3A7F9CA}" dt="2022-03-05T08:31:52.599" v="696" actId="404"/>
          <ac:spMkLst>
            <pc:docMk/>
            <pc:sldMk cId="3563483024" sldId="426"/>
            <ac:spMk id="2" creationId="{25756C58-6542-4E2D-AEC6-49E7D697B721}"/>
          </ac:spMkLst>
        </pc:spChg>
        <pc:spChg chg="mod">
          <ac:chgData name="Zheng Fei" userId="d19317889db4c986" providerId="LiveId" clId="{FC8A78C6-E237-5F47-8E2A-D4E6B3A7F9CA}" dt="2022-03-05T08:31:52.599" v="696" actId="404"/>
          <ac:spMkLst>
            <pc:docMk/>
            <pc:sldMk cId="3563483024" sldId="426"/>
            <ac:spMk id="3" creationId="{9EE395DF-978B-4730-A175-4561D6EA4028}"/>
          </ac:spMkLst>
        </pc:spChg>
        <pc:spChg chg="mod">
          <ac:chgData name="Zheng Fei" userId="d19317889db4c986" providerId="LiveId" clId="{FC8A78C6-E237-5F47-8E2A-D4E6B3A7F9CA}" dt="2022-03-05T08:32:03.231" v="697" actId="1076"/>
          <ac:spMkLst>
            <pc:docMk/>
            <pc:sldMk cId="3563483024" sldId="426"/>
            <ac:spMk id="4" creationId="{DA0B3A7D-62BC-468E-B44B-6AB7E8FABE35}"/>
          </ac:spMkLst>
        </pc:spChg>
        <pc:spChg chg="mod">
          <ac:chgData name="Zheng Fei" userId="d19317889db4c986" providerId="LiveId" clId="{FC8A78C6-E237-5F47-8E2A-D4E6B3A7F9CA}" dt="2022-03-05T08:31:52.599" v="696" actId="404"/>
          <ac:spMkLst>
            <pc:docMk/>
            <pc:sldMk cId="3563483024" sldId="426"/>
            <ac:spMk id="5" creationId="{EA2BBC9C-5E59-480B-8ED6-576B7E461781}"/>
          </ac:spMkLst>
        </pc:spChg>
        <pc:spChg chg="mod">
          <ac:chgData name="Zheng Fei" userId="d19317889db4c986" providerId="LiveId" clId="{FC8A78C6-E237-5F47-8E2A-D4E6B3A7F9CA}" dt="2022-03-05T08:31:52.599" v="696" actId="404"/>
          <ac:spMkLst>
            <pc:docMk/>
            <pc:sldMk cId="3563483024" sldId="426"/>
            <ac:spMk id="7" creationId="{2DC43E23-179A-4C49-92F0-7FB49530C7AC}"/>
          </ac:spMkLst>
        </pc:spChg>
        <pc:spChg chg="mod">
          <ac:chgData name="Zheng Fei" userId="d19317889db4c986" providerId="LiveId" clId="{FC8A78C6-E237-5F47-8E2A-D4E6B3A7F9CA}" dt="2022-03-05T08:31:52.599" v="696" actId="404"/>
          <ac:spMkLst>
            <pc:docMk/>
            <pc:sldMk cId="3563483024" sldId="426"/>
            <ac:spMk id="8" creationId="{714CB9E9-5FA4-4F97-97AC-D95EFFA8C9E3}"/>
          </ac:spMkLst>
        </pc:spChg>
        <pc:spChg chg="mod">
          <ac:chgData name="Zheng Fei" userId="d19317889db4c986" providerId="LiveId" clId="{FC8A78C6-E237-5F47-8E2A-D4E6B3A7F9CA}" dt="2022-03-05T08:31:52.599" v="696" actId="404"/>
          <ac:spMkLst>
            <pc:docMk/>
            <pc:sldMk cId="3563483024" sldId="426"/>
            <ac:spMk id="12" creationId="{26543292-1DE8-4BF3-8EBB-63DEF4D5C67C}"/>
          </ac:spMkLst>
        </pc:spChg>
        <pc:spChg chg="del">
          <ac:chgData name="Zheng Fei" userId="d19317889db4c986" providerId="LiveId" clId="{FC8A78C6-E237-5F47-8E2A-D4E6B3A7F9CA}" dt="2022-03-02T17:44:00.780" v="189" actId="478"/>
          <ac:spMkLst>
            <pc:docMk/>
            <pc:sldMk cId="3563483024" sldId="426"/>
            <ac:spMk id="13" creationId="{B56F5070-A4C8-1249-A411-3204960CFA4A}"/>
          </ac:spMkLst>
        </pc:spChg>
        <pc:spChg chg="mod">
          <ac:chgData name="Zheng Fei" userId="d19317889db4c986" providerId="LiveId" clId="{FC8A78C6-E237-5F47-8E2A-D4E6B3A7F9CA}" dt="2022-03-05T08:31:52.599" v="696" actId="404"/>
          <ac:spMkLst>
            <pc:docMk/>
            <pc:sldMk cId="3563483024" sldId="426"/>
            <ac:spMk id="14" creationId="{01D33357-B2C4-442E-8FFF-306CE0E91B00}"/>
          </ac:spMkLst>
        </pc:spChg>
        <pc:spChg chg="mod">
          <ac:chgData name="Zheng Fei" userId="d19317889db4c986" providerId="LiveId" clId="{FC8A78C6-E237-5F47-8E2A-D4E6B3A7F9CA}" dt="2022-03-05T08:31:52.599" v="696" actId="404"/>
          <ac:spMkLst>
            <pc:docMk/>
            <pc:sldMk cId="3563483024" sldId="426"/>
            <ac:spMk id="15" creationId="{4BBCD937-F2A8-4718-AB42-DF11BDFFFF21}"/>
          </ac:spMkLst>
        </pc:spChg>
        <pc:spChg chg="mod">
          <ac:chgData name="Zheng Fei" userId="d19317889db4c986" providerId="LiveId" clId="{FC8A78C6-E237-5F47-8E2A-D4E6B3A7F9CA}" dt="2022-03-05T08:31:52.599" v="696" actId="404"/>
          <ac:spMkLst>
            <pc:docMk/>
            <pc:sldMk cId="3563483024" sldId="426"/>
            <ac:spMk id="20" creationId="{65CC2B03-F5D1-41A0-BFEB-D798FB6D8263}"/>
          </ac:spMkLst>
        </pc:spChg>
        <pc:spChg chg="add mod">
          <ac:chgData name="Zheng Fei" userId="d19317889db4c986" providerId="LiveId" clId="{FC8A78C6-E237-5F47-8E2A-D4E6B3A7F9CA}" dt="2022-03-05T08:33:05.571" v="758" actId="113"/>
          <ac:spMkLst>
            <pc:docMk/>
            <pc:sldMk cId="3563483024" sldId="426"/>
            <ac:spMk id="22" creationId="{93EAF032-19AC-D14F-881F-A7D0A1CDF64E}"/>
          </ac:spMkLst>
        </pc:spChg>
        <pc:spChg chg="mod">
          <ac:chgData name="Zheng Fei" userId="d19317889db4c986" providerId="LiveId" clId="{FC8A78C6-E237-5F47-8E2A-D4E6B3A7F9CA}" dt="2022-03-05T08:31:52.599" v="696" actId="404"/>
          <ac:spMkLst>
            <pc:docMk/>
            <pc:sldMk cId="3563483024" sldId="426"/>
            <ac:spMk id="24" creationId="{8A2836BF-073B-48A1-913B-9AA1F2FF4913}"/>
          </ac:spMkLst>
        </pc:spChg>
        <pc:spChg chg="mod">
          <ac:chgData name="Zheng Fei" userId="d19317889db4c986" providerId="LiveId" clId="{FC8A78C6-E237-5F47-8E2A-D4E6B3A7F9CA}" dt="2022-03-05T08:31:52.599" v="696" actId="404"/>
          <ac:spMkLst>
            <pc:docMk/>
            <pc:sldMk cId="3563483024" sldId="426"/>
            <ac:spMk id="25" creationId="{3E3FFA1B-6504-48E9-B6A5-FA9B5068560C}"/>
          </ac:spMkLst>
        </pc:spChg>
        <pc:spChg chg="add mod">
          <ac:chgData name="Zheng Fei" userId="d19317889db4c986" providerId="LiveId" clId="{FC8A78C6-E237-5F47-8E2A-D4E6B3A7F9CA}" dt="2022-03-02T17:46:28.095" v="215" actId="1035"/>
          <ac:spMkLst>
            <pc:docMk/>
            <pc:sldMk cId="3563483024" sldId="426"/>
            <ac:spMk id="37" creationId="{915A6F33-BC82-1440-AC9D-359716EFF8E7}"/>
          </ac:spMkLst>
        </pc:spChg>
        <pc:spChg chg="add mod">
          <ac:chgData name="Zheng Fei" userId="d19317889db4c986" providerId="LiveId" clId="{FC8A78C6-E237-5F47-8E2A-D4E6B3A7F9CA}" dt="2022-03-05T08:33:05.571" v="758" actId="113"/>
          <ac:spMkLst>
            <pc:docMk/>
            <pc:sldMk cId="3563483024" sldId="426"/>
            <ac:spMk id="40" creationId="{95AA75D4-123E-B441-85C5-EF134CE22995}"/>
          </ac:spMkLst>
        </pc:spChg>
        <pc:spChg chg="add mod">
          <ac:chgData name="Zheng Fei" userId="d19317889db4c986" providerId="LiveId" clId="{FC8A78C6-E237-5F47-8E2A-D4E6B3A7F9CA}" dt="2022-03-05T08:33:14.706" v="775" actId="20577"/>
          <ac:spMkLst>
            <pc:docMk/>
            <pc:sldMk cId="3563483024" sldId="426"/>
            <ac:spMk id="41" creationId="{AE7BAFB8-9800-F24B-82FD-9298DF83EF5F}"/>
          </ac:spMkLst>
        </pc:spChg>
        <pc:spChg chg="del">
          <ac:chgData name="Zheng Fei" userId="d19317889db4c986" providerId="LiveId" clId="{FC8A78C6-E237-5F47-8E2A-D4E6B3A7F9CA}" dt="2022-03-02T17:43:59.956" v="188" actId="478"/>
          <ac:spMkLst>
            <pc:docMk/>
            <pc:sldMk cId="3563483024" sldId="426"/>
            <ac:spMk id="103" creationId="{CD29B8E6-B9A3-F345-89AD-4017D286433E}"/>
          </ac:spMkLst>
        </pc:spChg>
        <pc:grpChg chg="add mod">
          <ac:chgData name="Zheng Fei" userId="d19317889db4c986" providerId="LiveId" clId="{FC8A78C6-E237-5F47-8E2A-D4E6B3A7F9CA}" dt="2022-03-05T08:30:39.998" v="659" actId="14100"/>
          <ac:grpSpMkLst>
            <pc:docMk/>
            <pc:sldMk cId="3563483024" sldId="426"/>
            <ac:grpSpMk id="16" creationId="{8133AF3E-3D46-A248-9FF6-47B2FB445B04}"/>
          </ac:grpSpMkLst>
        </pc:grpChg>
        <pc:grpChg chg="mod">
          <ac:chgData name="Zheng Fei" userId="d19317889db4c986" providerId="LiveId" clId="{FC8A78C6-E237-5F47-8E2A-D4E6B3A7F9CA}" dt="2022-03-05T08:32:16.062" v="727" actId="1036"/>
          <ac:grpSpMkLst>
            <pc:docMk/>
            <pc:sldMk cId="3563483024" sldId="426"/>
            <ac:grpSpMk id="19" creationId="{37A8C3A5-46C7-7A4E-9AA5-0101CAECD9EF}"/>
          </ac:grpSpMkLst>
        </pc:grpChg>
        <pc:graphicFrameChg chg="add del mod">
          <ac:chgData name="Zheng Fei" userId="d19317889db4c986" providerId="LiveId" clId="{FC8A78C6-E237-5F47-8E2A-D4E6B3A7F9CA}" dt="2022-03-02T17:44:31.075" v="196"/>
          <ac:graphicFrameMkLst>
            <pc:docMk/>
            <pc:sldMk cId="3563483024" sldId="426"/>
            <ac:graphicFrameMk id="33" creationId="{1EC6AC95-CFD6-9047-8F0D-C5FB1784F9BA}"/>
          </ac:graphicFrameMkLst>
        </pc:graphicFrameChg>
        <pc:graphicFrameChg chg="add del mod">
          <ac:chgData name="Zheng Fei" userId="d19317889db4c986" providerId="LiveId" clId="{FC8A78C6-E237-5F47-8E2A-D4E6B3A7F9CA}" dt="2022-03-02T17:44:35.152" v="198"/>
          <ac:graphicFrameMkLst>
            <pc:docMk/>
            <pc:sldMk cId="3563483024" sldId="426"/>
            <ac:graphicFrameMk id="34" creationId="{4E586ECA-E5FE-384C-AB78-0B28FA43D0C0}"/>
          </ac:graphicFrameMkLst>
        </pc:graphicFrameChg>
        <pc:picChg chg="add mod">
          <ac:chgData name="Zheng Fei" userId="d19317889db4c986" providerId="LiveId" clId="{FC8A78C6-E237-5F47-8E2A-D4E6B3A7F9CA}" dt="2022-03-02T17:47:38.296" v="222" actId="1037"/>
          <ac:picMkLst>
            <pc:docMk/>
            <pc:sldMk cId="3563483024" sldId="426"/>
            <ac:picMk id="11" creationId="{CE23F94C-A140-8E4C-B198-6A11092D11C1}"/>
          </ac:picMkLst>
        </pc:picChg>
        <pc:picChg chg="add mod">
          <ac:chgData name="Zheng Fei" userId="d19317889db4c986" providerId="LiveId" clId="{FC8A78C6-E237-5F47-8E2A-D4E6B3A7F9CA}" dt="2022-03-05T08:30:43.510" v="660" actId="1076"/>
          <ac:picMkLst>
            <pc:docMk/>
            <pc:sldMk cId="3563483024" sldId="426"/>
            <ac:picMk id="18" creationId="{4E901623-7796-B84E-886E-734B830D2DF8}"/>
          </ac:picMkLst>
        </pc:picChg>
        <pc:picChg chg="add mod">
          <ac:chgData name="Zheng Fei" userId="d19317889db4c986" providerId="LiveId" clId="{FC8A78C6-E237-5F47-8E2A-D4E6B3A7F9CA}" dt="2022-03-02T17:47:30.809" v="216" actId="14100"/>
          <ac:picMkLst>
            <pc:docMk/>
            <pc:sldMk cId="3563483024" sldId="426"/>
            <ac:picMk id="32" creationId="{B89F23D8-6D60-5D41-8438-74B672773D7F}"/>
          </ac:picMkLst>
        </pc:picChg>
        <pc:picChg chg="add del mod">
          <ac:chgData name="Zheng Fei" userId="d19317889db4c986" providerId="LiveId" clId="{FC8A78C6-E237-5F47-8E2A-D4E6B3A7F9CA}" dt="2022-03-05T08:30:16.866" v="649" actId="478"/>
          <ac:picMkLst>
            <pc:docMk/>
            <pc:sldMk cId="3563483024" sldId="426"/>
            <ac:picMk id="36" creationId="{B294ECEC-7212-3342-85EF-8C9A4F82CBAC}"/>
          </ac:picMkLst>
        </pc:picChg>
        <pc:picChg chg="add mod">
          <ac:chgData name="Zheng Fei" userId="d19317889db4c986" providerId="LiveId" clId="{FC8A78C6-E237-5F47-8E2A-D4E6B3A7F9CA}" dt="2022-03-05T08:31:16.358" v="665" actId="14100"/>
          <ac:picMkLst>
            <pc:docMk/>
            <pc:sldMk cId="3563483024" sldId="426"/>
            <ac:picMk id="38" creationId="{49C1F4AE-82C2-C842-820C-7E9B3C705E09}"/>
          </ac:picMkLst>
        </pc:picChg>
        <pc:cxnChg chg="mod">
          <ac:chgData name="Zheng Fei" userId="d19317889db4c986" providerId="LiveId" clId="{FC8A78C6-E237-5F47-8E2A-D4E6B3A7F9CA}" dt="2022-03-05T08:31:52.599" v="696" actId="404"/>
          <ac:cxnSpMkLst>
            <pc:docMk/>
            <pc:sldMk cId="3563483024" sldId="426"/>
            <ac:cxnSpMk id="6" creationId="{4979DC70-8BC8-41FE-B1AF-592E3F35BB75}"/>
          </ac:cxnSpMkLst>
        </pc:cxnChg>
        <pc:cxnChg chg="mod">
          <ac:chgData name="Zheng Fei" userId="d19317889db4c986" providerId="LiveId" clId="{FC8A78C6-E237-5F47-8E2A-D4E6B3A7F9CA}" dt="2022-03-05T08:32:03.231" v="697" actId="1076"/>
          <ac:cxnSpMkLst>
            <pc:docMk/>
            <pc:sldMk cId="3563483024" sldId="426"/>
            <ac:cxnSpMk id="9" creationId="{93AF8ED3-76A5-4E6A-8065-FF03C4AF8A3A}"/>
          </ac:cxnSpMkLst>
        </pc:cxnChg>
        <pc:cxnChg chg="mod">
          <ac:chgData name="Zheng Fei" userId="d19317889db4c986" providerId="LiveId" clId="{FC8A78C6-E237-5F47-8E2A-D4E6B3A7F9CA}" dt="2022-03-05T08:31:52.599" v="696" actId="404"/>
          <ac:cxnSpMkLst>
            <pc:docMk/>
            <pc:sldMk cId="3563483024" sldId="426"/>
            <ac:cxnSpMk id="17" creationId="{A05B5A6A-C2E9-4936-9CE1-FD6D3C71301E}"/>
          </ac:cxnSpMkLst>
        </pc:cxnChg>
      </pc:sldChg>
      <pc:sldChg chg="addSp delSp modSp new mod setBg">
        <pc:chgData name="Zheng Fei" userId="d19317889db4c986" providerId="LiveId" clId="{FC8A78C6-E237-5F47-8E2A-D4E6B3A7F9CA}" dt="2022-03-05T08:21:47.375" v="645" actId="207"/>
        <pc:sldMkLst>
          <pc:docMk/>
          <pc:sldMk cId="4017712638" sldId="427"/>
        </pc:sldMkLst>
        <pc:spChg chg="add mod">
          <ac:chgData name="Zheng Fei" userId="d19317889db4c986" providerId="LiveId" clId="{FC8A78C6-E237-5F47-8E2A-D4E6B3A7F9CA}" dt="2022-03-05T08:21:47.375" v="645" actId="207"/>
          <ac:spMkLst>
            <pc:docMk/>
            <pc:sldMk cId="4017712638" sldId="427"/>
            <ac:spMk id="10" creationId="{346F09B9-A702-E94C-A838-E5B4443ABB9A}"/>
          </ac:spMkLst>
        </pc:spChg>
        <pc:spChg chg="add del">
          <ac:chgData name="Zheng Fei" userId="d19317889db4c986" providerId="LiveId" clId="{FC8A78C6-E237-5F47-8E2A-D4E6B3A7F9CA}" dt="2022-03-05T08:20:04.613" v="595" actId="26606"/>
          <ac:spMkLst>
            <pc:docMk/>
            <pc:sldMk cId="4017712638" sldId="427"/>
            <ac:spMk id="14" creationId="{19B2EB12-332C-4DCC-9746-30DD4690F95F}"/>
          </ac:spMkLst>
        </pc:spChg>
        <pc:spChg chg="add del">
          <ac:chgData name="Zheng Fei" userId="d19317889db4c986" providerId="LiveId" clId="{FC8A78C6-E237-5F47-8E2A-D4E6B3A7F9CA}" dt="2022-03-05T08:20:10.463" v="599" actId="26606"/>
          <ac:spMkLst>
            <pc:docMk/>
            <pc:sldMk cId="4017712638" sldId="427"/>
            <ac:spMk id="18" creationId="{19E21906-D4D4-4F16-9228-3E004930E1C7}"/>
          </ac:spMkLst>
        </pc:spChg>
        <pc:spChg chg="add del">
          <ac:chgData name="Zheng Fei" userId="d19317889db4c986" providerId="LiveId" clId="{FC8A78C6-E237-5F47-8E2A-D4E6B3A7F9CA}" dt="2022-03-05T08:20:10.463" v="599" actId="26606"/>
          <ac:spMkLst>
            <pc:docMk/>
            <pc:sldMk cId="4017712638" sldId="427"/>
            <ac:spMk id="22" creationId="{3A14BDAC-394B-4E9A-8ECE-61AA1A7C231A}"/>
          </ac:spMkLst>
        </pc:spChg>
        <pc:spChg chg="add del">
          <ac:chgData name="Zheng Fei" userId="d19317889db4c986" providerId="LiveId" clId="{FC8A78C6-E237-5F47-8E2A-D4E6B3A7F9CA}" dt="2022-03-05T08:20:07.199" v="597" actId="26606"/>
          <ac:spMkLst>
            <pc:docMk/>
            <pc:sldMk cId="4017712638" sldId="427"/>
            <ac:spMk id="32" creationId="{6F79B0DD-2C63-4EE5-804F-B8E391FC1E45}"/>
          </ac:spMkLst>
        </pc:spChg>
        <pc:spChg chg="add del">
          <ac:chgData name="Zheng Fei" userId="d19317889db4c986" providerId="LiveId" clId="{FC8A78C6-E237-5F47-8E2A-D4E6B3A7F9CA}" dt="2022-03-05T08:20:07.199" v="597" actId="26606"/>
          <ac:spMkLst>
            <pc:docMk/>
            <pc:sldMk cId="4017712638" sldId="427"/>
            <ac:spMk id="33" creationId="{627DB8AB-CD55-4C8F-9043-52652B89231A}"/>
          </ac:spMkLst>
        </pc:spChg>
        <pc:spChg chg="add del">
          <ac:chgData name="Zheng Fei" userId="d19317889db4c986" providerId="LiveId" clId="{FC8A78C6-E237-5F47-8E2A-D4E6B3A7F9CA}" dt="2022-03-05T08:20:07.199" v="597" actId="26606"/>
          <ac:spMkLst>
            <pc:docMk/>
            <pc:sldMk cId="4017712638" sldId="427"/>
            <ac:spMk id="34" creationId="{53059C5A-91CB-4024-9B4E-20082E25C70B}"/>
          </ac:spMkLst>
        </pc:spChg>
        <pc:spChg chg="add del">
          <ac:chgData name="Zheng Fei" userId="d19317889db4c986" providerId="LiveId" clId="{FC8A78C6-E237-5F47-8E2A-D4E6B3A7F9CA}" dt="2022-03-05T08:20:07.199" v="597" actId="26606"/>
          <ac:spMkLst>
            <pc:docMk/>
            <pc:sldMk cId="4017712638" sldId="427"/>
            <ac:spMk id="35" creationId="{184884BF-A898-4EFF-9504-E13EBE3FF62E}"/>
          </ac:spMkLst>
        </pc:spChg>
        <pc:spChg chg="add del">
          <ac:chgData name="Zheng Fei" userId="d19317889db4c986" providerId="LiveId" clId="{FC8A78C6-E237-5F47-8E2A-D4E6B3A7F9CA}" dt="2022-03-05T08:20:07.199" v="597" actId="26606"/>
          <ac:spMkLst>
            <pc:docMk/>
            <pc:sldMk cId="4017712638" sldId="427"/>
            <ac:spMk id="36" creationId="{7B32D337-FDA6-4468-ADB1-7038E5FC0BA9}"/>
          </ac:spMkLst>
        </pc:spChg>
        <pc:spChg chg="add del">
          <ac:chgData name="Zheng Fei" userId="d19317889db4c986" providerId="LiveId" clId="{FC8A78C6-E237-5F47-8E2A-D4E6B3A7F9CA}" dt="2022-03-05T08:20:10.463" v="599" actId="26606"/>
          <ac:spMkLst>
            <pc:docMk/>
            <pc:sldMk cId="4017712638" sldId="427"/>
            <ac:spMk id="38" creationId="{CEC27341-4ABB-43EF-9E57-10A858F9251F}"/>
          </ac:spMkLst>
        </pc:spChg>
        <pc:spChg chg="add del">
          <ac:chgData name="Zheng Fei" userId="d19317889db4c986" providerId="LiveId" clId="{FC8A78C6-E237-5F47-8E2A-D4E6B3A7F9CA}" dt="2022-03-05T08:20:10.463" v="599" actId="26606"/>
          <ac:spMkLst>
            <pc:docMk/>
            <pc:sldMk cId="4017712638" sldId="427"/>
            <ac:spMk id="39" creationId="{D2B98C55-54CC-433B-905F-FB0B2D2009ED}"/>
          </ac:spMkLst>
        </pc:spChg>
        <pc:spChg chg="add del">
          <ac:chgData name="Zheng Fei" userId="d19317889db4c986" providerId="LiveId" clId="{FC8A78C6-E237-5F47-8E2A-D4E6B3A7F9CA}" dt="2022-03-05T08:20:10.463" v="599" actId="26606"/>
          <ac:spMkLst>
            <pc:docMk/>
            <pc:sldMk cId="4017712638" sldId="427"/>
            <ac:spMk id="40" creationId="{865BCC85-4C69-4CFB-A36A-6A489B87FFF3}"/>
          </ac:spMkLst>
        </pc:spChg>
        <pc:spChg chg="add del">
          <ac:chgData name="Zheng Fei" userId="d19317889db4c986" providerId="LiveId" clId="{FC8A78C6-E237-5F47-8E2A-D4E6B3A7F9CA}" dt="2022-03-05T08:20:33.689" v="609" actId="26606"/>
          <ac:spMkLst>
            <pc:docMk/>
            <pc:sldMk cId="4017712638" sldId="427"/>
            <ac:spMk id="42" creationId="{12E8CD4E-6381-4807-AA5B-CE0024A8BE19}"/>
          </ac:spMkLst>
        </pc:spChg>
        <pc:spChg chg="add del">
          <ac:chgData name="Zheng Fei" userId="d19317889db4c986" providerId="LiveId" clId="{FC8A78C6-E237-5F47-8E2A-D4E6B3A7F9CA}" dt="2022-03-05T08:20:33.689" v="609" actId="26606"/>
          <ac:spMkLst>
            <pc:docMk/>
            <pc:sldMk cId="4017712638" sldId="427"/>
            <ac:spMk id="43" creationId="{7C6A4DDC-3049-4FEA-B9FF-CBCF8B277BBF}"/>
          </ac:spMkLst>
        </pc:spChg>
        <pc:spChg chg="add del">
          <ac:chgData name="Zheng Fei" userId="d19317889db4c986" providerId="LiveId" clId="{FC8A78C6-E237-5F47-8E2A-D4E6B3A7F9CA}" dt="2022-03-05T08:20:33.689" v="609" actId="26606"/>
          <ac:spMkLst>
            <pc:docMk/>
            <pc:sldMk cId="4017712638" sldId="427"/>
            <ac:spMk id="44" creationId="{87BCB2CF-F2CE-43B5-93CB-386479577889}"/>
          </ac:spMkLst>
        </pc:spChg>
        <pc:spChg chg="add del">
          <ac:chgData name="Zheng Fei" userId="d19317889db4c986" providerId="LiveId" clId="{FC8A78C6-E237-5F47-8E2A-D4E6B3A7F9CA}" dt="2022-03-05T08:20:33.689" v="609" actId="26606"/>
          <ac:spMkLst>
            <pc:docMk/>
            <pc:sldMk cId="4017712638" sldId="427"/>
            <ac:spMk id="45" creationId="{2C68A941-4039-4496-9008-274182DFFEDF}"/>
          </ac:spMkLst>
        </pc:spChg>
        <pc:spChg chg="add del">
          <ac:chgData name="Zheng Fei" userId="d19317889db4c986" providerId="LiveId" clId="{FC8A78C6-E237-5F47-8E2A-D4E6B3A7F9CA}" dt="2022-03-05T08:20:33.689" v="609" actId="26606"/>
          <ac:spMkLst>
            <pc:docMk/>
            <pc:sldMk cId="4017712638" sldId="427"/>
            <ac:spMk id="46" creationId="{878B897E-FBB2-4D71-AA1C-3C4DA4A264C9}"/>
          </ac:spMkLst>
        </pc:spChg>
        <pc:spChg chg="add del">
          <ac:chgData name="Zheng Fei" userId="d19317889db4c986" providerId="LiveId" clId="{FC8A78C6-E237-5F47-8E2A-D4E6B3A7F9CA}" dt="2022-03-05T08:20:31.847" v="606" actId="26606"/>
          <ac:spMkLst>
            <pc:docMk/>
            <pc:sldMk cId="4017712638" sldId="427"/>
            <ac:spMk id="61" creationId="{417CDA24-35F8-4540-8C52-3096D6D94949}"/>
          </ac:spMkLst>
        </pc:spChg>
        <pc:spChg chg="add del">
          <ac:chgData name="Zheng Fei" userId="d19317889db4c986" providerId="LiveId" clId="{FC8A78C6-E237-5F47-8E2A-D4E6B3A7F9CA}" dt="2022-03-05T08:20:31.847" v="606" actId="26606"/>
          <ac:spMkLst>
            <pc:docMk/>
            <pc:sldMk cId="4017712638" sldId="427"/>
            <ac:spMk id="62" creationId="{8658BFE0-4E65-4174-9C75-687C94E88273}"/>
          </ac:spMkLst>
        </pc:spChg>
        <pc:spChg chg="add del">
          <ac:chgData name="Zheng Fei" userId="d19317889db4c986" providerId="LiveId" clId="{FC8A78C6-E237-5F47-8E2A-D4E6B3A7F9CA}" dt="2022-03-05T08:20:31.847" v="606" actId="26606"/>
          <ac:spMkLst>
            <pc:docMk/>
            <pc:sldMk cId="4017712638" sldId="427"/>
            <ac:spMk id="63" creationId="{FA75DFED-A0C1-4A83-BE1D-0271C1826EF6}"/>
          </ac:spMkLst>
        </pc:spChg>
        <pc:spChg chg="add del">
          <ac:chgData name="Zheng Fei" userId="d19317889db4c986" providerId="LiveId" clId="{FC8A78C6-E237-5F47-8E2A-D4E6B3A7F9CA}" dt="2022-03-05T08:20:33.681" v="608" actId="26606"/>
          <ac:spMkLst>
            <pc:docMk/>
            <pc:sldMk cId="4017712638" sldId="427"/>
            <ac:spMk id="65" creationId="{0959F59E-86AC-4677-BFB0-9CD55AB10761}"/>
          </ac:spMkLst>
        </pc:spChg>
        <pc:spChg chg="add del">
          <ac:chgData name="Zheng Fei" userId="d19317889db4c986" providerId="LiveId" clId="{FC8A78C6-E237-5F47-8E2A-D4E6B3A7F9CA}" dt="2022-03-05T08:20:33.681" v="608" actId="26606"/>
          <ac:spMkLst>
            <pc:docMk/>
            <pc:sldMk cId="4017712638" sldId="427"/>
            <ac:spMk id="66" creationId="{997ED08E-7CE7-4539-8E16-6A356378B3D3}"/>
          </ac:spMkLst>
        </pc:spChg>
        <pc:spChg chg="add del">
          <ac:chgData name="Zheng Fei" userId="d19317889db4c986" providerId="LiveId" clId="{FC8A78C6-E237-5F47-8E2A-D4E6B3A7F9CA}" dt="2022-03-05T08:20:33.681" v="608" actId="26606"/>
          <ac:spMkLst>
            <pc:docMk/>
            <pc:sldMk cId="4017712638" sldId="427"/>
            <ac:spMk id="67" creationId="{39F96DC1-4B54-4B36-B945-425E4C04AFBD}"/>
          </ac:spMkLst>
        </pc:spChg>
        <pc:spChg chg="add del">
          <ac:chgData name="Zheng Fei" userId="d19317889db4c986" providerId="LiveId" clId="{FC8A78C6-E237-5F47-8E2A-D4E6B3A7F9CA}" dt="2022-03-05T08:20:33.681" v="608" actId="26606"/>
          <ac:spMkLst>
            <pc:docMk/>
            <pc:sldMk cId="4017712638" sldId="427"/>
            <ac:spMk id="68" creationId="{A4F450A1-0760-4C39-82E4-515AA4FC9473}"/>
          </ac:spMkLst>
        </pc:spChg>
        <pc:spChg chg="add del">
          <ac:chgData name="Zheng Fei" userId="d19317889db4c986" providerId="LiveId" clId="{FC8A78C6-E237-5F47-8E2A-D4E6B3A7F9CA}" dt="2022-03-05T08:20:33.681" v="608" actId="26606"/>
          <ac:spMkLst>
            <pc:docMk/>
            <pc:sldMk cId="4017712638" sldId="427"/>
            <ac:spMk id="69" creationId="{0185CD32-2E94-4663-81AE-CC54E44AC2FC}"/>
          </ac:spMkLst>
        </pc:spChg>
        <pc:spChg chg="add">
          <ac:chgData name="Zheng Fei" userId="d19317889db4c986" providerId="LiveId" clId="{FC8A78C6-E237-5F47-8E2A-D4E6B3A7F9CA}" dt="2022-03-05T08:20:33.689" v="609" actId="26606"/>
          <ac:spMkLst>
            <pc:docMk/>
            <pc:sldMk cId="4017712638" sldId="427"/>
            <ac:spMk id="71" creationId="{19B2EB12-332C-4DCC-9746-30DD4690F95F}"/>
          </ac:spMkLst>
        </pc:spChg>
        <pc:grpChg chg="add del">
          <ac:chgData name="Zheng Fei" userId="d19317889db4c986" providerId="LiveId" clId="{FC8A78C6-E237-5F47-8E2A-D4E6B3A7F9CA}" dt="2022-03-05T08:20:04.613" v="595" actId="26606"/>
          <ac:grpSpMkLst>
            <pc:docMk/>
            <pc:sldMk cId="4017712638" sldId="427"/>
            <ac:grpSpMk id="16" creationId="{AFD40B55-BABB-4B33-ADD3-0C2340430678}"/>
          </ac:grpSpMkLst>
        </pc:grpChg>
        <pc:grpChg chg="add del">
          <ac:chgData name="Zheng Fei" userId="d19317889db4c986" providerId="LiveId" clId="{FC8A78C6-E237-5F47-8E2A-D4E6B3A7F9CA}" dt="2022-03-05T08:20:04.613" v="595" actId="26606"/>
          <ac:grpSpMkLst>
            <pc:docMk/>
            <pc:sldMk cId="4017712638" sldId="427"/>
            <ac:grpSpMk id="20" creationId="{E616EDA1-F722-4C6A-AD2F-E487C7EBE6BD}"/>
          </ac:grpSpMkLst>
        </pc:grpChg>
        <pc:grpChg chg="add del">
          <ac:chgData name="Zheng Fei" userId="d19317889db4c986" providerId="LiveId" clId="{FC8A78C6-E237-5F47-8E2A-D4E6B3A7F9CA}" dt="2022-03-05T08:20:04.613" v="595" actId="26606"/>
          <ac:grpSpMkLst>
            <pc:docMk/>
            <pc:sldMk cId="4017712638" sldId="427"/>
            <ac:grpSpMk id="24" creationId="{718BCC2B-0684-4382-A2D3-C9ADC776876E}"/>
          </ac:grpSpMkLst>
        </pc:grpChg>
        <pc:grpChg chg="add del">
          <ac:chgData name="Zheng Fei" userId="d19317889db4c986" providerId="LiveId" clId="{FC8A78C6-E237-5F47-8E2A-D4E6B3A7F9CA}" dt="2022-03-05T08:20:04.613" v="595" actId="26606"/>
          <ac:grpSpMkLst>
            <pc:docMk/>
            <pc:sldMk cId="4017712638" sldId="427"/>
            <ac:grpSpMk id="28" creationId="{B5D0BDB0-2E17-4D86-BEE1-1A1817E04694}"/>
          </ac:grpSpMkLst>
        </pc:grpChg>
        <pc:grpChg chg="add">
          <ac:chgData name="Zheng Fei" userId="d19317889db4c986" providerId="LiveId" clId="{FC8A78C6-E237-5F47-8E2A-D4E6B3A7F9CA}" dt="2022-03-05T08:20:33.689" v="609" actId="26606"/>
          <ac:grpSpMkLst>
            <pc:docMk/>
            <pc:sldMk cId="4017712638" sldId="427"/>
            <ac:grpSpMk id="72" creationId="{AFD40B55-BABB-4B33-ADD3-0C2340430678}"/>
          </ac:grpSpMkLst>
        </pc:grpChg>
        <pc:grpChg chg="add">
          <ac:chgData name="Zheng Fei" userId="d19317889db4c986" providerId="LiveId" clId="{FC8A78C6-E237-5F47-8E2A-D4E6B3A7F9CA}" dt="2022-03-05T08:20:33.689" v="609" actId="26606"/>
          <ac:grpSpMkLst>
            <pc:docMk/>
            <pc:sldMk cId="4017712638" sldId="427"/>
            <ac:grpSpMk id="74" creationId="{E616EDA1-F722-4C6A-AD2F-E487C7EBE6BD}"/>
          </ac:grpSpMkLst>
        </pc:grpChg>
        <pc:grpChg chg="add">
          <ac:chgData name="Zheng Fei" userId="d19317889db4c986" providerId="LiveId" clId="{FC8A78C6-E237-5F47-8E2A-D4E6B3A7F9CA}" dt="2022-03-05T08:20:33.689" v="609" actId="26606"/>
          <ac:grpSpMkLst>
            <pc:docMk/>
            <pc:sldMk cId="4017712638" sldId="427"/>
            <ac:grpSpMk id="77" creationId="{718BCC2B-0684-4382-A2D3-C9ADC776876E}"/>
          </ac:grpSpMkLst>
        </pc:grpChg>
        <pc:grpChg chg="add">
          <ac:chgData name="Zheng Fei" userId="d19317889db4c986" providerId="LiveId" clId="{FC8A78C6-E237-5F47-8E2A-D4E6B3A7F9CA}" dt="2022-03-05T08:20:33.689" v="609" actId="26606"/>
          <ac:grpSpMkLst>
            <pc:docMk/>
            <pc:sldMk cId="4017712638" sldId="427"/>
            <ac:grpSpMk id="80" creationId="{B5D0BDB0-2E17-4D86-BEE1-1A1817E04694}"/>
          </ac:grpSpMkLst>
        </pc:grpChg>
        <pc:picChg chg="add mod ord">
          <ac:chgData name="Zheng Fei" userId="d19317889db4c986" providerId="LiveId" clId="{FC8A78C6-E237-5F47-8E2A-D4E6B3A7F9CA}" dt="2022-03-05T08:20:33.689" v="609" actId="26606"/>
          <ac:picMkLst>
            <pc:docMk/>
            <pc:sldMk cId="4017712638" sldId="427"/>
            <ac:picMk id="3" creationId="{2204A267-DBB4-BB4A-9B2E-EC657F3D0D90}"/>
          </ac:picMkLst>
        </pc:picChg>
        <pc:picChg chg="add mod ord">
          <ac:chgData name="Zheng Fei" userId="d19317889db4c986" providerId="LiveId" clId="{FC8A78C6-E237-5F47-8E2A-D4E6B3A7F9CA}" dt="2022-03-05T08:20:33.689" v="609" actId="26606"/>
          <ac:picMkLst>
            <pc:docMk/>
            <pc:sldMk cId="4017712638" sldId="427"/>
            <ac:picMk id="5" creationId="{9A41B6F4-8C11-DE45-B694-AA0979A12632}"/>
          </ac:picMkLst>
        </pc:picChg>
        <pc:picChg chg="add mod ord">
          <ac:chgData name="Zheng Fei" userId="d19317889db4c986" providerId="LiveId" clId="{FC8A78C6-E237-5F47-8E2A-D4E6B3A7F9CA}" dt="2022-03-05T08:20:33.689" v="609" actId="26606"/>
          <ac:picMkLst>
            <pc:docMk/>
            <pc:sldMk cId="4017712638" sldId="427"/>
            <ac:picMk id="7" creationId="{50C17091-5D0F-C740-B664-019AE686EC35}"/>
          </ac:picMkLst>
        </pc:picChg>
        <pc:picChg chg="add mod ord">
          <ac:chgData name="Zheng Fei" userId="d19317889db4c986" providerId="LiveId" clId="{FC8A78C6-E237-5F47-8E2A-D4E6B3A7F9CA}" dt="2022-03-05T08:20:33.689" v="609" actId="26606"/>
          <ac:picMkLst>
            <pc:docMk/>
            <pc:sldMk cId="4017712638" sldId="427"/>
            <ac:picMk id="9" creationId="{15D4C201-BB36-8F4C-8E39-2F9B0BD7E0CE}"/>
          </ac:picMkLst>
        </pc:picChg>
        <pc:cxnChg chg="add del">
          <ac:chgData name="Zheng Fei" userId="d19317889db4c986" providerId="LiveId" clId="{FC8A78C6-E237-5F47-8E2A-D4E6B3A7F9CA}" dt="2022-03-05T08:20:26.521" v="602" actId="26606"/>
          <ac:cxnSpMkLst>
            <pc:docMk/>
            <pc:sldMk cId="4017712638" sldId="427"/>
            <ac:cxnSpMk id="51" creationId="{50DA1EB8-87CF-4588-A1FD-4756F9A28F6B}"/>
          </ac:cxnSpMkLst>
        </pc:cxnChg>
        <pc:cxnChg chg="add del">
          <ac:chgData name="Zheng Fei" userId="d19317889db4c986" providerId="LiveId" clId="{FC8A78C6-E237-5F47-8E2A-D4E6B3A7F9CA}" dt="2022-03-05T08:20:26.521" v="602" actId="26606"/>
          <ac:cxnSpMkLst>
            <pc:docMk/>
            <pc:sldMk cId="4017712638" sldId="427"/>
            <ac:cxnSpMk id="53" creationId="{D7A4E378-EA57-47B9-B1EB-58B998F6CFFB}"/>
          </ac:cxnSpMkLst>
        </pc:cxnChg>
        <pc:cxnChg chg="add del">
          <ac:chgData name="Zheng Fei" userId="d19317889db4c986" providerId="LiveId" clId="{FC8A78C6-E237-5F47-8E2A-D4E6B3A7F9CA}" dt="2022-03-05T08:20:26.521" v="602" actId="26606"/>
          <ac:cxnSpMkLst>
            <pc:docMk/>
            <pc:sldMk cId="4017712638" sldId="427"/>
            <ac:cxnSpMk id="55" creationId="{D2B31ED6-76F0-425A-9A41-C947AEF9C145}"/>
          </ac:cxnSpMkLst>
        </pc:cxnChg>
        <pc:cxnChg chg="add del">
          <ac:chgData name="Zheng Fei" userId="d19317889db4c986" providerId="LiveId" clId="{FC8A78C6-E237-5F47-8E2A-D4E6B3A7F9CA}" dt="2022-03-05T08:20:29.584" v="604" actId="26606"/>
          <ac:cxnSpMkLst>
            <pc:docMk/>
            <pc:sldMk cId="4017712638" sldId="427"/>
            <ac:cxnSpMk id="57" creationId="{91B6081D-D3E8-4209-B85B-EB1C655A6272}"/>
          </ac:cxnSpMkLst>
        </pc:cxnChg>
        <pc:cxnChg chg="add del">
          <ac:chgData name="Zheng Fei" userId="d19317889db4c986" providerId="LiveId" clId="{FC8A78C6-E237-5F47-8E2A-D4E6B3A7F9CA}" dt="2022-03-05T08:20:29.584" v="604" actId="26606"/>
          <ac:cxnSpMkLst>
            <pc:docMk/>
            <pc:sldMk cId="4017712638" sldId="427"/>
            <ac:cxnSpMk id="58" creationId="{28CA55E4-1295-45C8-BA05-5A9E705B749A}"/>
          </ac:cxnSpMkLst>
        </pc:cxnChg>
        <pc:cxnChg chg="add del">
          <ac:chgData name="Zheng Fei" userId="d19317889db4c986" providerId="LiveId" clId="{FC8A78C6-E237-5F47-8E2A-D4E6B3A7F9CA}" dt="2022-03-05T08:20:29.584" v="604" actId="26606"/>
          <ac:cxnSpMkLst>
            <pc:docMk/>
            <pc:sldMk cId="4017712638" sldId="427"/>
            <ac:cxnSpMk id="59" creationId="{08C5794E-A9A1-4A23-AF68-C79A7822334C}"/>
          </ac:cxnSpMkLst>
        </pc:cxnChg>
      </pc:sldChg>
      <pc:sldMasterChg chg="addSp delSp modSp mod">
        <pc:chgData name="Zheng Fei" userId="d19317889db4c986" providerId="LiveId" clId="{FC8A78C6-E237-5F47-8E2A-D4E6B3A7F9CA}" dt="2022-03-02T17:40:54.989" v="184"/>
        <pc:sldMasterMkLst>
          <pc:docMk/>
          <pc:sldMasterMk cId="764794170" sldId="2147483662"/>
        </pc:sldMasterMkLst>
        <pc:picChg chg="del">
          <ac:chgData name="Zheng Fei" userId="d19317889db4c986" providerId="LiveId" clId="{FC8A78C6-E237-5F47-8E2A-D4E6B3A7F9CA}" dt="2022-03-02T17:34:13.054" v="183" actId="478"/>
          <ac:picMkLst>
            <pc:docMk/>
            <pc:sldMasterMk cId="764794170" sldId="2147483662"/>
            <ac:picMk id="7" creationId="{9B6BAFAD-A2B8-4313-A4B9-04C4A136A2E2}"/>
          </ac:picMkLst>
        </pc:picChg>
        <pc:picChg chg="add mod">
          <ac:chgData name="Zheng Fei" userId="d19317889db4c986" providerId="LiveId" clId="{FC8A78C6-E237-5F47-8E2A-D4E6B3A7F9CA}" dt="2022-03-02T17:40:54.989" v="184"/>
          <ac:picMkLst>
            <pc:docMk/>
            <pc:sldMasterMk cId="764794170" sldId="2147483662"/>
            <ac:picMk id="8" creationId="{0CD8212C-A7EC-F147-B265-8C291EBB2794}"/>
          </ac:picMkLst>
        </pc:picChg>
      </pc:sldMasterChg>
    </pc:docChg>
  </pc:docChgLst>
  <pc:docChgLst>
    <pc:chgData name="Zheng Fei" userId="d19317889db4c986" providerId="LiveId" clId="{5208695E-9764-E141-8C27-561FA6A33FAB}"/>
    <pc:docChg chg="undo redo custSel addSld delSld modSld sldOrd">
      <pc:chgData name="Zheng Fei" userId="d19317889db4c986" providerId="LiveId" clId="{5208695E-9764-E141-8C27-561FA6A33FAB}" dt="2022-02-24T02:53:24.825" v="2996"/>
      <pc:docMkLst>
        <pc:docMk/>
      </pc:docMkLst>
      <pc:sldChg chg="add">
        <pc:chgData name="Zheng Fei" userId="d19317889db4c986" providerId="LiveId" clId="{5208695E-9764-E141-8C27-561FA6A33FAB}" dt="2022-02-10T15:08:28.894" v="535"/>
        <pc:sldMkLst>
          <pc:docMk/>
          <pc:sldMk cId="1822363911" sldId="257"/>
        </pc:sldMkLst>
      </pc:sldChg>
      <pc:sldChg chg="addSp delSp modSp mod delAnim modAnim">
        <pc:chgData name="Zheng Fei" userId="d19317889db4c986" providerId="LiveId" clId="{5208695E-9764-E141-8C27-561FA6A33FAB}" dt="2022-02-10T15:13:24.189" v="563" actId="207"/>
        <pc:sldMkLst>
          <pc:docMk/>
          <pc:sldMk cId="3140837993" sldId="258"/>
        </pc:sldMkLst>
        <pc:spChg chg="mod">
          <ac:chgData name="Zheng Fei" userId="d19317889db4c986" providerId="LiveId" clId="{5208695E-9764-E141-8C27-561FA6A33FAB}" dt="2022-02-10T15:13:24.189" v="563" actId="207"/>
          <ac:spMkLst>
            <pc:docMk/>
            <pc:sldMk cId="3140837993" sldId="258"/>
            <ac:spMk id="5" creationId="{00000000-0000-0000-0000-000000000000}"/>
          </ac:spMkLst>
        </pc:spChg>
        <pc:spChg chg="mod">
          <ac:chgData name="Zheng Fei" userId="d19317889db4c986" providerId="LiveId" clId="{5208695E-9764-E141-8C27-561FA6A33FAB}" dt="2022-02-10T15:13:24.189" v="563" actId="207"/>
          <ac:spMkLst>
            <pc:docMk/>
            <pc:sldMk cId="3140837993" sldId="258"/>
            <ac:spMk id="6" creationId="{00000000-0000-0000-0000-000000000000}"/>
          </ac:spMkLst>
        </pc:spChg>
        <pc:spChg chg="mod">
          <ac:chgData name="Zheng Fei" userId="d19317889db4c986" providerId="LiveId" clId="{5208695E-9764-E141-8C27-561FA6A33FAB}" dt="2022-02-10T15:13:24.189" v="563" actId="207"/>
          <ac:spMkLst>
            <pc:docMk/>
            <pc:sldMk cId="3140837993" sldId="258"/>
            <ac:spMk id="7" creationId="{00000000-0000-0000-0000-000000000000}"/>
          </ac:spMkLst>
        </pc:spChg>
        <pc:spChg chg="mod">
          <ac:chgData name="Zheng Fei" userId="d19317889db4c986" providerId="LiveId" clId="{5208695E-9764-E141-8C27-561FA6A33FAB}" dt="2022-02-10T15:13:24.189" v="563" actId="207"/>
          <ac:spMkLst>
            <pc:docMk/>
            <pc:sldMk cId="3140837993" sldId="258"/>
            <ac:spMk id="8" creationId="{00000000-0000-0000-0000-000000000000}"/>
          </ac:spMkLst>
        </pc:spChg>
        <pc:spChg chg="add mod">
          <ac:chgData name="Zheng Fei" userId="d19317889db4c986" providerId="LiveId" clId="{5208695E-9764-E141-8C27-561FA6A33FAB}" dt="2022-02-10T15:13:24.189" v="563" actId="207"/>
          <ac:spMkLst>
            <pc:docMk/>
            <pc:sldMk cId="3140837993" sldId="258"/>
            <ac:spMk id="19" creationId="{14A0E322-51C2-3748-9018-9D449F9AB12E}"/>
          </ac:spMkLst>
        </pc:spChg>
        <pc:spChg chg="add mod">
          <ac:chgData name="Zheng Fei" userId="d19317889db4c986" providerId="LiveId" clId="{5208695E-9764-E141-8C27-561FA6A33FAB}" dt="2022-02-10T15:11:48.377" v="556" actId="207"/>
          <ac:spMkLst>
            <pc:docMk/>
            <pc:sldMk cId="3140837993" sldId="258"/>
            <ac:spMk id="20" creationId="{832CE7C9-AE8E-164F-A612-630C2CAEAF66}"/>
          </ac:spMkLst>
        </pc:spChg>
        <pc:spChg chg="add mod">
          <ac:chgData name="Zheng Fei" userId="d19317889db4c986" providerId="LiveId" clId="{5208695E-9764-E141-8C27-561FA6A33FAB}" dt="2022-02-10T15:13:24.189" v="563" actId="207"/>
          <ac:spMkLst>
            <pc:docMk/>
            <pc:sldMk cId="3140837993" sldId="258"/>
            <ac:spMk id="21" creationId="{11442075-59CD-5449-88BA-231A0DF591CE}"/>
          </ac:spMkLst>
        </pc:spChg>
        <pc:spChg chg="add mod">
          <ac:chgData name="Zheng Fei" userId="d19317889db4c986" providerId="LiveId" clId="{5208695E-9764-E141-8C27-561FA6A33FAB}" dt="2022-02-10T15:11:48.377" v="556" actId="207"/>
          <ac:spMkLst>
            <pc:docMk/>
            <pc:sldMk cId="3140837993" sldId="258"/>
            <ac:spMk id="22" creationId="{1CD14DBB-968D-C045-8A28-0E762E95A440}"/>
          </ac:spMkLst>
        </pc:spChg>
        <pc:spChg chg="mod">
          <ac:chgData name="Zheng Fei" userId="d19317889db4c986" providerId="LiveId" clId="{5208695E-9764-E141-8C27-561FA6A33FAB}" dt="2022-02-10T15:11:48.377" v="556" actId="207"/>
          <ac:spMkLst>
            <pc:docMk/>
            <pc:sldMk cId="3140837993" sldId="258"/>
            <ac:spMk id="32" creationId="{00000000-0000-0000-0000-000000000000}"/>
          </ac:spMkLst>
        </pc:spChg>
        <pc:spChg chg="mod">
          <ac:chgData name="Zheng Fei" userId="d19317889db4c986" providerId="LiveId" clId="{5208695E-9764-E141-8C27-561FA6A33FAB}" dt="2022-02-10T15:11:48.377" v="556" actId="207"/>
          <ac:spMkLst>
            <pc:docMk/>
            <pc:sldMk cId="3140837993" sldId="258"/>
            <ac:spMk id="33" creationId="{00000000-0000-0000-0000-000000000000}"/>
          </ac:spMkLst>
        </pc:spChg>
        <pc:spChg chg="mod">
          <ac:chgData name="Zheng Fei" userId="d19317889db4c986" providerId="LiveId" clId="{5208695E-9764-E141-8C27-561FA6A33FAB}" dt="2022-02-10T15:11:48.377" v="556" actId="207"/>
          <ac:spMkLst>
            <pc:docMk/>
            <pc:sldMk cId="3140837993" sldId="258"/>
            <ac:spMk id="34" creationId="{00000000-0000-0000-0000-000000000000}"/>
          </ac:spMkLst>
        </pc:spChg>
        <pc:spChg chg="mod">
          <ac:chgData name="Zheng Fei" userId="d19317889db4c986" providerId="LiveId" clId="{5208695E-9764-E141-8C27-561FA6A33FAB}" dt="2022-02-10T15:11:48.377" v="556" actId="207"/>
          <ac:spMkLst>
            <pc:docMk/>
            <pc:sldMk cId="3140837993" sldId="258"/>
            <ac:spMk id="35" creationId="{00000000-0000-0000-0000-000000000000}"/>
          </ac:spMkLst>
        </pc:spChg>
        <pc:spChg chg="del">
          <ac:chgData name="Zheng Fei" userId="d19317889db4c986" providerId="LiveId" clId="{5208695E-9764-E141-8C27-561FA6A33FAB}" dt="2022-02-10T15:04:07.808" v="292" actId="478"/>
          <ac:spMkLst>
            <pc:docMk/>
            <pc:sldMk cId="3140837993" sldId="258"/>
            <ac:spMk id="36" creationId="{00000000-0000-0000-0000-000000000000}"/>
          </ac:spMkLst>
        </pc:spChg>
        <pc:spChg chg="del">
          <ac:chgData name="Zheng Fei" userId="d19317889db4c986" providerId="LiveId" clId="{5208695E-9764-E141-8C27-561FA6A33FAB}" dt="2022-02-10T15:04:18.294" v="295" actId="478"/>
          <ac:spMkLst>
            <pc:docMk/>
            <pc:sldMk cId="3140837993" sldId="258"/>
            <ac:spMk id="37" creationId="{00000000-0000-0000-0000-000000000000}"/>
          </ac:spMkLst>
        </pc:spChg>
        <pc:spChg chg="del">
          <ac:chgData name="Zheng Fei" userId="d19317889db4c986" providerId="LiveId" clId="{5208695E-9764-E141-8C27-561FA6A33FAB}" dt="2022-02-10T15:04:31.808" v="327" actId="478"/>
          <ac:spMkLst>
            <pc:docMk/>
            <pc:sldMk cId="3140837993" sldId="258"/>
            <ac:spMk id="38" creationId="{00000000-0000-0000-0000-000000000000}"/>
          </ac:spMkLst>
        </pc:spChg>
        <pc:spChg chg="del">
          <ac:chgData name="Zheng Fei" userId="d19317889db4c986" providerId="LiveId" clId="{5208695E-9764-E141-8C27-561FA6A33FAB}" dt="2022-02-10T15:04:46.974" v="356" actId="478"/>
          <ac:spMkLst>
            <pc:docMk/>
            <pc:sldMk cId="3140837993" sldId="258"/>
            <ac:spMk id="39" creationId="{00000000-0000-0000-0000-000000000000}"/>
          </ac:spMkLst>
        </pc:spChg>
        <pc:spChg chg="mod">
          <ac:chgData name="Zheng Fei" userId="d19317889db4c986" providerId="LiveId" clId="{5208695E-9764-E141-8C27-561FA6A33FAB}" dt="2022-02-10T15:11:20.802" v="554" actId="207"/>
          <ac:spMkLst>
            <pc:docMk/>
            <pc:sldMk cId="3140837993" sldId="258"/>
            <ac:spMk id="43" creationId="{00000000-0000-0000-0000-000000000000}"/>
          </ac:spMkLst>
        </pc:spChg>
        <pc:spChg chg="mod">
          <ac:chgData name="Zheng Fei" userId="d19317889db4c986" providerId="LiveId" clId="{5208695E-9764-E141-8C27-561FA6A33FAB}" dt="2022-02-10T15:11:59.733" v="558" actId="207"/>
          <ac:spMkLst>
            <pc:docMk/>
            <pc:sldMk cId="3140837993" sldId="258"/>
            <ac:spMk id="45" creationId="{00000000-0000-0000-0000-000000000000}"/>
          </ac:spMkLst>
        </pc:spChg>
        <pc:spChg chg="mod">
          <ac:chgData name="Zheng Fei" userId="d19317889db4c986" providerId="LiveId" clId="{5208695E-9764-E141-8C27-561FA6A33FAB}" dt="2022-02-10T15:07:59.564" v="523" actId="20577"/>
          <ac:spMkLst>
            <pc:docMk/>
            <pc:sldMk cId="3140837993" sldId="258"/>
            <ac:spMk id="69" creationId="{00000000-0000-0000-0000-000000000000}"/>
          </ac:spMkLst>
        </pc:spChg>
        <pc:picChg chg="del">
          <ac:chgData name="Zheng Fei" userId="d19317889db4c986" providerId="LiveId" clId="{5208695E-9764-E141-8C27-561FA6A33FAB}" dt="2022-02-10T15:03:12.730" v="239" actId="478"/>
          <ac:picMkLst>
            <pc:docMk/>
            <pc:sldMk cId="3140837993" sldId="258"/>
            <ac:picMk id="71" creationId="{00000000-0000-0000-0000-000000000000}"/>
          </ac:picMkLst>
        </pc:picChg>
      </pc:sldChg>
      <pc:sldChg chg="addSp delSp modSp mod delAnim modAnim">
        <pc:chgData name="Zheng Fei" userId="d19317889db4c986" providerId="LiveId" clId="{5208695E-9764-E141-8C27-561FA6A33FAB}" dt="2022-02-10T15:12:46.146" v="561" actId="208"/>
        <pc:sldMkLst>
          <pc:docMk/>
          <pc:sldMk cId="0" sldId="282"/>
        </pc:sldMkLst>
        <pc:spChg chg="mod">
          <ac:chgData name="Zheng Fei" userId="d19317889db4c986" providerId="LiveId" clId="{5208695E-9764-E141-8C27-561FA6A33FAB}" dt="2022-02-10T15:11:15.026" v="552" actId="207"/>
          <ac:spMkLst>
            <pc:docMk/>
            <pc:sldMk cId="0" sldId="282"/>
            <ac:spMk id="2" creationId="{00000000-0000-0000-0000-000000000000}"/>
          </ac:spMkLst>
        </pc:spChg>
        <pc:spChg chg="mod">
          <ac:chgData name="Zheng Fei" userId="d19317889db4c986" providerId="LiveId" clId="{5208695E-9764-E141-8C27-561FA6A33FAB}" dt="2022-02-10T14:57:50.425" v="24" actId="20577"/>
          <ac:spMkLst>
            <pc:docMk/>
            <pc:sldMk cId="0" sldId="282"/>
            <ac:spMk id="3" creationId="{00000000-0000-0000-0000-000000000000}"/>
          </ac:spMkLst>
        </pc:spChg>
        <pc:spChg chg="mod">
          <ac:chgData name="Zheng Fei" userId="d19317889db4c986" providerId="LiveId" clId="{5208695E-9764-E141-8C27-561FA6A33FAB}" dt="2022-02-10T15:00:52.962" v="102" actId="20577"/>
          <ac:spMkLst>
            <pc:docMk/>
            <pc:sldMk cId="0" sldId="282"/>
            <ac:spMk id="4" creationId="{00000000-0000-0000-0000-000000000000}"/>
          </ac:spMkLst>
        </pc:spChg>
        <pc:spChg chg="mod">
          <ac:chgData name="Zheng Fei" userId="d19317889db4c986" providerId="LiveId" clId="{5208695E-9764-E141-8C27-561FA6A33FAB}" dt="2022-02-10T15:01:00.201" v="103" actId="12788"/>
          <ac:spMkLst>
            <pc:docMk/>
            <pc:sldMk cId="0" sldId="282"/>
            <ac:spMk id="5" creationId="{00000000-0000-0000-0000-000000000000}"/>
          </ac:spMkLst>
        </pc:spChg>
        <pc:spChg chg="del">
          <ac:chgData name="Zheng Fei" userId="d19317889db4c986" providerId="LiveId" clId="{5208695E-9764-E141-8C27-561FA6A33FAB}" dt="2022-02-10T14:58:11.441" v="46" actId="478"/>
          <ac:spMkLst>
            <pc:docMk/>
            <pc:sldMk cId="0" sldId="282"/>
            <ac:spMk id="6" creationId="{00000000-0000-0000-0000-000000000000}"/>
          </ac:spMkLst>
        </pc:spChg>
        <pc:picChg chg="del">
          <ac:chgData name="Zheng Fei" userId="d19317889db4c986" providerId="LiveId" clId="{5208695E-9764-E141-8C27-561FA6A33FAB}" dt="2022-02-10T14:58:13.766" v="47" actId="478"/>
          <ac:picMkLst>
            <pc:docMk/>
            <pc:sldMk cId="0" sldId="282"/>
            <ac:picMk id="34" creationId="{00000000-0000-0000-0000-000000000000}"/>
          </ac:picMkLst>
        </pc:picChg>
        <pc:picChg chg="del">
          <ac:chgData name="Zheng Fei" userId="d19317889db4c986" providerId="LiveId" clId="{5208695E-9764-E141-8C27-561FA6A33FAB}" dt="2022-02-10T14:59:30.777" v="48" actId="478"/>
          <ac:picMkLst>
            <pc:docMk/>
            <pc:sldMk cId="0" sldId="282"/>
            <ac:picMk id="35" creationId="{00000000-0000-0000-0000-000000000000}"/>
          </ac:picMkLst>
        </pc:picChg>
        <pc:picChg chg="add del mod">
          <ac:chgData name="Zheng Fei" userId="d19317889db4c986" providerId="LiveId" clId="{5208695E-9764-E141-8C27-561FA6A33FAB}" dt="2022-02-10T14:59:35.064" v="51" actId="478"/>
          <ac:picMkLst>
            <pc:docMk/>
            <pc:sldMk cId="0" sldId="282"/>
            <ac:picMk id="1026" creationId="{A42E7FBB-BD3F-0246-9FA7-939DE63AD4B6}"/>
          </ac:picMkLst>
        </pc:picChg>
        <pc:picChg chg="add mod">
          <ac:chgData name="Zheng Fei" userId="d19317889db4c986" providerId="LiveId" clId="{5208695E-9764-E141-8C27-561FA6A33FAB}" dt="2022-02-10T15:00:15.951" v="59" actId="732"/>
          <ac:picMkLst>
            <pc:docMk/>
            <pc:sldMk cId="0" sldId="282"/>
            <ac:picMk id="1028" creationId="{461FAD9A-5513-0D4F-A4F9-70864708CDDD}"/>
          </ac:picMkLst>
        </pc:picChg>
        <pc:cxnChg chg="mod">
          <ac:chgData name="Zheng Fei" userId="d19317889db4c986" providerId="LiveId" clId="{5208695E-9764-E141-8C27-561FA6A33FAB}" dt="2022-02-10T15:12:46.146" v="561" actId="208"/>
          <ac:cxnSpMkLst>
            <pc:docMk/>
            <pc:sldMk cId="0" sldId="282"/>
            <ac:cxnSpMk id="31" creationId="{00000000-0000-0000-0000-000000000000}"/>
          </ac:cxnSpMkLst>
        </pc:cxnChg>
      </pc:sldChg>
      <pc:sldChg chg="delSp modSp mod delAnim modAnim">
        <pc:chgData name="Zheng Fei" userId="d19317889db4c986" providerId="LiveId" clId="{5208695E-9764-E141-8C27-561FA6A33FAB}" dt="2022-02-10T15:30:06.627" v="1856"/>
        <pc:sldMkLst>
          <pc:docMk/>
          <pc:sldMk cId="2026888976" sldId="305"/>
        </pc:sldMkLst>
        <pc:spChg chg="mod">
          <ac:chgData name="Zheng Fei" userId="d19317889db4c986" providerId="LiveId" clId="{5208695E-9764-E141-8C27-561FA6A33FAB}" dt="2022-02-10T15:03:01.315" v="238" actId="20577"/>
          <ac:spMkLst>
            <pc:docMk/>
            <pc:sldMk cId="2026888976" sldId="305"/>
            <ac:spMk id="4" creationId="{00000000-0000-0000-0000-000000000000}"/>
          </ac:spMkLst>
        </pc:spChg>
        <pc:spChg chg="mod">
          <ac:chgData name="Zheng Fei" userId="d19317889db4c986" providerId="LiveId" clId="{5208695E-9764-E141-8C27-561FA6A33FAB}" dt="2022-02-10T15:30:06.627" v="1856"/>
          <ac:spMkLst>
            <pc:docMk/>
            <pc:sldMk cId="2026888976" sldId="305"/>
            <ac:spMk id="9" creationId="{00000000-0000-0000-0000-000000000000}"/>
          </ac:spMkLst>
        </pc:spChg>
        <pc:spChg chg="del mod">
          <ac:chgData name="Zheng Fei" userId="d19317889db4c986" providerId="LiveId" clId="{5208695E-9764-E141-8C27-561FA6A33FAB}" dt="2022-02-10T15:13:56.552" v="564" actId="478"/>
          <ac:spMkLst>
            <pc:docMk/>
            <pc:sldMk cId="2026888976" sldId="305"/>
            <ac:spMk id="10" creationId="{00000000-0000-0000-0000-000000000000}"/>
          </ac:spMkLst>
        </pc:spChg>
        <pc:spChg chg="del">
          <ac:chgData name="Zheng Fei" userId="d19317889db4c986" providerId="LiveId" clId="{5208695E-9764-E141-8C27-561FA6A33FAB}" dt="2022-02-10T15:02:37.060" v="226" actId="478"/>
          <ac:spMkLst>
            <pc:docMk/>
            <pc:sldMk cId="2026888976" sldId="305"/>
            <ac:spMk id="11" creationId="{00000000-0000-0000-0000-000000000000}"/>
          </ac:spMkLst>
        </pc:spChg>
      </pc:sldChg>
      <pc:sldChg chg="addSp modSp new del modAnim">
        <pc:chgData name="Zheng Fei" userId="d19317889db4c986" providerId="LiveId" clId="{5208695E-9764-E141-8C27-561FA6A33FAB}" dt="2022-02-10T15:09:43.096" v="538" actId="2696"/>
        <pc:sldMkLst>
          <pc:docMk/>
          <pc:sldMk cId="2674618952" sldId="327"/>
        </pc:sldMkLst>
        <pc:spChg chg="add mod">
          <ac:chgData name="Zheng Fei" userId="d19317889db4c986" providerId="LiveId" clId="{5208695E-9764-E141-8C27-561FA6A33FAB}" dt="2022-02-10T15:09:06.877" v="537"/>
          <ac:spMkLst>
            <pc:docMk/>
            <pc:sldMk cId="2674618952" sldId="327"/>
            <ac:spMk id="2" creationId="{B6A306B7-37AC-B244-AD03-CD1FA54F2041}"/>
          </ac:spMkLst>
        </pc:spChg>
      </pc:sldChg>
      <pc:sldChg chg="add del">
        <pc:chgData name="Zheng Fei" userId="d19317889db4c986" providerId="LiveId" clId="{5208695E-9764-E141-8C27-561FA6A33FAB}" dt="2022-02-10T15:04:12.592" v="293" actId="2696"/>
        <pc:sldMkLst>
          <pc:docMk/>
          <pc:sldMk cId="3840830374" sldId="327"/>
        </pc:sldMkLst>
      </pc:sldChg>
      <pc:sldChg chg="addSp modSp new del ord modAnim">
        <pc:chgData name="Zheng Fei" userId="d19317889db4c986" providerId="LiveId" clId="{5208695E-9764-E141-8C27-561FA6A33FAB}" dt="2022-02-10T15:10:49.164" v="550" actId="2696"/>
        <pc:sldMkLst>
          <pc:docMk/>
          <pc:sldMk cId="4181213699" sldId="327"/>
        </pc:sldMkLst>
        <pc:spChg chg="add mod">
          <ac:chgData name="Zheng Fei" userId="d19317889db4c986" providerId="LiveId" clId="{5208695E-9764-E141-8C27-561FA6A33FAB}" dt="2022-02-10T15:09:58.477" v="540"/>
          <ac:spMkLst>
            <pc:docMk/>
            <pc:sldMk cId="4181213699" sldId="327"/>
            <ac:spMk id="2" creationId="{15F03666-DF88-1740-A4B1-ABCEA1F847F9}"/>
          </ac:spMkLst>
        </pc:spChg>
        <pc:spChg chg="add mod">
          <ac:chgData name="Zheng Fei" userId="d19317889db4c986" providerId="LiveId" clId="{5208695E-9764-E141-8C27-561FA6A33FAB}" dt="2022-02-10T15:09:58.477" v="540"/>
          <ac:spMkLst>
            <pc:docMk/>
            <pc:sldMk cId="4181213699" sldId="327"/>
            <ac:spMk id="3" creationId="{16870241-DFA3-5D41-B986-3405E638FC72}"/>
          </ac:spMkLst>
        </pc:spChg>
        <pc:picChg chg="add mod">
          <ac:chgData name="Zheng Fei" userId="d19317889db4c986" providerId="LiveId" clId="{5208695E-9764-E141-8C27-561FA6A33FAB}" dt="2022-02-10T15:10:20.600" v="547" actId="1076"/>
          <ac:picMkLst>
            <pc:docMk/>
            <pc:sldMk cId="4181213699" sldId="327"/>
            <ac:picMk id="4" creationId="{64A5C663-0C09-2448-836C-687D6785F4A4}"/>
          </ac:picMkLst>
        </pc:picChg>
      </pc:sldChg>
      <pc:sldChg chg="addSp modSp add mod modAnim">
        <pc:chgData name="Zheng Fei" userId="d19317889db4c986" providerId="LiveId" clId="{5208695E-9764-E141-8C27-561FA6A33FAB}" dt="2022-02-10T15:36:22.078" v="2465" actId="20577"/>
        <pc:sldMkLst>
          <pc:docMk/>
          <pc:sldMk cId="2050651053" sldId="328"/>
        </pc:sldMkLst>
        <pc:spChg chg="mod">
          <ac:chgData name="Zheng Fei" userId="d19317889db4c986" providerId="LiveId" clId="{5208695E-9764-E141-8C27-561FA6A33FAB}" dt="2022-02-10T15:10:42.988" v="549" actId="207"/>
          <ac:spMkLst>
            <pc:docMk/>
            <pc:sldMk cId="2050651053" sldId="328"/>
            <ac:spMk id="2" creationId="{15F03666-DF88-1740-A4B1-ABCEA1F847F9}"/>
          </ac:spMkLst>
        </pc:spChg>
        <pc:spChg chg="add mod">
          <ac:chgData name="Zheng Fei" userId="d19317889db4c986" providerId="LiveId" clId="{5208695E-9764-E141-8C27-561FA6A33FAB}" dt="2022-02-10T15:14:31.624" v="588" actId="20577"/>
          <ac:spMkLst>
            <pc:docMk/>
            <pc:sldMk cId="2050651053" sldId="328"/>
            <ac:spMk id="5" creationId="{FB207D22-4ED1-D447-BEB1-4714B4D3A268}"/>
          </ac:spMkLst>
        </pc:spChg>
        <pc:spChg chg="mod">
          <ac:chgData name="Zheng Fei" userId="d19317889db4c986" providerId="LiveId" clId="{5208695E-9764-E141-8C27-561FA6A33FAB}" dt="2022-02-10T15:14:25.678" v="565"/>
          <ac:spMkLst>
            <pc:docMk/>
            <pc:sldMk cId="2050651053" sldId="328"/>
            <ac:spMk id="7" creationId="{5E0ECFB8-FE3F-7F43-AA71-084355796110}"/>
          </ac:spMkLst>
        </pc:spChg>
        <pc:spChg chg="mod">
          <ac:chgData name="Zheng Fei" userId="d19317889db4c986" providerId="LiveId" clId="{5208695E-9764-E141-8C27-561FA6A33FAB}" dt="2022-02-10T15:14:25.678" v="565"/>
          <ac:spMkLst>
            <pc:docMk/>
            <pc:sldMk cId="2050651053" sldId="328"/>
            <ac:spMk id="8" creationId="{32BBE17A-8180-494D-BBD8-CD61CC5A98E6}"/>
          </ac:spMkLst>
        </pc:spChg>
        <pc:spChg chg="add mod">
          <ac:chgData name="Zheng Fei" userId="d19317889db4c986" providerId="LiveId" clId="{5208695E-9764-E141-8C27-561FA6A33FAB}" dt="2022-02-10T15:36:22.078" v="2465" actId="20577"/>
          <ac:spMkLst>
            <pc:docMk/>
            <pc:sldMk cId="2050651053" sldId="328"/>
            <ac:spMk id="9" creationId="{FC1F2C7E-793E-F441-952A-A404E4CDB1F2}"/>
          </ac:spMkLst>
        </pc:spChg>
        <pc:grpChg chg="add mod">
          <ac:chgData name="Zheng Fei" userId="d19317889db4c986" providerId="LiveId" clId="{5208695E-9764-E141-8C27-561FA6A33FAB}" dt="2022-02-10T15:14:25.678" v="565"/>
          <ac:grpSpMkLst>
            <pc:docMk/>
            <pc:sldMk cId="2050651053" sldId="328"/>
            <ac:grpSpMk id="6" creationId="{236A6C2E-947B-E14A-A448-3CA3C70DFB03}"/>
          </ac:grpSpMkLst>
        </pc:grpChg>
      </pc:sldChg>
      <pc:sldChg chg="add del">
        <pc:chgData name="Zheng Fei" userId="d19317889db4c986" providerId="LiveId" clId="{5208695E-9764-E141-8C27-561FA6A33FAB}" dt="2022-02-10T15:04:13.504" v="294" actId="2696"/>
        <pc:sldMkLst>
          <pc:docMk/>
          <pc:sldMk cId="3560717361" sldId="328"/>
        </pc:sldMkLst>
      </pc:sldChg>
      <pc:sldChg chg="addSp delSp modSp add mod ord">
        <pc:chgData name="Zheng Fei" userId="d19317889db4c986" providerId="LiveId" clId="{5208695E-9764-E141-8C27-561FA6A33FAB}" dt="2022-02-10T15:18:49.183" v="1231" actId="948"/>
        <pc:sldMkLst>
          <pc:docMk/>
          <pc:sldMk cId="2113596754" sldId="329"/>
        </pc:sldMkLst>
        <pc:spChg chg="mod">
          <ac:chgData name="Zheng Fei" userId="d19317889db4c986" providerId="LiveId" clId="{5208695E-9764-E141-8C27-561FA6A33FAB}" dt="2022-02-10T15:15:15.102" v="593" actId="1076"/>
          <ac:spMkLst>
            <pc:docMk/>
            <pc:sldMk cId="2113596754" sldId="329"/>
            <ac:spMk id="2" creationId="{15F03666-DF88-1740-A4B1-ABCEA1F847F9}"/>
          </ac:spMkLst>
        </pc:spChg>
        <pc:spChg chg="mod">
          <ac:chgData name="Zheng Fei" userId="d19317889db4c986" providerId="LiveId" clId="{5208695E-9764-E141-8C27-561FA6A33FAB}" dt="2022-02-10T15:15:19.098" v="609" actId="20577"/>
          <ac:spMkLst>
            <pc:docMk/>
            <pc:sldMk cId="2113596754" sldId="329"/>
            <ac:spMk id="5" creationId="{FB207D22-4ED1-D447-BEB1-4714B4D3A268}"/>
          </ac:spMkLst>
        </pc:spChg>
        <pc:spChg chg="add del">
          <ac:chgData name="Zheng Fei" userId="d19317889db4c986" providerId="LiveId" clId="{5208695E-9764-E141-8C27-561FA6A33FAB}" dt="2022-02-10T15:15:28.346" v="611"/>
          <ac:spMkLst>
            <pc:docMk/>
            <pc:sldMk cId="2113596754" sldId="329"/>
            <ac:spMk id="9" creationId="{51DC1DDA-9FCA-0149-9AD0-1EB8F75E9C39}"/>
          </ac:spMkLst>
        </pc:spChg>
        <pc:spChg chg="add mod">
          <ac:chgData name="Zheng Fei" userId="d19317889db4c986" providerId="LiveId" clId="{5208695E-9764-E141-8C27-561FA6A33FAB}" dt="2022-02-10T15:18:49.183" v="1231" actId="948"/>
          <ac:spMkLst>
            <pc:docMk/>
            <pc:sldMk cId="2113596754" sldId="329"/>
            <ac:spMk id="10" creationId="{FD4E03B7-8C81-864D-B432-51CCD293F808}"/>
          </ac:spMkLst>
        </pc:spChg>
        <pc:picChg chg="add del">
          <ac:chgData name="Zheng Fei" userId="d19317889db4c986" providerId="LiveId" clId="{5208695E-9764-E141-8C27-561FA6A33FAB}" dt="2022-02-10T15:15:28.346" v="611"/>
          <ac:picMkLst>
            <pc:docMk/>
            <pc:sldMk cId="2113596754" sldId="329"/>
            <ac:picMk id="4097" creationId="{A384963B-3DEB-B149-81B3-D9E29D890C87}"/>
          </ac:picMkLst>
        </pc:picChg>
      </pc:sldChg>
      <pc:sldChg chg="delSp modSp add mod modNotesTx">
        <pc:chgData name="Zheng Fei" userId="d19317889db4c986" providerId="LiveId" clId="{5208695E-9764-E141-8C27-561FA6A33FAB}" dt="2022-02-10T15:28:01.123" v="1853" actId="20577"/>
        <pc:sldMkLst>
          <pc:docMk/>
          <pc:sldMk cId="1445921664" sldId="330"/>
        </pc:sldMkLst>
        <pc:spChg chg="mod">
          <ac:chgData name="Zheng Fei" userId="d19317889db4c986" providerId="LiveId" clId="{5208695E-9764-E141-8C27-561FA6A33FAB}" dt="2022-02-10T15:22:31.789" v="1261" actId="20577"/>
          <ac:spMkLst>
            <pc:docMk/>
            <pc:sldMk cId="1445921664" sldId="330"/>
            <ac:spMk id="5" creationId="{FB207D22-4ED1-D447-BEB1-4714B4D3A268}"/>
          </ac:spMkLst>
        </pc:spChg>
        <pc:spChg chg="mod">
          <ac:chgData name="Zheng Fei" userId="d19317889db4c986" providerId="LiveId" clId="{5208695E-9764-E141-8C27-561FA6A33FAB}" dt="2022-02-10T15:25:05.356" v="1770" actId="20577"/>
          <ac:spMkLst>
            <pc:docMk/>
            <pc:sldMk cId="1445921664" sldId="330"/>
            <ac:spMk id="10" creationId="{FD4E03B7-8C81-864D-B432-51CCD293F808}"/>
          </ac:spMkLst>
        </pc:spChg>
        <pc:picChg chg="del">
          <ac:chgData name="Zheng Fei" userId="d19317889db4c986" providerId="LiveId" clId="{5208695E-9764-E141-8C27-561FA6A33FAB}" dt="2022-02-10T15:20:53.612" v="1233" actId="478"/>
          <ac:picMkLst>
            <pc:docMk/>
            <pc:sldMk cId="1445921664" sldId="330"/>
            <ac:picMk id="5121" creationId="{73B0875B-F5AE-BB4A-90F5-BF78A7E60A06}"/>
          </ac:picMkLst>
        </pc:picChg>
      </pc:sldChg>
      <pc:sldChg chg="addSp delSp modSp add mod">
        <pc:chgData name="Zheng Fei" userId="d19317889db4c986" providerId="LiveId" clId="{5208695E-9764-E141-8C27-561FA6A33FAB}" dt="2022-02-10T15:33:54.446" v="2096" actId="1076"/>
        <pc:sldMkLst>
          <pc:docMk/>
          <pc:sldMk cId="3688734997" sldId="331"/>
        </pc:sldMkLst>
        <pc:spChg chg="mod">
          <ac:chgData name="Zheng Fei" userId="d19317889db4c986" providerId="LiveId" clId="{5208695E-9764-E141-8C27-561FA6A33FAB}" dt="2022-02-10T15:26:14.160" v="1800" actId="20577"/>
          <ac:spMkLst>
            <pc:docMk/>
            <pc:sldMk cId="3688734997" sldId="331"/>
            <ac:spMk id="5" creationId="{FB207D22-4ED1-D447-BEB1-4714B4D3A268}"/>
          </ac:spMkLst>
        </pc:spChg>
        <pc:spChg chg="add del">
          <ac:chgData name="Zheng Fei" userId="d19317889db4c986" providerId="LiveId" clId="{5208695E-9764-E141-8C27-561FA6A33FAB}" dt="2022-02-10T15:32:05.044" v="2039"/>
          <ac:spMkLst>
            <pc:docMk/>
            <pc:sldMk cId="3688734997" sldId="331"/>
            <ac:spMk id="9" creationId="{0E496B3E-68B1-4440-9C48-5CDE10E9BF46}"/>
          </ac:spMkLst>
        </pc:spChg>
        <pc:spChg chg="mod">
          <ac:chgData name="Zheng Fei" userId="d19317889db4c986" providerId="LiveId" clId="{5208695E-9764-E141-8C27-561FA6A33FAB}" dt="2022-02-10T15:33:15.113" v="2046" actId="1076"/>
          <ac:spMkLst>
            <pc:docMk/>
            <pc:sldMk cId="3688734997" sldId="331"/>
            <ac:spMk id="10" creationId="{FD4E03B7-8C81-864D-B432-51CCD293F808}"/>
          </ac:spMkLst>
        </pc:spChg>
        <pc:spChg chg="add del">
          <ac:chgData name="Zheng Fei" userId="d19317889db4c986" providerId="LiveId" clId="{5208695E-9764-E141-8C27-561FA6A33FAB}" dt="2022-02-10T15:32:08.163" v="2041" actId="478"/>
          <ac:spMkLst>
            <pc:docMk/>
            <pc:sldMk cId="3688734997" sldId="331"/>
            <ac:spMk id="11" creationId="{DFCBD6B0-9507-0947-9CD0-217CAD01C0F2}"/>
          </ac:spMkLst>
        </pc:spChg>
        <pc:spChg chg="add mod">
          <ac:chgData name="Zheng Fei" userId="d19317889db4c986" providerId="LiveId" clId="{5208695E-9764-E141-8C27-561FA6A33FAB}" dt="2022-02-10T15:33:54.446" v="2096" actId="1076"/>
          <ac:spMkLst>
            <pc:docMk/>
            <pc:sldMk cId="3688734997" sldId="331"/>
            <ac:spMk id="12" creationId="{97346CCC-F160-C04A-BDBC-01190D71A735}"/>
          </ac:spMkLst>
        </pc:spChg>
        <pc:picChg chg="add mod">
          <ac:chgData name="Zheng Fei" userId="d19317889db4c986" providerId="LiveId" clId="{5208695E-9764-E141-8C27-561FA6A33FAB}" dt="2022-02-10T15:33:16.056" v="2047" actId="1076"/>
          <ac:picMkLst>
            <pc:docMk/>
            <pc:sldMk cId="3688734997" sldId="331"/>
            <ac:picMk id="8198" creationId="{61C72FA9-AAD4-F442-8FB9-F3960F9D0831}"/>
          </ac:picMkLst>
        </pc:picChg>
      </pc:sldChg>
      <pc:sldChg chg="addSp delSp modSp new mod">
        <pc:chgData name="Zheng Fei" userId="d19317889db4c986" providerId="LiveId" clId="{5208695E-9764-E141-8C27-561FA6A33FAB}" dt="2022-02-10T15:38:27.766" v="2470" actId="21"/>
        <pc:sldMkLst>
          <pc:docMk/>
          <pc:sldMk cId="779396015" sldId="332"/>
        </pc:sldMkLst>
        <pc:spChg chg="add del mod">
          <ac:chgData name="Zheng Fei" userId="d19317889db4c986" providerId="LiveId" clId="{5208695E-9764-E141-8C27-561FA6A33FAB}" dt="2022-02-10T15:38:27.766" v="2470" actId="21"/>
          <ac:spMkLst>
            <pc:docMk/>
            <pc:sldMk cId="779396015" sldId="332"/>
            <ac:spMk id="2" creationId="{EE3A05C1-BA57-C440-B2A4-4CFE79AFD34E}"/>
          </ac:spMkLst>
        </pc:spChg>
      </pc:sldChg>
      <pc:sldChg chg="addSp delSp modSp add mod">
        <pc:chgData name="Zheng Fei" userId="d19317889db4c986" providerId="LiveId" clId="{5208695E-9764-E141-8C27-561FA6A33FAB}" dt="2022-02-10T15:39:54.146" v="2495" actId="20577"/>
        <pc:sldMkLst>
          <pc:docMk/>
          <pc:sldMk cId="3997665689" sldId="333"/>
        </pc:sldMkLst>
        <pc:spChg chg="del">
          <ac:chgData name="Zheng Fei" userId="d19317889db4c986" providerId="LiveId" clId="{5208695E-9764-E141-8C27-561FA6A33FAB}" dt="2022-02-10T15:38:24.205" v="2469" actId="478"/>
          <ac:spMkLst>
            <pc:docMk/>
            <pc:sldMk cId="3997665689" sldId="333"/>
            <ac:spMk id="9" creationId="{FC1F2C7E-793E-F441-952A-A404E4CDB1F2}"/>
          </ac:spMkLst>
        </pc:spChg>
        <pc:spChg chg="add mod">
          <ac:chgData name="Zheng Fei" userId="d19317889db4c986" providerId="LiveId" clId="{5208695E-9764-E141-8C27-561FA6A33FAB}" dt="2022-02-10T15:39:54.146" v="2495" actId="20577"/>
          <ac:spMkLst>
            <pc:docMk/>
            <pc:sldMk cId="3997665689" sldId="333"/>
            <ac:spMk id="10" creationId="{A428253B-1E8E-8845-B4FF-359F3D92CCCB}"/>
          </ac:spMkLst>
        </pc:spChg>
      </pc:sldChg>
      <pc:sldChg chg="del">
        <pc:chgData name="Zheng Fei" userId="d19317889db4c986" providerId="LiveId" clId="{5208695E-9764-E141-8C27-561FA6A33FAB}" dt="2022-02-24T02:52:22.310" v="2994" actId="2696"/>
        <pc:sldMkLst>
          <pc:docMk/>
          <pc:sldMk cId="3348470719" sldId="381"/>
        </pc:sldMkLst>
      </pc:sldChg>
      <pc:sldChg chg="modNotesTx">
        <pc:chgData name="Zheng Fei" userId="d19317889db4c986" providerId="LiveId" clId="{5208695E-9764-E141-8C27-561FA6A33FAB}" dt="2022-02-24T01:47:24.922" v="2599" actId="20577"/>
        <pc:sldMkLst>
          <pc:docMk/>
          <pc:sldMk cId="2902439285" sldId="389"/>
        </pc:sldMkLst>
      </pc:sldChg>
      <pc:sldChg chg="add del">
        <pc:chgData name="Zheng Fei" userId="d19317889db4c986" providerId="LiveId" clId="{5208695E-9764-E141-8C27-561FA6A33FAB}" dt="2022-02-24T02:53:18.591" v="2995" actId="2696"/>
        <pc:sldMkLst>
          <pc:docMk/>
          <pc:sldMk cId="1563969571" sldId="390"/>
        </pc:sldMkLst>
      </pc:sldChg>
      <pc:sldChg chg="add">
        <pc:chgData name="Zheng Fei" userId="d19317889db4c986" providerId="LiveId" clId="{5208695E-9764-E141-8C27-561FA6A33FAB}" dt="2022-02-24T02:53:24.825" v="2996"/>
        <pc:sldMkLst>
          <pc:docMk/>
          <pc:sldMk cId="3991378626" sldId="390"/>
        </pc:sldMkLst>
      </pc:sldChg>
      <pc:sldChg chg="del">
        <pc:chgData name="Zheng Fei" userId="d19317889db4c986" providerId="LiveId" clId="{5208695E-9764-E141-8C27-561FA6A33FAB}" dt="2022-02-24T02:37:58.794" v="2894" actId="2696"/>
        <pc:sldMkLst>
          <pc:docMk/>
          <pc:sldMk cId="4249073213" sldId="390"/>
        </pc:sldMkLst>
      </pc:sldChg>
      <pc:sldChg chg="addSp delSp modSp mod ord setBg">
        <pc:chgData name="Zheng Fei" userId="d19317889db4c986" providerId="LiveId" clId="{5208695E-9764-E141-8C27-561FA6A33FAB}" dt="2022-02-24T02:44:15.242" v="2947" actId="5793"/>
        <pc:sldMkLst>
          <pc:docMk/>
          <pc:sldMk cId="1431905263" sldId="391"/>
        </pc:sldMkLst>
        <pc:spChg chg="add mod">
          <ac:chgData name="Zheng Fei" userId="d19317889db4c986" providerId="LiveId" clId="{5208695E-9764-E141-8C27-561FA6A33FAB}" dt="2022-02-24T02:42:05.133" v="2921" actId="26606"/>
          <ac:spMkLst>
            <pc:docMk/>
            <pc:sldMk cId="1431905263" sldId="391"/>
            <ac:spMk id="2" creationId="{2E5B3148-AA47-4B4B-B998-0342009183EE}"/>
          </ac:spMkLst>
        </pc:spChg>
        <pc:spChg chg="mod ord">
          <ac:chgData name="Zheng Fei" userId="d19317889db4c986" providerId="LiveId" clId="{5208695E-9764-E141-8C27-561FA6A33FAB}" dt="2022-02-24T02:44:15.242" v="2947" actId="5793"/>
          <ac:spMkLst>
            <pc:docMk/>
            <pc:sldMk cId="1431905263" sldId="391"/>
            <ac:spMk id="4" creationId="{66116466-D588-42A4-8223-1FDF1A19EC23}"/>
          </ac:spMkLst>
        </pc:spChg>
        <pc:spChg chg="add del">
          <ac:chgData name="Zheng Fei" userId="d19317889db4c986" providerId="LiveId" clId="{5208695E-9764-E141-8C27-561FA6A33FAB}" dt="2022-02-24T02:40:29.150" v="2908" actId="26606"/>
          <ac:spMkLst>
            <pc:docMk/>
            <pc:sldMk cId="1431905263" sldId="391"/>
            <ac:spMk id="9" creationId="{827B839B-9ADE-406B-8590-F1CAEDED45A1}"/>
          </ac:spMkLst>
        </pc:spChg>
        <pc:spChg chg="add del">
          <ac:chgData name="Zheng Fei" userId="d19317889db4c986" providerId="LiveId" clId="{5208695E-9764-E141-8C27-561FA6A33FAB}" dt="2022-02-24T02:40:29.150" v="2908" actId="26606"/>
          <ac:spMkLst>
            <pc:docMk/>
            <pc:sldMk cId="1431905263" sldId="391"/>
            <ac:spMk id="11" creationId="{CFE45BF0-46DB-408C-B5F7-7B11716805D4}"/>
          </ac:spMkLst>
        </pc:spChg>
        <pc:spChg chg="add del">
          <ac:chgData name="Zheng Fei" userId="d19317889db4c986" providerId="LiveId" clId="{5208695E-9764-E141-8C27-561FA6A33FAB}" dt="2022-02-24T02:40:29.150" v="2908" actId="26606"/>
          <ac:spMkLst>
            <pc:docMk/>
            <pc:sldMk cId="1431905263" sldId="391"/>
            <ac:spMk id="13" creationId="{2AEBC8F2-97B1-41B4-93F1-2D289E197FBA}"/>
          </ac:spMkLst>
        </pc:spChg>
        <pc:spChg chg="add del">
          <ac:chgData name="Zheng Fei" userId="d19317889db4c986" providerId="LiveId" clId="{5208695E-9764-E141-8C27-561FA6A33FAB}" dt="2022-02-24T02:40:29.150" v="2908" actId="26606"/>
          <ac:spMkLst>
            <pc:docMk/>
            <pc:sldMk cId="1431905263" sldId="391"/>
            <ac:spMk id="15" creationId="{472E3A19-F5D5-48FC-BB9C-48C2F68F598B}"/>
          </ac:spMkLst>
        </pc:spChg>
        <pc:spChg chg="add del">
          <ac:chgData name="Zheng Fei" userId="d19317889db4c986" providerId="LiveId" clId="{5208695E-9764-E141-8C27-561FA6A33FAB}" dt="2022-02-24T02:40:29.150" v="2908" actId="26606"/>
          <ac:spMkLst>
            <pc:docMk/>
            <pc:sldMk cId="1431905263" sldId="391"/>
            <ac:spMk id="17" creationId="{7A62E32F-BB65-43A8-8EB5-92346890E549}"/>
          </ac:spMkLst>
        </pc:spChg>
        <pc:spChg chg="add del">
          <ac:chgData name="Zheng Fei" userId="d19317889db4c986" providerId="LiveId" clId="{5208695E-9764-E141-8C27-561FA6A33FAB}" dt="2022-02-24T02:40:29.150" v="2908" actId="26606"/>
          <ac:spMkLst>
            <pc:docMk/>
            <pc:sldMk cId="1431905263" sldId="391"/>
            <ac:spMk id="19" creationId="{14E91B64-9FCC-451E-AFB4-A827D6329367}"/>
          </ac:spMkLst>
        </pc:spChg>
        <pc:spChg chg="add del">
          <ac:chgData name="Zheng Fei" userId="d19317889db4c986" providerId="LiveId" clId="{5208695E-9764-E141-8C27-561FA6A33FAB}" dt="2022-02-24T02:42:05.133" v="2921" actId="26606"/>
          <ac:spMkLst>
            <pc:docMk/>
            <pc:sldMk cId="1431905263" sldId="391"/>
            <ac:spMk id="21" creationId="{DAF1966E-FD40-4A4A-B61B-C4DF7FA05F06}"/>
          </ac:spMkLst>
        </pc:spChg>
        <pc:spChg chg="add del">
          <ac:chgData name="Zheng Fei" userId="d19317889db4c986" providerId="LiveId" clId="{5208695E-9764-E141-8C27-561FA6A33FAB}" dt="2022-02-24T02:42:05.133" v="2921" actId="26606"/>
          <ac:spMkLst>
            <pc:docMk/>
            <pc:sldMk cId="1431905263" sldId="391"/>
            <ac:spMk id="22" creationId="{047BFA19-D45E-416B-A404-7AF2F3F27017}"/>
          </ac:spMkLst>
        </pc:spChg>
        <pc:spChg chg="add del">
          <ac:chgData name="Zheng Fei" userId="d19317889db4c986" providerId="LiveId" clId="{5208695E-9764-E141-8C27-561FA6A33FAB}" dt="2022-02-24T02:42:05.133" v="2921" actId="26606"/>
          <ac:spMkLst>
            <pc:docMk/>
            <pc:sldMk cId="1431905263" sldId="391"/>
            <ac:spMk id="23" creationId="{8E0105E7-23DB-4CF2-8258-FF47C7620F6E}"/>
          </ac:spMkLst>
        </pc:spChg>
        <pc:spChg chg="add del">
          <ac:chgData name="Zheng Fei" userId="d19317889db4c986" providerId="LiveId" clId="{5208695E-9764-E141-8C27-561FA6A33FAB}" dt="2022-02-24T02:42:05.133" v="2921" actId="26606"/>
          <ac:spMkLst>
            <pc:docMk/>
            <pc:sldMk cId="1431905263" sldId="391"/>
            <ac:spMk id="24" creationId="{074B4F7D-14B2-478B-8BF5-01E4E0C5D263}"/>
          </ac:spMkLst>
        </pc:spChg>
        <pc:picChg chg="del">
          <ac:chgData name="Zheng Fei" userId="d19317889db4c986" providerId="LiveId" clId="{5208695E-9764-E141-8C27-561FA6A33FAB}" dt="2022-02-24T01:53:20.453" v="2601" actId="21"/>
          <ac:picMkLst>
            <pc:docMk/>
            <pc:sldMk cId="1431905263" sldId="391"/>
            <ac:picMk id="3" creationId="{4031C3F8-C0D3-4913-B186-2618E7533AEB}"/>
          </ac:picMkLst>
        </pc:picChg>
      </pc:sldChg>
      <pc:sldChg chg="addSp delSp modSp mod ord">
        <pc:chgData name="Zheng Fei" userId="d19317889db4c986" providerId="LiveId" clId="{5208695E-9764-E141-8C27-561FA6A33FAB}" dt="2022-02-24T02:46:57.001" v="2966" actId="207"/>
        <pc:sldMkLst>
          <pc:docMk/>
          <pc:sldMk cId="3932442242" sldId="392"/>
        </pc:sldMkLst>
        <pc:spChg chg="mod">
          <ac:chgData name="Zheng Fei" userId="d19317889db4c986" providerId="LiveId" clId="{5208695E-9764-E141-8C27-561FA6A33FAB}" dt="2022-02-24T02:46:57.001" v="2966" actId="207"/>
          <ac:spMkLst>
            <pc:docMk/>
            <pc:sldMk cId="3932442242" sldId="392"/>
            <ac:spMk id="5" creationId="{4527AD1F-097F-4413-B410-C612E42FB89B}"/>
          </ac:spMkLst>
        </pc:spChg>
        <pc:picChg chg="add del mod">
          <ac:chgData name="Zheng Fei" userId="d19317889db4c986" providerId="LiveId" clId="{5208695E-9764-E141-8C27-561FA6A33FAB}" dt="2022-02-24T02:39:28.190" v="2903" actId="21"/>
          <ac:picMkLst>
            <pc:docMk/>
            <pc:sldMk cId="3932442242" sldId="392"/>
            <ac:picMk id="3" creationId="{312168F2-42EC-5449-AE3E-738473BAB7C8}"/>
          </ac:picMkLst>
        </pc:picChg>
        <pc:picChg chg="mod">
          <ac:chgData name="Zheng Fei" userId="d19317889db4c986" providerId="LiveId" clId="{5208695E-9764-E141-8C27-561FA6A33FAB}" dt="2022-02-24T02:46:12.801" v="2964" actId="1076"/>
          <ac:picMkLst>
            <pc:docMk/>
            <pc:sldMk cId="3932442242" sldId="392"/>
            <ac:picMk id="4" creationId="{B5A49BA5-E3E2-45F8-B7CB-2E34AF242C40}"/>
          </ac:picMkLst>
        </pc:picChg>
      </pc:sldChg>
      <pc:sldChg chg="addSp delSp modSp add mod">
        <pc:chgData name="Zheng Fei" userId="d19317889db4c986" providerId="LiveId" clId="{5208695E-9764-E141-8C27-561FA6A33FAB}" dt="2022-02-24T02:28:10.605" v="2731" actId="20577"/>
        <pc:sldMkLst>
          <pc:docMk/>
          <pc:sldMk cId="649363187" sldId="393"/>
        </pc:sldMkLst>
        <pc:spChg chg="mod">
          <ac:chgData name="Zheng Fei" userId="d19317889db4c986" providerId="LiveId" clId="{5208695E-9764-E141-8C27-561FA6A33FAB}" dt="2022-02-24T02:28:10.605" v="2731" actId="20577"/>
          <ac:spMkLst>
            <pc:docMk/>
            <pc:sldMk cId="649363187" sldId="393"/>
            <ac:spMk id="2" creationId="{E4C13EEE-99BF-E943-A53F-2A5707C4C9A7}"/>
          </ac:spMkLst>
        </pc:spChg>
        <pc:spChg chg="add del mod">
          <ac:chgData name="Zheng Fei" userId="d19317889db4c986" providerId="LiveId" clId="{5208695E-9764-E141-8C27-561FA6A33FAB}" dt="2022-02-24T02:23:16.744" v="2713"/>
          <ac:spMkLst>
            <pc:docMk/>
            <pc:sldMk cId="649363187" sldId="393"/>
            <ac:spMk id="3" creationId="{EAAFA907-EEF2-BF41-89D3-CD934ACBA143}"/>
          </ac:spMkLst>
        </pc:spChg>
      </pc:sldChg>
      <pc:sldChg chg="addSp delSp modSp del mod">
        <pc:chgData name="Zheng Fei" userId="d19317889db4c986" providerId="LiveId" clId="{5208695E-9764-E141-8C27-561FA6A33FAB}" dt="2022-02-24T02:12:43.881" v="2659" actId="2696"/>
        <pc:sldMkLst>
          <pc:docMk/>
          <pc:sldMk cId="1732217486" sldId="393"/>
        </pc:sldMkLst>
        <pc:spChg chg="add mod">
          <ac:chgData name="Zheng Fei" userId="d19317889db4c986" providerId="LiveId" clId="{5208695E-9764-E141-8C27-561FA6A33FAB}" dt="2022-02-24T02:12:00.260" v="2658" actId="20577"/>
          <ac:spMkLst>
            <pc:docMk/>
            <pc:sldMk cId="1732217486" sldId="393"/>
            <ac:spMk id="2" creationId="{E4C13EEE-99BF-E943-A53F-2A5707C4C9A7}"/>
          </ac:spMkLst>
        </pc:spChg>
        <pc:picChg chg="del">
          <ac:chgData name="Zheng Fei" userId="d19317889db4c986" providerId="LiveId" clId="{5208695E-9764-E141-8C27-561FA6A33FAB}" dt="2022-02-24T02:11:14.405" v="2647" actId="478"/>
          <ac:picMkLst>
            <pc:docMk/>
            <pc:sldMk cId="1732217486" sldId="393"/>
            <ac:picMk id="4" creationId="{00C5DAC1-4F48-495B-BAD0-2269B7AC736D}"/>
          </ac:picMkLst>
        </pc:picChg>
      </pc:sldChg>
      <pc:sldChg chg="del">
        <pc:chgData name="Zheng Fei" userId="d19317889db4c986" providerId="LiveId" clId="{5208695E-9764-E141-8C27-561FA6A33FAB}" dt="2022-02-24T02:47:23.359" v="2968" actId="2696"/>
        <pc:sldMkLst>
          <pc:docMk/>
          <pc:sldMk cId="1254709018" sldId="394"/>
        </pc:sldMkLst>
      </pc:sldChg>
      <pc:sldChg chg="add ord">
        <pc:chgData name="Zheng Fei" userId="d19317889db4c986" providerId="LiveId" clId="{5208695E-9764-E141-8C27-561FA6A33FAB}" dt="2022-02-24T02:47:46.780" v="2971" actId="20578"/>
        <pc:sldMkLst>
          <pc:docMk/>
          <pc:sldMk cId="458097628" sldId="395"/>
        </pc:sldMkLst>
      </pc:sldChg>
      <pc:sldChg chg="del">
        <pc:chgData name="Zheng Fei" userId="d19317889db4c986" providerId="LiveId" clId="{5208695E-9764-E141-8C27-561FA6A33FAB}" dt="2022-02-24T02:47:28.855" v="2969" actId="2696"/>
        <pc:sldMkLst>
          <pc:docMk/>
          <pc:sldMk cId="3424109515" sldId="395"/>
        </pc:sldMkLst>
      </pc:sldChg>
      <pc:sldChg chg="del">
        <pc:chgData name="Zheng Fei" userId="d19317889db4c986" providerId="LiveId" clId="{5208695E-9764-E141-8C27-561FA6A33FAB}" dt="2022-02-24T02:47:12.785" v="2967" actId="2696"/>
        <pc:sldMkLst>
          <pc:docMk/>
          <pc:sldMk cId="1926675108" sldId="396"/>
        </pc:sldMkLst>
      </pc:sldChg>
      <pc:sldChg chg="del">
        <pc:chgData name="Zheng Fei" userId="d19317889db4c986" providerId="LiveId" clId="{5208695E-9764-E141-8C27-561FA6A33FAB}" dt="2022-02-24T02:42:50.586" v="2922" actId="2696"/>
        <pc:sldMkLst>
          <pc:docMk/>
          <pc:sldMk cId="1849299568" sldId="397"/>
        </pc:sldMkLst>
      </pc:sldChg>
      <pc:sldChg chg="addSp delSp modSp mod">
        <pc:chgData name="Zheng Fei" userId="d19317889db4c986" providerId="LiveId" clId="{5208695E-9764-E141-8C27-561FA6A33FAB}" dt="2022-02-24T02:51:18.012" v="2986" actId="478"/>
        <pc:sldMkLst>
          <pc:docMk/>
          <pc:sldMk cId="2324191358" sldId="398"/>
        </pc:sldMkLst>
        <pc:picChg chg="mod">
          <ac:chgData name="Zheng Fei" userId="d19317889db4c986" providerId="LiveId" clId="{5208695E-9764-E141-8C27-561FA6A33FAB}" dt="2022-02-24T02:50:43.735" v="2983" actId="1076"/>
          <ac:picMkLst>
            <pc:docMk/>
            <pc:sldMk cId="2324191358" sldId="398"/>
            <ac:picMk id="3" creationId="{017B85F1-222E-4D87-A052-3B3E1D0924C2}"/>
          </ac:picMkLst>
        </pc:picChg>
        <pc:picChg chg="add mod">
          <ac:chgData name="Zheng Fei" userId="d19317889db4c986" providerId="LiveId" clId="{5208695E-9764-E141-8C27-561FA6A33FAB}" dt="2022-02-24T02:51:14.031" v="2984"/>
          <ac:picMkLst>
            <pc:docMk/>
            <pc:sldMk cId="2324191358" sldId="398"/>
            <ac:picMk id="4" creationId="{06B3544F-EF7A-F54A-8729-DAA83A9DD0DE}"/>
          </ac:picMkLst>
        </pc:picChg>
        <pc:picChg chg="add del mod">
          <ac:chgData name="Zheng Fei" userId="d19317889db4c986" providerId="LiveId" clId="{5208695E-9764-E141-8C27-561FA6A33FAB}" dt="2022-02-24T02:51:18.012" v="2986" actId="478"/>
          <ac:picMkLst>
            <pc:docMk/>
            <pc:sldMk cId="2324191358" sldId="398"/>
            <ac:picMk id="5" creationId="{8CDA0D91-914B-5F40-BD95-D69289BC7EE6}"/>
          </ac:picMkLst>
        </pc:picChg>
      </pc:sldChg>
      <pc:sldChg chg="del">
        <pc:chgData name="Zheng Fei" userId="d19317889db4c986" providerId="LiveId" clId="{5208695E-9764-E141-8C27-561FA6A33FAB}" dt="2022-02-24T02:37:58.794" v="2894" actId="2696"/>
        <pc:sldMkLst>
          <pc:docMk/>
          <pc:sldMk cId="1421180870" sldId="399"/>
        </pc:sldMkLst>
      </pc:sldChg>
      <pc:sldChg chg="add">
        <pc:chgData name="Zheng Fei" userId="d19317889db4c986" providerId="LiveId" clId="{5208695E-9764-E141-8C27-561FA6A33FAB}" dt="2022-02-24T02:53:24.825" v="2996"/>
        <pc:sldMkLst>
          <pc:docMk/>
          <pc:sldMk cId="1888470829" sldId="399"/>
        </pc:sldMkLst>
      </pc:sldChg>
      <pc:sldChg chg="add del">
        <pc:chgData name="Zheng Fei" userId="d19317889db4c986" providerId="LiveId" clId="{5208695E-9764-E141-8C27-561FA6A33FAB}" dt="2022-02-24T02:53:18.591" v="2995" actId="2696"/>
        <pc:sldMkLst>
          <pc:docMk/>
          <pc:sldMk cId="3972932828" sldId="399"/>
        </pc:sldMkLst>
      </pc:sldChg>
      <pc:sldChg chg="addSp delSp modSp new mod setBg">
        <pc:chgData name="Zheng Fei" userId="d19317889db4c986" providerId="LiveId" clId="{5208695E-9764-E141-8C27-561FA6A33FAB}" dt="2022-02-24T02:39:44.040" v="2906" actId="26606"/>
        <pc:sldMkLst>
          <pc:docMk/>
          <pc:sldMk cId="968340686" sldId="400"/>
        </pc:sldMkLst>
        <pc:spChg chg="add del">
          <ac:chgData name="Zheng Fei" userId="d19317889db4c986" providerId="LiveId" clId="{5208695E-9764-E141-8C27-561FA6A33FAB}" dt="2022-02-24T02:39:44.040" v="2906" actId="26606"/>
          <ac:spMkLst>
            <pc:docMk/>
            <pc:sldMk cId="968340686" sldId="400"/>
            <ac:spMk id="7" creationId="{F3060C83-F051-4F0E-ABAD-AA0DFC48B218}"/>
          </ac:spMkLst>
        </pc:spChg>
        <pc:spChg chg="add del">
          <ac:chgData name="Zheng Fei" userId="d19317889db4c986" providerId="LiveId" clId="{5208695E-9764-E141-8C27-561FA6A33FAB}" dt="2022-02-24T02:39:44.040" v="2906" actId="26606"/>
          <ac:spMkLst>
            <pc:docMk/>
            <pc:sldMk cId="968340686" sldId="400"/>
            <ac:spMk id="9" creationId="{83C98ABE-055B-441F-B07E-44F97F083C39}"/>
          </ac:spMkLst>
        </pc:spChg>
        <pc:spChg chg="add del">
          <ac:chgData name="Zheng Fei" userId="d19317889db4c986" providerId="LiveId" clId="{5208695E-9764-E141-8C27-561FA6A33FAB}" dt="2022-02-24T02:39:44.040" v="2906" actId="26606"/>
          <ac:spMkLst>
            <pc:docMk/>
            <pc:sldMk cId="968340686" sldId="400"/>
            <ac:spMk id="11" creationId="{29FDB030-9B49-4CED-8CCD-4D99382388AC}"/>
          </ac:spMkLst>
        </pc:spChg>
        <pc:spChg chg="add del">
          <ac:chgData name="Zheng Fei" userId="d19317889db4c986" providerId="LiveId" clId="{5208695E-9764-E141-8C27-561FA6A33FAB}" dt="2022-02-24T02:39:44.040" v="2906" actId="26606"/>
          <ac:spMkLst>
            <pc:docMk/>
            <pc:sldMk cId="968340686" sldId="400"/>
            <ac:spMk id="13" creationId="{3783CA14-24A1-485C-8B30-D6A5D87987AD}"/>
          </ac:spMkLst>
        </pc:spChg>
        <pc:spChg chg="add del">
          <ac:chgData name="Zheng Fei" userId="d19317889db4c986" providerId="LiveId" clId="{5208695E-9764-E141-8C27-561FA6A33FAB}" dt="2022-02-24T02:39:44.040" v="2906" actId="26606"/>
          <ac:spMkLst>
            <pc:docMk/>
            <pc:sldMk cId="968340686" sldId="400"/>
            <ac:spMk id="15" creationId="{9A97C86A-04D6-40F7-AE84-31AB43E6A846}"/>
          </ac:spMkLst>
        </pc:spChg>
        <pc:spChg chg="add del">
          <ac:chgData name="Zheng Fei" userId="d19317889db4c986" providerId="LiveId" clId="{5208695E-9764-E141-8C27-561FA6A33FAB}" dt="2022-02-24T02:39:44.040" v="2906" actId="26606"/>
          <ac:spMkLst>
            <pc:docMk/>
            <pc:sldMk cId="968340686" sldId="400"/>
            <ac:spMk id="17" creationId="{FF9F2414-84E8-453E-B1F3-389FDE8192D9}"/>
          </ac:spMkLst>
        </pc:spChg>
        <pc:spChg chg="add del">
          <ac:chgData name="Zheng Fei" userId="d19317889db4c986" providerId="LiveId" clId="{5208695E-9764-E141-8C27-561FA6A33FAB}" dt="2022-02-24T02:39:44.040" v="2906" actId="26606"/>
          <ac:spMkLst>
            <pc:docMk/>
            <pc:sldMk cId="968340686" sldId="400"/>
            <ac:spMk id="19" creationId="{3ECA69A1-7536-43AC-85EF-C7106179F5ED}"/>
          </ac:spMkLst>
        </pc:spChg>
        <pc:picChg chg="add mod">
          <ac:chgData name="Zheng Fei" userId="d19317889db4c986" providerId="LiveId" clId="{5208695E-9764-E141-8C27-561FA6A33FAB}" dt="2022-02-24T02:39:44.040" v="2906" actId="26606"/>
          <ac:picMkLst>
            <pc:docMk/>
            <pc:sldMk cId="968340686" sldId="400"/>
            <ac:picMk id="2" creationId="{898C07E3-1529-E84B-9F70-8B5F218A11DA}"/>
          </ac:picMkLst>
        </pc:picChg>
      </pc:sldChg>
      <pc:sldChg chg="new del">
        <pc:chgData name="Zheng Fei" userId="d19317889db4c986" providerId="LiveId" clId="{5208695E-9764-E141-8C27-561FA6A33FAB}" dt="2022-02-24T02:37:56.093" v="2893" actId="2696"/>
        <pc:sldMkLst>
          <pc:docMk/>
          <pc:sldMk cId="946142263" sldId="401"/>
        </pc:sldMkLst>
      </pc:sldChg>
      <pc:sldChg chg="addSp delSp modSp new mod setBg">
        <pc:chgData name="Zheng Fei" userId="d19317889db4c986" providerId="LiveId" clId="{5208695E-9764-E141-8C27-561FA6A33FAB}" dt="2022-02-24T02:48:47.327" v="2980" actId="732"/>
        <pc:sldMkLst>
          <pc:docMk/>
          <pc:sldMk cId="3137213224" sldId="402"/>
        </pc:sldMkLst>
        <pc:spChg chg="add del">
          <ac:chgData name="Zheng Fei" userId="d19317889db4c986" providerId="LiveId" clId="{5208695E-9764-E141-8C27-561FA6A33FAB}" dt="2022-02-24T02:42:02.260" v="2919" actId="26606"/>
          <ac:spMkLst>
            <pc:docMk/>
            <pc:sldMk cId="3137213224" sldId="402"/>
            <ac:spMk id="71" creationId="{01D0AF59-99C3-4251-AB9A-C966C6AD4400}"/>
          </ac:spMkLst>
        </pc:spChg>
        <pc:spChg chg="add del">
          <ac:chgData name="Zheng Fei" userId="d19317889db4c986" providerId="LiveId" clId="{5208695E-9764-E141-8C27-561FA6A33FAB}" dt="2022-02-24T02:42:02.260" v="2919" actId="26606"/>
          <ac:spMkLst>
            <pc:docMk/>
            <pc:sldMk cId="3137213224" sldId="402"/>
            <ac:spMk id="73" creationId="{1855405F-37A2-4869-9154-F8BE3BECE6C3}"/>
          </ac:spMkLst>
        </pc:spChg>
        <pc:spChg chg="add del">
          <ac:chgData name="Zheng Fei" userId="d19317889db4c986" providerId="LiveId" clId="{5208695E-9764-E141-8C27-561FA6A33FAB}" dt="2022-02-24T02:42:01.016" v="2917" actId="26606"/>
          <ac:spMkLst>
            <pc:docMk/>
            <pc:sldMk cId="3137213224" sldId="402"/>
            <ac:spMk id="135" creationId="{5F879AC3-D4CE-493C-ADC7-06205677F4F8}"/>
          </ac:spMkLst>
        </pc:spChg>
        <pc:spChg chg="add del">
          <ac:chgData name="Zheng Fei" userId="d19317889db4c986" providerId="LiveId" clId="{5208695E-9764-E141-8C27-561FA6A33FAB}" dt="2022-02-24T02:42:01.016" v="2917" actId="26606"/>
          <ac:spMkLst>
            <pc:docMk/>
            <pc:sldMk cId="3137213224" sldId="402"/>
            <ac:spMk id="137" creationId="{736F0DFD-0954-464F-BF12-DD2E6F6E0380}"/>
          </ac:spMkLst>
        </pc:spChg>
        <pc:picChg chg="add mod modCrop">
          <ac:chgData name="Zheng Fei" userId="d19317889db4c986" providerId="LiveId" clId="{5208695E-9764-E141-8C27-561FA6A33FAB}" dt="2022-02-24T02:48:25.213" v="2979" actId="1076"/>
          <ac:picMkLst>
            <pc:docMk/>
            <pc:sldMk cId="3137213224" sldId="402"/>
            <ac:picMk id="7" creationId="{F261B9FE-3C65-6C40-BD7E-E33FC77F3D4D}"/>
          </ac:picMkLst>
        </pc:picChg>
        <pc:picChg chg="add mod">
          <ac:chgData name="Zheng Fei" userId="d19317889db4c986" providerId="LiveId" clId="{5208695E-9764-E141-8C27-561FA6A33FAB}" dt="2022-02-24T02:48:47.327" v="2980" actId="732"/>
          <ac:picMkLst>
            <pc:docMk/>
            <pc:sldMk cId="3137213224" sldId="402"/>
            <ac:picMk id="1026" creationId="{10F92739-FD93-1F45-905F-3124C6D46B94}"/>
          </ac:picMkLst>
        </pc:picChg>
      </pc:sldChg>
      <pc:sldChg chg="addSp delSp modSp new mod setBg">
        <pc:chgData name="Zheng Fei" userId="d19317889db4c986" providerId="LiveId" clId="{5208695E-9764-E141-8C27-561FA6A33FAB}" dt="2022-02-24T02:49:03.156" v="2982"/>
        <pc:sldMkLst>
          <pc:docMk/>
          <pc:sldMk cId="2259089914" sldId="403"/>
        </pc:sldMkLst>
        <pc:spChg chg="add del">
          <ac:chgData name="Zheng Fei" userId="d19317889db4c986" providerId="LiveId" clId="{5208695E-9764-E141-8C27-561FA6A33FAB}" dt="2022-02-24T02:42:00.058" v="2916" actId="26606"/>
          <ac:spMkLst>
            <pc:docMk/>
            <pc:sldMk cId="2259089914" sldId="403"/>
            <ac:spMk id="71" creationId="{5F879AC3-D4CE-493C-ADC7-06205677F4F8}"/>
          </ac:spMkLst>
        </pc:spChg>
        <pc:spChg chg="add del">
          <ac:chgData name="Zheng Fei" userId="d19317889db4c986" providerId="LiveId" clId="{5208695E-9764-E141-8C27-561FA6A33FAB}" dt="2022-02-24T02:42:00.058" v="2916" actId="26606"/>
          <ac:spMkLst>
            <pc:docMk/>
            <pc:sldMk cId="2259089914" sldId="403"/>
            <ac:spMk id="73" creationId="{736F0DFD-0954-464F-BF12-DD2E6F6E0380}"/>
          </ac:spMkLst>
        </pc:spChg>
        <pc:picChg chg="add mod">
          <ac:chgData name="Zheng Fei" userId="d19317889db4c986" providerId="LiveId" clId="{5208695E-9764-E141-8C27-561FA6A33FAB}" dt="2022-02-24T02:49:03.156" v="2982"/>
          <ac:picMkLst>
            <pc:docMk/>
            <pc:sldMk cId="2259089914" sldId="403"/>
            <ac:picMk id="5" creationId="{8C9F9FC1-FB4F-A84A-9D04-133A1E0DC0F7}"/>
          </ac:picMkLst>
        </pc:picChg>
        <pc:picChg chg="add mod">
          <ac:chgData name="Zheng Fei" userId="d19317889db4c986" providerId="LiveId" clId="{5208695E-9764-E141-8C27-561FA6A33FAB}" dt="2022-02-24T02:48:54.936" v="2981" actId="732"/>
          <ac:picMkLst>
            <pc:docMk/>
            <pc:sldMk cId="2259089914" sldId="403"/>
            <ac:picMk id="2050" creationId="{4FAB9F1B-02AB-9149-BF33-0FB11D6035B6}"/>
          </ac:picMkLst>
        </pc:picChg>
      </pc:sldChg>
      <pc:sldChg chg="addSp modSp add mod ord">
        <pc:chgData name="Zheng Fei" userId="d19317889db4c986" providerId="LiveId" clId="{5208695E-9764-E141-8C27-561FA6A33FAB}" dt="2022-02-24T02:28:04.560" v="2722" actId="20577"/>
        <pc:sldMkLst>
          <pc:docMk/>
          <pc:sldMk cId="2063477856" sldId="404"/>
        </pc:sldMkLst>
        <pc:spChg chg="mod">
          <ac:chgData name="Zheng Fei" userId="d19317889db4c986" providerId="LiveId" clId="{5208695E-9764-E141-8C27-561FA6A33FAB}" dt="2022-02-24T02:28:04.560" v="2722" actId="20577"/>
          <ac:spMkLst>
            <pc:docMk/>
            <pc:sldMk cId="2063477856" sldId="404"/>
            <ac:spMk id="2" creationId="{E4C13EEE-99BF-E943-A53F-2A5707C4C9A7}"/>
          </ac:spMkLst>
        </pc:spChg>
        <pc:spChg chg="add mod">
          <ac:chgData name="Zheng Fei" userId="d19317889db4c986" providerId="LiveId" clId="{5208695E-9764-E141-8C27-561FA6A33FAB}" dt="2022-02-24T02:27:58.487" v="2721" actId="20577"/>
          <ac:spMkLst>
            <pc:docMk/>
            <pc:sldMk cId="2063477856" sldId="404"/>
            <ac:spMk id="3" creationId="{1746D604-ADD4-224A-823D-621F79B7436F}"/>
          </ac:spMkLst>
        </pc:spChg>
        <pc:picChg chg="add mod">
          <ac:chgData name="Zheng Fei" userId="d19317889db4c986" providerId="LiveId" clId="{5208695E-9764-E141-8C27-561FA6A33FAB}" dt="2022-02-24T02:20:32.596" v="2704" actId="732"/>
          <ac:picMkLst>
            <pc:docMk/>
            <pc:sldMk cId="2063477856" sldId="404"/>
            <ac:picMk id="3074" creationId="{30CC6F2B-D994-E145-B130-AF99762E85EB}"/>
          </ac:picMkLst>
        </pc:picChg>
      </pc:sldChg>
      <pc:sldChg chg="addSp modSp new mod setBg">
        <pc:chgData name="Zheng Fei" userId="d19317889db4c986" providerId="LiveId" clId="{5208695E-9764-E141-8C27-561FA6A33FAB}" dt="2022-02-24T02:37:11.849" v="2890"/>
        <pc:sldMkLst>
          <pc:docMk/>
          <pc:sldMk cId="2485594626" sldId="405"/>
        </pc:sldMkLst>
        <pc:spChg chg="add mod">
          <ac:chgData name="Zheng Fei" userId="d19317889db4c986" providerId="LiveId" clId="{5208695E-9764-E141-8C27-561FA6A33FAB}" dt="2022-02-24T02:36:31.021" v="2880" actId="1076"/>
          <ac:spMkLst>
            <pc:docMk/>
            <pc:sldMk cId="2485594626" sldId="405"/>
            <ac:spMk id="4" creationId="{1E713C10-19E1-DA44-AC78-BF56F50D7DC9}"/>
          </ac:spMkLst>
        </pc:spChg>
        <pc:spChg chg="add mod">
          <ac:chgData name="Zheng Fei" userId="d19317889db4c986" providerId="LiveId" clId="{5208695E-9764-E141-8C27-561FA6A33FAB}" dt="2022-02-24T02:32:43.181" v="2820" actId="1076"/>
          <ac:spMkLst>
            <pc:docMk/>
            <pc:sldMk cId="2485594626" sldId="405"/>
            <ac:spMk id="5" creationId="{495BCDAB-FA7E-C94F-8FED-E7B5CCF9A186}"/>
          </ac:spMkLst>
        </pc:spChg>
        <pc:spChg chg="add mod">
          <ac:chgData name="Zheng Fei" userId="d19317889db4c986" providerId="LiveId" clId="{5208695E-9764-E141-8C27-561FA6A33FAB}" dt="2022-02-24T02:32:36.428" v="2818" actId="1076"/>
          <ac:spMkLst>
            <pc:docMk/>
            <pc:sldMk cId="2485594626" sldId="405"/>
            <ac:spMk id="7" creationId="{0BFB104C-6003-8E4E-B422-CFD6094451DF}"/>
          </ac:spMkLst>
        </pc:spChg>
        <pc:spChg chg="add">
          <ac:chgData name="Zheng Fei" userId="d19317889db4c986" providerId="LiveId" clId="{5208695E-9764-E141-8C27-561FA6A33FAB}" dt="2022-02-24T02:29:10.177" v="2737" actId="26606"/>
          <ac:spMkLst>
            <pc:docMk/>
            <pc:sldMk cId="2485594626" sldId="405"/>
            <ac:spMk id="8" creationId="{5F879AC3-D4CE-493C-ADC7-06205677F4F8}"/>
          </ac:spMkLst>
        </pc:spChg>
        <pc:spChg chg="add mod">
          <ac:chgData name="Zheng Fei" userId="d19317889db4c986" providerId="LiveId" clId="{5208695E-9764-E141-8C27-561FA6A33FAB}" dt="2022-02-24T02:36:45.316" v="2883" actId="1076"/>
          <ac:spMkLst>
            <pc:docMk/>
            <pc:sldMk cId="2485594626" sldId="405"/>
            <ac:spMk id="9" creationId="{C074442B-E1FE-E64B-A163-CCEFBE5C4950}"/>
          </ac:spMkLst>
        </pc:spChg>
        <pc:spChg chg="add">
          <ac:chgData name="Zheng Fei" userId="d19317889db4c986" providerId="LiveId" clId="{5208695E-9764-E141-8C27-561FA6A33FAB}" dt="2022-02-24T02:29:10.177" v="2737" actId="26606"/>
          <ac:spMkLst>
            <pc:docMk/>
            <pc:sldMk cId="2485594626" sldId="405"/>
            <ac:spMk id="10" creationId="{736F0DFD-0954-464F-BF12-DD2E6F6E0380}"/>
          </ac:spMkLst>
        </pc:spChg>
        <pc:spChg chg="add mod">
          <ac:chgData name="Zheng Fei" userId="d19317889db4c986" providerId="LiveId" clId="{5208695E-9764-E141-8C27-561FA6A33FAB}" dt="2022-02-24T02:36:41.650" v="2882" actId="1076"/>
          <ac:spMkLst>
            <pc:docMk/>
            <pc:sldMk cId="2485594626" sldId="405"/>
            <ac:spMk id="11" creationId="{1F850635-A4E0-2D45-9568-82D0EE263215}"/>
          </ac:spMkLst>
        </pc:spChg>
        <pc:graphicFrameChg chg="add mod modGraphic">
          <ac:chgData name="Zheng Fei" userId="d19317889db4c986" providerId="LiveId" clId="{5208695E-9764-E141-8C27-561FA6A33FAB}" dt="2022-02-24T02:37:09.015" v="2888"/>
          <ac:graphicFrameMkLst>
            <pc:docMk/>
            <pc:sldMk cId="2485594626" sldId="405"/>
            <ac:graphicFrameMk id="2" creationId="{A2FC99F5-AB49-A244-94B0-9FD84B0A40B1}"/>
          </ac:graphicFrameMkLst>
        </pc:graphicFrameChg>
        <pc:graphicFrameChg chg="add mod modGraphic">
          <ac:chgData name="Zheng Fei" userId="d19317889db4c986" providerId="LiveId" clId="{5208695E-9764-E141-8C27-561FA6A33FAB}" dt="2022-02-24T02:37:11.849" v="2890"/>
          <ac:graphicFrameMkLst>
            <pc:docMk/>
            <pc:sldMk cId="2485594626" sldId="405"/>
            <ac:graphicFrameMk id="3" creationId="{36C2B168-4833-E449-B934-5B6D7DD24E86}"/>
          </ac:graphicFrameMkLst>
        </pc:graphicFrameChg>
      </pc:sldChg>
      <pc:sldChg chg="addSp modSp new">
        <pc:chgData name="Zheng Fei" userId="d19317889db4c986" providerId="LiveId" clId="{5208695E-9764-E141-8C27-561FA6A33FAB}" dt="2022-02-24T02:37:41.950" v="2892"/>
        <pc:sldMkLst>
          <pc:docMk/>
          <pc:sldMk cId="2900219743" sldId="406"/>
        </pc:sldMkLst>
        <pc:spChg chg="add mod">
          <ac:chgData name="Zheng Fei" userId="d19317889db4c986" providerId="LiveId" clId="{5208695E-9764-E141-8C27-561FA6A33FAB}" dt="2022-02-24T02:37:41.950" v="2892"/>
          <ac:spMkLst>
            <pc:docMk/>
            <pc:sldMk cId="2900219743" sldId="406"/>
            <ac:spMk id="2" creationId="{84546DDB-1B2C-4946-872F-1056995C7057}"/>
          </ac:spMkLst>
        </pc:spChg>
      </pc:sldChg>
      <pc:sldChg chg="addSp delSp modSp new mod setBg">
        <pc:chgData name="Zheng Fei" userId="d19317889db4c986" providerId="LiveId" clId="{5208695E-9764-E141-8C27-561FA6A33FAB}" dt="2022-02-24T02:41:59.466" v="2915" actId="26606"/>
        <pc:sldMkLst>
          <pc:docMk/>
          <pc:sldMk cId="4284922600" sldId="407"/>
        </pc:sldMkLst>
        <pc:spChg chg="add del">
          <ac:chgData name="Zheng Fei" userId="d19317889db4c986" providerId="LiveId" clId="{5208695E-9764-E141-8C27-561FA6A33FAB}" dt="2022-02-24T02:41:59.466" v="2915" actId="26606"/>
          <ac:spMkLst>
            <pc:docMk/>
            <pc:sldMk cId="4284922600" sldId="407"/>
            <ac:spMk id="7" creationId="{5F879AC3-D4CE-493C-ADC7-06205677F4F8}"/>
          </ac:spMkLst>
        </pc:spChg>
        <pc:spChg chg="add del">
          <ac:chgData name="Zheng Fei" userId="d19317889db4c986" providerId="LiveId" clId="{5208695E-9764-E141-8C27-561FA6A33FAB}" dt="2022-02-24T02:41:59.466" v="2915" actId="26606"/>
          <ac:spMkLst>
            <pc:docMk/>
            <pc:sldMk cId="4284922600" sldId="407"/>
            <ac:spMk id="9" creationId="{736F0DFD-0954-464F-BF12-DD2E6F6E0380}"/>
          </ac:spMkLst>
        </pc:spChg>
        <pc:picChg chg="add mod">
          <ac:chgData name="Zheng Fei" userId="d19317889db4c986" providerId="LiveId" clId="{5208695E-9764-E141-8C27-561FA6A33FAB}" dt="2022-02-24T02:41:59.466" v="2915" actId="26606"/>
          <ac:picMkLst>
            <pc:docMk/>
            <pc:sldMk cId="4284922600" sldId="407"/>
            <ac:picMk id="2" creationId="{CA28E320-42B2-5941-8D82-78E19863407C}"/>
          </ac:picMkLst>
        </pc:picChg>
      </pc:sldChg>
      <pc:sldChg chg="addSp modSp new mod">
        <pc:chgData name="Zheng Fei" userId="d19317889db4c986" providerId="LiveId" clId="{5208695E-9764-E141-8C27-561FA6A33FAB}" dt="2022-02-24T02:51:44.131" v="2993" actId="1076"/>
        <pc:sldMkLst>
          <pc:docMk/>
          <pc:sldMk cId="1485639274" sldId="408"/>
        </pc:sldMkLst>
        <pc:picChg chg="add mod">
          <ac:chgData name="Zheng Fei" userId="d19317889db4c986" providerId="LiveId" clId="{5208695E-9764-E141-8C27-561FA6A33FAB}" dt="2022-02-24T02:51:29.515" v="2988"/>
          <ac:picMkLst>
            <pc:docMk/>
            <pc:sldMk cId="1485639274" sldId="408"/>
            <ac:picMk id="2" creationId="{C5541B0C-B2A5-A144-BF16-460CC995183F}"/>
          </ac:picMkLst>
        </pc:picChg>
        <pc:picChg chg="add mod">
          <ac:chgData name="Zheng Fei" userId="d19317889db4c986" providerId="LiveId" clId="{5208695E-9764-E141-8C27-561FA6A33FAB}" dt="2022-02-24T02:51:44.131" v="2993" actId="1076"/>
          <ac:picMkLst>
            <pc:docMk/>
            <pc:sldMk cId="1485639274" sldId="408"/>
            <ac:picMk id="4" creationId="{F6D37B0F-61AE-B140-85B9-EC8DA2A68039}"/>
          </ac:picMkLst>
        </pc:picChg>
      </pc:sldChg>
    </pc:docChg>
  </pc:docChgLst>
  <pc:docChgLst>
    <pc:chgData name="Zheng Fei" userId="d19317889db4c986" providerId="LiveId" clId="{2FB969C0-BBDB-CB4C-BBC3-3E445F7DEC2E}"/>
    <pc:docChg chg="addSld delSld modSld">
      <pc:chgData name="Zheng Fei" userId="d19317889db4c986" providerId="LiveId" clId="{2FB969C0-BBDB-CB4C-BBC3-3E445F7DEC2E}" dt="2023-02-09T12:04:43.940" v="62" actId="20577"/>
      <pc:docMkLst>
        <pc:docMk/>
      </pc:docMkLst>
      <pc:sldChg chg="modSp modAnim">
        <pc:chgData name="Zheng Fei" userId="d19317889db4c986" providerId="LiveId" clId="{2FB969C0-BBDB-CB4C-BBC3-3E445F7DEC2E}" dt="2023-02-09T11:56:43.594" v="6" actId="20577"/>
        <pc:sldMkLst>
          <pc:docMk/>
          <pc:sldMk cId="4155687108" sldId="370"/>
        </pc:sldMkLst>
        <pc:spChg chg="mod">
          <ac:chgData name="Zheng Fei" userId="d19317889db4c986" providerId="LiveId" clId="{2FB969C0-BBDB-CB4C-BBC3-3E445F7DEC2E}" dt="2023-02-09T11:56:43.594" v="6" actId="20577"/>
          <ac:spMkLst>
            <pc:docMk/>
            <pc:sldMk cId="4155687108" sldId="370"/>
            <ac:spMk id="4" creationId="{4D857AEB-451B-5C13-1F2F-6611AE359FCF}"/>
          </ac:spMkLst>
        </pc:spChg>
      </pc:sldChg>
      <pc:sldChg chg="add">
        <pc:chgData name="Zheng Fei" userId="d19317889db4c986" providerId="LiveId" clId="{2FB969C0-BBDB-CB4C-BBC3-3E445F7DEC2E}" dt="2023-02-09T11:56:35.028" v="5"/>
        <pc:sldMkLst>
          <pc:docMk/>
          <pc:sldMk cId="233906158" sldId="372"/>
        </pc:sldMkLst>
      </pc:sldChg>
      <pc:sldChg chg="del modAnim">
        <pc:chgData name="Zheng Fei" userId="d19317889db4c986" providerId="LiveId" clId="{2FB969C0-BBDB-CB4C-BBC3-3E445F7DEC2E}" dt="2023-02-09T11:56:30.993" v="4" actId="2696"/>
        <pc:sldMkLst>
          <pc:docMk/>
          <pc:sldMk cId="538009307" sldId="372"/>
        </pc:sldMkLst>
      </pc:sldChg>
      <pc:sldChg chg="modSp mod">
        <pc:chgData name="Zheng Fei" userId="d19317889db4c986" providerId="LiveId" clId="{2FB969C0-BBDB-CB4C-BBC3-3E445F7DEC2E}" dt="2023-02-09T11:57:56.913" v="17" actId="1035"/>
        <pc:sldMkLst>
          <pc:docMk/>
          <pc:sldMk cId="2795800586" sldId="450"/>
        </pc:sldMkLst>
        <pc:spChg chg="mod">
          <ac:chgData name="Zheng Fei" userId="d19317889db4c986" providerId="LiveId" clId="{2FB969C0-BBDB-CB4C-BBC3-3E445F7DEC2E}" dt="2023-02-09T11:57:17.557" v="7" actId="20577"/>
          <ac:spMkLst>
            <pc:docMk/>
            <pc:sldMk cId="2795800586" sldId="450"/>
            <ac:spMk id="4" creationId="{A0786EC7-780F-BF96-2DB5-F9B2391C9636}"/>
          </ac:spMkLst>
        </pc:spChg>
        <pc:spChg chg="mod">
          <ac:chgData name="Zheng Fei" userId="d19317889db4c986" providerId="LiveId" clId="{2FB969C0-BBDB-CB4C-BBC3-3E445F7DEC2E}" dt="2023-02-09T11:57:56.913" v="17" actId="1035"/>
          <ac:spMkLst>
            <pc:docMk/>
            <pc:sldMk cId="2795800586" sldId="450"/>
            <ac:spMk id="5" creationId="{17C9D65D-695E-4D39-8EAE-BFA552C37DBD}"/>
          </ac:spMkLst>
        </pc:spChg>
      </pc:sldChg>
      <pc:sldChg chg="modSp mod">
        <pc:chgData name="Zheng Fei" userId="d19317889db4c986" providerId="LiveId" clId="{2FB969C0-BBDB-CB4C-BBC3-3E445F7DEC2E}" dt="2023-02-09T11:58:48.555" v="32" actId="14100"/>
        <pc:sldMkLst>
          <pc:docMk/>
          <pc:sldMk cId="714267248" sldId="451"/>
        </pc:sldMkLst>
        <pc:spChg chg="mod">
          <ac:chgData name="Zheng Fei" userId="d19317889db4c986" providerId="LiveId" clId="{2FB969C0-BBDB-CB4C-BBC3-3E445F7DEC2E}" dt="2023-02-09T11:58:29.110" v="27" actId="20577"/>
          <ac:spMkLst>
            <pc:docMk/>
            <pc:sldMk cId="714267248" sldId="451"/>
            <ac:spMk id="2" creationId="{6911C956-EA54-4DFC-2FE9-7F0BC6301FE3}"/>
          </ac:spMkLst>
        </pc:spChg>
        <pc:spChg chg="mod">
          <ac:chgData name="Zheng Fei" userId="d19317889db4c986" providerId="LiveId" clId="{2FB969C0-BBDB-CB4C-BBC3-3E445F7DEC2E}" dt="2023-02-09T11:58:42.555" v="31" actId="255"/>
          <ac:spMkLst>
            <pc:docMk/>
            <pc:sldMk cId="714267248" sldId="451"/>
            <ac:spMk id="4" creationId="{08B18966-B651-4028-B4AD-9E1DD4AB884E}"/>
          </ac:spMkLst>
        </pc:spChg>
        <pc:picChg chg="mod">
          <ac:chgData name="Zheng Fei" userId="d19317889db4c986" providerId="LiveId" clId="{2FB969C0-BBDB-CB4C-BBC3-3E445F7DEC2E}" dt="2023-02-09T11:58:48.555" v="32" actId="14100"/>
          <ac:picMkLst>
            <pc:docMk/>
            <pc:sldMk cId="714267248" sldId="451"/>
            <ac:picMk id="6" creationId="{79745C26-50A0-44EB-87DB-2A8F63BCD971}"/>
          </ac:picMkLst>
        </pc:picChg>
      </pc:sldChg>
      <pc:sldChg chg="modSp mod">
        <pc:chgData name="Zheng Fei" userId="d19317889db4c986" providerId="LiveId" clId="{2FB969C0-BBDB-CB4C-BBC3-3E445F7DEC2E}" dt="2023-02-09T11:58:56.436" v="33" actId="20577"/>
        <pc:sldMkLst>
          <pc:docMk/>
          <pc:sldMk cId="3369899449" sldId="452"/>
        </pc:sldMkLst>
        <pc:spChg chg="mod">
          <ac:chgData name="Zheng Fei" userId="d19317889db4c986" providerId="LiveId" clId="{2FB969C0-BBDB-CB4C-BBC3-3E445F7DEC2E}" dt="2023-02-09T11:58:56.436" v="33" actId="20577"/>
          <ac:spMkLst>
            <pc:docMk/>
            <pc:sldMk cId="3369899449" sldId="452"/>
            <ac:spMk id="5" creationId="{824CE8D3-182B-4EE5-2899-7FD3F104E6E1}"/>
          </ac:spMkLst>
        </pc:spChg>
      </pc:sldChg>
      <pc:sldChg chg="modSp modAnim">
        <pc:chgData name="Zheng Fei" userId="d19317889db4c986" providerId="LiveId" clId="{2FB969C0-BBDB-CB4C-BBC3-3E445F7DEC2E}" dt="2023-02-09T12:04:43.940" v="62" actId="20577"/>
        <pc:sldMkLst>
          <pc:docMk/>
          <pc:sldMk cId="3752521652" sldId="1792"/>
        </pc:sldMkLst>
        <pc:spChg chg="mod">
          <ac:chgData name="Zheng Fei" userId="d19317889db4c986" providerId="LiveId" clId="{2FB969C0-BBDB-CB4C-BBC3-3E445F7DEC2E}" dt="2023-02-09T12:04:43.940" v="62" actId="20577"/>
          <ac:spMkLst>
            <pc:docMk/>
            <pc:sldMk cId="3752521652" sldId="1792"/>
            <ac:spMk id="4" creationId="{3563B0F5-5090-2DCF-6AD2-EDAF01C58245}"/>
          </ac:spMkLst>
        </pc:spChg>
      </pc:sldChg>
      <pc:sldChg chg="modAnim">
        <pc:chgData name="Zheng Fei" userId="d19317889db4c986" providerId="LiveId" clId="{2FB969C0-BBDB-CB4C-BBC3-3E445F7DEC2E}" dt="2023-02-09T11:54:09.891" v="1"/>
        <pc:sldMkLst>
          <pc:docMk/>
          <pc:sldMk cId="578129316" sldId="1794"/>
        </pc:sldMkLst>
      </pc:sldChg>
      <pc:sldChg chg="modSp mod">
        <pc:chgData name="Zheng Fei" userId="d19317889db4c986" providerId="LiveId" clId="{2FB969C0-BBDB-CB4C-BBC3-3E445F7DEC2E}" dt="2023-02-09T11:58:07.794" v="26" actId="115"/>
        <pc:sldMkLst>
          <pc:docMk/>
          <pc:sldMk cId="3868284283" sldId="1795"/>
        </pc:sldMkLst>
        <pc:spChg chg="mod">
          <ac:chgData name="Zheng Fei" userId="d19317889db4c986" providerId="LiveId" clId="{2FB969C0-BBDB-CB4C-BBC3-3E445F7DEC2E}" dt="2023-02-09T11:57:22.900" v="8" actId="20577"/>
          <ac:spMkLst>
            <pc:docMk/>
            <pc:sldMk cId="3868284283" sldId="1795"/>
            <ac:spMk id="4" creationId="{A0786EC7-780F-BF96-2DB5-F9B2391C9636}"/>
          </ac:spMkLst>
        </pc:spChg>
        <pc:spChg chg="mod">
          <ac:chgData name="Zheng Fei" userId="d19317889db4c986" providerId="LiveId" clId="{2FB969C0-BBDB-CB4C-BBC3-3E445F7DEC2E}" dt="2023-02-09T11:58:07.794" v="26" actId="115"/>
          <ac:spMkLst>
            <pc:docMk/>
            <pc:sldMk cId="3868284283" sldId="1795"/>
            <ac:spMk id="5" creationId="{17C9D65D-695E-4D39-8EAE-BFA552C37DBD}"/>
          </ac:spMkLst>
        </pc:spChg>
      </pc:sldChg>
    </pc:docChg>
  </pc:docChgLst>
  <pc:docChgLst>
    <pc:chgData name="Zheng Fei" userId="d19317889db4c986" providerId="LiveId" clId="{3271D5D9-01F6-E94D-8F33-B415B5E3ECC8}"/>
    <pc:docChg chg="delSld">
      <pc:chgData name="Zheng Fei" userId="d19317889db4c986" providerId="LiveId" clId="{3271D5D9-01F6-E94D-8F33-B415B5E3ECC8}" dt="2022-02-24T02:54:43.713" v="0" actId="2696"/>
      <pc:docMkLst>
        <pc:docMk/>
      </pc:docMkLst>
      <pc:sldChg chg="del">
        <pc:chgData name="Zheng Fei" userId="d19317889db4c986" providerId="LiveId" clId="{3271D5D9-01F6-E94D-8F33-B415B5E3ECC8}" dt="2022-02-24T02:54:43.713" v="0" actId="2696"/>
        <pc:sldMkLst>
          <pc:docMk/>
          <pc:sldMk cId="3140837993" sldId="258"/>
        </pc:sldMkLst>
      </pc:sldChg>
      <pc:sldChg chg="del">
        <pc:chgData name="Zheng Fei" userId="d19317889db4c986" providerId="LiveId" clId="{3271D5D9-01F6-E94D-8F33-B415B5E3ECC8}" dt="2022-02-24T02:54:43.713" v="0" actId="2696"/>
        <pc:sldMkLst>
          <pc:docMk/>
          <pc:sldMk cId="0" sldId="269"/>
        </pc:sldMkLst>
      </pc:sldChg>
      <pc:sldChg chg="del">
        <pc:chgData name="Zheng Fei" userId="d19317889db4c986" providerId="LiveId" clId="{3271D5D9-01F6-E94D-8F33-B415B5E3ECC8}" dt="2022-02-24T02:54:43.713" v="0" actId="2696"/>
        <pc:sldMkLst>
          <pc:docMk/>
          <pc:sldMk cId="0" sldId="270"/>
        </pc:sldMkLst>
      </pc:sldChg>
      <pc:sldChg chg="del">
        <pc:chgData name="Zheng Fei" userId="d19317889db4c986" providerId="LiveId" clId="{3271D5D9-01F6-E94D-8F33-B415B5E3ECC8}" dt="2022-02-24T02:54:43.713" v="0" actId="2696"/>
        <pc:sldMkLst>
          <pc:docMk/>
          <pc:sldMk cId="0" sldId="271"/>
        </pc:sldMkLst>
      </pc:sldChg>
      <pc:sldChg chg="del">
        <pc:chgData name="Zheng Fei" userId="d19317889db4c986" providerId="LiveId" clId="{3271D5D9-01F6-E94D-8F33-B415B5E3ECC8}" dt="2022-02-24T02:54:43.713" v="0" actId="2696"/>
        <pc:sldMkLst>
          <pc:docMk/>
          <pc:sldMk cId="0" sldId="273"/>
        </pc:sldMkLst>
      </pc:sldChg>
      <pc:sldChg chg="del">
        <pc:chgData name="Zheng Fei" userId="d19317889db4c986" providerId="LiveId" clId="{3271D5D9-01F6-E94D-8F33-B415B5E3ECC8}" dt="2022-02-24T02:54:43.713" v="0" actId="2696"/>
        <pc:sldMkLst>
          <pc:docMk/>
          <pc:sldMk cId="0" sldId="274"/>
        </pc:sldMkLst>
      </pc:sldChg>
      <pc:sldChg chg="del">
        <pc:chgData name="Zheng Fei" userId="d19317889db4c986" providerId="LiveId" clId="{3271D5D9-01F6-E94D-8F33-B415B5E3ECC8}" dt="2022-02-24T02:54:43.713" v="0" actId="2696"/>
        <pc:sldMkLst>
          <pc:docMk/>
          <pc:sldMk cId="0" sldId="275"/>
        </pc:sldMkLst>
      </pc:sldChg>
      <pc:sldChg chg="del">
        <pc:chgData name="Zheng Fei" userId="d19317889db4c986" providerId="LiveId" clId="{3271D5D9-01F6-E94D-8F33-B415B5E3ECC8}" dt="2022-02-24T02:54:43.713" v="0" actId="2696"/>
        <pc:sldMkLst>
          <pc:docMk/>
          <pc:sldMk cId="0" sldId="276"/>
        </pc:sldMkLst>
      </pc:sldChg>
      <pc:sldChg chg="del">
        <pc:chgData name="Zheng Fei" userId="d19317889db4c986" providerId="LiveId" clId="{3271D5D9-01F6-E94D-8F33-B415B5E3ECC8}" dt="2022-02-24T02:54:43.713" v="0" actId="2696"/>
        <pc:sldMkLst>
          <pc:docMk/>
          <pc:sldMk cId="0" sldId="277"/>
        </pc:sldMkLst>
      </pc:sldChg>
      <pc:sldChg chg="del">
        <pc:chgData name="Zheng Fei" userId="d19317889db4c986" providerId="LiveId" clId="{3271D5D9-01F6-E94D-8F33-B415B5E3ECC8}" dt="2022-02-24T02:54:43.713" v="0" actId="2696"/>
        <pc:sldMkLst>
          <pc:docMk/>
          <pc:sldMk cId="0" sldId="278"/>
        </pc:sldMkLst>
      </pc:sldChg>
      <pc:sldChg chg="del">
        <pc:chgData name="Zheng Fei" userId="d19317889db4c986" providerId="LiveId" clId="{3271D5D9-01F6-E94D-8F33-B415B5E3ECC8}" dt="2022-02-24T02:54:43.713" v="0" actId="2696"/>
        <pc:sldMkLst>
          <pc:docMk/>
          <pc:sldMk cId="0" sldId="279"/>
        </pc:sldMkLst>
      </pc:sldChg>
      <pc:sldChg chg="del">
        <pc:chgData name="Zheng Fei" userId="d19317889db4c986" providerId="LiveId" clId="{3271D5D9-01F6-E94D-8F33-B415B5E3ECC8}" dt="2022-02-24T02:54:43.713" v="0" actId="2696"/>
        <pc:sldMkLst>
          <pc:docMk/>
          <pc:sldMk cId="0" sldId="280"/>
        </pc:sldMkLst>
      </pc:sldChg>
      <pc:sldChg chg="del">
        <pc:chgData name="Zheng Fei" userId="d19317889db4c986" providerId="LiveId" clId="{3271D5D9-01F6-E94D-8F33-B415B5E3ECC8}" dt="2022-02-24T02:54:43.713" v="0" actId="2696"/>
        <pc:sldMkLst>
          <pc:docMk/>
          <pc:sldMk cId="2026888976" sldId="305"/>
        </pc:sldMkLst>
      </pc:sldChg>
      <pc:sldChg chg="del">
        <pc:chgData name="Zheng Fei" userId="d19317889db4c986" providerId="LiveId" clId="{3271D5D9-01F6-E94D-8F33-B415B5E3ECC8}" dt="2022-02-24T02:54:43.713" v="0" actId="2696"/>
        <pc:sldMkLst>
          <pc:docMk/>
          <pc:sldMk cId="2050651053" sldId="328"/>
        </pc:sldMkLst>
      </pc:sldChg>
      <pc:sldChg chg="del">
        <pc:chgData name="Zheng Fei" userId="d19317889db4c986" providerId="LiveId" clId="{3271D5D9-01F6-E94D-8F33-B415B5E3ECC8}" dt="2022-02-24T02:54:43.713" v="0" actId="2696"/>
        <pc:sldMkLst>
          <pc:docMk/>
          <pc:sldMk cId="2113596754" sldId="329"/>
        </pc:sldMkLst>
      </pc:sldChg>
      <pc:sldChg chg="del">
        <pc:chgData name="Zheng Fei" userId="d19317889db4c986" providerId="LiveId" clId="{3271D5D9-01F6-E94D-8F33-B415B5E3ECC8}" dt="2022-02-24T02:54:43.713" v="0" actId="2696"/>
        <pc:sldMkLst>
          <pc:docMk/>
          <pc:sldMk cId="1445921664" sldId="330"/>
        </pc:sldMkLst>
      </pc:sldChg>
      <pc:sldChg chg="del">
        <pc:chgData name="Zheng Fei" userId="d19317889db4c986" providerId="LiveId" clId="{3271D5D9-01F6-E94D-8F33-B415B5E3ECC8}" dt="2022-02-24T02:54:43.713" v="0" actId="2696"/>
        <pc:sldMkLst>
          <pc:docMk/>
          <pc:sldMk cId="3688734997" sldId="331"/>
        </pc:sldMkLst>
      </pc:sldChg>
      <pc:sldChg chg="del">
        <pc:chgData name="Zheng Fei" userId="d19317889db4c986" providerId="LiveId" clId="{3271D5D9-01F6-E94D-8F33-B415B5E3ECC8}" dt="2022-02-24T02:54:43.713" v="0" actId="2696"/>
        <pc:sldMkLst>
          <pc:docMk/>
          <pc:sldMk cId="779396015" sldId="332"/>
        </pc:sldMkLst>
      </pc:sldChg>
      <pc:sldChg chg="del">
        <pc:chgData name="Zheng Fei" userId="d19317889db4c986" providerId="LiveId" clId="{3271D5D9-01F6-E94D-8F33-B415B5E3ECC8}" dt="2022-02-24T02:54:43.713" v="0" actId="2696"/>
        <pc:sldMkLst>
          <pc:docMk/>
          <pc:sldMk cId="1772499561" sldId="334"/>
        </pc:sldMkLst>
      </pc:sldChg>
      <pc:sldChg chg="del">
        <pc:chgData name="Zheng Fei" userId="d19317889db4c986" providerId="LiveId" clId="{3271D5D9-01F6-E94D-8F33-B415B5E3ECC8}" dt="2022-02-24T02:54:43.713" v="0" actId="2696"/>
        <pc:sldMkLst>
          <pc:docMk/>
          <pc:sldMk cId="1708672986" sldId="335"/>
        </pc:sldMkLst>
      </pc:sldChg>
      <pc:sldChg chg="del">
        <pc:chgData name="Zheng Fei" userId="d19317889db4c986" providerId="LiveId" clId="{3271D5D9-01F6-E94D-8F33-B415B5E3ECC8}" dt="2022-02-24T02:54:43.713" v="0" actId="2696"/>
        <pc:sldMkLst>
          <pc:docMk/>
          <pc:sldMk cId="4231211157" sldId="336"/>
        </pc:sldMkLst>
      </pc:sldChg>
      <pc:sldChg chg="del">
        <pc:chgData name="Zheng Fei" userId="d19317889db4c986" providerId="LiveId" clId="{3271D5D9-01F6-E94D-8F33-B415B5E3ECC8}" dt="2022-02-24T02:54:43.713" v="0" actId="2696"/>
        <pc:sldMkLst>
          <pc:docMk/>
          <pc:sldMk cId="1151378953" sldId="337"/>
        </pc:sldMkLst>
      </pc:sldChg>
      <pc:sldChg chg="del">
        <pc:chgData name="Zheng Fei" userId="d19317889db4c986" providerId="LiveId" clId="{3271D5D9-01F6-E94D-8F33-B415B5E3ECC8}" dt="2022-02-24T02:54:43.713" v="0" actId="2696"/>
        <pc:sldMkLst>
          <pc:docMk/>
          <pc:sldMk cId="1494529122" sldId="340"/>
        </pc:sldMkLst>
      </pc:sldChg>
      <pc:sldChg chg="del">
        <pc:chgData name="Zheng Fei" userId="d19317889db4c986" providerId="LiveId" clId="{3271D5D9-01F6-E94D-8F33-B415B5E3ECC8}" dt="2022-02-24T02:54:43.713" v="0" actId="2696"/>
        <pc:sldMkLst>
          <pc:docMk/>
          <pc:sldMk cId="2114298555" sldId="341"/>
        </pc:sldMkLst>
      </pc:sldChg>
      <pc:sldChg chg="del">
        <pc:chgData name="Zheng Fei" userId="d19317889db4c986" providerId="LiveId" clId="{3271D5D9-01F6-E94D-8F33-B415B5E3ECC8}" dt="2022-02-24T02:54:43.713" v="0" actId="2696"/>
        <pc:sldMkLst>
          <pc:docMk/>
          <pc:sldMk cId="382227545" sldId="342"/>
        </pc:sldMkLst>
      </pc:sldChg>
      <pc:sldChg chg="del">
        <pc:chgData name="Zheng Fei" userId="d19317889db4c986" providerId="LiveId" clId="{3271D5D9-01F6-E94D-8F33-B415B5E3ECC8}" dt="2022-02-24T02:54:43.713" v="0" actId="2696"/>
        <pc:sldMkLst>
          <pc:docMk/>
          <pc:sldMk cId="3617927023" sldId="343"/>
        </pc:sldMkLst>
      </pc:sldChg>
      <pc:sldChg chg="del">
        <pc:chgData name="Zheng Fei" userId="d19317889db4c986" providerId="LiveId" clId="{3271D5D9-01F6-E94D-8F33-B415B5E3ECC8}" dt="2022-02-24T02:54:43.713" v="0" actId="2696"/>
        <pc:sldMkLst>
          <pc:docMk/>
          <pc:sldMk cId="1151947026" sldId="344"/>
        </pc:sldMkLst>
      </pc:sldChg>
      <pc:sldChg chg="del">
        <pc:chgData name="Zheng Fei" userId="d19317889db4c986" providerId="LiveId" clId="{3271D5D9-01F6-E94D-8F33-B415B5E3ECC8}" dt="2022-02-24T02:54:43.713" v="0" actId="2696"/>
        <pc:sldMkLst>
          <pc:docMk/>
          <pc:sldMk cId="115241530" sldId="345"/>
        </pc:sldMkLst>
      </pc:sldChg>
      <pc:sldChg chg="del">
        <pc:chgData name="Zheng Fei" userId="d19317889db4c986" providerId="LiveId" clId="{3271D5D9-01F6-E94D-8F33-B415B5E3ECC8}" dt="2022-02-24T02:54:43.713" v="0" actId="2696"/>
        <pc:sldMkLst>
          <pc:docMk/>
          <pc:sldMk cId="1214083559" sldId="346"/>
        </pc:sldMkLst>
      </pc:sldChg>
      <pc:sldChg chg="del">
        <pc:chgData name="Zheng Fei" userId="d19317889db4c986" providerId="LiveId" clId="{3271D5D9-01F6-E94D-8F33-B415B5E3ECC8}" dt="2022-02-24T02:54:43.713" v="0" actId="2696"/>
        <pc:sldMkLst>
          <pc:docMk/>
          <pc:sldMk cId="1131330976" sldId="347"/>
        </pc:sldMkLst>
      </pc:sldChg>
      <pc:sldChg chg="del">
        <pc:chgData name="Zheng Fei" userId="d19317889db4c986" providerId="LiveId" clId="{3271D5D9-01F6-E94D-8F33-B415B5E3ECC8}" dt="2022-02-24T02:54:43.713" v="0" actId="2696"/>
        <pc:sldMkLst>
          <pc:docMk/>
          <pc:sldMk cId="1161903184" sldId="348"/>
        </pc:sldMkLst>
      </pc:sldChg>
      <pc:sldChg chg="del">
        <pc:chgData name="Zheng Fei" userId="d19317889db4c986" providerId="LiveId" clId="{3271D5D9-01F6-E94D-8F33-B415B5E3ECC8}" dt="2022-02-24T02:54:43.713" v="0" actId="2696"/>
        <pc:sldMkLst>
          <pc:docMk/>
          <pc:sldMk cId="3703298968" sldId="384"/>
        </pc:sldMkLst>
      </pc:sldChg>
      <pc:sldChg chg="del">
        <pc:chgData name="Zheng Fei" userId="d19317889db4c986" providerId="LiveId" clId="{3271D5D9-01F6-E94D-8F33-B415B5E3ECC8}" dt="2022-02-24T02:54:43.713" v="0" actId="2696"/>
        <pc:sldMkLst>
          <pc:docMk/>
          <pc:sldMk cId="1171714698" sldId="385"/>
        </pc:sldMkLst>
      </pc:sldChg>
      <pc:sldChg chg="del">
        <pc:chgData name="Zheng Fei" userId="d19317889db4c986" providerId="LiveId" clId="{3271D5D9-01F6-E94D-8F33-B415B5E3ECC8}" dt="2022-02-24T02:54:43.713" v="0" actId="2696"/>
        <pc:sldMkLst>
          <pc:docMk/>
          <pc:sldMk cId="2146259250" sldId="387"/>
        </pc:sldMkLst>
      </pc:sldChg>
      <pc:sldChg chg="del">
        <pc:chgData name="Zheng Fei" userId="d19317889db4c986" providerId="LiveId" clId="{3271D5D9-01F6-E94D-8F33-B415B5E3ECC8}" dt="2022-02-24T02:54:43.713" v="0" actId="2696"/>
        <pc:sldMkLst>
          <pc:docMk/>
          <pc:sldMk cId="848197513" sldId="388"/>
        </pc:sldMkLst>
      </pc:sldChg>
    </pc:docChg>
  </pc:docChgLst>
</pc:chgInfo>
</file>

<file path=ppt/drawings/_rels/vmlDrawing1.v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6.wmf"/><Relationship Id="rId2" Type="http://schemas.openxmlformats.org/officeDocument/2006/relationships/image" Target="../media/image31.wmf"/><Relationship Id="rId1" Type="http://schemas.openxmlformats.org/officeDocument/2006/relationships/image" Target="../media/image30.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104E6C-E239-463E-8626-EC908DC62E17}" type="datetimeFigureOut">
              <a:rPr lang="zh-CN" altLang="en-US" smtClean="0"/>
              <a:t>2023/02/28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2A9078-2765-408F-9FA9-F17D486240E1}"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7T13:17:24.055"/>
    </inkml:context>
    <inkml:brush xml:id="br0">
      <inkml:brushProperty name="width" value="0.2" units="cm"/>
      <inkml:brushProperty name="height" value="0.4" units="cm"/>
      <inkml:brushProperty name="color" value="#FF7E79"/>
      <inkml:brushProperty name="tip" value="rectangle"/>
      <inkml:brushProperty name="rasterOp" value="maskPen"/>
    </inkml:brush>
  </inkml:definitions>
  <inkml:trace contextRef="#ctx0" brushRef="#br0">724 52 16383,'26'3'0,"-3"0"0,-17-3 0,0 0 0,0 16 0,-6-6 0,2 10 0,-4-8 0,-1-3 0,2 0 0,-4 6 0,4-8 0,-4 5 0,1-4 0,1 2 0,-3 2 0,3-3 0,-1 3 0,-4-6 0,4 3 0,-10-5 0,3-7 0,-4-1 0,3-5 0,0 5 0,-3-4 0,4 4 0,-3-2 0,7 0 0,-2 3 0,-2-1 0,3-1 0,-6 4 0,1-4 0,3 4 0,-2-2 0,4 3 0,-2 0 0,-2 6 0,2-5 0,1 7 0,0-2 0,2-2 0,-4 7 0,4-10 0,-2 8 0,0-3 0,2 0 0,25-22 0,-12 11 0,22-20 0,-22 18 0,0 4 0,6-5 0,-5 4 0,5-2 0,-6-3 0,2 5 0,-1-5 0,5 3 0,-6 0 0,3 0 0,-33 21 0,15-10 0,-26 17 0,26-16 0,0 0 0,0 0 0,2 0 0,-5 3 0,6-5 0,-3 7 0,0-7 0,2 8 0,-2-6 0,3 3 0,0 0 0,-1-2 0,1 4 0,0-4 0,0 7 0,0-9 0,0 6 0,-3 0 0,2-3 0,1 6 0,0-8 0,0 3 0,-1-2 0,-2 4 0,0-4 0,0 2 0,-1-3 0,1 0 0,1 3 0,1-5 0,-5 7 0,5-10 0,-2 7 0,0-2 0,3 1 0,-3 2 0,0-3 0,2 0 0,-2 2 0,3-1 0,0 5 0,2-3 0,-1 0 0,1 3 0,-2-5 0,3 4 0,-3-2 0,3 1 0,-3 1 0,0-1 0,2-1 0,-1 3 0,1-6 0,-2 6 0,0-6 0,0 6 0,0-3 0,2 1 0,-1 1 0,1-4 0,-2 4 0,0-4 0,0 5 0,0-3 0,2 0 0,1 3 0,1-3 0,1 1 0,-4 1 0,4-1 0,-2-1 0,3 5 0,0-6 0,-3 6 0,3-5 0,-3 3 0,3 0 0,0-2 0,-3 1 0,3-1 0,-3 2 0,3 0 0,0-3 0,-3 3 0,2-3 0,-1 3 0,2 1 0,0-4 0,-3 2 0,2-1 0,-2 2 0,3 0 0,0-3 0,0 3 0,0-3 0,0 4 0,0-1 0,0-3 0,0 3 0,0-3 0,0 3 0,3-2 0,-2 1 0,4-2 0,-4 1 0,4 1 0,-4-1 0,4-1 0,-4 3 0,2-3 0,-1 0 0,-1 3 0,4 0 0,-4-2 0,2 2 0,-1-1 0,-1-3 0,2 6 0,8-10 0,-3-2 0,7-5 0,-4-3 0,-4 0 0,4 0 0,-1-1 0,2 1 0,-3 3 0,0-3 0,2 3 0,-3-1 0,9-4 0,-7 1 0,2 1 0,-3-3 0,-3 6 0,3-3 0,0-3 0,-2 2 0,1-2 0,-2 3 0,1 0 0,1-3 0,-2 2 0,0-2 0,3 0 0,-2 2 0,2-2 0,-1 3 0,-1 0 0,5-3 0,-6 2 0,3-1 0,0 1 0,-2 1 0,1-3 0,-2 2 0,0-1 0,3-1 0,-2 5 0,2-7 0,-1 6 0,-4-3 0,10-1 0,-9 5 0,6-5 0,-2 6 0,-2-3 0,4 0 0,-4-1 0,4 1 0,-1 0 0,-1 0 0,0 0 0,0-3 0,-3 5 0,6-4 0,-6 4 0,3-2 0,0-3 0,-2 5 0,4-7 0,-4 7 0,2-5 0,-1 0 0,-1 2 0,2-4 0,-3 4 0,0-2 0,0 0 0,0 2 0,0-5 0,0 6 0,0-6 0,0 5 0,-2-4 0,1 1 0,-4 0 0,4-1 0,-2 4 0,3-5 0,1 5 0,-1-4 0,0 4 0,0-2 0,0 0 0,0-1 0,0-2 0,-3 3 0,3 0 0,-3 0 0,6-1 0,-5 1 0,4 0 0,-7 0 0,4-1 0,-2 1 0,3-3 0,0 5 0,0-4 0,1 1 0,-1-2 0,-3 2 0,2 1 0,-1 0 0,2 0 0,-3-1 0,3-2 0,-6 3 0,3-1 0,-3-1 0,0 1 0,0-2 0,0 2 0,-3-2 0,2 3 0,-1-1 0,2-1 0,0 1 0,-3 0 0,2-1 0,-1 1 0,2-2 0,0 2 0,0-1 0,-3 1 0,2 1 0,-2-3 0,3 2 0,0-2 0,-2 2 0,1-1 0,-2 1 0,3-2 0,0 2 0,0-1 0,0 1 0,0-2 0,0 2 0,0-1 0,0 1 0,0-2 0,0 2 0,0-2 0,-3 0 0,3 2 0,-3-2 0,0 3 0,3 0 0,-6-4 0,5 4 0,-18 27 0,15-9 0,-19 27 0,16-17 0,-5 4 0,3-7 0,-2 14 0,2-15 0,-2 11 0,5-14 0,1 2 0,1-6 0,1 3 0,-3-2 0,3-2 0,-3 4 0,-1-1 0,1 2 0,3-3 0,-3 0 0,3 0 0,-3 0 0,0 3 0,2-2 0,-1 1 0,1 6 0,-3-5 0,3 21 0,-1-23 0,4 20 0,-5-22 0,6 6 0,-3 0 0,0-6 0,3 6 0,-3-1 0,0-5 0,2 6 0,-1-5 0,-1 0 0,2 11 0,-4-9 0,4 6 0,-2-8 0,0 5 0,-1-3 0,0 2 0,-1-1 0,4-2 0,-5 2 0,6 0 0,-6-6 0,3 6 0,-1-3 0,-1 1 0,2 1 0,-4-4 0,-1 4 0,3-4 0,-3 2 0,2 0 0,-1-3 0,-2 3 0,0 0 0,3-5 0,-6 4 0,5-5 0,-2 3 0,0 0 0,2 0 0,-4 0 0,1-2 0,1 1 0,-3-1 0,2 2 0,1 0 0,0 0 0,0-3 0,-1 2 0,1-1 0,0 2 0,0 0 0,2 0 0,-2 3 0,3-3 0,-3 3 0,2-3 0,-2 0 0,1 0 0,1 0 0,-5-21 0,8-26 0,-2-7 0,6-18 0,0 22 0,15-10 0,-9 25 0,12-1 0,-10 21 0,-1 2 0,2-2 0,-1 0 0,-1 5 0,5-1 0,-3 5 0,3 0 0,0-3 0,0 2 0,-2-1 0,1 2 0,-1-3 0,2 2 0,-3-2 0,3 3 0,-3 0 0,-2 11 0,-2 0 0,-5 5 0,-3-5 0,-8 3 0,5-6 0,-7 4 0,9-7 0,-5 1 0,0 4 0,-4-1 0,4 0 0,-3-6 0,5 3 0,-4-3 0,4 3 0,-5 0 0,5 3 0,-4-2 0,1 1 0,1-2 0,0 1 0,0-1 0,2 0 0,-5 0 0,5 0 0,-1 0 0,-1 3 0,-1-3 0,0 3 0,2-3 0,1 0 0,-1 3 0,1-2 0,-2 1 0,0 4 0,2-5 0,-2 2 0,3-1 0,-3-4 0,2 5 0,-4-3 0,4-3 0,-5 5 0,3-6 0,-1 3 0,-2-2 0,5 0 0,-4 3 0,4 0 0,-5 0 0,3 0 0,-1-2 0,-1 1 0,1-1 0,0-1 0,39-12 0,-7 3 0,22-10 0,-19 9 0,-12 4 0,-1-3 0,-3 6 0,-3-3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74BC0-EC83-4C66-980B-BAA069991F91}" type="datetimeFigureOut">
              <a:rPr lang="zh-CN" altLang="en-US" smtClean="0"/>
              <a:t>2023/02/28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3A7F71-220F-49F8-AA6B-B30E0F824F7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8565" rtl="0" eaLnBrk="1" latinLnBrk="0" hangingPunct="1">
      <a:defRPr sz="1600" kern="1200">
        <a:solidFill>
          <a:schemeClr val="tx1"/>
        </a:solidFill>
        <a:latin typeface="+mn-lt"/>
        <a:ea typeface="+mn-ea"/>
        <a:cs typeface="+mn-cs"/>
      </a:defRPr>
    </a:lvl1pPr>
    <a:lvl2pPr marL="609600" algn="l" defTabSz="1218565" rtl="0" eaLnBrk="1" latinLnBrk="0" hangingPunct="1">
      <a:defRPr sz="1600" kern="1200">
        <a:solidFill>
          <a:schemeClr val="tx1"/>
        </a:solidFill>
        <a:latin typeface="+mn-lt"/>
        <a:ea typeface="+mn-ea"/>
        <a:cs typeface="+mn-cs"/>
      </a:defRPr>
    </a:lvl2pPr>
    <a:lvl3pPr marL="1219200" algn="l" defTabSz="1218565" rtl="0" eaLnBrk="1" latinLnBrk="0" hangingPunct="1">
      <a:defRPr sz="1600" kern="1200">
        <a:solidFill>
          <a:schemeClr val="tx1"/>
        </a:solidFill>
        <a:latin typeface="+mn-lt"/>
        <a:ea typeface="+mn-ea"/>
        <a:cs typeface="+mn-cs"/>
      </a:defRPr>
    </a:lvl3pPr>
    <a:lvl4pPr marL="1828800" algn="l" defTabSz="1218565" rtl="0" eaLnBrk="1" latinLnBrk="0" hangingPunct="1">
      <a:defRPr sz="1600" kern="1200">
        <a:solidFill>
          <a:schemeClr val="tx1"/>
        </a:solidFill>
        <a:latin typeface="+mn-lt"/>
        <a:ea typeface="+mn-ea"/>
        <a:cs typeface="+mn-cs"/>
      </a:defRPr>
    </a:lvl4pPr>
    <a:lvl5pPr marL="2438400" algn="l" defTabSz="1218565" rtl="0" eaLnBrk="1" latinLnBrk="0" hangingPunct="1">
      <a:defRPr sz="1600" kern="1200">
        <a:solidFill>
          <a:schemeClr val="tx1"/>
        </a:solidFill>
        <a:latin typeface="+mn-lt"/>
        <a:ea typeface="+mn-ea"/>
        <a:cs typeface="+mn-cs"/>
      </a:defRPr>
    </a:lvl5pPr>
    <a:lvl6pPr marL="3048000" algn="l" defTabSz="1218565" rtl="0" eaLnBrk="1" latinLnBrk="0" hangingPunct="1">
      <a:defRPr sz="1600" kern="1200">
        <a:solidFill>
          <a:schemeClr val="tx1"/>
        </a:solidFill>
        <a:latin typeface="+mn-lt"/>
        <a:ea typeface="+mn-ea"/>
        <a:cs typeface="+mn-cs"/>
      </a:defRPr>
    </a:lvl6pPr>
    <a:lvl7pPr marL="3657600" algn="l" defTabSz="1218565" rtl="0" eaLnBrk="1" latinLnBrk="0" hangingPunct="1">
      <a:defRPr sz="1600" kern="1200">
        <a:solidFill>
          <a:schemeClr val="tx1"/>
        </a:solidFill>
        <a:latin typeface="+mn-lt"/>
        <a:ea typeface="+mn-ea"/>
        <a:cs typeface="+mn-cs"/>
      </a:defRPr>
    </a:lvl7pPr>
    <a:lvl8pPr marL="4267200" algn="l" defTabSz="1218565" rtl="0" eaLnBrk="1" latinLnBrk="0" hangingPunct="1">
      <a:defRPr sz="1600" kern="1200">
        <a:solidFill>
          <a:schemeClr val="tx1"/>
        </a:solidFill>
        <a:latin typeface="+mn-lt"/>
        <a:ea typeface="+mn-ea"/>
        <a:cs typeface="+mn-cs"/>
      </a:defRPr>
    </a:lvl8pPr>
    <a:lvl9pPr marL="4876800" algn="l" defTabSz="121856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17</a:t>
            </a:fld>
            <a:endParaRPr lang="zh-CN" altLang="en-US"/>
          </a:p>
        </p:txBody>
      </p:sp>
    </p:spTree>
    <p:extLst>
      <p:ext uri="{BB962C8B-B14F-4D97-AF65-F5344CB8AC3E}">
        <p14:creationId xmlns:p14="http://schemas.microsoft.com/office/powerpoint/2010/main" val="3825294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18</a:t>
            </a:fld>
            <a:endParaRPr lang="zh-CN" altLang="en-US"/>
          </a:p>
        </p:txBody>
      </p:sp>
    </p:spTree>
    <p:extLst>
      <p:ext uri="{BB962C8B-B14F-4D97-AF65-F5344CB8AC3E}">
        <p14:creationId xmlns:p14="http://schemas.microsoft.com/office/powerpoint/2010/main" val="205769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20</a:t>
            </a:fld>
            <a:endParaRPr lang="zh-CN" altLang="en-US"/>
          </a:p>
        </p:txBody>
      </p:sp>
    </p:spTree>
    <p:extLst>
      <p:ext uri="{BB962C8B-B14F-4D97-AF65-F5344CB8AC3E}">
        <p14:creationId xmlns:p14="http://schemas.microsoft.com/office/powerpoint/2010/main" val="1696620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37</a:t>
            </a:fld>
            <a:endParaRPr lang="zh-CN" altLang="en-US"/>
          </a:p>
        </p:txBody>
      </p:sp>
    </p:spTree>
    <p:extLst>
      <p:ext uri="{BB962C8B-B14F-4D97-AF65-F5344CB8AC3E}">
        <p14:creationId xmlns:p14="http://schemas.microsoft.com/office/powerpoint/2010/main" val="2940096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43</a:t>
            </a:fld>
            <a:endParaRPr lang="zh-CN" altLang="en-US"/>
          </a:p>
        </p:txBody>
      </p:sp>
    </p:spTree>
    <p:extLst>
      <p:ext uri="{BB962C8B-B14F-4D97-AF65-F5344CB8AC3E}">
        <p14:creationId xmlns:p14="http://schemas.microsoft.com/office/powerpoint/2010/main" val="3700069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i="0">
                <a:ea typeface="KaiTi" panose="02010609060101010101" pitchFamily="49" charset="-122"/>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423205932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ea typeface="KaiTi"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136876901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b="0" i="0">
                <a:ea typeface="KaiTi" panose="02010609060101010101" pitchFamily="49" charset="-122"/>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1485063140"/>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ea typeface="KaiTi"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1107017698"/>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b="0" i="0">
                <a:ea typeface="KaiTi" panose="02010609060101010101" pitchFamily="49" charset="-122"/>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4102005667"/>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ea typeface="KaiTi" panose="02010609060101010101" pitchFamily="49" charset="-122"/>
              </a:defRPr>
            </a:lvl1p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326276070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2147947450"/>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b="0" i="0">
                <a:ea typeface="KaiTi"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2974649443"/>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b="0" i="0">
                <a:ea typeface="KaiTi" panose="02010609060101010101" pitchFamily="49" charset="-122"/>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3201950614"/>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ea typeface="KaiTi" panose="02010609060101010101" pitchFamily="49" charset="-122"/>
              </a:defRPr>
            </a:lvl1p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469028198"/>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lvl1pPr>
              <a:defRPr b="0" i="0">
                <a:ea typeface="KaiTi" panose="02010609060101010101" pitchFamily="49" charset="-122"/>
              </a:defRPr>
            </a:lvl1p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A7B6067-F111-4A80-B051-23DA3C0D8FF7}" type="datetimeFigureOut">
              <a:rPr lang="zh-CN" altLang="en-US" smtClean="0"/>
              <a:t>2023/02/28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2353215307"/>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30854461"/>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7B6067-F111-4A80-B051-23DA3C0D8FF7}" type="datetimeFigureOut">
              <a:rPr lang="zh-CN" altLang="en-US" smtClean="0"/>
              <a:t>2023/02/28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A7B276-5004-4A1A-B1F8-2B0764853C04}" type="slidenum">
              <a:rPr lang="zh-CN" altLang="en-US" smtClean="0"/>
              <a:t>‹#›</a:t>
            </a:fld>
            <a:endParaRPr lang="zh-CN" altLang="en-US"/>
          </a:p>
        </p:txBody>
      </p:sp>
    </p:spTree>
    <p:extLst>
      <p:ext uri="{BB962C8B-B14F-4D97-AF65-F5344CB8AC3E}">
        <p14:creationId xmlns:p14="http://schemas.microsoft.com/office/powerpoint/2010/main" val="76479417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61" r:id="rId13"/>
  </p:sldLayoutIdLst>
  <p:transition spd="slow">
    <p:push dir="u"/>
  </p:transition>
  <p:txStyles>
    <p:titleStyle>
      <a:lvl1pPr algn="l" defTabSz="914400" rtl="0" eaLnBrk="1" latinLnBrk="0" hangingPunct="1">
        <a:lnSpc>
          <a:spcPct val="90000"/>
        </a:lnSpc>
        <a:spcBef>
          <a:spcPct val="0"/>
        </a:spcBef>
        <a:buNone/>
        <a:defRPr sz="4400" b="0" i="0" kern="1200">
          <a:solidFill>
            <a:schemeClr val="tx1"/>
          </a:solidFill>
          <a:latin typeface="+mj-lt"/>
          <a:ea typeface="KaiTi"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tmp"/><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image" Target="../media/image1.tmp"/><Relationship Id="rId2" Type="http://schemas.openxmlformats.org/officeDocument/2006/relationships/tags" Target="../tags/tag15.xml"/><Relationship Id="rId16" Type="http://schemas.openxmlformats.org/officeDocument/2006/relationships/image" Target="../media/image2.png"/><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150.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18" Type="http://schemas.openxmlformats.org/officeDocument/2006/relationships/tags" Target="../tags/tag280.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slideLayout" Target="../slideLayouts/slideLayout7.xml"/><Relationship Id="rId2" Type="http://schemas.openxmlformats.org/officeDocument/2006/relationships/tags" Target="../tags/tag28.xml"/><Relationship Id="rId16" Type="http://schemas.openxmlformats.org/officeDocument/2006/relationships/tags" Target="../tags/tag42.xml"/><Relationship Id="rId20" Type="http://schemas.openxmlformats.org/officeDocument/2006/relationships/image" Target="../media/image5.png"/><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tags" Target="../tags/tag41.xml"/><Relationship Id="rId23" Type="http://schemas.openxmlformats.org/officeDocument/2006/relationships/image" Target="../media/image1.tmp"/><Relationship Id="rId10" Type="http://schemas.openxmlformats.org/officeDocument/2006/relationships/tags" Target="../tags/tag36.xml"/><Relationship Id="rId19" Type="http://schemas.openxmlformats.org/officeDocument/2006/relationships/image" Target="../media/image411.png"/><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tmp"/><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image" Target="../media/image7.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10" Type="http://schemas.openxmlformats.org/officeDocument/2006/relationships/slideLayout" Target="../slideLayouts/slideLayout7.xml"/><Relationship Id="rId4" Type="http://schemas.openxmlformats.org/officeDocument/2006/relationships/tags" Target="../tags/tag46.xml"/><Relationship Id="rId9" Type="http://schemas.openxmlformats.org/officeDocument/2006/relationships/tags" Target="../tags/tag51.xml"/></Relationships>
</file>

<file path=ppt/slides/_rels/slide7.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image" Target="../media/image1.tmp"/><Relationship Id="rId2" Type="http://schemas.openxmlformats.org/officeDocument/2006/relationships/tags" Target="../tags/tag53.xml"/><Relationship Id="rId16" Type="http://schemas.openxmlformats.org/officeDocument/2006/relationships/slideLayout" Target="../slideLayouts/slideLayout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8.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image" Target="../media/image1.tmp"/><Relationship Id="rId2" Type="http://schemas.openxmlformats.org/officeDocument/2006/relationships/tags" Target="../tags/tag68.xml"/><Relationship Id="rId16" Type="http://schemas.openxmlformats.org/officeDocument/2006/relationships/slideLayout" Target="../slideLayouts/slideLayout7.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tags" Target="../tags/tag81.xml"/><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s>
</file>

<file path=ppt/slides/_rels/slide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0.png"/><Relationship Id="rId1"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image" Target="../media/image410.png"/></Relationships>
</file>

<file path=ppt/slides/_rels/slide1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0.png"/><Relationship Id="rId7"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0.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0.png"/><Relationship Id="rId4" Type="http://schemas.openxmlformats.org/officeDocument/2006/relationships/image" Target="../media/image19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34.wmf"/><Relationship Id="rId17" Type="http://schemas.openxmlformats.org/officeDocument/2006/relationships/image" Target="../media/image40.png"/><Relationship Id="rId2" Type="http://schemas.openxmlformats.org/officeDocument/2006/relationships/slideLayout" Target="../slideLayouts/slideLayout12.xml"/><Relationship Id="rId16" Type="http://schemas.openxmlformats.org/officeDocument/2006/relationships/image" Target="../media/image36.wmf"/><Relationship Id="rId1" Type="http://schemas.openxmlformats.org/officeDocument/2006/relationships/vmlDrawing" Target="../drawings/vmlDrawing1.vml"/><Relationship Id="rId6" Type="http://schemas.openxmlformats.org/officeDocument/2006/relationships/image" Target="../media/image31.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33.wmf"/><Relationship Id="rId31" Type="http://schemas.openxmlformats.org/officeDocument/2006/relationships/image" Target="../media/image41.png"/><Relationship Id="rId4" Type="http://schemas.openxmlformats.org/officeDocument/2006/relationships/image" Target="../media/image30.wmf"/><Relationship Id="rId9" Type="http://schemas.openxmlformats.org/officeDocument/2006/relationships/oleObject" Target="../embeddings/oleObject4.bin"/><Relationship Id="rId14" Type="http://schemas.openxmlformats.org/officeDocument/2006/relationships/image" Target="../media/image35.wmf"/></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D39F7CE-1BFA-6818-2512-0BF9E87FD3D7}"/>
              </a:ext>
            </a:extLst>
          </p:cNvPr>
          <p:cNvSpPr>
            <a:spLocks noGrp="1"/>
          </p:cNvSpPr>
          <p:nvPr>
            <p:ph idx="1"/>
          </p:nvPr>
        </p:nvSpPr>
        <p:spPr/>
        <p:txBody>
          <a:bodyPr/>
          <a:lstStyle/>
          <a:p>
            <a:r>
              <a:rPr kumimoji="1" lang="zh-CN" altLang="en-US" b="1" dirty="0">
                <a:solidFill>
                  <a:srgbClr val="031993"/>
                </a:solidFill>
                <a:latin typeface="KaiTi" panose="02010609060101010101" pitchFamily="49" charset="-122"/>
                <a:ea typeface="KaiTi" panose="02010609060101010101" pitchFamily="49" charset="-122"/>
              </a:rPr>
              <a:t>概率的统计学定义是什么？</a:t>
            </a:r>
            <a:endParaRPr kumimoji="1" lang="en-US" altLang="zh-CN" b="1" dirty="0">
              <a:solidFill>
                <a:srgbClr val="031993"/>
              </a:solidFill>
              <a:latin typeface="KaiTi" panose="02010609060101010101" pitchFamily="49" charset="-122"/>
              <a:ea typeface="KaiTi" panose="02010609060101010101" pitchFamily="49" charset="-122"/>
            </a:endParaRPr>
          </a:p>
          <a:p>
            <a:endParaRPr kumimoji="1" lang="en-US" altLang="zh-CN" b="1" dirty="0">
              <a:solidFill>
                <a:srgbClr val="031993"/>
              </a:solidFill>
              <a:latin typeface="KaiTi" panose="02010609060101010101" pitchFamily="49" charset="-122"/>
              <a:ea typeface="KaiTi" panose="02010609060101010101" pitchFamily="49" charset="-122"/>
            </a:endParaRPr>
          </a:p>
        </p:txBody>
      </p:sp>
      <p:sp>
        <p:nvSpPr>
          <p:cNvPr id="4" name="文本框 3">
            <a:extLst>
              <a:ext uri="{FF2B5EF4-FFF2-40B4-BE49-F238E27FC236}">
                <a16:creationId xmlns:a16="http://schemas.microsoft.com/office/drawing/2014/main" id="{DFD73D0B-931F-B0E9-A8DF-35F2F3FA52DA}"/>
              </a:ext>
            </a:extLst>
          </p:cNvPr>
          <p:cNvSpPr txBox="1"/>
          <p:nvPr/>
        </p:nvSpPr>
        <p:spPr>
          <a:xfrm>
            <a:off x="628650" y="3133364"/>
            <a:ext cx="7485040" cy="480131"/>
          </a:xfrm>
          <a:prstGeom prst="rect">
            <a:avLst/>
          </a:prstGeom>
          <a:noFill/>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1" lang="zh-CN" altLang="en-US" sz="28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概率的公理性定义中，满足的三个条件是？</a:t>
            </a:r>
          </a:p>
        </p:txBody>
      </p:sp>
    </p:spTree>
    <p:extLst>
      <p:ext uri="{BB962C8B-B14F-4D97-AF65-F5344CB8AC3E}">
        <p14:creationId xmlns:p14="http://schemas.microsoft.com/office/powerpoint/2010/main" val="812839313"/>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FC73BFA-B6F3-4326-97AF-3413A32C16FF}"/>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kumimoji="1" lang="zh-CN" altLang="en-US" sz="2400" b="1" dirty="0">
                <a:solidFill>
                  <a:srgbClr val="031993"/>
                </a:solidFill>
                <a:latin typeface="楷体" panose="02010609060101010101" pitchFamily="49" charset="-122"/>
                <a:ea typeface="楷体" panose="02010609060101010101" pitchFamily="49" charset="-122"/>
              </a:rPr>
              <a:t>“抛一枚硬币一次并观察结果” 和 “连续两次抛一枚硬币并观察结果”，是同样的随机试验吗？</a:t>
            </a:r>
            <a:endParaRPr kumimoji="1" lang="en-US" altLang="zh-CN" sz="2400" b="1" dirty="0">
              <a:solidFill>
                <a:srgbClr val="031993"/>
              </a:solidFill>
              <a:latin typeface="楷体" panose="02010609060101010101" pitchFamily="49" charset="-122"/>
              <a:ea typeface="楷体" panose="02010609060101010101" pitchFamily="49" charset="-122"/>
            </a:endParaRPr>
          </a:p>
        </p:txBody>
      </p:sp>
      <p:sp>
        <p:nvSpPr>
          <p:cNvPr id="7" name="文本框 6">
            <a:extLst>
              <a:ext uri="{FF2B5EF4-FFF2-40B4-BE49-F238E27FC236}">
                <a16:creationId xmlns:a16="http://schemas.microsoft.com/office/drawing/2014/main" id="{E0227C5E-A9EF-D0BD-7174-57F329558B15}"/>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是</a:t>
            </a:r>
          </a:p>
        </p:txBody>
      </p:sp>
      <p:sp>
        <p:nvSpPr>
          <p:cNvPr id="8" name="文本框 7">
            <a:extLst>
              <a:ext uri="{FF2B5EF4-FFF2-40B4-BE49-F238E27FC236}">
                <a16:creationId xmlns:a16="http://schemas.microsoft.com/office/drawing/2014/main" id="{F0E4F3FF-226E-73A4-F2A0-9B506AA5315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不是</a:t>
            </a:r>
          </a:p>
        </p:txBody>
      </p:sp>
      <p:sp>
        <p:nvSpPr>
          <p:cNvPr id="11" name="椭圆 10">
            <a:extLst>
              <a:ext uri="{FF2B5EF4-FFF2-40B4-BE49-F238E27FC236}">
                <a16:creationId xmlns:a16="http://schemas.microsoft.com/office/drawing/2014/main" id="{6CC45382-0E9F-1321-F366-02DA3F5E41C2}"/>
              </a:ext>
            </a:extLst>
          </p:cNvPr>
          <p:cNvSpPr>
            <a:spLocks noChangeAspect="1"/>
          </p:cNvSpPr>
          <p:nvPr>
            <p:custDataLst>
              <p:tags r:id="rId5"/>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41DCC32D-8369-288F-4F8F-D0ACB0015E47}"/>
              </a:ext>
            </a:extLst>
          </p:cNvPr>
          <p:cNvSpPr>
            <a:spLocks noChangeAspect="1"/>
          </p:cNvSpPr>
          <p:nvPr>
            <p:custDataLst>
              <p:tags r:id="rId6"/>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B3A74A3-BA7A-36A1-8A6C-5A295028E35F}"/>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3" name="组合 2"/>
          <p:cNvGrpSpPr/>
          <p:nvPr>
            <p:custDataLst>
              <p:tags r:id="rId8"/>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A86BAAB1-E37A-B5AE-3205-4CD9987E37E6}"/>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60D468DC-6396-EC90-F68A-40E31225D20A}"/>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5FCF4EC5-9126-308E-F216-6221D3C2181C}"/>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 name="TipText">
              <a:extLst>
                <a:ext uri="{FF2B5EF4-FFF2-40B4-BE49-F238E27FC236}">
                  <a16:creationId xmlns:a16="http://schemas.microsoft.com/office/drawing/2014/main" id="{780CFF96-6406-B193-69B5-5A8FF5CD811D}"/>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kumimoji="1"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a:extLst>
              <a:ext uri="{FF2B5EF4-FFF2-40B4-BE49-F238E27FC236}">
                <a16:creationId xmlns:a16="http://schemas.microsoft.com/office/drawing/2014/main" id="{31081770-55FB-E26E-B035-E397B4232842}"/>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61113825"/>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D41CE8A-42D4-2B6A-995B-63622B3E08CF}"/>
                  </a:ext>
                </a:extLst>
              </p:cNvPr>
              <p:cNvSpPr txBox="1"/>
              <p:nvPr>
                <p:custDataLst>
                  <p:tags r:id="rId2"/>
                </p:custDataLst>
              </p:nvPr>
            </p:nvSpPr>
            <p:spPr>
              <a:xfrm>
                <a:off x="914399" y="635000"/>
                <a:ext cx="7714099" cy="2143125"/>
              </a:xfrm>
              <a:prstGeom prst="rect">
                <a:avLst/>
              </a:prstGeom>
              <a:noFill/>
            </p:spPr>
            <p:txBody>
              <a:bodyPr vert="horz" wrap="square" rtlCol="0" anchor="ctr" anchorCtr="0">
                <a:noAutofit/>
              </a:bodyPr>
              <a:lstStyle/>
              <a:p>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对任意两个事件</a:t>
                </a:r>
                <a14:m>
                  <m:oMath xmlns:m="http://schemas.openxmlformats.org/officeDocument/2006/math">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𝑨</m:t>
                    </m:r>
                    <m:r>
                      <a:rPr lang="zh-CN" altLang="en-US"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𝑩</m:t>
                    </m:r>
                  </m:oMath>
                </a14:m>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14:m>
                  <m:oMath xmlns:m="http://schemas.openxmlformats.org/officeDocument/2006/math">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𝑷</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𝑨</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𝑩</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𝑷</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𝑨</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 </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𝑷</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𝑩</m:t>
                    </m:r>
                    <m:r>
                      <a:rPr lang="en-US" altLang="zh-CN"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r>
                      <a:rPr lang="zh-CN" altLang="en-US" sz="2600" b="1" i="1" dirty="0" smtClean="0">
                        <a:solidFill>
                          <a:srgbClr val="031993"/>
                        </a:solidFill>
                        <a:latin typeface="Cambria Math" panose="02040503050406030204" pitchFamily="18" charset="0"/>
                        <a:ea typeface="Microsoft Yahei" panose="020B0503020204020204" pitchFamily="34" charset="-122"/>
                        <a:sym typeface="Microsoft Yahei" panose="020B0503020204020204" pitchFamily="34" charset="-122"/>
                      </a:rPr>
                      <m:t>？</m:t>
                    </m:r>
                  </m:oMath>
                </a14:m>
                <a:endPar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CD41CE8A-42D4-2B6A-995B-63622B3E08CF}"/>
                  </a:ext>
                </a:extLst>
              </p:cNvPr>
              <p:cNvSpPr txBox="1">
                <a:spLocks noRot="1" noChangeAspect="1" noMove="1" noResize="1" noEditPoints="1" noAdjustHandles="1" noChangeArrowheads="1" noChangeShapeType="1" noTextEdit="1"/>
              </p:cNvSpPr>
              <p:nvPr>
                <p:custDataLst>
                  <p:tags r:id="rId15"/>
                </p:custDataLst>
              </p:nvPr>
            </p:nvSpPr>
            <p:spPr>
              <a:xfrm>
                <a:off x="914399" y="635000"/>
                <a:ext cx="7714099" cy="2143125"/>
              </a:xfrm>
              <a:prstGeom prst="rect">
                <a:avLst/>
              </a:prstGeom>
              <a:blipFill>
                <a:blip r:embed="rId16"/>
                <a:stretch>
                  <a:fillRect l="-1423"/>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D152453B-09AC-9B94-89C5-CD4B0F983898}"/>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正确</a:t>
            </a:r>
          </a:p>
        </p:txBody>
      </p:sp>
      <p:sp>
        <p:nvSpPr>
          <p:cNvPr id="6" name="文本框 5">
            <a:extLst>
              <a:ext uri="{FF2B5EF4-FFF2-40B4-BE49-F238E27FC236}">
                <a16:creationId xmlns:a16="http://schemas.microsoft.com/office/drawing/2014/main" id="{F02B1378-8116-825C-8861-8BE4C23880BF}"/>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错误</a:t>
            </a:r>
          </a:p>
        </p:txBody>
      </p:sp>
      <p:sp>
        <p:nvSpPr>
          <p:cNvPr id="9" name="椭圆 8">
            <a:extLst>
              <a:ext uri="{FF2B5EF4-FFF2-40B4-BE49-F238E27FC236}">
                <a16:creationId xmlns:a16="http://schemas.microsoft.com/office/drawing/2014/main" id="{7A16CB84-44F2-4EB4-A6AB-B07D1FD99EB2}"/>
              </a:ext>
            </a:extLst>
          </p:cNvPr>
          <p:cNvSpPr>
            <a:spLocks noChangeAspect="1"/>
          </p:cNvSpPr>
          <p:nvPr>
            <p:custDataLst>
              <p:tags r:id="rId5"/>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8F2C187D-9CF5-0F82-9FC1-2F90ECD31552}"/>
              </a:ext>
            </a:extLst>
          </p:cNvPr>
          <p:cNvSpPr>
            <a:spLocks noChangeAspect="1"/>
          </p:cNvSpPr>
          <p:nvPr>
            <p:custDataLst>
              <p:tags r:id="rId6"/>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40709A07-EBAD-4922-2A70-D4D0D8A2D3D1}"/>
              </a:ext>
            </a:extLst>
          </p:cNvPr>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7" name="组合 6"/>
          <p:cNvGrpSpPr/>
          <p:nvPr>
            <p:custDataLst>
              <p:tags r:id="rId8"/>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797B2418-4732-E2B6-06CD-60EEC4784355}"/>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FE150640-0C41-2D12-6BC3-87EDD7F08BB9}"/>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9AD62667-05EB-ED96-0F25-357585BB2491}"/>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 name="TipText">
              <a:extLst>
                <a:ext uri="{FF2B5EF4-FFF2-40B4-BE49-F238E27FC236}">
                  <a16:creationId xmlns:a16="http://schemas.microsoft.com/office/drawing/2014/main" id="{4A18B646-9F02-1AEF-0C94-848635907C82}"/>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kumimoji="1"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393BFC3D-F8B1-F685-B831-A9D41B42193E}"/>
              </a:ext>
            </a:extLst>
          </p:cNvPr>
          <p:cNvPicPr>
            <a:picLocks/>
          </p:cNvPicPr>
          <p:nvPr>
            <p:custDataLst>
              <p:tags r:id="rId9"/>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886106153"/>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4F28FD1-0D08-B77F-66C5-858811A09744}"/>
                  </a:ext>
                </a:extLst>
              </p:cNvPr>
              <p:cNvSpPr>
                <a:spLocks noGrp="1"/>
              </p:cNvSpPr>
              <p:nvPr>
                <p:ph idx="1"/>
              </p:nvPr>
            </p:nvSpPr>
            <p:spPr>
              <a:xfrm>
                <a:off x="808696" y="2102750"/>
                <a:ext cx="7886700" cy="4351338"/>
              </a:xfrm>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r>
                        <a:rPr kumimoji="1" lang="en-US" altLang="zh-CN" b="1" i="1" dirty="0" smtClean="0">
                          <a:solidFill>
                            <a:srgbClr val="C00000"/>
                          </a:solidFill>
                          <a:latin typeface="Cambria Math" panose="02040503050406030204" pitchFamily="18" charset="0"/>
                        </a:rPr>
                        <m:t>𝑷</m:t>
                      </m:r>
                      <m:r>
                        <a:rPr kumimoji="1" lang="zh-CN" altLang="en-US" b="1" i="1" dirty="0" smtClean="0">
                          <a:solidFill>
                            <a:srgbClr val="C00000"/>
                          </a:solidFill>
                          <a:latin typeface="Cambria Math" panose="02040503050406030204" pitchFamily="18" charset="0"/>
                        </a:rPr>
                        <m:t>（</m:t>
                      </m:r>
                      <m:r>
                        <a:rPr kumimoji="1" lang="en-US" altLang="zh-CN" b="1" i="1" dirty="0" smtClean="0">
                          <a:solidFill>
                            <a:srgbClr val="C00000"/>
                          </a:solidFill>
                          <a:latin typeface="Cambria Math" panose="02040503050406030204" pitchFamily="18" charset="0"/>
                        </a:rPr>
                        <m:t>𝑨</m:t>
                      </m:r>
                      <m:r>
                        <a:rPr kumimoji="1" lang="en-US" altLang="zh-CN" b="1" i="1" dirty="0" smtClean="0">
                          <a:solidFill>
                            <a:srgbClr val="C00000"/>
                          </a:solidFill>
                          <a:latin typeface="Cambria Math" panose="02040503050406030204" pitchFamily="18" charset="0"/>
                        </a:rPr>
                        <m:t>−</m:t>
                      </m:r>
                      <m:r>
                        <a:rPr kumimoji="1" lang="en-US" altLang="zh-CN" b="1" i="1" dirty="0" smtClean="0">
                          <a:solidFill>
                            <a:srgbClr val="C00000"/>
                          </a:solidFill>
                          <a:latin typeface="Cambria Math" panose="02040503050406030204" pitchFamily="18" charset="0"/>
                        </a:rPr>
                        <m:t>𝑩</m:t>
                      </m:r>
                      <m:r>
                        <a:rPr kumimoji="1" lang="zh-CN" altLang="en-US" b="1" i="1" dirty="0" smtClean="0">
                          <a:solidFill>
                            <a:srgbClr val="C00000"/>
                          </a:solidFill>
                          <a:latin typeface="Cambria Math" panose="02040503050406030204" pitchFamily="18" charset="0"/>
                        </a:rPr>
                        <m:t>）</m:t>
                      </m:r>
                      <m:r>
                        <a:rPr kumimoji="1" lang="en-US" altLang="zh-CN" b="1" i="1" dirty="0" smtClean="0">
                          <a:solidFill>
                            <a:srgbClr val="C00000"/>
                          </a:solidFill>
                          <a:latin typeface="Cambria Math" panose="02040503050406030204" pitchFamily="18" charset="0"/>
                        </a:rPr>
                        <m:t>=</m:t>
                      </m:r>
                      <m:r>
                        <a:rPr kumimoji="1" lang="en-US" altLang="zh-CN" b="1" i="1" dirty="0" smtClean="0">
                          <a:solidFill>
                            <a:srgbClr val="C00000"/>
                          </a:solidFill>
                          <a:latin typeface="Cambria Math" panose="02040503050406030204" pitchFamily="18" charset="0"/>
                        </a:rPr>
                        <m:t>𝑷</m:t>
                      </m:r>
                      <m:r>
                        <a:rPr kumimoji="1" lang="zh-CN" altLang="en-US" b="1" i="1" dirty="0" smtClean="0">
                          <a:solidFill>
                            <a:srgbClr val="C00000"/>
                          </a:solidFill>
                          <a:latin typeface="Cambria Math" panose="02040503050406030204" pitchFamily="18" charset="0"/>
                        </a:rPr>
                        <m:t>（</m:t>
                      </m:r>
                      <m:r>
                        <a:rPr kumimoji="1" lang="en-US" altLang="zh-CN" b="1" i="1" dirty="0" smtClean="0">
                          <a:solidFill>
                            <a:srgbClr val="C00000"/>
                          </a:solidFill>
                          <a:latin typeface="Cambria Math" panose="02040503050406030204" pitchFamily="18" charset="0"/>
                        </a:rPr>
                        <m:t>𝑨</m:t>
                      </m:r>
                      <m:r>
                        <a:rPr kumimoji="1" lang="zh-CN" altLang="en-US" b="1" i="1" dirty="0" smtClean="0">
                          <a:solidFill>
                            <a:srgbClr val="C00000"/>
                          </a:solidFill>
                          <a:latin typeface="Cambria Math" panose="02040503050406030204" pitchFamily="18" charset="0"/>
                        </a:rPr>
                        <m:t>）</m:t>
                      </m:r>
                      <m:r>
                        <a:rPr kumimoji="1" lang="en-US" altLang="zh-CN" b="1" i="1" dirty="0" smtClean="0">
                          <a:solidFill>
                            <a:srgbClr val="C00000"/>
                          </a:solidFill>
                          <a:latin typeface="Cambria Math" panose="02040503050406030204" pitchFamily="18" charset="0"/>
                        </a:rPr>
                        <m:t>− </m:t>
                      </m:r>
                      <m:r>
                        <a:rPr kumimoji="1" lang="en-US" altLang="zh-CN" b="1" i="1" dirty="0" smtClean="0">
                          <a:solidFill>
                            <a:srgbClr val="C00000"/>
                          </a:solidFill>
                          <a:latin typeface="Cambria Math" panose="02040503050406030204" pitchFamily="18" charset="0"/>
                        </a:rPr>
                        <m:t>𝑷</m:t>
                      </m:r>
                      <m:r>
                        <a:rPr kumimoji="1" lang="zh-CN" altLang="en-US" b="1" i="1" dirty="0" smtClean="0">
                          <a:solidFill>
                            <a:srgbClr val="C00000"/>
                          </a:solidFill>
                          <a:latin typeface="Cambria Math" panose="02040503050406030204" pitchFamily="18" charset="0"/>
                        </a:rPr>
                        <m:t>（</m:t>
                      </m:r>
                      <m:r>
                        <a:rPr kumimoji="1" lang="en-US" altLang="zh-CN" b="1" i="1" dirty="0" smtClean="0">
                          <a:solidFill>
                            <a:srgbClr val="C00000"/>
                          </a:solidFill>
                          <a:latin typeface="Cambria Math" panose="02040503050406030204" pitchFamily="18" charset="0"/>
                        </a:rPr>
                        <m:t>𝑨𝑩</m:t>
                      </m:r>
                      <m:r>
                        <a:rPr kumimoji="1" lang="zh-CN" altLang="en-US" b="1" i="1" dirty="0" smtClean="0">
                          <a:solidFill>
                            <a:srgbClr val="C00000"/>
                          </a:solidFill>
                          <a:latin typeface="Cambria Math" panose="02040503050406030204" pitchFamily="18" charset="0"/>
                        </a:rPr>
                        <m:t>）</m:t>
                      </m:r>
                    </m:oMath>
                  </m:oMathPara>
                </a14:m>
                <a:endParaRPr kumimoji="1" lang="en-US" altLang="zh-CN" b="1" dirty="0">
                  <a:solidFill>
                    <a:srgbClr val="C00000"/>
                  </a:solidFill>
                </a:endParaRPr>
              </a:p>
              <a:p>
                <a:pPr marL="0" indent="0">
                  <a:lnSpc>
                    <a:spcPct val="150000"/>
                  </a:lnSpc>
                  <a:buNone/>
                </a:pPr>
                <a:endParaRPr kumimoji="1" lang="en-US" altLang="zh-CN" dirty="0"/>
              </a:p>
            </p:txBody>
          </p:sp>
        </mc:Choice>
        <mc:Fallback xmlns="">
          <p:sp>
            <p:nvSpPr>
              <p:cNvPr id="3" name="内容占位符 2">
                <a:extLst>
                  <a:ext uri="{FF2B5EF4-FFF2-40B4-BE49-F238E27FC236}">
                    <a16:creationId xmlns:a16="http://schemas.microsoft.com/office/drawing/2014/main" id="{84F28FD1-0D08-B77F-66C5-858811A09744}"/>
                  </a:ext>
                </a:extLst>
              </p:cNvPr>
              <p:cNvSpPr>
                <a:spLocks noGrp="1" noRot="1" noChangeAspect="1" noMove="1" noResize="1" noEditPoints="1" noAdjustHandles="1" noChangeArrowheads="1" noChangeShapeType="1" noTextEdit="1"/>
              </p:cNvSpPr>
              <p:nvPr>
                <p:ph idx="1"/>
              </p:nvPr>
            </p:nvSpPr>
            <p:spPr>
              <a:xfrm>
                <a:off x="808696" y="2102750"/>
                <a:ext cx="7886700" cy="4351338"/>
              </a:xfr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7396D6F-C013-8BFD-C89E-4B9CED49D62C}"/>
                  </a:ext>
                </a:extLst>
              </p:cNvPr>
              <p:cNvSpPr txBox="1"/>
              <p:nvPr/>
            </p:nvSpPr>
            <p:spPr>
              <a:xfrm>
                <a:off x="1468703" y="4393556"/>
                <a:ext cx="6566687" cy="1384995"/>
              </a:xfrm>
              <a:prstGeom prst="rect">
                <a:avLst/>
              </a:prstGeom>
              <a:noFill/>
            </p:spPr>
            <p:txBody>
              <a:bodyPr wrap="square">
                <a:spAutoFit/>
              </a:bodyPr>
              <a:lstStyle/>
              <a:p>
                <a:pPr lvl="0" algn="ctr" defTabSz="914400">
                  <a:lnSpc>
                    <a:spcPct val="150000"/>
                  </a:lnSpc>
                  <a:spcBef>
                    <a:spcPts val="1000"/>
                  </a:spcBef>
                </a:pPr>
                <a14:m>
                  <m:oMath xmlns:m="http://schemas.openxmlformats.org/officeDocument/2006/math">
                    <m:r>
                      <a:rPr kumimoji="1" lang="en-US" altLang="zh-CN" sz="2800" i="1" dirty="0" smtClean="0">
                        <a:solidFill>
                          <a:srgbClr val="031993"/>
                        </a:solidFill>
                        <a:latin typeface="Cambria Math" panose="02040503050406030204" pitchFamily="18" charset="0"/>
                      </a:rPr>
                      <m:t>𝐴</m:t>
                    </m:r>
                    <m:r>
                      <a:rPr kumimoji="1" lang="en-US" altLang="zh-CN" sz="2800" i="1" dirty="0" smtClean="0">
                        <a:solidFill>
                          <a:srgbClr val="031993"/>
                        </a:solidFill>
                        <a:latin typeface="Cambria Math" panose="02040503050406030204" pitchFamily="18" charset="0"/>
                      </a:rPr>
                      <m:t>−</m:t>
                    </m:r>
                    <m:r>
                      <a:rPr kumimoji="1" lang="en-US" altLang="zh-CN" sz="2800" i="1" dirty="0" smtClean="0">
                        <a:solidFill>
                          <a:srgbClr val="031993"/>
                        </a:solidFill>
                        <a:latin typeface="Cambria Math" panose="02040503050406030204" pitchFamily="18" charset="0"/>
                      </a:rPr>
                      <m:t>𝐵</m:t>
                    </m:r>
                    <m:r>
                      <a:rPr kumimoji="1" lang="en-US" altLang="zh-CN" sz="2800" i="1" dirty="0" smtClean="0">
                        <a:solidFill>
                          <a:srgbClr val="031993"/>
                        </a:solidFill>
                        <a:latin typeface="Cambria Math" panose="02040503050406030204" pitchFamily="18" charset="0"/>
                      </a:rPr>
                      <m:t>=</m:t>
                    </m:r>
                    <m:r>
                      <a:rPr kumimoji="1" lang="en-US" altLang="zh-CN" sz="2800" i="1" dirty="0" smtClean="0">
                        <a:solidFill>
                          <a:srgbClr val="031993"/>
                        </a:solidFill>
                        <a:latin typeface="Cambria Math" panose="02040503050406030204" pitchFamily="18" charset="0"/>
                      </a:rPr>
                      <m:t>𝐴</m:t>
                    </m:r>
                    <m:r>
                      <a:rPr kumimoji="1" lang="en-US" altLang="zh-CN" sz="2800" i="1" dirty="0" smtClean="0">
                        <a:solidFill>
                          <a:srgbClr val="031993"/>
                        </a:solidFill>
                        <a:latin typeface="Cambria Math" panose="02040503050406030204" pitchFamily="18" charset="0"/>
                      </a:rPr>
                      <m:t>−</m:t>
                    </m:r>
                    <m:r>
                      <a:rPr kumimoji="1" lang="en-US" altLang="zh-CN" sz="2800" i="1" dirty="0" smtClean="0">
                        <a:solidFill>
                          <a:srgbClr val="031993"/>
                        </a:solidFill>
                        <a:latin typeface="Cambria Math" panose="02040503050406030204" pitchFamily="18" charset="0"/>
                      </a:rPr>
                      <m:t>𝐴𝐵</m:t>
                    </m:r>
                  </m:oMath>
                </a14:m>
                <a:r>
                  <a:rPr kumimoji="1" lang="zh-CN" altLang="en-US" sz="2800" dirty="0">
                    <a:solidFill>
                      <a:srgbClr val="031993"/>
                    </a:solidFill>
                  </a:rPr>
                  <a:t>，</a:t>
                </a:r>
                <a14:m>
                  <m:oMath xmlns:m="http://schemas.openxmlformats.org/officeDocument/2006/math">
                    <m:r>
                      <a:rPr kumimoji="1" lang="en-US" altLang="zh-CN" sz="2800" i="1" dirty="0">
                        <a:solidFill>
                          <a:srgbClr val="031993"/>
                        </a:solidFill>
                        <a:latin typeface="Cambria Math" panose="02040503050406030204" pitchFamily="18" charset="0"/>
                      </a:rPr>
                      <m:t>𝐴𝐵</m:t>
                    </m:r>
                    <m:r>
                      <a:rPr kumimoji="1" lang="en-US" altLang="zh-CN" sz="2800" i="1" dirty="0">
                        <a:solidFill>
                          <a:srgbClr val="031993"/>
                        </a:solidFill>
                        <a:latin typeface="Cambria Math" panose="02040503050406030204" pitchFamily="18" charset="0"/>
                        <a:ea typeface="Cambria Math" panose="02040503050406030204" pitchFamily="18" charset="0"/>
                      </a:rPr>
                      <m:t>⊂</m:t>
                    </m:r>
                    <m:r>
                      <a:rPr kumimoji="1" lang="en-US" altLang="zh-CN" sz="2800" i="1" dirty="0">
                        <a:solidFill>
                          <a:srgbClr val="031993"/>
                        </a:solidFill>
                        <a:latin typeface="Cambria Math" panose="02040503050406030204" pitchFamily="18" charset="0"/>
                        <a:ea typeface="Cambria Math" panose="02040503050406030204" pitchFamily="18" charset="0"/>
                      </a:rPr>
                      <m:t>𝐴</m:t>
                    </m:r>
                  </m:oMath>
                </a14:m>
                <a:endParaRPr kumimoji="1" lang="en-US" altLang="zh-CN" sz="2800" i="1" dirty="0">
                  <a:solidFill>
                    <a:srgbClr val="031993"/>
                  </a:solidFill>
                </a:endParaRPr>
              </a:p>
              <a:p>
                <a:pPr lvl="0" defTabSz="914400">
                  <a:lnSpc>
                    <a:spcPct val="150000"/>
                  </a:lnSpc>
                  <a:spcBef>
                    <a:spcPts val="1000"/>
                  </a:spcBef>
                </a:pPr>
                <a14:m>
                  <m:oMathPara xmlns:m="http://schemas.openxmlformats.org/officeDocument/2006/math">
                    <m:oMathParaPr>
                      <m:jc m:val="center"/>
                    </m:oMathParaPr>
                    <m:oMath xmlns:m="http://schemas.openxmlformats.org/officeDocument/2006/math">
                      <m:r>
                        <a:rPr kumimoji="1" lang="en-US" altLang="zh-CN" sz="2800" i="1" dirty="0">
                          <a:solidFill>
                            <a:srgbClr val="031993"/>
                          </a:solidFill>
                          <a:latin typeface="Cambria Math" panose="02040503050406030204" pitchFamily="18" charset="0"/>
                        </a:rPr>
                        <m:t>𝑃</m:t>
                      </m:r>
                      <m:d>
                        <m:dPr>
                          <m:ctrlPr>
                            <a:rPr kumimoji="1" lang="en-US" altLang="zh-CN" sz="2800" i="1" dirty="0">
                              <a:solidFill>
                                <a:srgbClr val="031993"/>
                              </a:solidFill>
                              <a:latin typeface="Cambria Math" panose="02040503050406030204" pitchFamily="18" charset="0"/>
                            </a:rPr>
                          </m:ctrlPr>
                        </m:dPr>
                        <m:e>
                          <m:r>
                            <a:rPr kumimoji="1" lang="en-US" altLang="zh-CN" sz="2800" i="1" dirty="0">
                              <a:solidFill>
                                <a:srgbClr val="031993"/>
                              </a:solidFill>
                              <a:latin typeface="Cambria Math" panose="02040503050406030204" pitchFamily="18" charset="0"/>
                            </a:rPr>
                            <m:t>𝐴</m:t>
                          </m:r>
                          <m:r>
                            <a:rPr kumimoji="1" lang="en-US" altLang="zh-CN" sz="2800" i="1" dirty="0">
                              <a:solidFill>
                                <a:srgbClr val="031993"/>
                              </a:solidFill>
                              <a:latin typeface="Cambria Math" panose="02040503050406030204" pitchFamily="18" charset="0"/>
                            </a:rPr>
                            <m:t>−</m:t>
                          </m:r>
                          <m:r>
                            <a:rPr kumimoji="1" lang="en-US" altLang="zh-CN" sz="2800" i="1" dirty="0">
                              <a:solidFill>
                                <a:srgbClr val="031993"/>
                              </a:solidFill>
                              <a:latin typeface="Cambria Math" panose="02040503050406030204" pitchFamily="18" charset="0"/>
                            </a:rPr>
                            <m:t>𝐵</m:t>
                          </m:r>
                        </m:e>
                      </m:d>
                      <m:r>
                        <a:rPr kumimoji="1" lang="en-US" altLang="zh-CN" sz="2800" i="1" dirty="0">
                          <a:solidFill>
                            <a:srgbClr val="031993"/>
                          </a:solidFill>
                          <a:latin typeface="Cambria Math" panose="02040503050406030204" pitchFamily="18" charset="0"/>
                        </a:rPr>
                        <m:t>=</m:t>
                      </m:r>
                      <m:r>
                        <a:rPr kumimoji="1" lang="en-US" altLang="zh-CN" sz="2800" i="1" dirty="0">
                          <a:solidFill>
                            <a:srgbClr val="031993"/>
                          </a:solidFill>
                          <a:latin typeface="Cambria Math" panose="02040503050406030204" pitchFamily="18" charset="0"/>
                        </a:rPr>
                        <m:t>𝑃</m:t>
                      </m:r>
                      <m:d>
                        <m:dPr>
                          <m:ctrlPr>
                            <a:rPr kumimoji="1" lang="en-US" altLang="zh-CN" sz="2800" i="1" dirty="0">
                              <a:solidFill>
                                <a:srgbClr val="031993"/>
                              </a:solidFill>
                              <a:latin typeface="Cambria Math" panose="02040503050406030204" pitchFamily="18" charset="0"/>
                            </a:rPr>
                          </m:ctrlPr>
                        </m:dPr>
                        <m:e>
                          <m:r>
                            <a:rPr kumimoji="1" lang="en-US" altLang="zh-CN" sz="2800" i="1" dirty="0">
                              <a:solidFill>
                                <a:srgbClr val="031993"/>
                              </a:solidFill>
                              <a:latin typeface="Cambria Math" panose="02040503050406030204" pitchFamily="18" charset="0"/>
                            </a:rPr>
                            <m:t>𝐴</m:t>
                          </m:r>
                          <m:r>
                            <a:rPr kumimoji="1" lang="en-US" altLang="zh-CN" sz="2800" i="1" dirty="0">
                              <a:solidFill>
                                <a:srgbClr val="031993"/>
                              </a:solidFill>
                              <a:latin typeface="Cambria Math" panose="02040503050406030204" pitchFamily="18" charset="0"/>
                            </a:rPr>
                            <m:t>−</m:t>
                          </m:r>
                          <m:r>
                            <a:rPr kumimoji="1" lang="en-US" altLang="zh-CN" sz="2800" i="1" dirty="0">
                              <a:solidFill>
                                <a:srgbClr val="031993"/>
                              </a:solidFill>
                              <a:latin typeface="Cambria Math" panose="02040503050406030204" pitchFamily="18" charset="0"/>
                            </a:rPr>
                            <m:t>𝐴𝐵</m:t>
                          </m:r>
                        </m:e>
                      </m:d>
                      <m:r>
                        <a:rPr kumimoji="1" lang="en-US" altLang="zh-CN" sz="2800" i="1" dirty="0">
                          <a:solidFill>
                            <a:srgbClr val="031993"/>
                          </a:solidFill>
                          <a:latin typeface="Cambria Math" panose="02040503050406030204" pitchFamily="18" charset="0"/>
                        </a:rPr>
                        <m:t>=</m:t>
                      </m:r>
                      <m:r>
                        <a:rPr kumimoji="1" lang="en-US" altLang="zh-CN" sz="2800" i="1" dirty="0">
                          <a:solidFill>
                            <a:srgbClr val="031993"/>
                          </a:solidFill>
                          <a:latin typeface="Cambria Math" panose="02040503050406030204" pitchFamily="18" charset="0"/>
                        </a:rPr>
                        <m:t>𝑃</m:t>
                      </m:r>
                      <m:d>
                        <m:dPr>
                          <m:ctrlPr>
                            <a:rPr kumimoji="1" lang="en-US" altLang="zh-CN" sz="2800" i="1" dirty="0">
                              <a:solidFill>
                                <a:srgbClr val="031993"/>
                              </a:solidFill>
                              <a:latin typeface="Cambria Math" panose="02040503050406030204" pitchFamily="18" charset="0"/>
                            </a:rPr>
                          </m:ctrlPr>
                        </m:dPr>
                        <m:e>
                          <m:r>
                            <a:rPr kumimoji="1" lang="en-US" altLang="zh-CN" sz="2800" i="1" dirty="0">
                              <a:solidFill>
                                <a:srgbClr val="031993"/>
                              </a:solidFill>
                              <a:latin typeface="Cambria Math" panose="02040503050406030204" pitchFamily="18" charset="0"/>
                            </a:rPr>
                            <m:t>𝐴</m:t>
                          </m:r>
                        </m:e>
                      </m:d>
                      <m:r>
                        <a:rPr kumimoji="1" lang="en-US" altLang="zh-CN" sz="2800" i="1" dirty="0">
                          <a:solidFill>
                            <a:srgbClr val="031993"/>
                          </a:solidFill>
                          <a:latin typeface="Cambria Math" panose="02040503050406030204" pitchFamily="18" charset="0"/>
                        </a:rPr>
                        <m:t>−</m:t>
                      </m:r>
                      <m:r>
                        <a:rPr kumimoji="1" lang="en-US" altLang="zh-CN" sz="2800" i="1" dirty="0">
                          <a:solidFill>
                            <a:srgbClr val="031993"/>
                          </a:solidFill>
                          <a:latin typeface="Cambria Math" panose="02040503050406030204" pitchFamily="18" charset="0"/>
                        </a:rPr>
                        <m:t>𝑃</m:t>
                      </m:r>
                      <m:r>
                        <a:rPr kumimoji="1" lang="en-US" altLang="zh-CN" sz="2800" i="1" dirty="0">
                          <a:solidFill>
                            <a:srgbClr val="031993"/>
                          </a:solidFill>
                          <a:latin typeface="Cambria Math" panose="02040503050406030204" pitchFamily="18" charset="0"/>
                        </a:rPr>
                        <m:t>(</m:t>
                      </m:r>
                      <m:r>
                        <a:rPr kumimoji="1" lang="en-US" altLang="zh-CN" sz="2800" i="1" dirty="0">
                          <a:solidFill>
                            <a:srgbClr val="031993"/>
                          </a:solidFill>
                          <a:latin typeface="Cambria Math" panose="02040503050406030204" pitchFamily="18" charset="0"/>
                        </a:rPr>
                        <m:t>𝐴𝐵</m:t>
                      </m:r>
                      <m:r>
                        <a:rPr kumimoji="1" lang="en-US" altLang="zh-CN" sz="2800" i="1" dirty="0">
                          <a:solidFill>
                            <a:srgbClr val="031993"/>
                          </a:solidFill>
                          <a:latin typeface="Cambria Math" panose="02040503050406030204" pitchFamily="18" charset="0"/>
                        </a:rPr>
                        <m:t>)</m:t>
                      </m:r>
                    </m:oMath>
                  </m:oMathPara>
                </a14:m>
                <a:endParaRPr kumimoji="1" lang="zh-CN" altLang="en-US" sz="2800" i="1" dirty="0">
                  <a:solidFill>
                    <a:srgbClr val="031993"/>
                  </a:solidFill>
                </a:endParaRPr>
              </a:p>
            </p:txBody>
          </p:sp>
        </mc:Choice>
        <mc:Fallback xmlns="">
          <p:sp>
            <p:nvSpPr>
              <p:cNvPr id="5" name="文本框 4">
                <a:extLst>
                  <a:ext uri="{FF2B5EF4-FFF2-40B4-BE49-F238E27FC236}">
                    <a16:creationId xmlns:a16="http://schemas.microsoft.com/office/drawing/2014/main" id="{A7396D6F-C013-8BFD-C89E-4B9CED49D62C}"/>
                  </a:ext>
                </a:extLst>
              </p:cNvPr>
              <p:cNvSpPr txBox="1">
                <a:spLocks noRot="1" noChangeAspect="1" noMove="1" noResize="1" noEditPoints="1" noAdjustHandles="1" noChangeArrowheads="1" noChangeShapeType="1" noTextEdit="1"/>
              </p:cNvSpPr>
              <p:nvPr/>
            </p:nvSpPr>
            <p:spPr>
              <a:xfrm>
                <a:off x="1468703" y="4393556"/>
                <a:ext cx="6566687" cy="1384995"/>
              </a:xfrm>
              <a:prstGeom prst="rect">
                <a:avLst/>
              </a:prstGeom>
              <a:blipFill>
                <a:blip r:embed="rId3"/>
                <a:stretch>
                  <a:fillRect b="-909"/>
                </a:stretch>
              </a:blipFill>
            </p:spPr>
            <p:txBody>
              <a:bodyPr/>
              <a:lstStyle/>
              <a:p>
                <a:r>
                  <a:rPr lang="zh-CN" altLang="en-US">
                    <a:noFill/>
                  </a:rPr>
                  <a:t> </a:t>
                </a:r>
              </a:p>
            </p:txBody>
          </p:sp>
        </mc:Fallback>
      </mc:AlternateContent>
      <p:cxnSp>
        <p:nvCxnSpPr>
          <p:cNvPr id="2" name="直线连接符 48">
            <a:extLst>
              <a:ext uri="{FF2B5EF4-FFF2-40B4-BE49-F238E27FC236}">
                <a16:creationId xmlns:a16="http://schemas.microsoft.com/office/drawing/2014/main" id="{4C71DB5B-03EA-5608-999C-D3C9FE12CFA4}"/>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学论网--www.xuelun.me">
            <a:extLst>
              <a:ext uri="{FF2B5EF4-FFF2-40B4-BE49-F238E27FC236}">
                <a16:creationId xmlns:a16="http://schemas.microsoft.com/office/drawing/2014/main" id="{38532382-FF1F-6B27-6452-4859D0E6238E}"/>
              </a:ext>
            </a:extLst>
          </p:cNvPr>
          <p:cNvSpPr/>
          <p:nvPr/>
        </p:nvSpPr>
        <p:spPr bwMode="auto">
          <a:xfrm>
            <a:off x="3553132" y="218363"/>
            <a:ext cx="2037737" cy="646331"/>
          </a:xfrm>
          <a:prstGeom prst="rect">
            <a:avLst/>
          </a:prstGeom>
        </p:spPr>
        <p:txBody>
          <a:bodyPr wrap="none">
            <a:spAutoFit/>
          </a:bodyPr>
          <a:lstStyle/>
          <a:p>
            <a:pPr algn="ctr"/>
            <a:r>
              <a:rPr lang="zh-CN" altLang="en-US" sz="3600" b="1" dirty="0">
                <a:solidFill>
                  <a:srgbClr val="C00000"/>
                </a:solidFill>
                <a:latin typeface="KaiTi" panose="02010609060101010101" pitchFamily="49" charset="-122"/>
                <a:ea typeface="KaiTi" panose="02010609060101010101" pitchFamily="49" charset="-122"/>
              </a:rPr>
              <a:t>减法公式</a:t>
            </a:r>
          </a:p>
        </p:txBody>
      </p:sp>
    </p:spTree>
    <p:extLst>
      <p:ext uri="{BB962C8B-B14F-4D97-AF65-F5344CB8AC3E}">
        <p14:creationId xmlns:p14="http://schemas.microsoft.com/office/powerpoint/2010/main" val="35179128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3155F9A-733A-CDFE-3467-2C614FDC5AE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kumimoji="1" lang="zh-CN" altLang="en-US" sz="2800" b="1" dirty="0">
                    <a:solidFill>
                      <a:srgbClr val="031993"/>
                    </a:solidFill>
                    <a:ea typeface="楷体" panose="02010609060101010101" pitchFamily="49" charset="-122"/>
                  </a:rPr>
                  <a:t>已知𝐴，𝐵，</a:t>
                </a:r>
                <a14:m>
                  <m:oMath xmlns:m="http://schemas.openxmlformats.org/officeDocument/2006/math">
                    <m:r>
                      <a:rPr kumimoji="1" lang="zh-CN" altLang="en-US" sz="2800" b="1" i="1" dirty="0" smtClean="0">
                        <a:solidFill>
                          <a:srgbClr val="031993"/>
                        </a:solidFill>
                        <a:latin typeface="Cambria Math" panose="02040503050406030204" pitchFamily="18" charset="0"/>
                      </a:rPr>
                      <m:t>𝑨</m:t>
                    </m:r>
                    <m:r>
                      <a:rPr kumimoji="1" lang="zh-CN" altLang="en-US" sz="2800" b="1" i="0" dirty="0" smtClean="0">
                        <a:solidFill>
                          <a:srgbClr val="031993"/>
                        </a:solidFill>
                        <a:latin typeface="Cambria Math" panose="02040503050406030204" pitchFamily="18" charset="0"/>
                      </a:rPr>
                      <m:t>𝐔</m:t>
                    </m:r>
                    <m:r>
                      <a:rPr kumimoji="1" lang="zh-CN" altLang="en-US" sz="2800" b="1" i="1" dirty="0" smtClean="0">
                        <a:solidFill>
                          <a:srgbClr val="031993"/>
                        </a:solidFill>
                        <a:latin typeface="Cambria Math" panose="02040503050406030204" pitchFamily="18" charset="0"/>
                      </a:rPr>
                      <m:t>𝑩</m:t>
                    </m:r>
                  </m:oMath>
                </a14:m>
                <a:r>
                  <a:rPr kumimoji="1" lang="zh-CN" altLang="en-US" sz="2800" b="1" dirty="0">
                    <a:solidFill>
                      <a:srgbClr val="031993"/>
                    </a:solidFill>
                    <a:ea typeface="楷体" panose="02010609060101010101" pitchFamily="49" charset="-122"/>
                  </a:rPr>
                  <a:t>的概率依次为</a:t>
                </a:r>
                <a:r>
                  <a:rPr kumimoji="1" lang="en-US" altLang="zh-CN" sz="2800" b="1" dirty="0">
                    <a:solidFill>
                      <a:srgbClr val="031993"/>
                    </a:solidFill>
                    <a:ea typeface="楷体" panose="02010609060101010101" pitchFamily="49" charset="-122"/>
                  </a:rPr>
                  <a:t>0.2</a:t>
                </a:r>
                <a:r>
                  <a:rPr kumimoji="1" lang="zh-CN" altLang="en-US" sz="2800" b="1" dirty="0">
                    <a:solidFill>
                      <a:srgbClr val="031993"/>
                    </a:solidFill>
                    <a:ea typeface="楷体" panose="02010609060101010101" pitchFamily="49" charset="-122"/>
                  </a:rPr>
                  <a:t>，</a:t>
                </a:r>
                <a:r>
                  <a:rPr kumimoji="1" lang="en-US" altLang="zh-CN" sz="2800" b="1" dirty="0">
                    <a:solidFill>
                      <a:srgbClr val="031993"/>
                    </a:solidFill>
                    <a:ea typeface="楷体" panose="02010609060101010101" pitchFamily="49" charset="-122"/>
                  </a:rPr>
                  <a:t>0.4</a:t>
                </a:r>
                <a:r>
                  <a:rPr kumimoji="1" lang="zh-CN" altLang="en-US" sz="2800" b="1" dirty="0">
                    <a:solidFill>
                      <a:srgbClr val="031993"/>
                    </a:solidFill>
                    <a:ea typeface="楷体" panose="02010609060101010101" pitchFamily="49" charset="-122"/>
                  </a:rPr>
                  <a:t>，</a:t>
                </a:r>
                <a:r>
                  <a:rPr kumimoji="1" lang="en-US" altLang="zh-CN" sz="2800" b="1" dirty="0">
                    <a:solidFill>
                      <a:srgbClr val="031993"/>
                    </a:solidFill>
                    <a:ea typeface="楷体" panose="02010609060101010101" pitchFamily="49" charset="-122"/>
                  </a:rPr>
                  <a:t>0.5</a:t>
                </a:r>
                <a:r>
                  <a:rPr kumimoji="1" lang="zh-CN" altLang="en-US" sz="2800" b="1" dirty="0">
                    <a:solidFill>
                      <a:srgbClr val="031993"/>
                    </a:solidFill>
                    <a:ea typeface="楷体" panose="02010609060101010101" pitchFamily="49" charset="-122"/>
                  </a:rPr>
                  <a:t>，求概率</a:t>
                </a:r>
                <a14:m>
                  <m:oMath xmlns:m="http://schemas.openxmlformats.org/officeDocument/2006/math">
                    <m:r>
                      <a:rPr kumimoji="1" lang="en-US" altLang="zh-CN" sz="2800" b="1" i="1" smtClean="0">
                        <a:solidFill>
                          <a:srgbClr val="031993"/>
                        </a:solidFill>
                        <a:latin typeface="Cambria Math" panose="02040503050406030204" pitchFamily="18" charset="0"/>
                      </a:rPr>
                      <m:t>𝑷</m:t>
                    </m:r>
                    <m:r>
                      <a:rPr kumimoji="1" lang="en-US" altLang="zh-CN" sz="2800" b="1" i="1" smtClean="0">
                        <a:solidFill>
                          <a:srgbClr val="031993"/>
                        </a:solidFill>
                        <a:latin typeface="Cambria Math" panose="02040503050406030204" pitchFamily="18" charset="0"/>
                      </a:rPr>
                      <m:t>(</m:t>
                    </m:r>
                    <m:r>
                      <a:rPr kumimoji="1" lang="en-US" altLang="zh-CN" sz="2800" b="1" i="1" smtClean="0">
                        <a:solidFill>
                          <a:srgbClr val="031993"/>
                        </a:solidFill>
                        <a:latin typeface="Cambria Math" panose="02040503050406030204" pitchFamily="18" charset="0"/>
                      </a:rPr>
                      <m:t>𝑨</m:t>
                    </m:r>
                    <m:acc>
                      <m:accPr>
                        <m:chr m:val="̅"/>
                        <m:ctrlPr>
                          <a:rPr kumimoji="1" lang="en-US" altLang="zh-CN" sz="2800" b="1" i="1" smtClean="0">
                            <a:solidFill>
                              <a:srgbClr val="031993"/>
                            </a:solidFill>
                            <a:latin typeface="Cambria Math" panose="02040503050406030204" pitchFamily="18" charset="0"/>
                          </a:rPr>
                        </m:ctrlPr>
                      </m:accPr>
                      <m:e>
                        <m:r>
                          <a:rPr kumimoji="1" lang="en-US" altLang="zh-CN" sz="2800" b="1" i="1" smtClean="0">
                            <a:solidFill>
                              <a:srgbClr val="031993"/>
                            </a:solidFill>
                            <a:latin typeface="Cambria Math" panose="02040503050406030204" pitchFamily="18" charset="0"/>
                          </a:rPr>
                          <m:t>𝑩</m:t>
                        </m:r>
                      </m:e>
                    </m:acc>
                    <m:r>
                      <a:rPr kumimoji="1" lang="en-US" altLang="zh-CN" sz="2800" b="1" i="1" smtClean="0">
                        <a:solidFill>
                          <a:srgbClr val="031993"/>
                        </a:solidFill>
                        <a:latin typeface="Cambria Math" panose="02040503050406030204" pitchFamily="18" charset="0"/>
                      </a:rPr>
                      <m:t>)</m:t>
                    </m:r>
                  </m:oMath>
                </a14:m>
                <a:r>
                  <a:rPr kumimoji="1" lang="zh-CN" altLang="en-US" sz="2800" b="1" dirty="0">
                    <a:solidFill>
                      <a:srgbClr val="031993"/>
                    </a:solidFill>
                    <a:ea typeface="楷体" panose="02010609060101010101" pitchFamily="49" charset="-122"/>
                  </a:rPr>
                  <a:t>为： </a:t>
                </a:r>
                <a:r>
                  <a:rPr kumimoji="1" lang="en-US" altLang="zh-CN" sz="2800" b="1" dirty="0">
                    <a:solidFill>
                      <a:schemeClr val="accent1"/>
                    </a:solidFill>
                    <a:ea typeface="楷体" panose="02010609060101010101" pitchFamily="49" charset="-122"/>
                  </a:rPr>
                  <a:t>[</a:t>
                </a:r>
                <a:r>
                  <a:rPr kumimoji="1" lang="zh-CN" altLang="en-US" sz="2800" b="1" dirty="0">
                    <a:solidFill>
                      <a:schemeClr val="accent1"/>
                    </a:solidFill>
                    <a:ea typeface="楷体" panose="02010609060101010101" pitchFamily="49" charset="-122"/>
                  </a:rPr>
                  <a:t>填空</a:t>
                </a:r>
                <a:r>
                  <a:rPr kumimoji="1" lang="en-US" altLang="zh-CN" sz="2800" b="1" dirty="0">
                    <a:solidFill>
                      <a:schemeClr val="accent1"/>
                    </a:solidFill>
                    <a:ea typeface="楷体" panose="02010609060101010101" pitchFamily="49" charset="-122"/>
                  </a:rPr>
                  <a:t>1] </a:t>
                </a:r>
                <a:r>
                  <a:rPr kumimoji="1" lang="zh-CN" altLang="en-US" sz="2800" b="1" dirty="0">
                    <a:solidFill>
                      <a:schemeClr val="accent1"/>
                    </a:solidFill>
                    <a:ea typeface="楷体" panose="02010609060101010101" pitchFamily="49" charset="-122"/>
                  </a:rPr>
                  <a:t>  </a:t>
                </a:r>
                <a:endParaRPr kumimoji="1" lang="en-US" altLang="zh-CN" sz="2800" b="1" dirty="0">
                  <a:solidFill>
                    <a:schemeClr val="accent1"/>
                  </a:solidFill>
                  <a:ea typeface="楷体" panose="02010609060101010101" pitchFamily="49" charset="-122"/>
                </a:endParaRPr>
              </a:p>
              <a:p>
                <a:pPr>
                  <a:lnSpc>
                    <a:spcPct val="150000"/>
                  </a:lnSpc>
                </a:pPr>
                <a:endParaRPr kumimoji="1" lang="en-US" altLang="zh-CN" sz="2800" b="1" dirty="0">
                  <a:solidFill>
                    <a:srgbClr val="031993"/>
                  </a:solidFill>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F3155F9A-733A-CDFE-3467-2C614FDC5AE2}"/>
                  </a:ext>
                </a:extLst>
              </p:cNvPr>
              <p:cNvSpPr txBox="1">
                <a:spLocks noRot="1" noChangeAspect="1" noMove="1" noResize="1" noEditPoints="1" noAdjustHandles="1" noChangeArrowheads="1" noChangeShapeType="1" noTextEdit="1"/>
              </p:cNvSpPr>
              <p:nvPr>
                <p:custDataLst>
                  <p:tags r:id="rId18"/>
                </p:custDataLst>
              </p:nvPr>
            </p:nvSpPr>
            <p:spPr>
              <a:xfrm>
                <a:off x="914400" y="635000"/>
                <a:ext cx="7315200" cy="2143125"/>
              </a:xfrm>
              <a:prstGeom prst="rect">
                <a:avLst/>
              </a:prstGeom>
              <a:blipFill>
                <a:blip r:embed="rId19"/>
                <a:stretch>
                  <a:fillRect l="-1667" r="-6583"/>
                </a:stretch>
              </a:blipFill>
            </p:spPr>
            <p:txBody>
              <a:bodyPr/>
              <a:lstStyle/>
              <a:p>
                <a:r>
                  <a:rPr lang="zh-CN" altLang="en-US">
                    <a:noFill/>
                  </a:rPr>
                  <a:t> </a:t>
                </a:r>
              </a:p>
            </p:txBody>
          </p:sp>
        </mc:Fallback>
      </mc:AlternateContent>
      <p:sp>
        <p:nvSpPr>
          <p:cNvPr id="7" name="矩形: 圆角 6">
            <a:extLst>
              <a:ext uri="{FF2B5EF4-FFF2-40B4-BE49-F238E27FC236}">
                <a16:creationId xmlns:a16="http://schemas.microsoft.com/office/drawing/2014/main" id="{21C5C657-1D23-1120-4276-DEC3F93C7A2F}"/>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4" name="矩形 13">
            <a:extLst>
              <a:ext uri="{FF2B5EF4-FFF2-40B4-BE49-F238E27FC236}">
                <a16:creationId xmlns:a16="http://schemas.microsoft.com/office/drawing/2014/main" id="{F3797F47-8696-1797-BC51-B40E319D1379}"/>
              </a:ext>
            </a:extLst>
          </p:cNvPr>
          <p:cNvSpPr/>
          <p:nvPr>
            <p:custDataLst>
              <p:tags r:id="rId4"/>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19" name="文本框 18">
            <a:extLst>
              <a:ext uri="{FF2B5EF4-FFF2-40B4-BE49-F238E27FC236}">
                <a16:creationId xmlns:a16="http://schemas.microsoft.com/office/drawing/2014/main" id="{B7D219EE-D8F0-7819-5390-101E79A8670B}"/>
              </a:ext>
            </a:extLst>
          </p:cNvPr>
          <p:cNvSpPr txBox="1"/>
          <p:nvPr>
            <p:custDataLst>
              <p:tags r:id="rId5"/>
            </p:custDataLst>
          </p:nvPr>
        </p:nvSpPr>
        <p:spPr>
          <a:xfrm>
            <a:off x="9613900" y="6188333"/>
            <a:ext cx="3662680" cy="461665"/>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51541559-AE89-0464-A67C-9B98E674F25E}"/>
                  </a:ext>
                </a:extLst>
              </p:cNvPr>
              <p:cNvSpPr txBox="1"/>
              <p:nvPr>
                <p:custDataLst>
                  <p:tags r:id="rId6"/>
                </p:custDataLst>
              </p:nvPr>
            </p:nvSpPr>
            <p:spPr>
              <a:xfrm>
                <a:off x="9779000" y="1270000"/>
                <a:ext cx="3332480" cy="2023696"/>
              </a:xfrm>
              <a:prstGeom prst="rect">
                <a:avLst/>
              </a:prstGeom>
              <a:noFill/>
            </p:spPr>
            <p:txBody>
              <a:bodyPr vert="horz" rtlCol="0" anchor="t" anchorCtr="0">
                <a:spAutoFit/>
              </a:bodyPr>
              <a:lstStyle/>
              <a:p>
                <a:pPr/>
                <a14:m>
                  <m:oMathPara xmlns:m="http://schemas.openxmlformats.org/officeDocument/2006/math">
                    <m:oMathParaPr>
                      <m:jc m:val="left"/>
                    </m:oMathParaPr>
                    <m:oMath xmlns:m="http://schemas.openxmlformats.org/officeDocument/2006/math">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𝐵</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𝐵</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𝐴𝐵</m:t>
                          </m:r>
                        </m:e>
                      </m:d>
                      <m:r>
                        <a:rPr kumimoji="1" lang="en-US" altLang="zh-CN" b="0" i="1" smtClean="0">
                          <a:latin typeface="Cambria Math" panose="02040503050406030204" pitchFamily="18" charset="0"/>
                        </a:rPr>
                        <m:t>, </m:t>
                      </m:r>
                    </m:oMath>
                  </m:oMathPara>
                </a14:m>
                <a:endParaRPr kumimoji="1" lang="en-US" altLang="zh-CN" b="0" i="1" dirty="0">
                  <a:latin typeface="Cambria Math" panose="02040503050406030204" pitchFamily="18" charset="0"/>
                </a:endParaRPr>
              </a:p>
              <a:p>
                <a:endParaRPr kumimoji="1" lang="en-US" altLang="zh-CN"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𝐴𝐵</m:t>
                          </m:r>
                        </m:e>
                      </m:d>
                      <m:r>
                        <a:rPr kumimoji="1" lang="en-US" altLang="zh-CN" b="0" i="1" smtClean="0">
                          <a:latin typeface="Cambria Math" panose="02040503050406030204" pitchFamily="18" charset="0"/>
                        </a:rPr>
                        <m:t>=0.1</m:t>
                      </m:r>
                    </m:oMath>
                  </m:oMathPara>
                </a14:m>
                <a:endParaRPr kumimoji="1" lang="en-US" altLang="zh-CN" b="0" dirty="0"/>
              </a:p>
              <a:p>
                <a:endParaRPr kumimoji="1" lang="en-US" altLang="zh-CN" b="0" dirty="0"/>
              </a:p>
              <a:p>
                <a:pPr/>
                <a14:m>
                  <m:oMathPara xmlns:m="http://schemas.openxmlformats.org/officeDocument/2006/math">
                    <m:oMathParaPr>
                      <m:jc m:val="left"/>
                    </m:oMathParaPr>
                    <m:oMath xmlns:m="http://schemas.openxmlformats.org/officeDocument/2006/math">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𝐵</m:t>
                              </m:r>
                            </m:e>
                          </m:acc>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𝐵</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𝐴𝐵</m:t>
                          </m:r>
                        </m:e>
                      </m:d>
                      <m:r>
                        <a:rPr kumimoji="1" lang="en-US" altLang="zh-CN" b="0" i="1" smtClean="0">
                          <a:latin typeface="Cambria Math" panose="02040503050406030204" pitchFamily="18" charset="0"/>
                        </a:rPr>
                        <m:t>=0.1</m:t>
                      </m:r>
                    </m:oMath>
                  </m:oMathPara>
                </a14:m>
                <a:endParaRPr kumimoji="1" lang="en-US" altLang="zh-CN" dirty="0"/>
              </a:p>
            </p:txBody>
          </p:sp>
        </mc:Choice>
        <mc:Fallback>
          <p:sp>
            <p:nvSpPr>
              <p:cNvPr id="20" name="文本框 19">
                <a:extLst>
                  <a:ext uri="{FF2B5EF4-FFF2-40B4-BE49-F238E27FC236}">
                    <a16:creationId xmlns:a16="http://schemas.microsoft.com/office/drawing/2014/main" id="{51541559-AE89-0464-A67C-9B98E674F25E}"/>
                  </a:ext>
                </a:extLst>
              </p:cNvPr>
              <p:cNvSpPr txBox="1">
                <a:spLocks noRot="1" noChangeAspect="1" noMove="1" noResize="1" noEditPoints="1" noAdjustHandles="1" noChangeArrowheads="1" noChangeShapeType="1" noTextEdit="1"/>
              </p:cNvSpPr>
              <p:nvPr>
                <p:custDataLst>
                  <p:tags r:id="rId6"/>
                </p:custDataLst>
              </p:nvPr>
            </p:nvSpPr>
            <p:spPr>
              <a:xfrm>
                <a:off x="9779000" y="1270000"/>
                <a:ext cx="3332480" cy="2023696"/>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内容占位符 2">
                <a:extLst>
                  <a:ext uri="{FF2B5EF4-FFF2-40B4-BE49-F238E27FC236}">
                    <a16:creationId xmlns:a16="http://schemas.microsoft.com/office/drawing/2014/main" id="{2200E264-BFEA-FF9B-A3DB-C03D576A57B2}"/>
                  </a:ext>
                </a:extLst>
              </p:cNvPr>
              <p:cNvSpPr txBox="1">
                <a:spLocks/>
              </p:cNvSpPr>
              <p:nvPr/>
            </p:nvSpPr>
            <p:spPr>
              <a:xfrm>
                <a:off x="843061" y="2613901"/>
                <a:ext cx="78867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14:m>
                  <m:oMath xmlns:m="http://schemas.openxmlformats.org/officeDocument/2006/math">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m:t>
                        </m:r>
                        <m:r>
                          <a:rPr kumimoji="1" lang="en-US" altLang="zh-CN" i="1" smtClean="0">
                            <a:latin typeface="Cambria Math" panose="02040503050406030204" pitchFamily="18" charset="0"/>
                            <a:ea typeface="Cambria Math" panose="02040503050406030204" pitchFamily="18" charset="0"/>
                          </a:rPr>
                          <m:t>∪</m:t>
                        </m:r>
                        <m:r>
                          <a:rPr kumimoji="1" lang="en-US" altLang="zh-CN" i="1" smtClean="0">
                            <a:latin typeface="Cambria Math" panose="02040503050406030204" pitchFamily="18" charset="0"/>
                            <a:ea typeface="Cambria Math" panose="02040503050406030204" pitchFamily="18" charset="0"/>
                          </a:rPr>
                          <m:t>𝐵</m:t>
                        </m:r>
                      </m:e>
                    </m:d>
                    <m:r>
                      <a:rPr kumimoji="1" lang="en-US" altLang="zh-CN" i="1" smtClean="0">
                        <a:latin typeface="Cambria Math" panose="02040503050406030204" pitchFamily="18" charset="0"/>
                      </a:rPr>
                      <m:t>=</m:t>
                    </m:r>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m:t>
                        </m:r>
                      </m:e>
                    </m:d>
                    <m:r>
                      <a:rPr kumimoji="1" lang="en-US" altLang="zh-CN" i="1" smtClean="0">
                        <a:latin typeface="Cambria Math" panose="02040503050406030204" pitchFamily="18" charset="0"/>
                      </a:rPr>
                      <m:t>+</m:t>
                    </m:r>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𝐵</m:t>
                        </m:r>
                      </m:e>
                    </m:d>
                    <m:r>
                      <a:rPr kumimoji="1" lang="en-US" altLang="zh-CN" i="1" smtClean="0">
                        <a:latin typeface="Cambria Math" panose="02040503050406030204" pitchFamily="18" charset="0"/>
                      </a:rPr>
                      <m:t>−</m:t>
                    </m:r>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𝐴𝐵</m:t>
                        </m:r>
                      </m:e>
                    </m:d>
                    <m:r>
                      <a:rPr kumimoji="1" lang="en-US" altLang="zh-CN" i="1" smtClean="0">
                        <a:latin typeface="Cambria Math" panose="02040503050406030204" pitchFamily="18" charset="0"/>
                      </a:rPr>
                      <m:t>, </m:t>
                    </m:r>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𝐴𝐵</m:t>
                        </m:r>
                      </m:e>
                    </m:d>
                    <m:r>
                      <a:rPr kumimoji="1" lang="en-US" altLang="zh-CN" i="1" smtClean="0">
                        <a:latin typeface="Cambria Math" panose="02040503050406030204" pitchFamily="18" charset="0"/>
                      </a:rPr>
                      <m:t>=0.1</m:t>
                    </m:r>
                  </m:oMath>
                </a14:m>
                <a:endParaRPr kumimoji="1" lang="en-US" altLang="zh-CN" dirty="0"/>
              </a:p>
              <a:p>
                <a:pPr>
                  <a:lnSpc>
                    <a:spcPct val="150000"/>
                  </a:lnSpc>
                </a:pPr>
                <a14:m>
                  <m:oMath xmlns:m="http://schemas.openxmlformats.org/officeDocument/2006/math">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m:t>
                        </m:r>
                        <m:acc>
                          <m:accPr>
                            <m:chr m:val="̅"/>
                            <m:ctrlPr>
                              <a:rPr kumimoji="1" lang="en-US" altLang="zh-CN" i="1" smtClean="0">
                                <a:latin typeface="Cambria Math" panose="02040503050406030204" pitchFamily="18" charset="0"/>
                              </a:rPr>
                            </m:ctrlPr>
                          </m:accPr>
                          <m:e>
                            <m:r>
                              <a:rPr kumimoji="1" lang="en-US" altLang="zh-CN" i="1" smtClean="0">
                                <a:latin typeface="Cambria Math" panose="02040503050406030204" pitchFamily="18" charset="0"/>
                              </a:rPr>
                              <m:t>𝐵</m:t>
                            </m:r>
                          </m:e>
                        </m:acc>
                      </m:e>
                    </m:d>
                    <m:r>
                      <a:rPr kumimoji="1" lang="en-US" altLang="zh-CN" i="1" smtClean="0">
                        <a:latin typeface="Cambria Math" panose="02040503050406030204" pitchFamily="18" charset="0"/>
                      </a:rPr>
                      <m:t>=</m:t>
                    </m:r>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m:t>
                        </m:r>
                        <m:r>
                          <a:rPr kumimoji="1" lang="en-US" altLang="zh-CN" i="1" smtClean="0">
                            <a:latin typeface="Cambria Math" panose="02040503050406030204" pitchFamily="18" charset="0"/>
                          </a:rPr>
                          <m:t>−</m:t>
                        </m:r>
                        <m:r>
                          <a:rPr kumimoji="1" lang="en-US" altLang="zh-CN" i="1" smtClean="0">
                            <a:latin typeface="Cambria Math" panose="02040503050406030204" pitchFamily="18" charset="0"/>
                          </a:rPr>
                          <m:t>𝐵</m:t>
                        </m:r>
                      </m:e>
                    </m:d>
                    <m:r>
                      <a:rPr kumimoji="1" lang="en-US" altLang="zh-CN" i="1" smtClean="0">
                        <a:latin typeface="Cambria Math" panose="02040503050406030204" pitchFamily="18" charset="0"/>
                      </a:rPr>
                      <m:t>=</m:t>
                    </m:r>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m:t>
                        </m:r>
                      </m:e>
                    </m:d>
                    <m:r>
                      <a:rPr kumimoji="1" lang="en-US" altLang="zh-CN" i="1" smtClean="0">
                        <a:latin typeface="Cambria Math" panose="02040503050406030204" pitchFamily="18" charset="0"/>
                      </a:rPr>
                      <m:t>−</m:t>
                    </m:r>
                    <m:r>
                      <a:rPr kumimoji="1" lang="en-US" altLang="zh-CN" i="1" smtClean="0">
                        <a:latin typeface="Cambria Math" panose="02040503050406030204" pitchFamily="18" charset="0"/>
                      </a:rPr>
                      <m:t>𝑃</m:t>
                    </m:r>
                    <m:d>
                      <m:dPr>
                        <m:ctrlPr>
                          <a:rPr kumimoji="1" lang="en-US" altLang="zh-CN" i="1" smtClean="0">
                            <a:latin typeface="Cambria Math" panose="02040503050406030204" pitchFamily="18" charset="0"/>
                          </a:rPr>
                        </m:ctrlPr>
                      </m:dPr>
                      <m:e>
                        <m:r>
                          <a:rPr kumimoji="1" lang="en-US" altLang="zh-CN" i="1" smtClean="0">
                            <a:latin typeface="Cambria Math" panose="02040503050406030204" pitchFamily="18" charset="0"/>
                          </a:rPr>
                          <m:t>𝐴𝐵</m:t>
                        </m:r>
                      </m:e>
                    </m:d>
                    <m:r>
                      <a:rPr kumimoji="1" lang="en-US" altLang="zh-CN" i="1" smtClean="0">
                        <a:latin typeface="Cambria Math" panose="02040503050406030204" pitchFamily="18" charset="0"/>
                      </a:rPr>
                      <m:t>=0.1</m:t>
                    </m:r>
                  </m:oMath>
                </a14:m>
                <a:endParaRPr kumimoji="1" lang="en-US" altLang="zh-CN" dirty="0"/>
              </a:p>
              <a:p>
                <a:pPr>
                  <a:lnSpc>
                    <a:spcPct val="150000"/>
                  </a:lnSpc>
                </a:pPr>
                <a:endParaRPr kumimoji="1" lang="zh-CN" altLang="en-US" dirty="0"/>
              </a:p>
            </p:txBody>
          </p:sp>
        </mc:Choice>
        <mc:Fallback xmlns="">
          <p:sp>
            <p:nvSpPr>
              <p:cNvPr id="21" name="内容占位符 2">
                <a:extLst>
                  <a:ext uri="{FF2B5EF4-FFF2-40B4-BE49-F238E27FC236}">
                    <a16:creationId xmlns:a16="http://schemas.microsoft.com/office/drawing/2014/main" id="{2200E264-BFEA-FF9B-A3DB-C03D576A57B2}"/>
                  </a:ext>
                </a:extLst>
              </p:cNvPr>
              <p:cNvSpPr txBox="1">
                <a:spLocks noRot="1" noChangeAspect="1" noMove="1" noResize="1" noEditPoints="1" noAdjustHandles="1" noChangeArrowheads="1" noChangeShapeType="1" noTextEdit="1"/>
              </p:cNvSpPr>
              <p:nvPr/>
            </p:nvSpPr>
            <p:spPr>
              <a:xfrm>
                <a:off x="843061" y="2613901"/>
                <a:ext cx="7886700" cy="4351338"/>
              </a:xfrm>
              <a:prstGeom prst="rect">
                <a:avLst/>
              </a:prstGeom>
              <a:blipFill>
                <a:blip r:embed="rId22"/>
                <a:stretch>
                  <a:fillRect/>
                </a:stretch>
              </a:blipFill>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10FC027B-1038-1EDE-A4D3-2A22778335DA}"/>
              </a:ext>
            </a:extLst>
          </p:cNvPr>
          <p:cNvGrpSpPr/>
          <p:nvPr>
            <p:custDataLst>
              <p:tags r:id="rId7"/>
            </p:custDataLst>
          </p:nvPr>
        </p:nvGrpSpPr>
        <p:grpSpPr>
          <a:xfrm>
            <a:off x="9537700" y="0"/>
            <a:ext cx="3815080" cy="647700"/>
            <a:chOff x="9537700" y="0"/>
            <a:chExt cx="3815080" cy="647700"/>
          </a:xfrm>
        </p:grpSpPr>
        <p:sp>
          <p:nvSpPr>
            <p:cNvPr id="15" name="RemarkBack">
              <a:extLst>
                <a:ext uri="{FF2B5EF4-FFF2-40B4-BE49-F238E27FC236}">
                  <a16:creationId xmlns:a16="http://schemas.microsoft.com/office/drawing/2014/main" id="{56EC247A-3B26-EA04-4E49-D70F1916BDD8}"/>
                </a:ext>
              </a:extLst>
            </p:cNvPr>
            <p:cNvSpPr/>
            <p:nvPr>
              <p:custDataLst>
                <p:tags r:id="rId14"/>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Block">
              <a:extLst>
                <a:ext uri="{FF2B5EF4-FFF2-40B4-BE49-F238E27FC236}">
                  <a16:creationId xmlns:a16="http://schemas.microsoft.com/office/drawing/2014/main" id="{2CA2FA66-4CE0-3975-F389-DAD0F2C5A2C2}"/>
                </a:ext>
              </a:extLst>
            </p:cNvPr>
            <p:cNvSpPr/>
            <p:nvPr>
              <p:custDataLst>
                <p:tags r:id="rId15"/>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markTitleText">
              <a:extLst>
                <a:ext uri="{FF2B5EF4-FFF2-40B4-BE49-F238E27FC236}">
                  <a16:creationId xmlns:a16="http://schemas.microsoft.com/office/drawing/2014/main" id="{AE7BDFEF-0A9B-17E6-82A0-819179BB07FF}"/>
                </a:ext>
              </a:extLst>
            </p:cNvPr>
            <p:cNvSpPr txBox="1"/>
            <p:nvPr>
              <p:custDataLst>
                <p:tags r:id="rId16"/>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grpSp>
        <p:nvGrpSpPr>
          <p:cNvPr id="3" name="组合 2"/>
          <p:cNvGrpSpPr/>
          <p:nvPr>
            <p:custDataLst>
              <p:tags r:id="rId8"/>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07BBAC74-0BB7-550C-8B40-752996AF31DB}"/>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651A6D2A-04CD-FD7B-8170-CCDD6E673DD4}"/>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FAA0CF2D-FFB3-83A9-0B7E-2285D1F756E4}"/>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2" name="TipText">
              <a:extLst>
                <a:ext uri="{FF2B5EF4-FFF2-40B4-BE49-F238E27FC236}">
                  <a16:creationId xmlns:a16="http://schemas.microsoft.com/office/drawing/2014/main" id="{EEAEA825-3ADC-9F85-D1AA-A108FC0D8F56}"/>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kumimoji="1"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a:extLst>
              <a:ext uri="{FF2B5EF4-FFF2-40B4-BE49-F238E27FC236}">
                <a16:creationId xmlns:a16="http://schemas.microsoft.com/office/drawing/2014/main" id="{79EA4C97-C729-A86D-AC6C-F0EC7C6EBA6A}"/>
              </a:ext>
            </a:extLst>
          </p:cNvPr>
          <p:cNvPicPr>
            <a:picLocks/>
          </p:cNvPicPr>
          <p:nvPr>
            <p:custDataLst>
              <p:tags r:id="rId9"/>
            </p:custDataLst>
          </p:nvPr>
        </p:nvPicPr>
        <p:blipFill>
          <a:blip r:embed="rId2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44623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15FEE26-26F9-409E-AEB2-3B65C0747FE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nSpc>
                <a:spcPct val="150000"/>
              </a:lnSpc>
            </a:pP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已知𝑨，𝑩是两个事件，𝑷</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𝑨</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𝟎</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𝟔，𝑷</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𝑩</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𝟎</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𝟕，𝑷</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𝑨𝑩</a:t>
            </a:r>
            <a:r>
              <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的最大值  </a:t>
            </a:r>
            <a:r>
              <a:rPr lang="en-US" altLang="zh-CN" sz="2600" b="1" dirty="0">
                <a:solidFill>
                  <a:srgbClr val="639EF4"/>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639EF4"/>
                </a:solidFill>
                <a:latin typeface="楷体" panose="02010609060101010101" pitchFamily="49" charset="-122"/>
                <a:ea typeface="楷体" panose="02010609060101010101" pitchFamily="49" charset="-122"/>
                <a:sym typeface="Microsoft Yahei" panose="020B0503020204020204" pitchFamily="34" charset="-122"/>
              </a:rPr>
              <a:t>填空</a:t>
            </a:r>
            <a:r>
              <a:rPr lang="en-US" altLang="zh-CN" sz="2600" b="1" dirty="0">
                <a:solidFill>
                  <a:srgbClr val="639EF4"/>
                </a:solidFill>
                <a:latin typeface="楷体" panose="02010609060101010101" pitchFamily="49" charset="-122"/>
                <a:ea typeface="楷体" panose="02010609060101010101" pitchFamily="49" charset="-122"/>
                <a:sym typeface="Microsoft Yahei" panose="020B0503020204020204" pitchFamily="34" charset="-122"/>
              </a:rPr>
              <a:t>1]</a:t>
            </a:r>
            <a:r>
              <a:rPr lang="zh-CN" altLang="en-US" sz="2600" b="1" dirty="0">
                <a:solidFill>
                  <a:srgbClr val="000000"/>
                </a:solidFill>
                <a:latin typeface="楷体" panose="02010609060101010101" pitchFamily="49" charset="-122"/>
                <a:ea typeface="楷体" panose="02010609060101010101" pitchFamily="49" charset="-122"/>
                <a:sym typeface="Microsoft Yahei" panose="020B0503020204020204" pitchFamily="34" charset="-122"/>
              </a:rPr>
              <a:t> </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和最小值 </a:t>
            </a:r>
            <a:r>
              <a:rPr lang="en-US" altLang="zh-CN" sz="2600" b="1" dirty="0">
                <a:solidFill>
                  <a:srgbClr val="639EF4"/>
                </a:solidFill>
                <a:latin typeface="楷体" panose="02010609060101010101" pitchFamily="49" charset="-122"/>
                <a:ea typeface="楷体" panose="02010609060101010101" pitchFamily="49" charset="-122"/>
                <a:sym typeface="Microsoft Yahei" panose="020B0503020204020204" pitchFamily="34" charset="-122"/>
              </a:rPr>
              <a:t>[</a:t>
            </a:r>
            <a:r>
              <a:rPr lang="zh-CN" altLang="en-US" sz="2600" b="1" dirty="0">
                <a:solidFill>
                  <a:srgbClr val="639EF4"/>
                </a:solidFill>
                <a:latin typeface="楷体" panose="02010609060101010101" pitchFamily="49" charset="-122"/>
                <a:ea typeface="楷体" panose="02010609060101010101" pitchFamily="49" charset="-122"/>
                <a:sym typeface="Microsoft Yahei" panose="020B0503020204020204" pitchFamily="34" charset="-122"/>
              </a:rPr>
              <a:t>填空</a:t>
            </a:r>
            <a:r>
              <a:rPr lang="en-US" altLang="zh-CN" sz="2600" b="1" dirty="0">
                <a:solidFill>
                  <a:srgbClr val="639EF4"/>
                </a:solidFill>
                <a:latin typeface="楷体" panose="02010609060101010101" pitchFamily="49" charset="-122"/>
                <a:ea typeface="楷体" panose="02010609060101010101" pitchFamily="49" charset="-122"/>
                <a:sym typeface="Microsoft Yahei" panose="020B0503020204020204" pitchFamily="34" charset="-122"/>
              </a:rPr>
              <a:t>2]</a:t>
            </a:r>
            <a:r>
              <a:rPr lang="zh-CN" altLang="en-US" sz="2600" b="1" dirty="0">
                <a:solidFill>
                  <a:srgbClr val="000000"/>
                </a:solidFill>
                <a:latin typeface="楷体" panose="02010609060101010101" pitchFamily="49" charset="-122"/>
                <a:ea typeface="楷体" panose="02010609060101010101" pitchFamily="49" charset="-122"/>
                <a:sym typeface="Microsoft Yahei" panose="020B0503020204020204" pitchFamily="34" charset="-122"/>
              </a:rPr>
              <a:t> </a:t>
            </a:r>
            <a:r>
              <a:rPr lang="zh-CN" altLang="en-US"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rPr>
              <a:t>分别是多少？</a:t>
            </a:r>
            <a:endParaRPr lang="en-US" altLang="zh-CN" sz="2600" b="1" dirty="0">
              <a:solidFill>
                <a:srgbClr val="031993"/>
              </a:solidFill>
              <a:latin typeface="楷体" panose="02010609060101010101" pitchFamily="49" charset="-122"/>
              <a:ea typeface="楷体" panose="02010609060101010101" pitchFamily="49" charset="-122"/>
              <a:sym typeface="Microsoft Yahei" panose="020B0503020204020204" pitchFamily="34" charset="-122"/>
            </a:endParaRPr>
          </a:p>
        </p:txBody>
      </p:sp>
      <p:sp>
        <p:nvSpPr>
          <p:cNvPr id="5" name="矩形: 圆角 4">
            <a:extLst>
              <a:ext uri="{FF2B5EF4-FFF2-40B4-BE49-F238E27FC236}">
                <a16:creationId xmlns:a16="http://schemas.microsoft.com/office/drawing/2014/main" id="{22EE870F-89BC-CC30-F822-CF387106F2A1}"/>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C5600A5-34C1-AC70-B2F9-072C7B7B6BDC}"/>
                  </a:ext>
                </a:extLst>
              </p:cNvPr>
              <p:cNvSpPr txBox="1"/>
              <p:nvPr/>
            </p:nvSpPr>
            <p:spPr>
              <a:xfrm>
                <a:off x="914400" y="3098615"/>
                <a:ext cx="4847417" cy="2795958"/>
              </a:xfrm>
              <a:prstGeom prst="rect">
                <a:avLst/>
              </a:prstGeom>
              <a:noFill/>
            </p:spPr>
            <p:txBody>
              <a:bodyPr wrap="none"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𝐴𝐵</m:t>
                      </m:r>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𝐴</m:t>
                      </m:r>
                      <m:r>
                        <a:rPr kumimoji="1" lang="en-US" altLang="zh-CN" sz="2400" b="0" i="1" smtClean="0">
                          <a:latin typeface="Cambria Math" panose="02040503050406030204" pitchFamily="18" charset="0"/>
                          <a:ea typeface="Cambria Math" panose="02040503050406030204" pitchFamily="18" charset="0"/>
                        </a:rPr>
                        <m:t>,  </m:t>
                      </m:r>
                      <m:r>
                        <a:rPr kumimoji="1" lang="en-US" altLang="zh-CN" sz="2400" i="1">
                          <a:latin typeface="Cambria Math" panose="02040503050406030204" pitchFamily="18" charset="0"/>
                        </a:rPr>
                        <m:t>𝐴𝐵</m:t>
                      </m:r>
                      <m:r>
                        <a:rPr kumimoji="1" lang="en-US" altLang="zh-CN" sz="2400" i="1">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𝐵</m:t>
                      </m:r>
                      <m:r>
                        <a:rPr kumimoji="1" lang="en-US" altLang="zh-CN" sz="2400" i="1">
                          <a:latin typeface="Cambria Math" panose="02040503050406030204" pitchFamily="18" charset="0"/>
                          <a:ea typeface="Cambria Math" panose="02040503050406030204" pitchFamily="18" charset="0"/>
                        </a:rPr>
                        <m:t>,</m:t>
                      </m:r>
                      <m:r>
                        <a:rPr kumimoji="1" lang="zh-CN" altLang="en-US" sz="2400" b="0" i="1" smtClean="0">
                          <a:latin typeface="Cambria Math" panose="02040503050406030204" pitchFamily="18" charset="0"/>
                          <a:ea typeface="Cambria Math" panose="02040503050406030204" pitchFamily="18" charset="0"/>
                        </a:rPr>
                        <m:t> </m:t>
                      </m:r>
                    </m:oMath>
                  </m:oMathPara>
                </a14:m>
                <a:endParaRPr kumimoji="1" lang="en-US" altLang="zh-CN" sz="24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𝑃</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𝐴𝐵</m:t>
                          </m:r>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𝑃</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𝐴</m:t>
                          </m:r>
                        </m:e>
                      </m:d>
                      <m:r>
                        <a:rPr kumimoji="1" lang="en-US" altLang="zh-CN" sz="2400" b="0" i="1" smtClean="0">
                          <a:latin typeface="Cambria Math" panose="02040503050406030204" pitchFamily="18" charset="0"/>
                          <a:ea typeface="Cambria Math" panose="02040503050406030204" pitchFamily="18" charset="0"/>
                        </a:rPr>
                        <m:t>,</m:t>
                      </m:r>
                      <m:r>
                        <a:rPr kumimoji="1" lang="zh-CN" altLang="en-US" sz="2400" b="0" i="1" smtClean="0">
                          <a:latin typeface="Cambria Math" panose="02040503050406030204" pitchFamily="18" charset="0"/>
                          <a:ea typeface="Cambria Math" panose="02040503050406030204" pitchFamily="18" charset="0"/>
                        </a:rPr>
                        <m:t>  </m:t>
                      </m:r>
                      <m:r>
                        <a:rPr kumimoji="1" lang="en-US" altLang="zh-CN" sz="2400" b="0" i="1" smtClean="0">
                          <a:latin typeface="Cambria Math" panose="02040503050406030204" pitchFamily="18" charset="0"/>
                          <a:ea typeface="Cambria Math" panose="02040503050406030204" pitchFamily="18" charset="0"/>
                        </a:rPr>
                        <m:t>𝑃</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𝐴𝐵</m:t>
                          </m:r>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𝑃</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𝐵</m:t>
                          </m:r>
                        </m:e>
                      </m:d>
                    </m:oMath>
                  </m:oMathPara>
                </a14:m>
                <a:endParaRPr kumimoji="1" lang="en-US" altLang="zh-CN" sz="2400" b="0" i="1" dirty="0">
                  <a:latin typeface="Cambria Math" panose="02040503050406030204" pitchFamily="18" charset="0"/>
                  <a:ea typeface="Cambria Math" panose="02040503050406030204" pitchFamily="18" charset="0"/>
                </a:endParaRPr>
              </a:p>
              <a:p>
                <a:pPr>
                  <a:lnSpc>
                    <a:spcPct val="150000"/>
                  </a:lnSpc>
                </a:pPr>
                <a:endParaRPr kumimoji="1" lang="en-US" altLang="zh-CN" sz="24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𝑃</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𝐴</m:t>
                          </m:r>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𝐵</m:t>
                          </m:r>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𝑃</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𝐴</m:t>
                          </m:r>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𝑃</m:t>
                      </m:r>
                      <m:d>
                        <m:dPr>
                          <m:ctrlPr>
                            <a:rPr kumimoji="1" lang="en-US" altLang="zh-CN" sz="2400" b="0" i="1" smtClean="0">
                              <a:latin typeface="Cambria Math" panose="02040503050406030204" pitchFamily="18" charset="0"/>
                              <a:ea typeface="Cambria Math" panose="02040503050406030204" pitchFamily="18" charset="0"/>
                            </a:rPr>
                          </m:ctrlPr>
                        </m:dPr>
                        <m:e>
                          <m:r>
                            <a:rPr kumimoji="1" lang="en-US" altLang="zh-CN" sz="2400" b="0" i="1" smtClean="0">
                              <a:latin typeface="Cambria Math" panose="02040503050406030204" pitchFamily="18" charset="0"/>
                              <a:ea typeface="Cambria Math" panose="02040503050406030204" pitchFamily="18" charset="0"/>
                            </a:rPr>
                            <m:t>𝐵</m:t>
                          </m:r>
                        </m:e>
                      </m:d>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𝑃</m:t>
                      </m:r>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𝐴𝐵</m:t>
                      </m:r>
                      <m:r>
                        <a:rPr kumimoji="1" lang="en-US" altLang="zh-CN" sz="2400" b="0" i="1" smtClean="0">
                          <a:latin typeface="Cambria Math" panose="02040503050406030204" pitchFamily="18" charset="0"/>
                          <a:ea typeface="Cambria Math" panose="02040503050406030204" pitchFamily="18" charset="0"/>
                        </a:rPr>
                        <m:t>) </m:t>
                      </m:r>
                    </m:oMath>
                  </m:oMathPara>
                </a14:m>
                <a:endParaRPr kumimoji="1" lang="zh-CN" altLang="en-US" sz="2400" dirty="0"/>
              </a:p>
              <a:p>
                <a:pPr>
                  <a:lnSpc>
                    <a:spcPct val="150000"/>
                  </a:lnSpc>
                </a:pPr>
                <a:endParaRPr kumimoji="1" lang="zh-CN" altLang="en-US" sz="2400" dirty="0"/>
              </a:p>
            </p:txBody>
          </p:sp>
        </mc:Choice>
        <mc:Fallback xmlns="">
          <p:sp>
            <p:nvSpPr>
              <p:cNvPr id="9" name="文本框 8">
                <a:extLst>
                  <a:ext uri="{FF2B5EF4-FFF2-40B4-BE49-F238E27FC236}">
                    <a16:creationId xmlns:a16="http://schemas.microsoft.com/office/drawing/2014/main" id="{EC5600A5-34C1-AC70-B2F9-072C7B7B6BDC}"/>
                  </a:ext>
                </a:extLst>
              </p:cNvPr>
              <p:cNvSpPr txBox="1">
                <a:spLocks noRot="1" noChangeAspect="1" noMove="1" noResize="1" noEditPoints="1" noAdjustHandles="1" noChangeArrowheads="1" noChangeShapeType="1" noTextEdit="1"/>
              </p:cNvSpPr>
              <p:nvPr/>
            </p:nvSpPr>
            <p:spPr>
              <a:xfrm>
                <a:off x="914400" y="3098615"/>
                <a:ext cx="4847417" cy="2795958"/>
              </a:xfrm>
              <a:prstGeom prst="rect">
                <a:avLst/>
              </a:prstGeom>
              <a:blipFill>
                <a:blip r:embed="rId12"/>
                <a:stretch>
                  <a:fillRect l="-262"/>
                </a:stretch>
              </a:blipFill>
            </p:spPr>
            <p:txBody>
              <a:bodyPr/>
              <a:lstStyle/>
              <a:p>
                <a:r>
                  <a:rPr lang="zh-CN" altLang="en-US">
                    <a:noFill/>
                  </a:rPr>
                  <a:t> </a:t>
                </a:r>
              </a:p>
            </p:txBody>
          </p:sp>
        </mc:Fallback>
      </mc:AlternateContent>
      <p:grpSp>
        <p:nvGrpSpPr>
          <p:cNvPr id="11" name="组合 10"/>
          <p:cNvGrpSpPr/>
          <p:nvPr>
            <p:custDataLst>
              <p:tags r:id="rId4"/>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60DC277F-EC7F-D8E4-A530-85F2514F5524}"/>
                </a:ext>
              </a:extLst>
            </p:cNvPr>
            <p:cNvSpPr/>
            <p:nvPr>
              <p:custDataLst>
                <p:tags r:id="rId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A92D15AB-423B-397C-E9F3-798BE1544C49}"/>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C2BF1C90-4B30-E0EC-4559-75BEA8121504}"/>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2" name="TipText">
              <a:extLst>
                <a:ext uri="{FF2B5EF4-FFF2-40B4-BE49-F238E27FC236}">
                  <a16:creationId xmlns:a16="http://schemas.microsoft.com/office/drawing/2014/main" id="{F5DA8C69-9068-3CB7-62FE-1D54E9BE9E3E}"/>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kumimoji="1"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kumimoji="1"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0BCCD05E-BF5F-418D-30FC-4191AF0F0A10}"/>
              </a:ext>
            </a:extLst>
          </p:cNvPr>
          <p:cNvPicPr>
            <a:picLocks/>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2244614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CA8E25-9776-0689-B3ED-2848E3AB9837}"/>
              </a:ext>
            </a:extLst>
          </p:cNvPr>
          <p:cNvSpPr txBox="1"/>
          <p:nvPr>
            <p:custDataLst>
              <p:tags r:id="rId2"/>
            </p:custDataLst>
          </p:nvPr>
        </p:nvSpPr>
        <p:spPr>
          <a:xfrm>
            <a:off x="914400" y="635000"/>
            <a:ext cx="8102600" cy="2143125"/>
          </a:xfrm>
          <a:prstGeom prst="rect">
            <a:avLst/>
          </a:prstGeom>
          <a:noFill/>
        </p:spPr>
        <p:txBody>
          <a:bodyPr vert="horz" wrap="square" rtlCol="0" anchor="ctr" anchorCtr="0">
            <a:noAutofit/>
          </a:bodyPr>
          <a:lstStyle/>
          <a:p>
            <a:r>
              <a:rPr lang="zh-CN" altLang="en-US" sz="2600" b="1" dirty="0">
                <a:solidFill>
                  <a:srgbClr val="031993"/>
                </a:solidFill>
                <a:ea typeface="楷体" panose="02010609060101010101" pitchFamily="49" charset="-122"/>
                <a:sym typeface="Microsoft Yahei" panose="020B0503020204020204" pitchFamily="34" charset="-122"/>
              </a:rPr>
              <a:t>在一次试验中，事件</a:t>
            </a:r>
            <a:r>
              <a:rPr lang="en-US" altLang="zh-CN" sz="2600" b="1" i="1" dirty="0">
                <a:solidFill>
                  <a:srgbClr val="031993"/>
                </a:solidFill>
                <a:ea typeface="楷体" panose="02010609060101010101" pitchFamily="49" charset="-122"/>
                <a:sym typeface="Microsoft Yahei" panose="020B0503020204020204" pitchFamily="34" charset="-122"/>
              </a:rPr>
              <a:t>A</a:t>
            </a:r>
            <a:r>
              <a:rPr lang="zh-CN" altLang="en-US" sz="2600" b="1" dirty="0">
                <a:solidFill>
                  <a:srgbClr val="031993"/>
                </a:solidFill>
                <a:ea typeface="楷体" panose="02010609060101010101" pitchFamily="49" charset="-122"/>
                <a:sym typeface="Microsoft Yahei" panose="020B0503020204020204" pitchFamily="34" charset="-122"/>
              </a:rPr>
              <a:t>发生了，事件</a:t>
            </a:r>
            <a:r>
              <a:rPr lang="en-US" altLang="zh-CN" sz="2600" b="1" i="1" dirty="0">
                <a:solidFill>
                  <a:srgbClr val="031993"/>
                </a:solidFill>
                <a:ea typeface="楷体" panose="02010609060101010101" pitchFamily="49" charset="-122"/>
                <a:sym typeface="Microsoft Yahei" panose="020B0503020204020204" pitchFamily="34" charset="-122"/>
              </a:rPr>
              <a:t>B</a:t>
            </a:r>
            <a:r>
              <a:rPr lang="zh-CN" altLang="en-US" sz="2600" b="1" dirty="0">
                <a:solidFill>
                  <a:srgbClr val="031993"/>
                </a:solidFill>
                <a:ea typeface="楷体" panose="02010609060101010101" pitchFamily="49" charset="-122"/>
                <a:sym typeface="Microsoft Yahei" panose="020B0503020204020204" pitchFamily="34" charset="-122"/>
              </a:rPr>
              <a:t>还有可能发生吗？</a:t>
            </a:r>
          </a:p>
        </p:txBody>
      </p:sp>
      <p:sp>
        <p:nvSpPr>
          <p:cNvPr id="5" name="文本框 4">
            <a:extLst>
              <a:ext uri="{FF2B5EF4-FFF2-40B4-BE49-F238E27FC236}">
                <a16:creationId xmlns:a16="http://schemas.microsoft.com/office/drawing/2014/main" id="{280BDA9C-DC33-77FC-2E25-7987D1BDE2BE}"/>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可能</a:t>
            </a:r>
          </a:p>
        </p:txBody>
      </p:sp>
      <p:sp>
        <p:nvSpPr>
          <p:cNvPr id="6" name="文本框 5">
            <a:extLst>
              <a:ext uri="{FF2B5EF4-FFF2-40B4-BE49-F238E27FC236}">
                <a16:creationId xmlns:a16="http://schemas.microsoft.com/office/drawing/2014/main" id="{4B8374E4-282C-2FA4-BC9A-13296F965E9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不可能</a:t>
            </a:r>
          </a:p>
        </p:txBody>
      </p:sp>
      <p:sp>
        <p:nvSpPr>
          <p:cNvPr id="7" name="文本框 6">
            <a:extLst>
              <a:ext uri="{FF2B5EF4-FFF2-40B4-BE49-F238E27FC236}">
                <a16:creationId xmlns:a16="http://schemas.microsoft.com/office/drawing/2014/main" id="{6C748415-339F-8BFD-7763-F5B69A925453}"/>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分情况</a:t>
            </a:r>
          </a:p>
        </p:txBody>
      </p:sp>
      <p:sp>
        <p:nvSpPr>
          <p:cNvPr id="9" name="椭圆 8">
            <a:extLst>
              <a:ext uri="{FF2B5EF4-FFF2-40B4-BE49-F238E27FC236}">
                <a16:creationId xmlns:a16="http://schemas.microsoft.com/office/drawing/2014/main" id="{C4630613-839F-2997-2178-04854A69523F}"/>
              </a:ext>
            </a:extLst>
          </p:cNvPr>
          <p:cNvSpPr>
            <a:spLocks noChangeAspect="1"/>
          </p:cNvSpPr>
          <p:nvPr>
            <p:custDataLst>
              <p:tags r:id="rId6"/>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9EEB27E1-C954-D416-597B-92D0C5DF618A}"/>
              </a:ext>
            </a:extLst>
          </p:cNvPr>
          <p:cNvSpPr>
            <a:spLocks noChangeAspect="1"/>
          </p:cNvSpPr>
          <p:nvPr>
            <p:custDataLst>
              <p:tags r:id="rId7"/>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F989E8BF-1E52-6FCB-1EA4-05CCCB8A0773}"/>
              </a:ext>
            </a:extLst>
          </p:cNvPr>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C8FD42C8-69A9-F702-6019-C5F61418E04F}"/>
              </a:ext>
            </a:extLst>
          </p:cNvPr>
          <p:cNvSpPr/>
          <p:nvPr>
            <p:custDataLst>
              <p:tags r:id="rId9"/>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8" name="组合 7">
            <a:extLst>
              <a:ext uri="{FF2B5EF4-FFF2-40B4-BE49-F238E27FC236}">
                <a16:creationId xmlns:a16="http://schemas.microsoft.com/office/drawing/2014/main" id="{A16CF17E-FBB1-F29B-AC17-1E0ECED3BF68}"/>
              </a:ext>
            </a:extLst>
          </p:cNvPr>
          <p:cNvGrpSpPr/>
          <p:nvPr>
            <p:custDataLst>
              <p:tags r:id="rId10"/>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A58F2F09-CA2D-7D24-F557-3F82412ADF46}"/>
                </a:ext>
              </a:extLst>
            </p:cNvPr>
            <p:cNvSpPr/>
            <p:nvPr>
              <p:custDataLst>
                <p:tags r:id="rId12"/>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F4396659-F6C9-DC27-3BC1-626220D2933B}"/>
                </a:ext>
              </a:extLst>
            </p:cNvPr>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2028EE01-676E-0DA7-B6C8-E9AB04AFF8FD}"/>
                </a:ext>
              </a:extLst>
            </p:cNvPr>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 name="TipText">
              <a:extLst>
                <a:ext uri="{FF2B5EF4-FFF2-40B4-BE49-F238E27FC236}">
                  <a16:creationId xmlns:a16="http://schemas.microsoft.com/office/drawing/2014/main" id="{C273E5A0-391B-F276-D3F6-18A35997E0DA}"/>
                </a:ext>
              </a:extLst>
            </p:cNvPr>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kumimoji="1"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8D03238F-286E-F0AC-0B8C-F7DC4B015B52}"/>
              </a:ext>
            </a:extLst>
          </p:cNvPr>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306326107"/>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56B035B-29B3-4D07-F1FC-4819770B93C9}"/>
              </a:ext>
            </a:extLst>
          </p:cNvPr>
          <p:cNvSpPr txBox="1"/>
          <p:nvPr>
            <p:custDataLst>
              <p:tags r:id="rId2"/>
            </p:custDataLst>
          </p:nvPr>
        </p:nvSpPr>
        <p:spPr>
          <a:xfrm>
            <a:off x="914399" y="635000"/>
            <a:ext cx="7832309" cy="2143125"/>
          </a:xfrm>
          <a:prstGeom prst="rect">
            <a:avLst/>
          </a:prstGeom>
          <a:noFill/>
        </p:spPr>
        <p:txBody>
          <a:bodyPr vert="horz" wrap="square" rtlCol="0" anchor="ctr" anchorCtr="0">
            <a:noAutofit/>
          </a:bodyPr>
          <a:lstStyle/>
          <a:p>
            <a:pPr>
              <a:lnSpc>
                <a:spcPct val="150000"/>
              </a:lnSpc>
            </a:pPr>
            <a:r>
              <a:rPr lang="zh-CN" altLang="en-US" sz="2600" b="1" dirty="0">
                <a:solidFill>
                  <a:srgbClr val="031993"/>
                </a:solidFill>
                <a:ea typeface="楷体" panose="02010609060101010101" pitchFamily="49" charset="-122"/>
                <a:sym typeface="Microsoft Yahei" panose="020B0503020204020204" pitchFamily="34" charset="-122"/>
              </a:rPr>
              <a:t>在一次试验中，事件</a:t>
            </a:r>
            <a:r>
              <a:rPr lang="en-US" altLang="zh-CN" sz="2600" b="1" i="1" dirty="0">
                <a:solidFill>
                  <a:srgbClr val="031993"/>
                </a:solidFill>
                <a:ea typeface="楷体" panose="02010609060101010101" pitchFamily="49" charset="-122"/>
                <a:sym typeface="Microsoft Yahei" panose="020B0503020204020204" pitchFamily="34" charset="-122"/>
              </a:rPr>
              <a:t>A</a:t>
            </a:r>
            <a:r>
              <a:rPr lang="zh-CN" altLang="en-US" sz="2600" b="1" dirty="0">
                <a:solidFill>
                  <a:srgbClr val="031993"/>
                </a:solidFill>
                <a:ea typeface="楷体" panose="02010609060101010101" pitchFamily="49" charset="-122"/>
                <a:sym typeface="Microsoft Yahei" panose="020B0503020204020204" pitchFamily="34" charset="-122"/>
              </a:rPr>
              <a:t>发生了，会影响事件</a:t>
            </a:r>
            <a:r>
              <a:rPr lang="en-US" altLang="zh-CN" sz="2600" b="1" i="1" dirty="0">
                <a:solidFill>
                  <a:srgbClr val="031993"/>
                </a:solidFill>
                <a:ea typeface="楷体" panose="02010609060101010101" pitchFamily="49" charset="-122"/>
                <a:sym typeface="Microsoft Yahei" panose="020B0503020204020204" pitchFamily="34" charset="-122"/>
              </a:rPr>
              <a:t>B</a:t>
            </a:r>
            <a:r>
              <a:rPr lang="zh-CN" altLang="en-US" sz="2600" b="1" dirty="0">
                <a:solidFill>
                  <a:srgbClr val="031993"/>
                </a:solidFill>
                <a:ea typeface="楷体" panose="02010609060101010101" pitchFamily="49" charset="-122"/>
                <a:sym typeface="Microsoft Yahei" panose="020B0503020204020204" pitchFamily="34" charset="-122"/>
              </a:rPr>
              <a:t>的发生的可能性吗？</a:t>
            </a:r>
          </a:p>
        </p:txBody>
      </p:sp>
      <p:sp>
        <p:nvSpPr>
          <p:cNvPr id="5" name="文本框 4">
            <a:extLst>
              <a:ext uri="{FF2B5EF4-FFF2-40B4-BE49-F238E27FC236}">
                <a16:creationId xmlns:a16="http://schemas.microsoft.com/office/drawing/2014/main" id="{3FC2DA10-0DFD-F3A3-A1B7-710C8D4E3167}"/>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会</a:t>
            </a:r>
          </a:p>
        </p:txBody>
      </p:sp>
      <p:sp>
        <p:nvSpPr>
          <p:cNvPr id="6" name="文本框 5">
            <a:extLst>
              <a:ext uri="{FF2B5EF4-FFF2-40B4-BE49-F238E27FC236}">
                <a16:creationId xmlns:a16="http://schemas.microsoft.com/office/drawing/2014/main" id="{458D348F-D464-91D9-AA5C-D586556DBAEC}"/>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不会</a:t>
            </a:r>
          </a:p>
        </p:txBody>
      </p:sp>
      <p:sp>
        <p:nvSpPr>
          <p:cNvPr id="7" name="文本框 6">
            <a:extLst>
              <a:ext uri="{FF2B5EF4-FFF2-40B4-BE49-F238E27FC236}">
                <a16:creationId xmlns:a16="http://schemas.microsoft.com/office/drawing/2014/main" id="{8927EEB9-2EF7-9973-8A8C-E73D8B638E0F}"/>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b="1" dirty="0">
                <a:solidFill>
                  <a:srgbClr val="031993"/>
                </a:solidFill>
                <a:latin typeface="KaiTi" panose="02010609060101010101" pitchFamily="49" charset="-122"/>
                <a:ea typeface="KaiTi" panose="02010609060101010101" pitchFamily="49" charset="-122"/>
                <a:sym typeface="Microsoft Yahei" panose="020B0503020204020204" pitchFamily="34" charset="-122"/>
              </a:rPr>
              <a:t>分情况</a:t>
            </a:r>
          </a:p>
        </p:txBody>
      </p:sp>
      <p:sp>
        <p:nvSpPr>
          <p:cNvPr id="9" name="椭圆 8">
            <a:extLst>
              <a:ext uri="{FF2B5EF4-FFF2-40B4-BE49-F238E27FC236}">
                <a16:creationId xmlns:a16="http://schemas.microsoft.com/office/drawing/2014/main" id="{E865318A-1E6B-0659-AE4F-8A97D621E957}"/>
              </a:ext>
            </a:extLst>
          </p:cNvPr>
          <p:cNvSpPr>
            <a:spLocks noChangeAspect="1"/>
          </p:cNvSpPr>
          <p:nvPr>
            <p:custDataLst>
              <p:tags r:id="rId6"/>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510DE646-EFE0-84AD-BB8C-29774545CCA9}"/>
              </a:ext>
            </a:extLst>
          </p:cNvPr>
          <p:cNvSpPr>
            <a:spLocks noChangeAspect="1"/>
          </p:cNvSpPr>
          <p:nvPr>
            <p:custDataLst>
              <p:tags r:id="rId7"/>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4E0D93E4-CAE7-5CEF-E6B4-9F6437AA28BB}"/>
              </a:ext>
            </a:extLst>
          </p:cNvPr>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D1C57C1C-F874-A2F4-44FF-412CA3D69E4E}"/>
              </a:ext>
            </a:extLst>
          </p:cNvPr>
          <p:cNvSpPr/>
          <p:nvPr>
            <p:custDataLst>
              <p:tags r:id="rId9"/>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 name="组合 1"/>
          <p:cNvGrpSpPr/>
          <p:nvPr>
            <p:custDataLst>
              <p:tags r:id="rId10"/>
            </p:custDataLst>
          </p:nvPr>
        </p:nvGrpSpPr>
        <p:grpSpPr>
          <a:xfrm>
            <a:off x="0" y="0"/>
            <a:ext cx="9144000" cy="635000"/>
            <a:chOff x="0" y="0"/>
            <a:chExt cx="9144000" cy="635000"/>
          </a:xfrm>
        </p:grpSpPr>
        <p:sp>
          <p:nvSpPr>
            <p:cNvPr id="14" name="TitleBackground">
              <a:extLst>
                <a:ext uri="{FF2B5EF4-FFF2-40B4-BE49-F238E27FC236}">
                  <a16:creationId xmlns:a16="http://schemas.microsoft.com/office/drawing/2014/main" id="{52272215-F6A9-6B6B-AA65-657D55676E3D}"/>
                </a:ext>
              </a:extLst>
            </p:cNvPr>
            <p:cNvSpPr/>
            <p:nvPr>
              <p:custDataLst>
                <p:tags r:id="rId12"/>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1209E89A-12C9-65CD-CCF6-CE763C56E78A}"/>
                </a:ext>
              </a:extLst>
            </p:cNvPr>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4EF63596-0B8C-85B4-ADA6-44D49AD9CF11}"/>
                </a:ext>
              </a:extLst>
            </p:cNvPr>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2" name="TipText">
              <a:extLst>
                <a:ext uri="{FF2B5EF4-FFF2-40B4-BE49-F238E27FC236}">
                  <a16:creationId xmlns:a16="http://schemas.microsoft.com/office/drawing/2014/main" id="{8E1AFDB5-A570-3A14-28C9-A3FA0A3F77E6}"/>
                </a:ext>
              </a:extLst>
            </p:cNvPr>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kumimoji="1"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kumimoji="1"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kumimoji="1"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C590454E-A27D-3290-8B88-ADDE73CD727F}"/>
              </a:ext>
            </a:extLst>
          </p:cNvPr>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689809911"/>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747CE4A-E12B-B940-90DE-E7992E2FF134}"/>
              </a:ext>
            </a:extLst>
          </p:cNvPr>
          <p:cNvSpPr/>
          <p:nvPr/>
        </p:nvSpPr>
        <p:spPr>
          <a:xfrm>
            <a:off x="585988" y="1393223"/>
            <a:ext cx="8755719" cy="2999347"/>
          </a:xfrm>
          <a:prstGeom prst="rect">
            <a:avLst/>
          </a:prstGeom>
        </p:spPr>
        <p:txBody>
          <a:bodyPr wrap="square">
            <a:spAutoFit/>
          </a:bodyPr>
          <a:lstStyle/>
          <a:p>
            <a:pPr>
              <a:lnSpc>
                <a:spcPct val="150000"/>
              </a:lnSpc>
            </a:pPr>
            <a:r>
              <a:rPr lang="zh-CN" altLang="en-US" sz="2600" b="1" dirty="0">
                <a:solidFill>
                  <a:srgbClr val="011893"/>
                </a:solidFill>
                <a:latin typeface="KaiTi" panose="02010609060101010101" pitchFamily="49" charset="-122"/>
                <a:ea typeface="KaiTi" panose="02010609060101010101" pitchFamily="49" charset="-122"/>
                <a:cs typeface="+mj-cs"/>
              </a:rPr>
              <a:t>一个家庭中有两个小孩，问两个都是女孩的概率是多少</a:t>
            </a:r>
            <a:r>
              <a:rPr lang="en-US" altLang="zh-CN" sz="2600" b="1" dirty="0">
                <a:solidFill>
                  <a:srgbClr val="011893"/>
                </a:solidFill>
                <a:latin typeface="KaiTi" panose="02010609060101010101" pitchFamily="49" charset="-122"/>
                <a:ea typeface="KaiTi" panose="02010609060101010101" pitchFamily="49" charset="-122"/>
                <a:cs typeface="+mj-cs"/>
              </a:rPr>
              <a:t>?</a:t>
            </a:r>
          </a:p>
          <a:p>
            <a:pPr>
              <a:lnSpc>
                <a:spcPct val="150000"/>
              </a:lnSpc>
            </a:pPr>
            <a:r>
              <a:rPr lang="en-US" altLang="zh-CN" sz="2600" b="1" dirty="0">
                <a:solidFill>
                  <a:srgbClr val="011893"/>
                </a:solidFill>
                <a:latin typeface="KaiTi" panose="02010609060101010101" pitchFamily="49" charset="-122"/>
                <a:ea typeface="KaiTi" panose="02010609060101010101" pitchFamily="49" charset="-122"/>
                <a:cs typeface="+mj-cs"/>
              </a:rPr>
              <a:t>(</a:t>
            </a:r>
            <a:r>
              <a:rPr lang="zh-CN" altLang="en-US" sz="2600" b="1" dirty="0">
                <a:solidFill>
                  <a:srgbClr val="011893"/>
                </a:solidFill>
                <a:latin typeface="KaiTi" panose="02010609060101010101" pitchFamily="49" charset="-122"/>
                <a:ea typeface="KaiTi" panose="02010609060101010101" pitchFamily="49" charset="-122"/>
                <a:cs typeface="+mj-cs"/>
              </a:rPr>
              <a:t>假定男孩、女孩出生是等可能的</a:t>
            </a:r>
            <a:r>
              <a:rPr lang="en-US" altLang="zh-CN" sz="2600" b="1" dirty="0">
                <a:solidFill>
                  <a:srgbClr val="011893"/>
                </a:solidFill>
                <a:latin typeface="KaiTi" panose="02010609060101010101" pitchFamily="49" charset="-122"/>
                <a:ea typeface="KaiTi" panose="02010609060101010101" pitchFamily="49" charset="-122"/>
                <a:cs typeface="+mj-cs"/>
              </a:rPr>
              <a:t>)</a:t>
            </a:r>
          </a:p>
          <a:p>
            <a:pPr>
              <a:lnSpc>
                <a:spcPct val="150000"/>
              </a:lnSpc>
            </a:pPr>
            <a:endParaRPr lang="en-US" altLang="zh-CN" sz="2600" b="1" u="sng" dirty="0">
              <a:solidFill>
                <a:srgbClr val="0000FF"/>
              </a:solidFill>
              <a:latin typeface="KaiTi" panose="02010609060101010101" pitchFamily="49" charset="-122"/>
              <a:ea typeface="KaiTi" panose="02010609060101010101" pitchFamily="49" charset="-122"/>
              <a:cs typeface="Times New Roman" panose="02020603050405020304" pitchFamily="18" charset="0"/>
            </a:endParaRPr>
          </a:p>
          <a:p>
            <a:pPr>
              <a:lnSpc>
                <a:spcPct val="150000"/>
              </a:lnSpc>
            </a:pPr>
            <a:r>
              <a:rPr lang="en-US" altLang="zh-CN" sz="2600" b="1" u="sng" dirty="0">
                <a:solidFill>
                  <a:srgbClr val="0000FF"/>
                </a:solidFill>
                <a:latin typeface="KaiTi" panose="02010609060101010101" pitchFamily="49" charset="-122"/>
                <a:ea typeface="KaiTi" panose="02010609060101010101" pitchFamily="49" charset="-122"/>
                <a:cs typeface="Times New Roman" panose="02020603050405020304" pitchFamily="18" charset="0"/>
              </a:rPr>
              <a:t/>
            </a:r>
            <a:br>
              <a:rPr lang="en-US" altLang="zh-CN" sz="2600" b="1" u="sng" dirty="0">
                <a:solidFill>
                  <a:srgbClr val="0000FF"/>
                </a:solidFill>
                <a:latin typeface="KaiTi" panose="02010609060101010101" pitchFamily="49" charset="-122"/>
                <a:ea typeface="KaiTi" panose="02010609060101010101" pitchFamily="49" charset="-122"/>
                <a:cs typeface="Times New Roman" panose="02020603050405020304" pitchFamily="18" charset="0"/>
              </a:rPr>
            </a:br>
            <a:endParaRPr lang="zh-CN" altLang="en-US" sz="2600" b="1" u="sng" dirty="0">
              <a:solidFill>
                <a:srgbClr val="0000FF"/>
              </a:solidFill>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0AB911C-9B12-B64A-ADDF-D26EC43EDCA0}"/>
                  </a:ext>
                </a:extLst>
              </p:cNvPr>
              <p:cNvSpPr/>
              <p:nvPr/>
            </p:nvSpPr>
            <p:spPr>
              <a:xfrm>
                <a:off x="571499" y="3170999"/>
                <a:ext cx="8495496" cy="2492990"/>
              </a:xfrm>
              <a:prstGeom prst="rect">
                <a:avLst/>
              </a:prstGeom>
            </p:spPr>
            <p:txBody>
              <a:bodyPr wrap="square">
                <a:spAutoFit/>
              </a:bodyPr>
              <a:lstStyle/>
              <a:p>
                <a:pPr>
                  <a:lnSpc>
                    <a:spcPct val="150000"/>
                  </a:lnSpc>
                </a:pPr>
                <a14:m>
                  <m:oMath xmlns:m="http://schemas.openxmlformats.org/officeDocument/2006/math">
                    <m:r>
                      <a:rPr lang="en-US" altLang="zh-CN" sz="2600" b="1" dirty="0">
                        <a:solidFill>
                          <a:srgbClr val="011893"/>
                        </a:solidFill>
                        <a:latin typeface="Cambria Math" panose="02040503050406030204" pitchFamily="18" charset="0"/>
                        <a:ea typeface="KaiTi" panose="02010609060101010101" pitchFamily="49" charset="-122"/>
                        <a:cs typeface="+mj-cs"/>
                      </a:rPr>
                      <m:t>𝑺</m:t>
                    </m:r>
                  </m:oMath>
                </a14:m>
                <a:r>
                  <a:rPr lang="en-US" altLang="zh-CN" sz="2600" b="1" dirty="0">
                    <a:solidFill>
                      <a:srgbClr val="011893"/>
                    </a:solidFill>
                    <a:latin typeface="KaiTi" panose="02010609060101010101" pitchFamily="49" charset="-122"/>
                    <a:ea typeface="KaiTi" panose="02010609060101010101" pitchFamily="49" charset="-122"/>
                    <a:cs typeface="+mj-cs"/>
                  </a:rPr>
                  <a:t> = { (</a:t>
                </a:r>
                <a:r>
                  <a:rPr lang="zh-CN" altLang="en-US" sz="2600" b="1" dirty="0">
                    <a:solidFill>
                      <a:srgbClr val="011893"/>
                    </a:solidFill>
                    <a:latin typeface="KaiTi" panose="02010609060101010101" pitchFamily="49" charset="-122"/>
                    <a:ea typeface="KaiTi" panose="02010609060101010101" pitchFamily="49" charset="-122"/>
                    <a:cs typeface="+mj-cs"/>
                  </a:rPr>
                  <a:t>兄，弟</a:t>
                </a:r>
                <a:r>
                  <a:rPr lang="en-US" altLang="zh-CN" sz="2600" b="1" dirty="0">
                    <a:solidFill>
                      <a:srgbClr val="011893"/>
                    </a:solidFill>
                    <a:latin typeface="KaiTi" panose="02010609060101010101" pitchFamily="49" charset="-122"/>
                    <a:ea typeface="KaiTi" panose="02010609060101010101" pitchFamily="49" charset="-122"/>
                    <a:cs typeface="+mj-cs"/>
                  </a:rPr>
                  <a:t>)</a:t>
                </a:r>
                <a:r>
                  <a:rPr lang="zh-CN" altLang="en-US" sz="2600" b="1" dirty="0">
                    <a:solidFill>
                      <a:srgbClr val="011893"/>
                    </a:solidFill>
                    <a:latin typeface="KaiTi" panose="02010609060101010101" pitchFamily="49" charset="-122"/>
                    <a:ea typeface="KaiTi" panose="02010609060101010101" pitchFamily="49" charset="-122"/>
                    <a:cs typeface="+mj-cs"/>
                  </a:rPr>
                  <a:t>，</a:t>
                </a:r>
                <a:r>
                  <a:rPr lang="en-US" altLang="zh-CN" sz="2600" b="1" dirty="0">
                    <a:solidFill>
                      <a:srgbClr val="011893"/>
                    </a:solidFill>
                    <a:latin typeface="KaiTi" panose="02010609060101010101" pitchFamily="49" charset="-122"/>
                    <a:ea typeface="KaiTi" panose="02010609060101010101" pitchFamily="49" charset="-122"/>
                    <a:cs typeface="+mj-cs"/>
                  </a:rPr>
                  <a:t>(</a:t>
                </a:r>
                <a:r>
                  <a:rPr lang="zh-CN" altLang="en-US" sz="2600" b="1" dirty="0">
                    <a:solidFill>
                      <a:srgbClr val="011893"/>
                    </a:solidFill>
                    <a:latin typeface="KaiTi" panose="02010609060101010101" pitchFamily="49" charset="-122"/>
                    <a:ea typeface="KaiTi" panose="02010609060101010101" pitchFamily="49" charset="-122"/>
                    <a:cs typeface="+mj-cs"/>
                  </a:rPr>
                  <a:t>兄，妹</a:t>
                </a:r>
                <a:r>
                  <a:rPr lang="en-US" altLang="zh-CN" sz="2600" b="1" dirty="0">
                    <a:solidFill>
                      <a:srgbClr val="011893"/>
                    </a:solidFill>
                    <a:latin typeface="KaiTi" panose="02010609060101010101" pitchFamily="49" charset="-122"/>
                    <a:ea typeface="KaiTi" panose="02010609060101010101" pitchFamily="49" charset="-122"/>
                    <a:cs typeface="+mj-cs"/>
                  </a:rPr>
                  <a:t>)</a:t>
                </a:r>
                <a:r>
                  <a:rPr lang="zh-CN" altLang="en-US" sz="2600" b="1" dirty="0">
                    <a:solidFill>
                      <a:srgbClr val="011893"/>
                    </a:solidFill>
                    <a:latin typeface="KaiTi" panose="02010609060101010101" pitchFamily="49" charset="-122"/>
                    <a:ea typeface="KaiTi" panose="02010609060101010101" pitchFamily="49" charset="-122"/>
                    <a:cs typeface="+mj-cs"/>
                  </a:rPr>
                  <a:t>，</a:t>
                </a:r>
                <a:r>
                  <a:rPr lang="en-US" altLang="zh-CN" sz="2600" b="1" dirty="0">
                    <a:solidFill>
                      <a:srgbClr val="011893"/>
                    </a:solidFill>
                    <a:latin typeface="KaiTi" panose="02010609060101010101" pitchFamily="49" charset="-122"/>
                    <a:ea typeface="KaiTi" panose="02010609060101010101" pitchFamily="49" charset="-122"/>
                    <a:cs typeface="+mj-cs"/>
                  </a:rPr>
                  <a:t>(</a:t>
                </a:r>
                <a:r>
                  <a:rPr lang="zh-CN" altLang="en-US" sz="2600" b="1" dirty="0">
                    <a:solidFill>
                      <a:srgbClr val="011893"/>
                    </a:solidFill>
                    <a:latin typeface="KaiTi" panose="02010609060101010101" pitchFamily="49" charset="-122"/>
                    <a:ea typeface="KaiTi" panose="02010609060101010101" pitchFamily="49" charset="-122"/>
                    <a:cs typeface="+mj-cs"/>
                  </a:rPr>
                  <a:t>姐，弟</a:t>
                </a:r>
                <a:r>
                  <a:rPr lang="en-US" altLang="zh-CN" sz="2600" b="1" dirty="0">
                    <a:solidFill>
                      <a:srgbClr val="011893"/>
                    </a:solidFill>
                    <a:latin typeface="KaiTi" panose="02010609060101010101" pitchFamily="49" charset="-122"/>
                    <a:ea typeface="KaiTi" panose="02010609060101010101" pitchFamily="49" charset="-122"/>
                    <a:cs typeface="+mj-cs"/>
                  </a:rPr>
                  <a:t>)</a:t>
                </a:r>
                <a:r>
                  <a:rPr lang="zh-CN" altLang="en-US" sz="2600" b="1" dirty="0">
                    <a:solidFill>
                      <a:srgbClr val="011893"/>
                    </a:solidFill>
                    <a:latin typeface="KaiTi" panose="02010609060101010101" pitchFamily="49" charset="-122"/>
                    <a:ea typeface="KaiTi" panose="02010609060101010101" pitchFamily="49" charset="-122"/>
                    <a:cs typeface="+mj-cs"/>
                  </a:rPr>
                  <a:t>，</a:t>
                </a:r>
                <a:r>
                  <a:rPr lang="en-US" altLang="zh-CN" sz="2600" b="1" dirty="0">
                    <a:solidFill>
                      <a:srgbClr val="011893"/>
                    </a:solidFill>
                    <a:latin typeface="KaiTi" panose="02010609060101010101" pitchFamily="49" charset="-122"/>
                    <a:ea typeface="KaiTi" panose="02010609060101010101" pitchFamily="49" charset="-122"/>
                    <a:cs typeface="+mj-cs"/>
                  </a:rPr>
                  <a:t>(</a:t>
                </a:r>
                <a:r>
                  <a:rPr lang="zh-CN" altLang="en-US" sz="2600" b="1" dirty="0">
                    <a:solidFill>
                      <a:srgbClr val="011893"/>
                    </a:solidFill>
                    <a:latin typeface="KaiTi" panose="02010609060101010101" pitchFamily="49" charset="-122"/>
                    <a:ea typeface="KaiTi" panose="02010609060101010101" pitchFamily="49" charset="-122"/>
                    <a:cs typeface="+mj-cs"/>
                  </a:rPr>
                  <a:t>姐，妹</a:t>
                </a:r>
                <a:r>
                  <a:rPr lang="en-US" altLang="zh-CN" sz="2600" b="1" dirty="0">
                    <a:solidFill>
                      <a:srgbClr val="011893"/>
                    </a:solidFill>
                    <a:latin typeface="KaiTi" panose="02010609060101010101" pitchFamily="49" charset="-122"/>
                    <a:ea typeface="KaiTi" panose="02010609060101010101" pitchFamily="49" charset="-122"/>
                    <a:cs typeface="+mj-cs"/>
                  </a:rPr>
                  <a:t>) } </a:t>
                </a:r>
              </a:p>
              <a:p>
                <a:pPr>
                  <a:lnSpc>
                    <a:spcPct val="150000"/>
                  </a:lnSpc>
                </a:pPr>
                <a14:m>
                  <m:oMath xmlns:m="http://schemas.openxmlformats.org/officeDocument/2006/math">
                    <m:r>
                      <a:rPr lang="en-US" altLang="zh-CN" sz="2600" b="1" dirty="0">
                        <a:solidFill>
                          <a:srgbClr val="011893"/>
                        </a:solidFill>
                        <a:latin typeface="Cambria Math" panose="02040503050406030204" pitchFamily="18" charset="0"/>
                        <a:ea typeface="KaiTi" panose="02010609060101010101" pitchFamily="49" charset="-122"/>
                        <a:cs typeface="+mj-cs"/>
                      </a:rPr>
                      <m:t>𝑩</m:t>
                    </m:r>
                  </m:oMath>
                </a14:m>
                <a:r>
                  <a:rPr lang="en-US" altLang="zh-CN" sz="2600" b="1" dirty="0">
                    <a:solidFill>
                      <a:srgbClr val="011893"/>
                    </a:solidFill>
                    <a:latin typeface="KaiTi" panose="02010609060101010101" pitchFamily="49" charset="-122"/>
                    <a:ea typeface="KaiTi" panose="02010609060101010101" pitchFamily="49" charset="-122"/>
                    <a:cs typeface="+mj-cs"/>
                  </a:rPr>
                  <a:t> = { (</a:t>
                </a:r>
                <a:r>
                  <a:rPr lang="zh-CN" altLang="en-US" sz="2600" b="1" dirty="0">
                    <a:solidFill>
                      <a:srgbClr val="011893"/>
                    </a:solidFill>
                    <a:latin typeface="KaiTi" panose="02010609060101010101" pitchFamily="49" charset="-122"/>
                    <a:ea typeface="KaiTi" panose="02010609060101010101" pitchFamily="49" charset="-122"/>
                    <a:cs typeface="+mj-cs"/>
                  </a:rPr>
                  <a:t>姐，妹</a:t>
                </a:r>
                <a:r>
                  <a:rPr lang="en-US" altLang="zh-CN" sz="2600" b="1" dirty="0">
                    <a:solidFill>
                      <a:srgbClr val="011893"/>
                    </a:solidFill>
                    <a:latin typeface="KaiTi" panose="02010609060101010101" pitchFamily="49" charset="-122"/>
                    <a:ea typeface="KaiTi" panose="02010609060101010101" pitchFamily="49" charset="-122"/>
                    <a:cs typeface="+mj-cs"/>
                  </a:rPr>
                  <a:t>) } </a:t>
                </a:r>
              </a:p>
              <a:p>
                <a:pPr>
                  <a:lnSpc>
                    <a:spcPct val="150000"/>
                  </a:lnSpc>
                </a:pPr>
                <a:endParaRPr lang="zh-CN" altLang="en-US" sz="2600" b="1" dirty="0">
                  <a:solidFill>
                    <a:srgbClr val="011893"/>
                  </a:solidFill>
                  <a:latin typeface="KaiTi" panose="02010609060101010101" pitchFamily="49" charset="-122"/>
                  <a:ea typeface="KaiTi" panose="02010609060101010101" pitchFamily="49" charset="-122"/>
                  <a:cs typeface="+mj-cs"/>
                </a:endParaRPr>
              </a:p>
              <a:p>
                <a:pPr>
                  <a:lnSpc>
                    <a:spcPct val="150000"/>
                  </a:lnSpc>
                </a:pPr>
                <a14:m>
                  <m:oMathPara xmlns:m="http://schemas.openxmlformats.org/officeDocument/2006/math">
                    <m:oMathParaPr>
                      <m:jc m:val="left"/>
                    </m:oMathParaPr>
                    <m:oMath xmlns:m="http://schemas.openxmlformats.org/officeDocument/2006/math">
                      <m:r>
                        <a:rPr lang="en-US" altLang="zh-CN" sz="2600" b="1" dirty="0">
                          <a:solidFill>
                            <a:srgbClr val="011893"/>
                          </a:solidFill>
                          <a:latin typeface="Cambria Math" panose="02040503050406030204" pitchFamily="18" charset="0"/>
                          <a:ea typeface="KaiTi" panose="02010609060101010101" pitchFamily="49" charset="-122"/>
                          <a:cs typeface="+mj-cs"/>
                        </a:rPr>
                        <m:t>𝑷</m:t>
                      </m:r>
                      <m:r>
                        <a:rPr lang="en-US" altLang="zh-CN" sz="2600" b="1" dirty="0">
                          <a:solidFill>
                            <a:srgbClr val="011893"/>
                          </a:solidFill>
                          <a:latin typeface="Cambria Math" panose="02040503050406030204" pitchFamily="18" charset="0"/>
                          <a:ea typeface="KaiTi" panose="02010609060101010101" pitchFamily="49" charset="-122"/>
                          <a:cs typeface="+mj-cs"/>
                        </a:rPr>
                        <m:t>(</m:t>
                      </m:r>
                      <m:r>
                        <a:rPr lang="en-US" altLang="zh-CN" sz="2600" b="1" dirty="0">
                          <a:solidFill>
                            <a:srgbClr val="011893"/>
                          </a:solidFill>
                          <a:latin typeface="Cambria Math" panose="02040503050406030204" pitchFamily="18" charset="0"/>
                          <a:ea typeface="KaiTi" panose="02010609060101010101" pitchFamily="49" charset="-122"/>
                          <a:cs typeface="+mj-cs"/>
                        </a:rPr>
                        <m:t>𝑩</m:t>
                      </m:r>
                      <m:r>
                        <a:rPr lang="en-US" altLang="zh-CN" sz="2600" b="1" dirty="0">
                          <a:solidFill>
                            <a:srgbClr val="011893"/>
                          </a:solidFill>
                          <a:latin typeface="Cambria Math" panose="02040503050406030204" pitchFamily="18" charset="0"/>
                          <a:ea typeface="KaiTi" panose="02010609060101010101" pitchFamily="49" charset="-122"/>
                          <a:cs typeface="+mj-cs"/>
                        </a:rPr>
                        <m:t>)=</m:t>
                      </m:r>
                      <m:r>
                        <a:rPr lang="en-US" altLang="zh-CN" sz="2600" b="1" dirty="0">
                          <a:solidFill>
                            <a:srgbClr val="011893"/>
                          </a:solidFill>
                          <a:latin typeface="Cambria Math" panose="02040503050406030204" pitchFamily="18" charset="0"/>
                          <a:ea typeface="KaiTi" panose="02010609060101010101" pitchFamily="49" charset="-122"/>
                          <a:cs typeface="+mj-cs"/>
                        </a:rPr>
                        <m:t>𝟏</m:t>
                      </m:r>
                      <m:r>
                        <a:rPr lang="en-US" altLang="zh-CN" sz="2600" b="1" dirty="0">
                          <a:solidFill>
                            <a:srgbClr val="011893"/>
                          </a:solidFill>
                          <a:latin typeface="Cambria Math" panose="02040503050406030204" pitchFamily="18" charset="0"/>
                          <a:ea typeface="KaiTi" panose="02010609060101010101" pitchFamily="49" charset="-122"/>
                          <a:cs typeface="+mj-cs"/>
                        </a:rPr>
                        <m:t>/</m:t>
                      </m:r>
                      <m:r>
                        <a:rPr lang="en-US" altLang="zh-CN" sz="2600" b="1" dirty="0">
                          <a:solidFill>
                            <a:srgbClr val="011893"/>
                          </a:solidFill>
                          <a:latin typeface="Cambria Math" panose="02040503050406030204" pitchFamily="18" charset="0"/>
                          <a:ea typeface="KaiTi" panose="02010609060101010101" pitchFamily="49" charset="-122"/>
                          <a:cs typeface="+mj-cs"/>
                        </a:rPr>
                        <m:t>𝟒</m:t>
                      </m:r>
                    </m:oMath>
                  </m:oMathPara>
                </a14:m>
                <a:endParaRPr lang="zh-CN" altLang="en-US" sz="2600" b="1" dirty="0">
                  <a:solidFill>
                    <a:srgbClr val="011893"/>
                  </a:solidFill>
                  <a:latin typeface="KaiTi" panose="02010609060101010101" pitchFamily="49" charset="-122"/>
                  <a:ea typeface="KaiTi" panose="02010609060101010101" pitchFamily="49" charset="-122"/>
                  <a:cs typeface="+mj-cs"/>
                </a:endParaRPr>
              </a:p>
            </p:txBody>
          </p:sp>
        </mc:Choice>
        <mc:Fallback xmlns="">
          <p:sp>
            <p:nvSpPr>
              <p:cNvPr id="4" name="矩形 3">
                <a:extLst>
                  <a:ext uri="{FF2B5EF4-FFF2-40B4-BE49-F238E27FC236}">
                    <a16:creationId xmlns:a16="http://schemas.microsoft.com/office/drawing/2014/main" id="{B0AB911C-9B12-B64A-ADDF-D26EC43EDCA0}"/>
                  </a:ext>
                </a:extLst>
              </p:cNvPr>
              <p:cNvSpPr>
                <a:spLocks noRot="1" noChangeAspect="1" noMove="1" noResize="1" noEditPoints="1" noAdjustHandles="1" noChangeArrowheads="1" noChangeShapeType="1" noTextEdit="1"/>
              </p:cNvSpPr>
              <p:nvPr/>
            </p:nvSpPr>
            <p:spPr>
              <a:xfrm>
                <a:off x="571499" y="3170999"/>
                <a:ext cx="8495496" cy="2492990"/>
              </a:xfrm>
              <a:prstGeom prst="rect">
                <a:avLst/>
              </a:prstGeom>
              <a:blipFill>
                <a:blip r:embed="rId2"/>
                <a:stretch>
                  <a:fillRect l="-299" b="-1015"/>
                </a:stretch>
              </a:blipFill>
            </p:spPr>
            <p:txBody>
              <a:bodyPr/>
              <a:lstStyle/>
              <a:p>
                <a:r>
                  <a:rPr lang="zh-CN" altLang="en-US">
                    <a:noFill/>
                  </a:rPr>
                  <a:t> </a:t>
                </a:r>
              </a:p>
            </p:txBody>
          </p:sp>
        </mc:Fallback>
      </mc:AlternateContent>
      <p:cxnSp>
        <p:nvCxnSpPr>
          <p:cNvPr id="16" name="直线连接符 48">
            <a:extLst>
              <a:ext uri="{FF2B5EF4-FFF2-40B4-BE49-F238E27FC236}">
                <a16:creationId xmlns:a16="http://schemas.microsoft.com/office/drawing/2014/main" id="{4AA3DF76-84D9-BDEA-8D4F-1AFD4EAF4C2E}"/>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学论网--www.xuelun.me">
            <a:extLst>
              <a:ext uri="{FF2B5EF4-FFF2-40B4-BE49-F238E27FC236}">
                <a16:creationId xmlns:a16="http://schemas.microsoft.com/office/drawing/2014/main" id="{BF98C384-407D-8249-AF43-36734D815464}"/>
              </a:ext>
            </a:extLst>
          </p:cNvPr>
          <p:cNvSpPr/>
          <p:nvPr/>
        </p:nvSpPr>
        <p:spPr bwMode="auto">
          <a:xfrm>
            <a:off x="2045650" y="218363"/>
            <a:ext cx="5280613" cy="646331"/>
          </a:xfrm>
          <a:prstGeom prst="rect">
            <a:avLst/>
          </a:prstGeom>
        </p:spPr>
        <p:txBody>
          <a:bodyPr wrap="none">
            <a:spAutoFit/>
          </a:bodyPr>
          <a:lstStyle/>
          <a:p>
            <a:pPr algn="ctr">
              <a:defRPr/>
            </a:pPr>
            <a:r>
              <a:rPr lang="zh-CN" altLang="en-US" sz="3600" b="1" kern="100" dirty="0">
                <a:solidFill>
                  <a:srgbClr val="C00000"/>
                </a:solidFill>
                <a:latin typeface="Arial" panose="020B0604020202020204" pitchFamily="34" charset="0"/>
                <a:ea typeface="KaiTi" panose="02010609060101010101" pitchFamily="49" charset="-122"/>
                <a:cs typeface="Arial" panose="020B0604020202020204" pitchFamily="34" charset="0"/>
              </a:rPr>
              <a:t>引出条件概率的一个例子</a:t>
            </a:r>
          </a:p>
        </p:txBody>
      </p:sp>
    </p:spTree>
    <p:extLst>
      <p:ext uri="{BB962C8B-B14F-4D97-AF65-F5344CB8AC3E}">
        <p14:creationId xmlns:p14="http://schemas.microsoft.com/office/powerpoint/2010/main" val="335551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7188C7C-E61F-8346-9E12-90B7ED02549C}"/>
              </a:ext>
            </a:extLst>
          </p:cNvPr>
          <p:cNvSpPr/>
          <p:nvPr/>
        </p:nvSpPr>
        <p:spPr>
          <a:xfrm>
            <a:off x="449879" y="1126901"/>
            <a:ext cx="8478460" cy="1799019"/>
          </a:xfrm>
          <a:prstGeom prst="rect">
            <a:avLst/>
          </a:prstGeom>
        </p:spPr>
        <p:txBody>
          <a:bodyPr wrap="square">
            <a:spAutoFit/>
          </a:bodyPr>
          <a:lstStyle/>
          <a:p>
            <a:pPr>
              <a:lnSpc>
                <a:spcPct val="150000"/>
              </a:lnSpc>
            </a:pP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一个家庭中有两个小孩，已知至少一个是女孩，问两个都是女孩的概率是多少</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b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br>
            <a:endParaRPr lang="zh-CN" altLang="en-US" sz="2600" b="1" u="sng"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115D59C-D48A-434D-9438-A618E0E4249C}"/>
                  </a:ext>
                </a:extLst>
              </p:cNvPr>
              <p:cNvSpPr/>
              <p:nvPr/>
            </p:nvSpPr>
            <p:spPr>
              <a:xfrm>
                <a:off x="486950" y="2556980"/>
                <a:ext cx="7955541" cy="1916935"/>
              </a:xfrm>
              <a:prstGeom prst="rect">
                <a:avLst/>
              </a:prstGeom>
            </p:spPr>
            <p:txBody>
              <a:bodyPr wrap="square">
                <a:spAutoFit/>
              </a:bodyPr>
              <a:lstStyle/>
              <a:p>
                <a:pPr>
                  <a:lnSpc>
                    <a:spcPct val="114000"/>
                  </a:lnSpc>
                </a:pPr>
                <a14:m>
                  <m:oMath xmlns:m="http://schemas.openxmlformats.org/officeDocument/2006/math">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𝑺</m:t>
                    </m:r>
                  </m:oMath>
                </a14:m>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 = { (</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兄，弟</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兄，妹</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姐，弟</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姐，妹</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 }</a:t>
                </a:r>
              </a:p>
              <a:p>
                <a:pPr>
                  <a:lnSpc>
                    <a:spcPct val="114000"/>
                  </a:lnSpc>
                </a:pPr>
                <a14:m>
                  <m:oMath xmlns:m="http://schemas.openxmlformats.org/officeDocument/2006/math">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oMath>
                </a14:m>
                <a:r>
                  <a:rPr lang="en-US" altLang="zh-CN" sz="2600" b="1" i="1" dirty="0">
                    <a:solidFill>
                      <a:srgbClr val="031993"/>
                    </a:solidFill>
                    <a:latin typeface="KaiTi" panose="02010609060101010101" pitchFamily="49" charset="-122"/>
                    <a:ea typeface="KaiTi" panose="02010609060101010101" pitchFamily="49" charset="-122"/>
                    <a:cs typeface="Times New Roman" panose="02020603050405020304" pitchFamily="18" charset="0"/>
                  </a:rPr>
                  <a:t> </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 { (</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兄，妹</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姐，弟</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姐，妹</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 }  </a:t>
                </a:r>
              </a:p>
              <a:p>
                <a:pPr>
                  <a:lnSpc>
                    <a:spcPct val="114000"/>
                  </a:lnSpc>
                </a:pPr>
                <a14:m>
                  <m:oMath xmlns:m="http://schemas.openxmlformats.org/officeDocument/2006/math">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oMath>
                </a14:m>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 = { (</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姐，妹</a:t>
                </a:r>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 } </a:t>
                </a:r>
                <a:endPar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a:p>
                <a:pPr>
                  <a:lnSpc>
                    <a:spcPct val="114000"/>
                  </a:lnSpc>
                </a:pPr>
                <a14:m>
                  <m:oMathPara xmlns:m="http://schemas.openxmlformats.org/officeDocument/2006/math">
                    <m:oMathParaPr>
                      <m:jc m:val="left"/>
                    </m:oMathParaPr>
                    <m:oMath xmlns:m="http://schemas.openxmlformats.org/officeDocument/2006/math">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r>
                        <a:rPr lang="en-US" altLang="zh-CN" sz="26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𝟑</m:t>
                      </m:r>
                    </m:oMath>
                  </m:oMathPara>
                </a14:m>
                <a:endPar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9115D59C-D48A-434D-9438-A618E0E4249C}"/>
                  </a:ext>
                </a:extLst>
              </p:cNvPr>
              <p:cNvSpPr>
                <a:spLocks noRot="1" noChangeAspect="1" noMove="1" noResize="1" noEditPoints="1" noAdjustHandles="1" noChangeArrowheads="1" noChangeShapeType="1" noTextEdit="1"/>
              </p:cNvSpPr>
              <p:nvPr/>
            </p:nvSpPr>
            <p:spPr>
              <a:xfrm>
                <a:off x="486950" y="2556980"/>
                <a:ext cx="7955541" cy="1916935"/>
              </a:xfrm>
              <a:prstGeom prst="rect">
                <a:avLst/>
              </a:prstGeom>
              <a:blipFill>
                <a:blip r:embed="rId2"/>
                <a:stretch>
                  <a:fillRect l="-319" t="-3289" b="-2632"/>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AD66B2BD-F7C8-2E4B-B198-374962C4B336}"/>
              </a:ext>
            </a:extLst>
          </p:cNvPr>
          <p:cNvSpPr/>
          <p:nvPr/>
        </p:nvSpPr>
        <p:spPr>
          <a:xfrm>
            <a:off x="6670885" y="3983676"/>
            <a:ext cx="1107996" cy="369332"/>
          </a:xfrm>
          <a:prstGeom prst="rect">
            <a:avLst/>
          </a:prstGeom>
        </p:spPr>
        <p:txBody>
          <a:bodyPr wrap="none">
            <a:spAutoFit/>
          </a:bodyPr>
          <a:lstStyle/>
          <a:p>
            <a:r>
              <a:rPr lang="en-US" altLang="zh-CN" dirty="0">
                <a:latin typeface="KaiTi" panose="02010609060101010101" pitchFamily="49" charset="-122"/>
                <a:ea typeface="KaiTi" panose="02010609060101010101" pitchFamily="49" charset="-122"/>
                <a:cs typeface="Times New Roman" panose="02020603050405020304" pitchFamily="18" charset="0"/>
              </a:rPr>
              <a:t>(</a:t>
            </a:r>
            <a:r>
              <a:rPr lang="zh-CN" altLang="en-US" dirty="0">
                <a:latin typeface="KaiTi" panose="02010609060101010101" pitchFamily="49" charset="-122"/>
                <a:ea typeface="KaiTi" panose="02010609060101010101" pitchFamily="49" charset="-122"/>
                <a:cs typeface="Times New Roman" panose="02020603050405020304" pitchFamily="18" charset="0"/>
              </a:rPr>
              <a:t>兄，弟</a:t>
            </a:r>
            <a:r>
              <a:rPr lang="en-US" altLang="zh-CN" dirty="0">
                <a:latin typeface="KaiTi" panose="02010609060101010101" pitchFamily="49" charset="-122"/>
                <a:ea typeface="KaiTi" panose="02010609060101010101" pitchFamily="49" charset="-122"/>
                <a:cs typeface="Times New Roman" panose="02020603050405020304" pitchFamily="18" charset="0"/>
              </a:rPr>
              <a:t>)</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p:txBody>
      </p:sp>
      <p:sp>
        <p:nvSpPr>
          <p:cNvPr id="7" name="矩形 6">
            <a:extLst>
              <a:ext uri="{FF2B5EF4-FFF2-40B4-BE49-F238E27FC236}">
                <a16:creationId xmlns:a16="http://schemas.microsoft.com/office/drawing/2014/main" id="{6FE811B2-AA3F-494E-A101-F4043F2B10DB}"/>
              </a:ext>
            </a:extLst>
          </p:cNvPr>
          <p:cNvSpPr/>
          <p:nvPr/>
        </p:nvSpPr>
        <p:spPr>
          <a:xfrm>
            <a:off x="6709153" y="5102531"/>
            <a:ext cx="1107996" cy="369332"/>
          </a:xfrm>
          <a:prstGeom prst="rect">
            <a:avLst/>
          </a:prstGeom>
        </p:spPr>
        <p:txBody>
          <a:bodyPr wrap="none">
            <a:spAutoFit/>
          </a:bodyPr>
          <a:lstStyle/>
          <a:p>
            <a:r>
              <a:rPr lang="en-US" altLang="zh-CN" dirty="0">
                <a:latin typeface="KaiTi" panose="02010609060101010101" pitchFamily="49" charset="-122"/>
                <a:ea typeface="KaiTi" panose="02010609060101010101" pitchFamily="49" charset="-122"/>
                <a:cs typeface="Times New Roman" panose="02020603050405020304" pitchFamily="18" charset="0"/>
              </a:rPr>
              <a:t>(</a:t>
            </a:r>
            <a:r>
              <a:rPr lang="zh-CN" altLang="en-US" dirty="0">
                <a:latin typeface="KaiTi" panose="02010609060101010101" pitchFamily="49" charset="-122"/>
                <a:ea typeface="KaiTi" panose="02010609060101010101" pitchFamily="49" charset="-122"/>
                <a:cs typeface="Times New Roman" panose="02020603050405020304" pitchFamily="18" charset="0"/>
              </a:rPr>
              <a:t>兄，妹</a:t>
            </a:r>
            <a:r>
              <a:rPr lang="en-US" altLang="zh-CN" dirty="0">
                <a:latin typeface="KaiTi" panose="02010609060101010101" pitchFamily="49" charset="-122"/>
                <a:ea typeface="KaiTi" panose="02010609060101010101" pitchFamily="49" charset="-122"/>
                <a:cs typeface="Times New Roman" panose="02020603050405020304" pitchFamily="18" charset="0"/>
              </a:rPr>
              <a:t>)</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5FFA93C1-2EAA-7447-8B18-718024C6EEA8}"/>
              </a:ext>
            </a:extLst>
          </p:cNvPr>
          <p:cNvSpPr/>
          <p:nvPr/>
        </p:nvSpPr>
        <p:spPr>
          <a:xfrm>
            <a:off x="6670884" y="4606849"/>
            <a:ext cx="1107996" cy="369332"/>
          </a:xfrm>
          <a:prstGeom prst="rect">
            <a:avLst/>
          </a:prstGeom>
        </p:spPr>
        <p:txBody>
          <a:bodyPr wrap="none">
            <a:spAutoFit/>
          </a:bodyPr>
          <a:lstStyle/>
          <a:p>
            <a:r>
              <a:rPr lang="en-US" altLang="zh-CN" dirty="0">
                <a:latin typeface="KaiTi" panose="02010609060101010101" pitchFamily="49" charset="-122"/>
                <a:ea typeface="KaiTi" panose="02010609060101010101" pitchFamily="49" charset="-122"/>
                <a:cs typeface="Times New Roman" panose="02020603050405020304" pitchFamily="18" charset="0"/>
              </a:rPr>
              <a:t>(</a:t>
            </a:r>
            <a:r>
              <a:rPr lang="zh-CN" altLang="en-US" dirty="0">
                <a:latin typeface="KaiTi" panose="02010609060101010101" pitchFamily="49" charset="-122"/>
                <a:ea typeface="KaiTi" panose="02010609060101010101" pitchFamily="49" charset="-122"/>
                <a:cs typeface="Times New Roman" panose="02020603050405020304" pitchFamily="18" charset="0"/>
              </a:rPr>
              <a:t>姐，弟</a:t>
            </a:r>
            <a:r>
              <a:rPr lang="en-US" altLang="zh-CN" dirty="0">
                <a:latin typeface="KaiTi" panose="02010609060101010101" pitchFamily="49" charset="-122"/>
                <a:ea typeface="KaiTi" panose="02010609060101010101" pitchFamily="49" charset="-122"/>
                <a:cs typeface="Times New Roman" panose="02020603050405020304" pitchFamily="18" charset="0"/>
              </a:rPr>
              <a:t>)</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13F7FF10-7D53-2C4A-8A7E-91A9745AF0F1}"/>
              </a:ext>
            </a:extLst>
          </p:cNvPr>
          <p:cNvSpPr/>
          <p:nvPr/>
        </p:nvSpPr>
        <p:spPr>
          <a:xfrm>
            <a:off x="7696773" y="4840104"/>
            <a:ext cx="1107996" cy="369332"/>
          </a:xfrm>
          <a:prstGeom prst="rect">
            <a:avLst/>
          </a:prstGeom>
        </p:spPr>
        <p:txBody>
          <a:bodyPr wrap="none">
            <a:spAutoFit/>
          </a:bodyPr>
          <a:lstStyle/>
          <a:p>
            <a:r>
              <a:rPr lang="en-US" altLang="zh-CN" dirty="0">
                <a:latin typeface="KaiTi" panose="02010609060101010101" pitchFamily="49" charset="-122"/>
                <a:ea typeface="KaiTi" panose="02010609060101010101" pitchFamily="49" charset="-122"/>
                <a:cs typeface="Times New Roman" panose="02020603050405020304" pitchFamily="18" charset="0"/>
              </a:rPr>
              <a:t>(</a:t>
            </a:r>
            <a:r>
              <a:rPr lang="zh-CN" altLang="en-US" dirty="0">
                <a:latin typeface="KaiTi" panose="02010609060101010101" pitchFamily="49" charset="-122"/>
                <a:ea typeface="KaiTi" panose="02010609060101010101" pitchFamily="49" charset="-122"/>
                <a:cs typeface="Times New Roman" panose="02020603050405020304" pitchFamily="18" charset="0"/>
              </a:rPr>
              <a:t>姐，妹</a:t>
            </a:r>
            <a:r>
              <a:rPr lang="en-US" altLang="zh-CN" dirty="0">
                <a:latin typeface="KaiTi" panose="02010609060101010101" pitchFamily="49" charset="-122"/>
                <a:ea typeface="KaiTi" panose="02010609060101010101" pitchFamily="49" charset="-122"/>
                <a:cs typeface="Times New Roman" panose="02020603050405020304" pitchFamily="18" charset="0"/>
              </a:rPr>
              <a:t>)</a:t>
            </a:r>
            <a:endParaRPr lang="zh-CN" altLang="en-US" dirty="0">
              <a:latin typeface="KaiTi" panose="02010609060101010101" pitchFamily="49" charset="-122"/>
              <a:ea typeface="KaiTi" panose="02010609060101010101" pitchFamily="49" charset="-122"/>
              <a:cs typeface="Times New Roman" panose="02020603050405020304" pitchFamily="18" charset="0"/>
            </a:endParaRPr>
          </a:p>
        </p:txBody>
      </p:sp>
      <p:sp>
        <p:nvSpPr>
          <p:cNvPr id="10" name="圆角矩形 9">
            <a:extLst>
              <a:ext uri="{FF2B5EF4-FFF2-40B4-BE49-F238E27FC236}">
                <a16:creationId xmlns:a16="http://schemas.microsoft.com/office/drawing/2014/main" id="{6C77C1BB-C3D6-7B4D-B6CA-9783891FDCD4}"/>
              </a:ext>
            </a:extLst>
          </p:cNvPr>
          <p:cNvSpPr/>
          <p:nvPr/>
        </p:nvSpPr>
        <p:spPr>
          <a:xfrm>
            <a:off x="6310648" y="3763851"/>
            <a:ext cx="2691684" cy="2096036"/>
          </a:xfrm>
          <a:prstGeom prst="roundRect">
            <a:avLst>
              <a:gd name="adj" fmla="val 7824"/>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11" name="圆角矩形 10">
            <a:extLst>
              <a:ext uri="{FF2B5EF4-FFF2-40B4-BE49-F238E27FC236}">
                <a16:creationId xmlns:a16="http://schemas.microsoft.com/office/drawing/2014/main" id="{8DBF7585-74F7-D346-8C40-569E83AAE92E}"/>
              </a:ext>
            </a:extLst>
          </p:cNvPr>
          <p:cNvSpPr/>
          <p:nvPr/>
        </p:nvSpPr>
        <p:spPr>
          <a:xfrm>
            <a:off x="6542468" y="4353008"/>
            <a:ext cx="2267056" cy="1378091"/>
          </a:xfrm>
          <a:prstGeom prst="roundRect">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12" name="圆角矩形 11">
            <a:extLst>
              <a:ext uri="{FF2B5EF4-FFF2-40B4-BE49-F238E27FC236}">
                <a16:creationId xmlns:a16="http://schemas.microsoft.com/office/drawing/2014/main" id="{5D236B0B-29A1-D747-B577-4924ED685EF9}"/>
              </a:ext>
            </a:extLst>
          </p:cNvPr>
          <p:cNvSpPr/>
          <p:nvPr/>
        </p:nvSpPr>
        <p:spPr>
          <a:xfrm>
            <a:off x="7693352" y="4714506"/>
            <a:ext cx="1034978" cy="56206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096AB76-7509-FA4D-BBFD-96CAF035E83A}"/>
                  </a:ext>
                </a:extLst>
              </p:cNvPr>
              <p:cNvSpPr txBox="1"/>
              <p:nvPr/>
            </p:nvSpPr>
            <p:spPr>
              <a:xfrm>
                <a:off x="8363098" y="4254635"/>
                <a:ext cx="44820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solidFill>
                            <a:srgbClr val="0000FF"/>
                          </a:solidFill>
                          <a:latin typeface="Cambria Math" panose="02040503050406030204" pitchFamily="18" charset="0"/>
                          <a:ea typeface="KaiTi" panose="02010609060101010101" pitchFamily="49" charset="-122"/>
                          <a:cs typeface="Times New Roman" panose="02020603050405020304" pitchFamily="18" charset="0"/>
                        </a:rPr>
                        <m:t>𝐴</m:t>
                      </m:r>
                    </m:oMath>
                  </m:oMathPara>
                </a14:m>
                <a:endParaRPr kumimoji="1" lang="zh-CN" altLang="en-US" dirty="0">
                  <a:solidFill>
                    <a:srgbClr val="0000FF"/>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2096AB76-7509-FA4D-BBFD-96CAF035E83A}"/>
                  </a:ext>
                </a:extLst>
              </p:cNvPr>
              <p:cNvSpPr txBox="1">
                <a:spLocks noRot="1" noChangeAspect="1" noMove="1" noResize="1" noEditPoints="1" noAdjustHandles="1" noChangeArrowheads="1" noChangeShapeType="1" noTextEdit="1"/>
              </p:cNvSpPr>
              <p:nvPr/>
            </p:nvSpPr>
            <p:spPr>
              <a:xfrm>
                <a:off x="8363098" y="4254635"/>
                <a:ext cx="448200"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BC0A0E4-A25A-7F4E-BAFE-A205ECD3BA4E}"/>
                  </a:ext>
                </a:extLst>
              </p:cNvPr>
              <p:cNvSpPr txBox="1"/>
              <p:nvPr/>
            </p:nvSpPr>
            <p:spPr>
              <a:xfrm>
                <a:off x="8368283" y="4638313"/>
                <a:ext cx="4585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i="1" dirty="0" smtClean="0">
                          <a:solidFill>
                            <a:srgbClr val="FF0000"/>
                          </a:solidFill>
                          <a:latin typeface="Cambria Math" panose="02040503050406030204" pitchFamily="18" charset="0"/>
                          <a:ea typeface="KaiTi" panose="02010609060101010101" pitchFamily="49" charset="-122"/>
                          <a:cs typeface="Times New Roman" panose="02020603050405020304" pitchFamily="18" charset="0"/>
                        </a:rPr>
                        <m:t>𝐵</m:t>
                      </m:r>
                    </m:oMath>
                  </m:oMathPara>
                </a14:m>
                <a:endParaRPr kumimoji="1" lang="zh-CN" altLang="en-US"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3BC0A0E4-A25A-7F4E-BAFE-A205ECD3BA4E}"/>
                  </a:ext>
                </a:extLst>
              </p:cNvPr>
              <p:cNvSpPr txBox="1">
                <a:spLocks noRot="1" noChangeAspect="1" noMove="1" noResize="1" noEditPoints="1" noAdjustHandles="1" noChangeArrowheads="1" noChangeShapeType="1" noTextEdit="1"/>
              </p:cNvSpPr>
              <p:nvPr/>
            </p:nvSpPr>
            <p:spPr>
              <a:xfrm>
                <a:off x="8368283" y="4638313"/>
                <a:ext cx="458587"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C7645B44-2683-DD41-BE5A-A00CD0627D85}"/>
                  </a:ext>
                </a:extLst>
              </p:cNvPr>
              <p:cNvSpPr/>
              <p:nvPr/>
            </p:nvSpPr>
            <p:spPr>
              <a:xfrm>
                <a:off x="449879" y="4825532"/>
                <a:ext cx="5529392" cy="1213537"/>
              </a:xfrm>
              <a:prstGeom prst="rect">
                <a:avLst/>
              </a:prstGeom>
            </p:spPr>
            <p:txBody>
              <a:bodyPr wrap="square">
                <a:spAutoFit/>
              </a:bodyPr>
              <a:lstStyle/>
              <a:p>
                <a:pPr>
                  <a:lnSpc>
                    <a:spcPct val="150000"/>
                  </a:lnSpc>
                </a:pPr>
                <a:r>
                  <a:rPr lang="zh-CN" altLang="en-US" sz="2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事件</a:t>
                </a:r>
                <a14:m>
                  <m:oMath xmlns:m="http://schemas.openxmlformats.org/officeDocument/2006/math">
                    <m:r>
                      <a:rPr lang="en-US" altLang="zh-CN" sz="2600" b="1" i="1" dirty="0" smtClean="0">
                        <a:solidFill>
                          <a:srgbClr val="C00000"/>
                        </a:solidFill>
                        <a:latin typeface="Cambria Math" panose="02040503050406030204" pitchFamily="18" charset="0"/>
                        <a:ea typeface="KaiTi" panose="02010609060101010101" pitchFamily="49" charset="-122"/>
                        <a:cs typeface="Times New Roman" panose="02020603050405020304" pitchFamily="18" charset="0"/>
                      </a:rPr>
                      <m:t>𝑨</m:t>
                    </m:r>
                  </m:oMath>
                </a14:m>
                <a:r>
                  <a:rPr lang="zh-CN" altLang="en-US" sz="2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的发生改变了样本空间，使它由原来的</a:t>
                </a:r>
                <a14:m>
                  <m:oMath xmlns:m="http://schemas.openxmlformats.org/officeDocument/2006/math">
                    <m:r>
                      <a:rPr lang="en-US" altLang="zh-CN" sz="2600" b="1" i="1" dirty="0" smtClean="0">
                        <a:solidFill>
                          <a:srgbClr val="C00000"/>
                        </a:solidFill>
                        <a:latin typeface="Cambria Math" panose="02040503050406030204" pitchFamily="18" charset="0"/>
                        <a:ea typeface="KaiTi" panose="02010609060101010101" pitchFamily="49" charset="-122"/>
                        <a:cs typeface="Times New Roman" panose="02020603050405020304" pitchFamily="18" charset="0"/>
                      </a:rPr>
                      <m:t>𝑺</m:t>
                    </m:r>
                  </m:oMath>
                </a14:m>
                <a:r>
                  <a:rPr lang="zh-CN" altLang="en-US" sz="2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缩减为新的样本空间</a:t>
                </a:r>
                <a14:m>
                  <m:oMath xmlns:m="http://schemas.openxmlformats.org/officeDocument/2006/math">
                    <m:r>
                      <a:rPr lang="en-US" altLang="zh-CN" sz="2600" b="1" i="1" dirty="0" smtClean="0">
                        <a:solidFill>
                          <a:srgbClr val="C00000"/>
                        </a:solidFill>
                        <a:latin typeface="Cambria Math" panose="02040503050406030204" pitchFamily="18" charset="0"/>
                        <a:ea typeface="KaiTi" panose="02010609060101010101" pitchFamily="49" charset="-122"/>
                        <a:cs typeface="Times New Roman" panose="02020603050405020304" pitchFamily="18" charset="0"/>
                      </a:rPr>
                      <m:t>𝑨</m:t>
                    </m:r>
                  </m:oMath>
                </a14:m>
                <a:r>
                  <a:rPr lang="en-US" altLang="zh-CN" sz="2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 </a:t>
                </a:r>
              </a:p>
            </p:txBody>
          </p:sp>
        </mc:Choice>
        <mc:Fallback xmlns="">
          <p:sp>
            <p:nvSpPr>
              <p:cNvPr id="15" name="矩形 14">
                <a:extLst>
                  <a:ext uri="{FF2B5EF4-FFF2-40B4-BE49-F238E27FC236}">
                    <a16:creationId xmlns:a16="http://schemas.microsoft.com/office/drawing/2014/main" id="{C7645B44-2683-DD41-BE5A-A00CD0627D85}"/>
                  </a:ext>
                </a:extLst>
              </p:cNvPr>
              <p:cNvSpPr>
                <a:spLocks noRot="1" noChangeAspect="1" noMove="1" noResize="1" noEditPoints="1" noAdjustHandles="1" noChangeArrowheads="1" noChangeShapeType="1" noTextEdit="1"/>
              </p:cNvSpPr>
              <p:nvPr/>
            </p:nvSpPr>
            <p:spPr>
              <a:xfrm>
                <a:off x="449879" y="4825532"/>
                <a:ext cx="5529392" cy="1213537"/>
              </a:xfrm>
              <a:prstGeom prst="rect">
                <a:avLst/>
              </a:prstGeom>
              <a:blipFill>
                <a:blip r:embed="rId5"/>
                <a:stretch>
                  <a:fillRect l="-2064" b="-10417"/>
                </a:stretch>
              </a:blipFill>
            </p:spPr>
            <p:txBody>
              <a:bodyPr/>
              <a:lstStyle/>
              <a:p>
                <a:r>
                  <a:rPr lang="zh-CN" altLang="en-US">
                    <a:noFill/>
                  </a:rPr>
                  <a:t> </a:t>
                </a:r>
              </a:p>
            </p:txBody>
          </p:sp>
        </mc:Fallback>
      </mc:AlternateContent>
      <p:cxnSp>
        <p:nvCxnSpPr>
          <p:cNvPr id="16" name="直线连接符 48">
            <a:extLst>
              <a:ext uri="{FF2B5EF4-FFF2-40B4-BE49-F238E27FC236}">
                <a16:creationId xmlns:a16="http://schemas.microsoft.com/office/drawing/2014/main" id="{A73AD38A-96FB-9B81-618F-B3CC89D032CE}"/>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学论网--www.xuelun.me">
            <a:extLst>
              <a:ext uri="{FF2B5EF4-FFF2-40B4-BE49-F238E27FC236}">
                <a16:creationId xmlns:a16="http://schemas.microsoft.com/office/drawing/2014/main" id="{96437FD2-692C-B24B-3328-B3AD411DE38B}"/>
              </a:ext>
            </a:extLst>
          </p:cNvPr>
          <p:cNvSpPr/>
          <p:nvPr/>
        </p:nvSpPr>
        <p:spPr bwMode="auto">
          <a:xfrm>
            <a:off x="2045650" y="218363"/>
            <a:ext cx="5280613" cy="646331"/>
          </a:xfrm>
          <a:prstGeom prst="rect">
            <a:avLst/>
          </a:prstGeom>
        </p:spPr>
        <p:txBody>
          <a:bodyPr wrap="none">
            <a:spAutoFit/>
          </a:bodyPr>
          <a:lstStyle/>
          <a:p>
            <a:pPr algn="ctr">
              <a:defRPr/>
            </a:pPr>
            <a:r>
              <a:rPr lang="zh-CN" altLang="en-US" sz="3600" b="1" kern="100" dirty="0">
                <a:solidFill>
                  <a:srgbClr val="C00000"/>
                </a:solidFill>
                <a:latin typeface="Arial" panose="020B0604020202020204" pitchFamily="34" charset="0"/>
                <a:ea typeface="KaiTi" panose="02010609060101010101" pitchFamily="49" charset="-122"/>
                <a:cs typeface="Arial" panose="020B0604020202020204" pitchFamily="34" charset="0"/>
              </a:rPr>
              <a:t>引出条件概率的一个例子</a:t>
            </a:r>
          </a:p>
        </p:txBody>
      </p:sp>
    </p:spTree>
    <p:extLst>
      <p:ext uri="{BB962C8B-B14F-4D97-AF65-F5344CB8AC3E}">
        <p14:creationId xmlns:p14="http://schemas.microsoft.com/office/powerpoint/2010/main" val="33779082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2" grpId="0" animBg="1"/>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线连接符 48">
            <a:extLst>
              <a:ext uri="{FF2B5EF4-FFF2-40B4-BE49-F238E27FC236}">
                <a16:creationId xmlns:a16="http://schemas.microsoft.com/office/drawing/2014/main" id="{1837970A-284E-2B37-E779-55A34A68F6FD}"/>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学论网--www.xuelun.me">
            <a:extLst>
              <a:ext uri="{FF2B5EF4-FFF2-40B4-BE49-F238E27FC236}">
                <a16:creationId xmlns:a16="http://schemas.microsoft.com/office/drawing/2014/main" id="{4C15AF9B-CE0B-7825-021D-BA487061AD03}"/>
              </a:ext>
            </a:extLst>
          </p:cNvPr>
          <p:cNvSpPr/>
          <p:nvPr/>
        </p:nvSpPr>
        <p:spPr bwMode="auto">
          <a:xfrm>
            <a:off x="2863840" y="218363"/>
            <a:ext cx="3416320"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条件概率的定义</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0252B59-50FE-47C9-53DC-5956F2801D0B}"/>
                  </a:ext>
                </a:extLst>
              </p:cNvPr>
              <p:cNvSpPr txBox="1"/>
              <p:nvPr/>
            </p:nvSpPr>
            <p:spPr>
              <a:xfrm>
                <a:off x="667265" y="2433154"/>
                <a:ext cx="8476735" cy="2843214"/>
              </a:xfrm>
              <a:prstGeom prst="rect">
                <a:avLst/>
              </a:prstGeom>
              <a:noFill/>
            </p:spPr>
            <p:txBody>
              <a:bodyPr wrap="square">
                <a:spAutoFit/>
              </a:bodyPr>
              <a:lstStyle/>
              <a:p>
                <a:pPr>
                  <a:lnSpc>
                    <a:spcPct val="150000"/>
                  </a:lnSpc>
                </a:pPr>
                <a:r>
                  <a:rPr lang="zh-CN" altLang="en-US" sz="26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定义</a:t>
                </a:r>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 设</a:t>
                </a:r>
                <a14:m>
                  <m:oMath xmlns:m="http://schemas.openxmlformats.org/officeDocument/2006/math">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oMath>
                </a14:m>
                <a:r>
                  <a:rPr lang="en-US" altLang="zh-CN"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14:m>
                  <m:oMath xmlns:m="http://schemas.openxmlformats.org/officeDocument/2006/math">
                    <m:r>
                      <a:rPr lang="en-US" altLang="zh-CN" sz="26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oMath>
                </a14:m>
                <a:r>
                  <a:rPr lang="zh-CN" altLang="en-US" sz="26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是两个事件，且</a:t>
                </a:r>
                <a14:m>
                  <m:oMath xmlns:m="http://schemas.openxmlformats.org/officeDocument/2006/math">
                    <m:r>
                      <a:rPr lang="en-US" altLang="zh-CN" sz="2600" b="1" i="1"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600" b="1" i="1"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)&gt;</m:t>
                    </m:r>
                    <m:r>
                      <a:rPr lang="en-US" altLang="zh-CN" sz="2600" b="1" i="1" smtClean="0">
                        <a:solidFill>
                          <a:srgbClr val="031993"/>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zh-CN" altLang="en-US" sz="2600" b="1" dirty="0">
                    <a:solidFill>
                      <a:srgbClr val="031993"/>
                    </a:solidFill>
                    <a:latin typeface="KaiTi" panose="02010609060101010101" pitchFamily="49" charset="-122"/>
                    <a:ea typeface="KaiTi" panose="02010609060101010101" pitchFamily="49" charset="-122"/>
                  </a:rPr>
                  <a:t>，称</a:t>
                </a:r>
                <a:endParaRPr lang="en-US" altLang="zh-CN" sz="2600" b="1" dirty="0">
                  <a:solidFill>
                    <a:srgbClr val="031993"/>
                  </a:solidFill>
                  <a:latin typeface="KaiTi" panose="02010609060101010101" pitchFamily="49" charset="-122"/>
                  <a:ea typeface="KaiTi" panose="02010609060101010101" pitchFamily="49" charset="-122"/>
                </a:endParaRPr>
              </a:p>
              <a:p>
                <a:pPr>
                  <a:lnSpc>
                    <a:spcPct val="150000"/>
                  </a:lnSpc>
                </a:pPr>
                <a:r>
                  <a:rPr lang="zh-CN" altLang="en-US" sz="2400" b="1" dirty="0">
                    <a:solidFill>
                      <a:srgbClr val="C00000"/>
                    </a:solidFill>
                    <a:ea typeface="KaiTi" panose="02010609060101010101" pitchFamily="49" charset="-122"/>
                  </a:rPr>
                  <a:t>                    </a:t>
                </a:r>
                <a14:m>
                  <m:oMath xmlns:m="http://schemas.openxmlformats.org/officeDocument/2006/math">
                    <m:r>
                      <a:rPr lang="en-US" altLang="zh-CN" sz="2800" b="1" i="1" smtClean="0">
                        <a:solidFill>
                          <a:srgbClr val="C00000"/>
                        </a:solidFill>
                        <a:latin typeface="Cambria Math" panose="02040503050406030204" pitchFamily="18" charset="0"/>
                        <a:ea typeface="KaiTi" panose="02010609060101010101" pitchFamily="49" charset="-122"/>
                      </a:rPr>
                      <m:t>𝑷</m:t>
                    </m:r>
                    <m:d>
                      <m:dPr>
                        <m:ctrlPr>
                          <a:rPr lang="en-US" altLang="zh-CN" sz="2800" b="1" i="1" smtClean="0">
                            <a:solidFill>
                              <a:srgbClr val="C00000"/>
                            </a:solidFill>
                            <a:latin typeface="Cambria Math" panose="02040503050406030204" pitchFamily="18" charset="0"/>
                            <a:ea typeface="KaiTi" panose="02010609060101010101" pitchFamily="49" charset="-122"/>
                          </a:rPr>
                        </m:ctrlPr>
                      </m:dPr>
                      <m:e>
                        <m:r>
                          <a:rPr lang="en-US" altLang="zh-CN" sz="2800" b="1" i="1" smtClean="0">
                            <a:solidFill>
                              <a:srgbClr val="C00000"/>
                            </a:solidFill>
                            <a:latin typeface="Cambria Math" panose="02040503050406030204" pitchFamily="18" charset="0"/>
                            <a:ea typeface="KaiTi" panose="02010609060101010101" pitchFamily="49" charset="-122"/>
                          </a:rPr>
                          <m:t>𝑩</m:t>
                        </m:r>
                      </m:e>
                      <m:e>
                        <m:r>
                          <a:rPr lang="en-US" altLang="zh-CN" sz="2800" b="1" i="1" smtClean="0">
                            <a:solidFill>
                              <a:srgbClr val="C00000"/>
                            </a:solidFill>
                            <a:latin typeface="Cambria Math" panose="02040503050406030204" pitchFamily="18" charset="0"/>
                            <a:ea typeface="KaiTi" panose="02010609060101010101" pitchFamily="49" charset="-122"/>
                          </a:rPr>
                          <m:t>𝑨</m:t>
                        </m:r>
                      </m:e>
                    </m:d>
                    <m:r>
                      <a:rPr lang="en-US" altLang="zh-CN" sz="2800" b="1" i="1" smtClean="0">
                        <a:solidFill>
                          <a:srgbClr val="C00000"/>
                        </a:solidFill>
                        <a:latin typeface="Cambria Math" panose="02040503050406030204" pitchFamily="18" charset="0"/>
                        <a:ea typeface="KaiTi" panose="02010609060101010101" pitchFamily="49" charset="-122"/>
                      </a:rPr>
                      <m:t>=</m:t>
                    </m:r>
                    <m:f>
                      <m:fPr>
                        <m:ctrlPr>
                          <a:rPr lang="en-US" altLang="zh-CN" sz="2800" b="1" i="1" smtClean="0">
                            <a:solidFill>
                              <a:srgbClr val="C00000"/>
                            </a:solidFill>
                            <a:latin typeface="Cambria Math" panose="02040503050406030204" pitchFamily="18" charset="0"/>
                            <a:ea typeface="KaiTi" panose="02010609060101010101" pitchFamily="49" charset="-122"/>
                          </a:rPr>
                        </m:ctrlPr>
                      </m:fPr>
                      <m:num>
                        <m:r>
                          <a:rPr lang="en-US" altLang="zh-CN" sz="2800" b="1" i="1" smtClean="0">
                            <a:solidFill>
                              <a:srgbClr val="C00000"/>
                            </a:solidFill>
                            <a:latin typeface="Cambria Math" panose="02040503050406030204" pitchFamily="18" charset="0"/>
                            <a:ea typeface="KaiTi" panose="02010609060101010101" pitchFamily="49" charset="-122"/>
                          </a:rPr>
                          <m:t>𝑷</m:t>
                        </m:r>
                        <m:r>
                          <a:rPr lang="en-US" altLang="zh-CN" sz="2800" b="1" i="1" smtClean="0">
                            <a:solidFill>
                              <a:srgbClr val="C00000"/>
                            </a:solidFill>
                            <a:latin typeface="Cambria Math" panose="02040503050406030204" pitchFamily="18" charset="0"/>
                            <a:ea typeface="KaiTi" panose="02010609060101010101" pitchFamily="49" charset="-122"/>
                          </a:rPr>
                          <m:t>(</m:t>
                        </m:r>
                        <m:r>
                          <a:rPr lang="en-US" altLang="zh-CN" sz="2800" b="1" i="1" smtClean="0">
                            <a:solidFill>
                              <a:srgbClr val="C00000"/>
                            </a:solidFill>
                            <a:latin typeface="Cambria Math" panose="02040503050406030204" pitchFamily="18" charset="0"/>
                            <a:ea typeface="KaiTi" panose="02010609060101010101" pitchFamily="49" charset="-122"/>
                          </a:rPr>
                          <m:t>𝑨𝑩</m:t>
                        </m:r>
                        <m:r>
                          <a:rPr lang="en-US" altLang="zh-CN" sz="2800" b="1" i="1" smtClean="0">
                            <a:solidFill>
                              <a:srgbClr val="C00000"/>
                            </a:solidFill>
                            <a:latin typeface="Cambria Math" panose="02040503050406030204" pitchFamily="18" charset="0"/>
                            <a:ea typeface="KaiTi" panose="02010609060101010101" pitchFamily="49" charset="-122"/>
                          </a:rPr>
                          <m:t>)</m:t>
                        </m:r>
                      </m:num>
                      <m:den>
                        <m:r>
                          <a:rPr lang="en-US" altLang="zh-CN" sz="2800" b="1" i="1" smtClean="0">
                            <a:solidFill>
                              <a:srgbClr val="C00000"/>
                            </a:solidFill>
                            <a:latin typeface="Cambria Math" panose="02040503050406030204" pitchFamily="18" charset="0"/>
                            <a:ea typeface="KaiTi" panose="02010609060101010101" pitchFamily="49" charset="-122"/>
                          </a:rPr>
                          <m:t>𝑷</m:t>
                        </m:r>
                        <m:r>
                          <a:rPr lang="en-US" altLang="zh-CN" sz="2800" b="1" i="1" smtClean="0">
                            <a:solidFill>
                              <a:srgbClr val="C00000"/>
                            </a:solidFill>
                            <a:latin typeface="Cambria Math" panose="02040503050406030204" pitchFamily="18" charset="0"/>
                            <a:ea typeface="KaiTi" panose="02010609060101010101" pitchFamily="49" charset="-122"/>
                          </a:rPr>
                          <m:t>(</m:t>
                        </m:r>
                        <m:r>
                          <a:rPr lang="en-US" altLang="zh-CN" sz="2800" b="1" i="1" smtClean="0">
                            <a:solidFill>
                              <a:srgbClr val="C00000"/>
                            </a:solidFill>
                            <a:latin typeface="Cambria Math" panose="02040503050406030204" pitchFamily="18" charset="0"/>
                            <a:ea typeface="KaiTi" panose="02010609060101010101" pitchFamily="49" charset="-122"/>
                          </a:rPr>
                          <m:t>𝑨</m:t>
                        </m:r>
                        <m:r>
                          <a:rPr lang="en-US" altLang="zh-CN" sz="2800" b="1" i="1" smtClean="0">
                            <a:solidFill>
                              <a:srgbClr val="C00000"/>
                            </a:solidFill>
                            <a:latin typeface="Cambria Math" panose="02040503050406030204" pitchFamily="18" charset="0"/>
                            <a:ea typeface="KaiTi" panose="02010609060101010101" pitchFamily="49" charset="-122"/>
                          </a:rPr>
                          <m:t>)</m:t>
                        </m:r>
                      </m:den>
                    </m:f>
                  </m:oMath>
                </a14:m>
                <a:endParaRPr lang="en-US" altLang="zh-CN" sz="2600" b="1" dirty="0">
                  <a:solidFill>
                    <a:srgbClr val="C00000"/>
                  </a:solidFill>
                  <a:latin typeface="KaiTi" panose="02010609060101010101" pitchFamily="49" charset="-122"/>
                  <a:ea typeface="KaiTi" panose="02010609060101010101" pitchFamily="49" charset="-122"/>
                </a:endParaRPr>
              </a:p>
              <a:p>
                <a:pPr>
                  <a:lnSpc>
                    <a:spcPct val="150000"/>
                  </a:lnSpc>
                </a:pPr>
                <a:endParaRPr lang="en-US" altLang="zh-CN" sz="2600" b="1" dirty="0">
                  <a:solidFill>
                    <a:srgbClr val="031993"/>
                  </a:solidFill>
                  <a:latin typeface="KaiTi" panose="02010609060101010101" pitchFamily="49" charset="-122"/>
                  <a:ea typeface="KaiTi" panose="02010609060101010101" pitchFamily="49" charset="-122"/>
                </a:endParaRPr>
              </a:p>
              <a:p>
                <a:pPr>
                  <a:lnSpc>
                    <a:spcPct val="150000"/>
                  </a:lnSpc>
                </a:pPr>
                <a:r>
                  <a:rPr lang="zh-CN" altLang="en-US" sz="2600" b="1" dirty="0">
                    <a:solidFill>
                      <a:srgbClr val="031993"/>
                    </a:solidFill>
                    <a:latin typeface="KaiTi" panose="02010609060101010101" pitchFamily="49" charset="-122"/>
                    <a:ea typeface="KaiTi" panose="02010609060101010101" pitchFamily="49" charset="-122"/>
                  </a:rPr>
                  <a:t>     为</a:t>
                </a:r>
                <a:r>
                  <a:rPr lang="zh-CN" altLang="en-US" sz="2600" b="1" u="sng" dirty="0">
                    <a:solidFill>
                      <a:srgbClr val="031993"/>
                    </a:solidFill>
                    <a:latin typeface="KaiTi" panose="02010609060101010101" pitchFamily="49" charset="-122"/>
                    <a:ea typeface="KaiTi" panose="02010609060101010101" pitchFamily="49" charset="-122"/>
                  </a:rPr>
                  <a:t>事件</a:t>
                </a:r>
                <a14:m>
                  <m:oMath xmlns:m="http://schemas.openxmlformats.org/officeDocument/2006/math">
                    <m:r>
                      <a:rPr lang="en-US" altLang="zh-CN" sz="2600" b="1" i="1" u="sng" dirty="0" smtClean="0">
                        <a:solidFill>
                          <a:srgbClr val="031993"/>
                        </a:solidFill>
                        <a:latin typeface="Cambria Math" panose="02040503050406030204" pitchFamily="18" charset="0"/>
                        <a:ea typeface="KaiTi" panose="02010609060101010101" pitchFamily="49" charset="-122"/>
                      </a:rPr>
                      <m:t>𝑨</m:t>
                    </m:r>
                  </m:oMath>
                </a14:m>
                <a:r>
                  <a:rPr lang="zh-CN" altLang="en-US" sz="2600" b="1" dirty="0">
                    <a:solidFill>
                      <a:srgbClr val="031993"/>
                    </a:solidFill>
                    <a:latin typeface="KaiTi" panose="02010609060101010101" pitchFamily="49" charset="-122"/>
                    <a:ea typeface="KaiTi" panose="02010609060101010101" pitchFamily="49" charset="-122"/>
                  </a:rPr>
                  <a:t>发生的条件下</a:t>
                </a:r>
                <a:r>
                  <a:rPr lang="zh-CN" altLang="en-US" sz="2600" b="1" u="sng" dirty="0">
                    <a:solidFill>
                      <a:srgbClr val="031993"/>
                    </a:solidFill>
                    <a:latin typeface="KaiTi" panose="02010609060101010101" pitchFamily="49" charset="-122"/>
                    <a:ea typeface="KaiTi" panose="02010609060101010101" pitchFamily="49" charset="-122"/>
                  </a:rPr>
                  <a:t>事件</a:t>
                </a:r>
                <a14:m>
                  <m:oMath xmlns:m="http://schemas.openxmlformats.org/officeDocument/2006/math">
                    <m:r>
                      <a:rPr lang="en-US" altLang="zh-CN" sz="2600" b="1" i="1" dirty="0" smtClean="0">
                        <a:solidFill>
                          <a:srgbClr val="031993"/>
                        </a:solidFill>
                        <a:latin typeface="Cambria Math" panose="02040503050406030204" pitchFamily="18" charset="0"/>
                        <a:ea typeface="KaiTi" panose="02010609060101010101" pitchFamily="49" charset="-122"/>
                      </a:rPr>
                      <m:t>𝑩</m:t>
                    </m:r>
                  </m:oMath>
                </a14:m>
                <a:r>
                  <a:rPr lang="zh-CN" altLang="en-US" sz="2600" b="1" dirty="0">
                    <a:solidFill>
                      <a:srgbClr val="031993"/>
                    </a:solidFill>
                    <a:latin typeface="KaiTi" panose="02010609060101010101" pitchFamily="49" charset="-122"/>
                    <a:ea typeface="KaiTi" panose="02010609060101010101" pitchFamily="49" charset="-122"/>
                  </a:rPr>
                  <a:t>发生的概率</a:t>
                </a:r>
              </a:p>
            </p:txBody>
          </p:sp>
        </mc:Choice>
        <mc:Fallback xmlns="">
          <p:sp>
            <p:nvSpPr>
              <p:cNvPr id="4" name="文本框 3">
                <a:extLst>
                  <a:ext uri="{FF2B5EF4-FFF2-40B4-BE49-F238E27FC236}">
                    <a16:creationId xmlns:a16="http://schemas.microsoft.com/office/drawing/2014/main" id="{80252B59-50FE-47C9-53DC-5956F2801D0B}"/>
                  </a:ext>
                </a:extLst>
              </p:cNvPr>
              <p:cNvSpPr txBox="1">
                <a:spLocks noRot="1" noChangeAspect="1" noMove="1" noResize="1" noEditPoints="1" noAdjustHandles="1" noChangeArrowheads="1" noChangeShapeType="1" noTextEdit="1"/>
              </p:cNvSpPr>
              <p:nvPr/>
            </p:nvSpPr>
            <p:spPr>
              <a:xfrm>
                <a:off x="667265" y="2433154"/>
                <a:ext cx="8476735" cy="2843214"/>
              </a:xfrm>
              <a:prstGeom prst="rect">
                <a:avLst/>
              </a:prstGeom>
              <a:blipFill>
                <a:blip r:embed="rId2"/>
                <a:stretch>
                  <a:fillRect l="-1198" b="-35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8539904"/>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文本&#10;&#10;低可信度描述已自动生成">
            <a:extLst>
              <a:ext uri="{FF2B5EF4-FFF2-40B4-BE49-F238E27FC236}">
                <a16:creationId xmlns:a16="http://schemas.microsoft.com/office/drawing/2014/main" id="{B84C8F4F-4640-CF4C-8D61-89BC2895B5D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7807" t="21228" r="4080" b="13554"/>
          <a:stretch/>
        </p:blipFill>
        <p:spPr>
          <a:xfrm>
            <a:off x="4425836" y="4085145"/>
            <a:ext cx="4101938" cy="2385230"/>
          </a:xfrm>
          <a:prstGeom prst="rect">
            <a:avLst/>
          </a:prstGeom>
        </p:spPr>
      </p:pic>
      <p:cxnSp>
        <p:nvCxnSpPr>
          <p:cNvPr id="2" name="直线连接符 48">
            <a:extLst>
              <a:ext uri="{FF2B5EF4-FFF2-40B4-BE49-F238E27FC236}">
                <a16:creationId xmlns:a16="http://schemas.microsoft.com/office/drawing/2014/main" id="{9C07D4B8-2325-D17C-083B-EDE8751D5BF8}"/>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学论网--www.xuelun.me">
            <a:extLst>
              <a:ext uri="{FF2B5EF4-FFF2-40B4-BE49-F238E27FC236}">
                <a16:creationId xmlns:a16="http://schemas.microsoft.com/office/drawing/2014/main" id="{83ECD829-F8EB-80BF-CD68-99032F134F32}"/>
              </a:ext>
            </a:extLst>
          </p:cNvPr>
          <p:cNvSpPr/>
          <p:nvPr/>
        </p:nvSpPr>
        <p:spPr bwMode="auto">
          <a:xfrm>
            <a:off x="2394962" y="218363"/>
            <a:ext cx="4354077"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条件概率的图例表示</a:t>
            </a:r>
          </a:p>
        </p:txBody>
      </p:sp>
      <p:sp>
        <p:nvSpPr>
          <p:cNvPr id="5" name="圆角矩形 4">
            <a:extLst>
              <a:ext uri="{FF2B5EF4-FFF2-40B4-BE49-F238E27FC236}">
                <a16:creationId xmlns:a16="http://schemas.microsoft.com/office/drawing/2014/main" id="{5F1814E6-7D3B-2D81-A289-EAD019FF0A81}"/>
              </a:ext>
            </a:extLst>
          </p:cNvPr>
          <p:cNvSpPr/>
          <p:nvPr/>
        </p:nvSpPr>
        <p:spPr>
          <a:xfrm>
            <a:off x="1315392" y="1687642"/>
            <a:ext cx="2159139" cy="1409123"/>
          </a:xfrm>
          <a:prstGeom prst="roundRect">
            <a:avLst>
              <a:gd name="adj" fmla="val 7824"/>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6" name="椭圆 5">
            <a:extLst>
              <a:ext uri="{FF2B5EF4-FFF2-40B4-BE49-F238E27FC236}">
                <a16:creationId xmlns:a16="http://schemas.microsoft.com/office/drawing/2014/main" id="{ACC9B4AD-1168-DD26-ED00-D297059234EB}"/>
              </a:ext>
            </a:extLst>
          </p:cNvPr>
          <p:cNvSpPr/>
          <p:nvPr/>
        </p:nvSpPr>
        <p:spPr>
          <a:xfrm>
            <a:off x="2165552" y="2027738"/>
            <a:ext cx="1034978" cy="920985"/>
          </a:xfrm>
          <a:prstGeom prst="ellipse">
            <a:avLst/>
          </a:prstGeom>
          <a:solidFill>
            <a:srgbClr val="FF7E79"/>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7FBBC43-70E0-71F8-00B7-1DCC64D333ED}"/>
                  </a:ext>
                </a:extLst>
              </p:cNvPr>
              <p:cNvSpPr txBox="1"/>
              <p:nvPr/>
            </p:nvSpPr>
            <p:spPr>
              <a:xfrm>
                <a:off x="1642149" y="1843072"/>
                <a:ext cx="4539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rgbClr val="0000FF"/>
                          </a:solidFill>
                          <a:latin typeface="Cambria Math" panose="02040503050406030204" pitchFamily="18" charset="0"/>
                          <a:ea typeface="KaiTi" panose="02010609060101010101" pitchFamily="49" charset="-122"/>
                          <a:cs typeface="Times New Roman" panose="02020603050405020304" pitchFamily="18" charset="0"/>
                        </a:rPr>
                        <m:t>𝑨</m:t>
                      </m:r>
                    </m:oMath>
                  </m:oMathPara>
                </a14:m>
                <a:endParaRPr kumimoji="1" lang="zh-CN" altLang="en-US" b="1" dirty="0">
                  <a:solidFill>
                    <a:srgbClr val="0000FF"/>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A7FBBC43-70E0-71F8-00B7-1DCC64D333ED}"/>
                  </a:ext>
                </a:extLst>
              </p:cNvPr>
              <p:cNvSpPr txBox="1">
                <a:spLocks noRot="1" noChangeAspect="1" noMove="1" noResize="1" noEditPoints="1" noAdjustHandles="1" noChangeArrowheads="1" noChangeShapeType="1" noTextEdit="1"/>
              </p:cNvSpPr>
              <p:nvPr/>
            </p:nvSpPr>
            <p:spPr>
              <a:xfrm>
                <a:off x="1642149" y="1843072"/>
                <a:ext cx="453970"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ECB98F9-7180-06F1-D46F-1635B52CD787}"/>
                  </a:ext>
                </a:extLst>
              </p:cNvPr>
              <p:cNvSpPr txBox="1"/>
              <p:nvPr/>
            </p:nvSpPr>
            <p:spPr>
              <a:xfrm>
                <a:off x="2840483" y="2310467"/>
                <a:ext cx="4683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rgbClr val="FF0000"/>
                          </a:solidFill>
                          <a:latin typeface="Cambria Math" panose="02040503050406030204" pitchFamily="18" charset="0"/>
                          <a:ea typeface="KaiTi" panose="02010609060101010101" pitchFamily="49" charset="-122"/>
                          <a:cs typeface="Times New Roman" panose="02020603050405020304" pitchFamily="18" charset="0"/>
                        </a:rPr>
                        <m:t>𝑩</m:t>
                      </m:r>
                    </m:oMath>
                  </m:oMathPara>
                </a14:m>
                <a:endParaRPr kumimoji="1" lang="zh-CN" altLang="en-US"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AECB98F9-7180-06F1-D46F-1635B52CD787}"/>
                  </a:ext>
                </a:extLst>
              </p:cNvPr>
              <p:cNvSpPr txBox="1">
                <a:spLocks noRot="1" noChangeAspect="1" noMove="1" noResize="1" noEditPoints="1" noAdjustHandles="1" noChangeArrowheads="1" noChangeShapeType="1" noTextEdit="1"/>
              </p:cNvSpPr>
              <p:nvPr/>
            </p:nvSpPr>
            <p:spPr>
              <a:xfrm>
                <a:off x="2840483" y="2310467"/>
                <a:ext cx="468398" cy="369332"/>
              </a:xfrm>
              <a:prstGeom prst="rect">
                <a:avLst/>
              </a:prstGeom>
              <a:blipFill>
                <a:blip r:embed="rId4"/>
                <a:stretch>
                  <a:fillRect/>
                </a:stretch>
              </a:blipFill>
            </p:spPr>
            <p:txBody>
              <a:bodyPr/>
              <a:lstStyle/>
              <a:p>
                <a:r>
                  <a:rPr lang="zh-CN" altLang="en-US">
                    <a:noFill/>
                  </a:rPr>
                  <a:t> </a:t>
                </a:r>
              </a:p>
            </p:txBody>
          </p:sp>
        </mc:Fallback>
      </mc:AlternateContent>
      <p:sp>
        <p:nvSpPr>
          <p:cNvPr id="9" name="椭圆 8">
            <a:extLst>
              <a:ext uri="{FF2B5EF4-FFF2-40B4-BE49-F238E27FC236}">
                <a16:creationId xmlns:a16="http://schemas.microsoft.com/office/drawing/2014/main" id="{29F38E90-2CFE-CDC3-E7C4-9BB9809013B4}"/>
              </a:ext>
            </a:extLst>
          </p:cNvPr>
          <p:cNvSpPr/>
          <p:nvPr/>
        </p:nvSpPr>
        <p:spPr>
          <a:xfrm>
            <a:off x="1526317" y="1794977"/>
            <a:ext cx="1034978" cy="920985"/>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10" name="圆角矩形 9">
            <a:extLst>
              <a:ext uri="{FF2B5EF4-FFF2-40B4-BE49-F238E27FC236}">
                <a16:creationId xmlns:a16="http://schemas.microsoft.com/office/drawing/2014/main" id="{FE7A0E4B-9735-1491-C1A9-7F578813FCB6}"/>
              </a:ext>
            </a:extLst>
          </p:cNvPr>
          <p:cNvSpPr/>
          <p:nvPr/>
        </p:nvSpPr>
        <p:spPr>
          <a:xfrm>
            <a:off x="1315392" y="4645596"/>
            <a:ext cx="2159139" cy="1409123"/>
          </a:xfrm>
          <a:prstGeom prst="roundRect">
            <a:avLst>
              <a:gd name="adj" fmla="val 7824"/>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p:sp>
        <p:nvSpPr>
          <p:cNvPr id="11" name="椭圆 10">
            <a:extLst>
              <a:ext uri="{FF2B5EF4-FFF2-40B4-BE49-F238E27FC236}">
                <a16:creationId xmlns:a16="http://schemas.microsoft.com/office/drawing/2014/main" id="{35E01306-CC39-E8C3-92F9-0ADA55EEB34B}"/>
              </a:ext>
            </a:extLst>
          </p:cNvPr>
          <p:cNvSpPr/>
          <p:nvPr/>
        </p:nvSpPr>
        <p:spPr>
          <a:xfrm>
            <a:off x="2165552" y="4985692"/>
            <a:ext cx="1034978" cy="92098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D836EB6-5DB4-BAE4-C7BE-817F63203E54}"/>
                  </a:ext>
                </a:extLst>
              </p:cNvPr>
              <p:cNvSpPr txBox="1"/>
              <p:nvPr/>
            </p:nvSpPr>
            <p:spPr>
              <a:xfrm>
                <a:off x="1642149" y="4801026"/>
                <a:ext cx="4539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rgbClr val="0000FF"/>
                          </a:solidFill>
                          <a:latin typeface="Cambria Math" panose="02040503050406030204" pitchFamily="18" charset="0"/>
                          <a:ea typeface="KaiTi" panose="02010609060101010101" pitchFamily="49" charset="-122"/>
                          <a:cs typeface="Times New Roman" panose="02020603050405020304" pitchFamily="18" charset="0"/>
                        </a:rPr>
                        <m:t>𝑨</m:t>
                      </m:r>
                    </m:oMath>
                  </m:oMathPara>
                </a14:m>
                <a:endParaRPr kumimoji="1" lang="zh-CN" altLang="en-US" b="1" dirty="0">
                  <a:solidFill>
                    <a:srgbClr val="0000FF"/>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4D836EB6-5DB4-BAE4-C7BE-817F63203E54}"/>
                  </a:ext>
                </a:extLst>
              </p:cNvPr>
              <p:cNvSpPr txBox="1">
                <a:spLocks noRot="1" noChangeAspect="1" noMove="1" noResize="1" noEditPoints="1" noAdjustHandles="1" noChangeArrowheads="1" noChangeShapeType="1" noTextEdit="1"/>
              </p:cNvSpPr>
              <p:nvPr/>
            </p:nvSpPr>
            <p:spPr>
              <a:xfrm>
                <a:off x="1642149" y="4801026"/>
                <a:ext cx="453970" cy="369332"/>
              </a:xfrm>
              <a:prstGeom prst="rect">
                <a:avLst/>
              </a:prstGeom>
              <a:blipFill>
                <a:blip r:embed="rId5"/>
                <a:stretch>
                  <a:fillRect/>
                </a:stretch>
              </a:blipFill>
            </p:spPr>
            <p:txBody>
              <a:bodyPr/>
              <a:lstStyle/>
              <a:p>
                <a:r>
                  <a:rPr lang="zh-CN" altLang="en-US">
                    <a:noFill/>
                  </a:rPr>
                  <a:t> </a:t>
                </a:r>
              </a:p>
            </p:txBody>
          </p:sp>
        </mc:Fallback>
      </mc:AlternateContent>
      <p:sp>
        <p:nvSpPr>
          <p:cNvPr id="13" name="椭圆 12">
            <a:extLst>
              <a:ext uri="{FF2B5EF4-FFF2-40B4-BE49-F238E27FC236}">
                <a16:creationId xmlns:a16="http://schemas.microsoft.com/office/drawing/2014/main" id="{E1DFAF93-B2A6-254A-2E95-36529E5F7123}"/>
              </a:ext>
            </a:extLst>
          </p:cNvPr>
          <p:cNvSpPr/>
          <p:nvPr/>
        </p:nvSpPr>
        <p:spPr>
          <a:xfrm>
            <a:off x="1526317" y="4752931"/>
            <a:ext cx="1034978" cy="920985"/>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BD0D10B-D52E-8811-0D80-87F875418685}"/>
                  </a:ext>
                </a:extLst>
              </p:cNvPr>
              <p:cNvSpPr txBox="1"/>
              <p:nvPr/>
            </p:nvSpPr>
            <p:spPr>
              <a:xfrm>
                <a:off x="2840483" y="5156275"/>
                <a:ext cx="4683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rgbClr val="FF0000"/>
                          </a:solidFill>
                          <a:latin typeface="Cambria Math" panose="02040503050406030204" pitchFamily="18" charset="0"/>
                          <a:ea typeface="KaiTi" panose="02010609060101010101" pitchFamily="49" charset="-122"/>
                          <a:cs typeface="Times New Roman" panose="02020603050405020304" pitchFamily="18" charset="0"/>
                        </a:rPr>
                        <m:t>𝑩</m:t>
                      </m:r>
                    </m:oMath>
                  </m:oMathPara>
                </a14:m>
                <a:endParaRPr kumimoji="1" lang="zh-CN" altLang="en-US" b="1" dirty="0">
                  <a:solidFill>
                    <a:srgbClr val="FF0000"/>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FBD0D10B-D52E-8811-0D80-87F875418685}"/>
                  </a:ext>
                </a:extLst>
              </p:cNvPr>
              <p:cNvSpPr txBox="1">
                <a:spLocks noRot="1" noChangeAspect="1" noMove="1" noResize="1" noEditPoints="1" noAdjustHandles="1" noChangeArrowheads="1" noChangeShapeType="1" noTextEdit="1"/>
              </p:cNvSpPr>
              <p:nvPr/>
            </p:nvSpPr>
            <p:spPr>
              <a:xfrm>
                <a:off x="2840483" y="5156275"/>
                <a:ext cx="468398"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15" name="墨迹 14">
                <a:extLst>
                  <a:ext uri="{FF2B5EF4-FFF2-40B4-BE49-F238E27FC236}">
                    <a16:creationId xmlns:a16="http://schemas.microsoft.com/office/drawing/2014/main" id="{81BB3915-9596-107A-D9D8-A2A13719BA9D}"/>
                  </a:ext>
                </a:extLst>
              </p14:cNvPr>
              <p14:cNvContentPartPr/>
              <p14:nvPr/>
            </p14:nvContentPartPr>
            <p14:xfrm>
              <a:off x="2202835" y="5091265"/>
              <a:ext cx="321120" cy="466560"/>
            </p14:xfrm>
          </p:contentPart>
        </mc:Choice>
        <mc:Fallback xmlns="">
          <p:pic>
            <p:nvPicPr>
              <p:cNvPr id="15" name="墨迹 14">
                <a:extLst>
                  <a:ext uri="{FF2B5EF4-FFF2-40B4-BE49-F238E27FC236}">
                    <a16:creationId xmlns:a16="http://schemas.microsoft.com/office/drawing/2014/main" id="{81BB3915-9596-107A-D9D8-A2A13719BA9D}"/>
                  </a:ext>
                </a:extLst>
              </p:cNvPr>
              <p:cNvPicPr/>
              <p:nvPr/>
            </p:nvPicPr>
            <p:blipFill>
              <a:blip r:embed="rId8"/>
              <a:stretch>
                <a:fillRect/>
              </a:stretch>
            </p:blipFill>
            <p:spPr>
              <a:xfrm>
                <a:off x="2166835" y="5019625"/>
                <a:ext cx="392760" cy="610200"/>
              </a:xfrm>
              <a:prstGeom prst="rect">
                <a:avLst/>
              </a:prstGeom>
            </p:spPr>
          </p:pic>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506AEFF-F94E-494E-CA0F-F23579FF65BC}"/>
                  </a:ext>
                </a:extLst>
              </p:cNvPr>
              <p:cNvSpPr txBox="1"/>
              <p:nvPr/>
            </p:nvSpPr>
            <p:spPr>
              <a:xfrm>
                <a:off x="4572000" y="2048064"/>
                <a:ext cx="4029949" cy="861774"/>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kumimoji="1" lang="en-US" altLang="zh-CN" sz="2800" b="0" i="1" smtClean="0">
                          <a:latin typeface="Cambria Math" panose="02040503050406030204" pitchFamily="18" charset="0"/>
                        </a:rPr>
                        <m:t>𝑃</m:t>
                      </m:r>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𝐵</m:t>
                          </m:r>
                        </m:e>
                      </m:d>
                    </m:oMath>
                  </m:oMathPara>
                </a14:m>
                <a:endParaRPr kumimoji="1" lang="en-US" altLang="zh-CN" sz="2800" b="0" dirty="0"/>
              </a:p>
              <a:p>
                <a:r>
                  <a:rPr kumimoji="1" lang="zh-CN" altLang="en-US" sz="2800" dirty="0">
                    <a:latin typeface="KaiTi" panose="02010609060101010101" pitchFamily="49" charset="-122"/>
                    <a:ea typeface="KaiTi" panose="02010609060101010101" pitchFamily="49" charset="-122"/>
                  </a:rPr>
                  <a:t>理解为</a:t>
                </a:r>
                <a14:m>
                  <m:oMath xmlns:m="http://schemas.openxmlformats.org/officeDocument/2006/math">
                    <m:r>
                      <a:rPr kumimoji="1" lang="en-US" altLang="zh-CN" sz="2800" i="1" dirty="0" smtClean="0">
                        <a:latin typeface="Cambria Math" panose="02040503050406030204" pitchFamily="18" charset="0"/>
                        <a:ea typeface="KaiTi" panose="02010609060101010101" pitchFamily="49" charset="-122"/>
                      </a:rPr>
                      <m:t>𝐵</m:t>
                    </m:r>
                  </m:oMath>
                </a14:m>
                <a:r>
                  <a:rPr kumimoji="1" lang="zh-CN" altLang="en-US" sz="2800" dirty="0">
                    <a:latin typeface="KaiTi" panose="02010609060101010101" pitchFamily="49" charset="-122"/>
                    <a:ea typeface="KaiTi" panose="02010609060101010101" pitchFamily="49" charset="-122"/>
                  </a:rPr>
                  <a:t>在</a:t>
                </a:r>
                <a14:m>
                  <m:oMath xmlns:m="http://schemas.openxmlformats.org/officeDocument/2006/math">
                    <m:r>
                      <a:rPr kumimoji="1" lang="en-US" altLang="zh-CN" sz="2800" i="1" dirty="0" smtClean="0">
                        <a:latin typeface="Cambria Math" panose="02040503050406030204" pitchFamily="18" charset="0"/>
                        <a:ea typeface="KaiTi" panose="02010609060101010101" pitchFamily="49" charset="-122"/>
                      </a:rPr>
                      <m:t>𝑆</m:t>
                    </m:r>
                  </m:oMath>
                </a14:m>
                <a:r>
                  <a:rPr kumimoji="1" lang="zh-CN" altLang="en-US" sz="2800" dirty="0">
                    <a:latin typeface="KaiTi" panose="02010609060101010101" pitchFamily="49" charset="-122"/>
                    <a:ea typeface="KaiTi" panose="02010609060101010101" pitchFamily="49" charset="-122"/>
                  </a:rPr>
                  <a:t>中所占的比例</a:t>
                </a:r>
              </a:p>
            </p:txBody>
          </p:sp>
        </mc:Choice>
        <mc:Fallback xmlns="">
          <p:sp>
            <p:nvSpPr>
              <p:cNvPr id="18" name="文本框 17">
                <a:extLst>
                  <a:ext uri="{FF2B5EF4-FFF2-40B4-BE49-F238E27FC236}">
                    <a16:creationId xmlns:a16="http://schemas.microsoft.com/office/drawing/2014/main" id="{D506AEFF-F94E-494E-CA0F-F23579FF65BC}"/>
                  </a:ext>
                </a:extLst>
              </p:cNvPr>
              <p:cNvSpPr txBox="1">
                <a:spLocks noRot="1" noChangeAspect="1" noMove="1" noResize="1" noEditPoints="1" noAdjustHandles="1" noChangeArrowheads="1" noChangeShapeType="1" noTextEdit="1"/>
              </p:cNvSpPr>
              <p:nvPr/>
            </p:nvSpPr>
            <p:spPr>
              <a:xfrm>
                <a:off x="4572000" y="2048064"/>
                <a:ext cx="4029949" cy="861774"/>
              </a:xfrm>
              <a:prstGeom prst="rect">
                <a:avLst/>
              </a:prstGeom>
              <a:blipFill>
                <a:blip r:embed="rId9"/>
                <a:stretch>
                  <a:fillRect l="-5660" r="-4403"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8888292-E01B-A135-22DF-C9EF4F906875}"/>
                  </a:ext>
                </a:extLst>
              </p:cNvPr>
              <p:cNvSpPr txBox="1"/>
              <p:nvPr/>
            </p:nvSpPr>
            <p:spPr>
              <a:xfrm>
                <a:off x="3051633" y="1646668"/>
                <a:ext cx="43313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𝑺</m:t>
                      </m:r>
                    </m:oMath>
                  </m:oMathPara>
                </a14:m>
                <a:endParaRPr kumimoji="1" lang="zh-CN" altLang="en-US" b="1" dirty="0">
                  <a:solidFill>
                    <a:srgbClr val="0000FF"/>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id="{48888292-E01B-A135-22DF-C9EF4F906875}"/>
                  </a:ext>
                </a:extLst>
              </p:cNvPr>
              <p:cNvSpPr txBox="1">
                <a:spLocks noRot="1" noChangeAspect="1" noMove="1" noResize="1" noEditPoints="1" noAdjustHandles="1" noChangeArrowheads="1" noChangeShapeType="1" noTextEdit="1"/>
              </p:cNvSpPr>
              <p:nvPr/>
            </p:nvSpPr>
            <p:spPr>
              <a:xfrm>
                <a:off x="3051633" y="1646668"/>
                <a:ext cx="433131" cy="36933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C12D8F9-B5D8-3EFF-CA67-09A9678D49D6}"/>
                  </a:ext>
                </a:extLst>
              </p:cNvPr>
              <p:cNvSpPr txBox="1"/>
              <p:nvPr/>
            </p:nvSpPr>
            <p:spPr>
              <a:xfrm>
                <a:off x="3092315" y="4590539"/>
                <a:ext cx="43313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𝑺</m:t>
                      </m:r>
                    </m:oMath>
                  </m:oMathPara>
                </a14:m>
                <a:endParaRPr kumimoji="1" lang="zh-CN" altLang="en-US" b="1" dirty="0">
                  <a:solidFill>
                    <a:srgbClr val="0000FF"/>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4C12D8F9-B5D8-3EFF-CA67-09A9678D49D6}"/>
                  </a:ext>
                </a:extLst>
              </p:cNvPr>
              <p:cNvSpPr txBox="1">
                <a:spLocks noRot="1" noChangeAspect="1" noMove="1" noResize="1" noEditPoints="1" noAdjustHandles="1" noChangeArrowheads="1" noChangeShapeType="1" noTextEdit="1"/>
              </p:cNvSpPr>
              <p:nvPr/>
            </p:nvSpPr>
            <p:spPr>
              <a:xfrm>
                <a:off x="3092315" y="4590539"/>
                <a:ext cx="433131" cy="369332"/>
              </a:xfrm>
              <a:prstGeom prst="rect">
                <a:avLst/>
              </a:prstGeom>
              <a:blipFill>
                <a:blip r:embed="rId10"/>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A4346899-527B-FE5C-5982-C66F9DAC4CE7}"/>
              </a:ext>
            </a:extLst>
          </p:cNvPr>
          <p:cNvSpPr txBox="1"/>
          <p:nvPr/>
        </p:nvSpPr>
        <p:spPr>
          <a:xfrm>
            <a:off x="418459" y="3505676"/>
            <a:ext cx="8307082" cy="461665"/>
          </a:xfrm>
          <a:prstGeom prst="rect">
            <a:avLst/>
          </a:prstGeom>
          <a:noFill/>
        </p:spPr>
        <p:txBody>
          <a:bodyPr wrap="none" rtlCol="0">
            <a:spAutoFit/>
          </a:bodyPr>
          <a:lstStyle/>
          <a:p>
            <a:r>
              <a:rPr kumimoji="1" lang="zh-CN" altLang="en-US" sz="2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一般情况下，事件</a:t>
            </a:r>
            <a:r>
              <a:rPr kumimoji="1"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A</a:t>
            </a:r>
            <a:r>
              <a:rPr kumimoji="1" lang="zh-CN" altLang="en-US" sz="2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的发生是对事件</a:t>
            </a:r>
            <a:r>
              <a:rPr kumimoji="1" lang="en-US" altLang="zh-CN" sz="2400" b="1" i="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B</a:t>
            </a:r>
            <a:r>
              <a:rPr kumimoji="1" lang="zh-CN" altLang="en-US" sz="2400" b="1" dirty="0">
                <a:solidFill>
                  <a:srgbClr val="C00000"/>
                </a:solidFill>
                <a:latin typeface="Times New Roman" panose="02020603050405020304" pitchFamily="18" charset="0"/>
                <a:ea typeface="KaiTi" panose="02010609060101010101" pitchFamily="49" charset="-122"/>
                <a:cs typeface="Times New Roman" panose="02020603050405020304" pitchFamily="18" charset="0"/>
              </a:rPr>
              <a:t>发生的概率有所影响的</a:t>
            </a:r>
          </a:p>
        </p:txBody>
      </p:sp>
    </p:spTree>
    <p:extLst>
      <p:ext uri="{BB962C8B-B14F-4D97-AF65-F5344CB8AC3E}">
        <p14:creationId xmlns:p14="http://schemas.microsoft.com/office/powerpoint/2010/main" val="42875533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线连接符 48">
            <a:extLst>
              <a:ext uri="{FF2B5EF4-FFF2-40B4-BE49-F238E27FC236}">
                <a16:creationId xmlns:a16="http://schemas.microsoft.com/office/drawing/2014/main" id="{8DE8DBCD-F146-DABD-9D4B-5DFB85117E8E}"/>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学论网--www.xuelun.me">
            <a:extLst>
              <a:ext uri="{FF2B5EF4-FFF2-40B4-BE49-F238E27FC236}">
                <a16:creationId xmlns:a16="http://schemas.microsoft.com/office/drawing/2014/main" id="{5A6DCE9D-947E-1E74-B1DC-C0E0AE9D03FE}"/>
              </a:ext>
            </a:extLst>
          </p:cNvPr>
          <p:cNvSpPr/>
          <p:nvPr/>
        </p:nvSpPr>
        <p:spPr bwMode="auto">
          <a:xfrm>
            <a:off x="2863840" y="218363"/>
            <a:ext cx="3427541"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条件概率的性质</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5E861B2-5F75-F1DE-4C29-6E968EC84C23}"/>
                  </a:ext>
                </a:extLst>
              </p:cNvPr>
              <p:cNvSpPr txBox="1"/>
              <p:nvPr/>
            </p:nvSpPr>
            <p:spPr>
              <a:xfrm>
                <a:off x="318053" y="2928273"/>
                <a:ext cx="8825947" cy="2420663"/>
              </a:xfrm>
              <a:prstGeom prst="rect">
                <a:avLst/>
              </a:prstGeom>
              <a:noFill/>
            </p:spPr>
            <p:txBody>
              <a:bodyPr wrap="square">
                <a:spAutoFit/>
              </a:bodyPr>
              <a:lstStyle/>
              <a:p>
                <a:pPr marL="514350" lvl="0" indent="-514350" algn="just">
                  <a:lnSpc>
                    <a:spcPct val="150000"/>
                  </a:lnSpc>
                  <a:buFontTx/>
                  <a:buAutoNum type="arabicPeriod"/>
                </a:pPr>
                <a:r>
                  <a:rPr kumimoji="1" lang="zh-CN" altLang="en-US" sz="2600" b="1" dirty="0">
                    <a:solidFill>
                      <a:srgbClr val="C00000"/>
                    </a:solidFill>
                    <a:latin typeface="Arial" panose="020B0604020202020204" pitchFamily="34" charset="0"/>
                    <a:ea typeface="KaiTi" panose="02010609060101010101" pitchFamily="49" charset="-122"/>
                    <a:cs typeface="Arial" panose="020B0604020202020204" pitchFamily="34" charset="0"/>
                  </a:rPr>
                  <a:t>非负性</a:t>
                </a:r>
                <a:r>
                  <a:rPr kumimoji="1" lang="zh-CN" altLang="en-US" sz="2600" b="1" dirty="0">
                    <a:solidFill>
                      <a:srgbClr val="011893"/>
                    </a:solidFill>
                    <a:latin typeface="Arial" panose="020B0604020202020204" pitchFamily="34" charset="0"/>
                    <a:ea typeface="KaiTi" panose="02010609060101010101" pitchFamily="49" charset="-122"/>
                    <a:cs typeface="Arial" panose="020B0604020202020204" pitchFamily="34" charset="0"/>
                  </a:rPr>
                  <a:t>：对于每一个事件</a:t>
                </a:r>
                <a14:m>
                  <m:oMath xmlns:m="http://schemas.openxmlformats.org/officeDocument/2006/math">
                    <m:r>
                      <a:rPr kumimoji="1" lang="en-US" altLang="zh-CN" sz="2600" b="1" i="1" dirty="0" smtClean="0">
                        <a:solidFill>
                          <a:srgbClr val="011893"/>
                        </a:solidFill>
                        <a:latin typeface="Cambria Math" panose="02040503050406030204" pitchFamily="18" charset="0"/>
                        <a:ea typeface="KaiTi" panose="02010609060101010101" pitchFamily="49" charset="-122"/>
                        <a:cs typeface="Arial" panose="020B0604020202020204" pitchFamily="34" charset="0"/>
                      </a:rPr>
                      <m:t>𝑩</m:t>
                    </m:r>
                  </m:oMath>
                </a14:m>
                <a:r>
                  <a:rPr kumimoji="1" lang="zh-CN" altLang="en-US" sz="2600" b="1" dirty="0">
                    <a:solidFill>
                      <a:srgbClr val="011893"/>
                    </a:solidFill>
                    <a:latin typeface="Arial" panose="020B0604020202020204" pitchFamily="34" charset="0"/>
                    <a:ea typeface="KaiTi" panose="02010609060101010101" pitchFamily="49" charset="-122"/>
                    <a:cs typeface="Arial" panose="020B0604020202020204" pitchFamily="34" charset="0"/>
                  </a:rPr>
                  <a:t>，有</a:t>
                </a:r>
                <a14:m>
                  <m:oMath xmlns:m="http://schemas.openxmlformats.org/officeDocument/2006/math">
                    <m:r>
                      <a:rPr kumimoji="1" lang="en-US" altLang="zh-CN" sz="2600" b="1" i="1" dirty="0">
                        <a:solidFill>
                          <a:srgbClr val="C00000"/>
                        </a:solidFill>
                        <a:latin typeface="Cambria Math" panose="02040503050406030204" pitchFamily="18" charset="0"/>
                        <a:ea typeface="KaiTi" panose="02010609060101010101" pitchFamily="49" charset="-122"/>
                        <a:cs typeface="Arial" panose="020B0604020202020204" pitchFamily="34" charset="0"/>
                      </a:rPr>
                      <m:t>𝑷</m:t>
                    </m:r>
                    <m:r>
                      <a:rPr kumimoji="1" lang="en-US" altLang="zh-CN" sz="2600" b="1" i="1" dirty="0">
                        <a:solidFill>
                          <a:srgbClr val="C00000"/>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dirty="0" smtClean="0">
                        <a:solidFill>
                          <a:srgbClr val="C00000"/>
                        </a:solidFill>
                        <a:latin typeface="Cambria Math" panose="02040503050406030204" pitchFamily="18" charset="0"/>
                        <a:ea typeface="KaiTi" panose="02010609060101010101" pitchFamily="49" charset="-122"/>
                        <a:cs typeface="Arial" panose="020B0604020202020204" pitchFamily="34" charset="0"/>
                      </a:rPr>
                      <m:t>𝑩</m:t>
                    </m:r>
                    <m:r>
                      <a:rPr kumimoji="1" lang="en-US" altLang="zh-CN" sz="2600" b="1" i="1" dirty="0" smtClean="0">
                        <a:solidFill>
                          <a:srgbClr val="C00000"/>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dirty="0">
                        <a:solidFill>
                          <a:srgbClr val="C00000"/>
                        </a:solidFill>
                        <a:latin typeface="Cambria Math" panose="02040503050406030204" pitchFamily="18" charset="0"/>
                        <a:ea typeface="KaiTi" panose="02010609060101010101" pitchFamily="49" charset="-122"/>
                        <a:cs typeface="Arial" panose="020B0604020202020204" pitchFamily="34" charset="0"/>
                      </a:rPr>
                      <m:t>𝑨</m:t>
                    </m:r>
                    <m:r>
                      <a:rPr kumimoji="1" lang="en-US" altLang="zh-CN" sz="2600" b="1" i="1" dirty="0">
                        <a:solidFill>
                          <a:srgbClr val="C00000"/>
                        </a:solidFill>
                        <a:latin typeface="Cambria Math" panose="02040503050406030204" pitchFamily="18" charset="0"/>
                        <a:ea typeface="KaiTi" panose="02010609060101010101" pitchFamily="49" charset="-122"/>
                        <a:cs typeface="Arial" panose="020B0604020202020204" pitchFamily="34" charset="0"/>
                      </a:rPr>
                      <m:t>) ≥</m:t>
                    </m:r>
                    <m:r>
                      <a:rPr kumimoji="1" lang="en-US" altLang="zh-CN" sz="2600" b="1" i="1" dirty="0">
                        <a:solidFill>
                          <a:srgbClr val="C00000"/>
                        </a:solidFill>
                        <a:latin typeface="Cambria Math" panose="02040503050406030204" pitchFamily="18" charset="0"/>
                        <a:ea typeface="Cambria Math" panose="02040503050406030204" pitchFamily="18" charset="0"/>
                        <a:cs typeface="Arial" panose="020B0604020202020204" pitchFamily="34" charset="0"/>
                      </a:rPr>
                      <m:t>𝟎</m:t>
                    </m:r>
                  </m:oMath>
                </a14:m>
                <a:endParaRPr kumimoji="1" lang="en-US" altLang="zh-CN" sz="2600" b="1"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marL="514350" lvl="0" indent="-514350" algn="just">
                  <a:lnSpc>
                    <a:spcPct val="150000"/>
                  </a:lnSpc>
                  <a:buFontTx/>
                  <a:buAutoNum type="arabicPeriod"/>
                </a:pPr>
                <a:r>
                  <a:rPr kumimoji="1" lang="zh-CN" altLang="en-US" sz="2600" b="1" dirty="0">
                    <a:solidFill>
                      <a:srgbClr val="C00000"/>
                    </a:solidFill>
                    <a:latin typeface="Arial" panose="020B0604020202020204" pitchFamily="34" charset="0"/>
                    <a:ea typeface="KaiTi" panose="02010609060101010101" pitchFamily="49" charset="-122"/>
                    <a:cs typeface="Arial" panose="020B0604020202020204" pitchFamily="34" charset="0"/>
                  </a:rPr>
                  <a:t>规范性</a:t>
                </a:r>
                <a:r>
                  <a:rPr kumimoji="1" lang="zh-CN" altLang="en-US" sz="2600" b="1" dirty="0">
                    <a:solidFill>
                      <a:srgbClr val="011893"/>
                    </a:solidFill>
                    <a:latin typeface="Arial" panose="020B0604020202020204" pitchFamily="34" charset="0"/>
                    <a:ea typeface="KaiTi" panose="02010609060101010101" pitchFamily="49" charset="-122"/>
                    <a:cs typeface="Arial" panose="020B0604020202020204" pitchFamily="34" charset="0"/>
                  </a:rPr>
                  <a:t>：对于必然事件</a:t>
                </a:r>
                <a14:m>
                  <m:oMath xmlns:m="http://schemas.openxmlformats.org/officeDocument/2006/math">
                    <m:r>
                      <a:rPr kumimoji="1" lang="en-US" altLang="zh-CN" sz="2600" b="1" i="1" dirty="0">
                        <a:solidFill>
                          <a:srgbClr val="011893"/>
                        </a:solidFill>
                        <a:latin typeface="Cambria Math" panose="02040503050406030204" pitchFamily="18" charset="0"/>
                        <a:ea typeface="KaiTi" panose="02010609060101010101" pitchFamily="49" charset="-122"/>
                        <a:cs typeface="Arial" panose="020B0604020202020204" pitchFamily="34" charset="0"/>
                      </a:rPr>
                      <m:t>𝑺</m:t>
                    </m:r>
                  </m:oMath>
                </a14:m>
                <a:r>
                  <a:rPr kumimoji="1" lang="zh-CN" altLang="en-US" sz="2600" b="1" dirty="0">
                    <a:solidFill>
                      <a:srgbClr val="011893"/>
                    </a:solidFill>
                    <a:latin typeface="Arial" panose="020B0604020202020204" pitchFamily="34" charset="0"/>
                    <a:ea typeface="KaiTi" panose="02010609060101010101" pitchFamily="49" charset="-122"/>
                    <a:cs typeface="Arial" panose="020B0604020202020204" pitchFamily="34" charset="0"/>
                  </a:rPr>
                  <a:t>，有</a:t>
                </a:r>
                <a14:m>
                  <m:oMath xmlns:m="http://schemas.openxmlformats.org/officeDocument/2006/math">
                    <m:r>
                      <a:rPr kumimoji="1" lang="en-US" altLang="zh-CN" sz="2600" b="1" i="1" dirty="0">
                        <a:solidFill>
                          <a:srgbClr val="C00000"/>
                        </a:solidFill>
                        <a:latin typeface="Cambria Math" panose="02040503050406030204" pitchFamily="18" charset="0"/>
                        <a:ea typeface="KaiTi" panose="02010609060101010101" pitchFamily="49" charset="-122"/>
                        <a:cs typeface="Arial" panose="020B0604020202020204" pitchFamily="34" charset="0"/>
                      </a:rPr>
                      <m:t>𝑷</m:t>
                    </m:r>
                    <m:d>
                      <m:dPr>
                        <m:ctrlPr>
                          <a:rPr kumimoji="1" lang="en-US" altLang="zh-CN" sz="2600" b="1" i="1" dirty="0">
                            <a:solidFill>
                              <a:srgbClr val="C00000"/>
                            </a:solidFill>
                            <a:latin typeface="Cambria Math" panose="02040503050406030204" pitchFamily="18" charset="0"/>
                            <a:ea typeface="KaiTi" panose="02010609060101010101" pitchFamily="49" charset="-122"/>
                            <a:cs typeface="Arial" panose="020B0604020202020204" pitchFamily="34" charset="0"/>
                          </a:rPr>
                        </m:ctrlPr>
                      </m:dPr>
                      <m:e>
                        <m:r>
                          <a:rPr kumimoji="1" lang="en-US" altLang="zh-CN" sz="2600" b="1" i="1" dirty="0">
                            <a:solidFill>
                              <a:srgbClr val="C00000"/>
                            </a:solidFill>
                            <a:latin typeface="Cambria Math" panose="02040503050406030204" pitchFamily="18" charset="0"/>
                            <a:ea typeface="KaiTi" panose="02010609060101010101" pitchFamily="49" charset="-122"/>
                            <a:cs typeface="Arial" panose="020B0604020202020204" pitchFamily="34" charset="0"/>
                          </a:rPr>
                          <m:t>𝑺</m:t>
                        </m:r>
                        <m:r>
                          <a:rPr kumimoji="1" lang="en-US" altLang="zh-CN" sz="2600" b="1" i="1" dirty="0" smtClean="0">
                            <a:solidFill>
                              <a:srgbClr val="C00000"/>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dirty="0" smtClean="0">
                            <a:solidFill>
                              <a:srgbClr val="C00000"/>
                            </a:solidFill>
                            <a:latin typeface="Cambria Math" panose="02040503050406030204" pitchFamily="18" charset="0"/>
                            <a:ea typeface="KaiTi" panose="02010609060101010101" pitchFamily="49" charset="-122"/>
                            <a:cs typeface="Arial" panose="020B0604020202020204" pitchFamily="34" charset="0"/>
                          </a:rPr>
                          <m:t>𝑨</m:t>
                        </m:r>
                      </m:e>
                    </m:d>
                    <m:r>
                      <a:rPr kumimoji="1" lang="en-US" altLang="zh-CN" sz="2600" b="1" i="1" dirty="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kumimoji="1" lang="en-US" altLang="zh-CN" sz="2600" b="1" i="1" dirty="0">
                        <a:solidFill>
                          <a:srgbClr val="C00000"/>
                        </a:solidFill>
                        <a:latin typeface="Cambria Math" panose="02040503050406030204" pitchFamily="18" charset="0"/>
                        <a:ea typeface="Cambria Math" panose="02040503050406030204" pitchFamily="18" charset="0"/>
                        <a:cs typeface="Arial" panose="020B0604020202020204" pitchFamily="34" charset="0"/>
                      </a:rPr>
                      <m:t>𝟏</m:t>
                    </m:r>
                  </m:oMath>
                </a14:m>
                <a:endParaRPr kumimoji="1" lang="en-US" altLang="zh-CN" sz="2600" b="1"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marL="514350" lvl="0" indent="-514350" algn="just">
                  <a:lnSpc>
                    <a:spcPct val="150000"/>
                  </a:lnSpc>
                  <a:buFontTx/>
                  <a:buAutoNum type="arabicPeriod"/>
                </a:pPr>
                <a:r>
                  <a:rPr kumimoji="1" lang="zh-CN" altLang="en-US" sz="2600" b="1" dirty="0">
                    <a:solidFill>
                      <a:srgbClr val="C00000"/>
                    </a:solidFill>
                    <a:latin typeface="Arial" panose="020B0604020202020204" pitchFamily="34" charset="0"/>
                    <a:ea typeface="KaiTi" panose="02010609060101010101" pitchFamily="49" charset="-122"/>
                    <a:cs typeface="Arial" panose="020B0604020202020204" pitchFamily="34" charset="0"/>
                  </a:rPr>
                  <a:t>可列可加性</a:t>
                </a:r>
                <a:r>
                  <a:rPr kumimoji="1" lang="zh-CN" altLang="en-US" sz="2600" b="1" dirty="0">
                    <a:solidFill>
                      <a:srgbClr val="011893"/>
                    </a:solidFill>
                    <a:latin typeface="Arial" panose="020B0604020202020204" pitchFamily="34" charset="0"/>
                    <a:ea typeface="KaiTi" panose="02010609060101010101" pitchFamily="49" charset="-122"/>
                    <a:cs typeface="Arial" panose="020B0604020202020204" pitchFamily="34" charset="0"/>
                  </a:rPr>
                  <a:t>：设</a:t>
                </a:r>
                <a14:m>
                  <m:oMath xmlns:m="http://schemas.openxmlformats.org/officeDocument/2006/math">
                    <m:sSub>
                      <m:sSubPr>
                        <m:ctrlPr>
                          <a:rPr kumimoji="1" lang="en-US" altLang="zh-CN" sz="2600" b="1" i="1">
                            <a:solidFill>
                              <a:srgbClr val="011893"/>
                            </a:solidFill>
                            <a:latin typeface="Cambria Math" panose="02040503050406030204" pitchFamily="18" charset="0"/>
                            <a:ea typeface="KaiTi" panose="02010609060101010101" pitchFamily="49" charset="-122"/>
                            <a:cs typeface="Arial" panose="020B0604020202020204" pitchFamily="34" charset="0"/>
                          </a:rPr>
                        </m:ctrlPr>
                      </m:sSubPr>
                      <m:e>
                        <m:r>
                          <a:rPr kumimoji="1" lang="en-US" altLang="zh-CN" sz="2600" b="1" i="1" smtClean="0">
                            <a:solidFill>
                              <a:srgbClr val="011893"/>
                            </a:solidFill>
                            <a:latin typeface="Cambria Math" panose="02040503050406030204" pitchFamily="18" charset="0"/>
                            <a:ea typeface="KaiTi" panose="02010609060101010101" pitchFamily="49" charset="-122"/>
                            <a:cs typeface="Arial" panose="020B0604020202020204" pitchFamily="34" charset="0"/>
                          </a:rPr>
                          <m:t>𝑩</m:t>
                        </m:r>
                      </m:e>
                      <m:sub>
                        <m:r>
                          <a:rPr kumimoji="1" lang="en-US" altLang="zh-CN" sz="2600" b="1" i="1">
                            <a:solidFill>
                              <a:srgbClr val="011893"/>
                            </a:solidFill>
                            <a:latin typeface="Cambria Math" panose="02040503050406030204" pitchFamily="18" charset="0"/>
                            <a:ea typeface="KaiTi" panose="02010609060101010101" pitchFamily="49" charset="-122"/>
                            <a:cs typeface="Arial" panose="020B0604020202020204" pitchFamily="34" charset="0"/>
                          </a:rPr>
                          <m:t>𝟏</m:t>
                        </m:r>
                      </m:sub>
                    </m:sSub>
                  </m:oMath>
                </a14:m>
                <a:r>
                  <a:rPr kumimoji="1" lang="en-US" altLang="zh-CN" sz="2600" b="1" dirty="0">
                    <a:solidFill>
                      <a:srgbClr val="011893"/>
                    </a:solidFill>
                    <a:latin typeface="Arial" panose="020B0604020202020204" pitchFamily="34" charset="0"/>
                    <a:ea typeface="KaiTi" panose="02010609060101010101" pitchFamily="49" charset="-122"/>
                    <a:cs typeface="Arial" panose="020B0604020202020204" pitchFamily="34" charset="0"/>
                  </a:rPr>
                  <a:t>,</a:t>
                </a:r>
                <a:r>
                  <a:rPr kumimoji="1" lang="en-US" altLang="zh-CN" sz="2600" b="1" dirty="0">
                    <a:solidFill>
                      <a:srgbClr val="011893"/>
                    </a:solidFill>
                    <a:ea typeface="KaiTi" panose="02010609060101010101" pitchFamily="49" charset="-122"/>
                    <a:cs typeface="Arial" panose="020B0604020202020204" pitchFamily="34" charset="0"/>
                  </a:rPr>
                  <a:t> </a:t>
                </a:r>
                <a14:m>
                  <m:oMath xmlns:m="http://schemas.openxmlformats.org/officeDocument/2006/math">
                    <m:sSub>
                      <m:sSubPr>
                        <m:ctrlPr>
                          <a:rPr kumimoji="1" lang="en-US" altLang="zh-CN" sz="2600" b="1" i="1">
                            <a:solidFill>
                              <a:srgbClr val="011893"/>
                            </a:solidFill>
                            <a:latin typeface="Cambria Math" panose="02040503050406030204" pitchFamily="18" charset="0"/>
                            <a:ea typeface="KaiTi" panose="02010609060101010101" pitchFamily="49" charset="-122"/>
                            <a:cs typeface="Arial" panose="020B0604020202020204" pitchFamily="34" charset="0"/>
                          </a:rPr>
                        </m:ctrlPr>
                      </m:sSubPr>
                      <m:e>
                        <m:r>
                          <a:rPr kumimoji="1" lang="en-US" altLang="zh-CN" sz="2600" b="1" i="1" smtClean="0">
                            <a:solidFill>
                              <a:srgbClr val="011893"/>
                            </a:solidFill>
                            <a:latin typeface="Cambria Math" panose="02040503050406030204" pitchFamily="18" charset="0"/>
                            <a:ea typeface="KaiTi" panose="02010609060101010101" pitchFamily="49" charset="-122"/>
                            <a:cs typeface="Arial" panose="020B0604020202020204" pitchFamily="34" charset="0"/>
                          </a:rPr>
                          <m:t>𝑩</m:t>
                        </m:r>
                      </m:e>
                      <m:sub>
                        <m:r>
                          <a:rPr kumimoji="1" lang="en-US" altLang="zh-CN" sz="2600" b="1" i="1">
                            <a:solidFill>
                              <a:srgbClr val="011893"/>
                            </a:solidFill>
                            <a:latin typeface="Cambria Math" panose="02040503050406030204" pitchFamily="18" charset="0"/>
                            <a:ea typeface="KaiTi" panose="02010609060101010101" pitchFamily="49" charset="-122"/>
                            <a:cs typeface="Arial" panose="020B0604020202020204" pitchFamily="34" charset="0"/>
                          </a:rPr>
                          <m:t>𝟐</m:t>
                        </m:r>
                      </m:sub>
                    </m:sSub>
                  </m:oMath>
                </a14:m>
                <a:r>
                  <a:rPr kumimoji="1" lang="en-US" altLang="zh-CN" sz="2600" b="1" dirty="0">
                    <a:solidFill>
                      <a:srgbClr val="011893"/>
                    </a:solidFill>
                    <a:latin typeface="Arial" panose="020B0604020202020204" pitchFamily="34" charset="0"/>
                    <a:ea typeface="KaiTi" panose="02010609060101010101" pitchFamily="49" charset="-122"/>
                    <a:cs typeface="Arial" panose="020B0604020202020204" pitchFamily="34" charset="0"/>
                  </a:rPr>
                  <a:t>,…</a:t>
                </a:r>
                <a:r>
                  <a:rPr kumimoji="1" lang="zh-CN" altLang="en-US" sz="2600" b="1" dirty="0">
                    <a:solidFill>
                      <a:srgbClr val="011893"/>
                    </a:solidFill>
                    <a:latin typeface="Arial" panose="020B0604020202020204" pitchFamily="34" charset="0"/>
                    <a:ea typeface="KaiTi" panose="02010609060101010101" pitchFamily="49" charset="-122"/>
                    <a:cs typeface="Arial" panose="020B0604020202020204" pitchFamily="34" charset="0"/>
                  </a:rPr>
                  <a:t>是两两互不相容的事件，有</a:t>
                </a:r>
                <a:endParaRPr kumimoji="1" lang="en-US" altLang="zh-CN" sz="2600" b="1" dirty="0">
                  <a:solidFill>
                    <a:srgbClr val="011893"/>
                  </a:solidFill>
                  <a:latin typeface="Arial" panose="020B0604020202020204" pitchFamily="34" charset="0"/>
                  <a:ea typeface="KaiTi" panose="02010609060101010101" pitchFamily="49" charset="-122"/>
                  <a:cs typeface="Arial" panose="020B0604020202020204" pitchFamily="34" charset="0"/>
                </a:endParaRPr>
              </a:p>
              <a:p>
                <a:pPr lvl="0" algn="just">
                  <a:lnSpc>
                    <a:spcPct val="150000"/>
                  </a:lnSpc>
                </a:pPr>
                <a:r>
                  <a:rPr kumimoji="1" lang="en-US" altLang="zh-CN" sz="2600" b="1" dirty="0">
                    <a:solidFill>
                      <a:srgbClr val="C00000"/>
                    </a:solidFill>
                    <a:ea typeface="KaiTi" panose="02010609060101010101" pitchFamily="49" charset="-122"/>
                    <a:cs typeface="Arial" panose="020B0604020202020204" pitchFamily="34" charset="0"/>
                  </a:rPr>
                  <a:t>              </a:t>
                </a:r>
                <a14:m>
                  <m:oMath xmlns:m="http://schemas.openxmlformats.org/officeDocument/2006/math">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𝑷</m:t>
                    </m:r>
                    <m:d>
                      <m:dPr>
                        <m:ctrlP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ctrlPr>
                      </m:dPr>
                      <m:e>
                        <m:sSub>
                          <m:sSubPr>
                            <m:ctrlP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ctrlPr>
                          </m:sSubPr>
                          <m:e>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𝑩</m:t>
                            </m:r>
                          </m:e>
                          <m:sub>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𝟏</m:t>
                            </m:r>
                          </m:sub>
                        </m:sSub>
                        <m:r>
                          <a:rPr kumimoji="1" lang="en-US" altLang="zh-CN" sz="2600" b="1" i="1">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b>
                          <m:sSubPr>
                            <m:ctrlP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ctrlPr>
                          </m:sSubPr>
                          <m:e>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𝑩</m:t>
                            </m:r>
                          </m:e>
                          <m:sub>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𝟐</m:t>
                            </m:r>
                          </m:sub>
                        </m:sSub>
                        <m:r>
                          <a:rPr kumimoji="1" lang="en-US" altLang="zh-CN" sz="2600" b="1" i="1">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kumimoji="1" lang="en-US" altLang="zh-CN" sz="26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kumimoji="1" lang="en-US" altLang="zh-CN" sz="26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𝑨</m:t>
                        </m:r>
                      </m:e>
                    </m:d>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m:t>
                    </m:r>
                  </m:oMath>
                </a14:m>
                <a:r>
                  <a:rPr kumimoji="1" lang="en-US" altLang="zh-CN" sz="2600" b="1" dirty="0">
                    <a:solidFill>
                      <a:srgbClr val="C00000"/>
                    </a:solidFill>
                    <a:ea typeface="KaiTi" panose="02010609060101010101" pitchFamily="49" charset="-122"/>
                    <a:cs typeface="Arial" panose="020B0604020202020204" pitchFamily="34" charset="0"/>
                  </a:rPr>
                  <a:t> </a:t>
                </a:r>
                <a14:m>
                  <m:oMath xmlns:m="http://schemas.openxmlformats.org/officeDocument/2006/math">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𝑷</m:t>
                    </m:r>
                    <m:d>
                      <m:dPr>
                        <m:ctrlP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ctrlPr>
                      </m:dPr>
                      <m:e>
                        <m:sSub>
                          <m:sSubPr>
                            <m:ctrlP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ctrlPr>
                          </m:sSubPr>
                          <m:e>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𝑩</m:t>
                            </m:r>
                          </m:e>
                          <m:sub>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𝟏</m:t>
                            </m:r>
                          </m:sub>
                        </m:sSub>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𝑨</m:t>
                        </m:r>
                      </m:e>
                    </m:d>
                    <m:r>
                      <a:rPr kumimoji="1" lang="en-US" altLang="zh-CN" sz="2600" b="1" i="1">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𝑷</m:t>
                    </m:r>
                    <m:d>
                      <m:dPr>
                        <m:ctrlP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ctrlPr>
                      </m:dPr>
                      <m:e>
                        <m:sSub>
                          <m:sSubPr>
                            <m:ctrlP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ctrlPr>
                          </m:sSubPr>
                          <m:e>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𝑩</m:t>
                            </m:r>
                          </m:e>
                          <m:sub>
                            <m:r>
                              <a:rPr kumimoji="1" lang="en-US" altLang="zh-CN" sz="2600" b="1" i="1">
                                <a:solidFill>
                                  <a:srgbClr val="C00000"/>
                                </a:solidFill>
                                <a:latin typeface="Cambria Math" panose="02040503050406030204" pitchFamily="18" charset="0"/>
                                <a:ea typeface="KaiTi" panose="02010609060101010101" pitchFamily="49" charset="-122"/>
                                <a:cs typeface="Arial" panose="020B0604020202020204" pitchFamily="34" charset="0"/>
                              </a:rPr>
                              <m:t>𝟐</m:t>
                            </m:r>
                          </m:sub>
                        </m:sSub>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smtClean="0">
                            <a:solidFill>
                              <a:srgbClr val="C00000"/>
                            </a:solidFill>
                            <a:latin typeface="Cambria Math" panose="02040503050406030204" pitchFamily="18" charset="0"/>
                            <a:ea typeface="KaiTi" panose="02010609060101010101" pitchFamily="49" charset="-122"/>
                            <a:cs typeface="Arial" panose="020B0604020202020204" pitchFamily="34" charset="0"/>
                          </a:rPr>
                          <m:t>𝑨</m:t>
                        </m:r>
                      </m:e>
                    </m:d>
                    <m:r>
                      <a:rPr kumimoji="1" lang="en-US" altLang="zh-CN" sz="2600" b="1">
                        <a:solidFill>
                          <a:srgbClr val="C00000"/>
                        </a:solidFill>
                        <a:latin typeface="Cambria Math" panose="02040503050406030204" pitchFamily="18" charset="0"/>
                        <a:ea typeface="KaiTi" panose="02010609060101010101" pitchFamily="49" charset="-122"/>
                        <a:cs typeface="Arial" panose="020B0604020202020204" pitchFamily="34" charset="0"/>
                      </a:rPr>
                      <m:t>+…</m:t>
                    </m:r>
                  </m:oMath>
                </a14:m>
                <a:endParaRPr kumimoji="1" lang="zh-CN" altLang="en-US" sz="2600" b="1" dirty="0">
                  <a:solidFill>
                    <a:srgbClr val="C00000"/>
                  </a:solidFill>
                  <a:latin typeface="Arial" panose="020B0604020202020204" pitchFamily="34" charset="0"/>
                  <a:ea typeface="KaiTi" panose="02010609060101010101" pitchFamily="49" charset="-122"/>
                  <a:cs typeface="Arial" panose="020B0604020202020204" pitchFamily="34" charset="0"/>
                </a:endParaRPr>
              </a:p>
            </p:txBody>
          </p:sp>
        </mc:Choice>
        <mc:Fallback xmlns="">
          <p:sp>
            <p:nvSpPr>
              <p:cNvPr id="11" name="文本框 10">
                <a:extLst>
                  <a:ext uri="{FF2B5EF4-FFF2-40B4-BE49-F238E27FC236}">
                    <a16:creationId xmlns:a16="http://schemas.microsoft.com/office/drawing/2014/main" id="{85E861B2-5F75-F1DE-4C29-6E968EC84C23}"/>
                  </a:ext>
                </a:extLst>
              </p:cNvPr>
              <p:cNvSpPr txBox="1">
                <a:spLocks noRot="1" noChangeAspect="1" noMove="1" noResize="1" noEditPoints="1" noAdjustHandles="1" noChangeArrowheads="1" noChangeShapeType="1" noTextEdit="1"/>
              </p:cNvSpPr>
              <p:nvPr/>
            </p:nvSpPr>
            <p:spPr>
              <a:xfrm>
                <a:off x="318053" y="2928273"/>
                <a:ext cx="8825947" cy="2420663"/>
              </a:xfrm>
              <a:prstGeom prst="rect">
                <a:avLst/>
              </a:prstGeom>
              <a:blipFill>
                <a:blip r:embed="rId2"/>
                <a:stretch>
                  <a:fillRect l="-1006" b="-31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1B2345A-EA47-0872-B4E9-42B01336B3DC}"/>
                  </a:ext>
                </a:extLst>
              </p:cNvPr>
              <p:cNvSpPr txBox="1"/>
              <p:nvPr/>
            </p:nvSpPr>
            <p:spPr>
              <a:xfrm>
                <a:off x="318053" y="1912083"/>
                <a:ext cx="7126356" cy="492443"/>
              </a:xfrm>
              <a:prstGeom prst="rect">
                <a:avLst/>
              </a:prstGeom>
              <a:noFill/>
            </p:spPr>
            <p:txBody>
              <a:bodyPr wrap="square">
                <a:spAutoFit/>
              </a:bodyPr>
              <a:lstStyle/>
              <a:p>
                <a:r>
                  <a:rPr kumimoji="1" lang="zh-CN" altLang="en-US" sz="2600" b="1" dirty="0">
                    <a:solidFill>
                      <a:srgbClr val="011893"/>
                    </a:solidFill>
                    <a:ea typeface="KaiTi" panose="02010609060101010101" pitchFamily="49" charset="-122"/>
                    <a:cs typeface="Arial" panose="020B0604020202020204" pitchFamily="34" charset="0"/>
                  </a:rPr>
                  <a:t>条件概率</a:t>
                </a:r>
                <a14:m>
                  <m:oMath xmlns:m="http://schemas.openxmlformats.org/officeDocument/2006/math">
                    <m:r>
                      <a:rPr kumimoji="1" lang="en-US" altLang="zh-CN" sz="2600" b="1" i="1" dirty="0">
                        <a:solidFill>
                          <a:srgbClr val="011893"/>
                        </a:solidFill>
                        <a:latin typeface="Cambria Math" panose="02040503050406030204" pitchFamily="18" charset="0"/>
                        <a:ea typeface="KaiTi" panose="02010609060101010101" pitchFamily="49" charset="-122"/>
                        <a:cs typeface="Arial" panose="020B0604020202020204" pitchFamily="34" charset="0"/>
                      </a:rPr>
                      <m:t>𝑷</m:t>
                    </m:r>
                    <m:d>
                      <m:dPr>
                        <m:ctrlPr>
                          <a:rPr kumimoji="1" lang="en-US" altLang="zh-CN" sz="2600" b="1" i="1" dirty="0">
                            <a:solidFill>
                              <a:srgbClr val="011893"/>
                            </a:solidFill>
                            <a:latin typeface="Cambria Math" panose="02040503050406030204" pitchFamily="18" charset="0"/>
                            <a:ea typeface="KaiTi" panose="02010609060101010101" pitchFamily="49" charset="-122"/>
                            <a:cs typeface="Arial" panose="020B0604020202020204" pitchFamily="34" charset="0"/>
                          </a:rPr>
                        </m:ctrlPr>
                      </m:dPr>
                      <m:e>
                        <m:r>
                          <a:rPr kumimoji="1" lang="en-US" altLang="zh-CN" sz="2600" b="1" i="1" dirty="0">
                            <a:solidFill>
                              <a:srgbClr val="011893"/>
                            </a:solidFill>
                            <a:latin typeface="Cambria Math" panose="02040503050406030204" pitchFamily="18" charset="0"/>
                            <a:ea typeface="KaiTi" panose="02010609060101010101" pitchFamily="49" charset="-122"/>
                            <a:cs typeface="Arial" panose="020B0604020202020204" pitchFamily="34" charset="0"/>
                          </a:rPr>
                          <m:t>∙</m:t>
                        </m:r>
                      </m:e>
                      <m:e>
                        <m:r>
                          <a:rPr kumimoji="1" lang="en-US" altLang="zh-CN" sz="2600" b="1" i="1" dirty="0" smtClean="0">
                            <a:solidFill>
                              <a:srgbClr val="011893"/>
                            </a:solidFill>
                            <a:latin typeface="Cambria Math" panose="02040503050406030204" pitchFamily="18" charset="0"/>
                            <a:ea typeface="KaiTi" panose="02010609060101010101" pitchFamily="49" charset="-122"/>
                            <a:cs typeface="Arial" panose="020B0604020202020204" pitchFamily="34" charset="0"/>
                          </a:rPr>
                          <m:t>𝑨</m:t>
                        </m:r>
                      </m:e>
                    </m:d>
                  </m:oMath>
                </a14:m>
                <a:r>
                  <a:rPr kumimoji="1" lang="zh-CN" altLang="en-US" sz="2600" b="1" dirty="0">
                    <a:solidFill>
                      <a:srgbClr val="011893"/>
                    </a:solidFill>
                    <a:ea typeface="KaiTi" panose="02010609060101010101" pitchFamily="49" charset="-122"/>
                    <a:cs typeface="Arial" panose="020B0604020202020204" pitchFamily="34" charset="0"/>
                  </a:rPr>
                  <a:t>符合概率定义中的三个条件：</a:t>
                </a:r>
                <a:endParaRPr lang="zh-CN" altLang="en-US" dirty="0"/>
              </a:p>
            </p:txBody>
          </p:sp>
        </mc:Choice>
        <mc:Fallback xmlns="">
          <p:sp>
            <p:nvSpPr>
              <p:cNvPr id="13" name="文本框 12">
                <a:extLst>
                  <a:ext uri="{FF2B5EF4-FFF2-40B4-BE49-F238E27FC236}">
                    <a16:creationId xmlns:a16="http://schemas.microsoft.com/office/drawing/2014/main" id="{51B2345A-EA47-0872-B4E9-42B01336B3DC}"/>
                  </a:ext>
                </a:extLst>
              </p:cNvPr>
              <p:cNvSpPr txBox="1">
                <a:spLocks noRot="1" noChangeAspect="1" noMove="1" noResize="1" noEditPoints="1" noAdjustHandles="1" noChangeArrowheads="1" noChangeShapeType="1" noTextEdit="1"/>
              </p:cNvSpPr>
              <p:nvPr/>
            </p:nvSpPr>
            <p:spPr>
              <a:xfrm>
                <a:off x="318053" y="1912083"/>
                <a:ext cx="7126356" cy="492443"/>
              </a:xfrm>
              <a:prstGeom prst="rect">
                <a:avLst/>
              </a:prstGeom>
              <a:blipFill>
                <a:blip r:embed="rId3"/>
                <a:stretch>
                  <a:fillRect l="-1421" t="-15000" b="-225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908783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线连接符 48">
            <a:extLst>
              <a:ext uri="{FF2B5EF4-FFF2-40B4-BE49-F238E27FC236}">
                <a16:creationId xmlns:a16="http://schemas.microsoft.com/office/drawing/2014/main" id="{8DE8DBCD-F146-DABD-9D4B-5DFB85117E8E}"/>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学论网--www.xuelun.me">
            <a:extLst>
              <a:ext uri="{FF2B5EF4-FFF2-40B4-BE49-F238E27FC236}">
                <a16:creationId xmlns:a16="http://schemas.microsoft.com/office/drawing/2014/main" id="{5A6DCE9D-947E-1E74-B1DC-C0E0AE9D03FE}"/>
              </a:ext>
            </a:extLst>
          </p:cNvPr>
          <p:cNvSpPr/>
          <p:nvPr/>
        </p:nvSpPr>
        <p:spPr bwMode="auto">
          <a:xfrm>
            <a:off x="2863840" y="218363"/>
            <a:ext cx="3427541"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条件概率的性质</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781461F-995A-5612-6C60-CAD3DAE1ED5D}"/>
                  </a:ext>
                </a:extLst>
              </p:cNvPr>
              <p:cNvSpPr txBox="1"/>
              <p:nvPr/>
            </p:nvSpPr>
            <p:spPr>
              <a:xfrm>
                <a:off x="318053" y="1912083"/>
                <a:ext cx="7126356" cy="492443"/>
              </a:xfrm>
              <a:prstGeom prst="rect">
                <a:avLst/>
              </a:prstGeom>
              <a:noFill/>
            </p:spPr>
            <p:txBody>
              <a:bodyPr wrap="square">
                <a:spAutoFit/>
              </a:bodyPr>
              <a:lstStyle/>
              <a:p>
                <a:r>
                  <a:rPr kumimoji="1" lang="zh-CN" altLang="en-US" sz="2600" b="1" dirty="0">
                    <a:solidFill>
                      <a:srgbClr val="011893"/>
                    </a:solidFill>
                    <a:ea typeface="KaiTi" panose="02010609060101010101" pitchFamily="49" charset="-122"/>
                    <a:cs typeface="Arial" panose="020B0604020202020204" pitchFamily="34" charset="0"/>
                  </a:rPr>
                  <a:t>条件概率</a:t>
                </a:r>
                <a14:m>
                  <m:oMath xmlns:m="http://schemas.openxmlformats.org/officeDocument/2006/math">
                    <m:r>
                      <a:rPr kumimoji="1" lang="en-US" altLang="zh-CN" sz="2600" b="1" i="1" dirty="0">
                        <a:solidFill>
                          <a:srgbClr val="011893"/>
                        </a:solidFill>
                        <a:latin typeface="Cambria Math" panose="02040503050406030204" pitchFamily="18" charset="0"/>
                        <a:ea typeface="KaiTi" panose="02010609060101010101" pitchFamily="49" charset="-122"/>
                        <a:cs typeface="Arial" panose="020B0604020202020204" pitchFamily="34" charset="0"/>
                      </a:rPr>
                      <m:t>𝑷</m:t>
                    </m:r>
                    <m:d>
                      <m:dPr>
                        <m:ctrlPr>
                          <a:rPr kumimoji="1" lang="en-US" altLang="zh-CN" sz="2600" b="1" i="1" dirty="0">
                            <a:solidFill>
                              <a:srgbClr val="011893"/>
                            </a:solidFill>
                            <a:latin typeface="Cambria Math" panose="02040503050406030204" pitchFamily="18" charset="0"/>
                            <a:ea typeface="KaiTi" panose="02010609060101010101" pitchFamily="49" charset="-122"/>
                            <a:cs typeface="Arial" panose="020B0604020202020204" pitchFamily="34" charset="0"/>
                          </a:rPr>
                        </m:ctrlPr>
                      </m:dPr>
                      <m:e>
                        <m:r>
                          <a:rPr kumimoji="1" lang="en-US" altLang="zh-CN" sz="2600" b="1" i="1" dirty="0">
                            <a:solidFill>
                              <a:srgbClr val="011893"/>
                            </a:solidFill>
                            <a:latin typeface="Cambria Math" panose="02040503050406030204" pitchFamily="18" charset="0"/>
                            <a:ea typeface="KaiTi" panose="02010609060101010101" pitchFamily="49" charset="-122"/>
                            <a:cs typeface="Arial" panose="020B0604020202020204" pitchFamily="34" charset="0"/>
                          </a:rPr>
                          <m:t>∙</m:t>
                        </m:r>
                      </m:e>
                      <m:e>
                        <m:r>
                          <a:rPr kumimoji="1" lang="en-US" altLang="zh-CN" sz="2600" b="1" i="1" dirty="0" smtClean="0">
                            <a:solidFill>
                              <a:srgbClr val="011893"/>
                            </a:solidFill>
                            <a:latin typeface="Cambria Math" panose="02040503050406030204" pitchFamily="18" charset="0"/>
                            <a:ea typeface="KaiTi" panose="02010609060101010101" pitchFamily="49" charset="-122"/>
                            <a:cs typeface="Arial" panose="020B0604020202020204" pitchFamily="34" charset="0"/>
                          </a:rPr>
                          <m:t>𝑨</m:t>
                        </m:r>
                      </m:e>
                    </m:d>
                  </m:oMath>
                </a14:m>
                <a:r>
                  <a:rPr kumimoji="1" lang="zh-CN" altLang="en-US" sz="2600" b="1" dirty="0">
                    <a:solidFill>
                      <a:srgbClr val="011893"/>
                    </a:solidFill>
                    <a:ea typeface="KaiTi" panose="02010609060101010101" pitchFamily="49" charset="-122"/>
                    <a:cs typeface="Arial" panose="020B0604020202020204" pitchFamily="34" charset="0"/>
                  </a:rPr>
                  <a:t>具有概率的所有性质：</a:t>
                </a:r>
                <a:endParaRPr lang="zh-CN" altLang="en-US" dirty="0"/>
              </a:p>
            </p:txBody>
          </p:sp>
        </mc:Choice>
        <mc:Fallback xmlns="">
          <p:sp>
            <p:nvSpPr>
              <p:cNvPr id="10" name="文本框 9">
                <a:extLst>
                  <a:ext uri="{FF2B5EF4-FFF2-40B4-BE49-F238E27FC236}">
                    <a16:creationId xmlns:a16="http://schemas.microsoft.com/office/drawing/2014/main" id="{3781461F-995A-5612-6C60-CAD3DAE1ED5D}"/>
                  </a:ext>
                </a:extLst>
              </p:cNvPr>
              <p:cNvSpPr txBox="1">
                <a:spLocks noRot="1" noChangeAspect="1" noMove="1" noResize="1" noEditPoints="1" noAdjustHandles="1" noChangeArrowheads="1" noChangeShapeType="1" noTextEdit="1"/>
              </p:cNvSpPr>
              <p:nvPr/>
            </p:nvSpPr>
            <p:spPr>
              <a:xfrm>
                <a:off x="318053" y="1912083"/>
                <a:ext cx="7126356" cy="492443"/>
              </a:xfrm>
              <a:prstGeom prst="rect">
                <a:avLst/>
              </a:prstGeom>
              <a:blipFill>
                <a:blip r:embed="rId2"/>
                <a:stretch>
                  <a:fillRect l="-1421" t="-15000" b="-2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FA8B1EF-E88C-C6BB-DDD6-E6AB501E029E}"/>
                  </a:ext>
                </a:extLst>
              </p:cNvPr>
              <p:cNvSpPr txBox="1"/>
              <p:nvPr/>
            </p:nvSpPr>
            <p:spPr>
              <a:xfrm>
                <a:off x="1709530" y="2875002"/>
                <a:ext cx="6515758" cy="2842125"/>
              </a:xfrm>
              <a:prstGeom prst="rect">
                <a:avLst/>
              </a:prstGeom>
              <a:noFill/>
            </p:spPr>
            <p:txBody>
              <a:bodyPr wrap="none" lIns="0" tIns="0" rIns="0" bIns="0" rtlCol="0">
                <a:spAutoFit/>
              </a:bodyPr>
              <a:lstStyle/>
              <a:p>
                <a:pPr>
                  <a:lnSpc>
                    <a:spcPct val="200000"/>
                  </a:lnSpc>
                </a:pPr>
                <a14:m>
                  <m:oMathPara xmlns:m="http://schemas.openxmlformats.org/officeDocument/2006/math">
                    <m:oMathParaPr>
                      <m:jc m:val="left"/>
                    </m:oMathParaPr>
                    <m:oMath xmlns:m="http://schemas.openxmlformats.org/officeDocument/2006/math">
                      <m:r>
                        <a:rPr kumimoji="1" lang="en-US" altLang="zh-CN" sz="2400" b="1" i="1" smtClean="0">
                          <a:solidFill>
                            <a:srgbClr val="031993"/>
                          </a:solidFill>
                          <a:latin typeface="Cambria Math" panose="02040503050406030204" pitchFamily="18" charset="0"/>
                        </a:rPr>
                        <m:t>𝑷</m:t>
                      </m:r>
                      <m:d>
                        <m:dPr>
                          <m:ctrlPr>
                            <a:rPr kumimoji="1" lang="en-US" altLang="zh-CN" sz="2400" b="1" i="1" smtClean="0">
                              <a:solidFill>
                                <a:srgbClr val="031993"/>
                              </a:solidFill>
                              <a:latin typeface="Cambria Math" panose="02040503050406030204" pitchFamily="18" charset="0"/>
                            </a:rPr>
                          </m:ctrlPr>
                        </m:dPr>
                        <m:e>
                          <m:r>
                            <a:rPr kumimoji="1" lang="en-US" altLang="zh-CN" sz="2400" b="1" i="1" smtClean="0">
                              <a:solidFill>
                                <a:srgbClr val="031993"/>
                              </a:solidFill>
                              <a:latin typeface="Cambria Math" panose="02040503050406030204" pitchFamily="18" charset="0"/>
                            </a:rPr>
                            <m:t>𝑩</m:t>
                          </m:r>
                        </m:e>
                        <m:e>
                          <m:r>
                            <a:rPr kumimoji="1" lang="en-US" altLang="zh-CN" sz="2400" b="1" i="1" smtClean="0">
                              <a:solidFill>
                                <a:srgbClr val="031993"/>
                              </a:solidFill>
                              <a:latin typeface="Cambria Math" panose="02040503050406030204" pitchFamily="18" charset="0"/>
                            </a:rPr>
                            <m:t>𝑨</m:t>
                          </m:r>
                        </m:e>
                      </m:d>
                      <m:r>
                        <a:rPr kumimoji="1" lang="en-US" altLang="zh-CN" sz="2400" b="1" i="1" smtClean="0">
                          <a:solidFill>
                            <a:srgbClr val="031993"/>
                          </a:solidFill>
                          <a:latin typeface="Cambria Math" panose="02040503050406030204" pitchFamily="18" charset="0"/>
                        </a:rPr>
                        <m:t>=</m:t>
                      </m:r>
                      <m:r>
                        <a:rPr kumimoji="1" lang="en-US" altLang="zh-CN" sz="2400" b="1" i="1" smtClean="0">
                          <a:solidFill>
                            <a:srgbClr val="031993"/>
                          </a:solidFill>
                          <a:latin typeface="Cambria Math" panose="02040503050406030204" pitchFamily="18" charset="0"/>
                        </a:rPr>
                        <m:t>𝟏</m:t>
                      </m:r>
                      <m:r>
                        <a:rPr kumimoji="1" lang="en-US" altLang="zh-CN" sz="2400" b="1" i="1" smtClean="0">
                          <a:solidFill>
                            <a:srgbClr val="031993"/>
                          </a:solidFill>
                          <a:latin typeface="Cambria Math" panose="02040503050406030204" pitchFamily="18" charset="0"/>
                        </a:rPr>
                        <m:t>−</m:t>
                      </m:r>
                      <m:r>
                        <a:rPr kumimoji="1" lang="en-US" altLang="zh-CN" sz="2400" b="1" i="1" smtClean="0">
                          <a:solidFill>
                            <a:srgbClr val="031993"/>
                          </a:solidFill>
                          <a:latin typeface="Cambria Math" panose="02040503050406030204" pitchFamily="18" charset="0"/>
                        </a:rPr>
                        <m:t>𝑷</m:t>
                      </m:r>
                      <m:d>
                        <m:dPr>
                          <m:ctrlPr>
                            <a:rPr kumimoji="1" lang="en-US" altLang="zh-CN" sz="2400" b="1" i="1" smtClean="0">
                              <a:solidFill>
                                <a:srgbClr val="031993"/>
                              </a:solidFill>
                              <a:latin typeface="Cambria Math" panose="02040503050406030204" pitchFamily="18" charset="0"/>
                            </a:rPr>
                          </m:ctrlPr>
                        </m:dPr>
                        <m:e>
                          <m:acc>
                            <m:accPr>
                              <m:chr m:val="̅"/>
                              <m:ctrlPr>
                                <a:rPr kumimoji="1" lang="en-US" altLang="zh-CN" sz="2400" b="1" i="1" smtClean="0">
                                  <a:solidFill>
                                    <a:srgbClr val="031993"/>
                                  </a:solidFill>
                                  <a:latin typeface="Cambria Math" panose="02040503050406030204" pitchFamily="18" charset="0"/>
                                </a:rPr>
                              </m:ctrlPr>
                            </m:accPr>
                            <m:e>
                              <m:r>
                                <a:rPr kumimoji="1" lang="en-US" altLang="zh-CN" sz="2400" b="1" i="1" smtClean="0">
                                  <a:solidFill>
                                    <a:srgbClr val="031993"/>
                                  </a:solidFill>
                                  <a:latin typeface="Cambria Math" panose="02040503050406030204" pitchFamily="18" charset="0"/>
                                </a:rPr>
                                <m:t>𝑩</m:t>
                              </m:r>
                            </m:e>
                          </m:acc>
                        </m:e>
                        <m:e>
                          <m:r>
                            <a:rPr kumimoji="1" lang="en-US" altLang="zh-CN" sz="2400" b="1" i="1" smtClean="0">
                              <a:solidFill>
                                <a:srgbClr val="031993"/>
                              </a:solidFill>
                              <a:latin typeface="Cambria Math" panose="02040503050406030204" pitchFamily="18" charset="0"/>
                            </a:rPr>
                            <m:t>𝑨</m:t>
                          </m:r>
                        </m:e>
                      </m:d>
                    </m:oMath>
                  </m:oMathPara>
                </a14:m>
                <a:endParaRPr kumimoji="1" lang="en-US" altLang="zh-CN" sz="2400" b="1" dirty="0">
                  <a:solidFill>
                    <a:srgbClr val="031993"/>
                  </a:solidFill>
                </a:endParaRPr>
              </a:p>
              <a:p>
                <a:pPr>
                  <a:lnSpc>
                    <a:spcPct val="200000"/>
                  </a:lnSpc>
                </a:pPr>
                <a14:m>
                  <m:oMath xmlns:m="http://schemas.openxmlformats.org/officeDocument/2006/math">
                    <m:r>
                      <a:rPr kumimoji="1" lang="en-US" altLang="zh-CN" sz="2400" b="1" i="1" dirty="0" smtClean="0">
                        <a:solidFill>
                          <a:srgbClr val="031993"/>
                        </a:solidFill>
                        <a:latin typeface="Cambria Math" panose="02040503050406030204" pitchFamily="18" charset="0"/>
                      </a:rPr>
                      <m:t>𝑷</m:t>
                    </m:r>
                    <m:d>
                      <m:dPr>
                        <m:ctrlPr>
                          <a:rPr kumimoji="1" lang="en-US" altLang="zh-CN" sz="2400" b="1" i="1" dirty="0" smtClean="0">
                            <a:solidFill>
                              <a:srgbClr val="031993"/>
                            </a:solidFill>
                            <a:latin typeface="Cambria Math" panose="02040503050406030204" pitchFamily="18" charset="0"/>
                          </a:rPr>
                        </m:ctrlPr>
                      </m:dPr>
                      <m:e>
                        <m:r>
                          <a:rPr kumimoji="1" lang="en-US" altLang="zh-CN" sz="2400" b="1" i="1" dirty="0" smtClean="0">
                            <a:solidFill>
                              <a:srgbClr val="031993"/>
                            </a:solidFill>
                            <a:latin typeface="Cambria Math" panose="02040503050406030204" pitchFamily="18" charset="0"/>
                          </a:rPr>
                          <m:t>𝑩</m:t>
                        </m:r>
                        <m:r>
                          <a:rPr kumimoji="1" lang="en-US" altLang="zh-CN" sz="2400" b="1" i="1" baseline="-25000" dirty="0" smtClean="0">
                            <a:solidFill>
                              <a:srgbClr val="031993"/>
                            </a:solidFill>
                            <a:latin typeface="Cambria Math" panose="02040503050406030204" pitchFamily="18" charset="0"/>
                          </a:rPr>
                          <m:t>𝟏</m:t>
                        </m:r>
                        <m:r>
                          <a:rPr kumimoji="1" lang="en-US" altLang="zh-CN" sz="2400" b="1" i="1" dirty="0" smtClean="0">
                            <a:solidFill>
                              <a:srgbClr val="031993"/>
                            </a:solidFill>
                            <a:latin typeface="Cambria Math" panose="02040503050406030204" pitchFamily="18" charset="0"/>
                            <a:ea typeface="Cambria Math" panose="02040503050406030204" pitchFamily="18" charset="0"/>
                          </a:rPr>
                          <m:t>∪</m:t>
                        </m:r>
                        <m:r>
                          <a:rPr kumimoji="1" lang="en-US" altLang="zh-CN" sz="2400" b="1" i="1" dirty="0" smtClean="0">
                            <a:solidFill>
                              <a:srgbClr val="031993"/>
                            </a:solidFill>
                            <a:latin typeface="Cambria Math" panose="02040503050406030204" pitchFamily="18" charset="0"/>
                            <a:ea typeface="Cambria Math" panose="02040503050406030204" pitchFamily="18" charset="0"/>
                          </a:rPr>
                          <m:t>𝑩</m:t>
                        </m:r>
                        <m:r>
                          <a:rPr kumimoji="1" lang="en-US" altLang="zh-CN" sz="2400" b="1" i="1" baseline="-25000" dirty="0" smtClean="0">
                            <a:solidFill>
                              <a:srgbClr val="031993"/>
                            </a:solidFill>
                            <a:latin typeface="Cambria Math" panose="02040503050406030204" pitchFamily="18" charset="0"/>
                            <a:ea typeface="Cambria Math" panose="02040503050406030204" pitchFamily="18" charset="0"/>
                          </a:rPr>
                          <m:t>𝟐</m:t>
                        </m:r>
                      </m:e>
                      <m:e>
                        <m:r>
                          <a:rPr kumimoji="1" lang="en-US" altLang="zh-CN" sz="2400" b="1" i="1" dirty="0" smtClean="0">
                            <a:solidFill>
                              <a:srgbClr val="031993"/>
                            </a:solidFill>
                            <a:latin typeface="Cambria Math" panose="02040503050406030204" pitchFamily="18" charset="0"/>
                            <a:ea typeface="Cambria Math" panose="02040503050406030204" pitchFamily="18" charset="0"/>
                          </a:rPr>
                          <m:t>𝑨</m:t>
                        </m:r>
                      </m:e>
                    </m:d>
                    <m:r>
                      <a:rPr kumimoji="1" lang="en-US" altLang="zh-CN" sz="2400" b="1" i="0" dirty="0" smtClean="0">
                        <a:solidFill>
                          <a:srgbClr val="031993"/>
                        </a:solidFill>
                        <a:latin typeface="Cambria Math" panose="02040503050406030204" pitchFamily="18" charset="0"/>
                      </a:rPr>
                      <m:t>=</m:t>
                    </m:r>
                    <m:r>
                      <a:rPr kumimoji="1" lang="en-US" altLang="zh-CN" sz="2400" b="1" i="1" dirty="0" smtClean="0">
                        <a:solidFill>
                          <a:srgbClr val="031993"/>
                        </a:solidFill>
                        <a:latin typeface="Cambria Math" panose="02040503050406030204" pitchFamily="18" charset="0"/>
                      </a:rPr>
                      <m:t>𝑷</m:t>
                    </m:r>
                    <m:r>
                      <a:rPr kumimoji="1" lang="en-US" altLang="zh-CN" sz="2400" b="1" i="0" dirty="0" smtClean="0">
                        <a:solidFill>
                          <a:srgbClr val="031993"/>
                        </a:solidFill>
                        <a:latin typeface="Cambria Math" panose="02040503050406030204" pitchFamily="18" charset="0"/>
                      </a:rPr>
                      <m:t>(</m:t>
                    </m:r>
                    <m:r>
                      <a:rPr kumimoji="1" lang="en-US" altLang="zh-CN" sz="2400" b="1" i="1" dirty="0" smtClean="0">
                        <a:solidFill>
                          <a:srgbClr val="031993"/>
                        </a:solidFill>
                        <a:latin typeface="Cambria Math" panose="02040503050406030204" pitchFamily="18" charset="0"/>
                      </a:rPr>
                      <m:t>𝑩</m:t>
                    </m:r>
                    <m:r>
                      <a:rPr kumimoji="1" lang="en-US" altLang="zh-CN" sz="2400" b="1" i="0" baseline="-25000" dirty="0" smtClean="0">
                        <a:solidFill>
                          <a:srgbClr val="031993"/>
                        </a:solidFill>
                        <a:latin typeface="Cambria Math" panose="02040503050406030204" pitchFamily="18" charset="0"/>
                      </a:rPr>
                      <m:t>𝟏</m:t>
                    </m:r>
                    <m:r>
                      <a:rPr kumimoji="1" lang="en-US" altLang="zh-CN" sz="2400" b="1" i="0" dirty="0" smtClean="0">
                        <a:solidFill>
                          <a:srgbClr val="031993"/>
                        </a:solidFill>
                        <a:latin typeface="Cambria Math" panose="02040503050406030204" pitchFamily="18" charset="0"/>
                      </a:rPr>
                      <m:t>|</m:t>
                    </m:r>
                    <m:r>
                      <a:rPr kumimoji="1" lang="en-US" altLang="zh-CN" sz="2400" b="1" i="1" dirty="0" smtClean="0">
                        <a:solidFill>
                          <a:srgbClr val="031993"/>
                        </a:solidFill>
                        <a:latin typeface="Cambria Math" panose="02040503050406030204" pitchFamily="18" charset="0"/>
                      </a:rPr>
                      <m:t>𝑨</m:t>
                    </m:r>
                    <m:r>
                      <a:rPr kumimoji="1" lang="en-US" altLang="zh-CN" sz="2400" b="1" i="0" dirty="0" smtClean="0">
                        <a:solidFill>
                          <a:srgbClr val="031993"/>
                        </a:solidFill>
                        <a:latin typeface="Cambria Math" panose="02040503050406030204" pitchFamily="18" charset="0"/>
                      </a:rPr>
                      <m:t>)</m:t>
                    </m:r>
                  </m:oMath>
                </a14:m>
                <a:r>
                  <a:rPr kumimoji="1" lang="en-US" altLang="zh-CN" sz="2400" b="1" dirty="0">
                    <a:solidFill>
                      <a:srgbClr val="031993"/>
                    </a:solidFill>
                  </a:rPr>
                  <a:t> +</a:t>
                </a:r>
                <a14:m>
                  <m:oMath xmlns:m="http://schemas.openxmlformats.org/officeDocument/2006/math">
                    <m:r>
                      <a:rPr kumimoji="1" lang="en-US" altLang="zh-CN" sz="2400" b="1" i="1" dirty="0">
                        <a:solidFill>
                          <a:srgbClr val="031993"/>
                        </a:solidFill>
                        <a:latin typeface="Cambria Math" panose="02040503050406030204" pitchFamily="18" charset="0"/>
                      </a:rPr>
                      <m:t>𝑷</m:t>
                    </m:r>
                    <m:d>
                      <m:dPr>
                        <m:ctrlPr>
                          <a:rPr kumimoji="1" lang="en-US" altLang="zh-CN" sz="2400" b="1" i="1" dirty="0">
                            <a:solidFill>
                              <a:srgbClr val="031993"/>
                            </a:solidFill>
                            <a:latin typeface="Cambria Math" panose="02040503050406030204" pitchFamily="18" charset="0"/>
                          </a:rPr>
                        </m:ctrlPr>
                      </m:dPr>
                      <m:e>
                        <m:r>
                          <a:rPr kumimoji="1" lang="en-US" altLang="zh-CN" sz="2400" b="1" i="1" dirty="0">
                            <a:solidFill>
                              <a:srgbClr val="031993"/>
                            </a:solidFill>
                            <a:latin typeface="Cambria Math" panose="02040503050406030204" pitchFamily="18" charset="0"/>
                          </a:rPr>
                          <m:t>𝑩</m:t>
                        </m:r>
                        <m:r>
                          <a:rPr kumimoji="1" lang="en-US" altLang="zh-CN" sz="2400" b="1" i="0" baseline="-25000" dirty="0" smtClean="0">
                            <a:solidFill>
                              <a:srgbClr val="031993"/>
                            </a:solidFill>
                            <a:latin typeface="Cambria Math" panose="02040503050406030204" pitchFamily="18" charset="0"/>
                          </a:rPr>
                          <m:t>𝟐</m:t>
                        </m:r>
                      </m:e>
                      <m:e>
                        <m:r>
                          <a:rPr kumimoji="1" lang="en-US" altLang="zh-CN" sz="2400" b="1" i="1" dirty="0">
                            <a:solidFill>
                              <a:srgbClr val="031993"/>
                            </a:solidFill>
                            <a:latin typeface="Cambria Math" panose="02040503050406030204" pitchFamily="18" charset="0"/>
                          </a:rPr>
                          <m:t>𝑨</m:t>
                        </m:r>
                      </m:e>
                    </m:d>
                    <m:r>
                      <a:rPr kumimoji="1" lang="en-US" altLang="zh-CN" sz="2400" b="1" i="0" dirty="0" smtClean="0">
                        <a:solidFill>
                          <a:srgbClr val="031993"/>
                        </a:solidFill>
                        <a:latin typeface="Cambria Math" panose="02040503050406030204" pitchFamily="18" charset="0"/>
                      </a:rPr>
                      <m:t>−</m:t>
                    </m:r>
                    <m:r>
                      <a:rPr kumimoji="1" lang="en-US" altLang="zh-CN" sz="2400" b="1" i="1" dirty="0">
                        <a:solidFill>
                          <a:srgbClr val="031993"/>
                        </a:solidFill>
                        <a:latin typeface="Cambria Math" panose="02040503050406030204" pitchFamily="18" charset="0"/>
                      </a:rPr>
                      <m:t>𝑷</m:t>
                    </m:r>
                    <m:d>
                      <m:dPr>
                        <m:ctrlPr>
                          <a:rPr kumimoji="1" lang="en-US" altLang="zh-CN" sz="2400" b="1" i="1" dirty="0">
                            <a:solidFill>
                              <a:srgbClr val="031993"/>
                            </a:solidFill>
                            <a:latin typeface="Cambria Math" panose="02040503050406030204" pitchFamily="18" charset="0"/>
                          </a:rPr>
                        </m:ctrlPr>
                      </m:dPr>
                      <m:e>
                        <m:r>
                          <a:rPr kumimoji="1" lang="en-US" altLang="zh-CN" sz="2400" b="1" i="1" dirty="0" smtClean="0">
                            <a:solidFill>
                              <a:srgbClr val="031993"/>
                            </a:solidFill>
                            <a:latin typeface="Cambria Math" panose="02040503050406030204" pitchFamily="18" charset="0"/>
                          </a:rPr>
                          <m:t>𝑩</m:t>
                        </m:r>
                        <m:r>
                          <a:rPr kumimoji="1" lang="en-US" altLang="zh-CN" sz="2400" b="1" i="1" baseline="-25000" dirty="0">
                            <a:solidFill>
                              <a:srgbClr val="031993"/>
                            </a:solidFill>
                            <a:latin typeface="Cambria Math" panose="02040503050406030204" pitchFamily="18" charset="0"/>
                          </a:rPr>
                          <m:t>𝟏</m:t>
                        </m:r>
                        <m:r>
                          <a:rPr kumimoji="1" lang="en-US" altLang="zh-CN" sz="2400" b="1" i="1" dirty="0">
                            <a:solidFill>
                              <a:srgbClr val="031993"/>
                            </a:solidFill>
                            <a:latin typeface="Cambria Math" panose="02040503050406030204" pitchFamily="18" charset="0"/>
                          </a:rPr>
                          <m:t>𝑩</m:t>
                        </m:r>
                        <m:r>
                          <a:rPr kumimoji="1" lang="en-US" altLang="zh-CN" sz="2400" b="1" i="1" baseline="-25000" dirty="0">
                            <a:solidFill>
                              <a:srgbClr val="031993"/>
                            </a:solidFill>
                            <a:latin typeface="Cambria Math" panose="02040503050406030204" pitchFamily="18" charset="0"/>
                          </a:rPr>
                          <m:t>𝟐</m:t>
                        </m:r>
                      </m:e>
                      <m:e>
                        <m:r>
                          <a:rPr kumimoji="1" lang="en-US" altLang="zh-CN" sz="2400" b="1" i="1" dirty="0">
                            <a:solidFill>
                              <a:srgbClr val="031993"/>
                            </a:solidFill>
                            <a:latin typeface="Cambria Math" panose="02040503050406030204" pitchFamily="18" charset="0"/>
                          </a:rPr>
                          <m:t>𝑨</m:t>
                        </m:r>
                      </m:e>
                    </m:d>
                  </m:oMath>
                </a14:m>
                <a:endParaRPr kumimoji="1" lang="en-US" altLang="zh-CN" sz="2400" b="1" dirty="0">
                  <a:solidFill>
                    <a:srgbClr val="031993"/>
                  </a:solidFill>
                </a:endParaRPr>
              </a:p>
              <a:p>
                <a:pPr>
                  <a:lnSpc>
                    <a:spcPct val="200000"/>
                  </a:lnSpc>
                </a:pPr>
                <a14:m>
                  <m:oMath xmlns:m="http://schemas.openxmlformats.org/officeDocument/2006/math">
                    <m:r>
                      <a:rPr kumimoji="1" lang="en-US" altLang="zh-CN" sz="2400" b="1" i="1" smtClean="0">
                        <a:solidFill>
                          <a:srgbClr val="031993"/>
                        </a:solidFill>
                        <a:latin typeface="Cambria Math" panose="02040503050406030204" pitchFamily="18" charset="0"/>
                      </a:rPr>
                      <m:t>𝑪</m:t>
                    </m:r>
                    <m:r>
                      <a:rPr kumimoji="1" lang="en-US" altLang="zh-CN" sz="2400" b="1" i="1" smtClean="0">
                        <a:solidFill>
                          <a:srgbClr val="031993"/>
                        </a:solidFill>
                        <a:latin typeface="Cambria Math" panose="02040503050406030204" pitchFamily="18" charset="0"/>
                        <a:ea typeface="Cambria Math" panose="02040503050406030204" pitchFamily="18" charset="0"/>
                      </a:rPr>
                      <m:t>⊂</m:t>
                    </m:r>
                    <m:r>
                      <a:rPr kumimoji="1" lang="en-US" altLang="zh-CN" sz="2400" b="1" i="1" smtClean="0">
                        <a:solidFill>
                          <a:srgbClr val="031993"/>
                        </a:solidFill>
                        <a:latin typeface="Cambria Math" panose="02040503050406030204" pitchFamily="18" charset="0"/>
                      </a:rPr>
                      <m:t>𝑩</m:t>
                    </m:r>
                  </m:oMath>
                </a14:m>
                <a:r>
                  <a:rPr kumimoji="1" lang="en-US" altLang="zh-CN" sz="2400" b="1" dirty="0">
                    <a:solidFill>
                      <a:srgbClr val="031993"/>
                    </a:solidFill>
                  </a:rPr>
                  <a:t>, </a:t>
                </a:r>
                <a14:m>
                  <m:oMath xmlns:m="http://schemas.openxmlformats.org/officeDocument/2006/math">
                    <m:r>
                      <a:rPr kumimoji="1" lang="en-US" altLang="zh-CN" sz="2400" b="1" i="1" smtClean="0">
                        <a:solidFill>
                          <a:srgbClr val="031993"/>
                        </a:solidFill>
                        <a:latin typeface="Cambria Math" panose="02040503050406030204" pitchFamily="18" charset="0"/>
                      </a:rPr>
                      <m:t>𝑷</m:t>
                    </m:r>
                    <m:r>
                      <a:rPr kumimoji="1" lang="en-US" altLang="zh-CN" sz="2400" b="1" i="1" smtClean="0">
                        <a:solidFill>
                          <a:srgbClr val="031993"/>
                        </a:solidFill>
                        <a:latin typeface="Cambria Math" panose="02040503050406030204" pitchFamily="18" charset="0"/>
                      </a:rPr>
                      <m:t>(</m:t>
                    </m:r>
                    <m:r>
                      <a:rPr kumimoji="1" lang="en-US" altLang="zh-CN" sz="2400" b="1" i="1" smtClean="0">
                        <a:solidFill>
                          <a:srgbClr val="031993"/>
                        </a:solidFill>
                        <a:latin typeface="Cambria Math" panose="02040503050406030204" pitchFamily="18" charset="0"/>
                      </a:rPr>
                      <m:t>𝑩</m:t>
                    </m:r>
                    <m:r>
                      <a:rPr kumimoji="1" lang="en-US" altLang="zh-CN" sz="2400" b="1" i="1" smtClean="0">
                        <a:solidFill>
                          <a:srgbClr val="031993"/>
                        </a:solidFill>
                        <a:latin typeface="Cambria Math" panose="02040503050406030204" pitchFamily="18" charset="0"/>
                      </a:rPr>
                      <m:t>|</m:t>
                    </m:r>
                    <m:r>
                      <a:rPr kumimoji="1" lang="en-US" altLang="zh-CN" sz="2400" b="1" i="1" smtClean="0">
                        <a:solidFill>
                          <a:srgbClr val="031993"/>
                        </a:solidFill>
                        <a:latin typeface="Cambria Math" panose="02040503050406030204" pitchFamily="18" charset="0"/>
                      </a:rPr>
                      <m:t>𝑨</m:t>
                    </m:r>
                    <m:r>
                      <a:rPr kumimoji="1" lang="en-US" altLang="zh-CN" sz="2400" b="1" i="1" smtClean="0">
                        <a:solidFill>
                          <a:srgbClr val="031993"/>
                        </a:solidFill>
                        <a:latin typeface="Cambria Math" panose="02040503050406030204" pitchFamily="18" charset="0"/>
                      </a:rPr>
                      <m:t>)≥</m:t>
                    </m:r>
                    <m:r>
                      <a:rPr kumimoji="1" lang="en-US" altLang="zh-CN" sz="2400" b="1" i="1" smtClean="0">
                        <a:solidFill>
                          <a:srgbClr val="031993"/>
                        </a:solidFill>
                        <a:latin typeface="Cambria Math" panose="02040503050406030204" pitchFamily="18" charset="0"/>
                        <a:ea typeface="Cambria Math" panose="02040503050406030204" pitchFamily="18" charset="0"/>
                      </a:rPr>
                      <m:t>𝑷</m:t>
                    </m:r>
                    <m:r>
                      <a:rPr kumimoji="1" lang="en-US" altLang="zh-CN" sz="2400" b="1" i="1" smtClean="0">
                        <a:solidFill>
                          <a:srgbClr val="031993"/>
                        </a:solidFill>
                        <a:latin typeface="Cambria Math" panose="02040503050406030204" pitchFamily="18" charset="0"/>
                        <a:ea typeface="Cambria Math" panose="02040503050406030204" pitchFamily="18" charset="0"/>
                      </a:rPr>
                      <m:t>(</m:t>
                    </m:r>
                    <m:r>
                      <a:rPr kumimoji="1" lang="en-US" altLang="zh-CN" sz="2400" b="1" i="1" smtClean="0">
                        <a:solidFill>
                          <a:srgbClr val="031993"/>
                        </a:solidFill>
                        <a:latin typeface="Cambria Math" panose="02040503050406030204" pitchFamily="18" charset="0"/>
                        <a:ea typeface="Cambria Math" panose="02040503050406030204" pitchFamily="18" charset="0"/>
                      </a:rPr>
                      <m:t>𝑪</m:t>
                    </m:r>
                    <m:r>
                      <a:rPr kumimoji="1" lang="en-US" altLang="zh-CN" sz="2400" b="1" i="1" smtClean="0">
                        <a:solidFill>
                          <a:srgbClr val="031993"/>
                        </a:solidFill>
                        <a:latin typeface="Cambria Math" panose="02040503050406030204" pitchFamily="18" charset="0"/>
                        <a:ea typeface="Cambria Math" panose="02040503050406030204" pitchFamily="18" charset="0"/>
                      </a:rPr>
                      <m:t>|</m:t>
                    </m:r>
                    <m:r>
                      <a:rPr kumimoji="1" lang="en-US" altLang="zh-CN" sz="2400" b="1" i="1" smtClean="0">
                        <a:solidFill>
                          <a:srgbClr val="031993"/>
                        </a:solidFill>
                        <a:latin typeface="Cambria Math" panose="02040503050406030204" pitchFamily="18" charset="0"/>
                        <a:ea typeface="Cambria Math" panose="02040503050406030204" pitchFamily="18" charset="0"/>
                      </a:rPr>
                      <m:t>𝑨</m:t>
                    </m:r>
                    <m:r>
                      <a:rPr kumimoji="1" lang="en-US" altLang="zh-CN" sz="2400" b="1" i="1" smtClean="0">
                        <a:solidFill>
                          <a:srgbClr val="031993"/>
                        </a:solidFill>
                        <a:latin typeface="Cambria Math" panose="02040503050406030204" pitchFamily="18" charset="0"/>
                        <a:ea typeface="Cambria Math" panose="02040503050406030204" pitchFamily="18" charset="0"/>
                      </a:rPr>
                      <m:t>)</m:t>
                    </m:r>
                  </m:oMath>
                </a14:m>
                <a:endParaRPr kumimoji="1" lang="en-US" altLang="zh-CN" sz="2400" b="1" dirty="0">
                  <a:solidFill>
                    <a:srgbClr val="031993"/>
                  </a:solidFill>
                </a:endParaRPr>
              </a:p>
              <a:p>
                <a:pPr>
                  <a:lnSpc>
                    <a:spcPct val="200000"/>
                  </a:lnSpc>
                </a:pPr>
                <a:endParaRPr kumimoji="1" lang="zh-CN" altLang="en-US" sz="2400" b="1" dirty="0">
                  <a:solidFill>
                    <a:srgbClr val="031993"/>
                  </a:solidFill>
                </a:endParaRPr>
              </a:p>
            </p:txBody>
          </p:sp>
        </mc:Choice>
        <mc:Fallback xmlns="">
          <p:sp>
            <p:nvSpPr>
              <p:cNvPr id="11" name="文本框 10">
                <a:extLst>
                  <a:ext uri="{FF2B5EF4-FFF2-40B4-BE49-F238E27FC236}">
                    <a16:creationId xmlns:a16="http://schemas.microsoft.com/office/drawing/2014/main" id="{2FA8B1EF-E88C-C6BB-DDD6-E6AB501E029E}"/>
                  </a:ext>
                </a:extLst>
              </p:cNvPr>
              <p:cNvSpPr txBox="1">
                <a:spLocks noRot="1" noChangeAspect="1" noMove="1" noResize="1" noEditPoints="1" noAdjustHandles="1" noChangeArrowheads="1" noChangeShapeType="1" noTextEdit="1"/>
              </p:cNvSpPr>
              <p:nvPr/>
            </p:nvSpPr>
            <p:spPr>
              <a:xfrm>
                <a:off x="1709530" y="2875002"/>
                <a:ext cx="6515758" cy="2842125"/>
              </a:xfrm>
              <a:prstGeom prst="rect">
                <a:avLst/>
              </a:prstGeom>
              <a:blipFill>
                <a:blip r:embed="rId3"/>
                <a:stretch>
                  <a:fillRect l="-15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8825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线连接符 48">
            <a:extLst>
              <a:ext uri="{FF2B5EF4-FFF2-40B4-BE49-F238E27FC236}">
                <a16:creationId xmlns:a16="http://schemas.microsoft.com/office/drawing/2014/main" id="{F51B9372-B53A-AE04-EA07-4857508454A1}"/>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学论网--www.xuelun.me">
            <a:extLst>
              <a:ext uri="{FF2B5EF4-FFF2-40B4-BE49-F238E27FC236}">
                <a16:creationId xmlns:a16="http://schemas.microsoft.com/office/drawing/2014/main" id="{A157FFB5-4FF7-84B2-12A9-D0F289067A21}"/>
              </a:ext>
            </a:extLst>
          </p:cNvPr>
          <p:cNvSpPr/>
          <p:nvPr/>
        </p:nvSpPr>
        <p:spPr bwMode="auto">
          <a:xfrm>
            <a:off x="3261385" y="218363"/>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#1</a:t>
            </a:r>
            <a:endPar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endParaRPr>
          </a:p>
        </p:txBody>
      </p:sp>
      <p:sp>
        <p:nvSpPr>
          <p:cNvPr id="4" name="文本框 3">
            <a:extLst>
              <a:ext uri="{FF2B5EF4-FFF2-40B4-BE49-F238E27FC236}">
                <a16:creationId xmlns:a16="http://schemas.microsoft.com/office/drawing/2014/main" id="{5D7C3957-77FD-2039-430D-36C3B6D9B519}"/>
              </a:ext>
            </a:extLst>
          </p:cNvPr>
          <p:cNvSpPr txBox="1"/>
          <p:nvPr/>
        </p:nvSpPr>
        <p:spPr>
          <a:xfrm>
            <a:off x="141669" y="1300766"/>
            <a:ext cx="9002332" cy="1198854"/>
          </a:xfrm>
          <a:prstGeom prst="rect">
            <a:avLst/>
          </a:prstGeom>
          <a:noFill/>
        </p:spPr>
        <p:txBody>
          <a:bodyPr wrap="square" rtlCol="0">
            <a:spAutoFit/>
          </a:bodyPr>
          <a:lstStyle/>
          <a:p>
            <a:pPr>
              <a:lnSpc>
                <a:spcPct val="150000"/>
              </a:lnSpc>
            </a:pPr>
            <a:r>
              <a:rPr kumimoji="1" lang="zh-CN" altLang="en-US" sz="2600" b="1" dirty="0">
                <a:solidFill>
                  <a:srgbClr val="031993"/>
                </a:solidFill>
                <a:latin typeface="KaiTi" panose="02010609060101010101" pitchFamily="49" charset="-122"/>
                <a:ea typeface="KaiTi" panose="02010609060101010101" pitchFamily="49" charset="-122"/>
              </a:rPr>
              <a:t>假设一批产品中一、二、三等品各有</a:t>
            </a:r>
            <a:r>
              <a:rPr kumimoji="1" lang="en-US" altLang="zh-CN" sz="2600" b="1" dirty="0">
                <a:solidFill>
                  <a:srgbClr val="031993"/>
                </a:solidFill>
                <a:latin typeface="KaiTi" panose="02010609060101010101" pitchFamily="49" charset="-122"/>
                <a:ea typeface="KaiTi" panose="02010609060101010101" pitchFamily="49" charset="-122"/>
              </a:rPr>
              <a:t>60</a:t>
            </a:r>
            <a:r>
              <a:rPr kumimoji="1" lang="zh-CN" altLang="en-US" sz="2600" b="1" dirty="0">
                <a:solidFill>
                  <a:srgbClr val="031993"/>
                </a:solidFill>
                <a:latin typeface="KaiTi" panose="02010609060101010101" pitchFamily="49" charset="-122"/>
                <a:ea typeface="KaiTi" panose="02010609060101010101" pitchFamily="49" charset="-122"/>
              </a:rPr>
              <a:t>个、</a:t>
            </a:r>
            <a:r>
              <a:rPr kumimoji="1" lang="en-US" altLang="zh-CN" sz="2600" b="1" dirty="0">
                <a:solidFill>
                  <a:srgbClr val="031993"/>
                </a:solidFill>
                <a:latin typeface="KaiTi" panose="02010609060101010101" pitchFamily="49" charset="-122"/>
                <a:ea typeface="KaiTi" panose="02010609060101010101" pitchFamily="49" charset="-122"/>
              </a:rPr>
              <a:t>30</a:t>
            </a:r>
            <a:r>
              <a:rPr kumimoji="1" lang="zh-CN" altLang="en-US" sz="2600" b="1" dirty="0">
                <a:solidFill>
                  <a:srgbClr val="031993"/>
                </a:solidFill>
                <a:latin typeface="KaiTi" panose="02010609060101010101" pitchFamily="49" charset="-122"/>
                <a:ea typeface="KaiTi" panose="02010609060101010101" pitchFamily="49" charset="-122"/>
              </a:rPr>
              <a:t>个和</a:t>
            </a:r>
            <a:r>
              <a:rPr kumimoji="1" lang="en-US" altLang="zh-CN" sz="2600" b="1" dirty="0">
                <a:solidFill>
                  <a:srgbClr val="031993"/>
                </a:solidFill>
                <a:latin typeface="KaiTi" panose="02010609060101010101" pitchFamily="49" charset="-122"/>
                <a:ea typeface="KaiTi" panose="02010609060101010101" pitchFamily="49" charset="-122"/>
              </a:rPr>
              <a:t>10</a:t>
            </a:r>
            <a:r>
              <a:rPr kumimoji="1" lang="zh-CN" altLang="en-US" sz="2600" b="1" dirty="0">
                <a:solidFill>
                  <a:srgbClr val="031993"/>
                </a:solidFill>
                <a:latin typeface="KaiTi" panose="02010609060101010101" pitchFamily="49" charset="-122"/>
                <a:ea typeface="KaiTi" panose="02010609060101010101" pitchFamily="49" charset="-122"/>
              </a:rPr>
              <a:t>个，从中任取一件，发现不是三等品，则取到的是一等品的概率是？</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EA845C1-B994-F7D4-57B9-370B32B09584}"/>
                  </a:ext>
                </a:extLst>
              </p:cNvPr>
              <p:cNvSpPr txBox="1"/>
              <p:nvPr/>
            </p:nvSpPr>
            <p:spPr>
              <a:xfrm>
                <a:off x="167427" y="3923838"/>
                <a:ext cx="8950816" cy="1633396"/>
              </a:xfrm>
              <a:prstGeom prst="rect">
                <a:avLst/>
              </a:prstGeom>
              <a:noFill/>
            </p:spPr>
            <p:txBody>
              <a:bodyPr wrap="square" lIns="0" tIns="0" rIns="0" bIns="0" rtlCol="0">
                <a:spAutoFit/>
              </a:bodyPr>
              <a:lstStyle/>
              <a:p>
                <a:pPr algn="ctr"/>
                <a:r>
                  <a:rPr kumimoji="1" lang="zh-CN" altLang="en-US" sz="2600" b="1" dirty="0">
                    <a:solidFill>
                      <a:srgbClr val="031993"/>
                    </a:solidFill>
                    <a:latin typeface="Arial" panose="020B0604020202020204" pitchFamily="34" charset="0"/>
                    <a:ea typeface="KaiTi" panose="02010609060101010101" pitchFamily="49" charset="-122"/>
                    <a:cs typeface="Arial" panose="020B0604020202020204" pitchFamily="34" charset="0"/>
                  </a:rPr>
                  <a:t>事件</a:t>
                </a:r>
                <a:r>
                  <a:rPr kumimoji="1" lang="en-US" altLang="zh-CN" sz="2600" b="1" i="1" dirty="0">
                    <a:solidFill>
                      <a:srgbClr val="031993"/>
                    </a:solidFill>
                    <a:latin typeface="Arial" panose="020B0604020202020204" pitchFamily="34" charset="0"/>
                    <a:ea typeface="KaiTi" panose="02010609060101010101" pitchFamily="49" charset="-122"/>
                    <a:cs typeface="Arial" panose="020B0604020202020204" pitchFamily="34" charset="0"/>
                  </a:rPr>
                  <a:t>A</a:t>
                </a:r>
                <a:r>
                  <a:rPr kumimoji="1" lang="en-US" altLang="zh-CN" sz="26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kumimoji="1" lang="zh-CN" altLang="en-US" sz="2600" b="1" dirty="0">
                    <a:solidFill>
                      <a:srgbClr val="031993"/>
                    </a:solidFill>
                    <a:latin typeface="Arial" panose="020B0604020202020204" pitchFamily="34" charset="0"/>
                    <a:ea typeface="KaiTi" panose="02010609060101010101" pitchFamily="49" charset="-122"/>
                    <a:cs typeface="Arial" panose="020B0604020202020204" pitchFamily="34" charset="0"/>
                  </a:rPr>
                  <a:t>取出的产品不是三等品，事件</a:t>
                </a:r>
                <a:r>
                  <a:rPr kumimoji="1" lang="en-US" altLang="zh-CN" sz="2600" b="1" i="1" dirty="0">
                    <a:solidFill>
                      <a:srgbClr val="031993"/>
                    </a:solidFill>
                    <a:latin typeface="Arial" panose="020B0604020202020204" pitchFamily="34" charset="0"/>
                    <a:ea typeface="KaiTi" panose="02010609060101010101" pitchFamily="49" charset="-122"/>
                    <a:cs typeface="Arial" panose="020B0604020202020204" pitchFamily="34" charset="0"/>
                  </a:rPr>
                  <a:t>B</a:t>
                </a:r>
                <a:r>
                  <a:rPr kumimoji="1" lang="en-US" altLang="zh-CN" sz="26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kumimoji="1" lang="zh-CN" altLang="en-US" sz="2600" b="1" dirty="0">
                    <a:solidFill>
                      <a:srgbClr val="031993"/>
                    </a:solidFill>
                    <a:latin typeface="Arial" panose="020B0604020202020204" pitchFamily="34" charset="0"/>
                    <a:ea typeface="KaiTi" panose="02010609060101010101" pitchFamily="49" charset="-122"/>
                    <a:cs typeface="Arial" panose="020B0604020202020204" pitchFamily="34" charset="0"/>
                  </a:rPr>
                  <a:t>取出的产品是一等品</a:t>
                </a:r>
                <a:endParaRPr kumimoji="1" lang="en-US" altLang="zh-CN" sz="26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ctr"/>
                <a:endParaRPr kumimoji="1" lang="en-US" altLang="zh-CN" sz="26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d>
                        <m:dPr>
                          <m:ctrlP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ctrlPr>
                        </m:dPr>
                        <m:e>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𝑩</m:t>
                          </m:r>
                        </m:e>
                        <m:e>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𝑨</m:t>
                          </m:r>
                        </m:e>
                      </m:d>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f>
                        <m:fPr>
                          <m:ctrlP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ctrlPr>
                        </m:fPr>
                        <m:num>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𝑨𝑩</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num>
                        <m:den>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den>
                      </m:f>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f>
                        <m:fPr>
                          <m:ctrlP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ctrlPr>
                        </m:fPr>
                        <m:num>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𝟔𝟎</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𝟏𝟎𝟎</m:t>
                          </m:r>
                        </m:num>
                        <m:den>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𝟗𝟎</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𝟏𝟎𝟎</m:t>
                          </m:r>
                        </m:den>
                      </m:f>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f>
                        <m:fPr>
                          <m:ctrlP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ctrlPr>
                        </m:fPr>
                        <m:num>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𝟐</m:t>
                          </m:r>
                        </m:num>
                        <m:den>
                          <m:r>
                            <a:rPr kumimoji="1" lang="en-US" altLang="zh-CN" sz="2600" b="1" i="1" smtClean="0">
                              <a:solidFill>
                                <a:srgbClr val="031993"/>
                              </a:solidFill>
                              <a:latin typeface="Cambria Math" panose="02040503050406030204" pitchFamily="18" charset="0"/>
                              <a:ea typeface="KaiTi" panose="02010609060101010101" pitchFamily="49" charset="-122"/>
                              <a:cs typeface="Arial" panose="020B0604020202020204" pitchFamily="34" charset="0"/>
                            </a:rPr>
                            <m:t>𝟑</m:t>
                          </m:r>
                        </m:den>
                      </m:f>
                    </m:oMath>
                  </m:oMathPara>
                </a14:m>
                <a:endParaRPr kumimoji="1" lang="zh-CN" altLang="en-US" sz="2600" b="1" dirty="0">
                  <a:solidFill>
                    <a:srgbClr val="031993"/>
                  </a:solidFill>
                  <a:latin typeface="Arial" panose="020B0604020202020204" pitchFamily="34" charset="0"/>
                  <a:ea typeface="KaiTi" panose="02010609060101010101" pitchFamily="49" charset="-122"/>
                  <a:cs typeface="Arial" panose="020B0604020202020204" pitchFamily="34" charset="0"/>
                </a:endParaRPr>
              </a:p>
            </p:txBody>
          </p:sp>
        </mc:Choice>
        <mc:Fallback xmlns="">
          <p:sp>
            <p:nvSpPr>
              <p:cNvPr id="5" name="文本框 4">
                <a:extLst>
                  <a:ext uri="{FF2B5EF4-FFF2-40B4-BE49-F238E27FC236}">
                    <a16:creationId xmlns:a16="http://schemas.microsoft.com/office/drawing/2014/main" id="{BEA845C1-B994-F7D4-57B9-370B32B09584}"/>
                  </a:ext>
                </a:extLst>
              </p:cNvPr>
              <p:cNvSpPr txBox="1">
                <a:spLocks noRot="1" noChangeAspect="1" noMove="1" noResize="1" noEditPoints="1" noAdjustHandles="1" noChangeArrowheads="1" noChangeShapeType="1" noTextEdit="1"/>
              </p:cNvSpPr>
              <p:nvPr/>
            </p:nvSpPr>
            <p:spPr>
              <a:xfrm>
                <a:off x="167427" y="3923838"/>
                <a:ext cx="8950816" cy="1633396"/>
              </a:xfrm>
              <a:prstGeom prst="rect">
                <a:avLst/>
              </a:prstGeom>
              <a:blipFill>
                <a:blip r:embed="rId2"/>
                <a:stretch>
                  <a:fillRect l="-1414" t="-6977" r="-1414" b="-77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348385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线连接符 48">
            <a:extLst>
              <a:ext uri="{FF2B5EF4-FFF2-40B4-BE49-F238E27FC236}">
                <a16:creationId xmlns:a16="http://schemas.microsoft.com/office/drawing/2014/main" id="{F51B9372-B53A-AE04-EA07-4857508454A1}"/>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学论网--www.xuelun.me">
            <a:extLst>
              <a:ext uri="{FF2B5EF4-FFF2-40B4-BE49-F238E27FC236}">
                <a16:creationId xmlns:a16="http://schemas.microsoft.com/office/drawing/2014/main" id="{A157FFB5-4FF7-84B2-12A9-D0F289067A21}"/>
              </a:ext>
            </a:extLst>
          </p:cNvPr>
          <p:cNvSpPr/>
          <p:nvPr/>
        </p:nvSpPr>
        <p:spPr bwMode="auto">
          <a:xfrm>
            <a:off x="3261385" y="218363"/>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#2</a:t>
            </a:r>
            <a:endPar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D7C3957-77FD-2039-430D-36C3B6D9B519}"/>
                  </a:ext>
                </a:extLst>
              </p:cNvPr>
              <p:cNvSpPr txBox="1"/>
              <p:nvPr/>
            </p:nvSpPr>
            <p:spPr>
              <a:xfrm>
                <a:off x="141669" y="1300766"/>
                <a:ext cx="9002332" cy="1214628"/>
              </a:xfrm>
              <a:prstGeom prst="rect">
                <a:avLst/>
              </a:prstGeom>
              <a:noFill/>
            </p:spPr>
            <p:txBody>
              <a:bodyPr wrap="square" rtlCol="0">
                <a:spAutoFit/>
              </a:bodyPr>
              <a:lstStyle/>
              <a:p>
                <a:pPr>
                  <a:lnSpc>
                    <a:spcPct val="150000"/>
                  </a:lnSpc>
                </a:pPr>
                <a:r>
                  <a:rPr kumimoji="1" lang="zh-CN" altLang="en-US" sz="2600" b="1" dirty="0">
                    <a:solidFill>
                      <a:srgbClr val="031993"/>
                    </a:solidFill>
                    <a:latin typeface="KaiTi" panose="02010609060101010101" pitchFamily="49" charset="-122"/>
                    <a:ea typeface="KaiTi" panose="02010609060101010101" pitchFamily="49" charset="-122"/>
                  </a:rPr>
                  <a:t>设</a:t>
                </a:r>
                <a14:m>
                  <m:oMath xmlns:m="http://schemas.openxmlformats.org/officeDocument/2006/math">
                    <m:r>
                      <a:rPr kumimoji="1" lang="en-US" altLang="zh-CN" sz="2600" b="1" i="1" dirty="0" smtClean="0">
                        <a:solidFill>
                          <a:srgbClr val="031993"/>
                        </a:solidFill>
                        <a:latin typeface="Cambria Math" panose="02040503050406030204" pitchFamily="18" charset="0"/>
                        <a:ea typeface="KaiTi" panose="02010609060101010101" pitchFamily="49" charset="-122"/>
                      </a:rPr>
                      <m:t>𝑨</m:t>
                    </m:r>
                    <m:r>
                      <a:rPr kumimoji="1" lang="zh-CN" altLang="en-US"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𝑩</m:t>
                    </m:r>
                  </m:oMath>
                </a14:m>
                <a:r>
                  <a:rPr kumimoji="1" lang="zh-CN" altLang="en-US" sz="2600" b="1" dirty="0">
                    <a:solidFill>
                      <a:srgbClr val="031993"/>
                    </a:solidFill>
                    <a:latin typeface="KaiTi" panose="02010609060101010101" pitchFamily="49" charset="-122"/>
                    <a:ea typeface="KaiTi" panose="02010609060101010101" pitchFamily="49" charset="-122"/>
                  </a:rPr>
                  <a:t>为两个随机事件，且已知</a:t>
                </a:r>
                <a14:m>
                  <m:oMath xmlns:m="http://schemas.openxmlformats.org/officeDocument/2006/math">
                    <m:r>
                      <a:rPr kumimoji="1" lang="en-US" altLang="zh-CN" sz="2600" b="1" i="1" dirty="0" smtClean="0">
                        <a:solidFill>
                          <a:srgbClr val="031993"/>
                        </a:solidFill>
                        <a:latin typeface="Cambria Math" panose="02040503050406030204" pitchFamily="18" charset="0"/>
                        <a:ea typeface="KaiTi" panose="02010609060101010101" pitchFamily="49" charset="-122"/>
                      </a:rPr>
                      <m:t>𝑷</m:t>
                    </m:r>
                    <m:d>
                      <m:dPr>
                        <m:ctrlPr>
                          <a:rPr kumimoji="1" lang="en-US" altLang="zh-CN" sz="2600" b="1" i="1" dirty="0" smtClean="0">
                            <a:solidFill>
                              <a:srgbClr val="031993"/>
                            </a:solidFill>
                            <a:latin typeface="Cambria Math" panose="02040503050406030204" pitchFamily="18" charset="0"/>
                            <a:ea typeface="KaiTi" panose="02010609060101010101" pitchFamily="49" charset="-122"/>
                          </a:rPr>
                        </m:ctrlPr>
                      </m:dPr>
                      <m:e>
                        <m:r>
                          <a:rPr kumimoji="1" lang="en-US" altLang="zh-CN" sz="2600" b="1" i="1" dirty="0" smtClean="0">
                            <a:solidFill>
                              <a:srgbClr val="031993"/>
                            </a:solidFill>
                            <a:latin typeface="Cambria Math" panose="02040503050406030204" pitchFamily="18" charset="0"/>
                            <a:ea typeface="KaiTi" panose="02010609060101010101" pitchFamily="49" charset="-122"/>
                          </a:rPr>
                          <m:t>𝑨</m:t>
                        </m:r>
                      </m:e>
                    </m:d>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𝟎</m:t>
                    </m:r>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𝟕</m:t>
                    </m:r>
                    <m:r>
                      <a:rPr kumimoji="1" lang="en-US" altLang="zh-CN" sz="2600" b="1" i="1" dirty="0" smtClean="0">
                        <a:solidFill>
                          <a:srgbClr val="031993"/>
                        </a:solidFill>
                        <a:latin typeface="Cambria Math" panose="02040503050406030204" pitchFamily="18" charset="0"/>
                        <a:ea typeface="KaiTi" panose="02010609060101010101" pitchFamily="49" charset="-122"/>
                      </a:rPr>
                      <m:t>, </m:t>
                    </m:r>
                    <m:r>
                      <a:rPr kumimoji="1" lang="en-US" altLang="zh-CN" sz="2600" b="1" i="1" dirty="0" smtClean="0">
                        <a:solidFill>
                          <a:srgbClr val="031993"/>
                        </a:solidFill>
                        <a:latin typeface="Cambria Math" panose="02040503050406030204" pitchFamily="18" charset="0"/>
                        <a:ea typeface="KaiTi" panose="02010609060101010101" pitchFamily="49" charset="-122"/>
                      </a:rPr>
                      <m:t>𝑷</m:t>
                    </m:r>
                    <m:d>
                      <m:dPr>
                        <m:ctrlPr>
                          <a:rPr kumimoji="1" lang="en-US" altLang="zh-CN" sz="2600" b="1" i="1" dirty="0" smtClean="0">
                            <a:solidFill>
                              <a:srgbClr val="031993"/>
                            </a:solidFill>
                            <a:latin typeface="Cambria Math" panose="02040503050406030204" pitchFamily="18" charset="0"/>
                            <a:ea typeface="KaiTi" panose="02010609060101010101" pitchFamily="49" charset="-122"/>
                          </a:rPr>
                        </m:ctrlPr>
                      </m:dPr>
                      <m:e>
                        <m:r>
                          <a:rPr kumimoji="1" lang="en-US" altLang="zh-CN" sz="2600" b="1" i="1" dirty="0" smtClean="0">
                            <a:solidFill>
                              <a:srgbClr val="031993"/>
                            </a:solidFill>
                            <a:latin typeface="Cambria Math" panose="02040503050406030204" pitchFamily="18" charset="0"/>
                            <a:ea typeface="KaiTi" panose="02010609060101010101" pitchFamily="49" charset="-122"/>
                          </a:rPr>
                          <m:t>𝑩</m:t>
                        </m:r>
                      </m:e>
                    </m:d>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𝟎</m:t>
                    </m:r>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𝟒</m:t>
                    </m:r>
                    <m:r>
                      <a:rPr kumimoji="1" lang="en-US" altLang="zh-CN" sz="2600" b="1" i="1" dirty="0" smtClean="0">
                        <a:solidFill>
                          <a:srgbClr val="031993"/>
                        </a:solidFill>
                        <a:latin typeface="Cambria Math" panose="02040503050406030204" pitchFamily="18" charset="0"/>
                        <a:ea typeface="KaiTi" panose="02010609060101010101" pitchFamily="49" charset="-122"/>
                      </a:rPr>
                      <m:t>, </m:t>
                    </m:r>
                  </m:oMath>
                </a14:m>
                <a:endParaRPr kumimoji="1" lang="en-US" altLang="zh-CN" sz="2600" b="1" i="1" dirty="0">
                  <a:solidFill>
                    <a:srgbClr val="031993"/>
                  </a:solidFill>
                  <a:latin typeface="Cambria Math" panose="02040503050406030204" pitchFamily="18" charset="0"/>
                  <a:ea typeface="KaiTi" panose="02010609060101010101" pitchFamily="49" charset="-122"/>
                </a:endParaRPr>
              </a:p>
              <a:p>
                <a:pPr>
                  <a:lnSpc>
                    <a:spcPct val="150000"/>
                  </a:lnSpc>
                </a:pPr>
                <a14:m>
                  <m:oMath xmlns:m="http://schemas.openxmlformats.org/officeDocument/2006/math">
                    <m:r>
                      <a:rPr kumimoji="1" lang="en-US" altLang="zh-CN" sz="2600" b="1" i="1" dirty="0" smtClean="0">
                        <a:solidFill>
                          <a:srgbClr val="031993"/>
                        </a:solidFill>
                        <a:latin typeface="Cambria Math" panose="02040503050406030204" pitchFamily="18" charset="0"/>
                        <a:ea typeface="KaiTi" panose="02010609060101010101" pitchFamily="49" charset="-122"/>
                      </a:rPr>
                      <m:t>𝑷</m:t>
                    </m:r>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𝑨</m:t>
                    </m:r>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𝑩</m:t>
                    </m:r>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𝟎</m:t>
                    </m:r>
                    <m:r>
                      <a:rPr kumimoji="1" lang="en-US" altLang="zh-CN" sz="2600" b="1" i="1" dirty="0" smtClean="0">
                        <a:solidFill>
                          <a:srgbClr val="031993"/>
                        </a:solidFill>
                        <a:latin typeface="Cambria Math" panose="02040503050406030204" pitchFamily="18" charset="0"/>
                        <a:ea typeface="KaiTi" panose="02010609060101010101" pitchFamily="49" charset="-122"/>
                      </a:rPr>
                      <m:t>.</m:t>
                    </m:r>
                    <m:r>
                      <a:rPr kumimoji="1" lang="en-US" altLang="zh-CN" sz="2600" b="1" i="1" dirty="0" smtClean="0">
                        <a:solidFill>
                          <a:srgbClr val="031993"/>
                        </a:solidFill>
                        <a:latin typeface="Cambria Math" panose="02040503050406030204" pitchFamily="18" charset="0"/>
                        <a:ea typeface="KaiTi" panose="02010609060101010101" pitchFamily="49" charset="-122"/>
                      </a:rPr>
                      <m:t>𝟓</m:t>
                    </m:r>
                  </m:oMath>
                </a14:m>
                <a:r>
                  <a:rPr kumimoji="1" lang="zh-CN" altLang="en-US" sz="2600" b="1" dirty="0">
                    <a:solidFill>
                      <a:srgbClr val="031993"/>
                    </a:solidFill>
                    <a:latin typeface="KaiTi" panose="02010609060101010101" pitchFamily="49" charset="-122"/>
                    <a:ea typeface="KaiTi" panose="02010609060101010101" pitchFamily="49" charset="-122"/>
                  </a:rPr>
                  <a:t>，计算</a:t>
                </a:r>
                <a14:m>
                  <m:oMath xmlns:m="http://schemas.openxmlformats.org/officeDocument/2006/math">
                    <m:r>
                      <a:rPr kumimoji="1" lang="en-US" altLang="zh-CN" sz="2600" b="1" i="1" smtClean="0">
                        <a:solidFill>
                          <a:srgbClr val="031993"/>
                        </a:solidFill>
                        <a:latin typeface="Cambria Math" panose="02040503050406030204" pitchFamily="18" charset="0"/>
                      </a:rPr>
                      <m:t>𝑷</m:t>
                    </m:r>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𝑩</m:t>
                    </m:r>
                    <m:r>
                      <a:rPr kumimoji="1" lang="en-US" altLang="zh-CN" sz="2600" b="1" i="1" smtClean="0">
                        <a:solidFill>
                          <a:srgbClr val="031993"/>
                        </a:solidFill>
                        <a:latin typeface="Cambria Math" panose="02040503050406030204" pitchFamily="18" charset="0"/>
                      </a:rPr>
                      <m:t>|</m:t>
                    </m:r>
                    <m:acc>
                      <m:accPr>
                        <m:chr m:val="̅"/>
                        <m:ctrlPr>
                          <a:rPr kumimoji="1" lang="en-US" altLang="zh-CN" sz="2600" b="1" i="1" smtClean="0">
                            <a:solidFill>
                              <a:srgbClr val="031993"/>
                            </a:solidFill>
                            <a:latin typeface="Cambria Math" panose="02040503050406030204" pitchFamily="18" charset="0"/>
                          </a:rPr>
                        </m:ctrlPr>
                      </m:accPr>
                      <m:e>
                        <m:r>
                          <a:rPr kumimoji="1" lang="en-US" altLang="zh-CN" sz="2600" b="1" i="1" smtClean="0">
                            <a:solidFill>
                              <a:srgbClr val="031993"/>
                            </a:solidFill>
                            <a:latin typeface="Cambria Math" panose="02040503050406030204" pitchFamily="18" charset="0"/>
                          </a:rPr>
                          <m:t>𝑨</m:t>
                        </m:r>
                      </m:e>
                    </m:acc>
                    <m:r>
                      <a:rPr kumimoji="1" lang="en-US" altLang="zh-CN" sz="2600" b="1" i="1" smtClean="0">
                        <a:solidFill>
                          <a:srgbClr val="031993"/>
                        </a:solidFill>
                        <a:latin typeface="Cambria Math" panose="02040503050406030204" pitchFamily="18" charset="0"/>
                      </a:rPr>
                      <m:t>)</m:t>
                    </m:r>
                  </m:oMath>
                </a14:m>
                <a:endParaRPr kumimoji="1" lang="zh-CN" altLang="en-US" sz="2600" b="1" dirty="0">
                  <a:solidFill>
                    <a:srgbClr val="031993"/>
                  </a:solidFill>
                  <a:latin typeface="KaiTi" panose="02010609060101010101" pitchFamily="49" charset="-122"/>
                  <a:ea typeface="KaiTi" panose="02010609060101010101" pitchFamily="49" charset="-122"/>
                </a:endParaRPr>
              </a:p>
            </p:txBody>
          </p:sp>
        </mc:Choice>
        <mc:Fallback xmlns="">
          <p:sp>
            <p:nvSpPr>
              <p:cNvPr id="4" name="文本框 3">
                <a:extLst>
                  <a:ext uri="{FF2B5EF4-FFF2-40B4-BE49-F238E27FC236}">
                    <a16:creationId xmlns:a16="http://schemas.microsoft.com/office/drawing/2014/main" id="{5D7C3957-77FD-2039-430D-36C3B6D9B519}"/>
                  </a:ext>
                </a:extLst>
              </p:cNvPr>
              <p:cNvSpPr txBox="1">
                <a:spLocks noRot="1" noChangeAspect="1" noMove="1" noResize="1" noEditPoints="1" noAdjustHandles="1" noChangeArrowheads="1" noChangeShapeType="1" noTextEdit="1"/>
              </p:cNvSpPr>
              <p:nvPr/>
            </p:nvSpPr>
            <p:spPr>
              <a:xfrm>
                <a:off x="141669" y="1300766"/>
                <a:ext cx="9002332" cy="1214628"/>
              </a:xfrm>
              <a:prstGeom prst="rect">
                <a:avLst/>
              </a:prstGeom>
              <a:blipFill>
                <a:blip r:embed="rId2"/>
                <a:stretch>
                  <a:fillRect l="-1269" b="-92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EA845C1-B994-F7D4-57B9-370B32B09584}"/>
                  </a:ext>
                </a:extLst>
              </p:cNvPr>
              <p:cNvSpPr txBox="1"/>
              <p:nvPr/>
            </p:nvSpPr>
            <p:spPr>
              <a:xfrm>
                <a:off x="201491" y="3496614"/>
                <a:ext cx="8882688" cy="284090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zh-CN" sz="2600" b="0" i="1" smtClean="0">
                          <a:solidFill>
                            <a:srgbClr val="031993"/>
                          </a:solidFill>
                          <a:latin typeface="Cambria Math" panose="02040503050406030204" pitchFamily="18" charset="0"/>
                        </a:rPr>
                        <m:t>𝑃</m:t>
                      </m:r>
                      <m:d>
                        <m:dPr>
                          <m:ctrlPr>
                            <a:rPr kumimoji="1" lang="en-US" altLang="zh-CN" sz="2600" b="0" i="1" smtClean="0">
                              <a:solidFill>
                                <a:srgbClr val="031993"/>
                              </a:solidFill>
                              <a:latin typeface="Cambria Math" panose="02040503050406030204" pitchFamily="18" charset="0"/>
                            </a:rPr>
                          </m:ctrlPr>
                        </m:dPr>
                        <m:e>
                          <m:r>
                            <a:rPr kumimoji="1" lang="en-US" altLang="zh-CN" sz="2600" i="1">
                              <a:solidFill>
                                <a:srgbClr val="031993"/>
                              </a:solidFill>
                              <a:latin typeface="Cambria Math" panose="02040503050406030204" pitchFamily="18" charset="0"/>
                            </a:rPr>
                            <m:t>𝐵</m:t>
                          </m:r>
                        </m:e>
                        <m:e>
                          <m:acc>
                            <m:accPr>
                              <m:chr m:val="̅"/>
                              <m:ctrlPr>
                                <a:rPr kumimoji="1" lang="en-US" altLang="zh-CN" sz="2600" i="1">
                                  <a:solidFill>
                                    <a:srgbClr val="031993"/>
                                  </a:solidFill>
                                  <a:latin typeface="Cambria Math" panose="02040503050406030204" pitchFamily="18" charset="0"/>
                                </a:rPr>
                              </m:ctrlPr>
                            </m:accPr>
                            <m:e>
                              <m:r>
                                <a:rPr kumimoji="1" lang="en-US" altLang="zh-CN" sz="2600" i="1">
                                  <a:solidFill>
                                    <a:srgbClr val="031993"/>
                                  </a:solidFill>
                                  <a:latin typeface="Cambria Math" panose="02040503050406030204" pitchFamily="18" charset="0"/>
                                </a:rPr>
                                <m:t>𝐴</m:t>
                              </m:r>
                            </m:e>
                          </m:acc>
                        </m:e>
                      </m:d>
                      <m:r>
                        <a:rPr kumimoji="1" lang="en-US" altLang="zh-CN" sz="2600" b="0" i="1" smtClean="0">
                          <a:solidFill>
                            <a:srgbClr val="031993"/>
                          </a:solidFill>
                          <a:latin typeface="Cambria Math" panose="02040503050406030204" pitchFamily="18" charset="0"/>
                        </a:rPr>
                        <m:t>=</m:t>
                      </m:r>
                      <m:f>
                        <m:fPr>
                          <m:ctrlPr>
                            <a:rPr kumimoji="1" lang="en-US" altLang="zh-CN" sz="2600" b="0" i="1" smtClean="0">
                              <a:solidFill>
                                <a:srgbClr val="031993"/>
                              </a:solidFill>
                              <a:latin typeface="Cambria Math" panose="02040503050406030204" pitchFamily="18" charset="0"/>
                            </a:rPr>
                          </m:ctrlPr>
                        </m:fPr>
                        <m:num>
                          <m:r>
                            <a:rPr kumimoji="1" lang="en-US" altLang="zh-CN" sz="2600" b="0" i="1" smtClean="0">
                              <a:solidFill>
                                <a:srgbClr val="031993"/>
                              </a:solidFill>
                              <a:latin typeface="Cambria Math" panose="02040503050406030204" pitchFamily="18" charset="0"/>
                            </a:rPr>
                            <m:t>𝑃</m:t>
                          </m:r>
                          <m:r>
                            <a:rPr kumimoji="1" lang="en-US" altLang="zh-CN" sz="2600" b="0" i="1" smtClean="0">
                              <a:solidFill>
                                <a:srgbClr val="031993"/>
                              </a:solidFill>
                              <a:latin typeface="Cambria Math" panose="02040503050406030204" pitchFamily="18" charset="0"/>
                            </a:rPr>
                            <m:t>(</m:t>
                          </m:r>
                          <m:r>
                            <a:rPr kumimoji="1" lang="en-US" altLang="zh-CN" sz="2600" b="0" i="1" smtClean="0">
                              <a:solidFill>
                                <a:srgbClr val="031993"/>
                              </a:solidFill>
                              <a:latin typeface="Cambria Math" panose="02040503050406030204" pitchFamily="18" charset="0"/>
                            </a:rPr>
                            <m:t>𝐵</m:t>
                          </m:r>
                          <m:acc>
                            <m:accPr>
                              <m:chr m:val="̅"/>
                              <m:ctrlPr>
                                <a:rPr kumimoji="1" lang="en-US" altLang="zh-CN" sz="2600" i="1">
                                  <a:solidFill>
                                    <a:srgbClr val="031993"/>
                                  </a:solidFill>
                                  <a:latin typeface="Cambria Math" panose="02040503050406030204" pitchFamily="18" charset="0"/>
                                </a:rPr>
                              </m:ctrlPr>
                            </m:accPr>
                            <m:e>
                              <m:r>
                                <a:rPr kumimoji="1" lang="en-US" altLang="zh-CN" sz="2600" i="1">
                                  <a:solidFill>
                                    <a:srgbClr val="031993"/>
                                  </a:solidFill>
                                  <a:latin typeface="Cambria Math" panose="02040503050406030204" pitchFamily="18" charset="0"/>
                                </a:rPr>
                                <m:t>𝐴</m:t>
                              </m:r>
                            </m:e>
                          </m:acc>
                          <m:r>
                            <a:rPr kumimoji="1" lang="en-US" altLang="zh-CN" sz="2600" b="0" i="1" smtClean="0">
                              <a:solidFill>
                                <a:srgbClr val="031993"/>
                              </a:solidFill>
                              <a:latin typeface="Cambria Math" panose="02040503050406030204" pitchFamily="18" charset="0"/>
                            </a:rPr>
                            <m:t>)</m:t>
                          </m:r>
                        </m:num>
                        <m:den>
                          <m:r>
                            <a:rPr kumimoji="1" lang="en-US" altLang="zh-CN" sz="2600" b="0" i="1" smtClean="0">
                              <a:solidFill>
                                <a:srgbClr val="031993"/>
                              </a:solidFill>
                              <a:latin typeface="Cambria Math" panose="02040503050406030204" pitchFamily="18" charset="0"/>
                            </a:rPr>
                            <m:t>𝑃</m:t>
                          </m:r>
                          <m:r>
                            <a:rPr kumimoji="1" lang="en-US" altLang="zh-CN" sz="2600" b="0" i="1" smtClean="0">
                              <a:solidFill>
                                <a:srgbClr val="031993"/>
                              </a:solidFill>
                              <a:latin typeface="Cambria Math" panose="02040503050406030204" pitchFamily="18" charset="0"/>
                            </a:rPr>
                            <m:t>(</m:t>
                          </m:r>
                          <m:acc>
                            <m:accPr>
                              <m:chr m:val="̅"/>
                              <m:ctrlPr>
                                <a:rPr kumimoji="1" lang="en-US" altLang="zh-CN" sz="2600" i="1">
                                  <a:solidFill>
                                    <a:srgbClr val="031993"/>
                                  </a:solidFill>
                                  <a:latin typeface="Cambria Math" panose="02040503050406030204" pitchFamily="18" charset="0"/>
                                </a:rPr>
                              </m:ctrlPr>
                            </m:accPr>
                            <m:e>
                              <m:r>
                                <a:rPr kumimoji="1" lang="en-US" altLang="zh-CN" sz="2600" i="1">
                                  <a:solidFill>
                                    <a:srgbClr val="031993"/>
                                  </a:solidFill>
                                  <a:latin typeface="Cambria Math" panose="02040503050406030204" pitchFamily="18" charset="0"/>
                                </a:rPr>
                                <m:t>𝐴</m:t>
                              </m:r>
                            </m:e>
                          </m:acc>
                          <m:r>
                            <a:rPr kumimoji="1" lang="en-US" altLang="zh-CN" sz="2600" b="0" i="1" smtClean="0">
                              <a:solidFill>
                                <a:srgbClr val="031993"/>
                              </a:solidFill>
                              <a:latin typeface="Cambria Math" panose="02040503050406030204" pitchFamily="18" charset="0"/>
                            </a:rPr>
                            <m:t>)</m:t>
                          </m:r>
                        </m:den>
                      </m:f>
                      <m:r>
                        <a:rPr kumimoji="1" lang="en-US" altLang="zh-CN" sz="2600" b="0" i="1" smtClean="0">
                          <a:solidFill>
                            <a:srgbClr val="031993"/>
                          </a:solidFill>
                          <a:latin typeface="Cambria Math" panose="02040503050406030204" pitchFamily="18" charset="0"/>
                        </a:rPr>
                        <m:t>=</m:t>
                      </m:r>
                      <m:f>
                        <m:fPr>
                          <m:ctrlPr>
                            <a:rPr kumimoji="1" lang="en-US" altLang="zh-CN" sz="2600" b="0" i="1" smtClean="0">
                              <a:solidFill>
                                <a:srgbClr val="031993"/>
                              </a:solidFill>
                              <a:latin typeface="Cambria Math" panose="02040503050406030204" pitchFamily="18" charset="0"/>
                            </a:rPr>
                          </m:ctrlPr>
                        </m:fPr>
                        <m:num>
                          <m:r>
                            <a:rPr kumimoji="1" lang="en-US" altLang="zh-CN" sz="2600" b="0" i="1" smtClean="0">
                              <a:solidFill>
                                <a:srgbClr val="031993"/>
                              </a:solidFill>
                              <a:latin typeface="Cambria Math" panose="02040503050406030204" pitchFamily="18" charset="0"/>
                            </a:rPr>
                            <m:t>𝑃</m:t>
                          </m:r>
                          <m:r>
                            <a:rPr kumimoji="1" lang="en-US" altLang="zh-CN" sz="2600" b="0" i="1" smtClean="0">
                              <a:solidFill>
                                <a:srgbClr val="031993"/>
                              </a:solidFill>
                              <a:latin typeface="Cambria Math" panose="02040503050406030204" pitchFamily="18" charset="0"/>
                            </a:rPr>
                            <m:t>(</m:t>
                          </m:r>
                          <m:r>
                            <a:rPr kumimoji="1" lang="en-US" altLang="zh-CN" sz="2600" b="0" i="1" smtClean="0">
                              <a:solidFill>
                                <a:srgbClr val="031993"/>
                              </a:solidFill>
                              <a:latin typeface="Cambria Math" panose="02040503050406030204" pitchFamily="18" charset="0"/>
                            </a:rPr>
                            <m:t>𝐵</m:t>
                          </m:r>
                          <m:r>
                            <a:rPr kumimoji="1" lang="en-US" altLang="zh-CN" sz="2600" b="0" i="1" smtClean="0">
                              <a:solidFill>
                                <a:srgbClr val="031993"/>
                              </a:solidFill>
                              <a:latin typeface="Cambria Math" panose="02040503050406030204" pitchFamily="18" charset="0"/>
                            </a:rPr>
                            <m:t>−</m:t>
                          </m:r>
                          <m:r>
                            <a:rPr kumimoji="1" lang="en-US" altLang="zh-CN" sz="2600" b="0" i="1" smtClean="0">
                              <a:solidFill>
                                <a:srgbClr val="031993"/>
                              </a:solidFill>
                              <a:latin typeface="Cambria Math" panose="02040503050406030204" pitchFamily="18" charset="0"/>
                            </a:rPr>
                            <m:t>𝐴</m:t>
                          </m:r>
                          <m:r>
                            <a:rPr kumimoji="1" lang="en-US" altLang="zh-CN" sz="2600" b="0" i="1" smtClean="0">
                              <a:solidFill>
                                <a:srgbClr val="031993"/>
                              </a:solidFill>
                              <a:latin typeface="Cambria Math" panose="02040503050406030204" pitchFamily="18" charset="0"/>
                            </a:rPr>
                            <m:t>)</m:t>
                          </m:r>
                        </m:num>
                        <m:den>
                          <m:r>
                            <a:rPr kumimoji="1" lang="en-US" altLang="zh-CN" sz="2600" b="0" i="1" smtClean="0">
                              <a:solidFill>
                                <a:srgbClr val="031993"/>
                              </a:solidFill>
                              <a:latin typeface="Cambria Math" panose="02040503050406030204" pitchFamily="18" charset="0"/>
                            </a:rPr>
                            <m:t>𝑃</m:t>
                          </m:r>
                          <m:r>
                            <a:rPr kumimoji="1" lang="en-US" altLang="zh-CN" sz="2600" b="0" i="1" smtClean="0">
                              <a:solidFill>
                                <a:srgbClr val="031993"/>
                              </a:solidFill>
                              <a:latin typeface="Cambria Math" panose="02040503050406030204" pitchFamily="18" charset="0"/>
                            </a:rPr>
                            <m:t>(</m:t>
                          </m:r>
                          <m:acc>
                            <m:accPr>
                              <m:chr m:val="̅"/>
                              <m:ctrlPr>
                                <a:rPr kumimoji="1" lang="en-US" altLang="zh-CN" sz="2600" i="1">
                                  <a:solidFill>
                                    <a:srgbClr val="031993"/>
                                  </a:solidFill>
                                  <a:latin typeface="Cambria Math" panose="02040503050406030204" pitchFamily="18" charset="0"/>
                                </a:rPr>
                              </m:ctrlPr>
                            </m:accPr>
                            <m:e>
                              <m:r>
                                <a:rPr kumimoji="1" lang="en-US" altLang="zh-CN" sz="2600" i="1">
                                  <a:solidFill>
                                    <a:srgbClr val="031993"/>
                                  </a:solidFill>
                                  <a:latin typeface="Cambria Math" panose="02040503050406030204" pitchFamily="18" charset="0"/>
                                </a:rPr>
                                <m:t>𝐴</m:t>
                              </m:r>
                            </m:e>
                          </m:acc>
                          <m:r>
                            <a:rPr kumimoji="1" lang="en-US" altLang="zh-CN" sz="2600" b="0" i="1" smtClean="0">
                              <a:solidFill>
                                <a:srgbClr val="031993"/>
                              </a:solidFill>
                              <a:latin typeface="Cambria Math" panose="02040503050406030204" pitchFamily="18" charset="0"/>
                            </a:rPr>
                            <m:t>)</m:t>
                          </m:r>
                        </m:den>
                      </m:f>
                      <m:r>
                        <a:rPr kumimoji="1" lang="en-US" altLang="zh-CN" sz="2600" i="1">
                          <a:solidFill>
                            <a:srgbClr val="031993"/>
                          </a:solidFill>
                          <a:latin typeface="Cambria Math" panose="02040503050406030204" pitchFamily="18" charset="0"/>
                        </a:rPr>
                        <m:t>=</m:t>
                      </m:r>
                      <m:f>
                        <m:fPr>
                          <m:ctrlPr>
                            <a:rPr kumimoji="1" lang="en-US" altLang="zh-CN" sz="2600" i="1">
                              <a:solidFill>
                                <a:srgbClr val="031993"/>
                              </a:solidFill>
                              <a:latin typeface="Cambria Math" panose="02040503050406030204" pitchFamily="18" charset="0"/>
                            </a:rPr>
                          </m:ctrlPr>
                        </m:fPr>
                        <m:num>
                          <m:r>
                            <a:rPr kumimoji="1" lang="en-US" altLang="zh-CN" sz="2600" i="1">
                              <a:solidFill>
                                <a:srgbClr val="031993"/>
                              </a:solidFill>
                              <a:latin typeface="Cambria Math" panose="02040503050406030204" pitchFamily="18" charset="0"/>
                            </a:rPr>
                            <m:t>𝑃</m:t>
                          </m:r>
                          <m:r>
                            <a:rPr kumimoji="1" lang="en-US" altLang="zh-CN" sz="2600" i="1">
                              <a:solidFill>
                                <a:srgbClr val="031993"/>
                              </a:solidFill>
                              <a:latin typeface="Cambria Math" panose="02040503050406030204" pitchFamily="18" charset="0"/>
                            </a:rPr>
                            <m:t>(</m:t>
                          </m:r>
                          <m:r>
                            <a:rPr kumimoji="1" lang="en-US" altLang="zh-CN" sz="2600" i="1">
                              <a:solidFill>
                                <a:srgbClr val="031993"/>
                              </a:solidFill>
                              <a:latin typeface="Cambria Math" panose="02040503050406030204" pitchFamily="18" charset="0"/>
                            </a:rPr>
                            <m:t>𝐵</m:t>
                          </m:r>
                          <m:r>
                            <a:rPr kumimoji="1" lang="en-US" altLang="zh-CN" sz="2600" i="1">
                              <a:solidFill>
                                <a:srgbClr val="031993"/>
                              </a:solidFill>
                              <a:latin typeface="Cambria Math" panose="02040503050406030204" pitchFamily="18" charset="0"/>
                            </a:rPr>
                            <m:t>−</m:t>
                          </m:r>
                          <m:r>
                            <a:rPr kumimoji="1" lang="en-US" altLang="zh-CN" sz="2600" i="1">
                              <a:solidFill>
                                <a:srgbClr val="031993"/>
                              </a:solidFill>
                              <a:latin typeface="Cambria Math" panose="02040503050406030204" pitchFamily="18" charset="0"/>
                            </a:rPr>
                            <m:t>𝐴𝐵</m:t>
                          </m:r>
                          <m:r>
                            <a:rPr kumimoji="1" lang="en-US" altLang="zh-CN" sz="2600" i="1">
                              <a:solidFill>
                                <a:srgbClr val="031993"/>
                              </a:solidFill>
                              <a:latin typeface="Cambria Math" panose="02040503050406030204" pitchFamily="18" charset="0"/>
                            </a:rPr>
                            <m:t>)</m:t>
                          </m:r>
                        </m:num>
                        <m:den>
                          <m:r>
                            <a:rPr kumimoji="1" lang="en-US" altLang="zh-CN" sz="2600" i="1">
                              <a:solidFill>
                                <a:srgbClr val="031993"/>
                              </a:solidFill>
                              <a:latin typeface="Cambria Math" panose="02040503050406030204" pitchFamily="18" charset="0"/>
                            </a:rPr>
                            <m:t>𝑃</m:t>
                          </m:r>
                          <m:r>
                            <a:rPr kumimoji="1" lang="en-US" altLang="zh-CN" sz="2600" i="1">
                              <a:solidFill>
                                <a:srgbClr val="031993"/>
                              </a:solidFill>
                              <a:latin typeface="Cambria Math" panose="02040503050406030204" pitchFamily="18" charset="0"/>
                            </a:rPr>
                            <m:t>(</m:t>
                          </m:r>
                          <m:acc>
                            <m:accPr>
                              <m:chr m:val="̅"/>
                              <m:ctrlPr>
                                <a:rPr kumimoji="1" lang="en-US" altLang="zh-CN" sz="2600" i="1">
                                  <a:solidFill>
                                    <a:srgbClr val="031993"/>
                                  </a:solidFill>
                                  <a:latin typeface="Cambria Math" panose="02040503050406030204" pitchFamily="18" charset="0"/>
                                </a:rPr>
                              </m:ctrlPr>
                            </m:accPr>
                            <m:e>
                              <m:r>
                                <a:rPr kumimoji="1" lang="en-US" altLang="zh-CN" sz="2600" i="1">
                                  <a:solidFill>
                                    <a:srgbClr val="031993"/>
                                  </a:solidFill>
                                  <a:latin typeface="Cambria Math" panose="02040503050406030204" pitchFamily="18" charset="0"/>
                                </a:rPr>
                                <m:t>𝐴</m:t>
                              </m:r>
                            </m:e>
                          </m:acc>
                          <m:r>
                            <a:rPr kumimoji="1" lang="en-US" altLang="zh-CN" sz="2600" i="1">
                              <a:solidFill>
                                <a:srgbClr val="031993"/>
                              </a:solidFill>
                              <a:latin typeface="Cambria Math" panose="02040503050406030204" pitchFamily="18" charset="0"/>
                            </a:rPr>
                            <m:t>)</m:t>
                          </m:r>
                        </m:den>
                      </m:f>
                      <m:r>
                        <a:rPr kumimoji="1" lang="en-US" altLang="zh-CN" sz="2600" b="0" i="1" smtClean="0">
                          <a:solidFill>
                            <a:srgbClr val="031993"/>
                          </a:solidFill>
                          <a:latin typeface="Cambria Math" panose="02040503050406030204" pitchFamily="18" charset="0"/>
                        </a:rPr>
                        <m:t>=</m:t>
                      </m:r>
                      <m:f>
                        <m:fPr>
                          <m:ctrlPr>
                            <a:rPr kumimoji="1" lang="en-US" altLang="zh-CN" sz="2600" i="1">
                              <a:solidFill>
                                <a:srgbClr val="031993"/>
                              </a:solidFill>
                              <a:latin typeface="Cambria Math" panose="02040503050406030204" pitchFamily="18" charset="0"/>
                            </a:rPr>
                          </m:ctrlPr>
                        </m:fPr>
                        <m:num>
                          <m:r>
                            <a:rPr kumimoji="1" lang="en-US" altLang="zh-CN" sz="2600" i="1">
                              <a:solidFill>
                                <a:srgbClr val="031993"/>
                              </a:solidFill>
                              <a:latin typeface="Cambria Math" panose="02040503050406030204" pitchFamily="18" charset="0"/>
                            </a:rPr>
                            <m:t>𝑃</m:t>
                          </m:r>
                          <m:r>
                            <a:rPr kumimoji="1" lang="en-US" altLang="zh-CN" sz="2600" i="1">
                              <a:solidFill>
                                <a:srgbClr val="031993"/>
                              </a:solidFill>
                              <a:latin typeface="Cambria Math" panose="02040503050406030204" pitchFamily="18" charset="0"/>
                            </a:rPr>
                            <m:t>(</m:t>
                          </m:r>
                          <m:r>
                            <a:rPr kumimoji="1" lang="en-US" altLang="zh-CN" sz="2600" i="1">
                              <a:solidFill>
                                <a:srgbClr val="031993"/>
                              </a:solidFill>
                              <a:latin typeface="Cambria Math" panose="02040503050406030204" pitchFamily="18" charset="0"/>
                            </a:rPr>
                            <m:t>𝐵</m:t>
                          </m:r>
                          <m:r>
                            <a:rPr kumimoji="1" lang="en-US" altLang="zh-CN" sz="2600" b="0" i="1" smtClean="0">
                              <a:solidFill>
                                <a:srgbClr val="031993"/>
                              </a:solidFill>
                              <a:latin typeface="Cambria Math" panose="02040503050406030204" pitchFamily="18" charset="0"/>
                            </a:rPr>
                            <m:t>)</m:t>
                          </m:r>
                          <m:r>
                            <a:rPr kumimoji="1" lang="en-US" altLang="zh-CN" sz="2600" i="1">
                              <a:solidFill>
                                <a:srgbClr val="031993"/>
                              </a:solidFill>
                              <a:latin typeface="Cambria Math" panose="02040503050406030204" pitchFamily="18" charset="0"/>
                            </a:rPr>
                            <m:t>−</m:t>
                          </m:r>
                          <m:r>
                            <a:rPr kumimoji="1" lang="en-US" altLang="zh-CN" sz="2600" b="0" i="1" smtClean="0">
                              <a:solidFill>
                                <a:srgbClr val="031993"/>
                              </a:solidFill>
                              <a:latin typeface="Cambria Math" panose="02040503050406030204" pitchFamily="18" charset="0"/>
                            </a:rPr>
                            <m:t>𝑃</m:t>
                          </m:r>
                          <m:r>
                            <a:rPr kumimoji="1" lang="en-US" altLang="zh-CN" sz="2600" b="0" i="1" smtClean="0">
                              <a:solidFill>
                                <a:srgbClr val="031993"/>
                              </a:solidFill>
                              <a:latin typeface="Cambria Math" panose="02040503050406030204" pitchFamily="18" charset="0"/>
                            </a:rPr>
                            <m:t>(</m:t>
                          </m:r>
                          <m:r>
                            <a:rPr kumimoji="1" lang="en-US" altLang="zh-CN" sz="2600" i="1">
                              <a:solidFill>
                                <a:srgbClr val="031993"/>
                              </a:solidFill>
                              <a:latin typeface="Cambria Math" panose="02040503050406030204" pitchFamily="18" charset="0"/>
                            </a:rPr>
                            <m:t>𝐴𝐵</m:t>
                          </m:r>
                          <m:r>
                            <a:rPr kumimoji="1" lang="en-US" altLang="zh-CN" sz="2600" i="1">
                              <a:solidFill>
                                <a:srgbClr val="031993"/>
                              </a:solidFill>
                              <a:latin typeface="Cambria Math" panose="02040503050406030204" pitchFamily="18" charset="0"/>
                            </a:rPr>
                            <m:t>)</m:t>
                          </m:r>
                        </m:num>
                        <m:den>
                          <m:r>
                            <a:rPr kumimoji="1" lang="en-US" altLang="zh-CN" sz="2600" i="1">
                              <a:solidFill>
                                <a:srgbClr val="031993"/>
                              </a:solidFill>
                              <a:latin typeface="Cambria Math" panose="02040503050406030204" pitchFamily="18" charset="0"/>
                            </a:rPr>
                            <m:t>𝑃</m:t>
                          </m:r>
                          <m:r>
                            <a:rPr kumimoji="1" lang="en-US" altLang="zh-CN" sz="2600" i="1">
                              <a:solidFill>
                                <a:srgbClr val="031993"/>
                              </a:solidFill>
                              <a:latin typeface="Cambria Math" panose="02040503050406030204" pitchFamily="18" charset="0"/>
                            </a:rPr>
                            <m:t>(</m:t>
                          </m:r>
                          <m:acc>
                            <m:accPr>
                              <m:chr m:val="̅"/>
                              <m:ctrlPr>
                                <a:rPr kumimoji="1" lang="en-US" altLang="zh-CN" sz="2600" i="1">
                                  <a:solidFill>
                                    <a:srgbClr val="031993"/>
                                  </a:solidFill>
                                  <a:latin typeface="Cambria Math" panose="02040503050406030204" pitchFamily="18" charset="0"/>
                                </a:rPr>
                              </m:ctrlPr>
                            </m:accPr>
                            <m:e>
                              <m:r>
                                <a:rPr kumimoji="1" lang="en-US" altLang="zh-CN" sz="2600" i="1">
                                  <a:solidFill>
                                    <a:srgbClr val="031993"/>
                                  </a:solidFill>
                                  <a:latin typeface="Cambria Math" panose="02040503050406030204" pitchFamily="18" charset="0"/>
                                </a:rPr>
                                <m:t>𝐴</m:t>
                              </m:r>
                            </m:e>
                          </m:acc>
                          <m:r>
                            <a:rPr kumimoji="1" lang="en-US" altLang="zh-CN" sz="2600" i="1">
                              <a:solidFill>
                                <a:srgbClr val="031993"/>
                              </a:solidFill>
                              <a:latin typeface="Cambria Math" panose="02040503050406030204" pitchFamily="18" charset="0"/>
                            </a:rPr>
                            <m:t>)</m:t>
                          </m:r>
                        </m:den>
                      </m:f>
                    </m:oMath>
                  </m:oMathPara>
                </a14:m>
                <a:endParaRPr kumimoji="1" lang="en-US" altLang="zh-CN" sz="2600" dirty="0">
                  <a:solidFill>
                    <a:srgbClr val="031993"/>
                  </a:solidFill>
                </a:endParaRPr>
              </a:p>
              <a:p>
                <a:pPr algn="ctr"/>
                <a:endParaRPr kumimoji="1" lang="en-US" altLang="zh-CN" sz="2600" dirty="0">
                  <a:solidFill>
                    <a:srgbClr val="031993"/>
                  </a:solidFill>
                </a:endParaRPr>
              </a:p>
              <a:p>
                <a:pPr algn="ctr"/>
                <a14:m>
                  <m:oMathPara xmlns:m="http://schemas.openxmlformats.org/officeDocument/2006/math">
                    <m:oMathParaPr>
                      <m:jc m:val="centerGroup"/>
                    </m:oMathParaPr>
                    <m:oMath xmlns:m="http://schemas.openxmlformats.org/officeDocument/2006/math">
                      <m:r>
                        <a:rPr kumimoji="1" lang="en-US" altLang="zh-CN" sz="2600" b="0" i="1" smtClean="0">
                          <a:solidFill>
                            <a:srgbClr val="031993"/>
                          </a:solidFill>
                          <a:latin typeface="Cambria Math" panose="02040503050406030204" pitchFamily="18" charset="0"/>
                        </a:rPr>
                        <m:t>𝑃</m:t>
                      </m:r>
                      <m:d>
                        <m:dPr>
                          <m:ctrlPr>
                            <a:rPr kumimoji="1" lang="en-US" altLang="zh-CN" sz="2600" b="0" i="1" smtClean="0">
                              <a:solidFill>
                                <a:srgbClr val="031993"/>
                              </a:solidFill>
                              <a:latin typeface="Cambria Math" panose="02040503050406030204" pitchFamily="18" charset="0"/>
                            </a:rPr>
                          </m:ctrlPr>
                        </m:dPr>
                        <m:e>
                          <m:r>
                            <a:rPr kumimoji="1" lang="en-US" altLang="zh-CN" sz="2600" b="0" i="1" smtClean="0">
                              <a:solidFill>
                                <a:srgbClr val="031993"/>
                              </a:solidFill>
                              <a:latin typeface="Cambria Math" panose="02040503050406030204" pitchFamily="18" charset="0"/>
                            </a:rPr>
                            <m:t>𝐴</m:t>
                          </m:r>
                          <m:r>
                            <a:rPr kumimoji="1" lang="en-US" altLang="zh-CN" sz="2600" b="0" i="1" smtClean="0">
                              <a:solidFill>
                                <a:srgbClr val="031993"/>
                              </a:solidFill>
                              <a:latin typeface="Cambria Math" panose="02040503050406030204" pitchFamily="18" charset="0"/>
                            </a:rPr>
                            <m:t>−</m:t>
                          </m:r>
                          <m:r>
                            <a:rPr kumimoji="1" lang="en-US" altLang="zh-CN" sz="2600" b="0" i="1" smtClean="0">
                              <a:solidFill>
                                <a:srgbClr val="031993"/>
                              </a:solidFill>
                              <a:latin typeface="Cambria Math" panose="02040503050406030204" pitchFamily="18" charset="0"/>
                            </a:rPr>
                            <m:t>𝐵</m:t>
                          </m:r>
                        </m:e>
                      </m:d>
                      <m:r>
                        <a:rPr kumimoji="1" lang="en-US" altLang="zh-CN" sz="2600" b="0" i="1" smtClean="0">
                          <a:solidFill>
                            <a:srgbClr val="031993"/>
                          </a:solidFill>
                          <a:latin typeface="Cambria Math" panose="02040503050406030204" pitchFamily="18" charset="0"/>
                        </a:rPr>
                        <m:t>=</m:t>
                      </m:r>
                      <m:r>
                        <a:rPr kumimoji="1" lang="en-US" altLang="zh-CN" sz="2600" b="0" i="1" smtClean="0">
                          <a:solidFill>
                            <a:srgbClr val="031993"/>
                          </a:solidFill>
                          <a:latin typeface="Cambria Math" panose="02040503050406030204" pitchFamily="18" charset="0"/>
                        </a:rPr>
                        <m:t>𝑃</m:t>
                      </m:r>
                      <m:d>
                        <m:dPr>
                          <m:ctrlPr>
                            <a:rPr kumimoji="1" lang="en-US" altLang="zh-CN" sz="2600" b="0" i="1" smtClean="0">
                              <a:solidFill>
                                <a:srgbClr val="031993"/>
                              </a:solidFill>
                              <a:latin typeface="Cambria Math" panose="02040503050406030204" pitchFamily="18" charset="0"/>
                            </a:rPr>
                          </m:ctrlPr>
                        </m:dPr>
                        <m:e>
                          <m:r>
                            <a:rPr kumimoji="1" lang="en-US" altLang="zh-CN" sz="2600" b="0" i="1" smtClean="0">
                              <a:solidFill>
                                <a:srgbClr val="031993"/>
                              </a:solidFill>
                              <a:latin typeface="Cambria Math" panose="02040503050406030204" pitchFamily="18" charset="0"/>
                            </a:rPr>
                            <m:t>𝐴</m:t>
                          </m:r>
                        </m:e>
                      </m:d>
                      <m:r>
                        <a:rPr kumimoji="1" lang="en-US" altLang="zh-CN" sz="2600" b="0" i="1" smtClean="0">
                          <a:solidFill>
                            <a:srgbClr val="031993"/>
                          </a:solidFill>
                          <a:latin typeface="Cambria Math" panose="02040503050406030204" pitchFamily="18" charset="0"/>
                        </a:rPr>
                        <m:t>−</m:t>
                      </m:r>
                      <m:r>
                        <a:rPr kumimoji="1" lang="en-US" altLang="zh-CN" sz="2600" b="0" i="1" smtClean="0">
                          <a:solidFill>
                            <a:srgbClr val="031993"/>
                          </a:solidFill>
                          <a:latin typeface="Cambria Math" panose="02040503050406030204" pitchFamily="18" charset="0"/>
                        </a:rPr>
                        <m:t>𝑃</m:t>
                      </m:r>
                      <m:d>
                        <m:dPr>
                          <m:ctrlPr>
                            <a:rPr kumimoji="1" lang="en-US" altLang="zh-CN" sz="2600" b="0" i="1" smtClean="0">
                              <a:solidFill>
                                <a:srgbClr val="031993"/>
                              </a:solidFill>
                              <a:latin typeface="Cambria Math" panose="02040503050406030204" pitchFamily="18" charset="0"/>
                            </a:rPr>
                          </m:ctrlPr>
                        </m:dPr>
                        <m:e>
                          <m:r>
                            <a:rPr kumimoji="1" lang="en-US" altLang="zh-CN" sz="2600" b="0" i="1" smtClean="0">
                              <a:solidFill>
                                <a:srgbClr val="031993"/>
                              </a:solidFill>
                              <a:latin typeface="Cambria Math" panose="02040503050406030204" pitchFamily="18" charset="0"/>
                            </a:rPr>
                            <m:t>𝐴𝐵</m:t>
                          </m:r>
                        </m:e>
                      </m:d>
                      <m:r>
                        <a:rPr kumimoji="1" lang="en-US" altLang="zh-CN" sz="2600" b="0" i="1" smtClean="0">
                          <a:solidFill>
                            <a:srgbClr val="031993"/>
                          </a:solidFill>
                          <a:latin typeface="Cambria Math" panose="02040503050406030204" pitchFamily="18" charset="0"/>
                        </a:rPr>
                        <m:t>=0.5=0.7−</m:t>
                      </m:r>
                      <m:r>
                        <a:rPr kumimoji="1" lang="en-US" altLang="zh-CN" sz="2600" b="0" i="1" smtClean="0">
                          <a:solidFill>
                            <a:srgbClr val="031993"/>
                          </a:solidFill>
                          <a:latin typeface="Cambria Math" panose="02040503050406030204" pitchFamily="18" charset="0"/>
                        </a:rPr>
                        <m:t>𝑃</m:t>
                      </m:r>
                      <m:d>
                        <m:dPr>
                          <m:ctrlPr>
                            <a:rPr kumimoji="1" lang="en-US" altLang="zh-CN" sz="2600" b="0" i="1" smtClean="0">
                              <a:solidFill>
                                <a:srgbClr val="031993"/>
                              </a:solidFill>
                              <a:latin typeface="Cambria Math" panose="02040503050406030204" pitchFamily="18" charset="0"/>
                            </a:rPr>
                          </m:ctrlPr>
                        </m:dPr>
                        <m:e>
                          <m:r>
                            <a:rPr kumimoji="1" lang="en-US" altLang="zh-CN" sz="2600" b="0" i="1" smtClean="0">
                              <a:solidFill>
                                <a:srgbClr val="031993"/>
                              </a:solidFill>
                              <a:latin typeface="Cambria Math" panose="02040503050406030204" pitchFamily="18" charset="0"/>
                            </a:rPr>
                            <m:t>𝐴𝐵</m:t>
                          </m:r>
                        </m:e>
                      </m:d>
                      <m:r>
                        <a:rPr kumimoji="1" lang="en-US" altLang="zh-CN" sz="2600" b="0" i="1" smtClean="0">
                          <a:solidFill>
                            <a:srgbClr val="031993"/>
                          </a:solidFill>
                          <a:latin typeface="Cambria Math" panose="02040503050406030204" pitchFamily="18" charset="0"/>
                        </a:rPr>
                        <m:t>,</m:t>
                      </m:r>
                      <m:r>
                        <a:rPr kumimoji="1" lang="zh-CN" altLang="en-US" sz="2600" b="0" i="1" smtClean="0">
                          <a:solidFill>
                            <a:srgbClr val="031993"/>
                          </a:solidFill>
                          <a:latin typeface="Cambria Math" panose="02040503050406030204" pitchFamily="18" charset="0"/>
                        </a:rPr>
                        <m:t> </m:t>
                      </m:r>
                      <m:r>
                        <a:rPr kumimoji="1" lang="en-US" altLang="zh-CN" sz="2600" b="0" i="1" smtClean="0">
                          <a:solidFill>
                            <a:srgbClr val="031993"/>
                          </a:solidFill>
                          <a:latin typeface="Cambria Math" panose="02040503050406030204" pitchFamily="18" charset="0"/>
                        </a:rPr>
                        <m:t>𝑃</m:t>
                      </m:r>
                      <m:d>
                        <m:dPr>
                          <m:ctrlPr>
                            <a:rPr kumimoji="1" lang="en-US" altLang="zh-CN" sz="2600" b="0" i="1" smtClean="0">
                              <a:solidFill>
                                <a:srgbClr val="031993"/>
                              </a:solidFill>
                              <a:latin typeface="Cambria Math" panose="02040503050406030204" pitchFamily="18" charset="0"/>
                            </a:rPr>
                          </m:ctrlPr>
                        </m:dPr>
                        <m:e>
                          <m:r>
                            <a:rPr kumimoji="1" lang="en-US" altLang="zh-CN" sz="2600" b="0" i="1" smtClean="0">
                              <a:solidFill>
                                <a:srgbClr val="031993"/>
                              </a:solidFill>
                              <a:latin typeface="Cambria Math" panose="02040503050406030204" pitchFamily="18" charset="0"/>
                            </a:rPr>
                            <m:t>𝐴𝐵</m:t>
                          </m:r>
                        </m:e>
                      </m:d>
                      <m:r>
                        <a:rPr kumimoji="1" lang="en-US" altLang="zh-CN" sz="2600" b="0" i="1" smtClean="0">
                          <a:solidFill>
                            <a:srgbClr val="031993"/>
                          </a:solidFill>
                          <a:latin typeface="Cambria Math" panose="02040503050406030204" pitchFamily="18" charset="0"/>
                        </a:rPr>
                        <m:t>=0.2</m:t>
                      </m:r>
                    </m:oMath>
                  </m:oMathPara>
                </a14:m>
                <a:endParaRPr kumimoji="1" lang="en-US" altLang="zh-CN" sz="2600" b="0" dirty="0">
                  <a:solidFill>
                    <a:srgbClr val="031993"/>
                  </a:solidFill>
                </a:endParaRPr>
              </a:p>
              <a:p>
                <a:pPr algn="ctr"/>
                <a:endParaRPr kumimoji="1" lang="en-US" altLang="zh-CN" sz="2600" dirty="0">
                  <a:solidFill>
                    <a:srgbClr val="031993"/>
                  </a:solidFill>
                </a:endParaRPr>
              </a:p>
              <a:p>
                <a:pPr algn="ctr"/>
                <a14:m>
                  <m:oMathPara xmlns:m="http://schemas.openxmlformats.org/officeDocument/2006/math">
                    <m:oMathParaPr>
                      <m:jc m:val="centerGroup"/>
                    </m:oMathParaPr>
                    <m:oMath xmlns:m="http://schemas.openxmlformats.org/officeDocument/2006/math">
                      <m:r>
                        <a:rPr kumimoji="1" lang="en-US" altLang="zh-CN" sz="2600" b="0" i="1" smtClean="0">
                          <a:solidFill>
                            <a:srgbClr val="031993"/>
                          </a:solidFill>
                          <a:latin typeface="Cambria Math" panose="02040503050406030204" pitchFamily="18" charset="0"/>
                        </a:rPr>
                        <m:t>𝑃</m:t>
                      </m:r>
                      <m:d>
                        <m:dPr>
                          <m:ctrlPr>
                            <a:rPr kumimoji="1" lang="en-US" altLang="zh-CN" sz="2600" b="0" i="1" smtClean="0">
                              <a:solidFill>
                                <a:srgbClr val="031993"/>
                              </a:solidFill>
                              <a:latin typeface="Cambria Math" panose="02040503050406030204" pitchFamily="18" charset="0"/>
                            </a:rPr>
                          </m:ctrlPr>
                        </m:dPr>
                        <m:e>
                          <m:r>
                            <a:rPr kumimoji="1" lang="en-US" altLang="zh-CN" sz="2600" i="1">
                              <a:solidFill>
                                <a:srgbClr val="031993"/>
                              </a:solidFill>
                              <a:latin typeface="Cambria Math" panose="02040503050406030204" pitchFamily="18" charset="0"/>
                            </a:rPr>
                            <m:t>𝐵</m:t>
                          </m:r>
                        </m:e>
                        <m:e>
                          <m:acc>
                            <m:accPr>
                              <m:chr m:val="̅"/>
                              <m:ctrlPr>
                                <a:rPr kumimoji="1" lang="en-US" altLang="zh-CN" sz="2600" i="1">
                                  <a:solidFill>
                                    <a:srgbClr val="031993"/>
                                  </a:solidFill>
                                  <a:latin typeface="Cambria Math" panose="02040503050406030204" pitchFamily="18" charset="0"/>
                                </a:rPr>
                              </m:ctrlPr>
                            </m:accPr>
                            <m:e>
                              <m:r>
                                <a:rPr kumimoji="1" lang="en-US" altLang="zh-CN" sz="2600" i="1">
                                  <a:solidFill>
                                    <a:srgbClr val="031993"/>
                                  </a:solidFill>
                                  <a:latin typeface="Cambria Math" panose="02040503050406030204" pitchFamily="18" charset="0"/>
                                </a:rPr>
                                <m:t>𝐴</m:t>
                              </m:r>
                            </m:e>
                          </m:acc>
                        </m:e>
                      </m:d>
                      <m:r>
                        <a:rPr kumimoji="1" lang="en-US" altLang="zh-CN" sz="2600" b="0" i="1" smtClean="0">
                          <a:solidFill>
                            <a:srgbClr val="031993"/>
                          </a:solidFill>
                          <a:latin typeface="Cambria Math" panose="02040503050406030204" pitchFamily="18" charset="0"/>
                        </a:rPr>
                        <m:t>=</m:t>
                      </m:r>
                      <m:f>
                        <m:fPr>
                          <m:ctrlPr>
                            <a:rPr kumimoji="1" lang="en-US" altLang="zh-CN" sz="2600" b="0" i="1" smtClean="0">
                              <a:solidFill>
                                <a:srgbClr val="031993"/>
                              </a:solidFill>
                              <a:latin typeface="Cambria Math" panose="02040503050406030204" pitchFamily="18" charset="0"/>
                            </a:rPr>
                          </m:ctrlPr>
                        </m:fPr>
                        <m:num>
                          <m:r>
                            <a:rPr kumimoji="1" lang="en-US" altLang="zh-CN" sz="2600" b="0" i="1" smtClean="0">
                              <a:solidFill>
                                <a:srgbClr val="031993"/>
                              </a:solidFill>
                              <a:latin typeface="Cambria Math" panose="02040503050406030204" pitchFamily="18" charset="0"/>
                            </a:rPr>
                            <m:t>0.4−0.2</m:t>
                          </m:r>
                        </m:num>
                        <m:den>
                          <m:r>
                            <a:rPr kumimoji="1" lang="en-US" altLang="zh-CN" sz="2600" b="0" i="1" smtClean="0">
                              <a:solidFill>
                                <a:srgbClr val="031993"/>
                              </a:solidFill>
                              <a:latin typeface="Cambria Math" panose="02040503050406030204" pitchFamily="18" charset="0"/>
                            </a:rPr>
                            <m:t>0.3</m:t>
                          </m:r>
                        </m:den>
                      </m:f>
                      <m:r>
                        <a:rPr kumimoji="1" lang="en-US" altLang="zh-CN" sz="2600" b="0" i="0" smtClean="0">
                          <a:solidFill>
                            <a:srgbClr val="031993"/>
                          </a:solidFill>
                          <a:latin typeface="Cambria Math" panose="02040503050406030204" pitchFamily="18" charset="0"/>
                        </a:rPr>
                        <m:t>=</m:t>
                      </m:r>
                      <m:f>
                        <m:fPr>
                          <m:ctrlPr>
                            <a:rPr kumimoji="1" lang="en-US" altLang="zh-CN" sz="2600" b="0" i="1" smtClean="0">
                              <a:solidFill>
                                <a:srgbClr val="031993"/>
                              </a:solidFill>
                              <a:latin typeface="Cambria Math" panose="02040503050406030204" pitchFamily="18" charset="0"/>
                            </a:rPr>
                          </m:ctrlPr>
                        </m:fPr>
                        <m:num>
                          <m:r>
                            <a:rPr kumimoji="1" lang="en-US" altLang="zh-CN" sz="2600" b="0" i="1" smtClean="0">
                              <a:solidFill>
                                <a:srgbClr val="031993"/>
                              </a:solidFill>
                              <a:latin typeface="Cambria Math" panose="02040503050406030204" pitchFamily="18" charset="0"/>
                            </a:rPr>
                            <m:t>2</m:t>
                          </m:r>
                        </m:num>
                        <m:den>
                          <m:r>
                            <a:rPr kumimoji="1" lang="en-US" altLang="zh-CN" sz="2600" b="0" i="1" smtClean="0">
                              <a:solidFill>
                                <a:srgbClr val="031993"/>
                              </a:solidFill>
                              <a:latin typeface="Cambria Math" panose="02040503050406030204" pitchFamily="18" charset="0"/>
                            </a:rPr>
                            <m:t>3</m:t>
                          </m:r>
                        </m:den>
                      </m:f>
                    </m:oMath>
                  </m:oMathPara>
                </a14:m>
                <a:endParaRPr kumimoji="1" lang="zh-CN" altLang="en-US" sz="2600" dirty="0">
                  <a:solidFill>
                    <a:srgbClr val="031993"/>
                  </a:solidFill>
                </a:endParaRPr>
              </a:p>
            </p:txBody>
          </p:sp>
        </mc:Choice>
        <mc:Fallback xmlns="">
          <p:sp>
            <p:nvSpPr>
              <p:cNvPr id="5" name="文本框 4">
                <a:extLst>
                  <a:ext uri="{FF2B5EF4-FFF2-40B4-BE49-F238E27FC236}">
                    <a16:creationId xmlns:a16="http://schemas.microsoft.com/office/drawing/2014/main" id="{BEA845C1-B994-F7D4-57B9-370B32B09584}"/>
                  </a:ext>
                </a:extLst>
              </p:cNvPr>
              <p:cNvSpPr txBox="1">
                <a:spLocks noRot="1" noChangeAspect="1" noMove="1" noResize="1" noEditPoints="1" noAdjustHandles="1" noChangeArrowheads="1" noChangeShapeType="1" noTextEdit="1"/>
              </p:cNvSpPr>
              <p:nvPr/>
            </p:nvSpPr>
            <p:spPr>
              <a:xfrm>
                <a:off x="201491" y="3496614"/>
                <a:ext cx="8882688" cy="2840906"/>
              </a:xfrm>
              <a:prstGeom prst="rect">
                <a:avLst/>
              </a:prstGeom>
              <a:blipFill>
                <a:blip r:embed="rId3"/>
                <a:stretch>
                  <a:fillRect l="-713" b="-2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76221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5256CF8-1ED1-4178-9093-43B01B45238A}"/>
                  </a:ext>
                </a:extLst>
              </p:cNvPr>
              <p:cNvSpPr txBox="1"/>
              <p:nvPr/>
            </p:nvSpPr>
            <p:spPr>
              <a:xfrm>
                <a:off x="4057791" y="2316408"/>
                <a:ext cx="367929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𝑨𝑩</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oMath>
                  </m:oMathPara>
                </a14:m>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C5256CF8-1ED1-4178-9093-43B01B45238A}"/>
                  </a:ext>
                </a:extLst>
              </p:cNvPr>
              <p:cNvSpPr txBox="1">
                <a:spLocks noRot="1" noChangeAspect="1" noMove="1" noResize="1" noEditPoints="1" noAdjustHandles="1" noChangeArrowheads="1" noChangeShapeType="1" noTextEdit="1"/>
              </p:cNvSpPr>
              <p:nvPr/>
            </p:nvSpPr>
            <p:spPr>
              <a:xfrm>
                <a:off x="4057791" y="2316408"/>
                <a:ext cx="3679293" cy="461665"/>
              </a:xfrm>
              <a:prstGeom prst="rect">
                <a:avLst/>
              </a:prstGeom>
              <a:blipFill>
                <a:blip r:embed="rId3"/>
                <a:stretch>
                  <a:fillRect b="-243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C21A081-8620-4757-8530-AC45EBBF50EA}"/>
                  </a:ext>
                </a:extLst>
              </p:cNvPr>
              <p:cNvSpPr txBox="1"/>
              <p:nvPr/>
            </p:nvSpPr>
            <p:spPr>
              <a:xfrm>
                <a:off x="1207300" y="2301020"/>
                <a:ext cx="2951449" cy="492443"/>
              </a:xfrm>
              <a:prstGeom prst="rect">
                <a:avLst/>
              </a:prstGeom>
              <a:noFill/>
            </p:spPr>
            <p:txBody>
              <a:bodyPr wrap="none" rtlCol="0">
                <a:spAutoFit/>
              </a:bodyPr>
              <a:lstStyle>
                <a:defPPr>
                  <a:defRPr lang="en-US"/>
                </a:defPPr>
                <a:lvl1pPr>
                  <a:defRPr sz="2600" b="1">
                    <a:solidFill>
                      <a:srgbClr val="FF0000"/>
                    </a:solidFill>
                    <a:latin typeface="仓耳今楷05-6763 W03" panose="02020400000000000000" pitchFamily="18" charset="-122"/>
                    <a:ea typeface="仓耳今楷05-6763 W03" panose="02020400000000000000" pitchFamily="18" charset="-122"/>
                  </a:defRPr>
                </a:lvl1pPr>
              </a:lstStyle>
              <a:p>
                <a:r>
                  <a:rPr lang="zh-CN" altLang="en-US" dirty="0">
                    <a:solidFill>
                      <a:srgbClr val="031993"/>
                    </a:solidFill>
                    <a:latin typeface="KaiTi" panose="02010609060101010101" pitchFamily="49" charset="-122"/>
                    <a:ea typeface="KaiTi" panose="02010609060101010101" pitchFamily="49" charset="-122"/>
                  </a:rPr>
                  <a:t>设</a:t>
                </a:r>
                <a14:m>
                  <m:oMath xmlns:m="http://schemas.openxmlformats.org/officeDocument/2006/math">
                    <m:r>
                      <a:rPr lang="en-US" altLang="zh-CN"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b="1" i="1" dirty="0" smtClean="0">
                        <a:solidFill>
                          <a:srgbClr val="031993"/>
                        </a:solidFill>
                        <a:latin typeface="Cambria Math" panose="02040503050406030204" pitchFamily="18" charset="0"/>
                        <a:ea typeface="KaiTi" panose="02010609060101010101" pitchFamily="49" charset="-122"/>
                      </a:rPr>
                      <m:t>(</m:t>
                    </m:r>
                    <m:r>
                      <a:rPr lang="en-US" altLang="zh-CN" b="1" i="1" dirty="0" smtClean="0">
                        <a:solidFill>
                          <a:srgbClr val="031993"/>
                        </a:solidFill>
                        <a:latin typeface="Cambria Math" panose="02040503050406030204" pitchFamily="18" charset="0"/>
                        <a:ea typeface="KaiTi" panose="02010609060101010101" pitchFamily="49" charset="-122"/>
                      </a:rPr>
                      <m:t>𝑨</m:t>
                    </m:r>
                    <m:r>
                      <a:rPr lang="en-US" altLang="zh-CN" b="1" i="1" dirty="0">
                        <a:solidFill>
                          <a:srgbClr val="031993"/>
                        </a:solidFill>
                        <a:latin typeface="Cambria Math" panose="02040503050406030204" pitchFamily="18" charset="0"/>
                        <a:ea typeface="KaiTi" panose="02010609060101010101" pitchFamily="49" charset="-122"/>
                      </a:rPr>
                      <m:t>)</m:t>
                    </m:r>
                    <m:r>
                      <a:rPr lang="zh-CN" altLang="en-US" b="1" i="1" dirty="0">
                        <a:solidFill>
                          <a:srgbClr val="031993"/>
                        </a:solidFill>
                        <a:latin typeface="Cambria Math" panose="02040503050406030204" pitchFamily="18" charset="0"/>
                        <a:ea typeface="KaiTi" panose="02010609060101010101" pitchFamily="49" charset="-122"/>
                      </a:rPr>
                      <m:t>＞</m:t>
                    </m:r>
                    <m:r>
                      <a:rPr lang="en-US" altLang="zh-CN" b="1" i="1" dirty="0">
                        <a:solidFill>
                          <a:srgbClr val="031993"/>
                        </a:solidFill>
                        <a:latin typeface="Cambria Math" panose="02040503050406030204" pitchFamily="18" charset="0"/>
                        <a:ea typeface="KaiTi" panose="02010609060101010101" pitchFamily="49" charset="-122"/>
                      </a:rPr>
                      <m:t>𝟎</m:t>
                    </m:r>
                  </m:oMath>
                </a14:m>
                <a:r>
                  <a:rPr lang="zh-CN" altLang="en-US" dirty="0">
                    <a:solidFill>
                      <a:srgbClr val="031993"/>
                    </a:solidFill>
                    <a:latin typeface="KaiTi" panose="02010609060101010101" pitchFamily="49" charset="-122"/>
                    <a:ea typeface="KaiTi" panose="02010609060101010101" pitchFamily="49" charset="-122"/>
                  </a:rPr>
                  <a:t>，则有</a:t>
                </a:r>
                <a:r>
                  <a:rPr lang="en-US" altLang="zh-CN" dirty="0">
                    <a:solidFill>
                      <a:srgbClr val="031993"/>
                    </a:solidFill>
                    <a:latin typeface="KaiTi" panose="02010609060101010101" pitchFamily="49" charset="-122"/>
                    <a:ea typeface="KaiTi" panose="02010609060101010101" pitchFamily="49" charset="-122"/>
                  </a:rPr>
                  <a:t>:</a:t>
                </a:r>
                <a:endParaRPr lang="zh-CN" altLang="en-US" dirty="0">
                  <a:solidFill>
                    <a:srgbClr val="031993"/>
                  </a:solidFill>
                  <a:latin typeface="KaiTi" panose="02010609060101010101" pitchFamily="49" charset="-122"/>
                  <a:ea typeface="KaiTi" panose="02010609060101010101" pitchFamily="49" charset="-122"/>
                </a:endParaRPr>
              </a:p>
            </p:txBody>
          </p:sp>
        </mc:Choice>
        <mc:Fallback xmlns="">
          <p:sp>
            <p:nvSpPr>
              <p:cNvPr id="12" name="文本框 11">
                <a:extLst>
                  <a:ext uri="{FF2B5EF4-FFF2-40B4-BE49-F238E27FC236}">
                    <a16:creationId xmlns:a16="http://schemas.microsoft.com/office/drawing/2014/main" id="{6C21A081-8620-4757-8530-AC45EBBF50EA}"/>
                  </a:ext>
                </a:extLst>
              </p:cNvPr>
              <p:cNvSpPr txBox="1">
                <a:spLocks noRot="1" noChangeAspect="1" noMove="1" noResize="1" noEditPoints="1" noAdjustHandles="1" noChangeArrowheads="1" noChangeShapeType="1" noTextEdit="1"/>
              </p:cNvSpPr>
              <p:nvPr/>
            </p:nvSpPr>
            <p:spPr>
              <a:xfrm>
                <a:off x="1207300" y="2301020"/>
                <a:ext cx="2951449" cy="492443"/>
              </a:xfrm>
              <a:prstGeom prst="rect">
                <a:avLst/>
              </a:prstGeom>
              <a:blipFill>
                <a:blip r:embed="rId4"/>
                <a:stretch>
                  <a:fillRect l="-3863" t="-12500" r="-2575" b="-27500"/>
                </a:stretch>
              </a:blipFill>
            </p:spPr>
            <p:txBody>
              <a:bodyPr/>
              <a:lstStyle/>
              <a:p>
                <a:r>
                  <a:rPr lang="zh-CN" altLang="en-US">
                    <a:noFill/>
                  </a:rPr>
                  <a:t> </a:t>
                </a:r>
              </a:p>
            </p:txBody>
          </p:sp>
        </mc:Fallback>
      </mc:AlternateContent>
      <p:cxnSp>
        <p:nvCxnSpPr>
          <p:cNvPr id="3" name="直线连接符 48">
            <a:extLst>
              <a:ext uri="{FF2B5EF4-FFF2-40B4-BE49-F238E27FC236}">
                <a16:creationId xmlns:a16="http://schemas.microsoft.com/office/drawing/2014/main" id="{741477DD-B3A2-3D31-14DE-2046351B3D33}"/>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学论网--www.xuelun.me">
            <a:extLst>
              <a:ext uri="{FF2B5EF4-FFF2-40B4-BE49-F238E27FC236}">
                <a16:creationId xmlns:a16="http://schemas.microsoft.com/office/drawing/2014/main" id="{02EA2660-683E-17C0-0287-A1D46467F857}"/>
              </a:ext>
            </a:extLst>
          </p:cNvPr>
          <p:cNvSpPr/>
          <p:nvPr/>
        </p:nvSpPr>
        <p:spPr bwMode="auto">
          <a:xfrm>
            <a:off x="3553132" y="218363"/>
            <a:ext cx="2037737"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乘法定理</a:t>
            </a:r>
          </a:p>
        </p:txBody>
      </p:sp>
      <p:grpSp>
        <p:nvGrpSpPr>
          <p:cNvPr id="4" name="组合 3">
            <a:extLst>
              <a:ext uri="{FF2B5EF4-FFF2-40B4-BE49-F238E27FC236}">
                <a16:creationId xmlns:a16="http://schemas.microsoft.com/office/drawing/2014/main" id="{9140DDBA-E3DD-6EFA-D5CB-9F17485EDF34}"/>
              </a:ext>
            </a:extLst>
          </p:cNvPr>
          <p:cNvGrpSpPr/>
          <p:nvPr/>
        </p:nvGrpSpPr>
        <p:grpSpPr>
          <a:xfrm>
            <a:off x="1411782" y="3150967"/>
            <a:ext cx="5292018" cy="1313017"/>
            <a:chOff x="1180555" y="2184015"/>
            <a:chExt cx="5292018" cy="1313017"/>
          </a:xfrm>
        </p:grpSpPr>
        <p:grpSp>
          <p:nvGrpSpPr>
            <p:cNvPr id="2" name="组合 1">
              <a:extLst>
                <a:ext uri="{FF2B5EF4-FFF2-40B4-BE49-F238E27FC236}">
                  <a16:creationId xmlns:a16="http://schemas.microsoft.com/office/drawing/2014/main" id="{497DAE3B-EEDE-454A-AA40-94368C3CA9E4}"/>
                </a:ext>
              </a:extLst>
            </p:cNvPr>
            <p:cNvGrpSpPr/>
            <p:nvPr/>
          </p:nvGrpSpPr>
          <p:grpSpPr>
            <a:xfrm>
              <a:off x="1180555" y="2371990"/>
              <a:ext cx="5292018" cy="1125042"/>
              <a:chOff x="2012550" y="2580082"/>
              <a:chExt cx="5292018" cy="1125042"/>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52F3836-333F-3940-822F-EA9D72C6C35E}"/>
                      </a:ext>
                    </a:extLst>
                  </p:cNvPr>
                  <p:cNvSpPr txBox="1"/>
                  <p:nvPr/>
                </p:nvSpPr>
                <p:spPr>
                  <a:xfrm>
                    <a:off x="2089295" y="3187184"/>
                    <a:ext cx="441498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CN" sz="2400" b="1" i="1" dirty="0" smtClean="0">
                              <a:solidFill>
                                <a:srgbClr val="031993"/>
                              </a:solidFill>
                              <a:latin typeface="Cambria Math" panose="02040503050406030204" pitchFamily="18" charset="0"/>
                              <a:cs typeface="Times New Roman" panose="02020603050405020304" pitchFamily="18" charset="0"/>
                            </a:rPr>
                            <m:t>𝑷</m:t>
                          </m:r>
                          <m:r>
                            <a:rPr lang="en-US" altLang="zh-CN" sz="2400" b="1" i="1" dirty="0" smtClean="0">
                              <a:solidFill>
                                <a:srgbClr val="031993"/>
                              </a:solidFill>
                              <a:latin typeface="Cambria Math" panose="02040503050406030204" pitchFamily="18" charset="0"/>
                              <a:cs typeface="Times New Roman" panose="02020603050405020304" pitchFamily="18" charset="0"/>
                            </a:rPr>
                            <m:t>(</m:t>
                          </m:r>
                          <m:r>
                            <a:rPr lang="en-US" altLang="zh-CN" sz="2400" b="1" i="1" dirty="0" smtClean="0">
                              <a:solidFill>
                                <a:srgbClr val="031993"/>
                              </a:solidFill>
                              <a:latin typeface="Cambria Math" panose="02040503050406030204" pitchFamily="18" charset="0"/>
                              <a:cs typeface="Times New Roman" panose="02020603050405020304" pitchFamily="18" charset="0"/>
                            </a:rPr>
                            <m:t>𝑨</m:t>
                          </m:r>
                          <m:r>
                            <a:rPr lang="zh-CN" altLang="en-US" sz="2400" b="1" i="1" dirty="0">
                              <a:solidFill>
                                <a:srgbClr val="031993"/>
                              </a:solidFill>
                              <a:latin typeface="Cambria Math" panose="02040503050406030204" pitchFamily="18" charset="0"/>
                              <a:cs typeface="Times New Roman" panose="02020603050405020304" pitchFamily="18" charset="0"/>
                            </a:rPr>
                            <m:t>−</m:t>
                          </m:r>
                          <m:r>
                            <a:rPr lang="en-US" altLang="zh-CN" sz="2400" b="1" i="1" dirty="0">
                              <a:solidFill>
                                <a:srgbClr val="031993"/>
                              </a:solidFill>
                              <a:latin typeface="Cambria Math" panose="02040503050406030204" pitchFamily="18" charset="0"/>
                              <a:cs typeface="Times New Roman" panose="02020603050405020304" pitchFamily="18" charset="0"/>
                            </a:rPr>
                            <m:t>𝑩</m:t>
                          </m:r>
                          <m:r>
                            <a:rPr lang="en-US" altLang="zh-CN" sz="2400" b="1" i="1" dirty="0">
                              <a:solidFill>
                                <a:srgbClr val="031993"/>
                              </a:solidFill>
                              <a:latin typeface="Cambria Math" panose="02040503050406030204" pitchFamily="18" charset="0"/>
                              <a:cs typeface="Times New Roman" panose="02020603050405020304" pitchFamily="18" charset="0"/>
                            </a:rPr>
                            <m:t>)=</m:t>
                          </m:r>
                          <m:r>
                            <a:rPr lang="en-US" altLang="zh-CN" sz="2400" b="1" i="1" dirty="0">
                              <a:solidFill>
                                <a:srgbClr val="031993"/>
                              </a:solidFill>
                              <a:latin typeface="Cambria Math" panose="02040503050406030204" pitchFamily="18" charset="0"/>
                              <a:cs typeface="Times New Roman" panose="02020603050405020304" pitchFamily="18" charset="0"/>
                            </a:rPr>
                            <m:t>𝑷</m:t>
                          </m:r>
                          <m:r>
                            <a:rPr lang="en-US" altLang="zh-CN" sz="2400" b="1" i="1" dirty="0">
                              <a:solidFill>
                                <a:srgbClr val="031993"/>
                              </a:solidFill>
                              <a:latin typeface="Cambria Math" panose="02040503050406030204" pitchFamily="18" charset="0"/>
                              <a:cs typeface="Times New Roman" panose="02020603050405020304" pitchFamily="18" charset="0"/>
                            </a:rPr>
                            <m:t> (</m:t>
                          </m:r>
                          <m:r>
                            <a:rPr lang="en-US" altLang="zh-CN" sz="2400" b="1" i="1" dirty="0">
                              <a:solidFill>
                                <a:srgbClr val="031993"/>
                              </a:solidFill>
                              <a:latin typeface="Cambria Math" panose="02040503050406030204" pitchFamily="18" charset="0"/>
                              <a:cs typeface="Times New Roman" panose="02020603050405020304" pitchFamily="18" charset="0"/>
                            </a:rPr>
                            <m:t>𝑨</m:t>
                          </m:r>
                          <m:r>
                            <a:rPr lang="en-US" altLang="zh-CN" sz="2400" b="1" i="1" dirty="0">
                              <a:solidFill>
                                <a:srgbClr val="031993"/>
                              </a:solidFill>
                              <a:latin typeface="Cambria Math" panose="02040503050406030204" pitchFamily="18" charset="0"/>
                              <a:cs typeface="Times New Roman" panose="02020603050405020304" pitchFamily="18" charset="0"/>
                            </a:rPr>
                            <m:t>) − </m:t>
                          </m:r>
                          <m:r>
                            <a:rPr lang="en-US" altLang="zh-CN" sz="2400" b="1" i="1" dirty="0">
                              <a:solidFill>
                                <a:srgbClr val="031993"/>
                              </a:solidFill>
                              <a:latin typeface="Cambria Math" panose="02040503050406030204" pitchFamily="18" charset="0"/>
                              <a:cs typeface="Times New Roman" panose="02020603050405020304" pitchFamily="18" charset="0"/>
                            </a:rPr>
                            <m:t>𝑷</m:t>
                          </m:r>
                          <m:r>
                            <a:rPr lang="en-US" altLang="zh-CN" sz="2400" b="1" i="1" dirty="0">
                              <a:solidFill>
                                <a:srgbClr val="031993"/>
                              </a:solidFill>
                              <a:latin typeface="Cambria Math" panose="02040503050406030204" pitchFamily="18" charset="0"/>
                              <a:cs typeface="Times New Roman" panose="02020603050405020304" pitchFamily="18" charset="0"/>
                            </a:rPr>
                            <m:t>(</m:t>
                          </m:r>
                          <m:r>
                            <a:rPr lang="en-US" altLang="zh-CN" sz="2400" b="1" i="1" dirty="0">
                              <a:solidFill>
                                <a:srgbClr val="031993"/>
                              </a:solidFill>
                              <a:latin typeface="Cambria Math" panose="02040503050406030204" pitchFamily="18" charset="0"/>
                              <a:cs typeface="Times New Roman" panose="02020603050405020304" pitchFamily="18" charset="0"/>
                            </a:rPr>
                            <m:t>𝑨𝑩</m:t>
                          </m:r>
                          <m:r>
                            <a:rPr lang="en-US" altLang="zh-CN" sz="2400" b="1" i="1" dirty="0">
                              <a:solidFill>
                                <a:srgbClr val="031993"/>
                              </a:solidFill>
                              <a:latin typeface="Cambria Math" panose="02040503050406030204" pitchFamily="18" charset="0"/>
                              <a:cs typeface="Times New Roman" panose="02020603050405020304" pitchFamily="18" charset="0"/>
                            </a:rPr>
                            <m:t>)</m:t>
                          </m:r>
                        </m:oMath>
                      </m:oMathPara>
                    </a14:m>
                    <a:endParaRPr lang="zh-CN" altLang="en-US" sz="2400" b="1" dirty="0">
                      <a:solidFill>
                        <a:srgbClr val="031993"/>
                      </a:solidFill>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A52F3836-333F-3940-822F-EA9D72C6C35E}"/>
                      </a:ext>
                    </a:extLst>
                  </p:cNvPr>
                  <p:cNvSpPr txBox="1">
                    <a:spLocks noRot="1" noChangeAspect="1" noMove="1" noResize="1" noEditPoints="1" noAdjustHandles="1" noChangeArrowheads="1" noChangeShapeType="1" noTextEdit="1"/>
                  </p:cNvSpPr>
                  <p:nvPr/>
                </p:nvSpPr>
                <p:spPr>
                  <a:xfrm>
                    <a:off x="2089295" y="3187184"/>
                    <a:ext cx="4414985" cy="461665"/>
                  </a:xfrm>
                  <a:prstGeom prst="rect">
                    <a:avLst/>
                  </a:prstGeom>
                  <a:blipFill>
                    <a:blip r:embed="rId5"/>
                    <a:stretch>
                      <a:fillRect l="-287" b="-18421"/>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68367E82-DBCC-4C7F-8C94-1E06EE5B3001}"/>
                  </a:ext>
                </a:extLst>
              </p:cNvPr>
              <p:cNvSpPr/>
              <p:nvPr/>
            </p:nvSpPr>
            <p:spPr>
              <a:xfrm>
                <a:off x="2012550" y="2580082"/>
                <a:ext cx="5292018" cy="1125042"/>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31993"/>
                  </a:solidFill>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554A671-BA4F-A8A1-FA5E-EB9BD68EB7D3}"/>
                    </a:ext>
                  </a:extLst>
                </p:cNvPr>
                <p:cNvSpPr txBox="1"/>
                <p:nvPr/>
              </p:nvSpPr>
              <p:spPr>
                <a:xfrm>
                  <a:off x="1257300" y="2184015"/>
                  <a:ext cx="4745934" cy="718466"/>
                </a:xfrm>
                <a:prstGeom prst="rect">
                  <a:avLst/>
                </a:prstGeom>
                <a:noFill/>
              </p:spPr>
              <p:txBody>
                <a:bodyPr wrap="square">
                  <a:spAutoFit/>
                </a:bodyPr>
                <a:lstStyle/>
                <a:p>
                  <a:pPr>
                    <a:lnSpc>
                      <a:spcPct val="200000"/>
                    </a:lnSpc>
                  </a:pPr>
                  <a14:m>
                    <m:oMath xmlns:m="http://schemas.openxmlformats.org/officeDocument/2006/math">
                      <m:r>
                        <a:rPr kumimoji="1" lang="en-US" altLang="zh-CN" sz="2400" b="1" i="1" dirty="0" smtClean="0">
                          <a:solidFill>
                            <a:srgbClr val="031993"/>
                          </a:solidFill>
                          <a:latin typeface="Cambria Math" panose="02040503050406030204" pitchFamily="18" charset="0"/>
                        </a:rPr>
                        <m:t>𝑷</m:t>
                      </m:r>
                      <m:r>
                        <a:rPr kumimoji="1" lang="en-US" altLang="zh-CN" sz="2400" b="1" i="0" dirty="0" smtClean="0">
                          <a:solidFill>
                            <a:srgbClr val="031993"/>
                          </a:solidFill>
                          <a:latin typeface="Cambria Math" panose="02040503050406030204" pitchFamily="18" charset="0"/>
                        </a:rPr>
                        <m:t>(</m:t>
                      </m:r>
                      <m:r>
                        <a:rPr kumimoji="1" lang="en-US" altLang="zh-CN" sz="2400" b="1" i="1" dirty="0">
                          <a:solidFill>
                            <a:srgbClr val="031993"/>
                          </a:solidFill>
                          <a:latin typeface="Cambria Math" panose="02040503050406030204" pitchFamily="18" charset="0"/>
                        </a:rPr>
                        <m:t>𝑨</m:t>
                      </m:r>
                      <m:r>
                        <a:rPr kumimoji="1" lang="en-US" altLang="zh-CN" sz="2400" b="1" i="1" dirty="0">
                          <a:solidFill>
                            <a:srgbClr val="031993"/>
                          </a:solidFill>
                          <a:latin typeface="Cambria Math" panose="02040503050406030204" pitchFamily="18" charset="0"/>
                          <a:ea typeface="Cambria Math" panose="02040503050406030204" pitchFamily="18" charset="0"/>
                        </a:rPr>
                        <m:t>∪</m:t>
                      </m:r>
                      <m:r>
                        <a:rPr kumimoji="1" lang="en-US" altLang="zh-CN" sz="2400" b="1" i="1" dirty="0">
                          <a:solidFill>
                            <a:srgbClr val="031993"/>
                          </a:solidFill>
                          <a:latin typeface="Cambria Math" panose="02040503050406030204" pitchFamily="18" charset="0"/>
                          <a:ea typeface="Cambria Math" panose="02040503050406030204" pitchFamily="18" charset="0"/>
                        </a:rPr>
                        <m:t>𝑩</m:t>
                      </m:r>
                      <m:r>
                        <a:rPr kumimoji="1" lang="en-US" altLang="zh-CN" sz="2400" b="1" i="0" dirty="0" smtClean="0">
                          <a:solidFill>
                            <a:srgbClr val="031993"/>
                          </a:solidFill>
                          <a:latin typeface="Cambria Math" panose="02040503050406030204" pitchFamily="18" charset="0"/>
                        </a:rPr>
                        <m:t>)=</m:t>
                      </m:r>
                      <m:r>
                        <a:rPr kumimoji="1" lang="en-US" altLang="zh-CN" sz="2400" b="1" i="1" dirty="0" smtClean="0">
                          <a:solidFill>
                            <a:srgbClr val="031993"/>
                          </a:solidFill>
                          <a:latin typeface="Cambria Math" panose="02040503050406030204" pitchFamily="18" charset="0"/>
                        </a:rPr>
                        <m:t>𝑷</m:t>
                      </m:r>
                      <m:r>
                        <a:rPr kumimoji="1" lang="en-US" altLang="zh-CN" sz="2400" b="1" i="0" dirty="0" smtClean="0">
                          <a:solidFill>
                            <a:srgbClr val="031993"/>
                          </a:solidFill>
                          <a:latin typeface="Cambria Math" panose="02040503050406030204" pitchFamily="18" charset="0"/>
                        </a:rPr>
                        <m:t>(</m:t>
                      </m:r>
                      <m:r>
                        <a:rPr kumimoji="1" lang="en-US" altLang="zh-CN" sz="2400" b="1" i="1" dirty="0" smtClean="0">
                          <a:solidFill>
                            <a:srgbClr val="031993"/>
                          </a:solidFill>
                          <a:latin typeface="Cambria Math" panose="02040503050406030204" pitchFamily="18" charset="0"/>
                        </a:rPr>
                        <m:t>𝑨</m:t>
                      </m:r>
                      <m:r>
                        <a:rPr kumimoji="1" lang="en-US" altLang="zh-CN" sz="2400" b="1" i="0" dirty="0" smtClean="0">
                          <a:solidFill>
                            <a:srgbClr val="031993"/>
                          </a:solidFill>
                          <a:latin typeface="Cambria Math" panose="02040503050406030204" pitchFamily="18" charset="0"/>
                        </a:rPr>
                        <m:t>)</m:t>
                      </m:r>
                    </m:oMath>
                  </a14:m>
                  <a:r>
                    <a:rPr kumimoji="1" lang="en-US" altLang="zh-CN" sz="2400" b="1" dirty="0">
                      <a:solidFill>
                        <a:srgbClr val="031993"/>
                      </a:solidFill>
                    </a:rPr>
                    <a:t> +</a:t>
                  </a:r>
                  <a14:m>
                    <m:oMath xmlns:m="http://schemas.openxmlformats.org/officeDocument/2006/math">
                      <m:r>
                        <a:rPr kumimoji="1" lang="en-US" altLang="zh-CN" sz="2400" b="1" i="0" dirty="0" smtClean="0">
                          <a:solidFill>
                            <a:srgbClr val="031993"/>
                          </a:solidFill>
                          <a:latin typeface="Cambria Math" panose="02040503050406030204" pitchFamily="18" charset="0"/>
                        </a:rPr>
                        <m:t> </m:t>
                      </m:r>
                      <m:r>
                        <a:rPr kumimoji="1" lang="en-US" altLang="zh-CN" sz="2400" b="1" i="1" dirty="0">
                          <a:solidFill>
                            <a:srgbClr val="031993"/>
                          </a:solidFill>
                          <a:latin typeface="Cambria Math" panose="02040503050406030204" pitchFamily="18" charset="0"/>
                        </a:rPr>
                        <m:t>𝑷</m:t>
                      </m:r>
                      <m:r>
                        <a:rPr kumimoji="1" lang="en-US" altLang="zh-CN" sz="2400" b="1" i="0" dirty="0" smtClean="0">
                          <a:solidFill>
                            <a:srgbClr val="031993"/>
                          </a:solidFill>
                          <a:latin typeface="Cambria Math" panose="02040503050406030204" pitchFamily="18" charset="0"/>
                        </a:rPr>
                        <m:t>(</m:t>
                      </m:r>
                      <m:r>
                        <a:rPr kumimoji="1" lang="en-US" altLang="zh-CN" sz="2400" b="1" i="1" dirty="0" smtClean="0">
                          <a:solidFill>
                            <a:srgbClr val="031993"/>
                          </a:solidFill>
                          <a:latin typeface="Cambria Math" panose="02040503050406030204" pitchFamily="18" charset="0"/>
                        </a:rPr>
                        <m:t>𝑩</m:t>
                      </m:r>
                      <m:r>
                        <a:rPr kumimoji="1" lang="en-US" altLang="zh-CN" sz="2400" b="1" i="0" dirty="0" smtClean="0">
                          <a:solidFill>
                            <a:srgbClr val="031993"/>
                          </a:solidFill>
                          <a:latin typeface="Cambria Math" panose="02040503050406030204" pitchFamily="18" charset="0"/>
                        </a:rPr>
                        <m:t>)−</m:t>
                      </m:r>
                      <m:r>
                        <a:rPr kumimoji="1" lang="en-US" altLang="zh-CN" sz="2400" b="1" i="1" dirty="0">
                          <a:solidFill>
                            <a:srgbClr val="031993"/>
                          </a:solidFill>
                          <a:latin typeface="Cambria Math" panose="02040503050406030204" pitchFamily="18" charset="0"/>
                        </a:rPr>
                        <m:t>𝑷</m:t>
                      </m:r>
                      <m:r>
                        <a:rPr kumimoji="1" lang="en-US" altLang="zh-CN" sz="2400" b="1" i="1" dirty="0" smtClean="0">
                          <a:solidFill>
                            <a:srgbClr val="031993"/>
                          </a:solidFill>
                          <a:latin typeface="Cambria Math" panose="02040503050406030204" pitchFamily="18" charset="0"/>
                        </a:rPr>
                        <m:t>(</m:t>
                      </m:r>
                      <m:r>
                        <a:rPr kumimoji="1" lang="en-US" altLang="zh-CN" sz="2400" b="1" i="1" dirty="0" smtClean="0">
                          <a:solidFill>
                            <a:srgbClr val="031993"/>
                          </a:solidFill>
                          <a:latin typeface="Cambria Math" panose="02040503050406030204" pitchFamily="18" charset="0"/>
                        </a:rPr>
                        <m:t>𝑨𝑩</m:t>
                      </m:r>
                      <m:r>
                        <a:rPr kumimoji="1" lang="en-US" altLang="zh-CN" sz="2400" b="1" i="1" dirty="0" smtClean="0">
                          <a:solidFill>
                            <a:srgbClr val="031993"/>
                          </a:solidFill>
                          <a:latin typeface="Cambria Math" panose="02040503050406030204" pitchFamily="18" charset="0"/>
                        </a:rPr>
                        <m:t>)</m:t>
                      </m:r>
                    </m:oMath>
                  </a14:m>
                  <a:endParaRPr kumimoji="1" lang="en-US" altLang="zh-CN" sz="2400" b="1" dirty="0">
                    <a:solidFill>
                      <a:srgbClr val="031993"/>
                    </a:solidFill>
                  </a:endParaRPr>
                </a:p>
              </p:txBody>
            </p:sp>
          </mc:Choice>
          <mc:Fallback xmlns="">
            <p:sp>
              <p:nvSpPr>
                <p:cNvPr id="8" name="文本框 7">
                  <a:extLst>
                    <a:ext uri="{FF2B5EF4-FFF2-40B4-BE49-F238E27FC236}">
                      <a16:creationId xmlns:a16="http://schemas.microsoft.com/office/drawing/2014/main" id="{C554A671-BA4F-A8A1-FA5E-EB9BD68EB7D3}"/>
                    </a:ext>
                  </a:extLst>
                </p:cNvPr>
                <p:cNvSpPr txBox="1">
                  <a:spLocks noRot="1" noChangeAspect="1" noMove="1" noResize="1" noEditPoints="1" noAdjustHandles="1" noChangeArrowheads="1" noChangeShapeType="1" noTextEdit="1"/>
                </p:cNvSpPr>
                <p:nvPr/>
              </p:nvSpPr>
              <p:spPr>
                <a:xfrm>
                  <a:off x="1257300" y="2184015"/>
                  <a:ext cx="4745934" cy="718466"/>
                </a:xfrm>
                <a:prstGeom prst="rect">
                  <a:avLst/>
                </a:prstGeom>
                <a:blipFill>
                  <a:blip r:embed="rId6"/>
                  <a:stretch>
                    <a:fillRect l="-267" r="-267" b="-19298"/>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2831965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098FDBB9-4607-4890-9F39-3EDE18522E08}"/>
              </a:ext>
            </a:extLst>
          </p:cNvPr>
          <p:cNvSpPr txBox="1"/>
          <p:nvPr/>
        </p:nvSpPr>
        <p:spPr>
          <a:xfrm>
            <a:off x="2303536" y="1343851"/>
            <a:ext cx="4536929" cy="492443"/>
          </a:xfrm>
          <a:prstGeom prst="rect">
            <a:avLst/>
          </a:prstGeom>
          <a:noFill/>
        </p:spPr>
        <p:txBody>
          <a:bodyPr wrap="square">
            <a:spAutoFit/>
          </a:bodyPr>
          <a:lstStyle>
            <a:defPPr>
              <a:defRPr lang="en-US"/>
            </a:defPPr>
            <a:lvl1pPr>
              <a:defRPr sz="2600">
                <a:solidFill>
                  <a:srgbClr val="FF0000"/>
                </a:solidFill>
                <a:latin typeface="+mj-ea"/>
                <a:ea typeface="+mj-ea"/>
              </a:defRPr>
            </a:lvl1pPr>
          </a:lstStyle>
          <a:p>
            <a:pPr algn="ctr"/>
            <a:r>
              <a:rPr lang="en-US" altLang="zh-CN" b="1" dirty="0">
                <a:solidFill>
                  <a:srgbClr val="C00000"/>
                </a:solidFill>
                <a:latin typeface="KaiTi" panose="02010609060101010101" pitchFamily="49" charset="-122"/>
                <a:ea typeface="KaiTi" panose="02010609060101010101" pitchFamily="49" charset="-122"/>
              </a:rPr>
              <a:t>-</a:t>
            </a:r>
            <a:r>
              <a:rPr lang="zh-CN" altLang="en-US" b="1" dirty="0">
                <a:solidFill>
                  <a:srgbClr val="C00000"/>
                </a:solidFill>
                <a:latin typeface="KaiTi" panose="02010609060101010101" pitchFamily="49" charset="-122"/>
                <a:ea typeface="KaiTi" panose="02010609060101010101" pitchFamily="49" charset="-122"/>
              </a:rPr>
              <a:t> </a:t>
            </a:r>
            <a:r>
              <a:rPr lang="en-US" altLang="zh-CN" b="1" dirty="0">
                <a:solidFill>
                  <a:srgbClr val="C00000"/>
                </a:solidFill>
                <a:latin typeface="KaiTi" panose="02010609060101010101" pitchFamily="49" charset="-122"/>
                <a:ea typeface="KaiTi" panose="02010609060101010101" pitchFamily="49" charset="-122"/>
              </a:rPr>
              <a:t>-</a:t>
            </a:r>
            <a:r>
              <a:rPr lang="zh-CN" altLang="en-US" b="1" dirty="0">
                <a:solidFill>
                  <a:srgbClr val="C00000"/>
                </a:solidFill>
                <a:latin typeface="KaiTi" panose="02010609060101010101" pitchFamily="49" charset="-122"/>
                <a:ea typeface="KaiTi" panose="02010609060101010101" pitchFamily="49" charset="-122"/>
              </a:rPr>
              <a:t> </a:t>
            </a:r>
            <a:r>
              <a:rPr lang="en-US" altLang="zh-CN" b="1" dirty="0">
                <a:solidFill>
                  <a:srgbClr val="C00000"/>
                </a:solidFill>
                <a:latin typeface="KaiTi" panose="02010609060101010101" pitchFamily="49" charset="-122"/>
                <a:ea typeface="KaiTi" panose="02010609060101010101" pitchFamily="49" charset="-122"/>
              </a:rPr>
              <a:t>-</a:t>
            </a:r>
            <a:r>
              <a:rPr lang="zh-CN" altLang="en-US" b="1" dirty="0">
                <a:solidFill>
                  <a:srgbClr val="C00000"/>
                </a:solidFill>
                <a:latin typeface="KaiTi" panose="02010609060101010101" pitchFamily="49" charset="-122"/>
                <a:ea typeface="KaiTi" panose="02010609060101010101" pitchFamily="49" charset="-122"/>
              </a:rPr>
              <a:t> 多个事件的推广 </a:t>
            </a:r>
            <a:r>
              <a:rPr lang="en-US" altLang="zh-CN" b="1" dirty="0">
                <a:solidFill>
                  <a:srgbClr val="C00000"/>
                </a:solidFill>
                <a:latin typeface="KaiTi" panose="02010609060101010101" pitchFamily="49" charset="-122"/>
                <a:ea typeface="KaiTi" panose="02010609060101010101" pitchFamily="49" charset="-122"/>
              </a:rPr>
              <a:t>-</a:t>
            </a:r>
            <a:r>
              <a:rPr lang="zh-CN" altLang="en-US" b="1" dirty="0">
                <a:solidFill>
                  <a:srgbClr val="C00000"/>
                </a:solidFill>
                <a:latin typeface="KaiTi" panose="02010609060101010101" pitchFamily="49" charset="-122"/>
                <a:ea typeface="KaiTi" panose="02010609060101010101" pitchFamily="49" charset="-122"/>
              </a:rPr>
              <a:t> </a:t>
            </a:r>
            <a:r>
              <a:rPr lang="en-US" altLang="zh-CN" b="1" dirty="0">
                <a:solidFill>
                  <a:srgbClr val="C00000"/>
                </a:solidFill>
                <a:latin typeface="KaiTi" panose="02010609060101010101" pitchFamily="49" charset="-122"/>
                <a:ea typeface="KaiTi" panose="02010609060101010101" pitchFamily="49" charset="-122"/>
              </a:rPr>
              <a:t>-</a:t>
            </a:r>
            <a:r>
              <a:rPr lang="zh-CN" altLang="en-US" b="1" dirty="0">
                <a:solidFill>
                  <a:srgbClr val="C00000"/>
                </a:solidFill>
                <a:latin typeface="KaiTi" panose="02010609060101010101" pitchFamily="49" charset="-122"/>
                <a:ea typeface="KaiTi" panose="02010609060101010101" pitchFamily="49" charset="-122"/>
              </a:rPr>
              <a:t> </a:t>
            </a:r>
            <a:r>
              <a:rPr lang="en-US" altLang="zh-CN" b="1" dirty="0">
                <a:solidFill>
                  <a:srgbClr val="C00000"/>
                </a:solidFill>
                <a:latin typeface="KaiTi" panose="02010609060101010101" pitchFamily="49" charset="-122"/>
                <a:ea typeface="KaiTi" panose="02010609060101010101" pitchFamily="49" charset="-122"/>
              </a:rPr>
              <a:t>-</a:t>
            </a:r>
            <a:r>
              <a:rPr lang="zh-CN" altLang="en-US" b="1" dirty="0">
                <a:solidFill>
                  <a:srgbClr val="C00000"/>
                </a:solidFill>
                <a:latin typeface="KaiTi" panose="02010609060101010101" pitchFamily="49" charset="-122"/>
                <a:ea typeface="KaiTi" panose="02010609060101010101" pitchFamily="49" charset="-122"/>
              </a:rPr>
              <a:t> </a:t>
            </a:r>
          </a:p>
        </p:txBody>
      </p:sp>
      <p:cxnSp>
        <p:nvCxnSpPr>
          <p:cNvPr id="3" name="直线连接符 48">
            <a:extLst>
              <a:ext uri="{FF2B5EF4-FFF2-40B4-BE49-F238E27FC236}">
                <a16:creationId xmlns:a16="http://schemas.microsoft.com/office/drawing/2014/main" id="{741477DD-B3A2-3D31-14DE-2046351B3D33}"/>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学论网--www.xuelun.me">
            <a:extLst>
              <a:ext uri="{FF2B5EF4-FFF2-40B4-BE49-F238E27FC236}">
                <a16:creationId xmlns:a16="http://schemas.microsoft.com/office/drawing/2014/main" id="{02EA2660-683E-17C0-0287-A1D46467F857}"/>
              </a:ext>
            </a:extLst>
          </p:cNvPr>
          <p:cNvSpPr/>
          <p:nvPr/>
        </p:nvSpPr>
        <p:spPr bwMode="auto">
          <a:xfrm>
            <a:off x="3553132" y="218363"/>
            <a:ext cx="2037737"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乘法定理</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18B56AA-D2C7-56C4-B167-9047E358A19F}"/>
                  </a:ext>
                </a:extLst>
              </p:cNvPr>
              <p:cNvSpPr txBox="1"/>
              <p:nvPr/>
            </p:nvSpPr>
            <p:spPr>
              <a:xfrm>
                <a:off x="422727" y="2519427"/>
                <a:ext cx="6260809" cy="1200329"/>
              </a:xfrm>
              <a:prstGeom prst="rect">
                <a:avLst/>
              </a:prstGeom>
              <a:noFill/>
            </p:spPr>
            <p:txBody>
              <a:bodyPr wrap="square">
                <a:spAutoFit/>
              </a:bodyPr>
              <a:lstStyle/>
              <a:p>
                <a:pPr>
                  <a:lnSpc>
                    <a:spcPct val="150000"/>
                  </a:lnSpc>
                </a:pP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𝑪</m:t>
                    </m:r>
                  </m:oMath>
                </a14:m>
                <a:r>
                  <a:rPr lang="zh-CN" altLang="en-US" sz="2400" b="1" dirty="0">
                    <a:solidFill>
                      <a:srgbClr val="031993"/>
                    </a:solidFill>
                    <a:ea typeface="KaiTi" panose="02010609060101010101" pitchFamily="49" charset="-122"/>
                    <a:cs typeface="Times New Roman" panose="02020603050405020304" pitchFamily="18" charset="0"/>
                  </a:rPr>
                  <a:t>为任意三个事件，且满足</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d>
                      <m:dPr>
                        <m:ctrlP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dPr>
                      <m:e>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𝑨𝑩</m:t>
                        </m:r>
                      </m:e>
                    </m:d>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&gt;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𝟎</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oMath>
                </a14:m>
                <a:endPar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endParaRPr>
              </a:p>
              <a:p>
                <a:pPr>
                  <a:lnSpc>
                    <a:spcPct val="150000"/>
                  </a:lnSpc>
                </a:pPr>
                <a14:m>
                  <m:oMathPara xmlns:m="http://schemas.openxmlformats.org/officeDocument/2006/math">
                    <m:oMathParaPr>
                      <m:jc m:val="left"/>
                    </m:oMathParaPr>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𝑨𝑩𝑪</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d>
                        <m:dPr>
                          <m:ctrlP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dPr>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e>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d>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d>
                        <m:dPr>
                          <m:ctrlP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dPr>
                        <m:e>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𝑪</m:t>
                          </m:r>
                        </m:e>
                        <m:e>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𝑨𝑩</m:t>
                          </m:r>
                        </m:e>
                      </m:d>
                    </m:oMath>
                  </m:oMathPara>
                </a14:m>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E18B56AA-D2C7-56C4-B167-9047E358A19F}"/>
                  </a:ext>
                </a:extLst>
              </p:cNvPr>
              <p:cNvSpPr txBox="1">
                <a:spLocks noRot="1" noChangeAspect="1" noMove="1" noResize="1" noEditPoints="1" noAdjustHandles="1" noChangeArrowheads="1" noChangeShapeType="1" noTextEdit="1"/>
              </p:cNvSpPr>
              <p:nvPr/>
            </p:nvSpPr>
            <p:spPr>
              <a:xfrm>
                <a:off x="422727" y="2519427"/>
                <a:ext cx="6260809" cy="1200329"/>
              </a:xfrm>
              <a:prstGeom prst="rect">
                <a:avLst/>
              </a:prstGeom>
              <a:blipFill>
                <a:blip r:embed="rId3"/>
                <a:stretch>
                  <a:fillRect l="-202" b="-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72A51E0-B991-8738-B5AD-D9EAAC3686B7}"/>
                  </a:ext>
                </a:extLst>
              </p:cNvPr>
              <p:cNvSpPr txBox="1"/>
              <p:nvPr/>
            </p:nvSpPr>
            <p:spPr>
              <a:xfrm>
                <a:off x="477078" y="4593580"/>
                <a:ext cx="8511058" cy="1200329"/>
              </a:xfrm>
              <a:prstGeom prst="rect">
                <a:avLst/>
              </a:prstGeom>
              <a:noFill/>
            </p:spPr>
            <p:txBody>
              <a:bodyPr wrap="square">
                <a:spAutoFit/>
              </a:bodyPr>
              <a:lstStyle/>
              <a:p>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r>
                      <a:rPr lang="zh-CN" altLang="en-US"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𝟐</m:t>
                    </m:r>
                    <m:r>
                      <a:rPr lang="zh-CN" altLang="en-US"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zh-CN" altLang="en-US"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𝒏</m:t>
                    </m:r>
                  </m:oMath>
                </a14:m>
                <a:r>
                  <a:rPr lang="zh-CN" altLang="en-US" sz="2400" b="1" dirty="0">
                    <a:solidFill>
                      <a:srgbClr val="031993"/>
                    </a:solidFill>
                    <a:ea typeface="KaiTi" panose="02010609060101010101" pitchFamily="49" charset="-122"/>
                    <a:cs typeface="Times New Roman" panose="02020603050405020304" pitchFamily="18" charset="0"/>
                  </a:rPr>
                  <a:t>为一个事件组，且满足</a:t>
                </a:r>
                <a14:m>
                  <m:oMath xmlns:m="http://schemas.openxmlformats.org/officeDocument/2006/math">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d>
                      <m:dPr>
                        <m:ctrlP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dPr>
                      <m:e>
                        <m:sSub>
                          <m:sSubPr>
                            <m:ctrlP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sub>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sub>
                        </m:sSub>
                        <m:sSub>
                          <m:sSubPr>
                            <m:ctrlP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sub>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𝟐</m:t>
                            </m:r>
                          </m:sub>
                        </m:sSub>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sub>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𝒏</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sub>
                        </m:sSub>
                      </m:e>
                    </m:d>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&gt;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𝟎</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oMath>
                </a14:m>
                <a:endPar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endParaRPr>
              </a:p>
              <a:p>
                <a:endPar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d>
                        <m:dPr>
                          <m:ctrlP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dPr>
                        <m:e>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𝟐</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𝒏</m:t>
                          </m:r>
                        </m:e>
                      </m:d>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d>
                        <m:dPr>
                          <m:ctrlP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dPr>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𝟐</m:t>
                          </m:r>
                        </m:e>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e>
                      </m:d>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sub>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𝒏</m:t>
                          </m:r>
                        </m:sub>
                      </m:sSub>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sub>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sub>
                      </m:sSub>
                      <m:sSub>
                        <m:sSubPr>
                          <m:ctrlP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sub>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𝟐</m:t>
                          </m:r>
                        </m:sub>
                      </m:sSub>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sz="24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e>
                        <m:sub>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𝒏</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sub>
                      </m:sSub>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oMath>
                  </m:oMathPara>
                </a14:m>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972A51E0-B991-8738-B5AD-D9EAAC3686B7}"/>
                  </a:ext>
                </a:extLst>
              </p:cNvPr>
              <p:cNvSpPr txBox="1">
                <a:spLocks noRot="1" noChangeAspect="1" noMove="1" noResize="1" noEditPoints="1" noAdjustHandles="1" noChangeArrowheads="1" noChangeShapeType="1" noTextEdit="1"/>
              </p:cNvSpPr>
              <p:nvPr/>
            </p:nvSpPr>
            <p:spPr>
              <a:xfrm>
                <a:off x="477078" y="4593580"/>
                <a:ext cx="8511058" cy="1200329"/>
              </a:xfrm>
              <a:prstGeom prst="rect">
                <a:avLst/>
              </a:prstGeom>
              <a:blipFill>
                <a:blip r:embed="rId4"/>
                <a:stretch>
                  <a:fillRect l="-149" t="-6250" b="-62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71492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48">
            <a:extLst>
              <a:ext uri="{FF2B5EF4-FFF2-40B4-BE49-F238E27FC236}">
                <a16:creationId xmlns:a16="http://schemas.microsoft.com/office/drawing/2014/main" id="{88EEEC7D-E7C1-D1D8-3C03-EACBC1FAE92B}"/>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学论网--www.xuelun.me">
            <a:extLst>
              <a:ext uri="{FF2B5EF4-FFF2-40B4-BE49-F238E27FC236}">
                <a16:creationId xmlns:a16="http://schemas.microsoft.com/office/drawing/2014/main" id="{F706E461-E7EC-E8B2-EA08-FE310206A678}"/>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#1</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9990644-D00E-E72A-F877-A190DCFF42FA}"/>
                  </a:ext>
                </a:extLst>
              </p:cNvPr>
              <p:cNvSpPr txBox="1"/>
              <p:nvPr/>
            </p:nvSpPr>
            <p:spPr>
              <a:xfrm>
                <a:off x="910957" y="1087306"/>
                <a:ext cx="6768542" cy="1124410"/>
              </a:xfrm>
              <a:prstGeom prst="rect">
                <a:avLst/>
              </a:prstGeom>
              <a:noFill/>
            </p:spPr>
            <p:txBody>
              <a:bodyPr wrap="squar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a:rPr kumimoji="1" lang="en-US" altLang="zh-CN" sz="2600" b="1" i="1" smtClean="0">
                          <a:solidFill>
                            <a:srgbClr val="031993"/>
                          </a:solidFill>
                          <a:latin typeface="Cambria Math" panose="02040503050406030204" pitchFamily="18" charset="0"/>
                        </a:rPr>
                        <m:t>𝑷</m:t>
                      </m:r>
                      <m:d>
                        <m:dPr>
                          <m:ctrlPr>
                            <a:rPr kumimoji="1" lang="en-US" altLang="zh-CN" sz="2600" b="1" i="1" smtClean="0">
                              <a:solidFill>
                                <a:srgbClr val="031993"/>
                              </a:solidFill>
                              <a:latin typeface="Cambria Math" panose="02040503050406030204" pitchFamily="18" charset="0"/>
                            </a:rPr>
                          </m:ctrlPr>
                        </m:dPr>
                        <m:e>
                          <m:r>
                            <a:rPr kumimoji="1" lang="en-US" altLang="zh-CN" sz="2600" b="1" i="1" smtClean="0">
                              <a:solidFill>
                                <a:srgbClr val="031993"/>
                              </a:solidFill>
                              <a:latin typeface="Cambria Math" panose="02040503050406030204" pitchFamily="18" charset="0"/>
                            </a:rPr>
                            <m:t>𝑨</m:t>
                          </m:r>
                        </m:e>
                      </m:d>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𝟏</m:t>
                      </m:r>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𝟒</m:t>
                      </m:r>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𝑷</m:t>
                      </m:r>
                      <m:d>
                        <m:dPr>
                          <m:ctrlPr>
                            <a:rPr kumimoji="1" lang="en-US" altLang="zh-CN" sz="2600" b="1" i="1" smtClean="0">
                              <a:solidFill>
                                <a:srgbClr val="031993"/>
                              </a:solidFill>
                              <a:latin typeface="Cambria Math" panose="02040503050406030204" pitchFamily="18" charset="0"/>
                            </a:rPr>
                          </m:ctrlPr>
                        </m:dPr>
                        <m:e>
                          <m:r>
                            <a:rPr kumimoji="1" lang="en-US" altLang="zh-CN" sz="2600" b="1" i="1" smtClean="0">
                              <a:solidFill>
                                <a:srgbClr val="031993"/>
                              </a:solidFill>
                              <a:latin typeface="Cambria Math" panose="02040503050406030204" pitchFamily="18" charset="0"/>
                            </a:rPr>
                            <m:t>𝑩</m:t>
                          </m:r>
                        </m:e>
                        <m:e>
                          <m:r>
                            <a:rPr kumimoji="1" lang="en-US" altLang="zh-CN" sz="2600" b="1" i="1" smtClean="0">
                              <a:solidFill>
                                <a:srgbClr val="031993"/>
                              </a:solidFill>
                              <a:latin typeface="Cambria Math" panose="02040503050406030204" pitchFamily="18" charset="0"/>
                            </a:rPr>
                            <m:t>𝑨</m:t>
                          </m:r>
                        </m:e>
                      </m:d>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𝟏</m:t>
                      </m:r>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𝟑</m:t>
                      </m:r>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𝑷</m:t>
                      </m:r>
                      <m:d>
                        <m:dPr>
                          <m:ctrlPr>
                            <a:rPr kumimoji="1" lang="en-US" altLang="zh-CN" sz="2600" b="1" i="1" smtClean="0">
                              <a:solidFill>
                                <a:srgbClr val="031993"/>
                              </a:solidFill>
                              <a:latin typeface="Cambria Math" panose="02040503050406030204" pitchFamily="18" charset="0"/>
                            </a:rPr>
                          </m:ctrlPr>
                        </m:dPr>
                        <m:e>
                          <m:r>
                            <a:rPr kumimoji="1" lang="en-US" altLang="zh-CN" sz="2600" b="1" i="1" smtClean="0">
                              <a:solidFill>
                                <a:srgbClr val="031993"/>
                              </a:solidFill>
                              <a:latin typeface="Cambria Math" panose="02040503050406030204" pitchFamily="18" charset="0"/>
                            </a:rPr>
                            <m:t>𝑨</m:t>
                          </m:r>
                        </m:e>
                        <m:e>
                          <m:r>
                            <a:rPr kumimoji="1" lang="en-US" altLang="zh-CN" sz="2600" b="1" i="1" smtClean="0">
                              <a:solidFill>
                                <a:srgbClr val="031993"/>
                              </a:solidFill>
                              <a:latin typeface="Cambria Math" panose="02040503050406030204" pitchFamily="18" charset="0"/>
                            </a:rPr>
                            <m:t>𝑩</m:t>
                          </m:r>
                        </m:e>
                      </m:d>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𝟏</m:t>
                      </m:r>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𝟐</m:t>
                      </m:r>
                    </m:oMath>
                  </m:oMathPara>
                </a14:m>
                <a:endParaRPr kumimoji="1" lang="en-US" altLang="zh-CN" sz="2600" b="1" dirty="0">
                  <a:solidFill>
                    <a:srgbClr val="031993"/>
                  </a:solidFill>
                </a:endParaRPr>
              </a:p>
              <a:p>
                <a:pPr>
                  <a:lnSpc>
                    <a:spcPct val="150000"/>
                  </a:lnSpc>
                </a:pPr>
                <a:r>
                  <a:rPr kumimoji="1" lang="zh-CN" altLang="en-US" sz="2600" b="1" dirty="0">
                    <a:solidFill>
                      <a:srgbClr val="031993"/>
                    </a:solidFill>
                    <a:latin typeface="KaiTi" panose="02010609060101010101" pitchFamily="49" charset="-122"/>
                    <a:ea typeface="KaiTi" panose="02010609060101010101" pitchFamily="49" charset="-122"/>
                  </a:rPr>
                  <a:t>求： </a:t>
                </a:r>
                <a14:m>
                  <m:oMath xmlns:m="http://schemas.openxmlformats.org/officeDocument/2006/math">
                    <m:r>
                      <a:rPr kumimoji="1" lang="en-US" altLang="zh-CN" sz="2600" b="1" i="1" smtClean="0">
                        <a:solidFill>
                          <a:srgbClr val="031993"/>
                        </a:solidFill>
                        <a:latin typeface="Cambria Math" panose="02040503050406030204" pitchFamily="18" charset="0"/>
                      </a:rPr>
                      <m:t>𝑷</m:t>
                    </m:r>
                    <m:r>
                      <a:rPr kumimoji="1" lang="en-US" altLang="zh-CN" sz="2600" b="1" i="1" smtClean="0">
                        <a:solidFill>
                          <a:srgbClr val="031993"/>
                        </a:solidFill>
                        <a:latin typeface="Cambria Math" panose="02040503050406030204" pitchFamily="18" charset="0"/>
                      </a:rPr>
                      <m:t>(</m:t>
                    </m:r>
                    <m:r>
                      <a:rPr kumimoji="1" lang="en-US" altLang="zh-CN" sz="2600" b="1" i="1" smtClean="0">
                        <a:solidFill>
                          <a:srgbClr val="031993"/>
                        </a:solidFill>
                        <a:latin typeface="Cambria Math" panose="02040503050406030204" pitchFamily="18" charset="0"/>
                      </a:rPr>
                      <m:t>𝑨</m:t>
                    </m:r>
                    <m:r>
                      <a:rPr kumimoji="1" lang="en-US" altLang="zh-CN" sz="2600" b="1" i="1" smtClean="0">
                        <a:solidFill>
                          <a:srgbClr val="031993"/>
                        </a:solidFill>
                        <a:latin typeface="Cambria Math" panose="02040503050406030204" pitchFamily="18" charset="0"/>
                        <a:ea typeface="Cambria Math" panose="02040503050406030204" pitchFamily="18" charset="0"/>
                      </a:rPr>
                      <m:t>∪</m:t>
                    </m:r>
                    <m:r>
                      <a:rPr kumimoji="1" lang="en-US" altLang="zh-CN" sz="2600" b="1" i="1" smtClean="0">
                        <a:solidFill>
                          <a:srgbClr val="031993"/>
                        </a:solidFill>
                        <a:latin typeface="Cambria Math" panose="02040503050406030204" pitchFamily="18" charset="0"/>
                        <a:ea typeface="Cambria Math" panose="02040503050406030204" pitchFamily="18" charset="0"/>
                      </a:rPr>
                      <m:t>𝑩</m:t>
                    </m:r>
                    <m:r>
                      <a:rPr kumimoji="1" lang="en-US" altLang="zh-CN" sz="2600" b="1" i="1" smtClean="0">
                        <a:solidFill>
                          <a:srgbClr val="031993"/>
                        </a:solidFill>
                        <a:latin typeface="Cambria Math" panose="02040503050406030204" pitchFamily="18" charset="0"/>
                      </a:rPr>
                      <m:t>)</m:t>
                    </m:r>
                  </m:oMath>
                </a14:m>
                <a:r>
                  <a:rPr kumimoji="1" lang="en-US" altLang="zh-CN" sz="2600" b="1" dirty="0">
                    <a:solidFill>
                      <a:srgbClr val="031993"/>
                    </a:solidFill>
                  </a:rPr>
                  <a:t>, </a:t>
                </a:r>
                <a14:m>
                  <m:oMath xmlns:m="http://schemas.openxmlformats.org/officeDocument/2006/math">
                    <m:r>
                      <a:rPr kumimoji="1" lang="en-US" altLang="zh-CN" sz="2600" b="1" i="1" dirty="0" smtClean="0">
                        <a:solidFill>
                          <a:srgbClr val="031993"/>
                        </a:solidFill>
                        <a:latin typeface="Cambria Math" panose="02040503050406030204" pitchFamily="18" charset="0"/>
                      </a:rPr>
                      <m:t>𝑷</m:t>
                    </m:r>
                    <m:r>
                      <a:rPr kumimoji="1" lang="en-US" altLang="zh-CN" sz="2600" b="1" i="1" dirty="0" smtClean="0">
                        <a:solidFill>
                          <a:srgbClr val="031993"/>
                        </a:solidFill>
                        <a:latin typeface="Cambria Math" panose="02040503050406030204" pitchFamily="18" charset="0"/>
                      </a:rPr>
                      <m:t>(</m:t>
                    </m:r>
                    <m:acc>
                      <m:accPr>
                        <m:chr m:val="̅"/>
                        <m:ctrlPr>
                          <a:rPr kumimoji="1" lang="en-US" altLang="zh-CN" sz="2600" b="1" i="1" dirty="0" smtClean="0">
                            <a:solidFill>
                              <a:srgbClr val="031993"/>
                            </a:solidFill>
                            <a:latin typeface="Cambria Math" panose="02040503050406030204" pitchFamily="18" charset="0"/>
                          </a:rPr>
                        </m:ctrlPr>
                      </m:accPr>
                      <m:e>
                        <m:r>
                          <a:rPr kumimoji="1" lang="en-US" altLang="zh-CN" sz="2600" b="1" i="1" dirty="0" smtClean="0">
                            <a:solidFill>
                              <a:srgbClr val="031993"/>
                            </a:solidFill>
                            <a:latin typeface="Cambria Math" panose="02040503050406030204" pitchFamily="18" charset="0"/>
                          </a:rPr>
                          <m:t>𝑨</m:t>
                        </m:r>
                      </m:e>
                    </m:acc>
                    <m:r>
                      <a:rPr kumimoji="1" lang="en-US" altLang="zh-CN" sz="2600" b="1" i="1" dirty="0" smtClean="0">
                        <a:solidFill>
                          <a:srgbClr val="031993"/>
                        </a:solidFill>
                        <a:latin typeface="Cambria Math" panose="02040503050406030204" pitchFamily="18" charset="0"/>
                      </a:rPr>
                      <m:t>|</m:t>
                    </m:r>
                    <m:r>
                      <a:rPr kumimoji="1" lang="en-US" altLang="zh-CN" sz="2600" b="1" i="1" dirty="0" smtClean="0">
                        <a:solidFill>
                          <a:srgbClr val="031993"/>
                        </a:solidFill>
                        <a:latin typeface="Cambria Math" panose="02040503050406030204" pitchFamily="18" charset="0"/>
                      </a:rPr>
                      <m:t>𝑨</m:t>
                    </m:r>
                    <m:r>
                      <a:rPr kumimoji="1" lang="en-US" altLang="zh-CN" sz="2600" b="1" i="1" dirty="0" smtClean="0">
                        <a:solidFill>
                          <a:srgbClr val="031993"/>
                        </a:solidFill>
                        <a:latin typeface="Cambria Math" panose="02040503050406030204" pitchFamily="18" charset="0"/>
                        <a:ea typeface="Cambria Math" panose="02040503050406030204" pitchFamily="18" charset="0"/>
                      </a:rPr>
                      <m:t>∪</m:t>
                    </m:r>
                    <m:r>
                      <a:rPr kumimoji="1" lang="en-US" altLang="zh-CN" sz="2600" b="1" i="1" dirty="0" smtClean="0">
                        <a:solidFill>
                          <a:srgbClr val="031993"/>
                        </a:solidFill>
                        <a:latin typeface="Cambria Math" panose="02040503050406030204" pitchFamily="18" charset="0"/>
                        <a:ea typeface="Cambria Math" panose="02040503050406030204" pitchFamily="18" charset="0"/>
                      </a:rPr>
                      <m:t>𝑩</m:t>
                    </m:r>
                    <m:r>
                      <a:rPr kumimoji="1" lang="en-US" altLang="zh-CN" sz="2600" b="1" i="1" dirty="0" smtClean="0">
                        <a:solidFill>
                          <a:srgbClr val="031993"/>
                        </a:solidFill>
                        <a:latin typeface="Cambria Math" panose="02040503050406030204" pitchFamily="18" charset="0"/>
                      </a:rPr>
                      <m:t>)</m:t>
                    </m:r>
                  </m:oMath>
                </a14:m>
                <a:endParaRPr kumimoji="1" lang="zh-CN" altLang="en-US" sz="2600" b="1" dirty="0">
                  <a:solidFill>
                    <a:srgbClr val="031993"/>
                  </a:solidFill>
                </a:endParaRPr>
              </a:p>
            </p:txBody>
          </p:sp>
        </mc:Choice>
        <mc:Fallback xmlns="">
          <p:sp>
            <p:nvSpPr>
              <p:cNvPr id="2" name="文本框 1">
                <a:extLst>
                  <a:ext uri="{FF2B5EF4-FFF2-40B4-BE49-F238E27FC236}">
                    <a16:creationId xmlns:a16="http://schemas.microsoft.com/office/drawing/2014/main" id="{19990644-D00E-E72A-F877-A190DCFF42FA}"/>
                  </a:ext>
                </a:extLst>
              </p:cNvPr>
              <p:cNvSpPr txBox="1">
                <a:spLocks noRot="1" noChangeAspect="1" noMove="1" noResize="1" noEditPoints="1" noAdjustHandles="1" noChangeArrowheads="1" noChangeShapeType="1" noTextEdit="1"/>
              </p:cNvSpPr>
              <p:nvPr/>
            </p:nvSpPr>
            <p:spPr>
              <a:xfrm>
                <a:off x="910957" y="1087306"/>
                <a:ext cx="6768542" cy="1124410"/>
              </a:xfrm>
              <a:prstGeom prst="rect">
                <a:avLst/>
              </a:prstGeom>
              <a:blipFill>
                <a:blip r:embed="rId2"/>
                <a:stretch>
                  <a:fillRect l="-2809"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B8981CA-1742-BEF2-C56F-F3FF63AA4CC8}"/>
                  </a:ext>
                </a:extLst>
              </p:cNvPr>
              <p:cNvSpPr txBox="1"/>
              <p:nvPr/>
            </p:nvSpPr>
            <p:spPr>
              <a:xfrm>
                <a:off x="202764" y="2551253"/>
                <a:ext cx="8025274" cy="2072940"/>
              </a:xfrm>
              <a:prstGeom prst="rect">
                <a:avLst/>
              </a:prstGeom>
              <a:noFill/>
            </p:spPr>
            <p:txBody>
              <a:bodyPr wrap="none" rtlCol="0">
                <a:spAutoFit/>
              </a:bodyPr>
              <a:lstStyle/>
              <a:p>
                <a:pPr>
                  <a:lnSpc>
                    <a:spcPct val="150000"/>
                  </a:lnSpc>
                </a:pPr>
                <a:r>
                  <a:rPr kumimoji="1" lang="zh-CN" altLang="en-US" sz="2600" dirty="0">
                    <a:latin typeface="KaiTi" panose="02010609060101010101" pitchFamily="49" charset="-122"/>
                    <a:ea typeface="KaiTi" panose="02010609060101010101" pitchFamily="49" charset="-122"/>
                  </a:rPr>
                  <a:t>解：</a:t>
                </a:r>
                <a14:m>
                  <m:oMath xmlns:m="http://schemas.openxmlformats.org/officeDocument/2006/math">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𝐴𝐵</m:t>
                        </m:r>
                      </m:e>
                    </m:d>
                    <m:r>
                      <a:rPr kumimoji="1" lang="en-US" altLang="zh-CN" sz="2600" b="0" i="1" smtClean="0">
                        <a:latin typeface="Cambria Math" panose="02040503050406030204" pitchFamily="18" charset="0"/>
                        <a:ea typeface="KaiTi" panose="02010609060101010101" pitchFamily="49" charset="-122"/>
                      </a:rPr>
                      <m:t>=</m:t>
                    </m:r>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𝐴</m:t>
                        </m:r>
                      </m:e>
                    </m:d>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𝐵</m:t>
                        </m:r>
                      </m:e>
                      <m:e>
                        <m:r>
                          <a:rPr kumimoji="1" lang="en-US" altLang="zh-CN" sz="2600" b="0" i="1" smtClean="0">
                            <a:latin typeface="Cambria Math" panose="02040503050406030204" pitchFamily="18" charset="0"/>
                            <a:ea typeface="KaiTi" panose="02010609060101010101" pitchFamily="49" charset="-122"/>
                          </a:rPr>
                          <m:t>𝐴</m:t>
                        </m:r>
                      </m:e>
                    </m:d>
                    <m:r>
                      <a:rPr kumimoji="1" lang="en-US" altLang="zh-CN" sz="2600" b="0" i="1" smtClean="0">
                        <a:latin typeface="Cambria Math" panose="02040503050406030204" pitchFamily="18" charset="0"/>
                        <a:ea typeface="KaiTi" panose="02010609060101010101" pitchFamily="49" charset="-122"/>
                      </a:rPr>
                      <m:t>=1/12</m:t>
                    </m:r>
                  </m:oMath>
                </a14:m>
                <a:endParaRPr kumimoji="1" lang="en-US" altLang="zh-CN" sz="2600" b="0" dirty="0">
                  <a:latin typeface="KaiTi" panose="02010609060101010101" pitchFamily="49" charset="-122"/>
                  <a:ea typeface="KaiTi" panose="02010609060101010101" pitchFamily="49" charset="-122"/>
                </a:endParaRPr>
              </a:p>
              <a:p>
                <a:pPr>
                  <a:lnSpc>
                    <a:spcPct val="150000"/>
                  </a:lnSpc>
                </a:pPr>
                <a:r>
                  <a:rPr kumimoji="1" lang="en-US" altLang="zh-CN" sz="2600" b="0" dirty="0">
                    <a:ea typeface="KaiTi" panose="02010609060101010101" pitchFamily="49" charset="-122"/>
                  </a:rPr>
                  <a:t>        </a:t>
                </a:r>
                <a14:m>
                  <m:oMath xmlns:m="http://schemas.openxmlformats.org/officeDocument/2006/math">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𝐴𝐵</m:t>
                        </m:r>
                      </m:e>
                    </m:d>
                    <m:r>
                      <a:rPr kumimoji="1" lang="en-US" altLang="zh-CN" sz="2600" b="0" i="1" smtClean="0">
                        <a:latin typeface="Cambria Math" panose="02040503050406030204" pitchFamily="18" charset="0"/>
                        <a:ea typeface="KaiTi" panose="02010609060101010101" pitchFamily="49" charset="-122"/>
                      </a:rPr>
                      <m:t>=</m:t>
                    </m:r>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𝐵</m:t>
                        </m:r>
                      </m:e>
                    </m:d>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𝐴</m:t>
                        </m:r>
                      </m:e>
                      <m:e>
                        <m:r>
                          <a:rPr kumimoji="1" lang="en-US" altLang="zh-CN" sz="2600" b="0" i="1" smtClean="0">
                            <a:latin typeface="Cambria Math" panose="02040503050406030204" pitchFamily="18" charset="0"/>
                            <a:ea typeface="KaiTi" panose="02010609060101010101" pitchFamily="49" charset="-122"/>
                          </a:rPr>
                          <m:t>𝐵</m:t>
                        </m:r>
                      </m:e>
                    </m:d>
                    <m:r>
                      <a:rPr kumimoji="1" lang="en-US" altLang="zh-CN" sz="2600" b="0" i="1" smtClean="0">
                        <a:latin typeface="Cambria Math" panose="02040503050406030204" pitchFamily="18" charset="0"/>
                        <a:ea typeface="KaiTi" panose="02010609060101010101" pitchFamily="49" charset="-122"/>
                      </a:rPr>
                      <m:t> </m:t>
                    </m:r>
                    <m:r>
                      <a:rPr kumimoji="1" lang="en-US" altLang="zh-CN" sz="2600" b="0" i="1" smtClean="0">
                        <a:latin typeface="Cambria Math" panose="02040503050406030204" pitchFamily="18" charset="0"/>
                        <a:ea typeface="Cambria Math" panose="02040503050406030204" pitchFamily="18" charset="0"/>
                      </a:rPr>
                      <m:t>⟹</m:t>
                    </m:r>
                    <m:r>
                      <a:rPr kumimoji="1" lang="en-US" altLang="zh-CN" sz="2600" b="0" i="1" smtClean="0">
                        <a:latin typeface="Cambria Math" panose="02040503050406030204" pitchFamily="18" charset="0"/>
                        <a:ea typeface="Cambria Math" panose="02040503050406030204" pitchFamily="18" charset="0"/>
                      </a:rPr>
                      <m:t>𝑃</m:t>
                    </m:r>
                    <m:d>
                      <m:dPr>
                        <m:ctrlPr>
                          <a:rPr kumimoji="1" lang="en-US" altLang="zh-CN" sz="2600" b="0" i="1" smtClean="0">
                            <a:latin typeface="Cambria Math" panose="02040503050406030204" pitchFamily="18" charset="0"/>
                            <a:ea typeface="Cambria Math" panose="02040503050406030204" pitchFamily="18" charset="0"/>
                          </a:rPr>
                        </m:ctrlPr>
                      </m:dPr>
                      <m:e>
                        <m:r>
                          <a:rPr kumimoji="1" lang="en-US" altLang="zh-CN" sz="2600" b="0" i="1" smtClean="0">
                            <a:latin typeface="Cambria Math" panose="02040503050406030204" pitchFamily="18" charset="0"/>
                            <a:ea typeface="Cambria Math" panose="02040503050406030204" pitchFamily="18" charset="0"/>
                          </a:rPr>
                          <m:t>𝐵</m:t>
                        </m:r>
                      </m:e>
                    </m:d>
                    <m:r>
                      <a:rPr kumimoji="1" lang="en-US" altLang="zh-CN" sz="2600" b="0" i="1" smtClean="0">
                        <a:latin typeface="Cambria Math" panose="02040503050406030204" pitchFamily="18" charset="0"/>
                        <a:ea typeface="Cambria Math" panose="02040503050406030204" pitchFamily="18" charset="0"/>
                      </a:rPr>
                      <m:t>=1/6</m:t>
                    </m:r>
                  </m:oMath>
                </a14:m>
                <a:r>
                  <a:rPr kumimoji="1" lang="en-US" altLang="zh-CN" sz="2600" dirty="0">
                    <a:latin typeface="KaiTi" panose="02010609060101010101" pitchFamily="49" charset="-122"/>
                    <a:ea typeface="KaiTi" panose="02010609060101010101" pitchFamily="49" charset="-122"/>
                  </a:rPr>
                  <a:t> </a:t>
                </a:r>
              </a:p>
              <a:p>
                <a:pPr>
                  <a:lnSpc>
                    <a:spcPct val="150000"/>
                  </a:lnSpc>
                </a:pPr>
                <a:r>
                  <a:rPr kumimoji="1" lang="en-US" altLang="zh-CN" sz="2600" b="0" dirty="0">
                    <a:ea typeface="KaiTi" panose="02010609060101010101" pitchFamily="49" charset="-122"/>
                  </a:rPr>
                  <a:t>        </a:t>
                </a:r>
                <a14:m>
                  <m:oMath xmlns:m="http://schemas.openxmlformats.org/officeDocument/2006/math">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𝐴</m:t>
                        </m:r>
                        <m:r>
                          <a:rPr kumimoji="1" lang="en-US" altLang="zh-CN" sz="2600" b="0" i="1" smtClean="0">
                            <a:latin typeface="Cambria Math" panose="02040503050406030204" pitchFamily="18" charset="0"/>
                            <a:ea typeface="Cambria Math" panose="02040503050406030204" pitchFamily="18" charset="0"/>
                          </a:rPr>
                          <m:t>∪</m:t>
                        </m:r>
                        <m:r>
                          <a:rPr kumimoji="1" lang="en-US" altLang="zh-CN" sz="2600" b="0" i="1" smtClean="0">
                            <a:latin typeface="Cambria Math" panose="02040503050406030204" pitchFamily="18" charset="0"/>
                            <a:ea typeface="Cambria Math" panose="02040503050406030204" pitchFamily="18" charset="0"/>
                          </a:rPr>
                          <m:t>𝐵</m:t>
                        </m:r>
                      </m:e>
                    </m:d>
                    <m:r>
                      <a:rPr kumimoji="1" lang="en-US" altLang="zh-CN" sz="2600" b="0" i="1" smtClean="0">
                        <a:latin typeface="Cambria Math" panose="02040503050406030204" pitchFamily="18" charset="0"/>
                        <a:ea typeface="KaiTi" panose="02010609060101010101" pitchFamily="49" charset="-122"/>
                      </a:rPr>
                      <m:t>=</m:t>
                    </m:r>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𝐴</m:t>
                        </m:r>
                      </m:e>
                    </m:d>
                    <m:r>
                      <a:rPr kumimoji="1" lang="en-US" altLang="zh-CN" sz="2600" b="0" i="1" smtClean="0">
                        <a:latin typeface="Cambria Math" panose="02040503050406030204" pitchFamily="18" charset="0"/>
                        <a:ea typeface="KaiTi" panose="02010609060101010101" pitchFamily="49" charset="-122"/>
                      </a:rPr>
                      <m:t>+</m:t>
                    </m:r>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𝐵</m:t>
                        </m:r>
                      </m:e>
                    </m:d>
                    <m:r>
                      <a:rPr kumimoji="1" lang="en-US" altLang="zh-CN" sz="2600" b="0" i="1" smtClean="0">
                        <a:latin typeface="Cambria Math" panose="02040503050406030204" pitchFamily="18" charset="0"/>
                        <a:ea typeface="KaiTi" panose="02010609060101010101" pitchFamily="49" charset="-122"/>
                      </a:rPr>
                      <m:t>−</m:t>
                    </m:r>
                    <m:r>
                      <a:rPr kumimoji="1" lang="en-US" altLang="zh-CN" sz="2600" b="0" i="1" smtClean="0">
                        <a:latin typeface="Cambria Math" panose="02040503050406030204" pitchFamily="18" charset="0"/>
                        <a:ea typeface="KaiTi" panose="02010609060101010101" pitchFamily="49" charset="-122"/>
                      </a:rPr>
                      <m:t>𝑃</m:t>
                    </m:r>
                    <m:d>
                      <m:dPr>
                        <m:ctrlPr>
                          <a:rPr kumimoji="1" lang="en-US" altLang="zh-CN" sz="2600" b="0" i="1" smtClean="0">
                            <a:latin typeface="Cambria Math" panose="02040503050406030204" pitchFamily="18" charset="0"/>
                            <a:ea typeface="KaiTi" panose="02010609060101010101" pitchFamily="49" charset="-122"/>
                          </a:rPr>
                        </m:ctrlPr>
                      </m:dPr>
                      <m:e>
                        <m:r>
                          <a:rPr kumimoji="1" lang="en-US" altLang="zh-CN" sz="2600" b="0" i="1" smtClean="0">
                            <a:latin typeface="Cambria Math" panose="02040503050406030204" pitchFamily="18" charset="0"/>
                            <a:ea typeface="KaiTi" panose="02010609060101010101" pitchFamily="49" charset="-122"/>
                          </a:rPr>
                          <m:t>𝐴𝐵</m:t>
                        </m:r>
                      </m:e>
                    </m:d>
                    <m:r>
                      <a:rPr kumimoji="1" lang="en-US" altLang="zh-CN" sz="2600" b="0" i="1" smtClean="0">
                        <a:latin typeface="Cambria Math" panose="02040503050406030204" pitchFamily="18" charset="0"/>
                        <a:ea typeface="KaiTi" panose="02010609060101010101" pitchFamily="49" charset="-122"/>
                      </a:rPr>
                      <m:t>=</m:t>
                    </m:r>
                    <m:f>
                      <m:fPr>
                        <m:ctrlPr>
                          <a:rPr kumimoji="1" lang="en-US" altLang="zh-CN" sz="2600" b="0" i="1" smtClean="0">
                            <a:latin typeface="Cambria Math" panose="02040503050406030204" pitchFamily="18" charset="0"/>
                            <a:ea typeface="KaiTi" panose="02010609060101010101" pitchFamily="49" charset="-122"/>
                          </a:rPr>
                        </m:ctrlPr>
                      </m:fPr>
                      <m:num>
                        <m:r>
                          <a:rPr kumimoji="1" lang="en-US" altLang="zh-CN" sz="2600" b="0" i="1" smtClean="0">
                            <a:latin typeface="Cambria Math" panose="02040503050406030204" pitchFamily="18" charset="0"/>
                            <a:ea typeface="KaiTi" panose="02010609060101010101" pitchFamily="49" charset="-122"/>
                          </a:rPr>
                          <m:t>1</m:t>
                        </m:r>
                      </m:num>
                      <m:den>
                        <m:r>
                          <a:rPr kumimoji="1" lang="en-US" altLang="zh-CN" sz="2600" b="0" i="1" smtClean="0">
                            <a:latin typeface="Cambria Math" panose="02040503050406030204" pitchFamily="18" charset="0"/>
                            <a:ea typeface="KaiTi" panose="02010609060101010101" pitchFamily="49" charset="-122"/>
                          </a:rPr>
                          <m:t>4</m:t>
                        </m:r>
                      </m:den>
                    </m:f>
                    <m:r>
                      <a:rPr kumimoji="1" lang="en-US" altLang="zh-CN" sz="2600" b="0" i="1" smtClean="0">
                        <a:latin typeface="Cambria Math" panose="02040503050406030204" pitchFamily="18" charset="0"/>
                        <a:ea typeface="KaiTi" panose="02010609060101010101" pitchFamily="49" charset="-122"/>
                      </a:rPr>
                      <m:t>+</m:t>
                    </m:r>
                    <m:f>
                      <m:fPr>
                        <m:ctrlPr>
                          <a:rPr kumimoji="1" lang="en-US" altLang="zh-CN" sz="2600" b="0" i="1" smtClean="0">
                            <a:latin typeface="Cambria Math" panose="02040503050406030204" pitchFamily="18" charset="0"/>
                            <a:ea typeface="KaiTi" panose="02010609060101010101" pitchFamily="49" charset="-122"/>
                          </a:rPr>
                        </m:ctrlPr>
                      </m:fPr>
                      <m:num>
                        <m:r>
                          <a:rPr kumimoji="1" lang="en-US" altLang="zh-CN" sz="2600" b="0" i="1" smtClean="0">
                            <a:latin typeface="Cambria Math" panose="02040503050406030204" pitchFamily="18" charset="0"/>
                            <a:ea typeface="KaiTi" panose="02010609060101010101" pitchFamily="49" charset="-122"/>
                          </a:rPr>
                          <m:t>1</m:t>
                        </m:r>
                      </m:num>
                      <m:den>
                        <m:r>
                          <a:rPr kumimoji="1" lang="en-US" altLang="zh-CN" sz="2600" b="0" i="1" smtClean="0">
                            <a:latin typeface="Cambria Math" panose="02040503050406030204" pitchFamily="18" charset="0"/>
                            <a:ea typeface="KaiTi" panose="02010609060101010101" pitchFamily="49" charset="-122"/>
                          </a:rPr>
                          <m:t>6</m:t>
                        </m:r>
                      </m:den>
                    </m:f>
                    <m:r>
                      <a:rPr kumimoji="1" lang="en-US" altLang="zh-CN" sz="2600" b="0" i="1" smtClean="0">
                        <a:latin typeface="Cambria Math" panose="02040503050406030204" pitchFamily="18" charset="0"/>
                        <a:ea typeface="KaiTi" panose="02010609060101010101" pitchFamily="49" charset="-122"/>
                      </a:rPr>
                      <m:t>−</m:t>
                    </m:r>
                    <m:f>
                      <m:fPr>
                        <m:ctrlPr>
                          <a:rPr kumimoji="1" lang="en-US" altLang="zh-CN" sz="2600" b="0" i="1" smtClean="0">
                            <a:latin typeface="Cambria Math" panose="02040503050406030204" pitchFamily="18" charset="0"/>
                            <a:ea typeface="KaiTi" panose="02010609060101010101" pitchFamily="49" charset="-122"/>
                          </a:rPr>
                        </m:ctrlPr>
                      </m:fPr>
                      <m:num>
                        <m:r>
                          <a:rPr kumimoji="1" lang="en-US" altLang="zh-CN" sz="2600" b="0" i="1" smtClean="0">
                            <a:latin typeface="Cambria Math" panose="02040503050406030204" pitchFamily="18" charset="0"/>
                            <a:ea typeface="KaiTi" panose="02010609060101010101" pitchFamily="49" charset="-122"/>
                          </a:rPr>
                          <m:t>1</m:t>
                        </m:r>
                      </m:num>
                      <m:den>
                        <m:r>
                          <a:rPr kumimoji="1" lang="en-US" altLang="zh-CN" sz="2600" b="0" i="1" smtClean="0">
                            <a:latin typeface="Cambria Math" panose="02040503050406030204" pitchFamily="18" charset="0"/>
                            <a:ea typeface="KaiTi" panose="02010609060101010101" pitchFamily="49" charset="-122"/>
                          </a:rPr>
                          <m:t>12</m:t>
                        </m:r>
                      </m:den>
                    </m:f>
                    <m:r>
                      <a:rPr kumimoji="1" lang="en-US" altLang="zh-CN" sz="2600" b="0" i="1" smtClean="0">
                        <a:latin typeface="Cambria Math" panose="02040503050406030204" pitchFamily="18" charset="0"/>
                        <a:ea typeface="KaiTi" panose="02010609060101010101" pitchFamily="49" charset="-122"/>
                      </a:rPr>
                      <m:t> </m:t>
                    </m:r>
                  </m:oMath>
                </a14:m>
                <a:r>
                  <a:rPr kumimoji="1" lang="en-US" altLang="zh-CN" sz="2600" b="0" dirty="0">
                    <a:ea typeface="KaiTi" panose="02010609060101010101" pitchFamily="49" charset="-122"/>
                  </a:rPr>
                  <a:t>= </a:t>
                </a:r>
                <a14:m>
                  <m:oMath xmlns:m="http://schemas.openxmlformats.org/officeDocument/2006/math">
                    <m:f>
                      <m:fPr>
                        <m:ctrlPr>
                          <a:rPr kumimoji="1" lang="en-US" altLang="zh-CN" sz="2600" b="0" i="1" dirty="0" smtClean="0">
                            <a:latin typeface="Cambria Math" panose="02040503050406030204" pitchFamily="18" charset="0"/>
                            <a:ea typeface="KaiTi" panose="02010609060101010101" pitchFamily="49" charset="-122"/>
                          </a:rPr>
                        </m:ctrlPr>
                      </m:fPr>
                      <m:num>
                        <m:r>
                          <a:rPr kumimoji="1" lang="en-US" altLang="zh-CN" sz="2600" b="0" i="1" dirty="0" smtClean="0">
                            <a:latin typeface="Cambria Math" panose="02040503050406030204" pitchFamily="18" charset="0"/>
                            <a:ea typeface="KaiTi" panose="02010609060101010101" pitchFamily="49" charset="-122"/>
                          </a:rPr>
                          <m:t>1</m:t>
                        </m:r>
                      </m:num>
                      <m:den>
                        <m:r>
                          <a:rPr kumimoji="1" lang="en-US" altLang="zh-CN" sz="2600" b="0" i="1" dirty="0" smtClean="0">
                            <a:latin typeface="Cambria Math" panose="02040503050406030204" pitchFamily="18" charset="0"/>
                            <a:ea typeface="KaiTi" panose="02010609060101010101" pitchFamily="49" charset="-122"/>
                          </a:rPr>
                          <m:t>3</m:t>
                        </m:r>
                      </m:den>
                    </m:f>
                  </m:oMath>
                </a14:m>
                <a:endParaRPr kumimoji="1" lang="en-US" altLang="zh-CN" sz="2600" b="0" dirty="0">
                  <a:ea typeface="KaiTi" panose="02010609060101010101" pitchFamily="49" charset="-122"/>
                </a:endParaRPr>
              </a:p>
            </p:txBody>
          </p:sp>
        </mc:Choice>
        <mc:Fallback xmlns="">
          <p:sp>
            <p:nvSpPr>
              <p:cNvPr id="3" name="文本框 2">
                <a:extLst>
                  <a:ext uri="{FF2B5EF4-FFF2-40B4-BE49-F238E27FC236}">
                    <a16:creationId xmlns:a16="http://schemas.microsoft.com/office/drawing/2014/main" id="{4B8981CA-1742-BEF2-C56F-F3FF63AA4CC8}"/>
                  </a:ext>
                </a:extLst>
              </p:cNvPr>
              <p:cNvSpPr txBox="1">
                <a:spLocks noRot="1" noChangeAspect="1" noMove="1" noResize="1" noEditPoints="1" noAdjustHandles="1" noChangeArrowheads="1" noChangeShapeType="1" noTextEdit="1"/>
              </p:cNvSpPr>
              <p:nvPr/>
            </p:nvSpPr>
            <p:spPr>
              <a:xfrm>
                <a:off x="202764" y="2551253"/>
                <a:ext cx="8025274" cy="2072940"/>
              </a:xfrm>
              <a:prstGeom prst="rect">
                <a:avLst/>
              </a:prstGeom>
              <a:blipFill>
                <a:blip r:embed="rId3"/>
                <a:stretch>
                  <a:fillRect l="-1264" b="-18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2A8DCAA-3F9E-F2CC-C1A5-69F402EF1CFD}"/>
                  </a:ext>
                </a:extLst>
              </p:cNvPr>
              <p:cNvSpPr txBox="1"/>
              <p:nvPr/>
            </p:nvSpPr>
            <p:spPr>
              <a:xfrm>
                <a:off x="775502" y="4531593"/>
                <a:ext cx="7859211" cy="2303066"/>
              </a:xfrm>
              <a:prstGeom prst="rect">
                <a:avLst/>
              </a:prstGeom>
              <a:noFill/>
            </p:spPr>
            <p:txBody>
              <a:bodyPr wrap="square">
                <a:spAutoFit/>
              </a:bodyPr>
              <a:lstStyle/>
              <a:p>
                <a:pPr lvl="0">
                  <a:lnSpc>
                    <a:spcPct val="150000"/>
                  </a:lnSpc>
                </a:pPr>
                <a14:m>
                  <m:oMathPara xmlns:m="http://schemas.openxmlformats.org/officeDocument/2006/math">
                    <m:oMathParaPr>
                      <m:jc m:val="left"/>
                    </m:oMathParaPr>
                    <m:oMath xmlns:m="http://schemas.openxmlformats.org/officeDocument/2006/math">
                      <m:r>
                        <a:rPr kumimoji="1" lang="en-US" altLang="zh-CN" sz="2600" i="1" dirty="0">
                          <a:solidFill>
                            <a:prstClr val="black"/>
                          </a:solidFill>
                          <a:latin typeface="Cambria Math" panose="02040503050406030204" pitchFamily="18" charset="0"/>
                        </a:rPr>
                        <m:t> </m:t>
                      </m:r>
                      <m:r>
                        <a:rPr kumimoji="1" lang="en-US" altLang="zh-CN" sz="2600" i="1" dirty="0">
                          <a:solidFill>
                            <a:prstClr val="black"/>
                          </a:solidFill>
                          <a:latin typeface="Cambria Math" panose="02040503050406030204" pitchFamily="18" charset="0"/>
                        </a:rPr>
                        <m:t>𝑃</m:t>
                      </m:r>
                      <m:d>
                        <m:dPr>
                          <m:ctrlPr>
                            <a:rPr kumimoji="1" lang="en-US" altLang="zh-CN" sz="2600" i="1" dirty="0">
                              <a:solidFill>
                                <a:prstClr val="black"/>
                              </a:solidFill>
                              <a:latin typeface="Cambria Math" panose="02040503050406030204" pitchFamily="18" charset="0"/>
                            </a:rPr>
                          </m:ctrlPr>
                        </m:dPr>
                        <m:e>
                          <m:acc>
                            <m:accPr>
                              <m:chr m:val="̅"/>
                              <m:ctrlPr>
                                <a:rPr kumimoji="1" lang="en-US" altLang="zh-CN" sz="2600" i="1" dirty="0">
                                  <a:solidFill>
                                    <a:prstClr val="black"/>
                                  </a:solidFill>
                                  <a:latin typeface="Cambria Math" panose="02040503050406030204" pitchFamily="18" charset="0"/>
                                </a:rPr>
                              </m:ctrlPr>
                            </m:accPr>
                            <m:e>
                              <m:r>
                                <a:rPr kumimoji="1" lang="en-US" altLang="zh-CN" sz="2600" i="1" dirty="0">
                                  <a:solidFill>
                                    <a:prstClr val="black"/>
                                  </a:solidFill>
                                  <a:latin typeface="Cambria Math" panose="02040503050406030204" pitchFamily="18" charset="0"/>
                                </a:rPr>
                                <m:t>𝐴</m:t>
                              </m:r>
                            </m:e>
                          </m:acc>
                        </m:e>
                        <m:e>
                          <m:r>
                            <a:rPr kumimoji="1" lang="en-US" altLang="zh-CN" sz="2600" i="1" dirty="0">
                              <a:solidFill>
                                <a:prstClr val="black"/>
                              </a:solidFill>
                              <a:latin typeface="Cambria Math" panose="02040503050406030204" pitchFamily="18" charset="0"/>
                            </a:rPr>
                            <m:t>𝐴</m:t>
                          </m:r>
                          <m:r>
                            <a:rPr kumimoji="1" lang="en-US" altLang="zh-CN" sz="2600" i="1" dirty="0">
                              <a:solidFill>
                                <a:prstClr val="black"/>
                              </a:solidFill>
                              <a:latin typeface="Cambria Math" panose="02040503050406030204" pitchFamily="18" charset="0"/>
                              <a:ea typeface="Cambria Math" panose="02040503050406030204" pitchFamily="18" charset="0"/>
                            </a:rPr>
                            <m:t>∪</m:t>
                          </m:r>
                          <m:r>
                            <a:rPr kumimoji="1" lang="en-US" altLang="zh-CN" sz="2600" i="1" dirty="0">
                              <a:solidFill>
                                <a:prstClr val="black"/>
                              </a:solidFill>
                              <a:latin typeface="Cambria Math" panose="02040503050406030204" pitchFamily="18" charset="0"/>
                              <a:ea typeface="Cambria Math" panose="02040503050406030204" pitchFamily="18" charset="0"/>
                            </a:rPr>
                            <m:t>𝐵</m:t>
                          </m:r>
                        </m:e>
                      </m:d>
                      <m:r>
                        <a:rPr kumimoji="1" lang="en-US" altLang="zh-CN" sz="2600" dirty="0">
                          <a:solidFill>
                            <a:prstClr val="black"/>
                          </a:solidFill>
                          <a:latin typeface="Cambria Math" panose="02040503050406030204" pitchFamily="18" charset="0"/>
                        </a:rPr>
                        <m:t>=1−</m:t>
                      </m:r>
                      <m:r>
                        <a:rPr kumimoji="1" lang="en-US" altLang="zh-CN" sz="2600" i="1" dirty="0">
                          <a:solidFill>
                            <a:prstClr val="black"/>
                          </a:solidFill>
                          <a:latin typeface="Cambria Math" panose="02040503050406030204" pitchFamily="18" charset="0"/>
                        </a:rPr>
                        <m:t>𝑃</m:t>
                      </m:r>
                      <m:d>
                        <m:dPr>
                          <m:ctrlPr>
                            <a:rPr kumimoji="1" lang="en-US" altLang="zh-CN" sz="2600" i="1" dirty="0">
                              <a:solidFill>
                                <a:prstClr val="black"/>
                              </a:solidFill>
                              <a:latin typeface="Cambria Math" panose="02040503050406030204" pitchFamily="18" charset="0"/>
                            </a:rPr>
                          </m:ctrlPr>
                        </m:dPr>
                        <m:e>
                          <m:r>
                            <a:rPr kumimoji="1" lang="en-US" altLang="zh-CN" sz="2600" i="1" dirty="0">
                              <a:solidFill>
                                <a:prstClr val="black"/>
                              </a:solidFill>
                              <a:latin typeface="Cambria Math" panose="02040503050406030204" pitchFamily="18" charset="0"/>
                            </a:rPr>
                            <m:t>𝐴</m:t>
                          </m:r>
                        </m:e>
                        <m:e>
                          <m:r>
                            <a:rPr kumimoji="1" lang="en-US" altLang="zh-CN" sz="2600" i="1" dirty="0">
                              <a:solidFill>
                                <a:prstClr val="black"/>
                              </a:solidFill>
                              <a:latin typeface="Cambria Math" panose="02040503050406030204" pitchFamily="18" charset="0"/>
                            </a:rPr>
                            <m:t>𝐴</m:t>
                          </m:r>
                          <m:r>
                            <a:rPr kumimoji="1" lang="en-US" altLang="zh-CN" sz="2600" i="1" dirty="0">
                              <a:solidFill>
                                <a:prstClr val="black"/>
                              </a:solidFill>
                              <a:latin typeface="Cambria Math" panose="02040503050406030204" pitchFamily="18" charset="0"/>
                              <a:ea typeface="Cambria Math" panose="02040503050406030204" pitchFamily="18" charset="0"/>
                            </a:rPr>
                            <m:t>∪</m:t>
                          </m:r>
                          <m:r>
                            <a:rPr kumimoji="1" lang="en-US" altLang="zh-CN" sz="2600" i="1" dirty="0">
                              <a:solidFill>
                                <a:prstClr val="black"/>
                              </a:solidFill>
                              <a:latin typeface="Cambria Math" panose="02040503050406030204" pitchFamily="18" charset="0"/>
                              <a:ea typeface="Cambria Math" panose="02040503050406030204" pitchFamily="18" charset="0"/>
                            </a:rPr>
                            <m:t>𝐵</m:t>
                          </m:r>
                        </m:e>
                      </m:d>
                      <m:r>
                        <a:rPr kumimoji="1" lang="en-US" altLang="zh-CN" sz="2600" dirty="0">
                          <a:solidFill>
                            <a:prstClr val="black"/>
                          </a:solidFill>
                          <a:latin typeface="Cambria Math" panose="02040503050406030204" pitchFamily="18" charset="0"/>
                          <a:ea typeface="Cambria Math" panose="02040503050406030204" pitchFamily="18" charset="0"/>
                        </a:rPr>
                        <m:t>=1−</m:t>
                      </m:r>
                      <m:f>
                        <m:fPr>
                          <m:ctrlPr>
                            <a:rPr kumimoji="1" lang="en-US" altLang="zh-CN" sz="2600" i="1" dirty="0">
                              <a:solidFill>
                                <a:prstClr val="black"/>
                              </a:solidFill>
                              <a:latin typeface="Cambria Math" panose="02040503050406030204" pitchFamily="18" charset="0"/>
                            </a:rPr>
                          </m:ctrlPr>
                        </m:fPr>
                        <m:num>
                          <m:r>
                            <a:rPr kumimoji="1" lang="en-US" altLang="zh-CN" sz="2600" i="1" dirty="0">
                              <a:solidFill>
                                <a:prstClr val="black"/>
                              </a:solidFill>
                              <a:latin typeface="Cambria Math" panose="02040503050406030204" pitchFamily="18" charset="0"/>
                            </a:rPr>
                            <m:t>𝑃</m:t>
                          </m:r>
                          <m:d>
                            <m:dPr>
                              <m:ctrlPr>
                                <a:rPr kumimoji="1" lang="en-US" altLang="zh-CN" sz="2600" i="1" dirty="0">
                                  <a:solidFill>
                                    <a:prstClr val="black"/>
                                  </a:solidFill>
                                  <a:latin typeface="Cambria Math" panose="02040503050406030204" pitchFamily="18" charset="0"/>
                                </a:rPr>
                              </m:ctrlPr>
                            </m:dPr>
                            <m:e>
                              <m:r>
                                <a:rPr kumimoji="1" lang="en-US" altLang="zh-CN" sz="2600" i="1" dirty="0">
                                  <a:solidFill>
                                    <a:prstClr val="black"/>
                                  </a:solidFill>
                                  <a:latin typeface="Cambria Math" panose="02040503050406030204" pitchFamily="18" charset="0"/>
                                </a:rPr>
                                <m:t>𝐴</m:t>
                              </m:r>
                              <m:r>
                                <a:rPr kumimoji="1" lang="en-US" altLang="zh-CN" sz="2600" i="1" dirty="0">
                                  <a:solidFill>
                                    <a:prstClr val="black"/>
                                  </a:solidFill>
                                  <a:latin typeface="Cambria Math" panose="02040503050406030204" pitchFamily="18" charset="0"/>
                                  <a:ea typeface="Cambria Math" panose="02040503050406030204" pitchFamily="18" charset="0"/>
                                </a:rPr>
                                <m:t>∩</m:t>
                              </m:r>
                              <m:d>
                                <m:dPr>
                                  <m:ctrlPr>
                                    <a:rPr kumimoji="1" lang="en-US" altLang="zh-CN" sz="2600" i="1" dirty="0">
                                      <a:solidFill>
                                        <a:prstClr val="black"/>
                                      </a:solidFill>
                                      <a:latin typeface="Cambria Math" panose="02040503050406030204" pitchFamily="18" charset="0"/>
                                    </a:rPr>
                                  </m:ctrlPr>
                                </m:dPr>
                                <m:e>
                                  <m:r>
                                    <a:rPr kumimoji="1" lang="en-US" altLang="zh-CN" sz="2600" i="1" dirty="0">
                                      <a:solidFill>
                                        <a:prstClr val="black"/>
                                      </a:solidFill>
                                      <a:latin typeface="Cambria Math" panose="02040503050406030204" pitchFamily="18" charset="0"/>
                                    </a:rPr>
                                    <m:t>𝐴</m:t>
                                  </m:r>
                                  <m:r>
                                    <a:rPr kumimoji="1" lang="en-US" altLang="zh-CN" sz="2600" i="1" dirty="0">
                                      <a:solidFill>
                                        <a:prstClr val="black"/>
                                      </a:solidFill>
                                      <a:latin typeface="Cambria Math" panose="02040503050406030204" pitchFamily="18" charset="0"/>
                                      <a:ea typeface="Cambria Math" panose="02040503050406030204" pitchFamily="18" charset="0"/>
                                    </a:rPr>
                                    <m:t>∪</m:t>
                                  </m:r>
                                  <m:r>
                                    <a:rPr kumimoji="1" lang="en-US" altLang="zh-CN" sz="2600" i="1" dirty="0">
                                      <a:solidFill>
                                        <a:prstClr val="black"/>
                                      </a:solidFill>
                                      <a:latin typeface="Cambria Math" panose="02040503050406030204" pitchFamily="18" charset="0"/>
                                      <a:ea typeface="Cambria Math" panose="02040503050406030204" pitchFamily="18" charset="0"/>
                                    </a:rPr>
                                    <m:t>𝐵</m:t>
                                  </m:r>
                                </m:e>
                              </m:d>
                            </m:e>
                          </m:d>
                        </m:num>
                        <m:den>
                          <m:r>
                            <a:rPr kumimoji="1" lang="en-US" altLang="zh-CN" sz="2600" i="1" dirty="0">
                              <a:solidFill>
                                <a:prstClr val="black"/>
                              </a:solidFill>
                              <a:latin typeface="Cambria Math" panose="02040503050406030204" pitchFamily="18" charset="0"/>
                            </a:rPr>
                            <m:t>𝑃</m:t>
                          </m:r>
                          <m:d>
                            <m:dPr>
                              <m:ctrlPr>
                                <a:rPr kumimoji="1" lang="en-US" altLang="zh-CN" sz="2600" i="1" dirty="0">
                                  <a:solidFill>
                                    <a:prstClr val="black"/>
                                  </a:solidFill>
                                  <a:latin typeface="Cambria Math" panose="02040503050406030204" pitchFamily="18" charset="0"/>
                                </a:rPr>
                              </m:ctrlPr>
                            </m:dPr>
                            <m:e>
                              <m:r>
                                <a:rPr kumimoji="1" lang="en-US" altLang="zh-CN" sz="2600" i="1" dirty="0">
                                  <a:solidFill>
                                    <a:prstClr val="black"/>
                                  </a:solidFill>
                                  <a:latin typeface="Cambria Math" panose="02040503050406030204" pitchFamily="18" charset="0"/>
                                </a:rPr>
                                <m:t>𝐴</m:t>
                              </m:r>
                              <m:r>
                                <a:rPr kumimoji="1" lang="en-US" altLang="zh-CN" sz="2600" i="1" dirty="0">
                                  <a:solidFill>
                                    <a:prstClr val="black"/>
                                  </a:solidFill>
                                  <a:latin typeface="Cambria Math" panose="02040503050406030204" pitchFamily="18" charset="0"/>
                                  <a:ea typeface="Cambria Math" panose="02040503050406030204" pitchFamily="18" charset="0"/>
                                </a:rPr>
                                <m:t>∪</m:t>
                              </m:r>
                              <m:r>
                                <a:rPr kumimoji="1" lang="en-US" altLang="zh-CN" sz="2600" i="1" dirty="0">
                                  <a:solidFill>
                                    <a:prstClr val="black"/>
                                  </a:solidFill>
                                  <a:latin typeface="Cambria Math" panose="02040503050406030204" pitchFamily="18" charset="0"/>
                                </a:rPr>
                                <m:t>𝐵</m:t>
                              </m:r>
                            </m:e>
                          </m:d>
                        </m:den>
                      </m:f>
                    </m:oMath>
                  </m:oMathPara>
                </a14:m>
                <a:endParaRPr kumimoji="1" lang="en-US" altLang="zh-CN" sz="2600" dirty="0">
                  <a:solidFill>
                    <a:prstClr val="black"/>
                  </a:solidFill>
                  <a:latin typeface="KaiTi" panose="02010609060101010101" pitchFamily="49" charset="-122"/>
                  <a:ea typeface="KaiTi" panose="02010609060101010101" pitchFamily="49" charset="-122"/>
                </a:endParaRPr>
              </a:p>
              <a:p>
                <a:pPr lvl="0">
                  <a:lnSpc>
                    <a:spcPct val="150000"/>
                  </a:lnSpc>
                </a:pPr>
                <a14:m>
                  <m:oMath xmlns:m="http://schemas.openxmlformats.org/officeDocument/2006/math">
                    <m:r>
                      <a:rPr kumimoji="1" lang="en-US" altLang="zh-CN" sz="2600" dirty="0">
                        <a:solidFill>
                          <a:prstClr val="black"/>
                        </a:solidFill>
                        <a:latin typeface="Cambria Math" panose="02040503050406030204" pitchFamily="18" charset="0"/>
                      </a:rPr>
                      <m:t>                         =</m:t>
                    </m:r>
                    <m:r>
                      <a:rPr kumimoji="1" lang="en-US" altLang="zh-CN" sz="2600" i="1" dirty="0">
                        <a:solidFill>
                          <a:prstClr val="black"/>
                        </a:solidFill>
                        <a:latin typeface="Cambria Math" panose="02040503050406030204" pitchFamily="18" charset="0"/>
                      </a:rPr>
                      <m:t>1−</m:t>
                    </m:r>
                    <m:f>
                      <m:fPr>
                        <m:ctrlPr>
                          <a:rPr kumimoji="1" lang="en-US" altLang="zh-CN" sz="2600" i="1" dirty="0">
                            <a:solidFill>
                              <a:prstClr val="black"/>
                            </a:solidFill>
                            <a:latin typeface="Cambria Math" panose="02040503050406030204" pitchFamily="18" charset="0"/>
                          </a:rPr>
                        </m:ctrlPr>
                      </m:fPr>
                      <m:num>
                        <m:r>
                          <a:rPr kumimoji="1" lang="en-US" altLang="zh-CN" sz="2600" i="1" dirty="0">
                            <a:solidFill>
                              <a:prstClr val="black"/>
                            </a:solidFill>
                            <a:latin typeface="Cambria Math" panose="02040503050406030204" pitchFamily="18" charset="0"/>
                          </a:rPr>
                          <m:t>𝑃</m:t>
                        </m:r>
                        <m:d>
                          <m:dPr>
                            <m:ctrlPr>
                              <a:rPr kumimoji="1" lang="en-US" altLang="zh-CN" sz="2600" i="1" dirty="0">
                                <a:solidFill>
                                  <a:prstClr val="black"/>
                                </a:solidFill>
                                <a:latin typeface="Cambria Math" panose="02040503050406030204" pitchFamily="18" charset="0"/>
                              </a:rPr>
                            </m:ctrlPr>
                          </m:dPr>
                          <m:e>
                            <m:r>
                              <a:rPr kumimoji="1" lang="en-US" altLang="zh-CN" sz="2600" i="1" dirty="0">
                                <a:solidFill>
                                  <a:prstClr val="black"/>
                                </a:solidFill>
                                <a:latin typeface="Cambria Math" panose="02040503050406030204" pitchFamily="18" charset="0"/>
                              </a:rPr>
                              <m:t>𝐴</m:t>
                            </m:r>
                          </m:e>
                        </m:d>
                      </m:num>
                      <m:den>
                        <m:r>
                          <a:rPr kumimoji="1" lang="en-US" altLang="zh-CN" sz="2600" i="1" dirty="0">
                            <a:solidFill>
                              <a:prstClr val="black"/>
                            </a:solidFill>
                            <a:latin typeface="Cambria Math" panose="02040503050406030204" pitchFamily="18" charset="0"/>
                          </a:rPr>
                          <m:t>𝑃</m:t>
                        </m:r>
                        <m:d>
                          <m:dPr>
                            <m:ctrlPr>
                              <a:rPr kumimoji="1" lang="en-US" altLang="zh-CN" sz="2600" i="1" dirty="0">
                                <a:solidFill>
                                  <a:prstClr val="black"/>
                                </a:solidFill>
                                <a:latin typeface="Cambria Math" panose="02040503050406030204" pitchFamily="18" charset="0"/>
                              </a:rPr>
                            </m:ctrlPr>
                          </m:dPr>
                          <m:e>
                            <m:r>
                              <a:rPr kumimoji="1" lang="en-US" altLang="zh-CN" sz="2600" i="1" dirty="0">
                                <a:solidFill>
                                  <a:prstClr val="black"/>
                                </a:solidFill>
                                <a:latin typeface="Cambria Math" panose="02040503050406030204" pitchFamily="18" charset="0"/>
                              </a:rPr>
                              <m:t>𝐴</m:t>
                            </m:r>
                            <m:r>
                              <a:rPr kumimoji="1" lang="en-US" altLang="zh-CN" sz="2600" i="1" dirty="0">
                                <a:solidFill>
                                  <a:prstClr val="black"/>
                                </a:solidFill>
                                <a:latin typeface="Cambria Math" panose="02040503050406030204" pitchFamily="18" charset="0"/>
                                <a:ea typeface="Cambria Math" panose="02040503050406030204" pitchFamily="18" charset="0"/>
                              </a:rPr>
                              <m:t>∪</m:t>
                            </m:r>
                            <m:r>
                              <a:rPr kumimoji="1" lang="en-US" altLang="zh-CN" sz="2600" i="1" dirty="0">
                                <a:solidFill>
                                  <a:prstClr val="black"/>
                                </a:solidFill>
                                <a:latin typeface="Cambria Math" panose="02040503050406030204" pitchFamily="18" charset="0"/>
                              </a:rPr>
                              <m:t>𝐵</m:t>
                            </m:r>
                          </m:e>
                        </m:d>
                      </m:den>
                    </m:f>
                    <m:r>
                      <a:rPr kumimoji="1" lang="en-US" altLang="zh-CN" sz="2600" i="1" dirty="0">
                        <a:solidFill>
                          <a:prstClr val="black"/>
                        </a:solidFill>
                        <a:latin typeface="Cambria Math" panose="02040503050406030204" pitchFamily="18" charset="0"/>
                      </a:rPr>
                      <m:t> </m:t>
                    </m:r>
                    <m:r>
                      <a:rPr kumimoji="1" lang="en-US" altLang="zh-CN" sz="2600" dirty="0">
                        <a:solidFill>
                          <a:prstClr val="black"/>
                        </a:solidFill>
                        <a:latin typeface="Cambria Math" panose="02040503050406030204" pitchFamily="18" charset="0"/>
                      </a:rPr>
                      <m:t>=1−</m:t>
                    </m:r>
                    <m:f>
                      <m:fPr>
                        <m:ctrlPr>
                          <a:rPr kumimoji="1" lang="en-US" altLang="zh-CN" sz="2600" i="1" dirty="0">
                            <a:solidFill>
                              <a:prstClr val="black"/>
                            </a:solidFill>
                            <a:latin typeface="Cambria Math" panose="02040503050406030204" pitchFamily="18" charset="0"/>
                          </a:rPr>
                        </m:ctrlPr>
                      </m:fPr>
                      <m:num>
                        <m:r>
                          <a:rPr kumimoji="1" lang="en-US" altLang="zh-CN" sz="2600" i="1" dirty="0">
                            <a:solidFill>
                              <a:prstClr val="black"/>
                            </a:solidFill>
                            <a:latin typeface="Cambria Math" panose="02040503050406030204" pitchFamily="18" charset="0"/>
                          </a:rPr>
                          <m:t>1/4</m:t>
                        </m:r>
                      </m:num>
                      <m:den>
                        <m:r>
                          <a:rPr kumimoji="1" lang="en-US" altLang="zh-CN" sz="2600" i="1" dirty="0">
                            <a:solidFill>
                              <a:prstClr val="black"/>
                            </a:solidFill>
                            <a:latin typeface="Cambria Math" panose="02040503050406030204" pitchFamily="18" charset="0"/>
                          </a:rPr>
                          <m:t>1/3</m:t>
                        </m:r>
                      </m:den>
                    </m:f>
                  </m:oMath>
                </a14:m>
                <a:r>
                  <a:rPr kumimoji="1" lang="en-US" altLang="zh-CN" sz="2600" dirty="0">
                    <a:solidFill>
                      <a:prstClr val="black"/>
                    </a:solidFill>
                    <a:latin typeface="KaiTi" panose="02010609060101010101" pitchFamily="49" charset="-122"/>
                    <a:ea typeface="KaiTi" panose="02010609060101010101" pitchFamily="49" charset="-122"/>
                  </a:rPr>
                  <a:t> </a:t>
                </a:r>
                <a14:m>
                  <m:oMath xmlns:m="http://schemas.openxmlformats.org/officeDocument/2006/math">
                    <m:r>
                      <a:rPr kumimoji="1" lang="en-US" altLang="zh-CN" sz="2600" i="1" dirty="0">
                        <a:solidFill>
                          <a:prstClr val="black"/>
                        </a:solidFill>
                        <a:latin typeface="Cambria Math" panose="02040503050406030204" pitchFamily="18" charset="0"/>
                        <a:ea typeface="KaiTi" panose="02010609060101010101" pitchFamily="49" charset="-122"/>
                      </a:rPr>
                      <m:t>=1−</m:t>
                    </m:r>
                    <m:f>
                      <m:fPr>
                        <m:ctrlPr>
                          <a:rPr kumimoji="1" lang="en-US" altLang="zh-CN" sz="2600" i="1" dirty="0">
                            <a:solidFill>
                              <a:prstClr val="black"/>
                            </a:solidFill>
                            <a:latin typeface="Cambria Math" panose="02040503050406030204" pitchFamily="18" charset="0"/>
                            <a:ea typeface="KaiTi" panose="02010609060101010101" pitchFamily="49" charset="-122"/>
                          </a:rPr>
                        </m:ctrlPr>
                      </m:fPr>
                      <m:num>
                        <m:r>
                          <a:rPr kumimoji="1" lang="en-US" altLang="zh-CN" sz="2600" i="1" dirty="0">
                            <a:solidFill>
                              <a:prstClr val="black"/>
                            </a:solidFill>
                            <a:latin typeface="Cambria Math" panose="02040503050406030204" pitchFamily="18" charset="0"/>
                            <a:ea typeface="KaiTi" panose="02010609060101010101" pitchFamily="49" charset="-122"/>
                          </a:rPr>
                          <m:t>3</m:t>
                        </m:r>
                      </m:num>
                      <m:den>
                        <m:r>
                          <a:rPr kumimoji="1" lang="en-US" altLang="zh-CN" sz="2600" i="1" dirty="0">
                            <a:solidFill>
                              <a:prstClr val="black"/>
                            </a:solidFill>
                            <a:latin typeface="Cambria Math" panose="02040503050406030204" pitchFamily="18" charset="0"/>
                            <a:ea typeface="KaiTi" panose="02010609060101010101" pitchFamily="49" charset="-122"/>
                          </a:rPr>
                          <m:t>4</m:t>
                        </m:r>
                      </m:den>
                    </m:f>
                  </m:oMath>
                </a14:m>
                <a:r>
                  <a:rPr kumimoji="1" lang="en-US" altLang="zh-CN" sz="2600" dirty="0">
                    <a:solidFill>
                      <a:prstClr val="black"/>
                    </a:solidFill>
                    <a:latin typeface="KaiTi" panose="02010609060101010101" pitchFamily="49" charset="-122"/>
                    <a:ea typeface="KaiTi" panose="02010609060101010101" pitchFamily="49" charset="-122"/>
                  </a:rPr>
                  <a:t> = </a:t>
                </a:r>
                <a14:m>
                  <m:oMath xmlns:m="http://schemas.openxmlformats.org/officeDocument/2006/math">
                    <m:f>
                      <m:fPr>
                        <m:ctrlPr>
                          <a:rPr kumimoji="1" lang="en-US" altLang="zh-CN" sz="2600" i="1" dirty="0">
                            <a:solidFill>
                              <a:prstClr val="black"/>
                            </a:solidFill>
                            <a:latin typeface="Cambria Math" panose="02040503050406030204" pitchFamily="18" charset="0"/>
                            <a:ea typeface="KaiTi" panose="02010609060101010101" pitchFamily="49" charset="-122"/>
                          </a:rPr>
                        </m:ctrlPr>
                      </m:fPr>
                      <m:num>
                        <m:r>
                          <a:rPr kumimoji="1" lang="en-US" altLang="zh-CN" sz="2600" i="1" dirty="0">
                            <a:solidFill>
                              <a:prstClr val="black"/>
                            </a:solidFill>
                            <a:latin typeface="Cambria Math" panose="02040503050406030204" pitchFamily="18" charset="0"/>
                            <a:ea typeface="KaiTi" panose="02010609060101010101" pitchFamily="49" charset="-122"/>
                          </a:rPr>
                          <m:t>1</m:t>
                        </m:r>
                      </m:num>
                      <m:den>
                        <m:r>
                          <a:rPr kumimoji="1" lang="en-US" altLang="zh-CN" sz="2600" i="1" dirty="0">
                            <a:solidFill>
                              <a:prstClr val="black"/>
                            </a:solidFill>
                            <a:latin typeface="Cambria Math" panose="02040503050406030204" pitchFamily="18" charset="0"/>
                            <a:ea typeface="KaiTi" panose="02010609060101010101" pitchFamily="49" charset="-122"/>
                          </a:rPr>
                          <m:t>4</m:t>
                        </m:r>
                      </m:den>
                    </m:f>
                  </m:oMath>
                </a14:m>
                <a:endParaRPr lang="zh-CN" altLang="en-US" dirty="0"/>
              </a:p>
            </p:txBody>
          </p:sp>
        </mc:Choice>
        <mc:Fallback xmlns="">
          <p:sp>
            <p:nvSpPr>
              <p:cNvPr id="8" name="文本框 7">
                <a:extLst>
                  <a:ext uri="{FF2B5EF4-FFF2-40B4-BE49-F238E27FC236}">
                    <a16:creationId xmlns:a16="http://schemas.microsoft.com/office/drawing/2014/main" id="{D2A8DCAA-3F9E-F2CC-C1A5-69F402EF1CFD}"/>
                  </a:ext>
                </a:extLst>
              </p:cNvPr>
              <p:cNvSpPr txBox="1">
                <a:spLocks noRot="1" noChangeAspect="1" noMove="1" noResize="1" noEditPoints="1" noAdjustHandles="1" noChangeArrowheads="1" noChangeShapeType="1" noTextEdit="1"/>
              </p:cNvSpPr>
              <p:nvPr/>
            </p:nvSpPr>
            <p:spPr>
              <a:xfrm>
                <a:off x="775502" y="4531593"/>
                <a:ext cx="7859211" cy="2303066"/>
              </a:xfrm>
              <a:prstGeom prst="rect">
                <a:avLst/>
              </a:prstGeom>
              <a:blipFill>
                <a:blip r:embed="rId4"/>
                <a:stretch>
                  <a:fillRect l="-806" b="-16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231374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A5EFA2B-AB6B-41DA-87BD-74E04D9298F3}"/>
                  </a:ext>
                </a:extLst>
              </p:cNvPr>
              <p:cNvSpPr txBox="1"/>
              <p:nvPr/>
            </p:nvSpPr>
            <p:spPr>
              <a:xfrm>
                <a:off x="490629" y="3213562"/>
                <a:ext cx="8452884" cy="3093154"/>
              </a:xfrm>
              <a:prstGeom prst="rect">
                <a:avLst/>
              </a:prstGeom>
              <a:noFill/>
            </p:spPr>
            <p:txBody>
              <a:bodyPr wrap="square" rtlCol="0">
                <a:spAutoFit/>
              </a:bodyPr>
              <a:lstStyle/>
              <a:p>
                <a:pPr>
                  <a:lnSpc>
                    <a:spcPct val="125000"/>
                  </a:lnSpc>
                </a:pPr>
                <a:endParaRPr lang="en-US" altLang="zh-CN" sz="2600" b="1" dirty="0">
                  <a:solidFill>
                    <a:srgbClr val="174496"/>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r>
                  <a:rPr lang="zh-CN" altLang="en-US"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rPr>
                  <a:t>则</a:t>
                </a:r>
                <a14:m>
                  <m:oMath xmlns:m="http://schemas.openxmlformats.org/officeDocument/2006/math">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𝟐</m:t>
                    </m:r>
                  </m:oMath>
                </a14:m>
                <a:r>
                  <a:rPr lang="zh-CN" altLang="en-US"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rPr>
                  <a:t>表示事件“两次取到的均是黑球”</a:t>
                </a:r>
                <a:endParaRPr lang="en-US" altLang="zh-CN"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14:m>
                  <m:oMath xmlns:m="http://schemas.openxmlformats.org/officeDocument/2006/math">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 = </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𝟑</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𝟏𝟎</m:t>
                    </m:r>
                  </m:oMath>
                </a14:m>
                <a:r>
                  <a:rPr lang="en-US" altLang="zh-CN"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rPr>
                  <a:t>, </a:t>
                </a:r>
                <a14:m>
                  <m:oMath xmlns:m="http://schemas.openxmlformats.org/officeDocument/2006/math">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𝟐</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 = </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𝟐</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𝟗</m:t>
                    </m:r>
                  </m:oMath>
                </a14:m>
                <a:endParaRPr lang="en-US" altLang="zh-CN"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endParaRPr lang="en-US" altLang="zh-CN"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r>
                  <a:rPr lang="zh-CN" altLang="en-US"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rPr>
                  <a:t>根据乘法公式</a:t>
                </a:r>
                <a:endParaRPr lang="en-US" altLang="zh-CN"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14:m>
                  <m:oMathPara xmlns:m="http://schemas.openxmlformats.org/officeDocument/2006/math">
                    <m:oMathParaPr>
                      <m:jc m:val="left"/>
                    </m:oMathParaPr>
                    <m:oMath xmlns:m="http://schemas.openxmlformats.org/officeDocument/2006/math">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smtClean="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𝟐</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 = </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𝟐</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600" b="1" i="1" baseline="-25000"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 = </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600" b="1" i="1" dirty="0">
                          <a:solidFill>
                            <a:schemeClr val="tx1"/>
                          </a:solidFill>
                          <a:latin typeface="Cambria Math" panose="02040503050406030204" pitchFamily="18" charset="0"/>
                          <a:ea typeface="KaiTi" panose="02010609060101010101" pitchFamily="49" charset="-122"/>
                          <a:cs typeface="Times New Roman" panose="02020603050405020304" pitchFamily="18" charset="0"/>
                        </a:rPr>
                        <m:t>𝟏𝟓</m:t>
                      </m:r>
                    </m:oMath>
                  </m:oMathPara>
                </a14:m>
                <a:endParaRPr lang="en-US" altLang="zh-CN" sz="2600" b="1" dirty="0">
                  <a:solidFill>
                    <a:schemeClr val="tx1"/>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0A5EFA2B-AB6B-41DA-87BD-74E04D9298F3}"/>
                  </a:ext>
                </a:extLst>
              </p:cNvPr>
              <p:cNvSpPr txBox="1">
                <a:spLocks noRot="1" noChangeAspect="1" noMove="1" noResize="1" noEditPoints="1" noAdjustHandles="1" noChangeArrowheads="1" noChangeShapeType="1" noTextEdit="1"/>
              </p:cNvSpPr>
              <p:nvPr/>
            </p:nvSpPr>
            <p:spPr>
              <a:xfrm>
                <a:off x="490629" y="3213562"/>
                <a:ext cx="8452884" cy="3093154"/>
              </a:xfrm>
              <a:prstGeom prst="rect">
                <a:avLst/>
              </a:prstGeom>
              <a:blipFill>
                <a:blip r:embed="rId3"/>
                <a:stretch>
                  <a:fillRect l="-1199" b="-1224"/>
                </a:stretch>
              </a:blipFill>
            </p:spPr>
            <p:txBody>
              <a:bodyPr/>
              <a:lstStyle/>
              <a:p>
                <a:r>
                  <a:rPr lang="zh-CN" altLang="en-US">
                    <a:noFill/>
                  </a:rPr>
                  <a:t> </a:t>
                </a:r>
              </a:p>
            </p:txBody>
          </p:sp>
        </mc:Fallback>
      </mc:AlternateContent>
      <p:cxnSp>
        <p:nvCxnSpPr>
          <p:cNvPr id="4" name="直线连接符 48">
            <a:extLst>
              <a:ext uri="{FF2B5EF4-FFF2-40B4-BE49-F238E27FC236}">
                <a16:creationId xmlns:a16="http://schemas.microsoft.com/office/drawing/2014/main" id="{42C8EFC5-C01A-DA2E-1AE5-C422B3961CED}"/>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学论网--www.xuelun.me">
            <a:extLst>
              <a:ext uri="{FF2B5EF4-FFF2-40B4-BE49-F238E27FC236}">
                <a16:creationId xmlns:a16="http://schemas.microsoft.com/office/drawing/2014/main" id="{C4A467AD-4B64-4B55-D7D5-3BD6F0CB99FE}"/>
              </a:ext>
            </a:extLst>
          </p:cNvPr>
          <p:cNvSpPr/>
          <p:nvPr/>
        </p:nvSpPr>
        <p:spPr bwMode="auto">
          <a:xfrm>
            <a:off x="3201272" y="128636"/>
            <a:ext cx="3031599"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#2-1</a:t>
            </a:r>
          </a:p>
        </p:txBody>
      </p:sp>
      <p:sp>
        <p:nvSpPr>
          <p:cNvPr id="6" name="文本框 5">
            <a:extLst>
              <a:ext uri="{FF2B5EF4-FFF2-40B4-BE49-F238E27FC236}">
                <a16:creationId xmlns:a16="http://schemas.microsoft.com/office/drawing/2014/main" id="{EA4BD669-AE69-E937-371E-B5FA67CA4B5C}"/>
              </a:ext>
            </a:extLst>
          </p:cNvPr>
          <p:cNvSpPr txBox="1"/>
          <p:nvPr/>
        </p:nvSpPr>
        <p:spPr>
          <a:xfrm>
            <a:off x="490629" y="1087306"/>
            <a:ext cx="8452884" cy="2353658"/>
          </a:xfrm>
          <a:prstGeom prst="rect">
            <a:avLst/>
          </a:prstGeom>
          <a:noFill/>
        </p:spPr>
        <p:txBody>
          <a:bodyPr wrap="square">
            <a:spAutoFit/>
          </a:bodyPr>
          <a:lstStyle/>
          <a:p>
            <a:pPr>
              <a:lnSpc>
                <a:spcPct val="125000"/>
              </a:lnSpc>
              <a:defRPr/>
            </a:pP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一个袋子中有</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10</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个球，其中</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个黑球，</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7</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个白球，先后两次从袋子中各取一球（不放回）</a:t>
            </a:r>
            <a:endPar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defRPr/>
            </a:pP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u="sng"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计算两次取到的均是黑球的</a:t>
            </a:r>
            <a:r>
              <a:rPr kumimoji="0" lang="zh-CN" altLang="en-US" sz="2400" b="1" i="0" u="sng"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概率</a:t>
            </a:r>
            <a:endParaRPr kumimoji="0" lang="en-US" altLang="zh-CN" sz="2400" b="1" i="0" u="sng"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457200" rtl="0" eaLnBrk="1" fontAlgn="auto" latinLnBrk="0" hangingPunct="1">
              <a:lnSpc>
                <a:spcPct val="125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174496"/>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记</a:t>
            </a:r>
            <a:r>
              <a:rPr kumimoji="0" lang="en-US" altLang="zh-CN" sz="2400" b="1" i="1"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0" lang="en-US" altLang="zh-CN" sz="2400" b="1" i="1" u="none" strike="noStrike" kern="1200" cap="none" spc="0" normalizeH="0" baseline="-250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为事件“第</a:t>
            </a:r>
            <a:r>
              <a:rPr kumimoji="0" lang="en-US" altLang="zh-CN" sz="2400" b="1" i="1" u="none" strike="noStrike" kern="120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次取到的是黑球”</a:t>
            </a:r>
            <a:r>
              <a:rPr kumimoji="0" lang="en-US" altLang="zh-CN"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1" i="1" u="none" strike="noStrike" kern="120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400" b="1" i="1"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1, 2)</a:t>
            </a:r>
          </a:p>
        </p:txBody>
      </p:sp>
    </p:spTree>
    <p:extLst>
      <p:ext uri="{BB962C8B-B14F-4D97-AF65-F5344CB8AC3E}">
        <p14:creationId xmlns:p14="http://schemas.microsoft.com/office/powerpoint/2010/main" val="41055324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3D45EF0-E448-4A4A-B485-BCF94E414ABB}"/>
                  </a:ext>
                </a:extLst>
              </p:cNvPr>
              <p:cNvSpPr txBox="1"/>
              <p:nvPr/>
            </p:nvSpPr>
            <p:spPr>
              <a:xfrm>
                <a:off x="0" y="3093874"/>
                <a:ext cx="9284095" cy="3801746"/>
              </a:xfrm>
              <a:prstGeom prst="rect">
                <a:avLst/>
              </a:prstGeom>
              <a:noFill/>
            </p:spPr>
            <p:txBody>
              <a:bodyPr wrap="square" rtlCol="0">
                <a:spAutoFit/>
              </a:bodyPr>
              <a:lstStyle/>
              <a:p>
                <a:pPr>
                  <a:lnSpc>
                    <a:spcPct val="125000"/>
                  </a:lnSpc>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14:m>
                  <m:oMathPara xmlns:m="http://schemas.openxmlformats.org/officeDocument/2006/math">
                    <m:oMathParaPr>
                      <m:jc m:val="left"/>
                    </m:oMathParaPr>
                    <m:oMath xmlns:m="http://schemas.openxmlformats.org/officeDocument/2006/math">
                      <m:r>
                        <a:rPr lang="en-US" altLang="zh-CN" sz="2400" b="1"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𝑷</m:t>
                      </m:r>
                      <m:d>
                        <m:dPr>
                          <m:ctrlPr>
                            <a:rPr lang="en-US" altLang="zh-CN" sz="2400" b="1"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400" b="1"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𝟐</m:t>
                          </m:r>
                        </m:e>
                      </m:d>
                      <m: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d>
                        <m:dPr>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dPr>
                        <m:e>
                          <m:d>
                            <m:dPr>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latin typeface="Cambria Math" panose="02040503050406030204" pitchFamily="18" charset="0"/>
                                      <a:ea typeface="楷体" panose="02010609060101010101" pitchFamily="49" charset="-122"/>
                                      <a:cs typeface="Times New Roman" panose="02020603050405020304" pitchFamily="18" charset="0"/>
                                    </a:rPr>
                                    <m:t>1</m:t>
                                  </m:r>
                                </m:e>
                              </m:acc>
                            </m:e>
                          </m:d>
                          <m: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e>
                      </m:d>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latin typeface="Cambria Math" panose="02040503050406030204" pitchFamily="18" charset="0"/>
                              <a:ea typeface="楷体" panose="02010609060101010101" pitchFamily="49" charset="-122"/>
                              <a:cs typeface="Times New Roman" panose="02020603050405020304" pitchFamily="18" charset="0"/>
                            </a:rPr>
                            <m:t>1</m:t>
                          </m:r>
                        </m:e>
                      </m:acc>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𝑷</m:t>
                      </m:r>
                      <m:d>
                        <m:dPr>
                          <m:ctrlP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𝟐</m:t>
                          </m:r>
                        </m:e>
                      </m:d>
                      <m: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𝑷</m:t>
                      </m:r>
                      <m:d>
                        <m:dPr>
                          <m:ctrlPr>
                            <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ctrlPr>
                        </m:dPr>
                        <m:e>
                          <m:acc>
                            <m:accPr>
                              <m:chr m:val="̅"/>
                              <m:ctrlPr>
                                <a:rPr lang="en-US" altLang="zh-CN" sz="2400" b="1"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1</m:t>
                              </m:r>
                            </m:e>
                          </m:acc>
                          <m:r>
                            <a:rPr lang="en-US" altLang="zh-CN" sz="2400" b="1"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𝟐</m:t>
                          </m:r>
                        </m:e>
                      </m:d>
                    </m:oMath>
                  </m:oMathPara>
                </a14:m>
                <a:endParaRPr lang="en-US" altLang="zh-CN" sz="2400" b="1" i="1" dirty="0">
                  <a:solidFill>
                    <a:schemeClr val="tx1"/>
                  </a:solidFill>
                  <a:latin typeface="Cambria Math" panose="02040503050406030204" pitchFamily="18" charset="0"/>
                  <a:ea typeface="楷体" panose="02010609060101010101" pitchFamily="49" charset="-122"/>
                  <a:cs typeface="Times New Roman" panose="02020603050405020304" pitchFamily="18" charset="0"/>
                </a:endParaRPr>
              </a:p>
              <a:p>
                <a:pPr>
                  <a:lnSpc>
                    <a:spcPct val="125000"/>
                  </a:lnSpc>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14:m>
                  <m:oMathPara xmlns:m="http://schemas.openxmlformats.org/officeDocument/2006/math">
                    <m:oMathParaPr>
                      <m:jc m:val="left"/>
                    </m:oMathParaPr>
                    <m:oMath xmlns:m="http://schemas.openxmlformats.org/officeDocument/2006/math">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 </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 </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acc>
                        <m:accPr>
                          <m:chr m:val="̅"/>
                          <m:ctrlP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latin typeface="Cambria Math" panose="02040503050406030204" pitchFamily="18" charset="0"/>
                              <a:ea typeface="楷体" panose="02010609060101010101" pitchFamily="49" charset="-122"/>
                              <a:cs typeface="Times New Roman" panose="02020603050405020304" pitchFamily="18" charset="0"/>
                            </a:rPr>
                            <m:t>1</m:t>
                          </m:r>
                        </m:e>
                      </m:acc>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14:m>
                  <m:oMathPara xmlns:m="http://schemas.openxmlformats.org/officeDocument/2006/math">
                    <m:oMathParaPr>
                      <m:jc m:val="left"/>
                    </m:oMathParaPr>
                    <m:oMath xmlns:m="http://schemas.openxmlformats.org/officeDocument/2006/math">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              = </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 </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acc>
                        <m:accPr>
                          <m:chr m:val="̅"/>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latin typeface="Cambria Math" panose="02040503050406030204" pitchFamily="18" charset="0"/>
                              <a:ea typeface="楷体" panose="02010609060101010101" pitchFamily="49" charset="-122"/>
                              <a:cs typeface="Times New Roman" panose="02020603050405020304" pitchFamily="18" charset="0"/>
                            </a:rPr>
                            <m:t>1</m:t>
                          </m:r>
                        </m:e>
                      </m:acc>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m:t>
                      </m:r>
                      <m:acc>
                        <m:accPr>
                          <m:chr m:val="̅"/>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latin typeface="Cambria Math" panose="02040503050406030204" pitchFamily="18" charset="0"/>
                              <a:ea typeface="楷体" panose="02010609060101010101" pitchFamily="49" charset="-122"/>
                              <a:cs typeface="Times New Roman" panose="02020603050405020304" pitchFamily="18" charset="0"/>
                            </a:rPr>
                            <m:t>1</m:t>
                          </m:r>
                        </m:e>
                      </m:acc>
                      <m:r>
                        <a:rPr lang="en-US" altLang="zh-CN" sz="2400" b="1" baseline="-25000" dirty="0" smtClean="0">
                          <a:latin typeface="Cambria Math" panose="02040503050406030204" pitchFamily="18" charset="0"/>
                          <a:ea typeface="楷体" panose="02010609060101010101" pitchFamily="49" charset="-122"/>
                          <a:cs typeface="Times New Roman" panose="02020603050405020304" pitchFamily="18" charset="0"/>
                        </a:rPr>
                        <m:t> </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oMath>
                  </m:oMathPara>
                </a14:m>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14:m>
                  <m:oMathPara xmlns:m="http://schemas.openxmlformats.org/officeDocument/2006/math">
                    <m:oMathParaPr>
                      <m:jc m:val="left"/>
                    </m:oMathParaPr>
                    <m:oMath xmlns:m="http://schemas.openxmlformats.org/officeDocument/2006/math">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𝟑</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𝟏𝟎</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acc>
                        <m:accPr>
                          <m:chr m:val="̅"/>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latin typeface="Cambria Math" panose="02040503050406030204" pitchFamily="18" charset="0"/>
                              <a:ea typeface="楷体" panose="02010609060101010101" pitchFamily="49" charset="-122"/>
                              <a:cs typeface="Times New Roman" panose="02020603050405020304" pitchFamily="18" charset="0"/>
                            </a:rPr>
                            <m:t>1</m:t>
                          </m:r>
                        </m:e>
                      </m:acc>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𝟕</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𝟏𝟎</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 </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𝟏</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𝟗</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𝑷</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i="1" baseline="-25000" dirty="0">
                          <a:latin typeface="Cambria Math" panose="02040503050406030204" pitchFamily="18" charset="0"/>
                          <a:ea typeface="楷体" panose="02010609060101010101" pitchFamily="49" charset="-122"/>
                          <a:cs typeface="Times New Roman" panose="02020603050405020304" pitchFamily="18" charset="0"/>
                        </a:rPr>
                        <m:t>𝟐</m:t>
                      </m:r>
                      <m: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t>| </m:t>
                      </m:r>
                      <m:acc>
                        <m:accPr>
                          <m:chr m:val="̅"/>
                          <m:ctrlPr>
                            <a:rPr lang="en-US" altLang="zh-CN" sz="2400" b="1"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𝑨</m:t>
                          </m:r>
                          <m:r>
                            <a:rPr lang="en-US" altLang="zh-CN" sz="2400" b="1" baseline="-25000" dirty="0">
                              <a:latin typeface="Cambria Math" panose="02040503050406030204" pitchFamily="18" charset="0"/>
                              <a:ea typeface="楷体" panose="02010609060101010101" pitchFamily="49" charset="-122"/>
                              <a:cs typeface="Times New Roman" panose="02020603050405020304" pitchFamily="18" charset="0"/>
                            </a:rPr>
                            <m:t>1</m:t>
                          </m:r>
                        </m:e>
                      </m:acc>
                      <m:r>
                        <a:rPr lang="en-US" altLang="zh-CN" sz="2400" b="1" baseline="-25000" dirty="0" smtClean="0">
                          <a:latin typeface="Cambria Math" panose="02040503050406030204" pitchFamily="18" charset="0"/>
                          <a:ea typeface="楷体" panose="02010609060101010101" pitchFamily="49" charset="-122"/>
                          <a:cs typeface="Times New Roman" panose="02020603050405020304" pitchFamily="18" charset="0"/>
                        </a:rPr>
                        <m:t> </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𝟑</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sz="2400" b="1" i="1" dirty="0" smtClean="0">
                          <a:latin typeface="Cambria Math" panose="02040503050406030204" pitchFamily="18" charset="0"/>
                          <a:ea typeface="楷体" panose="02010609060101010101" pitchFamily="49" charset="-122"/>
                          <a:cs typeface="Times New Roman" panose="02020603050405020304" pitchFamily="18" charset="0"/>
                        </a:rPr>
                        <m:t>𝟗</m:t>
                      </m:r>
                    </m:oMath>
                  </m:oMathPara>
                </a14:m>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33D45EF0-E448-4A4A-B485-BCF94E414ABB}"/>
                  </a:ext>
                </a:extLst>
              </p:cNvPr>
              <p:cNvSpPr txBox="1">
                <a:spLocks noRot="1" noChangeAspect="1" noMove="1" noResize="1" noEditPoints="1" noAdjustHandles="1" noChangeArrowheads="1" noChangeShapeType="1" noTextEdit="1"/>
              </p:cNvSpPr>
              <p:nvPr/>
            </p:nvSpPr>
            <p:spPr>
              <a:xfrm>
                <a:off x="0" y="3093874"/>
                <a:ext cx="9284095" cy="3801746"/>
              </a:xfrm>
              <a:prstGeom prst="rect">
                <a:avLst/>
              </a:prstGeom>
              <a:blipFill>
                <a:blip r:embed="rId2"/>
                <a:stretch>
                  <a:fillRect l="-683"/>
                </a:stretch>
              </a:blipFill>
            </p:spPr>
            <p:txBody>
              <a:bodyPr/>
              <a:lstStyle/>
              <a:p>
                <a:r>
                  <a:rPr lang="zh-CN" altLang="en-US">
                    <a:noFill/>
                  </a:rPr>
                  <a:t> </a:t>
                </a:r>
              </a:p>
            </p:txBody>
          </p:sp>
        </mc:Fallback>
      </mc:AlternateContent>
      <p:cxnSp>
        <p:nvCxnSpPr>
          <p:cNvPr id="2" name="直线连接符 48">
            <a:extLst>
              <a:ext uri="{FF2B5EF4-FFF2-40B4-BE49-F238E27FC236}">
                <a16:creationId xmlns:a16="http://schemas.microsoft.com/office/drawing/2014/main" id="{CD523BD2-F1FE-22E4-3A44-363FE9EDF28E}"/>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学论网--www.xuelun.me">
            <a:extLst>
              <a:ext uri="{FF2B5EF4-FFF2-40B4-BE49-F238E27FC236}">
                <a16:creationId xmlns:a16="http://schemas.microsoft.com/office/drawing/2014/main" id="{0E1EFCDA-5088-3929-6637-87BC4A863712}"/>
              </a:ext>
            </a:extLst>
          </p:cNvPr>
          <p:cNvSpPr/>
          <p:nvPr/>
        </p:nvSpPr>
        <p:spPr bwMode="auto">
          <a:xfrm>
            <a:off x="3201272" y="128636"/>
            <a:ext cx="3031599"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#2-2</a:t>
            </a:r>
          </a:p>
        </p:txBody>
      </p:sp>
      <p:sp>
        <p:nvSpPr>
          <p:cNvPr id="4" name="文本框 3">
            <a:extLst>
              <a:ext uri="{FF2B5EF4-FFF2-40B4-BE49-F238E27FC236}">
                <a16:creationId xmlns:a16="http://schemas.microsoft.com/office/drawing/2014/main" id="{74B41EB9-3558-35A4-4681-B39C048E4203}"/>
              </a:ext>
            </a:extLst>
          </p:cNvPr>
          <p:cNvSpPr txBox="1"/>
          <p:nvPr/>
        </p:nvSpPr>
        <p:spPr>
          <a:xfrm>
            <a:off x="490629" y="1087306"/>
            <a:ext cx="8452884" cy="2353658"/>
          </a:xfrm>
          <a:prstGeom prst="rect">
            <a:avLst/>
          </a:prstGeom>
          <a:noFill/>
        </p:spPr>
        <p:txBody>
          <a:bodyPr wrap="square">
            <a:spAutoFit/>
          </a:bodyPr>
          <a:lstStyle/>
          <a:p>
            <a:pPr>
              <a:lnSpc>
                <a:spcPct val="125000"/>
              </a:lnSpc>
              <a:defRPr/>
            </a:pP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一个袋子中有</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10</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个球，其中</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个黑球，</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7</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个白球，先后两次从袋子中各取一球（不放回）</a:t>
            </a:r>
            <a:endPar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defRPr/>
            </a:pP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2400" b="1" i="0" u="none"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400" b="1" i="0" u="sng"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计算</a:t>
            </a:r>
            <a:r>
              <a:rPr lang="zh-CN" altLang="en-US" sz="2400" b="1" u="sng"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第二次取到的是黑球</a:t>
            </a:r>
            <a:r>
              <a:rPr kumimoji="0" lang="zh-CN" altLang="en-US" sz="2400" b="1" i="0" u="sng"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rPr>
              <a:t>的概率</a:t>
            </a:r>
            <a:endParaRPr kumimoji="0" lang="en-US" altLang="zh-CN" sz="2400" b="1" i="0" u="sng" strike="noStrike" kern="1200" cap="none" spc="0" normalizeH="0" baseline="0" noProof="0" dirty="0">
              <a:ln>
                <a:noFill/>
              </a:ln>
              <a:solidFill>
                <a:srgbClr val="031993"/>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457200" rtl="0" eaLnBrk="1" fontAlgn="auto" latinLnBrk="0" hangingPunct="1">
              <a:lnSpc>
                <a:spcPct val="125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174496"/>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0" algn="l" defTabSz="457200" rtl="0" eaLnBrk="1" fontAlgn="auto" latinLnBrk="0" hangingPunct="1">
              <a:lnSpc>
                <a:spcPct val="125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记</a:t>
            </a:r>
            <a:r>
              <a:rPr kumimoji="0" lang="en-US" altLang="zh-CN" sz="2400" b="1" i="1"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0" lang="en-US" altLang="zh-CN" sz="2400" b="1" i="1" u="none" strike="noStrike" kern="1200" cap="none" spc="0" normalizeH="0" baseline="-2500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为事件“第</a:t>
            </a:r>
            <a:r>
              <a:rPr kumimoji="0" lang="en-US" altLang="zh-CN" sz="2400" b="1" i="1" u="none" strike="noStrike" kern="120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次取到的是黑球”</a:t>
            </a:r>
            <a:r>
              <a:rPr kumimoji="0" lang="en-US" altLang="zh-CN"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b="1" i="1" u="none" strike="noStrike" kern="120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400" b="1" i="1"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b="1" i="0" u="none" strike="noStrike" kern="120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1, 2)</a:t>
            </a:r>
          </a:p>
        </p:txBody>
      </p:sp>
    </p:spTree>
    <p:extLst>
      <p:ext uri="{BB962C8B-B14F-4D97-AF65-F5344CB8AC3E}">
        <p14:creationId xmlns:p14="http://schemas.microsoft.com/office/powerpoint/2010/main" val="33951280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1131E15-2D62-4289-B93F-07B65F6829FE}"/>
              </a:ext>
            </a:extLst>
          </p:cNvPr>
          <p:cNvSpPr txBox="1"/>
          <p:nvPr/>
        </p:nvSpPr>
        <p:spPr>
          <a:xfrm>
            <a:off x="173255" y="1125099"/>
            <a:ext cx="8758989" cy="2798843"/>
          </a:xfrm>
          <a:prstGeom prst="rect">
            <a:avLst/>
          </a:prstGeom>
          <a:noFill/>
        </p:spPr>
        <p:txBody>
          <a:bodyPr wrap="square" rtlCol="0">
            <a:spAutoFit/>
          </a:bodyPr>
          <a:lstStyle/>
          <a:p>
            <a:pPr algn="just">
              <a:lnSpc>
                <a:spcPct val="125000"/>
              </a:lnSpc>
            </a:pPr>
            <a:r>
              <a:rPr lang="zh-CN" altLang="en-US" sz="2400" b="1" dirty="0">
                <a:solidFill>
                  <a:srgbClr val="031993"/>
                </a:solidFill>
                <a:latin typeface="KaiTi" panose="02010609060101010101" pitchFamily="49" charset="-122"/>
                <a:ea typeface="KaiTi" panose="02010609060101010101" pitchFamily="49" charset="-122"/>
              </a:rPr>
              <a:t>设某光学仪器厂制造的透镜，第一次落下时打破的概率为</a:t>
            </a:r>
            <a:r>
              <a:rPr lang="en-US" altLang="zh-CN" sz="2400" b="1" dirty="0">
                <a:solidFill>
                  <a:srgbClr val="031993"/>
                </a:solidFill>
                <a:latin typeface="KaiTi" panose="02010609060101010101" pitchFamily="49" charset="-122"/>
                <a:ea typeface="KaiTi" panose="02010609060101010101" pitchFamily="49" charset="-122"/>
              </a:rPr>
              <a:t>1/2</a:t>
            </a:r>
            <a:r>
              <a:rPr lang="zh-CN" altLang="en-US" sz="2400" b="1" dirty="0">
                <a:solidFill>
                  <a:srgbClr val="031993"/>
                </a:solidFill>
                <a:latin typeface="KaiTi" panose="02010609060101010101" pitchFamily="49" charset="-122"/>
                <a:ea typeface="KaiTi" panose="02010609060101010101" pitchFamily="49" charset="-122"/>
              </a:rPr>
              <a:t>；若第一次落下未打破，第二次落下打破的概率为</a:t>
            </a:r>
            <a:r>
              <a:rPr lang="en-US" altLang="zh-CN" sz="2400" b="1" dirty="0">
                <a:solidFill>
                  <a:srgbClr val="031993"/>
                </a:solidFill>
                <a:latin typeface="KaiTi" panose="02010609060101010101" pitchFamily="49" charset="-122"/>
                <a:ea typeface="KaiTi" panose="02010609060101010101" pitchFamily="49" charset="-122"/>
              </a:rPr>
              <a:t>7/10</a:t>
            </a:r>
            <a:r>
              <a:rPr lang="zh-CN" altLang="en-US" sz="2400" b="1" dirty="0">
                <a:solidFill>
                  <a:srgbClr val="031993"/>
                </a:solidFill>
                <a:latin typeface="KaiTi" panose="02010609060101010101" pitchFamily="49" charset="-122"/>
                <a:ea typeface="KaiTi" panose="02010609060101010101" pitchFamily="49" charset="-122"/>
              </a:rPr>
              <a:t>；若前两次落下未打破，第三次落下打破的概率为</a:t>
            </a:r>
            <a:r>
              <a:rPr lang="en-US" altLang="zh-CN" sz="2400" b="1" dirty="0">
                <a:solidFill>
                  <a:srgbClr val="031993"/>
                </a:solidFill>
                <a:latin typeface="KaiTi" panose="02010609060101010101" pitchFamily="49" charset="-122"/>
                <a:ea typeface="KaiTi" panose="02010609060101010101" pitchFamily="49" charset="-122"/>
              </a:rPr>
              <a:t>9/10</a:t>
            </a:r>
            <a:r>
              <a:rPr lang="zh-CN" altLang="en-US" sz="2400" b="1" dirty="0">
                <a:solidFill>
                  <a:srgbClr val="031993"/>
                </a:solidFill>
                <a:latin typeface="KaiTi" panose="02010609060101010101" pitchFamily="49" charset="-122"/>
                <a:ea typeface="KaiTi" panose="02010609060101010101" pitchFamily="49" charset="-122"/>
              </a:rPr>
              <a:t>。计算透镜落下三次而未打破的概率。</a:t>
            </a:r>
            <a:endParaRPr lang="en-US" altLang="zh-CN" sz="2400" b="1" dirty="0">
              <a:solidFill>
                <a:srgbClr val="031993"/>
              </a:solidFill>
              <a:latin typeface="KaiTi" panose="02010609060101010101" pitchFamily="49" charset="-122"/>
              <a:ea typeface="KaiTi" panose="02010609060101010101" pitchFamily="49" charset="-122"/>
            </a:endParaRPr>
          </a:p>
          <a:p>
            <a:pPr>
              <a:lnSpc>
                <a:spcPct val="125000"/>
              </a:lnSpc>
            </a:pPr>
            <a:endParaRPr lang="en-US" altLang="zh-CN" sz="2400" b="1" dirty="0">
              <a:latin typeface="KaiTi" panose="02010609060101010101" pitchFamily="49" charset="-122"/>
              <a:ea typeface="KaiTi" panose="02010609060101010101" pitchFamily="49" charset="-122"/>
            </a:endParaRPr>
          </a:p>
          <a:p>
            <a:pPr>
              <a:lnSpc>
                <a:spcPct val="125000"/>
              </a:lnSpc>
            </a:pPr>
            <a:endParaRPr lang="en-US" altLang="zh-CN" sz="2400" b="1" dirty="0">
              <a:solidFill>
                <a:srgbClr val="C00000"/>
              </a:solidFill>
              <a:latin typeface="KaiTi" panose="02010609060101010101" pitchFamily="49" charset="-122"/>
              <a:ea typeface="KaiTi" panose="02010609060101010101" pitchFamily="49" charset="-122"/>
            </a:endParaRPr>
          </a:p>
        </p:txBody>
      </p:sp>
      <p:cxnSp>
        <p:nvCxnSpPr>
          <p:cNvPr id="2" name="直线连接符 48">
            <a:extLst>
              <a:ext uri="{FF2B5EF4-FFF2-40B4-BE49-F238E27FC236}">
                <a16:creationId xmlns:a16="http://schemas.microsoft.com/office/drawing/2014/main" id="{616DA9A9-9C53-E37D-3182-5796EA8181A1}"/>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学论网--www.xuelun.me">
            <a:extLst>
              <a:ext uri="{FF2B5EF4-FFF2-40B4-BE49-F238E27FC236}">
                <a16:creationId xmlns:a16="http://schemas.microsoft.com/office/drawing/2014/main" id="{D9F6BAFA-C55A-1675-2276-B4A38CF20785}"/>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#3</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202FF1D-698A-515D-5AFF-6B1591CD6F05}"/>
                  </a:ext>
                </a:extLst>
              </p:cNvPr>
              <p:cNvSpPr txBox="1"/>
              <p:nvPr/>
            </p:nvSpPr>
            <p:spPr>
              <a:xfrm>
                <a:off x="211756" y="3261353"/>
                <a:ext cx="8281555" cy="965714"/>
              </a:xfrm>
              <a:prstGeom prst="rect">
                <a:avLst/>
              </a:prstGeom>
              <a:noFill/>
            </p:spPr>
            <p:txBody>
              <a:bodyPr wrap="square">
                <a:spAutoFit/>
              </a:bodyPr>
              <a:lstStyle/>
              <a:p>
                <a:pPr lvl="0">
                  <a:lnSpc>
                    <a:spcPct val="125000"/>
                  </a:lnSpc>
                </a:pPr>
                <a:r>
                  <a:rPr lang="zh-CN" altLang="en-US" sz="2400" b="1" dirty="0">
                    <a:solidFill>
                      <a:srgbClr val="C00000"/>
                    </a:solidFill>
                    <a:latin typeface="KaiTi" panose="02010609060101010101" pitchFamily="49" charset="-122"/>
                    <a:ea typeface="KaiTi" panose="02010609060101010101" pitchFamily="49" charset="-122"/>
                  </a:rPr>
                  <a:t>以</a:t>
                </a:r>
                <a14:m>
                  <m:oMath xmlns:m="http://schemas.openxmlformats.org/officeDocument/2006/math">
                    <m:r>
                      <a:rPr lang="en-US" altLang="zh-CN" sz="2400" b="1" i="1" dirty="0">
                        <a:solidFill>
                          <a:srgbClr val="C00000"/>
                        </a:solidFill>
                        <a:latin typeface="Cambria Math" panose="02040503050406030204" pitchFamily="18" charset="0"/>
                        <a:ea typeface="KaiTi" panose="02010609060101010101" pitchFamily="49" charset="-122"/>
                      </a:rPr>
                      <m:t>𝑨</m:t>
                    </m:r>
                    <m:r>
                      <a:rPr lang="en-US" altLang="zh-CN" sz="2400" b="1" i="1" baseline="-25000" dirty="0">
                        <a:solidFill>
                          <a:srgbClr val="C00000"/>
                        </a:solidFill>
                        <a:latin typeface="Cambria Math" panose="02040503050406030204" pitchFamily="18" charset="0"/>
                        <a:ea typeface="KaiTi" panose="02010609060101010101" pitchFamily="49" charset="-122"/>
                      </a:rPr>
                      <m:t>𝒊</m:t>
                    </m:r>
                    <m:r>
                      <a:rPr lang="en-US" altLang="zh-CN" sz="2400" b="1" i="1" baseline="-25000" dirty="0">
                        <a:solidFill>
                          <a:srgbClr val="C00000"/>
                        </a:solidFill>
                        <a:latin typeface="Cambria Math" panose="02040503050406030204" pitchFamily="18" charset="0"/>
                        <a:ea typeface="KaiTi" panose="02010609060101010101" pitchFamily="49" charset="-122"/>
                      </a:rPr>
                      <m:t>   ,</m:t>
                    </m:r>
                    <m:r>
                      <a:rPr lang="en-US" altLang="zh-CN" sz="2400" b="1" i="1" dirty="0">
                        <a:solidFill>
                          <a:srgbClr val="C00000"/>
                        </a:solidFill>
                        <a:latin typeface="Cambria Math" panose="02040503050406030204" pitchFamily="18" charset="0"/>
                        <a:ea typeface="KaiTi" panose="02010609060101010101" pitchFamily="49" charset="-122"/>
                      </a:rPr>
                      <m:t>𝒊</m:t>
                    </m:r>
                    <m:r>
                      <a:rPr lang="en-US" altLang="zh-CN" sz="2400" b="1" i="1" dirty="0">
                        <a:solidFill>
                          <a:srgbClr val="C00000"/>
                        </a:solidFill>
                        <a:latin typeface="Cambria Math" panose="02040503050406030204" pitchFamily="18" charset="0"/>
                        <a:ea typeface="KaiTi" panose="02010609060101010101" pitchFamily="49" charset="-122"/>
                      </a:rPr>
                      <m:t>=</m:t>
                    </m:r>
                    <m:r>
                      <a:rPr lang="en-US" altLang="zh-CN" sz="2400" b="1" i="1" dirty="0">
                        <a:solidFill>
                          <a:srgbClr val="C00000"/>
                        </a:solidFill>
                        <a:latin typeface="Cambria Math" panose="02040503050406030204" pitchFamily="18" charset="0"/>
                        <a:ea typeface="KaiTi" panose="02010609060101010101" pitchFamily="49" charset="-122"/>
                      </a:rPr>
                      <m:t>𝟏</m:t>
                    </m:r>
                    <m:r>
                      <a:rPr lang="en-US" altLang="zh-CN" sz="2400" b="1" i="1" dirty="0">
                        <a:solidFill>
                          <a:srgbClr val="C00000"/>
                        </a:solidFill>
                        <a:latin typeface="Cambria Math" panose="02040503050406030204" pitchFamily="18" charset="0"/>
                        <a:ea typeface="KaiTi" panose="02010609060101010101" pitchFamily="49" charset="-122"/>
                      </a:rPr>
                      <m:t>, </m:t>
                    </m:r>
                    <m:r>
                      <a:rPr lang="en-US" altLang="zh-CN" sz="2400" b="1" i="1" dirty="0">
                        <a:solidFill>
                          <a:srgbClr val="C00000"/>
                        </a:solidFill>
                        <a:latin typeface="Cambria Math" panose="02040503050406030204" pitchFamily="18" charset="0"/>
                        <a:ea typeface="KaiTi" panose="02010609060101010101" pitchFamily="49" charset="-122"/>
                      </a:rPr>
                      <m:t>𝟐</m:t>
                    </m:r>
                    <m:r>
                      <a:rPr lang="en-US" altLang="zh-CN" sz="2400" b="1" i="1" dirty="0">
                        <a:solidFill>
                          <a:srgbClr val="C00000"/>
                        </a:solidFill>
                        <a:latin typeface="Cambria Math" panose="02040503050406030204" pitchFamily="18" charset="0"/>
                        <a:ea typeface="KaiTi" panose="02010609060101010101" pitchFamily="49" charset="-122"/>
                      </a:rPr>
                      <m:t>, </m:t>
                    </m:r>
                    <m:r>
                      <a:rPr lang="en-US" altLang="zh-CN" sz="2400" b="1" i="1" dirty="0">
                        <a:solidFill>
                          <a:srgbClr val="C00000"/>
                        </a:solidFill>
                        <a:latin typeface="Cambria Math" panose="02040503050406030204" pitchFamily="18" charset="0"/>
                        <a:ea typeface="KaiTi" panose="02010609060101010101" pitchFamily="49" charset="-122"/>
                      </a:rPr>
                      <m:t>𝟑</m:t>
                    </m:r>
                  </m:oMath>
                </a14:m>
                <a:r>
                  <a:rPr lang="zh-CN" altLang="en-US" sz="2400" b="1" dirty="0">
                    <a:solidFill>
                      <a:srgbClr val="C00000"/>
                    </a:solidFill>
                    <a:latin typeface="KaiTi" panose="02010609060101010101" pitchFamily="49" charset="-122"/>
                    <a:ea typeface="KaiTi" panose="02010609060101010101" pitchFamily="49" charset="-122"/>
                  </a:rPr>
                  <a:t>表示事件“透镜第</a:t>
                </a:r>
                <a14:m>
                  <m:oMath xmlns:m="http://schemas.openxmlformats.org/officeDocument/2006/math">
                    <m:r>
                      <a:rPr lang="en-US" altLang="zh-CN" sz="2400" b="1" i="1" dirty="0">
                        <a:solidFill>
                          <a:srgbClr val="C00000"/>
                        </a:solidFill>
                        <a:latin typeface="Cambria Math" panose="02040503050406030204" pitchFamily="18" charset="0"/>
                        <a:ea typeface="KaiTi" panose="02010609060101010101" pitchFamily="49" charset="-122"/>
                      </a:rPr>
                      <m:t>𝒊</m:t>
                    </m:r>
                  </m:oMath>
                </a14:m>
                <a:r>
                  <a:rPr lang="zh-CN" altLang="en-US" sz="2400" b="1" dirty="0">
                    <a:solidFill>
                      <a:srgbClr val="C00000"/>
                    </a:solidFill>
                    <a:latin typeface="KaiTi" panose="02010609060101010101" pitchFamily="49" charset="-122"/>
                    <a:ea typeface="KaiTi" panose="02010609060101010101" pitchFamily="49" charset="-122"/>
                  </a:rPr>
                  <a:t>次落下打破”，以事件</a:t>
                </a:r>
                <a14:m>
                  <m:oMath xmlns:m="http://schemas.openxmlformats.org/officeDocument/2006/math">
                    <m:r>
                      <a:rPr lang="en-US" altLang="zh-CN" sz="2400" b="1" i="1" dirty="0">
                        <a:solidFill>
                          <a:srgbClr val="C00000"/>
                        </a:solidFill>
                        <a:latin typeface="Cambria Math" panose="02040503050406030204" pitchFamily="18" charset="0"/>
                        <a:ea typeface="KaiTi" panose="02010609060101010101" pitchFamily="49" charset="-122"/>
                      </a:rPr>
                      <m:t>𝑩</m:t>
                    </m:r>
                  </m:oMath>
                </a14:m>
                <a:r>
                  <a:rPr lang="zh-CN" altLang="en-US" sz="2400" b="1" dirty="0">
                    <a:solidFill>
                      <a:srgbClr val="C00000"/>
                    </a:solidFill>
                    <a:latin typeface="KaiTi" panose="02010609060101010101" pitchFamily="49" charset="-122"/>
                    <a:ea typeface="KaiTi" panose="02010609060101010101" pitchFamily="49" charset="-122"/>
                  </a:rPr>
                  <a:t>表示“透镜落下三次而未打破”，</a:t>
                </a:r>
                <a:endParaRPr lang="en-US" altLang="zh-CN" sz="2400" b="1" dirty="0">
                  <a:solidFill>
                    <a:srgbClr val="C00000"/>
                  </a:solidFill>
                  <a:latin typeface="KaiTi" panose="02010609060101010101" pitchFamily="49" charset="-122"/>
                  <a:ea typeface="KaiTi" panose="02010609060101010101" pitchFamily="49" charset="-122"/>
                </a:endParaRPr>
              </a:p>
            </p:txBody>
          </p:sp>
        </mc:Choice>
        <mc:Fallback xmlns="">
          <p:sp>
            <p:nvSpPr>
              <p:cNvPr id="6" name="文本框 5">
                <a:extLst>
                  <a:ext uri="{FF2B5EF4-FFF2-40B4-BE49-F238E27FC236}">
                    <a16:creationId xmlns:a16="http://schemas.microsoft.com/office/drawing/2014/main" id="{1202FF1D-698A-515D-5AFF-6B1591CD6F05}"/>
                  </a:ext>
                </a:extLst>
              </p:cNvPr>
              <p:cNvSpPr txBox="1">
                <a:spLocks noRot="1" noChangeAspect="1" noMove="1" noResize="1" noEditPoints="1" noAdjustHandles="1" noChangeArrowheads="1" noChangeShapeType="1" noTextEdit="1"/>
              </p:cNvSpPr>
              <p:nvPr/>
            </p:nvSpPr>
            <p:spPr>
              <a:xfrm>
                <a:off x="211756" y="3261353"/>
                <a:ext cx="8281555" cy="965714"/>
              </a:xfrm>
              <a:prstGeom prst="rect">
                <a:avLst/>
              </a:prstGeom>
              <a:blipFill>
                <a:blip r:embed="rId2"/>
                <a:stretch>
                  <a:fillRect l="-1072" t="-2597" b="-129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86DB219-F32B-F601-5E08-7C33E6C567FD}"/>
                  </a:ext>
                </a:extLst>
              </p:cNvPr>
              <p:cNvSpPr txBox="1"/>
              <p:nvPr/>
            </p:nvSpPr>
            <p:spPr>
              <a:xfrm>
                <a:off x="290945" y="4755582"/>
                <a:ext cx="8641299" cy="1719189"/>
              </a:xfrm>
              <a:prstGeom prst="rect">
                <a:avLst/>
              </a:prstGeom>
              <a:noFill/>
            </p:spPr>
            <p:txBody>
              <a:bodyPr wrap="square">
                <a:spAutoFit/>
              </a:bodyPr>
              <a:lstStyle/>
              <a:p>
                <a:pPr lvl="0">
                  <a:lnSpc>
                    <a:spcPct val="125000"/>
                  </a:lnSpc>
                </a:pPr>
                <a14:m>
                  <m:oMathPara xmlns:m="http://schemas.openxmlformats.org/officeDocument/2006/math">
                    <m:oMathParaPr>
                      <m:jc m:val="left"/>
                    </m:oMathParaPr>
                    <m:oMath xmlns:m="http://schemas.openxmlformats.org/officeDocument/2006/math">
                      <m:r>
                        <a:rPr lang="en-US" altLang="zh-CN" sz="2400" b="1" i="1" dirty="0">
                          <a:solidFill>
                            <a:prstClr val="black"/>
                          </a:solidFill>
                          <a:latin typeface="Cambria Math" panose="02040503050406030204" pitchFamily="18" charset="0"/>
                          <a:ea typeface="KaiTi" panose="02010609060101010101" pitchFamily="49" charset="-122"/>
                        </a:rPr>
                        <m:t>𝑩</m:t>
                      </m:r>
                      <m:r>
                        <a:rPr lang="en-US" altLang="zh-CN" sz="2400" b="1" i="1" dirty="0">
                          <a:solidFill>
                            <a:prstClr val="black"/>
                          </a:solidFill>
                          <a:latin typeface="Cambria Math" panose="02040503050406030204" pitchFamily="18" charset="0"/>
                          <a:ea typeface="KaiTi" panose="02010609060101010101" pitchFamily="49" charset="-122"/>
                        </a:rPr>
                        <m:t> =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𝐀</m:t>
                          </m:r>
                          <m:r>
                            <a:rPr lang="en-US" altLang="zh-CN" sz="2400" b="1" i="1" baseline="-25000" dirty="0">
                              <a:solidFill>
                                <a:prstClr val="black"/>
                              </a:solidFill>
                              <a:latin typeface="Cambria Math" panose="02040503050406030204" pitchFamily="18" charset="0"/>
                            </a:rPr>
                            <m:t>𝟏</m:t>
                          </m:r>
                        </m:e>
                      </m:acc>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𝐀</m:t>
                          </m:r>
                          <m:r>
                            <a:rPr lang="en-US" altLang="zh-CN" sz="2400" b="1" i="1" baseline="-25000" dirty="0">
                              <a:solidFill>
                                <a:prstClr val="black"/>
                              </a:solidFill>
                              <a:latin typeface="Cambria Math" panose="02040503050406030204" pitchFamily="18" charset="0"/>
                            </a:rPr>
                            <m:t>𝟐</m:t>
                          </m:r>
                        </m:e>
                      </m:acc>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𝐀</m:t>
                          </m:r>
                          <m:r>
                            <a:rPr lang="en-US" altLang="zh-CN" sz="2400" b="1" i="1" baseline="-25000" dirty="0">
                              <a:solidFill>
                                <a:prstClr val="black"/>
                              </a:solidFill>
                              <a:latin typeface="Cambria Math" panose="02040503050406030204" pitchFamily="18" charset="0"/>
                            </a:rPr>
                            <m:t>𝟑</m:t>
                          </m:r>
                        </m:e>
                      </m:acc>
                    </m:oMath>
                  </m:oMathPara>
                </a14:m>
                <a:endParaRPr lang="en-US" altLang="zh-CN" sz="2400" b="1" dirty="0">
                  <a:solidFill>
                    <a:prstClr val="black"/>
                  </a:solidFill>
                  <a:latin typeface="KaiTi" panose="02010609060101010101" pitchFamily="49" charset="-122"/>
                  <a:ea typeface="KaiTi" panose="02010609060101010101" pitchFamily="49" charset="-122"/>
                </a:endParaRPr>
              </a:p>
              <a:p>
                <a:pPr lvl="0">
                  <a:lnSpc>
                    <a:spcPct val="125000"/>
                  </a:lnSpc>
                </a:pPr>
                <a14:m>
                  <m:oMathPara xmlns:m="http://schemas.openxmlformats.org/officeDocument/2006/math">
                    <m:oMathParaPr>
                      <m:jc m:val="left"/>
                    </m:oMathParaPr>
                    <m:oMath xmlns:m="http://schemas.openxmlformats.org/officeDocument/2006/math">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𝑩</m:t>
                      </m:r>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𝟏</m:t>
                          </m:r>
                        </m:e>
                      </m:acc>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𝟐</m:t>
                          </m:r>
                        </m:e>
                      </m:acc>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𝟑</m:t>
                          </m:r>
                        </m:e>
                      </m:acc>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𝟏</m:t>
                          </m:r>
                        </m:e>
                      </m:acc>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𝟐</m:t>
                          </m:r>
                        </m:e>
                      </m:acc>
                      <m:r>
                        <a:rPr lang="en-US" altLang="zh-CN" sz="2400" b="1" i="1" dirty="0">
                          <a:solidFill>
                            <a:prstClr val="black"/>
                          </a:solidFill>
                          <a:latin typeface="Cambria Math" panose="02040503050406030204" pitchFamily="18" charset="0"/>
                          <a:ea typeface="KaiTi" panose="02010609060101010101" pitchFamily="49" charset="-122"/>
                        </a:rPr>
                        <m:t> | </m:t>
                      </m:r>
                      <m:acc>
                        <m:accPr>
                          <m:chr m:val="̅"/>
                          <m:ctrlPr>
                            <a:rPr lang="en-US" altLang="zh-CN" sz="2400" b="1" i="1" dirty="0">
                              <a:solidFill>
                                <a:prstClr val="black"/>
                              </a:solidFill>
                              <a:latin typeface="Cambria Math" panose="02040503050406030204" pitchFamily="18" charset="0"/>
                            </a:rPr>
                          </m:ctrlPr>
                        </m:accPr>
                        <m:e>
                          <m:r>
                            <a:rPr lang="en-US" altLang="zh-CN" sz="2400" b="1" dirty="0">
                              <a:solidFill>
                                <a:prstClr val="black"/>
                              </a:solidFill>
                              <a:latin typeface="Cambria Math" panose="02040503050406030204" pitchFamily="18" charset="0"/>
                            </a:rPr>
                            <m:t> </m:t>
                          </m:r>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𝟏</m:t>
                          </m:r>
                        </m:e>
                      </m:acc>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𝟑</m:t>
                          </m:r>
                        </m:e>
                      </m:acc>
                      <m:r>
                        <a:rPr lang="en-US" altLang="zh-CN" sz="2400" b="1" i="1" dirty="0">
                          <a:solidFill>
                            <a:prstClr val="black"/>
                          </a:solidFill>
                          <a:latin typeface="Cambria Math" panose="02040503050406030204" pitchFamily="18" charset="0"/>
                          <a:ea typeface="KaiTi" panose="02010609060101010101" pitchFamily="49" charset="-122"/>
                        </a:rPr>
                        <m:t> |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𝟏</m:t>
                          </m:r>
                        </m:e>
                      </m:acc>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𝟐</m:t>
                          </m:r>
                        </m:e>
                      </m:acc>
                      <m:r>
                        <a:rPr lang="en-US" altLang="zh-CN" sz="2400" b="1" i="1" dirty="0">
                          <a:solidFill>
                            <a:prstClr val="black"/>
                          </a:solidFill>
                          <a:latin typeface="Cambria Math" panose="02040503050406030204" pitchFamily="18" charset="0"/>
                          <a:ea typeface="KaiTi" panose="02010609060101010101" pitchFamily="49" charset="-122"/>
                        </a:rPr>
                        <m:t>) =</m:t>
                      </m:r>
                    </m:oMath>
                  </m:oMathPara>
                </a14:m>
                <a:endParaRPr lang="en-US" altLang="zh-CN" sz="2400" b="1" dirty="0">
                  <a:solidFill>
                    <a:prstClr val="black"/>
                  </a:solidFill>
                  <a:latin typeface="KaiTi" panose="02010609060101010101" pitchFamily="49" charset="-122"/>
                  <a:ea typeface="KaiTi" panose="02010609060101010101" pitchFamily="49" charset="-122"/>
                </a:endParaRPr>
              </a:p>
              <a:p>
                <a:pPr lvl="0">
                  <a:lnSpc>
                    <a:spcPct val="125000"/>
                  </a:lnSpc>
                </a:pPr>
                <a:r>
                  <a:rPr lang="en-US" altLang="zh-CN" sz="2400" b="1" dirty="0">
                    <a:solidFill>
                      <a:prstClr val="black"/>
                    </a:solidFill>
                    <a:latin typeface="KaiTi" panose="02010609060101010101" pitchFamily="49" charset="-122"/>
                    <a:ea typeface="KaiTi" panose="02010609060101010101" pitchFamily="49" charset="-122"/>
                  </a:rPr>
                  <a:t>					 </a:t>
                </a:r>
                <a:r>
                  <a:rPr lang="en-US" altLang="zh-CN" sz="2400" b="1" dirty="0">
                    <a:solidFill>
                      <a:prstClr val="black"/>
                    </a:solidFill>
                    <a:latin typeface="Times New Roman" panose="02020603050405020304" pitchFamily="18" charset="0"/>
                    <a:ea typeface="KaiTi" panose="02010609060101010101" pitchFamily="49" charset="-122"/>
                    <a:cs typeface="Times New Roman" panose="02020603050405020304" pitchFamily="18" charset="0"/>
                  </a:rPr>
                  <a:t>(1− </a:t>
                </a:r>
                <a14:m>
                  <m:oMath xmlns:m="http://schemas.openxmlformats.org/officeDocument/2006/math">
                    <m:f>
                      <m:fPr>
                        <m:ctrlPr>
                          <a:rPr lang="en-US" altLang="zh-CN" sz="2400" b="1" i="1">
                            <a:solidFill>
                              <a:prstClr val="black"/>
                            </a:solidFill>
                            <a:latin typeface="Cambria Math" panose="02040503050406030204" pitchFamily="18" charset="0"/>
                          </a:rPr>
                        </m:ctrlPr>
                      </m:fPr>
                      <m:num>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1</m:t>
                        </m:r>
                      </m:num>
                      <m:den>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2</m:t>
                        </m:r>
                      </m:den>
                    </m:f>
                  </m:oMath>
                </a14:m>
                <a:r>
                  <a:rPr lang="en-US" altLang="zh-CN" sz="2400" b="1" dirty="0">
                    <a:solidFill>
                      <a:prstClr val="black"/>
                    </a:solidFill>
                    <a:latin typeface="Times New Roman" panose="02020603050405020304" pitchFamily="18" charset="0"/>
                    <a:ea typeface="KaiTi" panose="02010609060101010101" pitchFamily="49" charset="-122"/>
                    <a:cs typeface="Times New Roman" panose="02020603050405020304" pitchFamily="18" charset="0"/>
                  </a:rPr>
                  <a:t>) (1− </a:t>
                </a:r>
                <a14:m>
                  <m:oMath xmlns:m="http://schemas.openxmlformats.org/officeDocument/2006/math">
                    <m:f>
                      <m:fPr>
                        <m:ctrlPr>
                          <a:rPr lang="en-US" altLang="zh-CN" sz="2400" b="1" i="1">
                            <a:solidFill>
                              <a:prstClr val="black"/>
                            </a:solidFill>
                            <a:latin typeface="Cambria Math" panose="02040503050406030204" pitchFamily="18" charset="0"/>
                          </a:rPr>
                        </m:ctrlPr>
                      </m:fPr>
                      <m:num>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7</m:t>
                        </m:r>
                      </m:num>
                      <m:den>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10</m:t>
                        </m:r>
                      </m:den>
                    </m:f>
                  </m:oMath>
                </a14:m>
                <a:r>
                  <a:rPr lang="en-US" altLang="zh-CN" sz="2400" b="1" dirty="0">
                    <a:solidFill>
                      <a:prstClr val="black"/>
                    </a:solidFill>
                    <a:latin typeface="Times New Roman" panose="02020603050405020304" pitchFamily="18" charset="0"/>
                    <a:ea typeface="KaiTi" panose="02010609060101010101" pitchFamily="49" charset="-122"/>
                    <a:cs typeface="Times New Roman" panose="02020603050405020304" pitchFamily="18" charset="0"/>
                  </a:rPr>
                  <a:t>) (1− </a:t>
                </a:r>
                <a14:m>
                  <m:oMath xmlns:m="http://schemas.openxmlformats.org/officeDocument/2006/math">
                    <m:f>
                      <m:fPr>
                        <m:ctrlPr>
                          <a:rPr lang="en-US" altLang="zh-CN" sz="2400" b="1" i="1">
                            <a:solidFill>
                              <a:prstClr val="black"/>
                            </a:solidFill>
                            <a:latin typeface="Cambria Math" panose="02040503050406030204" pitchFamily="18" charset="0"/>
                          </a:rPr>
                        </m:ctrlPr>
                      </m:fPr>
                      <m:num>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9</m:t>
                        </m:r>
                      </m:num>
                      <m:den>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10</m:t>
                        </m:r>
                      </m:den>
                    </m:f>
                  </m:oMath>
                </a14:m>
                <a:r>
                  <a:rPr lang="en-US" altLang="zh-CN" sz="2400" b="1" dirty="0">
                    <a:solidFill>
                      <a:prstClr val="black"/>
                    </a:solidFill>
                    <a:latin typeface="Times New Roman" panose="02020603050405020304" pitchFamily="18" charset="0"/>
                    <a:ea typeface="KaiTi" panose="02010609060101010101" pitchFamily="49" charset="-122"/>
                    <a:cs typeface="Times New Roman" panose="02020603050405020304" pitchFamily="18" charset="0"/>
                  </a:rPr>
                  <a:t>) = </a:t>
                </a:r>
                <a14:m>
                  <m:oMath xmlns:m="http://schemas.openxmlformats.org/officeDocument/2006/math">
                    <m:f>
                      <m:fPr>
                        <m:ctrlPr>
                          <a:rPr lang="en-US" altLang="zh-CN" sz="2400" b="1" i="1">
                            <a:solidFill>
                              <a:prstClr val="black"/>
                            </a:solidFill>
                            <a:latin typeface="Cambria Math" panose="02040503050406030204" pitchFamily="18" charset="0"/>
                          </a:rPr>
                        </m:ctrlPr>
                      </m:fPr>
                      <m:num>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3</m:t>
                        </m:r>
                      </m:num>
                      <m:den>
                        <m:r>
                          <m:rPr>
                            <m:nor/>
                          </m:rPr>
                          <a:rPr lang="en-US" altLang="zh-CN" sz="2400" b="1">
                            <a:solidFill>
                              <a:prstClr val="black"/>
                            </a:solidFill>
                            <a:latin typeface="Times New Roman" panose="02020603050405020304" pitchFamily="18" charset="0"/>
                            <a:ea typeface="KaiTi" panose="02010609060101010101" pitchFamily="49" charset="-122"/>
                            <a:cs typeface="Times New Roman" panose="02020603050405020304" pitchFamily="18" charset="0"/>
                          </a:rPr>
                          <m:t>200</m:t>
                        </m:r>
                      </m:den>
                    </m:f>
                  </m:oMath>
                </a14:m>
                <a:endParaRPr lang="zh-CN" altLang="en-US" sz="2400" b="1" dirty="0">
                  <a:solidFill>
                    <a:prstClr val="black"/>
                  </a:solidFill>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586DB219-F32B-F601-5E08-7C33E6C567FD}"/>
                  </a:ext>
                </a:extLst>
              </p:cNvPr>
              <p:cNvSpPr txBox="1">
                <a:spLocks noRot="1" noChangeAspect="1" noMove="1" noResize="1" noEditPoints="1" noAdjustHandles="1" noChangeArrowheads="1" noChangeShapeType="1" noTextEdit="1"/>
              </p:cNvSpPr>
              <p:nvPr/>
            </p:nvSpPr>
            <p:spPr>
              <a:xfrm>
                <a:off x="290945" y="4755582"/>
                <a:ext cx="8641299" cy="1719189"/>
              </a:xfrm>
              <a:prstGeom prst="rect">
                <a:avLst/>
              </a:prstGeom>
              <a:blipFill>
                <a:blip r:embed="rId3"/>
                <a:stretch>
                  <a:fillRect l="-147" b="-22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09181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3D320E0-2173-446D-B687-BE90E23A7123}"/>
              </a:ext>
            </a:extLst>
          </p:cNvPr>
          <p:cNvPicPr>
            <a:picLocks noChangeAspect="1"/>
          </p:cNvPicPr>
          <p:nvPr/>
        </p:nvPicPr>
        <p:blipFill>
          <a:blip r:embed="rId2"/>
          <a:stretch>
            <a:fillRect/>
          </a:stretch>
        </p:blipFill>
        <p:spPr>
          <a:xfrm>
            <a:off x="1634280" y="3429000"/>
            <a:ext cx="5151019" cy="3062177"/>
          </a:xfrm>
          <a:prstGeom prst="rect">
            <a:avLst/>
          </a:prstGeom>
        </p:spPr>
      </p:pic>
      <p:cxnSp>
        <p:nvCxnSpPr>
          <p:cNvPr id="2" name="直线连接符 48">
            <a:extLst>
              <a:ext uri="{FF2B5EF4-FFF2-40B4-BE49-F238E27FC236}">
                <a16:creationId xmlns:a16="http://schemas.microsoft.com/office/drawing/2014/main" id="{0A016F10-9D13-1668-6029-7AFF7D64688D}"/>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D8FDCFAE-5ADB-21B7-5223-61AC9F465054}"/>
              </a:ext>
            </a:extLst>
          </p:cNvPr>
          <p:cNvSpPr txBox="1"/>
          <p:nvPr/>
        </p:nvSpPr>
        <p:spPr>
          <a:xfrm>
            <a:off x="332919" y="1087306"/>
            <a:ext cx="8357936" cy="1890326"/>
          </a:xfrm>
          <a:prstGeom prst="rect">
            <a:avLst/>
          </a:prstGeom>
          <a:noFill/>
        </p:spPr>
        <p:txBody>
          <a:bodyPr wrap="square">
            <a:spAutoFit/>
          </a:bodyPr>
          <a:lstStyle/>
          <a:p>
            <a:pPr algn="just">
              <a:lnSpc>
                <a:spcPct val="125000"/>
              </a:lnSpc>
            </a:pP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某人参加某种技能考核，已知第</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1</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次参加能通过的概率为</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60%;</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若第</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1</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次未通过，经过努力，第</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2</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次能通过的概率为</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70%</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；若前二次未通过，则第</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3</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次能通过的概率为</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80%</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。求此人最多</a:t>
            </a:r>
            <a:r>
              <a:rPr lang="en-US" altLang="zh-CN"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3</a:t>
            </a:r>
            <a:r>
              <a:rPr lang="zh-CN" altLang="en-US" sz="2400" b="1" dirty="0">
                <a:solidFill>
                  <a:srgbClr val="031993"/>
                </a:solidFill>
                <a:effectLst/>
                <a:latin typeface="Arial" panose="020B0604020202020204" pitchFamily="34" charset="0"/>
                <a:ea typeface="KaiTi" panose="02010609060101010101" pitchFamily="49" charset="-122"/>
                <a:cs typeface="Arial" panose="020B0604020202020204" pitchFamily="34" charset="0"/>
              </a:rPr>
              <a:t>次能通过考核的概率。</a:t>
            </a:r>
          </a:p>
        </p:txBody>
      </p:sp>
      <p:sp>
        <p:nvSpPr>
          <p:cNvPr id="3" name="学论网--www.xuelun.me">
            <a:extLst>
              <a:ext uri="{FF2B5EF4-FFF2-40B4-BE49-F238E27FC236}">
                <a16:creationId xmlns:a16="http://schemas.microsoft.com/office/drawing/2014/main" id="{CAFF2DC4-48E1-0F5A-87FB-05E2F80CB021}"/>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#4</a:t>
            </a:r>
          </a:p>
        </p:txBody>
      </p:sp>
    </p:spTree>
    <p:extLst>
      <p:ext uri="{BB962C8B-B14F-4D97-AF65-F5344CB8AC3E}">
        <p14:creationId xmlns:p14="http://schemas.microsoft.com/office/powerpoint/2010/main" val="8293398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A5EFA2B-AB6B-41DA-87BD-74E04D9298F3}"/>
              </a:ext>
            </a:extLst>
          </p:cNvPr>
          <p:cNvSpPr txBox="1"/>
          <p:nvPr/>
        </p:nvSpPr>
        <p:spPr>
          <a:xfrm>
            <a:off x="426240" y="997579"/>
            <a:ext cx="8291520" cy="4183838"/>
          </a:xfrm>
          <a:prstGeom prst="rect">
            <a:avLst/>
          </a:prstGeom>
          <a:noFill/>
        </p:spPr>
        <p:txBody>
          <a:bodyPr wrap="square" rtlCol="0">
            <a:spAutoFit/>
          </a:bodyPr>
          <a:lstStyle/>
          <a:p>
            <a:pPr>
              <a:lnSpc>
                <a:spcPct val="125000"/>
              </a:lnSpc>
            </a:pP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一个袋子中有</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r</a:t>
            </a: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只红球，</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t</a:t>
            </a: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只白球。每次从袋中任取一球，观察其颜色后放回，并再次放入</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a:t>
            </a: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只与所取的那只球相同颜色的球。若在袋中连续取球</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4</a:t>
            </a: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次，计算第一、二次取到红球且第三、四次取到白球的概率。</a:t>
            </a:r>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endParaRPr lang="en-US" altLang="zh-CN" sz="2400" b="1" dirty="0">
              <a:solidFill>
                <a:srgbClr val="174496"/>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endParaRPr lang="en-US" altLang="zh-CN" sz="2400" b="1" dirty="0">
              <a:latin typeface="KaiTi" panose="02010609060101010101" pitchFamily="49" charset="-122"/>
              <a:ea typeface="KaiTi" panose="02010609060101010101" pitchFamily="49" charset="-122"/>
            </a:endParaRPr>
          </a:p>
          <a:p>
            <a:pPr>
              <a:lnSpc>
                <a:spcPct val="125000"/>
              </a:lnSpc>
            </a:pPr>
            <a:endParaRPr lang="en-US" altLang="zh-CN" sz="2400" b="1" dirty="0">
              <a:solidFill>
                <a:srgbClr val="174496"/>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endParaRPr lang="en-US" altLang="zh-CN" sz="2400" b="1" dirty="0">
              <a:solidFill>
                <a:srgbClr val="174496"/>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endParaRPr lang="en-US" altLang="zh-CN" sz="2400" b="1" dirty="0">
              <a:latin typeface="KaiTi" panose="02010609060101010101" pitchFamily="49" charset="-122"/>
              <a:ea typeface="KaiTi" panose="02010609060101010101" pitchFamily="49" charset="-122"/>
              <a:cs typeface="Times New Roman" panose="02020603050405020304" pitchFamily="18" charset="0"/>
            </a:endParaRPr>
          </a:p>
        </p:txBody>
      </p:sp>
      <p:cxnSp>
        <p:nvCxnSpPr>
          <p:cNvPr id="4" name="直线连接符 48">
            <a:extLst>
              <a:ext uri="{FF2B5EF4-FFF2-40B4-BE49-F238E27FC236}">
                <a16:creationId xmlns:a16="http://schemas.microsoft.com/office/drawing/2014/main" id="{0CF28374-222A-C1C7-E75D-3EA3AA98BA34}"/>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学论网--www.xuelun.me">
            <a:extLst>
              <a:ext uri="{FF2B5EF4-FFF2-40B4-BE49-F238E27FC236}">
                <a16:creationId xmlns:a16="http://schemas.microsoft.com/office/drawing/2014/main" id="{0A009270-3619-29A3-6898-11A5C8E1B9A7}"/>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#5</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83A9AE9-8B20-6021-8A6E-F8AAC3707E50}"/>
                  </a:ext>
                </a:extLst>
              </p:cNvPr>
              <p:cNvSpPr txBox="1"/>
              <p:nvPr/>
            </p:nvSpPr>
            <p:spPr>
              <a:xfrm>
                <a:off x="558146" y="3089498"/>
                <a:ext cx="7907482" cy="3554627"/>
              </a:xfrm>
              <a:prstGeom prst="rect">
                <a:avLst/>
              </a:prstGeom>
              <a:noFill/>
            </p:spPr>
            <p:txBody>
              <a:bodyPr wrap="square">
                <a:spAutoFit/>
              </a:bodyPr>
              <a:lstStyle/>
              <a:p>
                <a:pPr lvl="0">
                  <a:lnSpc>
                    <a:spcPct val="125000"/>
                  </a:lnSpc>
                </a:pPr>
                <a:r>
                  <a:rPr lang="zh-CN" altLang="en-US" sz="24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记</a:t>
                </a:r>
                <a14:m>
                  <m:oMath xmlns:m="http://schemas.openxmlformats.org/officeDocument/2006/math">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𝒊</m:t>
                    </m:r>
                  </m:oMath>
                </a14:m>
                <a:r>
                  <a:rPr lang="zh-CN" altLang="en-US" sz="24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为事件“第</a:t>
                </a:r>
                <a14:m>
                  <m:oMath xmlns:m="http://schemas.openxmlformats.org/officeDocument/2006/math">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𝒊</m:t>
                    </m:r>
                  </m:oMath>
                </a14:m>
                <a:r>
                  <a:rPr lang="zh-CN" altLang="en-US" sz="24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次取到的是红球”</a:t>
                </a:r>
                <a14:m>
                  <m:oMath xmlns:m="http://schemas.openxmlformats.org/officeDocument/2006/math">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err="1">
                        <a:solidFill>
                          <a:srgbClr val="C00000"/>
                        </a:solidFill>
                        <a:latin typeface="Cambria Math" panose="02040503050406030204" pitchFamily="18" charset="0"/>
                        <a:ea typeface="KaiTi" panose="02010609060101010101" pitchFamily="49" charset="-122"/>
                        <a:cs typeface="Times New Roman" panose="02020603050405020304" pitchFamily="18" charset="0"/>
                      </a:rPr>
                      <m:t>𝒊</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 = </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𝟐</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𝟑</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𝟒</m:t>
                    </m:r>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m:t>
                    </m:r>
                  </m:oMath>
                </a14:m>
                <a:r>
                  <a:rPr lang="zh-CN" altLang="en-US" sz="24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a:t>
                </a:r>
                <a:endParaRPr lang="en-US" altLang="zh-CN" sz="2400" b="1"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lvl="0">
                  <a:lnSpc>
                    <a:spcPct val="125000"/>
                  </a:lnSpc>
                </a:pPr>
                <a14:m>
                  <m:oMath xmlns:m="http://schemas.openxmlformats.org/officeDocument/2006/math">
                    <m:r>
                      <a:rPr lang="en-US" altLang="zh-CN" sz="2400" b="1" i="1" dirty="0">
                        <a:solidFill>
                          <a:srgbClr val="C00000"/>
                        </a:solidFill>
                        <a:latin typeface="Cambria Math" panose="02040503050406030204" pitchFamily="18" charset="0"/>
                        <a:ea typeface="KaiTi" panose="02010609060101010101" pitchFamily="49" charset="-122"/>
                        <a:cs typeface="Times New Roman" panose="02020603050405020304" pitchFamily="18" charset="0"/>
                      </a:rPr>
                      <m:t>𝑩</m:t>
                    </m:r>
                  </m:oMath>
                </a14:m>
                <a:r>
                  <a:rPr lang="zh-CN" altLang="en-US" sz="2400" b="1" dirty="0">
                    <a:solidFill>
                      <a:srgbClr val="C00000"/>
                    </a:solidFill>
                    <a:latin typeface="KaiTi" panose="02010609060101010101" pitchFamily="49" charset="-122"/>
                    <a:ea typeface="KaiTi" panose="02010609060101010101" pitchFamily="49" charset="-122"/>
                    <a:cs typeface="Times New Roman" panose="02020603050405020304" pitchFamily="18" charset="0"/>
                  </a:rPr>
                  <a:t>为“第一、二次取到红球且第三、四次取到白球”</a:t>
                </a:r>
                <a:endParaRPr lang="en-US" altLang="zh-CN" sz="2400" b="1" dirty="0">
                  <a:solidFill>
                    <a:srgbClr val="C00000"/>
                  </a:solidFill>
                  <a:latin typeface="KaiTi" panose="02010609060101010101" pitchFamily="49" charset="-122"/>
                  <a:ea typeface="KaiTi" panose="02010609060101010101" pitchFamily="49" charset="-122"/>
                  <a:cs typeface="Times New Roman" panose="02020603050405020304" pitchFamily="18" charset="0"/>
                </a:endParaRPr>
              </a:p>
              <a:p>
                <a:pPr lvl="0">
                  <a:lnSpc>
                    <a:spcPct val="125000"/>
                  </a:lnSpc>
                </a:pPr>
                <a:endParaRPr lang="en-US" altLang="zh-CN" sz="2400" b="1" i="1" dirty="0">
                  <a:solidFill>
                    <a:prstClr val="black"/>
                  </a:solidFill>
                  <a:latin typeface="KaiTi" panose="02010609060101010101" pitchFamily="49" charset="-122"/>
                  <a:ea typeface="KaiTi" panose="02010609060101010101" pitchFamily="49" charset="-122"/>
                  <a:cs typeface="Times New Roman" panose="02020603050405020304" pitchFamily="18" charset="0"/>
                </a:endParaRPr>
              </a:p>
              <a:p>
                <a:pPr lvl="0">
                  <a:lnSpc>
                    <a:spcPct val="125000"/>
                  </a:lnSpc>
                </a:pPr>
                <a14:m>
                  <m:oMathPara xmlns:m="http://schemas.openxmlformats.org/officeDocument/2006/math">
                    <m:oMathParaPr>
                      <m:jc m:val="left"/>
                    </m:oMathParaPr>
                    <m:oMath xmlns:m="http://schemas.openxmlformats.org/officeDocument/2006/math">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𝑩</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 = </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𝟏</m:t>
                      </m:r>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𝟐</m:t>
                      </m:r>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baseline="-25000" dirty="0">
                              <a:solidFill>
                                <a:prstClr val="black"/>
                              </a:solidFill>
                              <a:latin typeface="Cambria Math" panose="02040503050406030204" pitchFamily="18" charset="0"/>
                              <a:ea typeface="KaiTi" panose="02010609060101010101" pitchFamily="49" charset="-122"/>
                            </a:rPr>
                            <m:t>𝟑</m:t>
                          </m:r>
                        </m:e>
                      </m:acc>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baseline="-25000" dirty="0">
                              <a:solidFill>
                                <a:prstClr val="black"/>
                              </a:solidFill>
                              <a:latin typeface="Cambria Math" panose="02040503050406030204" pitchFamily="18" charset="0"/>
                              <a:ea typeface="KaiTi" panose="02010609060101010101" pitchFamily="49" charset="-122"/>
                            </a:rPr>
                            <m:t>𝟒</m:t>
                          </m:r>
                        </m:e>
                      </m:acc>
                    </m:oMath>
                  </m:oMathPara>
                </a14:m>
                <a:endParaRPr lang="en-US" altLang="zh-CN" sz="2400" b="1" dirty="0">
                  <a:solidFill>
                    <a:srgbClr val="174496"/>
                  </a:solidFill>
                  <a:latin typeface="KaiTi" panose="02010609060101010101" pitchFamily="49" charset="-122"/>
                  <a:ea typeface="KaiTi" panose="02010609060101010101" pitchFamily="49" charset="-122"/>
                  <a:cs typeface="Times New Roman" panose="02020603050405020304" pitchFamily="18" charset="0"/>
                </a:endParaRPr>
              </a:p>
              <a:p>
                <a:pPr lvl="0">
                  <a:lnSpc>
                    <a:spcPct val="125000"/>
                  </a:lnSpc>
                </a:pPr>
                <a14:m>
                  <m:oMathPara xmlns:m="http://schemas.openxmlformats.org/officeDocument/2006/math">
                    <m:oMathParaPr>
                      <m:jc m:val="left"/>
                    </m:oMathParaPr>
                    <m:oMath xmlns:m="http://schemas.openxmlformats.org/officeDocument/2006/math">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𝑩</m:t>
                      </m:r>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𝟏</m:t>
                      </m:r>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𝟐</m:t>
                      </m:r>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baseline="-25000" dirty="0">
                              <a:solidFill>
                                <a:prstClr val="black"/>
                              </a:solidFill>
                              <a:latin typeface="Cambria Math" panose="02040503050406030204" pitchFamily="18" charset="0"/>
                              <a:ea typeface="KaiTi" panose="02010609060101010101" pitchFamily="49" charset="-122"/>
                            </a:rPr>
                            <m:t>𝟑</m:t>
                          </m:r>
                        </m:e>
                      </m:acc>
                      <m:r>
                        <a:rPr lang="en-US" altLang="zh-CN" sz="2400" b="1" i="1" dirty="0">
                          <a:solidFill>
                            <a:prstClr val="black"/>
                          </a:solidFill>
                          <a:latin typeface="Cambria Math" panose="02040503050406030204" pitchFamily="18" charset="0"/>
                          <a:ea typeface="KaiTi" panose="02010609060101010101" pitchFamily="49" charset="-122"/>
                        </a:rPr>
                        <m:t> </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baseline="-25000" dirty="0">
                              <a:solidFill>
                                <a:prstClr val="black"/>
                              </a:solidFill>
                              <a:latin typeface="Cambria Math" panose="02040503050406030204" pitchFamily="18" charset="0"/>
                              <a:ea typeface="KaiTi" panose="02010609060101010101" pitchFamily="49" charset="-122"/>
                            </a:rPr>
                            <m:t>𝟒</m:t>
                          </m:r>
                        </m:e>
                      </m:acc>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𝟒</m:t>
                          </m:r>
                        </m:e>
                      </m:acc>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𝟏</m:t>
                      </m:r>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𝟐</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baseline="-25000" dirty="0">
                              <a:solidFill>
                                <a:prstClr val="black"/>
                              </a:solidFill>
                              <a:latin typeface="Cambria Math" panose="02040503050406030204" pitchFamily="18" charset="0"/>
                              <a:ea typeface="KaiTi" panose="02010609060101010101" pitchFamily="49" charset="-122"/>
                            </a:rPr>
                            <m:t>𝟑</m:t>
                          </m:r>
                        </m:e>
                      </m:acc>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𝑷</m:t>
                      </m:r>
                      <m:r>
                        <a:rPr lang="en-US" altLang="zh-CN" sz="2400" b="1" i="1" dirty="0">
                          <a:solidFill>
                            <a:prstClr val="black"/>
                          </a:solidFill>
                          <a:latin typeface="Cambria Math" panose="02040503050406030204" pitchFamily="18" charset="0"/>
                          <a:ea typeface="KaiTi" panose="02010609060101010101" pitchFamily="49" charset="-122"/>
                        </a:rPr>
                        <m:t>(</m:t>
                      </m:r>
                      <m:acc>
                        <m:accPr>
                          <m:chr m:val="̅"/>
                          <m:ctrlPr>
                            <a:rPr lang="en-US" altLang="zh-CN" sz="2400" b="1" i="1" dirty="0">
                              <a:solidFill>
                                <a:prstClr val="black"/>
                              </a:solidFill>
                              <a:latin typeface="Cambria Math" panose="02040503050406030204" pitchFamily="18" charset="0"/>
                            </a:rPr>
                          </m:ctrlPr>
                        </m:accPr>
                        <m:e>
                          <m:r>
                            <a:rPr lang="en-US" altLang="zh-CN" sz="2400" b="1" i="1" dirty="0">
                              <a:solidFill>
                                <a:prstClr val="black"/>
                              </a:solidFill>
                              <a:latin typeface="Cambria Math" panose="02040503050406030204" pitchFamily="18" charset="0"/>
                            </a:rPr>
                            <m:t>𝑨</m:t>
                          </m:r>
                          <m:r>
                            <a:rPr lang="en-US" altLang="zh-CN" sz="2400" b="1" i="1" baseline="-25000" dirty="0">
                              <a:solidFill>
                                <a:prstClr val="black"/>
                              </a:solidFill>
                              <a:latin typeface="Cambria Math" panose="02040503050406030204" pitchFamily="18" charset="0"/>
                            </a:rPr>
                            <m:t>𝟑</m:t>
                          </m:r>
                        </m:e>
                      </m:acc>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𝟏</m:t>
                      </m:r>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rPr>
                        <m:t>𝑨</m:t>
                      </m:r>
                      <m:r>
                        <a:rPr lang="en-US" altLang="zh-CN" sz="2400" b="1" i="1" baseline="-25000" dirty="0">
                          <a:solidFill>
                            <a:prstClr val="black"/>
                          </a:solidFill>
                          <a:latin typeface="Cambria Math" panose="02040503050406030204" pitchFamily="18" charset="0"/>
                          <a:ea typeface="KaiTi" panose="02010609060101010101" pitchFamily="49" charset="-122"/>
                        </a:rPr>
                        <m:t>𝟐</m:t>
                      </m:r>
                      <m:r>
                        <a:rPr lang="en-US" altLang="zh-CN" sz="2400" b="1" i="1" dirty="0">
                          <a:solidFill>
                            <a:prstClr val="black"/>
                          </a:solidFill>
                          <a:latin typeface="Cambria Math" panose="02040503050406030204" pitchFamily="18" charset="0"/>
                          <a:ea typeface="KaiTi" panose="02010609060101010101" pitchFamily="49" charset="-122"/>
                        </a:rPr>
                        <m:t>) </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𝟐</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baseline="-25000"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400" b="1" i="1" dirty="0">
                          <a:solidFill>
                            <a:prstClr val="black"/>
                          </a:solidFill>
                          <a:latin typeface="Cambria Math" panose="02040503050406030204" pitchFamily="18" charset="0"/>
                          <a:ea typeface="KaiTi" panose="02010609060101010101" pitchFamily="49" charset="-122"/>
                          <a:cs typeface="Times New Roman" panose="02020603050405020304" pitchFamily="18" charset="0"/>
                        </a:rPr>
                        <m:t>)</m:t>
                      </m:r>
                    </m:oMath>
                  </m:oMathPara>
                </a14:m>
                <a:endParaRPr lang="en-US" altLang="zh-CN" sz="2400" b="1" dirty="0">
                  <a:solidFill>
                    <a:prstClr val="black"/>
                  </a:solidFill>
                  <a:latin typeface="KaiTi" panose="02010609060101010101" pitchFamily="49" charset="-122"/>
                  <a:ea typeface="KaiTi" panose="02010609060101010101" pitchFamily="49" charset="-122"/>
                  <a:cs typeface="Times New Roman" panose="02020603050405020304" pitchFamily="18" charset="0"/>
                </a:endParaRPr>
              </a:p>
              <a:p>
                <a:pPr lvl="0">
                  <a:lnSpc>
                    <a:spcPct val="125000"/>
                  </a:lnSpc>
                </a:pPr>
                <a:r>
                  <a:rPr lang="en-US" altLang="zh-CN" sz="2400" b="1" dirty="0">
                    <a:solidFill>
                      <a:prstClr val="black"/>
                    </a:solidFill>
                    <a:latin typeface="KaiTi" panose="02010609060101010101" pitchFamily="49" charset="-122"/>
                    <a:ea typeface="KaiTi" panose="02010609060101010101" pitchFamily="49" charset="-122"/>
                    <a:cs typeface="Times New Roman" panose="02020603050405020304" pitchFamily="18" charset="0"/>
                  </a:rPr>
                  <a:t>		=</a:t>
                </a:r>
                <a:r>
                  <a:rPr lang="en-US" altLang="zh-CN" sz="2400" b="1" dirty="0">
                    <a:solidFill>
                      <a:prstClr val="black"/>
                    </a:solidFill>
                    <a:latin typeface="KaiTi" panose="02010609060101010101" pitchFamily="49" charset="-122"/>
                    <a:ea typeface="KaiTi" panose="02010609060101010101" pitchFamily="49" charset="-122"/>
                  </a:rPr>
                  <a:t> </a:t>
                </a:r>
                <a14:m>
                  <m:oMath xmlns:m="http://schemas.openxmlformats.org/officeDocument/2006/math">
                    <m:f>
                      <m:fPr>
                        <m:ctrlPr>
                          <a:rPr lang="en-US" altLang="zh-CN" sz="2400" b="1" i="1">
                            <a:solidFill>
                              <a:prstClr val="black"/>
                            </a:solidFill>
                            <a:latin typeface="Cambria Math" panose="02040503050406030204" pitchFamily="18" charset="0"/>
                          </a:rPr>
                        </m:ctrlPr>
                      </m:fPr>
                      <m:num>
                        <m:r>
                          <m:rPr>
                            <m:nor/>
                          </m:rPr>
                          <a:rPr lang="en-US" altLang="zh-CN" sz="2400" b="1" i="1">
                            <a:solidFill>
                              <a:prstClr val="black"/>
                            </a:solidFill>
                            <a:latin typeface="KaiTi" panose="02010609060101010101" pitchFamily="49" charset="-122"/>
                            <a:ea typeface="KaiTi" panose="02010609060101010101" pitchFamily="49" charset="-122"/>
                          </a:rPr>
                          <m:t>t</m:t>
                        </m:r>
                        <m:r>
                          <m:rPr>
                            <m:nor/>
                          </m:rPr>
                          <a:rPr lang="en-US" altLang="zh-CN" sz="2400" b="1">
                            <a:solidFill>
                              <a:prstClr val="black"/>
                            </a:solidFill>
                            <a:latin typeface="KaiTi" panose="02010609060101010101" pitchFamily="49" charset="-122"/>
                            <a:ea typeface="KaiTi" panose="02010609060101010101" pitchFamily="49" charset="-122"/>
                          </a:rPr>
                          <m:t>+</m:t>
                        </m:r>
                        <m:r>
                          <m:rPr>
                            <m:nor/>
                          </m:rPr>
                          <a:rPr lang="en-US" altLang="zh-CN" sz="2400" b="1" i="1">
                            <a:solidFill>
                              <a:prstClr val="black"/>
                            </a:solidFill>
                            <a:latin typeface="KaiTi" panose="02010609060101010101" pitchFamily="49" charset="-122"/>
                            <a:ea typeface="KaiTi" panose="02010609060101010101" pitchFamily="49" charset="-122"/>
                          </a:rPr>
                          <m:t>a</m:t>
                        </m:r>
                      </m:num>
                      <m:den>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r</m:t>
                        </m:r>
                        <m:r>
                          <m:rPr>
                            <m:nor/>
                          </m:rPr>
                          <a:rPr lang="en-US" altLang="zh-CN" sz="2400" b="1">
                            <a:solidFill>
                              <a:prstClr val="black"/>
                            </a:solidFill>
                            <a:latin typeface="KaiTi" panose="02010609060101010101" pitchFamily="49" charset="-122"/>
                            <a:ea typeface="KaiTi" panose="02010609060101010101" pitchFamily="49" charset="-122"/>
                            <a:cs typeface="Times New Roman" panose="02020603050405020304" pitchFamily="18" charset="0"/>
                          </a:rPr>
                          <m:t>+</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t</m:t>
                        </m:r>
                        <m:r>
                          <m:rPr>
                            <m:nor/>
                          </m:rPr>
                          <a:rPr lang="en-US" altLang="zh-CN" sz="2400" b="1">
                            <a:solidFill>
                              <a:prstClr val="black"/>
                            </a:solidFill>
                            <a:latin typeface="KaiTi" panose="02010609060101010101" pitchFamily="49" charset="-122"/>
                            <a:ea typeface="KaiTi" panose="02010609060101010101" pitchFamily="49" charset="-122"/>
                            <a:cs typeface="Times New Roman" panose="02020603050405020304" pitchFamily="18" charset="0"/>
                          </a:rPr>
                          <m:t>+3</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a</m:t>
                        </m:r>
                      </m:den>
                    </m:f>
                  </m:oMath>
                </a14:m>
                <a:r>
                  <a:rPr lang="en-US" altLang="zh-CN" sz="2400" b="1" dirty="0">
                    <a:solidFill>
                      <a:prstClr val="black"/>
                    </a:solidFill>
                    <a:latin typeface="KaiTi" panose="02010609060101010101" pitchFamily="49" charset="-122"/>
                    <a:ea typeface="KaiTi" panose="02010609060101010101" pitchFamily="49" charset="-122"/>
                  </a:rPr>
                  <a:t> •  </a:t>
                </a:r>
                <a14:m>
                  <m:oMath xmlns:m="http://schemas.openxmlformats.org/officeDocument/2006/math">
                    <m:f>
                      <m:fPr>
                        <m:ctrlPr>
                          <a:rPr lang="en-US" altLang="zh-CN" sz="2400" b="1" i="1">
                            <a:solidFill>
                              <a:prstClr val="black"/>
                            </a:solidFill>
                            <a:latin typeface="Cambria Math" panose="02040503050406030204" pitchFamily="18" charset="0"/>
                          </a:rPr>
                        </m:ctrlPr>
                      </m:fPr>
                      <m:num>
                        <m:r>
                          <m:rPr>
                            <m:nor/>
                          </m:rPr>
                          <a:rPr lang="en-US" altLang="zh-CN" sz="2400" b="1" i="1">
                            <a:solidFill>
                              <a:prstClr val="black"/>
                            </a:solidFill>
                            <a:latin typeface="KaiTi" panose="02010609060101010101" pitchFamily="49" charset="-122"/>
                            <a:ea typeface="KaiTi" panose="02010609060101010101" pitchFamily="49" charset="-122"/>
                          </a:rPr>
                          <m:t>t</m:t>
                        </m:r>
                      </m:num>
                      <m:den>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r</m:t>
                        </m:r>
                        <m:r>
                          <m:rPr>
                            <m:nor/>
                          </m:rPr>
                          <a:rPr lang="en-US" altLang="zh-CN" sz="2400" b="1">
                            <a:solidFill>
                              <a:prstClr val="black"/>
                            </a:solidFill>
                            <a:latin typeface="KaiTi" panose="02010609060101010101" pitchFamily="49" charset="-122"/>
                            <a:ea typeface="KaiTi" panose="02010609060101010101" pitchFamily="49" charset="-122"/>
                            <a:cs typeface="Times New Roman" panose="02020603050405020304" pitchFamily="18" charset="0"/>
                          </a:rPr>
                          <m:t>+</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t</m:t>
                        </m:r>
                        <m:r>
                          <m:rPr>
                            <m:nor/>
                          </m:rPr>
                          <a:rPr lang="en-US" altLang="zh-CN" sz="2400" b="1">
                            <a:solidFill>
                              <a:prstClr val="black"/>
                            </a:solidFill>
                            <a:latin typeface="KaiTi" panose="02010609060101010101" pitchFamily="49" charset="-122"/>
                            <a:ea typeface="KaiTi" panose="02010609060101010101" pitchFamily="49" charset="-122"/>
                            <a:cs typeface="Times New Roman" panose="02020603050405020304" pitchFamily="18" charset="0"/>
                          </a:rPr>
                          <m:t>+</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2</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a</m:t>
                        </m:r>
                      </m:den>
                    </m:f>
                  </m:oMath>
                </a14:m>
                <a:r>
                  <a:rPr lang="en-US" altLang="zh-CN" sz="2400" b="1" dirty="0">
                    <a:solidFill>
                      <a:prstClr val="black"/>
                    </a:solidFill>
                    <a:latin typeface="KaiTi" panose="02010609060101010101" pitchFamily="49" charset="-122"/>
                    <a:ea typeface="KaiTi" panose="02010609060101010101" pitchFamily="49" charset="-122"/>
                  </a:rPr>
                  <a:t> • </a:t>
                </a:r>
                <a14:m>
                  <m:oMath xmlns:m="http://schemas.openxmlformats.org/officeDocument/2006/math">
                    <m:f>
                      <m:fPr>
                        <m:ctrlPr>
                          <a:rPr lang="en-US" altLang="zh-CN" sz="2400" b="1" i="1">
                            <a:solidFill>
                              <a:prstClr val="black"/>
                            </a:solidFill>
                            <a:latin typeface="Cambria Math" panose="02040503050406030204" pitchFamily="18" charset="0"/>
                          </a:rPr>
                        </m:ctrlPr>
                      </m:fPr>
                      <m:num>
                        <m:r>
                          <m:rPr>
                            <m:nor/>
                          </m:rPr>
                          <a:rPr lang="en-US" altLang="zh-CN" sz="2400" b="1" i="1">
                            <a:solidFill>
                              <a:prstClr val="black"/>
                            </a:solidFill>
                            <a:latin typeface="KaiTi" panose="02010609060101010101" pitchFamily="49" charset="-122"/>
                            <a:ea typeface="KaiTi" panose="02010609060101010101" pitchFamily="49" charset="-122"/>
                          </a:rPr>
                          <m:t>r</m:t>
                        </m:r>
                        <m:r>
                          <m:rPr>
                            <m:nor/>
                          </m:rPr>
                          <a:rPr lang="en-US" altLang="zh-CN" sz="2400" b="1">
                            <a:solidFill>
                              <a:prstClr val="black"/>
                            </a:solidFill>
                            <a:latin typeface="KaiTi" panose="02010609060101010101" pitchFamily="49" charset="-122"/>
                            <a:ea typeface="KaiTi" panose="02010609060101010101" pitchFamily="49" charset="-122"/>
                          </a:rPr>
                          <m:t>+</m:t>
                        </m:r>
                        <m:r>
                          <m:rPr>
                            <m:nor/>
                          </m:rPr>
                          <a:rPr lang="en-US" altLang="zh-CN" sz="2400" b="1" i="1">
                            <a:solidFill>
                              <a:prstClr val="black"/>
                            </a:solidFill>
                            <a:latin typeface="KaiTi" panose="02010609060101010101" pitchFamily="49" charset="-122"/>
                            <a:ea typeface="KaiTi" panose="02010609060101010101" pitchFamily="49" charset="-122"/>
                          </a:rPr>
                          <m:t>a</m:t>
                        </m:r>
                      </m:num>
                      <m:den>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r</m:t>
                        </m:r>
                        <m:r>
                          <m:rPr>
                            <m:nor/>
                          </m:rPr>
                          <a:rPr lang="en-US" altLang="zh-CN" sz="2400" b="1">
                            <a:solidFill>
                              <a:prstClr val="black"/>
                            </a:solidFill>
                            <a:latin typeface="KaiTi" panose="02010609060101010101" pitchFamily="49" charset="-122"/>
                            <a:ea typeface="KaiTi" panose="02010609060101010101" pitchFamily="49" charset="-122"/>
                            <a:cs typeface="Times New Roman" panose="02020603050405020304" pitchFamily="18" charset="0"/>
                          </a:rPr>
                          <m:t>+</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t</m:t>
                        </m:r>
                        <m:r>
                          <m:rPr>
                            <m:nor/>
                          </m:rPr>
                          <a:rPr lang="en-US" altLang="zh-CN" sz="2400" b="1">
                            <a:solidFill>
                              <a:prstClr val="black"/>
                            </a:solidFill>
                            <a:latin typeface="KaiTi" panose="02010609060101010101" pitchFamily="49" charset="-122"/>
                            <a:ea typeface="KaiTi" panose="02010609060101010101" pitchFamily="49" charset="-122"/>
                            <a:cs typeface="Times New Roman" panose="02020603050405020304" pitchFamily="18" charset="0"/>
                          </a:rPr>
                          <m:t>+</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a</m:t>
                        </m:r>
                      </m:den>
                    </m:f>
                    <m:r>
                      <m:rPr>
                        <m:nor/>
                      </m:rPr>
                      <a:rPr lang="en-US" altLang="zh-CN" sz="2400" b="1" dirty="0">
                        <a:solidFill>
                          <a:prstClr val="black"/>
                        </a:solidFill>
                        <a:latin typeface="KaiTi" panose="02010609060101010101" pitchFamily="49" charset="-122"/>
                        <a:ea typeface="KaiTi" panose="02010609060101010101" pitchFamily="49" charset="-122"/>
                      </a:rPr>
                      <m:t>•</m:t>
                    </m:r>
                    <m:r>
                      <a:rPr lang="en-US" altLang="zh-CN" sz="2400" b="1" dirty="0">
                        <a:solidFill>
                          <a:prstClr val="black"/>
                        </a:solidFill>
                        <a:latin typeface="Cambria Math" panose="02040503050406030204" pitchFamily="18" charset="0"/>
                      </a:rPr>
                      <m:t> </m:t>
                    </m:r>
                    <m:f>
                      <m:fPr>
                        <m:ctrlPr>
                          <a:rPr lang="en-US" altLang="zh-CN" sz="2400" b="1" i="1">
                            <a:solidFill>
                              <a:prstClr val="black"/>
                            </a:solidFill>
                            <a:latin typeface="Cambria Math" panose="02040503050406030204" pitchFamily="18" charset="0"/>
                          </a:rPr>
                        </m:ctrlPr>
                      </m:fPr>
                      <m:num>
                        <m:r>
                          <m:rPr>
                            <m:nor/>
                          </m:rPr>
                          <a:rPr lang="en-US" altLang="zh-CN" sz="2400" b="1" i="1">
                            <a:solidFill>
                              <a:prstClr val="black"/>
                            </a:solidFill>
                            <a:latin typeface="KaiTi" panose="02010609060101010101" pitchFamily="49" charset="-122"/>
                            <a:ea typeface="KaiTi" panose="02010609060101010101" pitchFamily="49" charset="-122"/>
                          </a:rPr>
                          <m:t>r</m:t>
                        </m:r>
                      </m:num>
                      <m:den>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r</m:t>
                        </m:r>
                        <m:r>
                          <m:rPr>
                            <m:nor/>
                          </m:rPr>
                          <a:rPr lang="en-US" altLang="zh-CN" sz="2400" b="1">
                            <a:solidFill>
                              <a:prstClr val="black"/>
                            </a:solidFill>
                            <a:latin typeface="KaiTi" panose="02010609060101010101" pitchFamily="49" charset="-122"/>
                            <a:ea typeface="KaiTi" panose="02010609060101010101" pitchFamily="49" charset="-122"/>
                            <a:cs typeface="Times New Roman" panose="02020603050405020304" pitchFamily="18" charset="0"/>
                          </a:rPr>
                          <m:t>+</m:t>
                        </m:r>
                        <m:r>
                          <m:rPr>
                            <m:nor/>
                          </m:rPr>
                          <a:rPr lang="en-US" altLang="zh-CN" sz="2400" b="1" i="1">
                            <a:solidFill>
                              <a:prstClr val="black"/>
                            </a:solidFill>
                            <a:latin typeface="KaiTi" panose="02010609060101010101" pitchFamily="49" charset="-122"/>
                            <a:ea typeface="KaiTi" panose="02010609060101010101" pitchFamily="49" charset="-122"/>
                            <a:cs typeface="Times New Roman" panose="02020603050405020304" pitchFamily="18" charset="0"/>
                          </a:rPr>
                          <m:t>t</m:t>
                        </m:r>
                      </m:den>
                    </m:f>
                  </m:oMath>
                </a14:m>
                <a:endParaRPr lang="zh-CN" altLang="en-US" dirty="0"/>
              </a:p>
            </p:txBody>
          </p:sp>
        </mc:Choice>
        <mc:Fallback xmlns="">
          <p:sp>
            <p:nvSpPr>
              <p:cNvPr id="6" name="文本框 5">
                <a:extLst>
                  <a:ext uri="{FF2B5EF4-FFF2-40B4-BE49-F238E27FC236}">
                    <a16:creationId xmlns:a16="http://schemas.microsoft.com/office/drawing/2014/main" id="{B83A9AE9-8B20-6021-8A6E-F8AAC3707E50}"/>
                  </a:ext>
                </a:extLst>
              </p:cNvPr>
              <p:cNvSpPr txBox="1">
                <a:spLocks noRot="1" noChangeAspect="1" noMove="1" noResize="1" noEditPoints="1" noAdjustHandles="1" noChangeArrowheads="1" noChangeShapeType="1" noTextEdit="1"/>
              </p:cNvSpPr>
              <p:nvPr/>
            </p:nvSpPr>
            <p:spPr>
              <a:xfrm>
                <a:off x="558146" y="3089498"/>
                <a:ext cx="7907482" cy="3554627"/>
              </a:xfrm>
              <a:prstGeom prst="rect">
                <a:avLst/>
              </a:prstGeom>
              <a:blipFill>
                <a:blip r:embed="rId2"/>
                <a:stretch>
                  <a:fillRect l="-1284" t="-712" b="-10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17936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DFEA44D-0B03-45F7-9229-7CF53DED6ED7}"/>
                  </a:ext>
                </a:extLst>
              </p:cNvPr>
              <p:cNvSpPr txBox="1"/>
              <p:nvPr/>
            </p:nvSpPr>
            <p:spPr>
              <a:xfrm>
                <a:off x="328706" y="1249089"/>
                <a:ext cx="8427668" cy="1875513"/>
              </a:xfrm>
              <a:prstGeom prst="rect">
                <a:avLst/>
              </a:prstGeom>
              <a:noFill/>
            </p:spPr>
            <p:txBody>
              <a:bodyPr wrap="square" rtlCol="0">
                <a:spAutoFit/>
              </a:bodyPr>
              <a:lstStyle/>
              <a:p>
                <a:pPr algn="just">
                  <a:lnSpc>
                    <a:spcPct val="125000"/>
                  </a:lnSpc>
                </a:pP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要计算一个事件</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的概率</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p>
              <a:p>
                <a:pPr algn="just">
                  <a:lnSpc>
                    <a:spcPct val="125000"/>
                  </a:lnSpc>
                </a:pP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首先根据另一事件</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发生与否分成两种情况</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和</a:t>
                </a:r>
                <a14:m>
                  <m:oMath xmlns:m="http://schemas.openxmlformats.org/officeDocument/2006/math">
                    <m:r>
                      <a:rPr lang="zh-CN" altLang="en-US" sz="2400" b="1" dirty="0" smtClean="0">
                        <a:solidFill>
                          <a:srgbClr val="031993"/>
                        </a:solidFill>
                        <a:latin typeface="Cambria Math" panose="02040503050406030204" pitchFamily="18" charset="0"/>
                        <a:ea typeface="楷体" panose="02010609060101010101" pitchFamily="49" charset="-122"/>
                        <a:cs typeface="Times New Roman" panose="02020603050405020304" pitchFamily="18" charset="0"/>
                      </a:rPr>
                      <m:t> </m:t>
                    </m:r>
                    <m:acc>
                      <m:accPr>
                        <m:chr m:val="̅"/>
                        <m:ctrlPr>
                          <a:rPr lang="en-US" altLang="zh-CN" sz="2400" b="1" i="1" dirty="0" smtClean="0">
                            <a:solidFill>
                              <a:srgbClr val="031993"/>
                            </a:solidFill>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a:solidFill>
                              <a:srgbClr val="031993"/>
                            </a:solidFill>
                            <a:latin typeface="Cambria Math" panose="02040503050406030204" pitchFamily="18" charset="0"/>
                            <a:ea typeface="楷体" panose="02010609060101010101" pitchFamily="49" charset="-122"/>
                            <a:cs typeface="Times New Roman" panose="02020603050405020304" pitchFamily="18" charset="0"/>
                          </a:rPr>
                          <m:t>𝑨</m:t>
                        </m:r>
                      </m:e>
                    </m:acc>
                  </m:oMath>
                </a14:m>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a:p>
                <a:pPr algn="just">
                  <a:lnSpc>
                    <a:spcPct val="125000"/>
                  </a:lnSpc>
                </a:pP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将事件</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拆分成两个互不相容的部分</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𝑨𝑩</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和</a:t>
                </a:r>
                <a14:m>
                  <m:oMath xmlns:m="http://schemas.openxmlformats.org/officeDocument/2006/math">
                    <m:r>
                      <a:rPr lang="zh-CN" altLang="en-US" sz="2400" b="1" dirty="0">
                        <a:solidFill>
                          <a:srgbClr val="031993"/>
                        </a:solidFill>
                        <a:latin typeface="Cambria Math" panose="02040503050406030204" pitchFamily="18" charset="0"/>
                        <a:ea typeface="楷体" panose="02010609060101010101" pitchFamily="49" charset="-122"/>
                        <a:cs typeface="Times New Roman" panose="02020603050405020304" pitchFamily="18" charset="0"/>
                      </a:rPr>
                      <m:t> </m:t>
                    </m:r>
                    <m:acc>
                      <m:accPr>
                        <m:chr m:val="̅"/>
                        <m:ctrlPr>
                          <a:rPr lang="en-US" altLang="zh-CN" sz="2400" b="1" i="1" dirty="0">
                            <a:solidFill>
                              <a:srgbClr val="031993"/>
                            </a:solidFill>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a:solidFill>
                              <a:srgbClr val="031993"/>
                            </a:solidFill>
                            <a:latin typeface="Cambria Math" panose="02040503050406030204" pitchFamily="18" charset="0"/>
                            <a:ea typeface="楷体" panose="02010609060101010101" pitchFamily="49" charset="-122"/>
                            <a:cs typeface="Times New Roman" panose="02020603050405020304" pitchFamily="18" charset="0"/>
                          </a:rPr>
                          <m:t>𝑨</m:t>
                        </m:r>
                      </m:e>
                    </m:acc>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oMath>
                </a14:m>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a:p>
                <a:pPr algn="just">
                  <a:lnSpc>
                    <a:spcPct val="125000"/>
                  </a:lnSpc>
                </a:pP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分别计算这两部分的概率。</a:t>
                </a:r>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5DFEA44D-0B03-45F7-9229-7CF53DED6ED7}"/>
                  </a:ext>
                </a:extLst>
              </p:cNvPr>
              <p:cNvSpPr txBox="1">
                <a:spLocks noRot="1" noChangeAspect="1" noMove="1" noResize="1" noEditPoints="1" noAdjustHandles="1" noChangeArrowheads="1" noChangeShapeType="1" noTextEdit="1"/>
              </p:cNvSpPr>
              <p:nvPr/>
            </p:nvSpPr>
            <p:spPr>
              <a:xfrm>
                <a:off x="328706" y="1249089"/>
                <a:ext cx="8427668" cy="1875513"/>
              </a:xfrm>
              <a:prstGeom prst="rect">
                <a:avLst/>
              </a:prstGeom>
              <a:blipFill>
                <a:blip r:embed="rId2"/>
                <a:stretch>
                  <a:fillRect l="-1053" t="-1342" b="-6040"/>
                </a:stretch>
              </a:blipFill>
            </p:spPr>
            <p:txBody>
              <a:bodyPr/>
              <a:lstStyle/>
              <a:p>
                <a:r>
                  <a:rPr lang="zh-CN" altLang="en-US">
                    <a:noFill/>
                  </a:rPr>
                  <a:t> </a:t>
                </a:r>
              </a:p>
            </p:txBody>
          </p:sp>
        </mc:Fallback>
      </mc:AlternateContent>
      <p:sp>
        <p:nvSpPr>
          <p:cNvPr id="4" name="椭圆 3">
            <a:extLst>
              <a:ext uri="{FF2B5EF4-FFF2-40B4-BE49-F238E27FC236}">
                <a16:creationId xmlns:a16="http://schemas.microsoft.com/office/drawing/2014/main" id="{9E04F7A6-D891-4CE2-88B3-D196E6622966}"/>
              </a:ext>
            </a:extLst>
          </p:cNvPr>
          <p:cNvSpPr/>
          <p:nvPr/>
        </p:nvSpPr>
        <p:spPr>
          <a:xfrm>
            <a:off x="6035477" y="3949633"/>
            <a:ext cx="1159098" cy="1090981"/>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a:extLst>
              <a:ext uri="{FF2B5EF4-FFF2-40B4-BE49-F238E27FC236}">
                <a16:creationId xmlns:a16="http://schemas.microsoft.com/office/drawing/2014/main" id="{E1E28D61-F3A6-488D-8E8D-8628F93D76A8}"/>
              </a:ext>
            </a:extLst>
          </p:cNvPr>
          <p:cNvSpPr/>
          <p:nvPr/>
        </p:nvSpPr>
        <p:spPr>
          <a:xfrm>
            <a:off x="6615026" y="4401312"/>
            <a:ext cx="1507107" cy="731396"/>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9DC95875-3DA0-40FD-AAA0-8D8660A0210C}"/>
              </a:ext>
            </a:extLst>
          </p:cNvPr>
          <p:cNvSpPr/>
          <p:nvPr/>
        </p:nvSpPr>
        <p:spPr>
          <a:xfrm>
            <a:off x="5822503" y="3687417"/>
            <a:ext cx="2492534" cy="161541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AED0E9DE-6946-459B-9002-9B2E32C29622}"/>
              </a:ext>
            </a:extLst>
          </p:cNvPr>
          <p:cNvSpPr txBox="1"/>
          <p:nvPr/>
        </p:nvSpPr>
        <p:spPr>
          <a:xfrm>
            <a:off x="6389732" y="4125791"/>
            <a:ext cx="351378" cy="369332"/>
          </a:xfrm>
          <a:prstGeom prst="rect">
            <a:avLst/>
          </a:prstGeom>
          <a:noFill/>
        </p:spPr>
        <p:txBody>
          <a:bodyPr wrap="none" rtlCol="0">
            <a:spAutoFit/>
          </a:bodyPr>
          <a:lstStyle/>
          <a:p>
            <a:r>
              <a:rPr kumimoji="1" lang="en-US" altLang="zh-CN" b="1" dirty="0">
                <a:solidFill>
                  <a:srgbClr val="0000FF"/>
                </a:solidFill>
                <a:latin typeface="Times New Roman" panose="02020603050405020304" pitchFamily="18" charset="0"/>
                <a:cs typeface="Times New Roman" panose="02020603050405020304" pitchFamily="18" charset="0"/>
              </a:rPr>
              <a:t>A</a:t>
            </a:r>
            <a:endParaRPr kumimoji="1" lang="zh-CN" altLang="en-US" b="1" dirty="0">
              <a:solidFill>
                <a:srgbClr val="0000FF"/>
              </a:solidFill>
              <a:latin typeface="Times New Roman" panose="02020603050405020304" pitchFamily="18" charset="0"/>
              <a:cs typeface="Times New Roman" panose="02020603050405020304" pitchFamily="18" charset="0"/>
            </a:endParaRPr>
          </a:p>
        </p:txBody>
      </p:sp>
      <p:cxnSp>
        <p:nvCxnSpPr>
          <p:cNvPr id="10" name="直接连接符 9">
            <a:extLst>
              <a:ext uri="{FF2B5EF4-FFF2-40B4-BE49-F238E27FC236}">
                <a16:creationId xmlns:a16="http://schemas.microsoft.com/office/drawing/2014/main" id="{91F2747B-28FB-49D6-9108-FC1901F837D7}"/>
              </a:ext>
            </a:extLst>
          </p:cNvPr>
          <p:cNvCxnSpPr>
            <a:cxnSpLocks/>
            <a:stCxn id="5" idx="1"/>
          </p:cNvCxnSpPr>
          <p:nvPr/>
        </p:nvCxnSpPr>
        <p:spPr>
          <a:xfrm>
            <a:off x="6835737" y="4508422"/>
            <a:ext cx="255619" cy="215906"/>
          </a:xfrm>
          <a:prstGeom prst="line">
            <a:avLst/>
          </a:prstGeom>
          <a:ln w="190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DA24020-11E1-4628-BB63-4634536BB6C5}"/>
              </a:ext>
            </a:extLst>
          </p:cNvPr>
          <p:cNvCxnSpPr>
            <a:cxnSpLocks/>
            <a:endCxn id="4" idx="5"/>
          </p:cNvCxnSpPr>
          <p:nvPr/>
        </p:nvCxnSpPr>
        <p:spPr>
          <a:xfrm>
            <a:off x="6709932" y="4610506"/>
            <a:ext cx="314897" cy="270338"/>
          </a:xfrm>
          <a:prstGeom prst="line">
            <a:avLst/>
          </a:prstGeom>
          <a:ln w="190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DFC4829-73E7-49CA-BC6A-8FB528262CB5}"/>
              </a:ext>
            </a:extLst>
          </p:cNvPr>
          <p:cNvCxnSpPr>
            <a:cxnSpLocks/>
          </p:cNvCxnSpPr>
          <p:nvPr/>
        </p:nvCxnSpPr>
        <p:spPr>
          <a:xfrm>
            <a:off x="6647131" y="4751638"/>
            <a:ext cx="242220" cy="195006"/>
          </a:xfrm>
          <a:prstGeom prst="line">
            <a:avLst/>
          </a:prstGeom>
          <a:ln w="190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01AE16B7-9B63-424B-9165-919543FC6B0C}"/>
              </a:ext>
            </a:extLst>
          </p:cNvPr>
          <p:cNvCxnSpPr>
            <a:cxnSpLocks/>
          </p:cNvCxnSpPr>
          <p:nvPr/>
        </p:nvCxnSpPr>
        <p:spPr>
          <a:xfrm flipV="1">
            <a:off x="7126249" y="4463527"/>
            <a:ext cx="578073" cy="293958"/>
          </a:xfrm>
          <a:prstGeom prst="line">
            <a:avLst/>
          </a:prstGeom>
          <a:ln w="1905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4238A3F-5485-45DB-999B-BF82F570A1F5}"/>
              </a:ext>
            </a:extLst>
          </p:cNvPr>
          <p:cNvCxnSpPr>
            <a:cxnSpLocks/>
          </p:cNvCxnSpPr>
          <p:nvPr/>
        </p:nvCxnSpPr>
        <p:spPr>
          <a:xfrm flipV="1">
            <a:off x="6985672" y="4520374"/>
            <a:ext cx="915750" cy="524584"/>
          </a:xfrm>
          <a:prstGeom prst="line">
            <a:avLst/>
          </a:prstGeom>
          <a:ln w="1905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34FB0F8E-AAB8-4756-8535-7101F8C526EF}"/>
              </a:ext>
            </a:extLst>
          </p:cNvPr>
          <p:cNvCxnSpPr>
            <a:cxnSpLocks/>
          </p:cNvCxnSpPr>
          <p:nvPr/>
        </p:nvCxnSpPr>
        <p:spPr>
          <a:xfrm flipV="1">
            <a:off x="7220704" y="4654846"/>
            <a:ext cx="827142" cy="442007"/>
          </a:xfrm>
          <a:prstGeom prst="line">
            <a:avLst/>
          </a:prstGeom>
          <a:ln w="1905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FBABD92-CA35-4985-8AE1-12D07F1C28AB}"/>
              </a:ext>
            </a:extLst>
          </p:cNvPr>
          <p:cNvCxnSpPr>
            <a:cxnSpLocks/>
          </p:cNvCxnSpPr>
          <p:nvPr/>
        </p:nvCxnSpPr>
        <p:spPr>
          <a:xfrm flipV="1">
            <a:off x="7524128" y="4817526"/>
            <a:ext cx="578073" cy="293958"/>
          </a:xfrm>
          <a:prstGeom prst="line">
            <a:avLst/>
          </a:prstGeom>
          <a:ln w="19050">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09FAD058-C5C9-4ECC-849E-5E5391904D2A}"/>
              </a:ext>
            </a:extLst>
          </p:cNvPr>
          <p:cNvSpPr txBox="1"/>
          <p:nvPr/>
        </p:nvSpPr>
        <p:spPr>
          <a:xfrm>
            <a:off x="7227656" y="4582344"/>
            <a:ext cx="338554" cy="369332"/>
          </a:xfrm>
          <a:prstGeom prst="rect">
            <a:avLst/>
          </a:prstGeom>
          <a:noFill/>
        </p:spPr>
        <p:txBody>
          <a:bodyPr wrap="square" rtlCol="0">
            <a:spAutoFit/>
          </a:bodyPr>
          <a:lstStyle/>
          <a:p>
            <a:r>
              <a:rPr kumimoji="1" lang="en-US" altLang="zh-CN" b="1" dirty="0">
                <a:solidFill>
                  <a:srgbClr val="FF0000"/>
                </a:solidFill>
                <a:latin typeface="Times New Roman" panose="02020603050405020304" pitchFamily="18" charset="0"/>
                <a:cs typeface="Times New Roman" panose="02020603050405020304" pitchFamily="18" charset="0"/>
              </a:rPr>
              <a:t>B</a:t>
            </a:r>
            <a:endParaRPr kumimoji="1" lang="zh-CN" altLang="en-US"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3968B10E-43B5-453B-844F-15BE4AD849F0}"/>
                  </a:ext>
                </a:extLst>
              </p:cNvPr>
              <p:cNvSpPr txBox="1"/>
              <p:nvPr/>
            </p:nvSpPr>
            <p:spPr>
              <a:xfrm>
                <a:off x="302412" y="3558318"/>
                <a:ext cx="4909696" cy="2812373"/>
              </a:xfrm>
              <a:prstGeom prst="rect">
                <a:avLst/>
              </a:prstGeom>
              <a:noFill/>
            </p:spPr>
            <p:txBody>
              <a:bodyPr wrap="square">
                <a:spAutoFit/>
              </a:bodyPr>
              <a:lstStyle/>
              <a:p>
                <a:pPr algn="just">
                  <a:lnSpc>
                    <a:spcPct val="125000"/>
                  </a:lnSpc>
                </a:pP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如果能够事先得知每一种情况</a:t>
                </a:r>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和</a:t>
                </a:r>
                <a14:m>
                  <m:oMath xmlns:m="http://schemas.openxmlformats.org/officeDocument/2006/math">
                    <m:r>
                      <a:rPr lang="zh-CN" altLang="en-US" sz="2400" b="1" dirty="0" smtClean="0">
                        <a:solidFill>
                          <a:srgbClr val="031993"/>
                        </a:solidFill>
                        <a:latin typeface="Cambria Math" panose="02040503050406030204" pitchFamily="18" charset="0"/>
                        <a:ea typeface="楷体" panose="02010609060101010101" pitchFamily="49" charset="-122"/>
                        <a:cs typeface="Times New Roman" panose="02020603050405020304" pitchFamily="18" charset="0"/>
                      </a:rPr>
                      <m:t> </m:t>
                    </m:r>
                    <m:acc>
                      <m:accPr>
                        <m:chr m:val="̅"/>
                        <m:ctrlPr>
                          <a:rPr lang="en-US" altLang="zh-CN" sz="2400" b="1" i="1" dirty="0" smtClean="0">
                            <a:solidFill>
                              <a:srgbClr val="031993"/>
                            </a:solidFill>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a:solidFill>
                              <a:srgbClr val="031993"/>
                            </a:solidFill>
                            <a:latin typeface="Cambria Math" panose="02040503050406030204" pitchFamily="18" charset="0"/>
                            <a:ea typeface="楷体" panose="02010609060101010101" pitchFamily="49" charset="-122"/>
                            <a:cs typeface="Times New Roman" panose="02020603050405020304" pitchFamily="18" charset="0"/>
                          </a:rPr>
                          <m:t>𝑨</m:t>
                        </m:r>
                      </m:e>
                    </m:acc>
                  </m:oMath>
                </a14:m>
                <a:r>
                  <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发生的概率，以及在每一种情况下事件</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发生的概率，即条件概率</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和</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acc>
                      <m:accPr>
                        <m:chr m:val="̅"/>
                        <m:ctrlPr>
                          <a:rPr lang="en-US" altLang="zh-CN" sz="2400" b="1" i="1" dirty="0">
                            <a:solidFill>
                              <a:srgbClr val="031993"/>
                            </a:solidFill>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400" b="1" i="1" dirty="0">
                            <a:solidFill>
                              <a:srgbClr val="031993"/>
                            </a:solidFill>
                            <a:latin typeface="Cambria Math" panose="02040503050406030204" pitchFamily="18" charset="0"/>
                            <a:ea typeface="楷体" panose="02010609060101010101" pitchFamily="49" charset="-122"/>
                            <a:cs typeface="Times New Roman" panose="02020603050405020304" pitchFamily="18" charset="0"/>
                          </a:rPr>
                          <m:t>𝑨</m:t>
                        </m:r>
                      </m:e>
                    </m:acc>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，可由乘法公式计算这两部分的概率，从而得到事件</a:t>
                </a:r>
                <a14:m>
                  <m:oMath xmlns:m="http://schemas.openxmlformats.org/officeDocument/2006/math">
                    <m:r>
                      <a:rPr lang="en-US" altLang="zh-CN" sz="24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oMath>
                </a14:m>
                <a:r>
                  <a:rPr lang="zh-CN" altLang="en-US"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rPr>
                  <a:t>的概率。</a:t>
                </a:r>
                <a:endParaRPr lang="en-US" altLang="zh-CN" sz="24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25" name="文本框 24">
                <a:extLst>
                  <a:ext uri="{FF2B5EF4-FFF2-40B4-BE49-F238E27FC236}">
                    <a16:creationId xmlns:a16="http://schemas.microsoft.com/office/drawing/2014/main" id="{3968B10E-43B5-453B-844F-15BE4AD849F0}"/>
                  </a:ext>
                </a:extLst>
              </p:cNvPr>
              <p:cNvSpPr txBox="1">
                <a:spLocks noRot="1" noChangeAspect="1" noMove="1" noResize="1" noEditPoints="1" noAdjustHandles="1" noChangeArrowheads="1" noChangeShapeType="1" noTextEdit="1"/>
              </p:cNvSpPr>
              <p:nvPr/>
            </p:nvSpPr>
            <p:spPr>
              <a:xfrm>
                <a:off x="302412" y="3558318"/>
                <a:ext cx="4909696" cy="2812373"/>
              </a:xfrm>
              <a:prstGeom prst="rect">
                <a:avLst/>
              </a:prstGeom>
              <a:blipFill>
                <a:blip r:embed="rId3"/>
                <a:stretch>
                  <a:fillRect l="-2067" t="-901" r="-2067" b="-3604"/>
                </a:stretch>
              </a:blipFill>
            </p:spPr>
            <p:txBody>
              <a:bodyPr/>
              <a:lstStyle/>
              <a:p>
                <a:r>
                  <a:rPr lang="zh-CN" altLang="en-US">
                    <a:noFill/>
                  </a:rPr>
                  <a:t> </a:t>
                </a:r>
              </a:p>
            </p:txBody>
          </p:sp>
        </mc:Fallback>
      </mc:AlternateContent>
      <p:cxnSp>
        <p:nvCxnSpPr>
          <p:cNvPr id="29" name="直接连接符 28">
            <a:extLst>
              <a:ext uri="{FF2B5EF4-FFF2-40B4-BE49-F238E27FC236}">
                <a16:creationId xmlns:a16="http://schemas.microsoft.com/office/drawing/2014/main" id="{E82147D0-58EE-4CFE-B948-D03BB28BCFFC}"/>
              </a:ext>
            </a:extLst>
          </p:cNvPr>
          <p:cNvCxnSpPr>
            <a:cxnSpLocks/>
          </p:cNvCxnSpPr>
          <p:nvPr/>
        </p:nvCxnSpPr>
        <p:spPr>
          <a:xfrm>
            <a:off x="6971061" y="4445120"/>
            <a:ext cx="171905" cy="135507"/>
          </a:xfrm>
          <a:prstGeom prst="line">
            <a:avLst/>
          </a:prstGeom>
          <a:ln w="190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00D9122-5532-4001-A2F0-5BB20F4B450F}"/>
              </a:ext>
            </a:extLst>
          </p:cNvPr>
          <p:cNvCxnSpPr>
            <a:cxnSpLocks/>
          </p:cNvCxnSpPr>
          <p:nvPr/>
        </p:nvCxnSpPr>
        <p:spPr>
          <a:xfrm flipV="1">
            <a:off x="7157600" y="4404258"/>
            <a:ext cx="354138" cy="175141"/>
          </a:xfrm>
          <a:prstGeom prst="line">
            <a:avLst/>
          </a:prstGeom>
          <a:ln w="1905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9" name="直线连接符 48">
            <a:extLst>
              <a:ext uri="{FF2B5EF4-FFF2-40B4-BE49-F238E27FC236}">
                <a16:creationId xmlns:a16="http://schemas.microsoft.com/office/drawing/2014/main" id="{A13D3369-3DD1-2AC5-88C0-88CE2124D3B4}"/>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学论网--www.xuelun.me">
            <a:extLst>
              <a:ext uri="{FF2B5EF4-FFF2-40B4-BE49-F238E27FC236}">
                <a16:creationId xmlns:a16="http://schemas.microsoft.com/office/drawing/2014/main" id="{AF500F2B-96D0-9C43-D352-62074BA06E8F}"/>
              </a:ext>
            </a:extLst>
          </p:cNvPr>
          <p:cNvSpPr/>
          <p:nvPr/>
        </p:nvSpPr>
        <p:spPr bwMode="auto">
          <a:xfrm>
            <a:off x="3321497" y="218363"/>
            <a:ext cx="2501006"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全概率公式</a:t>
            </a:r>
            <a:endParaRPr lang="en-US" altLang="zh-CN" sz="3600" b="1" dirty="0">
              <a:solidFill>
                <a:srgbClr val="C0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1980433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7"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线连接符 48">
            <a:extLst>
              <a:ext uri="{FF2B5EF4-FFF2-40B4-BE49-F238E27FC236}">
                <a16:creationId xmlns:a16="http://schemas.microsoft.com/office/drawing/2014/main" id="{FF093C69-C5B1-561E-3416-AD816F9B2441}"/>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学论网--www.xuelun.me">
            <a:extLst>
              <a:ext uri="{FF2B5EF4-FFF2-40B4-BE49-F238E27FC236}">
                <a16:creationId xmlns:a16="http://schemas.microsoft.com/office/drawing/2014/main" id="{52D846F5-CE19-F1C2-FF87-970521A4087E}"/>
              </a:ext>
            </a:extLst>
          </p:cNvPr>
          <p:cNvSpPr/>
          <p:nvPr/>
        </p:nvSpPr>
        <p:spPr bwMode="auto">
          <a:xfrm>
            <a:off x="3321497" y="218363"/>
            <a:ext cx="2501006"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全概率公式</a:t>
            </a:r>
            <a:endParaRPr lang="en-US" altLang="zh-CN" sz="3600" b="1" dirty="0">
              <a:solidFill>
                <a:srgbClr val="C00000"/>
              </a:solidFill>
              <a:latin typeface="KaiTi" panose="02010609060101010101" pitchFamily="49" charset="-122"/>
              <a:ea typeface="KaiTi" panose="02010609060101010101" pitchFamily="49" charset="-122"/>
            </a:endParaRPr>
          </a:p>
        </p:txBody>
      </p:sp>
      <p:graphicFrame>
        <p:nvGraphicFramePr>
          <p:cNvPr id="10" name="Object 7">
            <a:extLst>
              <a:ext uri="{FF2B5EF4-FFF2-40B4-BE49-F238E27FC236}">
                <a16:creationId xmlns:a16="http://schemas.microsoft.com/office/drawing/2014/main" id="{AF3219D3-B888-EE5F-5300-85AB2B9E5E3C}"/>
              </a:ext>
            </a:extLst>
          </p:cNvPr>
          <p:cNvGraphicFramePr>
            <a:graphicFrameLocks noChangeAspect="1"/>
          </p:cNvGraphicFramePr>
          <p:nvPr>
            <p:extLst>
              <p:ext uri="{D42A27DB-BD31-4B8C-83A1-F6EECF244321}">
                <p14:modId xmlns:p14="http://schemas.microsoft.com/office/powerpoint/2010/main" val="128545528"/>
              </p:ext>
            </p:extLst>
          </p:nvPr>
        </p:nvGraphicFramePr>
        <p:xfrm>
          <a:off x="4613508" y="1811278"/>
          <a:ext cx="468376" cy="634819"/>
        </p:xfrm>
        <a:graphic>
          <a:graphicData uri="http://schemas.openxmlformats.org/presentationml/2006/ole">
            <mc:AlternateContent xmlns:mc="http://schemas.openxmlformats.org/markup-compatibility/2006">
              <mc:Choice xmlns:v="urn:schemas-microsoft-com:vml" Requires="v">
                <p:oleObj spid="_x0000_s1033" name="Equation" r:id="rId3" imgW="164880" imgH="228600" progId="Equation.DSMT4">
                  <p:embed/>
                </p:oleObj>
              </mc:Choice>
              <mc:Fallback>
                <p:oleObj name="Equation" r:id="rId3" imgW="164880" imgH="228600" progId="Equation.DSMT4">
                  <p:embed/>
                  <p:pic>
                    <p:nvPicPr>
                      <p:cNvPr id="10" name="Object 7">
                        <a:extLst>
                          <a:ext uri="{FF2B5EF4-FFF2-40B4-BE49-F238E27FC236}">
                            <a16:creationId xmlns:a16="http://schemas.microsoft.com/office/drawing/2014/main" id="{AF3219D3-B888-EE5F-5300-85AB2B9E5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3508" y="1811278"/>
                        <a:ext cx="468376" cy="63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4E3CF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8">
            <a:extLst>
              <a:ext uri="{FF2B5EF4-FFF2-40B4-BE49-F238E27FC236}">
                <a16:creationId xmlns:a16="http://schemas.microsoft.com/office/drawing/2014/main" id="{D10C55E2-B023-21E7-64E6-890B6FA1D608}"/>
              </a:ext>
            </a:extLst>
          </p:cNvPr>
          <p:cNvGraphicFramePr>
            <a:graphicFrameLocks noChangeAspect="1"/>
          </p:cNvGraphicFramePr>
          <p:nvPr>
            <p:extLst>
              <p:ext uri="{D42A27DB-BD31-4B8C-83A1-F6EECF244321}">
                <p14:modId xmlns:p14="http://schemas.microsoft.com/office/powerpoint/2010/main" val="541571408"/>
              </p:ext>
            </p:extLst>
          </p:nvPr>
        </p:nvGraphicFramePr>
        <p:xfrm>
          <a:off x="4577754" y="2392417"/>
          <a:ext cx="539884" cy="634819"/>
        </p:xfrm>
        <a:graphic>
          <a:graphicData uri="http://schemas.openxmlformats.org/presentationml/2006/ole">
            <mc:AlternateContent xmlns:mc="http://schemas.openxmlformats.org/markup-compatibility/2006">
              <mc:Choice xmlns:v="urn:schemas-microsoft-com:vml" Requires="v">
                <p:oleObj spid="_x0000_s1034" name="Equation" r:id="rId5" imgW="190440" imgH="228600" progId="Equation.DSMT4">
                  <p:embed/>
                </p:oleObj>
              </mc:Choice>
              <mc:Fallback>
                <p:oleObj name="Equation" r:id="rId5" imgW="190440" imgH="228600" progId="Equation.DSMT4">
                  <p:embed/>
                  <p:pic>
                    <p:nvPicPr>
                      <p:cNvPr id="11" name="Object 8">
                        <a:extLst>
                          <a:ext uri="{FF2B5EF4-FFF2-40B4-BE49-F238E27FC236}">
                            <a16:creationId xmlns:a16="http://schemas.microsoft.com/office/drawing/2014/main" id="{D10C55E2-B023-21E7-64E6-890B6FA1D6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7754" y="2392417"/>
                        <a:ext cx="539884" cy="63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4E3CF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9">
            <a:extLst>
              <a:ext uri="{FF2B5EF4-FFF2-40B4-BE49-F238E27FC236}">
                <a16:creationId xmlns:a16="http://schemas.microsoft.com/office/drawing/2014/main" id="{30710FBF-55AB-25CB-62F3-9687E9CB52E5}"/>
              </a:ext>
            </a:extLst>
          </p:cNvPr>
          <p:cNvGraphicFramePr>
            <a:graphicFrameLocks noChangeAspect="1"/>
          </p:cNvGraphicFramePr>
          <p:nvPr>
            <p:extLst>
              <p:ext uri="{D42A27DB-BD31-4B8C-83A1-F6EECF244321}">
                <p14:modId xmlns:p14="http://schemas.microsoft.com/office/powerpoint/2010/main" val="1614087982"/>
              </p:ext>
            </p:extLst>
          </p:nvPr>
        </p:nvGraphicFramePr>
        <p:xfrm>
          <a:off x="4596822" y="3028403"/>
          <a:ext cx="504130" cy="634819"/>
        </p:xfrm>
        <a:graphic>
          <a:graphicData uri="http://schemas.openxmlformats.org/presentationml/2006/ole">
            <mc:AlternateContent xmlns:mc="http://schemas.openxmlformats.org/markup-compatibility/2006">
              <mc:Choice xmlns:v="urn:schemas-microsoft-com:vml" Requires="v">
                <p:oleObj spid="_x0000_s1035" name="Equation" r:id="rId7" imgW="177480" imgH="228600" progId="Equation.DSMT4">
                  <p:embed/>
                </p:oleObj>
              </mc:Choice>
              <mc:Fallback>
                <p:oleObj name="Equation" r:id="rId7" imgW="177480" imgH="228600" progId="Equation.DSMT4">
                  <p:embed/>
                  <p:pic>
                    <p:nvPicPr>
                      <p:cNvPr id="12" name="Object 9">
                        <a:extLst>
                          <a:ext uri="{FF2B5EF4-FFF2-40B4-BE49-F238E27FC236}">
                            <a16:creationId xmlns:a16="http://schemas.microsoft.com/office/drawing/2014/main" id="{30710FBF-55AB-25CB-62F3-9687E9CB52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6822" y="3028403"/>
                        <a:ext cx="504130" cy="63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4E3CF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Line 11">
            <a:extLst>
              <a:ext uri="{FF2B5EF4-FFF2-40B4-BE49-F238E27FC236}">
                <a16:creationId xmlns:a16="http://schemas.microsoft.com/office/drawing/2014/main" id="{7373B96B-7284-5DA8-0B02-74DC722EA821}"/>
              </a:ext>
            </a:extLst>
          </p:cNvPr>
          <p:cNvSpPr>
            <a:spLocks noChangeShapeType="1"/>
          </p:cNvSpPr>
          <p:nvPr/>
        </p:nvSpPr>
        <p:spPr bwMode="auto">
          <a:xfrm>
            <a:off x="3907963" y="2710994"/>
            <a:ext cx="704352"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5" name="Line 12">
            <a:extLst>
              <a:ext uri="{FF2B5EF4-FFF2-40B4-BE49-F238E27FC236}">
                <a16:creationId xmlns:a16="http://schemas.microsoft.com/office/drawing/2014/main" id="{96F7AF9F-9B60-E5B9-E7AA-DC5192214E86}"/>
              </a:ext>
            </a:extLst>
          </p:cNvPr>
          <p:cNvSpPr>
            <a:spLocks noChangeShapeType="1"/>
          </p:cNvSpPr>
          <p:nvPr/>
        </p:nvSpPr>
        <p:spPr bwMode="auto">
          <a:xfrm flipV="1">
            <a:off x="3910347" y="2233713"/>
            <a:ext cx="756791" cy="371089"/>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 name="Line 13">
            <a:extLst>
              <a:ext uri="{FF2B5EF4-FFF2-40B4-BE49-F238E27FC236}">
                <a16:creationId xmlns:a16="http://schemas.microsoft.com/office/drawing/2014/main" id="{ADEBF54B-367E-222E-78B8-7599DED790E5}"/>
              </a:ext>
            </a:extLst>
          </p:cNvPr>
          <p:cNvSpPr>
            <a:spLocks noChangeShapeType="1"/>
          </p:cNvSpPr>
          <p:nvPr/>
        </p:nvSpPr>
        <p:spPr bwMode="auto">
          <a:xfrm>
            <a:off x="3910347" y="2816019"/>
            <a:ext cx="756791" cy="477281"/>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aphicFrame>
        <p:nvGraphicFramePr>
          <p:cNvPr id="18" name="Object 14">
            <a:extLst>
              <a:ext uri="{FF2B5EF4-FFF2-40B4-BE49-F238E27FC236}">
                <a16:creationId xmlns:a16="http://schemas.microsoft.com/office/drawing/2014/main" id="{22F50F64-B5C0-0ECC-1C4E-97D52E9143FC}"/>
              </a:ext>
            </a:extLst>
          </p:cNvPr>
          <p:cNvGraphicFramePr>
            <a:graphicFrameLocks noChangeAspect="1"/>
          </p:cNvGraphicFramePr>
          <p:nvPr>
            <p:extLst>
              <p:ext uri="{D42A27DB-BD31-4B8C-83A1-F6EECF244321}">
                <p14:modId xmlns:p14="http://schemas.microsoft.com/office/powerpoint/2010/main" val="3340812469"/>
              </p:ext>
            </p:extLst>
          </p:nvPr>
        </p:nvGraphicFramePr>
        <p:xfrm>
          <a:off x="5257078" y="1863791"/>
          <a:ext cx="2063001" cy="443440"/>
        </p:xfrm>
        <a:graphic>
          <a:graphicData uri="http://schemas.openxmlformats.org/presentationml/2006/ole">
            <mc:AlternateContent xmlns:mc="http://schemas.openxmlformats.org/markup-compatibility/2006">
              <mc:Choice xmlns:v="urn:schemas-microsoft-com:vml" Requires="v">
                <p:oleObj spid="_x0000_s1036" name="Equation" r:id="rId9" imgW="1041120" imgH="228600" progId="Equation.DSMT4">
                  <p:embed/>
                </p:oleObj>
              </mc:Choice>
              <mc:Fallback>
                <p:oleObj name="Equation" r:id="rId9" imgW="1041120" imgH="228600" progId="Equation.DSMT4">
                  <p:embed/>
                  <p:pic>
                    <p:nvPicPr>
                      <p:cNvPr id="18" name="Object 14">
                        <a:extLst>
                          <a:ext uri="{FF2B5EF4-FFF2-40B4-BE49-F238E27FC236}">
                            <a16:creationId xmlns:a16="http://schemas.microsoft.com/office/drawing/2014/main" id="{22F50F64-B5C0-0ECC-1C4E-97D52E9143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7078" y="1863791"/>
                        <a:ext cx="2063001" cy="44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4E3CF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5">
            <a:extLst>
              <a:ext uri="{FF2B5EF4-FFF2-40B4-BE49-F238E27FC236}">
                <a16:creationId xmlns:a16="http://schemas.microsoft.com/office/drawing/2014/main" id="{C2E80FBE-3A10-DE9E-94D8-E29314F94F09}"/>
              </a:ext>
            </a:extLst>
          </p:cNvPr>
          <p:cNvGraphicFramePr>
            <a:graphicFrameLocks noChangeAspect="1"/>
          </p:cNvGraphicFramePr>
          <p:nvPr>
            <p:extLst>
              <p:ext uri="{D42A27DB-BD31-4B8C-83A1-F6EECF244321}">
                <p14:modId xmlns:p14="http://schemas.microsoft.com/office/powerpoint/2010/main" val="4201642192"/>
              </p:ext>
            </p:extLst>
          </p:nvPr>
        </p:nvGraphicFramePr>
        <p:xfrm>
          <a:off x="5296407" y="2498610"/>
          <a:ext cx="2063002" cy="443440"/>
        </p:xfrm>
        <a:graphic>
          <a:graphicData uri="http://schemas.openxmlformats.org/presentationml/2006/ole">
            <mc:AlternateContent xmlns:mc="http://schemas.openxmlformats.org/markup-compatibility/2006">
              <mc:Choice xmlns:v="urn:schemas-microsoft-com:vml" Requires="v">
                <p:oleObj spid="_x0000_s1037" name="Equation" r:id="rId11" imgW="1041120" imgH="228600" progId="Equation.DSMT4">
                  <p:embed/>
                </p:oleObj>
              </mc:Choice>
              <mc:Fallback>
                <p:oleObj name="Equation" r:id="rId11" imgW="1041120" imgH="228600" progId="Equation.DSMT4">
                  <p:embed/>
                  <p:pic>
                    <p:nvPicPr>
                      <p:cNvPr id="20" name="Object 15">
                        <a:extLst>
                          <a:ext uri="{FF2B5EF4-FFF2-40B4-BE49-F238E27FC236}">
                            <a16:creationId xmlns:a16="http://schemas.microsoft.com/office/drawing/2014/main" id="{C2E80FBE-3A10-DE9E-94D8-E29314F94F0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96407" y="2498610"/>
                        <a:ext cx="2063002" cy="44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4E3CF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16">
            <a:extLst>
              <a:ext uri="{FF2B5EF4-FFF2-40B4-BE49-F238E27FC236}">
                <a16:creationId xmlns:a16="http://schemas.microsoft.com/office/drawing/2014/main" id="{437E70FD-5E7B-311A-4749-668B84380D23}"/>
              </a:ext>
            </a:extLst>
          </p:cNvPr>
          <p:cNvGraphicFramePr>
            <a:graphicFrameLocks noChangeAspect="1"/>
          </p:cNvGraphicFramePr>
          <p:nvPr>
            <p:extLst>
              <p:ext uri="{D42A27DB-BD31-4B8C-83A1-F6EECF244321}">
                <p14:modId xmlns:p14="http://schemas.microsoft.com/office/powerpoint/2010/main" val="2625204516"/>
              </p:ext>
            </p:extLst>
          </p:nvPr>
        </p:nvGraphicFramePr>
        <p:xfrm>
          <a:off x="5327394" y="3187108"/>
          <a:ext cx="2037974" cy="443440"/>
        </p:xfrm>
        <a:graphic>
          <a:graphicData uri="http://schemas.openxmlformats.org/presentationml/2006/ole">
            <mc:AlternateContent xmlns:mc="http://schemas.openxmlformats.org/markup-compatibility/2006">
              <mc:Choice xmlns:v="urn:schemas-microsoft-com:vml" Requires="v">
                <p:oleObj spid="_x0000_s1038" name="Equation" r:id="rId13" imgW="1028520" imgH="228600" progId="Equation.DSMT4">
                  <p:embed/>
                </p:oleObj>
              </mc:Choice>
              <mc:Fallback>
                <p:oleObj name="Equation" r:id="rId13" imgW="1028520" imgH="228600" progId="Equation.DSMT4">
                  <p:embed/>
                  <p:pic>
                    <p:nvPicPr>
                      <p:cNvPr id="21" name="Object 16">
                        <a:extLst>
                          <a:ext uri="{FF2B5EF4-FFF2-40B4-BE49-F238E27FC236}">
                            <a16:creationId xmlns:a16="http://schemas.microsoft.com/office/drawing/2014/main" id="{437E70FD-5E7B-311A-4749-668B84380D2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27394" y="3187108"/>
                        <a:ext cx="2037974" cy="44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4E3CF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Line 17">
            <a:extLst>
              <a:ext uri="{FF2B5EF4-FFF2-40B4-BE49-F238E27FC236}">
                <a16:creationId xmlns:a16="http://schemas.microsoft.com/office/drawing/2014/main" id="{B4EFD18F-E74F-F0DD-0DF1-1AF962C677F7}"/>
              </a:ext>
            </a:extLst>
          </p:cNvPr>
          <p:cNvSpPr>
            <a:spLocks noChangeShapeType="1"/>
          </p:cNvSpPr>
          <p:nvPr/>
        </p:nvSpPr>
        <p:spPr bwMode="auto">
          <a:xfrm>
            <a:off x="7531028" y="2710994"/>
            <a:ext cx="704352"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3" name="Line 18">
            <a:extLst>
              <a:ext uri="{FF2B5EF4-FFF2-40B4-BE49-F238E27FC236}">
                <a16:creationId xmlns:a16="http://schemas.microsoft.com/office/drawing/2014/main" id="{0213BF95-539F-5259-2CB6-8A1DB7148809}"/>
              </a:ext>
            </a:extLst>
          </p:cNvPr>
          <p:cNvSpPr>
            <a:spLocks noChangeShapeType="1"/>
          </p:cNvSpPr>
          <p:nvPr/>
        </p:nvSpPr>
        <p:spPr bwMode="auto">
          <a:xfrm flipV="1">
            <a:off x="7585850" y="2922211"/>
            <a:ext cx="594707" cy="477281"/>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zh-CN" altLang="en-US"/>
          </a:p>
        </p:txBody>
      </p:sp>
      <p:sp>
        <p:nvSpPr>
          <p:cNvPr id="24" name="Line 19">
            <a:extLst>
              <a:ext uri="{FF2B5EF4-FFF2-40B4-BE49-F238E27FC236}">
                <a16:creationId xmlns:a16="http://schemas.microsoft.com/office/drawing/2014/main" id="{E144993D-D917-D3A3-25FE-664AABC02DD6}"/>
              </a:ext>
            </a:extLst>
          </p:cNvPr>
          <p:cNvSpPr>
            <a:spLocks noChangeShapeType="1"/>
          </p:cNvSpPr>
          <p:nvPr/>
        </p:nvSpPr>
        <p:spPr bwMode="auto">
          <a:xfrm>
            <a:off x="7423766" y="2022496"/>
            <a:ext cx="756791" cy="423601"/>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zh-CN" altLang="en-US"/>
          </a:p>
        </p:txBody>
      </p:sp>
      <p:graphicFrame>
        <p:nvGraphicFramePr>
          <p:cNvPr id="25" name="Object 20">
            <a:extLst>
              <a:ext uri="{FF2B5EF4-FFF2-40B4-BE49-F238E27FC236}">
                <a16:creationId xmlns:a16="http://schemas.microsoft.com/office/drawing/2014/main" id="{156B32B7-969E-83DD-49C9-8E03D3C6FCA9}"/>
              </a:ext>
            </a:extLst>
          </p:cNvPr>
          <p:cNvGraphicFramePr>
            <a:graphicFrameLocks noChangeAspect="1"/>
          </p:cNvGraphicFramePr>
          <p:nvPr>
            <p:extLst>
              <p:ext uri="{D42A27DB-BD31-4B8C-83A1-F6EECF244321}">
                <p14:modId xmlns:p14="http://schemas.microsoft.com/office/powerpoint/2010/main" val="78133020"/>
              </p:ext>
            </p:extLst>
          </p:nvPr>
        </p:nvGraphicFramePr>
        <p:xfrm>
          <a:off x="8252536" y="2552632"/>
          <a:ext cx="891464" cy="498286"/>
        </p:xfrm>
        <a:graphic>
          <a:graphicData uri="http://schemas.openxmlformats.org/presentationml/2006/ole">
            <mc:AlternateContent xmlns:mc="http://schemas.openxmlformats.org/markup-compatibility/2006">
              <mc:Choice xmlns:v="urn:schemas-microsoft-com:vml" Requires="v">
                <p:oleObj spid="_x0000_s1039" name="Equation" r:id="rId15" imgW="355320" imgH="203040" progId="Equation.DSMT4">
                  <p:embed/>
                </p:oleObj>
              </mc:Choice>
              <mc:Fallback>
                <p:oleObj name="Equation" r:id="rId15" imgW="355320" imgH="203040" progId="Equation.DSMT4">
                  <p:embed/>
                  <p:pic>
                    <p:nvPicPr>
                      <p:cNvPr id="25" name="Object 20">
                        <a:extLst>
                          <a:ext uri="{FF2B5EF4-FFF2-40B4-BE49-F238E27FC236}">
                            <a16:creationId xmlns:a16="http://schemas.microsoft.com/office/drawing/2014/main" id="{156B32B7-969E-83DD-49C9-8E03D3C6FCA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252536" y="2552632"/>
                        <a:ext cx="891464" cy="498286"/>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9A3B7CBE-5CE4-EFA4-C0AB-1EF2A86EFECC}"/>
                  </a:ext>
                </a:extLst>
              </p:cNvPr>
              <p:cNvSpPr txBox="1"/>
              <p:nvPr/>
            </p:nvSpPr>
            <p:spPr>
              <a:xfrm>
                <a:off x="3538986" y="2498610"/>
                <a:ext cx="251518" cy="3619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3200" b="1" i="1" smtClean="0">
                          <a:latin typeface="Cambria Math" panose="02040503050406030204" pitchFamily="18" charset="0"/>
                        </a:rPr>
                        <m:t>𝑺</m:t>
                      </m:r>
                    </m:oMath>
                  </m:oMathPara>
                </a14:m>
                <a:endParaRPr kumimoji="1" lang="zh-CN" altLang="en-US" sz="3200" b="1" dirty="0"/>
              </a:p>
            </p:txBody>
          </p:sp>
        </mc:Choice>
        <mc:Fallback xmlns="">
          <p:sp>
            <p:nvSpPr>
              <p:cNvPr id="26" name="文本框 25">
                <a:extLst>
                  <a:ext uri="{FF2B5EF4-FFF2-40B4-BE49-F238E27FC236}">
                    <a16:creationId xmlns:a16="http://schemas.microsoft.com/office/drawing/2014/main" id="{9A3B7CBE-5CE4-EFA4-C0AB-1EF2A86EFECC}"/>
                  </a:ext>
                </a:extLst>
              </p:cNvPr>
              <p:cNvSpPr txBox="1">
                <a:spLocks noRot="1" noChangeAspect="1" noMove="1" noResize="1" noEditPoints="1" noAdjustHandles="1" noChangeArrowheads="1" noChangeShapeType="1" noTextEdit="1"/>
              </p:cNvSpPr>
              <p:nvPr/>
            </p:nvSpPr>
            <p:spPr>
              <a:xfrm>
                <a:off x="3538986" y="2498610"/>
                <a:ext cx="251518" cy="361987"/>
              </a:xfrm>
              <a:prstGeom prst="rect">
                <a:avLst/>
              </a:prstGeom>
              <a:blipFill>
                <a:blip r:embed="rId17"/>
                <a:stretch>
                  <a:fillRect l="-47619" r="-47619" b="-4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D0288DB-FAD3-E909-9A1A-CF4937A87AB9}"/>
                  </a:ext>
                </a:extLst>
              </p:cNvPr>
              <p:cNvSpPr txBox="1"/>
              <p:nvPr/>
            </p:nvSpPr>
            <p:spPr>
              <a:xfrm>
                <a:off x="183867" y="4633234"/>
                <a:ext cx="9327658" cy="1570879"/>
              </a:xfrm>
              <a:prstGeom prst="rect">
                <a:avLst/>
              </a:prstGeom>
              <a:noFill/>
            </p:spPr>
            <p:txBody>
              <a:bodyPr wrap="square">
                <a:spAutoFit/>
              </a:bodyPr>
              <a:lstStyle/>
              <a:p>
                <a:pPr>
                  <a:lnSpc>
                    <a:spcPct val="200000"/>
                  </a:lnSpc>
                </a:pPr>
                <a14:m>
                  <m:oMathPara xmlns:m="http://schemas.openxmlformats.org/officeDocument/2006/math">
                    <m:oMathParaPr>
                      <m:jc m:val="left"/>
                    </m:oMathParaPr>
                    <m:oMath xmlns:m="http://schemas.openxmlformats.org/officeDocument/2006/math">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d>
                        <m:dPr>
                          <m:ctrlPr>
                            <a:rPr lang="en-US" altLang="zh-CN" sz="260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𝐵</m:t>
                          </m:r>
                        </m:e>
                      </m:d>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d>
                        <m:dPr>
                          <m:ctrlPr>
                            <a:rPr lang="en-US" altLang="zh-CN" sz="260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𝐵</m:t>
                          </m:r>
                        </m:e>
                      </m:d>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d>
                        <m:dPr>
                          <m:ctrlPr>
                            <a:rPr lang="en-US" altLang="zh-CN" sz="260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𝐵</m:t>
                          </m:r>
                        </m:e>
                      </m:d>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𝐵</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14:m>
                  <m:oMath xmlns:m="http://schemas.openxmlformats.org/officeDocument/2006/math">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𝐵</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𝐵</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oMath>
                </a14:m>
                <a:r>
                  <a:rPr lang="en-US" altLang="zh-CN" sz="2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dirty="0">
                    <a:solidFill>
                      <a:schemeClr val="tx1"/>
                    </a:solidFill>
                    <a:ea typeface="楷体" panose="02010609060101010101" pitchFamily="49" charset="-122"/>
                    <a:cs typeface="Times New Roman" panose="02020603050405020304" pitchFamily="18" charset="0"/>
                  </a:rPr>
                  <a:t> </a:t>
                </a:r>
                <a14:m>
                  <m:oMath xmlns:m="http://schemas.openxmlformats.org/officeDocument/2006/math">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𝑃</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𝐵</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𝐴</m:t>
                    </m:r>
                    <m:r>
                      <a:rPr lang="en-US" altLang="zh-CN" sz="2600" b="0" i="1" baseline="-25000"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600"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oMath>
                </a14:m>
                <a:endParaRPr lang="en-US" altLang="zh-CN" sz="2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0" name="文本框 29">
                <a:extLst>
                  <a:ext uri="{FF2B5EF4-FFF2-40B4-BE49-F238E27FC236}">
                    <a16:creationId xmlns:a16="http://schemas.microsoft.com/office/drawing/2014/main" id="{8D0288DB-FAD3-E909-9A1A-CF4937A87AB9}"/>
                  </a:ext>
                </a:extLst>
              </p:cNvPr>
              <p:cNvSpPr txBox="1">
                <a:spLocks noRot="1" noChangeAspect="1" noMove="1" noResize="1" noEditPoints="1" noAdjustHandles="1" noChangeArrowheads="1" noChangeShapeType="1" noTextEdit="1"/>
              </p:cNvSpPr>
              <p:nvPr/>
            </p:nvSpPr>
            <p:spPr>
              <a:xfrm>
                <a:off x="183867" y="4633234"/>
                <a:ext cx="9327658" cy="1570879"/>
              </a:xfrm>
              <a:prstGeom prst="rect">
                <a:avLst/>
              </a:prstGeom>
              <a:blipFill>
                <a:blip r:embed="rId31"/>
                <a:stretch>
                  <a:fillRect l="-816" b="-8800"/>
                </a:stretch>
              </a:blipFill>
            </p:spPr>
            <p:txBody>
              <a:bodyPr/>
              <a:lstStyle/>
              <a:p>
                <a:r>
                  <a:rPr lang="zh-CN" altLang="en-US">
                    <a:noFill/>
                  </a:rPr>
                  <a:t> </a:t>
                </a:r>
              </a:p>
            </p:txBody>
          </p:sp>
        </mc:Fallback>
      </mc:AlternateContent>
      <p:sp>
        <p:nvSpPr>
          <p:cNvPr id="4" name="圆角矩形 3">
            <a:extLst>
              <a:ext uri="{FF2B5EF4-FFF2-40B4-BE49-F238E27FC236}">
                <a16:creationId xmlns:a16="http://schemas.microsoft.com/office/drawing/2014/main" id="{0FB79C90-0291-24CA-5F25-B42B8C7C653D}"/>
              </a:ext>
            </a:extLst>
          </p:cNvPr>
          <p:cNvSpPr/>
          <p:nvPr/>
        </p:nvSpPr>
        <p:spPr>
          <a:xfrm>
            <a:off x="187029" y="1656448"/>
            <a:ext cx="3171026" cy="2096645"/>
          </a:xfrm>
          <a:prstGeom prst="roundRect">
            <a:avLst>
              <a:gd name="adj" fmla="val 67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7" name="直线连接符 16">
            <a:extLst>
              <a:ext uri="{FF2B5EF4-FFF2-40B4-BE49-F238E27FC236}">
                <a16:creationId xmlns:a16="http://schemas.microsoft.com/office/drawing/2014/main" id="{CD1199E0-2C8D-4526-28FA-552A1C97789D}"/>
              </a:ext>
            </a:extLst>
          </p:cNvPr>
          <p:cNvCxnSpPr>
            <a:cxnSpLocks/>
            <a:endCxn id="4" idx="3"/>
          </p:cNvCxnSpPr>
          <p:nvPr/>
        </p:nvCxnSpPr>
        <p:spPr>
          <a:xfrm>
            <a:off x="187029" y="2704771"/>
            <a:ext cx="3171026"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sp>
        <p:nvSpPr>
          <p:cNvPr id="3" name="圆角矩形 2">
            <a:extLst>
              <a:ext uri="{FF2B5EF4-FFF2-40B4-BE49-F238E27FC236}">
                <a16:creationId xmlns:a16="http://schemas.microsoft.com/office/drawing/2014/main" id="{F12E8F19-5229-7C05-5575-04B636D0D77D}"/>
              </a:ext>
            </a:extLst>
          </p:cNvPr>
          <p:cNvSpPr/>
          <p:nvPr/>
        </p:nvSpPr>
        <p:spPr>
          <a:xfrm>
            <a:off x="1058094" y="2230131"/>
            <a:ext cx="1554474" cy="949277"/>
          </a:xfrm>
          <a:prstGeom prst="roundRect">
            <a:avLst/>
          </a:prstGeom>
          <a:solidFill>
            <a:srgbClr val="C00000">
              <a:alpha val="18000"/>
            </a:srgb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3D6145B-3649-7ECB-28B9-1208F0367B66}"/>
              </a:ext>
            </a:extLst>
          </p:cNvPr>
          <p:cNvSpPr txBox="1"/>
          <p:nvPr/>
        </p:nvSpPr>
        <p:spPr>
          <a:xfrm>
            <a:off x="2231479" y="2806339"/>
            <a:ext cx="551768" cy="369332"/>
          </a:xfrm>
          <a:prstGeom prst="rect">
            <a:avLst/>
          </a:prstGeom>
          <a:noFill/>
        </p:spPr>
        <p:txBody>
          <a:bodyPr wrap="square" rtlCol="0">
            <a:spAutoFit/>
          </a:bodyPr>
          <a:lstStyle/>
          <a:p>
            <a:r>
              <a:rPr kumimoji="1" lang="en-US" altLang="zh-CN" b="1" dirty="0">
                <a:solidFill>
                  <a:srgbClr val="FF0000"/>
                </a:solidFill>
                <a:latin typeface="Times New Roman" panose="02020603050405020304" pitchFamily="18" charset="0"/>
                <a:cs typeface="Times New Roman" panose="02020603050405020304" pitchFamily="18" charset="0"/>
              </a:rPr>
              <a:t>B</a:t>
            </a:r>
            <a:endParaRPr kumimoji="1"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19" name="直线连接符 18">
            <a:extLst>
              <a:ext uri="{FF2B5EF4-FFF2-40B4-BE49-F238E27FC236}">
                <a16:creationId xmlns:a16="http://schemas.microsoft.com/office/drawing/2014/main" id="{54909ECF-1006-156B-19D8-4ACCD6ED00F5}"/>
              </a:ext>
            </a:extLst>
          </p:cNvPr>
          <p:cNvCxnSpPr>
            <a:cxnSpLocks/>
          </p:cNvCxnSpPr>
          <p:nvPr/>
        </p:nvCxnSpPr>
        <p:spPr>
          <a:xfrm flipH="1">
            <a:off x="2207835" y="1656448"/>
            <a:ext cx="1" cy="1048321"/>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sp>
        <p:nvSpPr>
          <p:cNvPr id="2" name="文本框 1">
            <a:extLst>
              <a:ext uri="{FF2B5EF4-FFF2-40B4-BE49-F238E27FC236}">
                <a16:creationId xmlns:a16="http://schemas.microsoft.com/office/drawing/2014/main" id="{34E0C098-C2E0-5037-5760-50321C369FB9}"/>
              </a:ext>
            </a:extLst>
          </p:cNvPr>
          <p:cNvSpPr txBox="1"/>
          <p:nvPr/>
        </p:nvSpPr>
        <p:spPr>
          <a:xfrm>
            <a:off x="256196" y="1712948"/>
            <a:ext cx="466794" cy="369332"/>
          </a:xfrm>
          <a:prstGeom prst="rect">
            <a:avLst/>
          </a:prstGeom>
          <a:noFill/>
        </p:spPr>
        <p:txBody>
          <a:bodyPr wrap="none" rtlCol="0">
            <a:spAutoFit/>
          </a:bodyPr>
          <a:lstStyle/>
          <a:p>
            <a:r>
              <a:rPr kumimoji="1" lang="en-US" altLang="zh-CN" b="1" dirty="0">
                <a:latin typeface="Times New Roman" panose="02020603050405020304" pitchFamily="18" charset="0"/>
                <a:cs typeface="Times New Roman" panose="02020603050405020304" pitchFamily="18" charset="0"/>
              </a:rPr>
              <a:t>A1</a:t>
            </a:r>
            <a:endParaRPr kumimoji="1" lang="zh-CN" altLang="en-US" b="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DECEF5FF-7B9B-673C-EFD8-142046D4D8FF}"/>
              </a:ext>
            </a:extLst>
          </p:cNvPr>
          <p:cNvSpPr txBox="1"/>
          <p:nvPr/>
        </p:nvSpPr>
        <p:spPr>
          <a:xfrm>
            <a:off x="2840109" y="1712948"/>
            <a:ext cx="466794" cy="369332"/>
          </a:xfrm>
          <a:prstGeom prst="rect">
            <a:avLst/>
          </a:prstGeom>
          <a:noFill/>
        </p:spPr>
        <p:txBody>
          <a:bodyPr wrap="none" rtlCol="0">
            <a:spAutoFit/>
          </a:bodyPr>
          <a:lstStyle/>
          <a:p>
            <a:r>
              <a:rPr kumimoji="1" lang="en-US" altLang="zh-CN" b="1" dirty="0">
                <a:latin typeface="Times New Roman" panose="02020603050405020304" pitchFamily="18" charset="0"/>
                <a:cs typeface="Times New Roman" panose="02020603050405020304" pitchFamily="18" charset="0"/>
              </a:rPr>
              <a:t>A2</a:t>
            </a:r>
            <a:endParaRPr kumimoji="1" lang="zh-CN" altLang="en-US"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6A585F02-96B3-2196-B08B-C30FAF36FA5F}"/>
              </a:ext>
            </a:extLst>
          </p:cNvPr>
          <p:cNvSpPr txBox="1"/>
          <p:nvPr/>
        </p:nvSpPr>
        <p:spPr>
          <a:xfrm>
            <a:off x="1539145" y="3345812"/>
            <a:ext cx="466794" cy="369332"/>
          </a:xfrm>
          <a:prstGeom prst="rect">
            <a:avLst/>
          </a:prstGeom>
          <a:noFill/>
        </p:spPr>
        <p:txBody>
          <a:bodyPr wrap="none" rtlCol="0">
            <a:spAutoFit/>
          </a:bodyPr>
          <a:lstStyle/>
          <a:p>
            <a:r>
              <a:rPr kumimoji="1" lang="en-US" altLang="zh-CN" b="1" dirty="0">
                <a:latin typeface="Times New Roman" panose="02020603050405020304" pitchFamily="18" charset="0"/>
                <a:cs typeface="Times New Roman" panose="02020603050405020304" pitchFamily="18" charset="0"/>
              </a:rPr>
              <a:t>A3</a:t>
            </a:r>
            <a:endParaRPr kumimoji="1" lang="zh-CN" altLang="en-US" b="1" dirty="0">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FF17D898-324C-7E6D-6FD4-9D114822B091}"/>
              </a:ext>
            </a:extLst>
          </p:cNvPr>
          <p:cNvSpPr txBox="1"/>
          <p:nvPr/>
        </p:nvSpPr>
        <p:spPr>
          <a:xfrm>
            <a:off x="-324091" y="1284792"/>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5781293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22" grpId="0" animBg="1"/>
      <p:bldP spid="23" grpId="0" animBg="1"/>
      <p:bldP spid="24" grpId="0" animBg="1"/>
      <p:bldP spid="26" grpId="0"/>
      <p:bldP spid="30" grpId="0"/>
      <p:bldP spid="3" grpId="0" animBg="1"/>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C56C85E-44E1-4447-B179-B90A5AB15179}"/>
              </a:ext>
            </a:extLst>
          </p:cNvPr>
          <p:cNvPicPr>
            <a:picLocks noChangeAspect="1"/>
          </p:cNvPicPr>
          <p:nvPr/>
        </p:nvPicPr>
        <p:blipFill>
          <a:blip r:embed="rId2"/>
          <a:stretch>
            <a:fillRect/>
          </a:stretch>
        </p:blipFill>
        <p:spPr>
          <a:xfrm>
            <a:off x="1182637" y="2211572"/>
            <a:ext cx="6778726" cy="3965944"/>
          </a:xfrm>
          <a:prstGeom prst="rect">
            <a:avLst/>
          </a:prstGeom>
        </p:spPr>
      </p:pic>
      <p:cxnSp>
        <p:nvCxnSpPr>
          <p:cNvPr id="3" name="直线连接符 48">
            <a:extLst>
              <a:ext uri="{FF2B5EF4-FFF2-40B4-BE49-F238E27FC236}">
                <a16:creationId xmlns:a16="http://schemas.microsoft.com/office/drawing/2014/main" id="{70CDBCA3-58BD-5801-D840-D8E667BE8F2A}"/>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学论网--www.xuelun.me">
            <a:extLst>
              <a:ext uri="{FF2B5EF4-FFF2-40B4-BE49-F238E27FC236}">
                <a16:creationId xmlns:a16="http://schemas.microsoft.com/office/drawing/2014/main" id="{86B00BAC-21A1-8075-6D6F-3DC0C6DE1D02}"/>
              </a:ext>
            </a:extLst>
          </p:cNvPr>
          <p:cNvSpPr/>
          <p:nvPr/>
        </p:nvSpPr>
        <p:spPr bwMode="auto">
          <a:xfrm>
            <a:off x="3321497" y="218363"/>
            <a:ext cx="2501006"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完备事件组</a:t>
            </a:r>
          </a:p>
        </p:txBody>
      </p:sp>
      <p:sp>
        <p:nvSpPr>
          <p:cNvPr id="2" name="文本框 1">
            <a:extLst>
              <a:ext uri="{FF2B5EF4-FFF2-40B4-BE49-F238E27FC236}">
                <a16:creationId xmlns:a16="http://schemas.microsoft.com/office/drawing/2014/main" id="{54BA25C4-1663-288A-30D3-C6075415AE70}"/>
              </a:ext>
            </a:extLst>
          </p:cNvPr>
          <p:cNvSpPr txBox="1"/>
          <p:nvPr/>
        </p:nvSpPr>
        <p:spPr>
          <a:xfrm>
            <a:off x="1563624" y="6057725"/>
            <a:ext cx="3430747" cy="523220"/>
          </a:xfrm>
          <a:prstGeom prst="rect">
            <a:avLst/>
          </a:prstGeom>
          <a:noFill/>
        </p:spPr>
        <p:txBody>
          <a:bodyPr wrap="none" rtlCol="0">
            <a:spAutoFit/>
          </a:bodyPr>
          <a:lstStyle/>
          <a:p>
            <a:r>
              <a:rPr kumimoji="1" lang="zh-CN" altLang="en-US" sz="2800" b="1" dirty="0">
                <a:solidFill>
                  <a:srgbClr val="C00000"/>
                </a:solidFill>
                <a:latin typeface="KaiTi" panose="02010609060101010101" pitchFamily="49" charset="-122"/>
                <a:ea typeface="KaiTi" panose="02010609060101010101" pitchFamily="49" charset="-122"/>
              </a:rPr>
              <a:t>样本空间的一个分割</a:t>
            </a:r>
          </a:p>
        </p:txBody>
      </p:sp>
    </p:spTree>
    <p:extLst>
      <p:ext uri="{BB962C8B-B14F-4D97-AF65-F5344CB8AC3E}">
        <p14:creationId xmlns:p14="http://schemas.microsoft.com/office/powerpoint/2010/main" val="25079844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6" presetClass="entr" presetSubtype="0" fill="hold" grpId="0" nodeType="clickEffect">
                                  <p:stCondLst>
                                    <p:cond delay="0"/>
                                  </p:stCondLst>
                                  <p:iterate type="lt">
                                    <p:tmPct val="10000"/>
                                  </p:iterate>
                                  <p:childTnLst>
                                    <p:set>
                                      <p:cBhvr>
                                        <p:cTn id="10" dur="1" fill="hold">
                                          <p:stCondLst>
                                            <p:cond delay="0"/>
                                          </p:stCondLst>
                                        </p:cTn>
                                        <p:tgtEl>
                                          <p:spTgt spid="5"/>
                                        </p:tgtEl>
                                        <p:attrNameLst>
                                          <p:attrName>style.visibility</p:attrName>
                                        </p:attrNameLst>
                                      </p:cBhvr>
                                      <p:to>
                                        <p:strVal val="visible"/>
                                      </p:to>
                                    </p:set>
                                    <p:anim by="(-#ppt_w*2)" calcmode="lin" valueType="num">
                                      <p:cBhvr rctx="PPT">
                                        <p:cTn id="11" dur="500" autoRev="1" fill="hold">
                                          <p:stCondLst>
                                            <p:cond delay="0"/>
                                          </p:stCondLst>
                                        </p:cTn>
                                        <p:tgtEl>
                                          <p:spTgt spid="5"/>
                                        </p:tgtEl>
                                        <p:attrNameLst>
                                          <p:attrName>ppt_w</p:attrName>
                                        </p:attrNameLst>
                                      </p:cBhvr>
                                    </p:anim>
                                    <p:anim by="(#ppt_w*0.50)" calcmode="lin" valueType="num">
                                      <p:cBhvr>
                                        <p:cTn id="12" dur="500" decel="50000" autoRev="1" fill="hold">
                                          <p:stCondLst>
                                            <p:cond delay="0"/>
                                          </p:stCondLst>
                                        </p:cTn>
                                        <p:tgtEl>
                                          <p:spTgt spid="5"/>
                                        </p:tgtEl>
                                        <p:attrNameLst>
                                          <p:attrName>ppt_x</p:attrName>
                                        </p:attrNameLst>
                                      </p:cBhvr>
                                    </p:anim>
                                    <p:anim from="(-#ppt_h/2)" to="(#ppt_y)" calcmode="lin" valueType="num">
                                      <p:cBhvr>
                                        <p:cTn id="13" dur="1000" fill="hold">
                                          <p:stCondLst>
                                            <p:cond delay="0"/>
                                          </p:stCondLst>
                                        </p:cTn>
                                        <p:tgtEl>
                                          <p:spTgt spid="5"/>
                                        </p:tgtEl>
                                        <p:attrNameLst>
                                          <p:attrName>ppt_y</p:attrName>
                                        </p:attrNameLst>
                                      </p:cBhvr>
                                    </p:anim>
                                    <p:animRot by="21600000">
                                      <p:cBhvr>
                                        <p:cTn id="14" dur="1000" fill="hold">
                                          <p:stCondLst>
                                            <p:cond delay="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79E47A9-1B09-4ABE-8996-070E150132EE}"/>
              </a:ext>
            </a:extLst>
          </p:cNvPr>
          <p:cNvPicPr>
            <a:picLocks noChangeAspect="1"/>
          </p:cNvPicPr>
          <p:nvPr/>
        </p:nvPicPr>
        <p:blipFill>
          <a:blip r:embed="rId2"/>
          <a:stretch>
            <a:fillRect/>
          </a:stretch>
        </p:blipFill>
        <p:spPr>
          <a:xfrm>
            <a:off x="0" y="1870257"/>
            <a:ext cx="9144000" cy="4214490"/>
          </a:xfrm>
          <a:prstGeom prst="rect">
            <a:avLst/>
          </a:prstGeom>
        </p:spPr>
      </p:pic>
      <p:cxnSp>
        <p:nvCxnSpPr>
          <p:cNvPr id="7" name="直线连接符 48">
            <a:extLst>
              <a:ext uri="{FF2B5EF4-FFF2-40B4-BE49-F238E27FC236}">
                <a16:creationId xmlns:a16="http://schemas.microsoft.com/office/drawing/2014/main" id="{3EDFA75D-F7D4-3EEE-ED22-1E43897D106A}"/>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学论网--www.xuelun.me">
            <a:extLst>
              <a:ext uri="{FF2B5EF4-FFF2-40B4-BE49-F238E27FC236}">
                <a16:creationId xmlns:a16="http://schemas.microsoft.com/office/drawing/2014/main" id="{A0F5CC5C-B13C-B773-2833-FCBBA2953328}"/>
              </a:ext>
            </a:extLst>
          </p:cNvPr>
          <p:cNvSpPr/>
          <p:nvPr/>
        </p:nvSpPr>
        <p:spPr bwMode="auto">
          <a:xfrm>
            <a:off x="3321497" y="218363"/>
            <a:ext cx="2501006"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全概率公式</a:t>
            </a:r>
            <a:endParaRPr lang="en-US" altLang="zh-CN" sz="3600" b="1" dirty="0">
              <a:solidFill>
                <a:srgbClr val="C0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802030879"/>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9858211-35F5-40EC-B417-6B431D47DCC3}"/>
              </a:ext>
            </a:extLst>
          </p:cNvPr>
          <p:cNvPicPr>
            <a:picLocks noChangeAspect="1"/>
          </p:cNvPicPr>
          <p:nvPr/>
        </p:nvPicPr>
        <p:blipFill rotWithShape="1">
          <a:blip r:embed="rId2"/>
          <a:srcRect l="59150" b="54112"/>
          <a:stretch/>
        </p:blipFill>
        <p:spPr>
          <a:xfrm>
            <a:off x="5303509" y="1688626"/>
            <a:ext cx="3735294" cy="1933962"/>
          </a:xfrm>
          <a:prstGeom prst="rect">
            <a:avLst/>
          </a:prstGeom>
        </p:spPr>
      </p:pic>
      <p:sp>
        <p:nvSpPr>
          <p:cNvPr id="4" name="文本框 3">
            <a:extLst>
              <a:ext uri="{FF2B5EF4-FFF2-40B4-BE49-F238E27FC236}">
                <a16:creationId xmlns:a16="http://schemas.microsoft.com/office/drawing/2014/main" id="{BCB44E54-2D7D-48A0-A57D-978AB2C7EA92}"/>
              </a:ext>
            </a:extLst>
          </p:cNvPr>
          <p:cNvSpPr txBox="1"/>
          <p:nvPr/>
        </p:nvSpPr>
        <p:spPr>
          <a:xfrm>
            <a:off x="376388" y="1614735"/>
            <a:ext cx="4805082" cy="1875513"/>
          </a:xfrm>
          <a:prstGeom prst="rect">
            <a:avLst/>
          </a:prstGeom>
          <a:noFill/>
        </p:spPr>
        <p:txBody>
          <a:bodyPr wrap="square" rtlCol="0">
            <a:spAutoFit/>
          </a:bodyPr>
          <a:lstStyle/>
          <a:p>
            <a:pPr>
              <a:lnSpc>
                <a:spcPct val="125000"/>
              </a:lnSpc>
            </a:pPr>
            <a:r>
              <a:rPr lang="zh-CN" altLang="en-US" sz="2400" b="1" dirty="0">
                <a:solidFill>
                  <a:srgbClr val="031993"/>
                </a:solidFill>
                <a:latin typeface="KaiTi" panose="02010609060101010101" pitchFamily="49" charset="-122"/>
                <a:ea typeface="KaiTi" panose="02010609060101010101" pitchFamily="49" charset="-122"/>
              </a:rPr>
              <a:t>利用全概率公式，可以通过综合分析一个事件发生的不同原因、情况或途径及其可能性来求得该事件发生的概率。</a:t>
            </a:r>
            <a:endParaRPr lang="en-US" altLang="zh-CN" sz="2400" b="1" dirty="0">
              <a:solidFill>
                <a:srgbClr val="031993"/>
              </a:solidFill>
              <a:latin typeface="KaiTi" panose="02010609060101010101" pitchFamily="49" charset="-122"/>
              <a:ea typeface="KaiTi" panose="02010609060101010101" pitchFamily="49" charset="-122"/>
            </a:endParaRPr>
          </a:p>
        </p:txBody>
      </p:sp>
      <p:cxnSp>
        <p:nvCxnSpPr>
          <p:cNvPr id="2" name="直线连接符 48">
            <a:extLst>
              <a:ext uri="{FF2B5EF4-FFF2-40B4-BE49-F238E27FC236}">
                <a16:creationId xmlns:a16="http://schemas.microsoft.com/office/drawing/2014/main" id="{871492EC-7825-2D73-B2F3-A28CCB3204C3}"/>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学论网--www.xuelun.me">
            <a:extLst>
              <a:ext uri="{FF2B5EF4-FFF2-40B4-BE49-F238E27FC236}">
                <a16:creationId xmlns:a16="http://schemas.microsoft.com/office/drawing/2014/main" id="{45857B86-9D29-249F-7733-9F3D9B78A653}"/>
              </a:ext>
            </a:extLst>
          </p:cNvPr>
          <p:cNvSpPr/>
          <p:nvPr/>
        </p:nvSpPr>
        <p:spPr bwMode="auto">
          <a:xfrm>
            <a:off x="3321497" y="218363"/>
            <a:ext cx="2501006"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全概率公式</a:t>
            </a:r>
            <a:endParaRPr lang="en-US" altLang="zh-CN" sz="3600" b="1" dirty="0">
              <a:solidFill>
                <a:srgbClr val="C0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83994713"/>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6A828B7-0D60-4BF4-AC3D-048BA45B806E}"/>
              </a:ext>
            </a:extLst>
          </p:cNvPr>
          <p:cNvPicPr>
            <a:picLocks noChangeAspect="1"/>
          </p:cNvPicPr>
          <p:nvPr/>
        </p:nvPicPr>
        <p:blipFill rotWithShape="1">
          <a:blip r:embed="rId2"/>
          <a:srcRect b="51628"/>
          <a:stretch/>
        </p:blipFill>
        <p:spPr>
          <a:xfrm>
            <a:off x="862899" y="1267611"/>
            <a:ext cx="7418202" cy="1827263"/>
          </a:xfrm>
          <a:prstGeom prst="rect">
            <a:avLst/>
          </a:prstGeom>
        </p:spPr>
      </p:pic>
      <p:cxnSp>
        <p:nvCxnSpPr>
          <p:cNvPr id="2" name="直线连接符 48">
            <a:extLst>
              <a:ext uri="{FF2B5EF4-FFF2-40B4-BE49-F238E27FC236}">
                <a16:creationId xmlns:a16="http://schemas.microsoft.com/office/drawing/2014/main" id="{C97D1A54-CE5C-A6A1-E59E-8E1954387D16}"/>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学论网--www.xuelun.me">
            <a:extLst>
              <a:ext uri="{FF2B5EF4-FFF2-40B4-BE49-F238E27FC236}">
                <a16:creationId xmlns:a16="http://schemas.microsoft.com/office/drawing/2014/main" id="{4D857AEB-451B-5C13-1F2F-6611AE359FCF}"/>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#1</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050CAE9-BA3B-9141-126A-1FBA09583FAE}"/>
                  </a:ext>
                </a:extLst>
              </p:cNvPr>
              <p:cNvSpPr txBox="1"/>
              <p:nvPr/>
            </p:nvSpPr>
            <p:spPr>
              <a:xfrm>
                <a:off x="1468192" y="3613076"/>
                <a:ext cx="5460406" cy="2310184"/>
              </a:xfrm>
              <a:prstGeom prst="rect">
                <a:avLst/>
              </a:prstGeom>
              <a:noFill/>
            </p:spPr>
            <p:txBody>
              <a:bodyPr wrap="none" rtlCol="0">
                <a:spAutoFit/>
              </a:bodyPr>
              <a:lstStyle/>
              <a:p>
                <a:pPr>
                  <a:lnSpc>
                    <a:spcPct val="150000"/>
                  </a:lnSpc>
                </a:pPr>
                <a14:m>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i="1">
                            <a:latin typeface="Cambria Math" panose="02040503050406030204" pitchFamily="18" charset="0"/>
                          </a:rPr>
                          <m:t>𝐴</m:t>
                        </m:r>
                      </m:e>
                      <m:sub>
                        <m:r>
                          <a:rPr kumimoji="1" lang="en-US" altLang="zh-CN" sz="2400" i="1">
                            <a:latin typeface="Cambria Math" panose="02040503050406030204" pitchFamily="18" charset="0"/>
                          </a:rPr>
                          <m:t>1</m:t>
                        </m:r>
                      </m:sub>
                    </m:sSub>
                  </m:oMath>
                </a14:m>
                <a:r>
                  <a:rPr kumimoji="1" lang="en-US" altLang="zh-CN" sz="2400" b="0" dirty="0">
                    <a:latin typeface="Cambria Math" panose="02040503050406030204" pitchFamily="18" charset="0"/>
                  </a:rPr>
                  <a:t>:</a:t>
                </a:r>
                <a:r>
                  <a:rPr kumimoji="1" lang="zh-CN" altLang="en-US" sz="2400" b="0" i="1" dirty="0">
                    <a:latin typeface="Cambria Math" panose="02040503050406030204" pitchFamily="18" charset="0"/>
                  </a:rPr>
                  <a:t> </a:t>
                </a:r>
                <a:r>
                  <a:rPr kumimoji="1" lang="zh-CN" altLang="en-US" sz="2400" dirty="0">
                    <a:latin typeface="KaiTi" panose="02010609060101010101" pitchFamily="49" charset="-122"/>
                    <a:ea typeface="KaiTi" panose="02010609060101010101" pitchFamily="49" charset="-122"/>
                  </a:rPr>
                  <a:t>小汽车，</a:t>
                </a:r>
                <a14:m>
                  <m:oMath xmlns:m="http://schemas.openxmlformats.org/officeDocument/2006/math">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𝐴</m:t>
                        </m:r>
                      </m:e>
                      <m:sub>
                        <m:r>
                          <a:rPr kumimoji="1" lang="en-US" altLang="zh-CN" sz="2400" b="0" i="1" smtClean="0">
                            <a:latin typeface="Cambria Math" panose="02040503050406030204" pitchFamily="18" charset="0"/>
                          </a:rPr>
                          <m:t>2</m:t>
                        </m:r>
                      </m:sub>
                    </m:sSub>
                  </m:oMath>
                </a14:m>
                <a:r>
                  <a:rPr kumimoji="1" lang="en-US" altLang="zh-CN" sz="2400" dirty="0">
                    <a:latin typeface="Cambria Math" panose="02040503050406030204" pitchFamily="18" charset="0"/>
                  </a:rPr>
                  <a:t>:</a:t>
                </a:r>
                <a:r>
                  <a:rPr kumimoji="1" lang="zh-CN" altLang="en-US" sz="2400" i="1" dirty="0">
                    <a:latin typeface="Cambria Math" panose="02040503050406030204" pitchFamily="18" charset="0"/>
                  </a:rPr>
                  <a:t> </a:t>
                </a:r>
                <a:r>
                  <a:rPr kumimoji="1" lang="zh-CN" altLang="en-US" sz="2400" dirty="0">
                    <a:latin typeface="KaiTi" panose="02010609060101010101" pitchFamily="49" charset="-122"/>
                    <a:ea typeface="KaiTi" panose="02010609060101010101" pitchFamily="49" charset="-122"/>
                  </a:rPr>
                  <a:t>大汽车，</a:t>
                </a:r>
                <a14:m>
                  <m:oMath xmlns:m="http://schemas.openxmlformats.org/officeDocument/2006/math">
                    <m:r>
                      <a:rPr kumimoji="1" lang="en-US" altLang="zh-CN" sz="2400" i="1" dirty="0" smtClean="0">
                        <a:latin typeface="Cambria Math" panose="02040503050406030204" pitchFamily="18" charset="0"/>
                        <a:ea typeface="KaiTi" panose="02010609060101010101" pitchFamily="49" charset="-122"/>
                      </a:rPr>
                      <m:t>𝐵</m:t>
                    </m:r>
                  </m:oMath>
                </a14:m>
                <a:r>
                  <a:rPr kumimoji="1" lang="zh-CN" altLang="en-US" sz="2400" dirty="0">
                    <a:latin typeface="KaiTi" panose="02010609060101010101" pitchFamily="49" charset="-122"/>
                    <a:ea typeface="KaiTi" panose="02010609060101010101" pitchFamily="49" charset="-122"/>
                  </a:rPr>
                  <a:t>：事故发生</a:t>
                </a:r>
                <a:endParaRPr kumimoji="1" lang="en-US" altLang="zh-CN" sz="2400" dirty="0">
                  <a:latin typeface="KaiTi" panose="02010609060101010101" pitchFamily="49" charset="-122"/>
                  <a:ea typeface="KaiTi" panose="02010609060101010101" pitchFamily="49" charset="-122"/>
                </a:endParaRPr>
              </a:p>
              <a:p>
                <a:pPr>
                  <a:lnSpc>
                    <a:spcPct val="150000"/>
                  </a:lnSpc>
                </a:pPr>
                <a:endParaRPr kumimoji="1" lang="en-US" altLang="zh-CN" sz="2400" b="0" dirty="0">
                  <a:latin typeface="KaiTi" panose="02010609060101010101" pitchFamily="49" charset="-122"/>
                  <a:ea typeface="KaiTi" panose="02010609060101010101" pitchFamily="49" charset="-122"/>
                </a:endParaRPr>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𝑃</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𝐵</m:t>
                          </m:r>
                        </m:e>
                      </m:d>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𝑃</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𝐵</m:t>
                          </m:r>
                        </m:e>
                        <m:e>
                          <m:sSub>
                            <m:sSubPr>
                              <m:ctrlPr>
                                <a:rPr kumimoji="1" lang="en-US" altLang="zh-CN" sz="2400" b="0" i="1" smtClean="0">
                                  <a:latin typeface="Cambria Math" panose="02040503050406030204" pitchFamily="18" charset="0"/>
                                </a:rPr>
                              </m:ctrlPr>
                            </m:sSubPr>
                            <m:e>
                              <m:r>
                                <a:rPr kumimoji="1" lang="en-US" altLang="zh-CN" sz="2400" b="0" i="1" smtClean="0">
                                  <a:latin typeface="Cambria Math" panose="02040503050406030204" pitchFamily="18" charset="0"/>
                                </a:rPr>
                                <m:t>𝐴</m:t>
                              </m:r>
                            </m:e>
                            <m:sub>
                              <m:r>
                                <a:rPr kumimoji="1" lang="en-US" altLang="zh-CN" sz="2400" b="0" i="1" smtClean="0">
                                  <a:latin typeface="Cambria Math" panose="02040503050406030204" pitchFamily="18" charset="0"/>
                                </a:rPr>
                                <m:t>1</m:t>
                              </m:r>
                            </m:sub>
                          </m:sSub>
                        </m:e>
                      </m:d>
                      <m:r>
                        <a:rPr kumimoji="1" lang="en-US" altLang="zh-CN" sz="2400" b="0" i="1" smtClean="0">
                          <a:latin typeface="Cambria Math" panose="02040503050406030204" pitchFamily="18" charset="0"/>
                        </a:rPr>
                        <m:t>𝑃</m:t>
                      </m:r>
                      <m:d>
                        <m:dPr>
                          <m:ctrlPr>
                            <a:rPr kumimoji="1" lang="en-US" altLang="zh-CN" sz="2400" b="0" i="1" smtClean="0">
                              <a:latin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𝐴</m:t>
                              </m:r>
                            </m:e>
                            <m:sub>
                              <m:r>
                                <a:rPr kumimoji="1" lang="en-US" altLang="zh-CN" sz="2400" i="1">
                                  <a:latin typeface="Cambria Math" panose="02040503050406030204" pitchFamily="18" charset="0"/>
                                </a:rPr>
                                <m:t>1</m:t>
                              </m:r>
                            </m:sub>
                          </m:sSub>
                        </m:e>
                      </m:d>
                      <m:r>
                        <a:rPr kumimoji="1" lang="en-US" altLang="zh-CN" sz="2400" b="0" i="1" smtClean="0">
                          <a:latin typeface="Cambria Math" panose="02040503050406030204" pitchFamily="18" charset="0"/>
                        </a:rPr>
                        <m:t>+</m:t>
                      </m:r>
                      <m:r>
                        <a:rPr kumimoji="1" lang="en-US" altLang="zh-CN" sz="2400" i="1">
                          <a:latin typeface="Cambria Math" panose="02040503050406030204" pitchFamily="18" charset="0"/>
                        </a:rPr>
                        <m:t>𝑃</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𝐵</m:t>
                          </m:r>
                        </m:e>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𝐴</m:t>
                              </m:r>
                            </m:e>
                            <m:sub>
                              <m:r>
                                <a:rPr kumimoji="1" lang="en-US" altLang="zh-CN" sz="2400" b="0" i="1" smtClean="0">
                                  <a:latin typeface="Cambria Math" panose="02040503050406030204" pitchFamily="18" charset="0"/>
                                </a:rPr>
                                <m:t>2</m:t>
                              </m:r>
                            </m:sub>
                          </m:sSub>
                        </m:e>
                      </m:d>
                      <m:r>
                        <a:rPr kumimoji="1" lang="en-US" altLang="zh-CN" sz="2400" i="1">
                          <a:latin typeface="Cambria Math" panose="02040503050406030204" pitchFamily="18" charset="0"/>
                        </a:rPr>
                        <m:t>𝑃</m:t>
                      </m:r>
                      <m:d>
                        <m:dPr>
                          <m:ctrlPr>
                            <a:rPr kumimoji="1" lang="en-US" altLang="zh-CN" sz="2400" i="1">
                              <a:latin typeface="Cambria Math" panose="02040503050406030204" pitchFamily="18" charset="0"/>
                            </a:rPr>
                          </m:ctrlPr>
                        </m:dPr>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𝐴</m:t>
                              </m:r>
                            </m:e>
                            <m:sub>
                              <m:r>
                                <a:rPr kumimoji="1" lang="en-US" altLang="zh-CN" sz="2400" b="0" i="1" smtClean="0">
                                  <a:latin typeface="Cambria Math" panose="02040503050406030204" pitchFamily="18" charset="0"/>
                                </a:rPr>
                                <m:t>2</m:t>
                              </m:r>
                            </m:sub>
                          </m:sSub>
                        </m:e>
                      </m:d>
                    </m:oMath>
                  </m:oMathPara>
                </a14:m>
                <a:endParaRPr kumimoji="1" lang="en-US" altLang="zh-CN" sz="2400" dirty="0"/>
              </a:p>
              <a:p>
                <a:pPr>
                  <a:lnSpc>
                    <a:spcPct val="150000"/>
                  </a:lnSpc>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=0.128</m:t>
                      </m:r>
                      <m:r>
                        <a:rPr kumimoji="1" lang="zh-CN" altLang="en-US" sz="2400" i="1">
                          <a:latin typeface="Cambria Math" panose="02040503050406030204" pitchFamily="18" charset="0"/>
                        </a:rPr>
                        <m:t>×</m:t>
                      </m:r>
                      <m:r>
                        <a:rPr kumimoji="1" lang="en-US" altLang="zh-CN" sz="2400" b="0" i="1" smtClean="0">
                          <a:latin typeface="Cambria Math" panose="02040503050406030204" pitchFamily="18" charset="0"/>
                        </a:rPr>
                        <m:t>0.18+0.05</m:t>
                      </m:r>
                      <m:r>
                        <a:rPr kumimoji="1" lang="en-US" altLang="zh-CN" sz="2400" b="0" i="1" smtClean="0">
                          <a:latin typeface="Cambria Math" panose="02040503050406030204" pitchFamily="18" charset="0"/>
                          <a:ea typeface="Cambria Math" panose="02040503050406030204" pitchFamily="18" charset="0"/>
                        </a:rPr>
                        <m:t>×0.82</m:t>
                      </m:r>
                    </m:oMath>
                  </m:oMathPara>
                </a14:m>
                <a:endParaRPr kumimoji="1" lang="zh-CN" altLang="en-US" sz="2400" dirty="0"/>
              </a:p>
            </p:txBody>
          </p:sp>
        </mc:Choice>
        <mc:Fallback xmlns="">
          <p:sp>
            <p:nvSpPr>
              <p:cNvPr id="6" name="文本框 5">
                <a:extLst>
                  <a:ext uri="{FF2B5EF4-FFF2-40B4-BE49-F238E27FC236}">
                    <a16:creationId xmlns:a16="http://schemas.microsoft.com/office/drawing/2014/main" id="{A050CAE9-BA3B-9141-126A-1FBA09583FAE}"/>
                  </a:ext>
                </a:extLst>
              </p:cNvPr>
              <p:cNvSpPr txBox="1">
                <a:spLocks noRot="1" noChangeAspect="1" noMove="1" noResize="1" noEditPoints="1" noAdjustHandles="1" noChangeArrowheads="1" noChangeShapeType="1" noTextEdit="1"/>
              </p:cNvSpPr>
              <p:nvPr/>
            </p:nvSpPr>
            <p:spPr>
              <a:xfrm>
                <a:off x="1468192" y="3613076"/>
                <a:ext cx="5460406" cy="2310184"/>
              </a:xfrm>
              <a:prstGeom prst="rect">
                <a:avLst/>
              </a:prstGeom>
              <a:blipFill>
                <a:blip r:embed="rId3"/>
                <a:stretch>
                  <a:fillRect l="-2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637513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7C9D65D-695E-4D39-8EAE-BFA552C37DBD}"/>
                  </a:ext>
                </a:extLst>
              </p:cNvPr>
              <p:cNvSpPr txBox="1"/>
              <p:nvPr/>
            </p:nvSpPr>
            <p:spPr>
              <a:xfrm>
                <a:off x="206230" y="1099115"/>
                <a:ext cx="8611313" cy="5142498"/>
              </a:xfrm>
              <a:prstGeom prst="rect">
                <a:avLst/>
              </a:prstGeom>
              <a:noFill/>
            </p:spPr>
            <p:txBody>
              <a:bodyPr wrap="square">
                <a:spAutoFit/>
              </a:bodyPr>
              <a:lstStyle/>
              <a:p>
                <a:pPr algn="just"/>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设某批产品中，甲、乙、丙三厂生产的产品分别占</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45%</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35%</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20%</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，各厂产品的次品率分别为</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4%</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2%</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5%</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，现从中任取一件，</a:t>
                </a:r>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endParaRPr lang="en-US" altLang="zh-CN" sz="2100" b="1" dirty="0">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记 “该产品为甲厂生产的”这一事件为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A</a:t>
                </a:r>
                <a:r>
                  <a:rPr lang="en-US" altLang="zh-CN" sz="2100" b="1" baseline="-25000" dirty="0">
                    <a:solidFill>
                      <a:srgbClr val="C00000"/>
                    </a:solidFill>
                    <a:latin typeface="Arial" panose="020B0604020202020204" pitchFamily="34" charset="0"/>
                    <a:ea typeface="KaiTi" panose="02010609060101010101" pitchFamily="49" charset="-122"/>
                    <a:cs typeface="Arial" panose="020B0604020202020204" pitchFamily="34" charset="0"/>
                  </a:rPr>
                  <a:t>1</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，“该产品为乙厂生产的”这一事件为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A</a:t>
                </a:r>
                <a:r>
                  <a:rPr lang="en-US" altLang="zh-CN" sz="2100" b="1" baseline="-25000" dirty="0">
                    <a:solidFill>
                      <a:srgbClr val="C00000"/>
                    </a:solidFill>
                    <a:latin typeface="Arial" panose="020B0604020202020204" pitchFamily="34" charset="0"/>
                    <a:ea typeface="KaiTi" panose="02010609060101010101" pitchFamily="49" charset="-122"/>
                    <a:cs typeface="Arial" panose="020B0604020202020204" pitchFamily="34" charset="0"/>
                  </a:rPr>
                  <a:t>2</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，“该产品为丙厂生产的”这一事件为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A</a:t>
                </a:r>
                <a:r>
                  <a:rPr lang="en-US" altLang="zh-CN" sz="2100" b="1" baseline="-25000" dirty="0">
                    <a:solidFill>
                      <a:srgbClr val="C00000"/>
                    </a:solidFill>
                    <a:latin typeface="Arial" panose="020B0604020202020204" pitchFamily="34" charset="0"/>
                    <a:ea typeface="KaiTi" panose="02010609060101010101" pitchFamily="49" charset="-122"/>
                    <a:cs typeface="Arial" panose="020B0604020202020204" pitchFamily="34" charset="0"/>
                  </a:rPr>
                  <a:t>3</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，“该产品为次品”这一事件为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B</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a:t>
                </a:r>
                <a:endParaRPr lang="en-US" altLang="zh-CN" sz="2100" b="1"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endParaRPr lang="en-US" altLang="zh-CN" sz="2100" b="1"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由题设知，</a:t>
                </a:r>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14:m>
                  <m:oMathPara xmlns:m="http://schemas.openxmlformats.org/officeDocument/2006/math">
                    <m:oMathParaPr>
                      <m:jc m:val="left"/>
                    </m:oMathParaPr>
                    <m:oMath xmlns:m="http://schemas.openxmlformats.org/officeDocument/2006/math">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𝟏</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𝟒𝟓</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𝟑𝟓</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𝟑</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𝟐𝟎</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oMath>
                  </m:oMathPara>
                </a14:m>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14:m>
                  <m:oMathPara xmlns:m="http://schemas.openxmlformats.org/officeDocument/2006/math">
                    <m:oMathParaPr>
                      <m:jc m:val="left"/>
                    </m:oMathParaPr>
                    <m:oMath xmlns:m="http://schemas.openxmlformats.org/officeDocument/2006/math">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𝟏</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𝟒</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𝟑</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𝟓</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oMath>
                  </m:oMathPara>
                </a14:m>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endParaRPr lang="en-US" altLang="zh-CN" sz="2100" b="1" dirty="0">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r>
                  <a:rPr lang="zh-CN" altLang="en-US" sz="2100" b="1" u="sng"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u="sng" dirty="0">
                    <a:solidFill>
                      <a:srgbClr val="031993"/>
                    </a:solidFill>
                    <a:latin typeface="Arial" panose="020B0604020202020204" pitchFamily="34" charset="0"/>
                    <a:ea typeface="KaiTi" panose="02010609060101010101" pitchFamily="49" charset="-122"/>
                    <a:cs typeface="Arial" panose="020B0604020202020204" pitchFamily="34" charset="0"/>
                  </a:rPr>
                  <a:t>1</a:t>
                </a:r>
                <a:r>
                  <a:rPr lang="zh-CN" altLang="en-US" sz="2100" b="1" u="sng" dirty="0">
                    <a:solidFill>
                      <a:srgbClr val="031993"/>
                    </a:solidFill>
                    <a:latin typeface="Arial" panose="020B0604020202020204" pitchFamily="34" charset="0"/>
                    <a:ea typeface="KaiTi" panose="02010609060101010101" pitchFamily="49" charset="-122"/>
                    <a:cs typeface="Arial" panose="020B0604020202020204" pitchFamily="34" charset="0"/>
                  </a:rPr>
                  <a:t>）求取到的是次品的概率，由全概率公式计算</a:t>
                </a:r>
                <a:endParaRPr lang="en-US" altLang="zh-CN" sz="2100" b="1" u="sng"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14:m>
                  <m:oMathPara xmlns:m="http://schemas.openxmlformats.org/officeDocument/2006/math">
                    <m:oMathParaPr>
                      <m:jc m:val="left"/>
                    </m:oMathParaPr>
                    <m:oMath xmlns:m="http://schemas.openxmlformats.org/officeDocument/2006/math">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𝟏</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𝟏</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𝟑</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𝟑</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𝟑</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𝟓</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oMath>
                  </m:oMathPara>
                </a14:m>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p:txBody>
          </p:sp>
        </mc:Choice>
        <mc:Fallback xmlns="">
          <p:sp>
            <p:nvSpPr>
              <p:cNvPr id="5" name="文本框 4">
                <a:extLst>
                  <a:ext uri="{FF2B5EF4-FFF2-40B4-BE49-F238E27FC236}">
                    <a16:creationId xmlns:a16="http://schemas.microsoft.com/office/drawing/2014/main" id="{17C9D65D-695E-4D39-8EAE-BFA552C37DBD}"/>
                  </a:ext>
                </a:extLst>
              </p:cNvPr>
              <p:cNvSpPr txBox="1">
                <a:spLocks noRot="1" noChangeAspect="1" noMove="1" noResize="1" noEditPoints="1" noAdjustHandles="1" noChangeArrowheads="1" noChangeShapeType="1" noTextEdit="1"/>
              </p:cNvSpPr>
              <p:nvPr/>
            </p:nvSpPr>
            <p:spPr>
              <a:xfrm>
                <a:off x="206230" y="1099115"/>
                <a:ext cx="8611313" cy="5142498"/>
              </a:xfrm>
              <a:prstGeom prst="rect">
                <a:avLst/>
              </a:prstGeom>
              <a:blipFill>
                <a:blip r:embed="rId2"/>
                <a:stretch>
                  <a:fillRect l="-884" t="-985" r="-3829" b="-739"/>
                </a:stretch>
              </a:blipFill>
            </p:spPr>
            <p:txBody>
              <a:bodyPr/>
              <a:lstStyle/>
              <a:p>
                <a:r>
                  <a:rPr lang="zh-CN" altLang="en-US">
                    <a:noFill/>
                  </a:rPr>
                  <a:t> </a:t>
                </a:r>
              </a:p>
            </p:txBody>
          </p:sp>
        </mc:Fallback>
      </mc:AlternateContent>
      <p:cxnSp>
        <p:nvCxnSpPr>
          <p:cNvPr id="2" name="直线连接符 48">
            <a:extLst>
              <a:ext uri="{FF2B5EF4-FFF2-40B4-BE49-F238E27FC236}">
                <a16:creationId xmlns:a16="http://schemas.microsoft.com/office/drawing/2014/main" id="{35E4434D-41CE-85ED-F88E-568CF7405668}"/>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学论网--www.xuelun.me">
            <a:extLst>
              <a:ext uri="{FF2B5EF4-FFF2-40B4-BE49-F238E27FC236}">
                <a16:creationId xmlns:a16="http://schemas.microsoft.com/office/drawing/2014/main" id="{A0786EC7-780F-BF96-2DB5-F9B2391C9636}"/>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#2</a:t>
            </a:r>
          </a:p>
        </p:txBody>
      </p:sp>
    </p:spTree>
    <p:extLst>
      <p:ext uri="{BB962C8B-B14F-4D97-AF65-F5344CB8AC3E}">
        <p14:creationId xmlns:p14="http://schemas.microsoft.com/office/powerpoint/2010/main" val="3959096295"/>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817222F-F2AA-479D-80F6-DC72D307F787}"/>
              </a:ext>
            </a:extLst>
          </p:cNvPr>
          <p:cNvSpPr txBox="1"/>
          <p:nvPr/>
        </p:nvSpPr>
        <p:spPr>
          <a:xfrm>
            <a:off x="391459" y="999448"/>
            <a:ext cx="8026400" cy="1384995"/>
          </a:xfrm>
          <a:prstGeom prst="rect">
            <a:avLst/>
          </a:prstGeom>
          <a:noFill/>
        </p:spPr>
        <p:txBody>
          <a:bodyPr wrap="square">
            <a:spAutoFit/>
          </a:bodyPr>
          <a:lstStyle/>
          <a:p>
            <a:r>
              <a:rPr lang="zh-CN" altLang="en-US" sz="2100" b="1" dirty="0">
                <a:solidFill>
                  <a:srgbClr val="031993"/>
                </a:solidFill>
                <a:effectLst/>
                <a:latin typeface="KaiTi" panose="02010609060101010101" pitchFamily="49" charset="-122"/>
                <a:ea typeface="KaiTi" panose="02010609060101010101" pitchFamily="49" charset="-122"/>
              </a:rPr>
              <a:t>有甲乙两盒，甲盒有</a:t>
            </a:r>
            <a:r>
              <a:rPr lang="en-US" altLang="zh-CN" sz="2100" b="1" dirty="0">
                <a:solidFill>
                  <a:srgbClr val="031993"/>
                </a:solidFill>
                <a:effectLst/>
                <a:latin typeface="KaiTi" panose="02010609060101010101" pitchFamily="49" charset="-122"/>
                <a:ea typeface="KaiTi" panose="02010609060101010101" pitchFamily="49" charset="-122"/>
              </a:rPr>
              <a:t>3</a:t>
            </a:r>
            <a:r>
              <a:rPr lang="zh-CN" altLang="en-US" sz="2100" b="1" dirty="0">
                <a:solidFill>
                  <a:srgbClr val="031993"/>
                </a:solidFill>
                <a:effectLst/>
                <a:latin typeface="KaiTi" panose="02010609060101010101" pitchFamily="49" charset="-122"/>
                <a:ea typeface="KaiTi" panose="02010609060101010101" pitchFamily="49" charset="-122"/>
              </a:rPr>
              <a:t>个红球</a:t>
            </a:r>
            <a:r>
              <a:rPr lang="en-US" altLang="zh-CN" sz="2100" b="1" dirty="0">
                <a:solidFill>
                  <a:srgbClr val="031993"/>
                </a:solidFill>
                <a:effectLst/>
                <a:latin typeface="KaiTi" panose="02010609060101010101" pitchFamily="49" charset="-122"/>
                <a:ea typeface="KaiTi" panose="02010609060101010101" pitchFamily="49" charset="-122"/>
              </a:rPr>
              <a:t>2</a:t>
            </a:r>
            <a:r>
              <a:rPr lang="zh-CN" altLang="en-US" sz="2100" b="1" dirty="0">
                <a:solidFill>
                  <a:srgbClr val="031993"/>
                </a:solidFill>
                <a:effectLst/>
                <a:latin typeface="KaiTi" panose="02010609060101010101" pitchFamily="49" charset="-122"/>
                <a:ea typeface="KaiTi" panose="02010609060101010101" pitchFamily="49" charset="-122"/>
              </a:rPr>
              <a:t>个白球，乙盒有</a:t>
            </a:r>
            <a:r>
              <a:rPr lang="en-US" altLang="zh-CN" sz="2100" b="1" dirty="0">
                <a:solidFill>
                  <a:srgbClr val="031993"/>
                </a:solidFill>
                <a:effectLst/>
                <a:latin typeface="KaiTi" panose="02010609060101010101" pitchFamily="49" charset="-122"/>
                <a:ea typeface="KaiTi" panose="02010609060101010101" pitchFamily="49" charset="-122"/>
              </a:rPr>
              <a:t>2</a:t>
            </a:r>
            <a:r>
              <a:rPr lang="zh-CN" altLang="en-US" sz="2100" b="1" dirty="0">
                <a:solidFill>
                  <a:srgbClr val="031993"/>
                </a:solidFill>
                <a:effectLst/>
                <a:latin typeface="KaiTi" panose="02010609060101010101" pitchFamily="49" charset="-122"/>
                <a:ea typeface="KaiTi" panose="02010609060101010101" pitchFamily="49" charset="-122"/>
              </a:rPr>
              <a:t>个红球，</a:t>
            </a:r>
            <a:r>
              <a:rPr lang="en-US" altLang="zh-CN" sz="2100" b="1" dirty="0">
                <a:solidFill>
                  <a:srgbClr val="031993"/>
                </a:solidFill>
                <a:effectLst/>
                <a:latin typeface="KaiTi" panose="02010609060101010101" pitchFamily="49" charset="-122"/>
                <a:ea typeface="KaiTi" panose="02010609060101010101" pitchFamily="49" charset="-122"/>
              </a:rPr>
              <a:t>1</a:t>
            </a:r>
            <a:r>
              <a:rPr lang="zh-CN" altLang="en-US" sz="2100" b="1" dirty="0">
                <a:solidFill>
                  <a:srgbClr val="031993"/>
                </a:solidFill>
                <a:effectLst/>
                <a:latin typeface="KaiTi" panose="02010609060101010101" pitchFamily="49" charset="-122"/>
                <a:ea typeface="KaiTi" panose="02010609060101010101" pitchFamily="49" charset="-122"/>
              </a:rPr>
              <a:t>个白球。先从甲盒中采用不放回抽样取</a:t>
            </a:r>
            <a:r>
              <a:rPr lang="en-US" altLang="zh-CN" sz="2100" b="1" dirty="0">
                <a:solidFill>
                  <a:srgbClr val="031993"/>
                </a:solidFill>
                <a:effectLst/>
                <a:latin typeface="KaiTi" panose="02010609060101010101" pitchFamily="49" charset="-122"/>
                <a:ea typeface="KaiTi" panose="02010609060101010101" pitchFamily="49" charset="-122"/>
              </a:rPr>
              <a:t>3</a:t>
            </a:r>
            <a:r>
              <a:rPr lang="zh-CN" altLang="en-US" sz="2100" b="1" dirty="0">
                <a:solidFill>
                  <a:srgbClr val="031993"/>
                </a:solidFill>
                <a:effectLst/>
                <a:latin typeface="KaiTi" panose="02010609060101010101" pitchFamily="49" charset="-122"/>
                <a:ea typeface="KaiTi" panose="02010609060101010101" pitchFamily="49" charset="-122"/>
              </a:rPr>
              <a:t>球放入乙盒，再从乙盒中取一个球，求取到的是红球的概率</a:t>
            </a:r>
            <a:r>
              <a:rPr lang="zh-CN" altLang="en-US" sz="2100" b="1" dirty="0">
                <a:solidFill>
                  <a:srgbClr val="031993"/>
                </a:solidFill>
              </a:rPr>
              <a:t> </a:t>
            </a:r>
            <a:r>
              <a:rPr lang="zh-CN" altLang="en-US" sz="2100" dirty="0">
                <a:solidFill>
                  <a:srgbClr val="174496"/>
                </a:solidFill>
              </a:rPr>
              <a:t/>
            </a:r>
            <a:br>
              <a:rPr lang="zh-CN" altLang="en-US" sz="2100" dirty="0">
                <a:solidFill>
                  <a:srgbClr val="174496"/>
                </a:solidFill>
              </a:rPr>
            </a:br>
            <a:endParaRPr lang="zh-CN" altLang="en-US" sz="2100" dirty="0">
              <a:solidFill>
                <a:srgbClr val="174496"/>
              </a:solidFill>
            </a:endParaRPr>
          </a:p>
        </p:txBody>
      </p:sp>
      <p:pic>
        <p:nvPicPr>
          <p:cNvPr id="6" name="图片 5">
            <a:extLst>
              <a:ext uri="{FF2B5EF4-FFF2-40B4-BE49-F238E27FC236}">
                <a16:creationId xmlns:a16="http://schemas.microsoft.com/office/drawing/2014/main" id="{AF506A6E-41AE-4CB2-97E2-30F688AA067F}"/>
              </a:ext>
            </a:extLst>
          </p:cNvPr>
          <p:cNvPicPr>
            <a:picLocks noChangeAspect="1"/>
          </p:cNvPicPr>
          <p:nvPr/>
        </p:nvPicPr>
        <p:blipFill>
          <a:blip r:embed="rId2"/>
          <a:stretch>
            <a:fillRect/>
          </a:stretch>
        </p:blipFill>
        <p:spPr>
          <a:xfrm>
            <a:off x="866687" y="2330823"/>
            <a:ext cx="7255336" cy="3583363"/>
          </a:xfrm>
          <a:prstGeom prst="rect">
            <a:avLst/>
          </a:prstGeom>
        </p:spPr>
      </p:pic>
      <p:cxnSp>
        <p:nvCxnSpPr>
          <p:cNvPr id="2" name="直线连接符 48">
            <a:extLst>
              <a:ext uri="{FF2B5EF4-FFF2-40B4-BE49-F238E27FC236}">
                <a16:creationId xmlns:a16="http://schemas.microsoft.com/office/drawing/2014/main" id="{F2A4F5F2-6918-2314-7654-BA7AD4BDEA4B}"/>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学论网--www.xuelun.me">
            <a:extLst>
              <a:ext uri="{FF2B5EF4-FFF2-40B4-BE49-F238E27FC236}">
                <a16:creationId xmlns:a16="http://schemas.microsoft.com/office/drawing/2014/main" id="{824CE8D3-182B-4EE5-2899-7FD3F104E6E1}"/>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#3</a:t>
            </a:r>
          </a:p>
        </p:txBody>
      </p:sp>
    </p:spTree>
    <p:extLst>
      <p:ext uri="{BB962C8B-B14F-4D97-AF65-F5344CB8AC3E}">
        <p14:creationId xmlns:p14="http://schemas.microsoft.com/office/powerpoint/2010/main" val="20552419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9858211-35F5-40EC-B417-6B431D47DCC3}"/>
              </a:ext>
            </a:extLst>
          </p:cNvPr>
          <p:cNvPicPr>
            <a:picLocks noChangeAspect="1"/>
          </p:cNvPicPr>
          <p:nvPr/>
        </p:nvPicPr>
        <p:blipFill rotWithShape="1">
          <a:blip r:embed="rId2"/>
          <a:srcRect l="59150" b="54112"/>
          <a:stretch/>
        </p:blipFill>
        <p:spPr>
          <a:xfrm>
            <a:off x="5408706" y="2416909"/>
            <a:ext cx="3735294" cy="1933962"/>
          </a:xfrm>
          <a:prstGeom prst="rect">
            <a:avLst/>
          </a:prstGeom>
        </p:spPr>
      </p:pic>
      <p:sp>
        <p:nvSpPr>
          <p:cNvPr id="4" name="文本框 3">
            <a:extLst>
              <a:ext uri="{FF2B5EF4-FFF2-40B4-BE49-F238E27FC236}">
                <a16:creationId xmlns:a16="http://schemas.microsoft.com/office/drawing/2014/main" id="{BCB44E54-2D7D-48A0-A57D-978AB2C7EA92}"/>
              </a:ext>
            </a:extLst>
          </p:cNvPr>
          <p:cNvSpPr txBox="1"/>
          <p:nvPr/>
        </p:nvSpPr>
        <p:spPr>
          <a:xfrm>
            <a:off x="376388" y="1614735"/>
            <a:ext cx="4805082" cy="4183838"/>
          </a:xfrm>
          <a:prstGeom prst="rect">
            <a:avLst/>
          </a:prstGeom>
          <a:noFill/>
        </p:spPr>
        <p:txBody>
          <a:bodyPr wrap="square" rtlCol="0">
            <a:spAutoFit/>
          </a:bodyPr>
          <a:lstStyle/>
          <a:p>
            <a:pPr>
              <a:lnSpc>
                <a:spcPct val="125000"/>
              </a:lnSpc>
            </a:pPr>
            <a:r>
              <a:rPr lang="zh-CN" altLang="en-US" sz="2400" b="1" dirty="0">
                <a:solidFill>
                  <a:srgbClr val="031993"/>
                </a:solidFill>
                <a:latin typeface="KaiTi" panose="02010609060101010101" pitchFamily="49" charset="-122"/>
                <a:ea typeface="KaiTi" panose="02010609060101010101" pitchFamily="49" charset="-122"/>
              </a:rPr>
              <a:t>利用全概率公式，可以通过综合分析一个事件发生的不同原因、情况或途径及其可能性来求得该事件发生的概率。</a:t>
            </a:r>
            <a:endParaRPr lang="en-US" altLang="zh-CN" sz="2400" b="1" dirty="0">
              <a:solidFill>
                <a:srgbClr val="031993"/>
              </a:solidFill>
              <a:latin typeface="KaiTi" panose="02010609060101010101" pitchFamily="49" charset="-122"/>
              <a:ea typeface="KaiTi" panose="02010609060101010101" pitchFamily="49" charset="-122"/>
            </a:endParaRPr>
          </a:p>
          <a:p>
            <a:pPr>
              <a:lnSpc>
                <a:spcPct val="125000"/>
              </a:lnSpc>
            </a:pPr>
            <a:endParaRPr lang="en-US" altLang="zh-CN" sz="2400" b="1" dirty="0">
              <a:latin typeface="KaiTi" panose="02010609060101010101" pitchFamily="49" charset="-122"/>
              <a:ea typeface="KaiTi" panose="02010609060101010101" pitchFamily="49" charset="-122"/>
            </a:endParaRPr>
          </a:p>
          <a:p>
            <a:pPr>
              <a:lnSpc>
                <a:spcPct val="125000"/>
              </a:lnSpc>
            </a:pPr>
            <a:r>
              <a:rPr lang="zh-CN" altLang="en-US" sz="2400" b="1" dirty="0">
                <a:solidFill>
                  <a:srgbClr val="C00000"/>
                </a:solidFill>
                <a:latin typeface="KaiTi" panose="02010609060101010101" pitchFamily="49" charset="-122"/>
                <a:ea typeface="KaiTi" panose="02010609060101010101" pitchFamily="49" charset="-122"/>
              </a:rPr>
              <a:t>我们来考虑与之完全相反的问题，</a:t>
            </a:r>
            <a:r>
              <a:rPr lang="zh-CN" altLang="en-US" sz="2400" b="1" dirty="0">
                <a:solidFill>
                  <a:srgbClr val="031993"/>
                </a:solidFill>
                <a:latin typeface="KaiTi" panose="02010609060101010101" pitchFamily="49" charset="-122"/>
                <a:ea typeface="KaiTi" panose="02010609060101010101" pitchFamily="49" charset="-122"/>
              </a:rPr>
              <a:t>观察到一个事件已经发生，能否考察所观察到的事件发生的各种原因、情况或途径的可能性呢？</a:t>
            </a:r>
          </a:p>
        </p:txBody>
      </p:sp>
      <p:cxnSp>
        <p:nvCxnSpPr>
          <p:cNvPr id="2" name="直线连接符 48">
            <a:extLst>
              <a:ext uri="{FF2B5EF4-FFF2-40B4-BE49-F238E27FC236}">
                <a16:creationId xmlns:a16="http://schemas.microsoft.com/office/drawing/2014/main" id="{871492EC-7825-2D73-B2F3-A28CCB3204C3}"/>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学论网--www.xuelun.me">
            <a:extLst>
              <a:ext uri="{FF2B5EF4-FFF2-40B4-BE49-F238E27FC236}">
                <a16:creationId xmlns:a16="http://schemas.microsoft.com/office/drawing/2014/main" id="{7172250D-79F9-3C11-8CB8-19738BA56D76}"/>
              </a:ext>
            </a:extLst>
          </p:cNvPr>
          <p:cNvSpPr/>
          <p:nvPr/>
        </p:nvSpPr>
        <p:spPr bwMode="auto">
          <a:xfrm>
            <a:off x="2641824" y="218363"/>
            <a:ext cx="3860352" cy="646331"/>
          </a:xfrm>
          <a:prstGeom prst="rect">
            <a:avLst/>
          </a:prstGeom>
        </p:spPr>
        <p:txBody>
          <a:bodyPr wrap="none">
            <a:spAutoFit/>
          </a:bodyPr>
          <a:lstStyle/>
          <a:p>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贝叶斯</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Bayes</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公式</a:t>
            </a:r>
            <a:endPar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endParaRPr>
          </a:p>
        </p:txBody>
      </p:sp>
    </p:spTree>
    <p:extLst>
      <p:ext uri="{BB962C8B-B14F-4D97-AF65-F5344CB8AC3E}">
        <p14:creationId xmlns:p14="http://schemas.microsoft.com/office/powerpoint/2010/main" val="1808256221"/>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descr="文本, 信件&#10;&#10;描述已自动生成">
            <a:extLst>
              <a:ext uri="{FF2B5EF4-FFF2-40B4-BE49-F238E27FC236}">
                <a16:creationId xmlns:a16="http://schemas.microsoft.com/office/drawing/2014/main" id="{F35C1248-3F4D-4DB4-A266-0F919B71DF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935" y="2093942"/>
            <a:ext cx="7967721" cy="3190898"/>
          </a:xfrm>
          <a:prstGeom prst="rect">
            <a:avLst/>
          </a:prstGeom>
        </p:spPr>
      </p:pic>
      <p:sp>
        <p:nvSpPr>
          <p:cNvPr id="6" name="文本框 5">
            <a:extLst>
              <a:ext uri="{FF2B5EF4-FFF2-40B4-BE49-F238E27FC236}">
                <a16:creationId xmlns:a16="http://schemas.microsoft.com/office/drawing/2014/main" id="{C0FAEE65-7F0D-433C-9242-53B6516C2D56}"/>
              </a:ext>
            </a:extLst>
          </p:cNvPr>
          <p:cNvSpPr txBox="1"/>
          <p:nvPr/>
        </p:nvSpPr>
        <p:spPr>
          <a:xfrm>
            <a:off x="3683324" y="5617940"/>
            <a:ext cx="1422184" cy="461665"/>
          </a:xfrm>
          <a:prstGeom prst="rect">
            <a:avLst/>
          </a:prstGeom>
          <a:noFill/>
        </p:spPr>
        <p:txBody>
          <a:bodyPr wrap="none" rtlCol="0">
            <a:spAutoFit/>
          </a:bodyPr>
          <a:lstStyle/>
          <a:p>
            <a:r>
              <a:rPr lang="zh-CN" altLang="en-US" sz="2400" b="1" dirty="0">
                <a:solidFill>
                  <a:srgbClr val="C00000"/>
                </a:solidFill>
                <a:latin typeface="KaiTi" panose="02010609060101010101" pitchFamily="49" charset="-122"/>
                <a:ea typeface="KaiTi" panose="02010609060101010101" pitchFamily="49" charset="-122"/>
              </a:rPr>
              <a:t>后验概率</a:t>
            </a:r>
          </a:p>
        </p:txBody>
      </p:sp>
      <p:cxnSp>
        <p:nvCxnSpPr>
          <p:cNvPr id="2" name="直线连接符 48">
            <a:extLst>
              <a:ext uri="{FF2B5EF4-FFF2-40B4-BE49-F238E27FC236}">
                <a16:creationId xmlns:a16="http://schemas.microsoft.com/office/drawing/2014/main" id="{95E33F6A-D2BE-7F67-D009-5E66D2F18F9A}"/>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学论网--www.xuelun.me">
            <a:extLst>
              <a:ext uri="{FF2B5EF4-FFF2-40B4-BE49-F238E27FC236}">
                <a16:creationId xmlns:a16="http://schemas.microsoft.com/office/drawing/2014/main" id="{D449D8F6-43A7-7CF8-2CEF-376305CFAC72}"/>
              </a:ext>
            </a:extLst>
          </p:cNvPr>
          <p:cNvSpPr/>
          <p:nvPr/>
        </p:nvSpPr>
        <p:spPr bwMode="auto">
          <a:xfrm>
            <a:off x="3321497" y="218363"/>
            <a:ext cx="2501006"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贝叶斯公式</a:t>
            </a:r>
            <a:endParaRPr lang="en-US" altLang="zh-CN" sz="3600" b="1" dirty="0">
              <a:solidFill>
                <a:srgbClr val="C00000"/>
              </a:solidFill>
              <a:latin typeface="KaiTi" panose="02010609060101010101" pitchFamily="49" charset="-122"/>
              <a:ea typeface="KaiTi" panose="02010609060101010101" pitchFamily="49" charset="-122"/>
            </a:endParaRPr>
          </a:p>
        </p:txBody>
      </p:sp>
      <p:sp>
        <p:nvSpPr>
          <p:cNvPr id="3" name="矩形 2">
            <a:extLst>
              <a:ext uri="{FF2B5EF4-FFF2-40B4-BE49-F238E27FC236}">
                <a16:creationId xmlns:a16="http://schemas.microsoft.com/office/drawing/2014/main" id="{3EA67A22-DBDC-3763-4AE9-7A0A35CAE9BF}"/>
              </a:ext>
            </a:extLst>
          </p:cNvPr>
          <p:cNvSpPr/>
          <p:nvPr/>
        </p:nvSpPr>
        <p:spPr>
          <a:xfrm>
            <a:off x="5653825" y="3429000"/>
            <a:ext cx="2292440" cy="1855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044105362"/>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6A828B7-0D60-4BF4-AC3D-048BA45B806E}"/>
              </a:ext>
            </a:extLst>
          </p:cNvPr>
          <p:cNvPicPr>
            <a:picLocks noChangeAspect="1"/>
          </p:cNvPicPr>
          <p:nvPr/>
        </p:nvPicPr>
        <p:blipFill rotWithShape="1">
          <a:blip r:embed="rId2"/>
          <a:srcRect b="28790"/>
          <a:stretch/>
        </p:blipFill>
        <p:spPr>
          <a:xfrm>
            <a:off x="1329764" y="695170"/>
            <a:ext cx="6484471" cy="2351372"/>
          </a:xfrm>
          <a:prstGeom prst="rect">
            <a:avLst/>
          </a:prstGeom>
        </p:spPr>
      </p:pic>
      <p:pic>
        <p:nvPicPr>
          <p:cNvPr id="5" name="图片 4">
            <a:extLst>
              <a:ext uri="{FF2B5EF4-FFF2-40B4-BE49-F238E27FC236}">
                <a16:creationId xmlns:a16="http://schemas.microsoft.com/office/drawing/2014/main" id="{03265FBE-8B5F-4EA2-B2DF-0B0E1C26EF9D}"/>
              </a:ext>
            </a:extLst>
          </p:cNvPr>
          <p:cNvPicPr>
            <a:picLocks noChangeAspect="1"/>
          </p:cNvPicPr>
          <p:nvPr/>
        </p:nvPicPr>
        <p:blipFill>
          <a:blip r:embed="rId3"/>
          <a:stretch>
            <a:fillRect/>
          </a:stretch>
        </p:blipFill>
        <p:spPr>
          <a:xfrm>
            <a:off x="1225176" y="3046542"/>
            <a:ext cx="6442635" cy="3622570"/>
          </a:xfrm>
          <a:prstGeom prst="rect">
            <a:avLst/>
          </a:prstGeom>
        </p:spPr>
      </p:pic>
      <p:cxnSp>
        <p:nvCxnSpPr>
          <p:cNvPr id="2" name="直线连接符 48">
            <a:extLst>
              <a:ext uri="{FF2B5EF4-FFF2-40B4-BE49-F238E27FC236}">
                <a16:creationId xmlns:a16="http://schemas.microsoft.com/office/drawing/2014/main" id="{C97D1A54-CE5C-A6A1-E59E-8E1954387D16}"/>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学论网--www.xuelun.me">
            <a:extLst>
              <a:ext uri="{FF2B5EF4-FFF2-40B4-BE49-F238E27FC236}">
                <a16:creationId xmlns:a16="http://schemas.microsoft.com/office/drawing/2014/main" id="{4D857AEB-451B-5C13-1F2F-6611AE359FCF}"/>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#1</a:t>
            </a:r>
          </a:p>
        </p:txBody>
      </p:sp>
    </p:spTree>
    <p:extLst>
      <p:ext uri="{BB962C8B-B14F-4D97-AF65-F5344CB8AC3E}">
        <p14:creationId xmlns:p14="http://schemas.microsoft.com/office/powerpoint/2010/main" val="41556871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7C9D65D-695E-4D39-8EAE-BFA552C37DBD}"/>
                  </a:ext>
                </a:extLst>
              </p:cNvPr>
              <p:cNvSpPr txBox="1"/>
              <p:nvPr/>
            </p:nvSpPr>
            <p:spPr>
              <a:xfrm>
                <a:off x="206230" y="1099115"/>
                <a:ext cx="8611313" cy="5861733"/>
              </a:xfrm>
              <a:prstGeom prst="rect">
                <a:avLst/>
              </a:prstGeom>
              <a:noFill/>
            </p:spPr>
            <p:txBody>
              <a:bodyPr wrap="square">
                <a:spAutoFit/>
              </a:bodyPr>
              <a:lstStyle/>
              <a:p>
                <a:pPr algn="just"/>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设某批产品中，甲、乙、丙三厂生产的产品分别占</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45%</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35%</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20%</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，各厂产品的次品率分别为</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4%</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2%</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a:t>
                </a:r>
                <a:r>
                  <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rPr>
                  <a:t>5%</a:t>
                </a: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，现从中任取一件，</a:t>
                </a:r>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endParaRPr lang="en-US" altLang="zh-CN" sz="2100" b="1" dirty="0">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记 “该产品为甲厂生产的”这一事件为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A</a:t>
                </a:r>
                <a:r>
                  <a:rPr lang="en-US" altLang="zh-CN" sz="2100" b="1" baseline="-25000" dirty="0">
                    <a:solidFill>
                      <a:srgbClr val="C00000"/>
                    </a:solidFill>
                    <a:latin typeface="Arial" panose="020B0604020202020204" pitchFamily="34" charset="0"/>
                    <a:ea typeface="KaiTi" panose="02010609060101010101" pitchFamily="49" charset="-122"/>
                    <a:cs typeface="Arial" panose="020B0604020202020204" pitchFamily="34" charset="0"/>
                  </a:rPr>
                  <a:t>1</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，“该产品为乙厂生产的”这一事件为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A</a:t>
                </a:r>
                <a:r>
                  <a:rPr lang="en-US" altLang="zh-CN" sz="2100" b="1" baseline="-25000" dirty="0">
                    <a:solidFill>
                      <a:srgbClr val="C00000"/>
                    </a:solidFill>
                    <a:latin typeface="Arial" panose="020B0604020202020204" pitchFamily="34" charset="0"/>
                    <a:ea typeface="KaiTi" panose="02010609060101010101" pitchFamily="49" charset="-122"/>
                    <a:cs typeface="Arial" panose="020B0604020202020204" pitchFamily="34" charset="0"/>
                  </a:rPr>
                  <a:t>2</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，“该产品为丙厂生产的”这一事件为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A</a:t>
                </a:r>
                <a:r>
                  <a:rPr lang="en-US" altLang="zh-CN" sz="2100" b="1" baseline="-25000" dirty="0">
                    <a:solidFill>
                      <a:srgbClr val="C00000"/>
                    </a:solidFill>
                    <a:latin typeface="Arial" panose="020B0604020202020204" pitchFamily="34" charset="0"/>
                    <a:ea typeface="KaiTi" panose="02010609060101010101" pitchFamily="49" charset="-122"/>
                    <a:cs typeface="Arial" panose="020B0604020202020204" pitchFamily="34" charset="0"/>
                  </a:rPr>
                  <a:t>3</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，“该产品为次品”这一事件为</a:t>
                </a:r>
                <a:r>
                  <a:rPr lang="en-US" altLang="zh-CN" sz="2100" b="1" i="1" dirty="0">
                    <a:solidFill>
                      <a:srgbClr val="C00000"/>
                    </a:solidFill>
                    <a:latin typeface="Arial" panose="020B0604020202020204" pitchFamily="34" charset="0"/>
                    <a:ea typeface="KaiTi" panose="02010609060101010101" pitchFamily="49" charset="-122"/>
                    <a:cs typeface="Arial" panose="020B0604020202020204" pitchFamily="34" charset="0"/>
                  </a:rPr>
                  <a:t>B</a:t>
                </a:r>
                <a:r>
                  <a:rPr lang="zh-CN" altLang="en-US" sz="2100" b="1" dirty="0">
                    <a:solidFill>
                      <a:srgbClr val="C00000"/>
                    </a:solidFill>
                    <a:latin typeface="Arial" panose="020B0604020202020204" pitchFamily="34" charset="0"/>
                    <a:ea typeface="KaiTi" panose="02010609060101010101" pitchFamily="49" charset="-122"/>
                    <a:cs typeface="Arial" panose="020B0604020202020204" pitchFamily="34" charset="0"/>
                  </a:rPr>
                  <a:t>，</a:t>
                </a:r>
                <a:endParaRPr lang="en-US" altLang="zh-CN" sz="2100" b="1"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endParaRPr lang="en-US" altLang="zh-CN" sz="2100" b="1" dirty="0">
                  <a:solidFill>
                    <a:srgbClr val="C00000"/>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r>
                  <a:rPr lang="zh-CN" altLang="en-US" sz="2100" b="1" dirty="0">
                    <a:solidFill>
                      <a:srgbClr val="031993"/>
                    </a:solidFill>
                    <a:latin typeface="Arial" panose="020B0604020202020204" pitchFamily="34" charset="0"/>
                    <a:ea typeface="KaiTi" panose="02010609060101010101" pitchFamily="49" charset="-122"/>
                    <a:cs typeface="Arial" panose="020B0604020202020204" pitchFamily="34" charset="0"/>
                  </a:rPr>
                  <a:t>由题设知，</a:t>
                </a:r>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14:m>
                  <m:oMathPara xmlns:m="http://schemas.openxmlformats.org/officeDocument/2006/math">
                    <m:oMathParaPr>
                      <m:jc m:val="left"/>
                    </m:oMathParaPr>
                    <m:oMath xmlns:m="http://schemas.openxmlformats.org/officeDocument/2006/math">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𝟏</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𝟒𝟓</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𝟑𝟓</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𝟑</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𝟐𝟎</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oMath>
                  </m:oMathPara>
                </a14:m>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14:m>
                  <m:oMathPara xmlns:m="http://schemas.openxmlformats.org/officeDocument/2006/math">
                    <m:oMathParaPr>
                      <m:jc m:val="left"/>
                    </m:oMathParaPr>
                    <m:oMath xmlns:m="http://schemas.openxmlformats.org/officeDocument/2006/math">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𝟏</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𝟒</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𝟐</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𝑷</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𝑩</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Arial" panose="020B0604020202020204" pitchFamily="34" charset="0"/>
                        </a:rPr>
                        <m:t>𝟑</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 = </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𝟓</m:t>
                      </m:r>
                      <m:r>
                        <a:rPr lang="en-US" altLang="zh-CN"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r>
                        <a:rPr lang="zh-CN" altLang="en-US" sz="2100" b="1" i="1" dirty="0">
                          <a:solidFill>
                            <a:srgbClr val="031993"/>
                          </a:solidFill>
                          <a:latin typeface="Cambria Math" panose="02040503050406030204" pitchFamily="18" charset="0"/>
                          <a:ea typeface="KaiTi" panose="02010609060101010101" pitchFamily="49" charset="-122"/>
                          <a:cs typeface="Arial" panose="020B0604020202020204" pitchFamily="34" charset="0"/>
                        </a:rPr>
                        <m:t>，</m:t>
                      </m:r>
                    </m:oMath>
                  </m:oMathPara>
                </a14:m>
                <a:endParaRPr lang="en-US" altLang="zh-CN" sz="21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algn="just">
                  <a:lnSpc>
                    <a:spcPct val="125000"/>
                  </a:lnSpc>
                </a:pPr>
                <a:endParaRPr lang="en-US" altLang="zh-CN" sz="2100" b="1" dirty="0">
                  <a:latin typeface="Arial" panose="020B0604020202020204" pitchFamily="34" charset="0"/>
                  <a:ea typeface="KaiTi" panose="02010609060101010101" pitchFamily="49" charset="-122"/>
                  <a:cs typeface="Arial" panose="020B0604020202020204" pitchFamily="34" charset="0"/>
                </a:endParaRPr>
              </a:p>
              <a:p>
                <a:r>
                  <a:rPr lang="zh-CN" altLang="en-US" sz="2100" b="1" u="sng" dirty="0">
                    <a:solidFill>
                      <a:srgbClr val="031993"/>
                    </a:solidFill>
                    <a:latin typeface="KaiTi" panose="02010609060101010101" pitchFamily="49" charset="-122"/>
                    <a:ea typeface="KaiTi" panose="02010609060101010101" pitchFamily="49" charset="-122"/>
                    <a:cs typeface="Times New Roman" panose="02020603050405020304" pitchFamily="18" charset="0"/>
                  </a:rPr>
                  <a:t>（</a:t>
                </a:r>
                <a:r>
                  <a:rPr lang="en-US" altLang="zh-CN" sz="2100" b="1" u="sng" dirty="0">
                    <a:solidFill>
                      <a:srgbClr val="031993"/>
                    </a:solidFill>
                    <a:latin typeface="KaiTi" panose="02010609060101010101" pitchFamily="49" charset="-122"/>
                    <a:ea typeface="KaiTi" panose="02010609060101010101" pitchFamily="49" charset="-122"/>
                    <a:cs typeface="Times New Roman" panose="02020603050405020304" pitchFamily="18" charset="0"/>
                  </a:rPr>
                  <a:t>2</a:t>
                </a:r>
                <a:r>
                  <a:rPr lang="zh-CN" altLang="en-US" sz="2100" b="1" u="sng" dirty="0">
                    <a:solidFill>
                      <a:srgbClr val="031993"/>
                    </a:solidFill>
                    <a:latin typeface="KaiTi" panose="02010609060101010101" pitchFamily="49" charset="-122"/>
                    <a:ea typeface="KaiTi" panose="02010609060101010101" pitchFamily="49" charset="-122"/>
                    <a:cs typeface="Times New Roman" panose="02020603050405020304" pitchFamily="18" charset="0"/>
                  </a:rPr>
                  <a:t>）经检验发现取到的是次品，求该厂是甲厂生产的概率，由贝叶斯公式（或条件概率定义）计算</a:t>
                </a:r>
                <a:endParaRPr lang="en-US" altLang="zh-CN" sz="2100" b="1" u="sng"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a:p>
                <a:pPr>
                  <a:lnSpc>
                    <a:spcPct val="125000"/>
                  </a:lnSpc>
                </a:pPr>
                <a14:m>
                  <m:oMathPara xmlns:m="http://schemas.openxmlformats.org/officeDocument/2006/math">
                    <m:oMathParaPr>
                      <m:jc m:val="centerGroup"/>
                    </m:oMathParaPr>
                    <m:oMath xmlns:m="http://schemas.openxmlformats.org/officeDocument/2006/math">
                      <m: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𝑷</m:t>
                      </m:r>
                      <m: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𝑨</m:t>
                      </m:r>
                      <m:r>
                        <a:rPr lang="en-US" altLang="zh-CN" sz="21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𝟏</m:t>
                      </m:r>
                      <m:r>
                        <a:rPr lang="en-US" altLang="zh-CN" sz="2100" b="1" i="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𝑩</m:t>
                      </m:r>
                      <m: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f>
                        <m:fPr>
                          <m:ctrlPr>
                            <a:rPr lang="en-US" altLang="zh-CN" sz="2100" b="1" i="1" smtClean="0">
                              <a:solidFill>
                                <a:srgbClr val="031993"/>
                              </a:solidFill>
                              <a:latin typeface="Cambria Math" panose="02040503050406030204" pitchFamily="18" charset="0"/>
                              <a:cs typeface="Times New Roman" panose="02020603050405020304" pitchFamily="18" charset="0"/>
                            </a:rPr>
                          </m:ctrlPr>
                        </m:fPr>
                        <m:num>
                          <m: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P</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A</m:t>
                          </m:r>
                          <m:r>
                            <a:rPr lang="en-US" altLang="zh-CN" sz="2100" b="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1 </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B</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num>
                        <m:den>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P</m:t>
                          </m:r>
                          <m:r>
                            <a:rPr lang="en-US" altLang="zh-CN" sz="2100" b="1" i="0"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B</m:t>
                          </m:r>
                          <m:r>
                            <a:rPr lang="en-US" altLang="zh-CN" sz="2100" b="1" i="0"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den>
                      </m:f>
                      <m:r>
                        <a:rPr lang="en-US" altLang="zh-CN" sz="2100" b="1" dirty="0" smtClean="0">
                          <a:solidFill>
                            <a:srgbClr val="031993"/>
                          </a:solidFill>
                          <a:latin typeface="Cambria Math" panose="02040503050406030204" pitchFamily="18" charset="0"/>
                          <a:cs typeface="Times New Roman" panose="02020603050405020304" pitchFamily="18" charset="0"/>
                        </a:rPr>
                        <m:t>=</m:t>
                      </m:r>
                      <m:f>
                        <m:fPr>
                          <m:ctrlPr>
                            <a:rPr lang="en-US" altLang="zh-CN" sz="2100" b="1" i="1">
                              <a:solidFill>
                                <a:srgbClr val="031993"/>
                              </a:solidFill>
                              <a:latin typeface="Cambria Math" panose="02040503050406030204" pitchFamily="18" charset="0"/>
                              <a:cs typeface="Times New Roman" panose="02020603050405020304" pitchFamily="18" charset="0"/>
                            </a:rPr>
                          </m:ctrlPr>
                        </m:fPr>
                        <m:num>
                          <m: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 </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P</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A</m:t>
                          </m:r>
                          <m:r>
                            <a:rPr lang="en-US" altLang="zh-CN" sz="2100" b="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1 </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P</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B</m:t>
                          </m:r>
                          <m: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A</m:t>
                          </m:r>
                          <m:r>
                            <a:rPr lang="en-US" altLang="zh-CN" sz="2100" b="1" baseline="-25000"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1 </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num>
                        <m:den>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P</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B</m:t>
                          </m:r>
                          <m:r>
                            <a:rPr lang="en-US" altLang="zh-CN" sz="2100" b="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den>
                      </m:f>
                      <m:r>
                        <a:rPr lang="en-US" altLang="zh-CN"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 = </m:t>
                      </m:r>
                      <m:f>
                        <m:fPr>
                          <m:ctrlPr>
                            <a:rPr lang="en-US" altLang="zh-CN" sz="2100" b="1" i="1" smtClean="0">
                              <a:solidFill>
                                <a:srgbClr val="031993"/>
                              </a:solidFill>
                              <a:latin typeface="Cambria Math" panose="02040503050406030204" pitchFamily="18" charset="0"/>
                              <a:cs typeface="Times New Roman" panose="02020603050405020304" pitchFamily="18" charset="0"/>
                            </a:rPr>
                          </m:ctrlPr>
                        </m:fPr>
                        <m:num>
                          <m:r>
                            <a:rPr lang="en-US" altLang="zh-CN" sz="2100" b="1"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45%</m:t>
                          </m:r>
                          <m:r>
                            <a:rPr lang="en-US" altLang="zh-CN" sz="2100" b="1" smtClean="0">
                              <a:solidFill>
                                <a:srgbClr val="031993"/>
                              </a:solidFill>
                              <a:latin typeface="Cambria Math" panose="02040503050406030204" pitchFamily="18" charset="0"/>
                              <a:cs typeface="Times New Roman" panose="02020603050405020304" pitchFamily="18" charset="0"/>
                            </a:rPr>
                            <m:t>×</m:t>
                          </m:r>
                          <m:r>
                            <a:rPr lang="en-US" altLang="zh-CN" sz="2100" b="1">
                              <a:solidFill>
                                <a:srgbClr val="031993"/>
                              </a:solidFill>
                              <a:latin typeface="Cambria Math" panose="02040503050406030204" pitchFamily="18" charset="0"/>
                              <a:ea typeface="KaiTi" panose="02010609060101010101" pitchFamily="49" charset="-122"/>
                              <a:cs typeface="Times New Roman" panose="02020603050405020304" pitchFamily="18" charset="0"/>
                            </a:rPr>
                            <m:t>4%</m:t>
                          </m:r>
                        </m:num>
                        <m:den>
                          <m:r>
                            <a:rPr lang="en-US" altLang="zh-CN" sz="2100" b="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3.5%</m:t>
                          </m:r>
                        </m:den>
                      </m:f>
                      <m:r>
                        <a:rPr lang="zh-CN" altLang="en-US" sz="2100" b="1" i="1" dirty="0" smtClean="0">
                          <a:solidFill>
                            <a:srgbClr val="031993"/>
                          </a:solidFill>
                          <a:latin typeface="Cambria Math" panose="02040503050406030204" pitchFamily="18" charset="0"/>
                          <a:ea typeface="KaiTi" panose="02010609060101010101" pitchFamily="49" charset="-122"/>
                          <a:cs typeface="Times New Roman" panose="02020603050405020304" pitchFamily="18" charset="0"/>
                        </a:rPr>
                        <m:t> ≈ </m:t>
                      </m:r>
                      <m: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𝟓𝟏</m:t>
                      </m:r>
                      <m: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𝟒</m:t>
                      </m:r>
                      <m:r>
                        <a:rPr lang="en-US" altLang="zh-CN" sz="2100" b="1" i="1" dirty="0">
                          <a:solidFill>
                            <a:srgbClr val="031993"/>
                          </a:solidFill>
                          <a:latin typeface="Cambria Math" panose="02040503050406030204" pitchFamily="18" charset="0"/>
                          <a:ea typeface="KaiTi" panose="02010609060101010101" pitchFamily="49" charset="-122"/>
                          <a:cs typeface="Times New Roman" panose="02020603050405020304" pitchFamily="18" charset="0"/>
                        </a:rPr>
                        <m:t>%</m:t>
                      </m:r>
                    </m:oMath>
                  </m:oMathPara>
                </a14:m>
                <a:endParaRPr lang="en-US" altLang="zh-CN" sz="2100" b="1" dirty="0">
                  <a:solidFill>
                    <a:srgbClr val="031993"/>
                  </a:solidFill>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17C9D65D-695E-4D39-8EAE-BFA552C37DBD}"/>
                  </a:ext>
                </a:extLst>
              </p:cNvPr>
              <p:cNvSpPr txBox="1">
                <a:spLocks noRot="1" noChangeAspect="1" noMove="1" noResize="1" noEditPoints="1" noAdjustHandles="1" noChangeArrowheads="1" noChangeShapeType="1" noTextEdit="1"/>
              </p:cNvSpPr>
              <p:nvPr/>
            </p:nvSpPr>
            <p:spPr>
              <a:xfrm>
                <a:off x="206230" y="1099115"/>
                <a:ext cx="8611313" cy="5861733"/>
              </a:xfrm>
              <a:prstGeom prst="rect">
                <a:avLst/>
              </a:prstGeom>
              <a:blipFill>
                <a:blip r:embed="rId2"/>
                <a:stretch>
                  <a:fillRect l="-884" t="-864" r="-3829" b="-432"/>
                </a:stretch>
              </a:blipFill>
            </p:spPr>
            <p:txBody>
              <a:bodyPr/>
              <a:lstStyle/>
              <a:p>
                <a:r>
                  <a:rPr lang="zh-CN" altLang="en-US">
                    <a:noFill/>
                  </a:rPr>
                  <a:t> </a:t>
                </a:r>
              </a:p>
            </p:txBody>
          </p:sp>
        </mc:Fallback>
      </mc:AlternateContent>
      <p:cxnSp>
        <p:nvCxnSpPr>
          <p:cNvPr id="2" name="直线连接符 48">
            <a:extLst>
              <a:ext uri="{FF2B5EF4-FFF2-40B4-BE49-F238E27FC236}">
                <a16:creationId xmlns:a16="http://schemas.microsoft.com/office/drawing/2014/main" id="{35E4434D-41CE-85ED-F88E-568CF7405668}"/>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学论网--www.xuelun.me">
            <a:extLst>
              <a:ext uri="{FF2B5EF4-FFF2-40B4-BE49-F238E27FC236}">
                <a16:creationId xmlns:a16="http://schemas.microsoft.com/office/drawing/2014/main" id="{A0786EC7-780F-BF96-2DB5-F9B2391C9636}"/>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#2</a:t>
            </a:r>
          </a:p>
        </p:txBody>
      </p:sp>
    </p:spTree>
    <p:extLst>
      <p:ext uri="{BB962C8B-B14F-4D97-AF65-F5344CB8AC3E}">
        <p14:creationId xmlns:p14="http://schemas.microsoft.com/office/powerpoint/2010/main" val="3868284283"/>
      </p:ext>
    </p:extLst>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B2EC39D-B05C-4168-A9C1-3882D838915B}"/>
                  </a:ext>
                </a:extLst>
              </p:cNvPr>
              <p:cNvSpPr txBox="1"/>
              <p:nvPr/>
            </p:nvSpPr>
            <p:spPr>
              <a:xfrm>
                <a:off x="221503" y="1542902"/>
                <a:ext cx="8700994" cy="5635966"/>
              </a:xfrm>
              <a:prstGeom prst="rect">
                <a:avLst/>
              </a:prstGeom>
              <a:noFill/>
            </p:spPr>
            <p:txBody>
              <a:bodyPr wrap="square">
                <a:spAutoFit/>
              </a:bodyPr>
              <a:lstStyle/>
              <a:p>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一个袋子中有</a:t>
                </a:r>
                <a:r>
                  <a:rPr lang="en-US" altLang="zh-CN"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10</a:t>
                </a: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个球，其中</a:t>
                </a:r>
                <a:r>
                  <a:rPr lang="en-US" altLang="zh-CN"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个黑球，</a:t>
                </a:r>
                <a:r>
                  <a:rPr lang="en-US" altLang="zh-CN"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7</a:t>
                </a: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个白球，先后两次从袋子中各取一球（不放回），如果观察到第二次取到的是黑球，求第一次取到的是黑球的概率。</a:t>
                </a:r>
                <a:endParaRPr lang="en-US" altLang="zh-CN" sz="2100"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zh-CN" altLang="en-US" sz="2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记</a:t>
                </a:r>
                <a:r>
                  <a:rPr lang="en-US" altLang="zh-CN" sz="2100" i="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i="1" baseline="-250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i</a:t>
                </a:r>
                <a:r>
                  <a:rPr lang="zh-CN" altLang="en-US" sz="2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为事件“第</a:t>
                </a:r>
                <a:r>
                  <a:rPr lang="en-US" altLang="zh-CN" sz="2100" i="1" dirty="0" err="1">
                    <a:solidFill>
                      <a:srgbClr val="C00000"/>
                    </a:solidFill>
                    <a:latin typeface="Times New Roman" panose="02020603050405020304" pitchFamily="18" charset="0"/>
                    <a:ea typeface="楷体" panose="02010609060101010101" pitchFamily="49" charset="-122"/>
                    <a:cs typeface="Times New Roman" panose="02020603050405020304" pitchFamily="18" charset="0"/>
                  </a:rPr>
                  <a:t>i</a:t>
                </a:r>
                <a:r>
                  <a:rPr lang="zh-CN" altLang="en-US" sz="2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次取到的是黑球”</a:t>
                </a:r>
                <a:r>
                  <a:rPr lang="en-US" altLang="zh-CN" sz="2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err="1">
                    <a:solidFill>
                      <a:srgbClr val="C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10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=1, 2)</a:t>
                </a:r>
              </a:p>
              <a:p>
                <a:pPr>
                  <a:lnSpc>
                    <a:spcPct val="125000"/>
                  </a:lnSpc>
                </a:pPr>
                <a:r>
                  <a:rPr lang="zh-CN" altLang="en-US" sz="2100" dirty="0">
                    <a:latin typeface="Times New Roman" panose="02020603050405020304" pitchFamily="18" charset="0"/>
                    <a:ea typeface="楷体" panose="02010609060101010101" pitchFamily="49" charset="-122"/>
                    <a:cs typeface="Times New Roman" panose="02020603050405020304" pitchFamily="18" charset="0"/>
                  </a:rPr>
                  <a:t>在已知</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100" dirty="0">
                    <a:latin typeface="Times New Roman" panose="02020603050405020304" pitchFamily="18" charset="0"/>
                    <a:ea typeface="楷体" panose="02010609060101010101" pitchFamily="49" charset="-122"/>
                    <a:cs typeface="Times New Roman" panose="02020603050405020304" pitchFamily="18" charset="0"/>
                  </a:rPr>
                  <a:t>发生，即第二次取到的是黑球的条件下</a:t>
                </a:r>
                <a:endParaRPr lang="en-US" altLang="zh-CN" sz="21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100" dirty="0">
                    <a:ea typeface="楷体" panose="02010609060101010101" pitchFamily="49" charset="-122"/>
                    <a:cs typeface="Times New Roman" panose="02020603050405020304" pitchFamily="18" charset="0"/>
                  </a:rPr>
                  <a:t> </a:t>
                </a:r>
                <a14:m>
                  <m:oMath xmlns:m="http://schemas.openxmlformats.org/officeDocument/2006/math">
                    <m:f>
                      <m:fPr>
                        <m:ctrlPr>
                          <a:rPr lang="en-US" altLang="zh-CN" sz="2100" i="1">
                            <a:latin typeface="Cambria Math" panose="02040503050406030204" pitchFamily="18" charset="0"/>
                            <a:ea typeface="楷体" panose="02010609060101010101" pitchFamily="49" charset="-122"/>
                            <a:cs typeface="Times New Roman" panose="02020603050405020304" pitchFamily="18" charset="0"/>
                          </a:rPr>
                        </m:ctrlPr>
                      </m:fPr>
                      <m:num>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2 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num>
                      <m:den>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0" i="0" baseline="-25000" dirty="0" smtClean="0">
                            <a:latin typeface="Times New Roman" panose="02020603050405020304" pitchFamily="18" charset="0"/>
                            <a:ea typeface="楷体" panose="02010609060101010101" pitchFamily="49" charset="-122"/>
                            <a:cs typeface="Times New Roman" panose="02020603050405020304" pitchFamily="18" charset="0"/>
                          </a:rPr>
                          <m:t>2</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a:rPr lang="en-US" altLang="zh-CN" sz="2100" dirty="0" smtClean="0">
                            <a:latin typeface="Cambria Math" panose="02040503050406030204" pitchFamily="18" charset="0"/>
                            <a:ea typeface="楷体" panose="02010609060101010101" pitchFamily="49" charset="-122"/>
                            <a:cs typeface="Times New Roman" panose="02020603050405020304" pitchFamily="18" charset="0"/>
                          </a:rPr>
                          <m:t> </m:t>
                        </m:r>
                      </m:den>
                    </m:f>
                  </m:oMath>
                </a14:m>
                <a:endParaRPr lang="en-US" altLang="zh-CN" sz="21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 </a:t>
                </a:r>
                <a14:m>
                  <m:oMath xmlns:m="http://schemas.openxmlformats.org/officeDocument/2006/math">
                    <m:f>
                      <m:fPr>
                        <m:ctrlPr>
                          <a:rPr lang="en-US" altLang="zh-CN" sz="2100" i="1" smtClean="0">
                            <a:latin typeface="Cambria Math" panose="02040503050406030204" pitchFamily="18" charset="0"/>
                          </a:rPr>
                        </m:ctrlPr>
                      </m:fPr>
                      <m:num>
                        <m:sSubSup>
                          <m:sSubSupPr>
                            <m:ctrlPr>
                              <a:rPr lang="en-US" altLang="zh-CN" sz="2100" i="1" smtClean="0">
                                <a:latin typeface="Cambria Math" panose="02040503050406030204" pitchFamily="18" charset="0"/>
                              </a:rPr>
                            </m:ctrlPr>
                          </m:sSubSupPr>
                          <m:e>
                            <m:r>
                              <m:rPr>
                                <m:sty m:val="p"/>
                              </m:rPr>
                              <a:rPr lang="en-US" altLang="zh-CN" sz="2100" smtClean="0">
                                <a:latin typeface="Cambria Math" panose="02040503050406030204" pitchFamily="18" charset="0"/>
                              </a:rPr>
                              <m:t>P</m:t>
                            </m:r>
                          </m:e>
                          <m:sub>
                            <m:r>
                              <a:rPr lang="en-US" altLang="zh-CN" sz="2100" smtClean="0">
                                <a:latin typeface="Cambria Math" panose="02040503050406030204" pitchFamily="18" charset="0"/>
                              </a:rPr>
                              <m:t>3</m:t>
                            </m:r>
                          </m:sub>
                          <m:sup>
                            <m:r>
                              <a:rPr lang="en-US" altLang="zh-CN" sz="2100" smtClean="0">
                                <a:latin typeface="Cambria Math" panose="02040503050406030204" pitchFamily="18" charset="0"/>
                              </a:rPr>
                              <m:t>2</m:t>
                            </m:r>
                          </m:sup>
                        </m:sSubSup>
                      </m:num>
                      <m:den>
                        <m:sSubSup>
                          <m:sSubSupPr>
                            <m:ctrlPr>
                              <a:rPr lang="en-US" altLang="zh-CN" sz="2100" i="1" smtClean="0">
                                <a:latin typeface="Cambria Math" panose="02040503050406030204" pitchFamily="18" charset="0"/>
                              </a:rPr>
                            </m:ctrlPr>
                          </m:sSubSupPr>
                          <m:e>
                            <m:r>
                              <m:rPr>
                                <m:sty m:val="p"/>
                              </m:rPr>
                              <a:rPr lang="en-US" altLang="zh-CN" sz="2100" smtClean="0">
                                <a:latin typeface="Cambria Math" panose="02040503050406030204" pitchFamily="18" charset="0"/>
                              </a:rPr>
                              <m:t>P</m:t>
                            </m:r>
                          </m:e>
                          <m:sub>
                            <m:r>
                              <a:rPr lang="en-US" altLang="zh-CN" sz="2100" smtClean="0">
                                <a:latin typeface="Cambria Math" panose="02040503050406030204" pitchFamily="18" charset="0"/>
                              </a:rPr>
                              <m:t>10</m:t>
                            </m:r>
                          </m:sub>
                          <m:sup>
                            <m:r>
                              <a:rPr lang="en-US" altLang="zh-CN" sz="2100" smtClean="0">
                                <a:latin typeface="Cambria Math" panose="02040503050406030204" pitchFamily="18" charset="0"/>
                              </a:rPr>
                              <m:t>2</m:t>
                            </m:r>
                          </m:sup>
                        </m:sSubSup>
                      </m:den>
                    </m:f>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 </a:t>
                </a:r>
                <a14:m>
                  <m:oMath xmlns:m="http://schemas.openxmlformats.org/officeDocument/2006/math">
                    <m:f>
                      <m:fPr>
                        <m:ctrlPr>
                          <a:rPr lang="en-US" altLang="zh-CN" sz="2100" i="1" dirty="0" smtClean="0">
                            <a:latin typeface="Cambria Math" panose="02040503050406030204" pitchFamily="18" charset="0"/>
                          </a:rPr>
                        </m:ctrlPr>
                      </m:fPr>
                      <m:num>
                        <m:r>
                          <a:rPr lang="en-US" altLang="zh-CN" sz="2100" dirty="0" smtClean="0">
                            <a:latin typeface="Cambria Math" panose="02040503050406030204" pitchFamily="18" charset="0"/>
                          </a:rPr>
                          <m:t>1</m:t>
                        </m:r>
                      </m:num>
                      <m:den>
                        <m:r>
                          <a:rPr lang="en-US" altLang="zh-CN" sz="2100" dirty="0" smtClean="0">
                            <a:latin typeface="Cambria Math" panose="02040503050406030204" pitchFamily="18" charset="0"/>
                          </a:rPr>
                          <m:t>15</m:t>
                        </m:r>
                      </m:den>
                    </m:f>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 </a:t>
                </a:r>
                <a14:m>
                  <m:oMath xmlns:m="http://schemas.openxmlformats.org/officeDocument/2006/math">
                    <m:f>
                      <m:fPr>
                        <m:ctrlPr>
                          <a:rPr lang="en-US" altLang="zh-CN" sz="2100" i="1" smtClean="0">
                            <a:latin typeface="Cambria Math" panose="02040503050406030204" pitchFamily="18" charset="0"/>
                          </a:rPr>
                        </m:ctrlPr>
                      </m:fPr>
                      <m:num>
                        <m:r>
                          <a:rPr lang="en-US" altLang="zh-CN" sz="2100" smtClean="0">
                            <a:latin typeface="Cambria Math" panose="02040503050406030204" pitchFamily="18" charset="0"/>
                          </a:rPr>
                          <m:t>3</m:t>
                        </m:r>
                      </m:num>
                      <m:den>
                        <m:r>
                          <a:rPr lang="en-US" altLang="zh-CN" sz="2100" smtClean="0">
                            <a:latin typeface="Cambria Math" panose="02040503050406030204" pitchFamily="18" charset="0"/>
                          </a:rPr>
                          <m:t>10</m:t>
                        </m:r>
                      </m:den>
                    </m:f>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  </a:t>
                </a:r>
                <a14:m>
                  <m:oMath xmlns:m="http://schemas.openxmlformats.org/officeDocument/2006/math">
                    <m:f>
                      <m:fPr>
                        <m:ctrlPr>
                          <a:rPr lang="en-US" altLang="zh-CN" sz="2100" i="1">
                            <a:latin typeface="Cambria Math" panose="02040503050406030204" pitchFamily="18" charset="0"/>
                          </a:rPr>
                        </m:ctrlPr>
                      </m:fPr>
                      <m:num>
                        <m:r>
                          <a:rPr lang="en-US" altLang="zh-CN" sz="2100" smtClean="0">
                            <a:latin typeface="Cambria Math" panose="02040503050406030204" pitchFamily="18" charset="0"/>
                          </a:rPr>
                          <m:t>2</m:t>
                        </m:r>
                      </m:num>
                      <m:den>
                        <m:r>
                          <a:rPr lang="en-US" altLang="zh-CN" sz="2100" smtClean="0">
                            <a:latin typeface="Cambria Math" panose="02040503050406030204" pitchFamily="18" charset="0"/>
                          </a:rPr>
                          <m:t>9</m:t>
                        </m:r>
                      </m:den>
                    </m:f>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a:t>
                </a:r>
              </a:p>
              <a:p>
                <a:endParaRPr lang="en-US" altLang="zh-CN" sz="2100" dirty="0"/>
              </a:p>
              <a:p>
                <a:endParaRPr lang="en-US" altLang="zh-CN" sz="2100" i="1"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f>
                      <m:fPr>
                        <m:ctrlPr>
                          <a:rPr lang="en-US" altLang="zh-CN" sz="2100" i="1">
                            <a:latin typeface="Cambria Math" panose="02040503050406030204" pitchFamily="18" charset="0"/>
                            <a:ea typeface="楷体" panose="02010609060101010101" pitchFamily="49" charset="-122"/>
                            <a:cs typeface="Times New Roman" panose="02020603050405020304" pitchFamily="18" charset="0"/>
                          </a:rPr>
                        </m:ctrlPr>
                      </m:fPr>
                      <m:num>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2 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num>
                      <m:den>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0" i="0" baseline="-25000" dirty="0" smtClean="0">
                            <a:latin typeface="Times New Roman" panose="02020603050405020304" pitchFamily="18" charset="0"/>
                            <a:ea typeface="楷体" panose="02010609060101010101" pitchFamily="49" charset="-122"/>
                            <a:cs typeface="Times New Roman" panose="02020603050405020304" pitchFamily="18" charset="0"/>
                          </a:rPr>
                          <m:t>2</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a:rPr lang="en-US" altLang="zh-CN" sz="2100" dirty="0" smtClean="0">
                            <a:latin typeface="Cambria Math" panose="02040503050406030204" pitchFamily="18" charset="0"/>
                            <a:ea typeface="楷体" panose="02010609060101010101" pitchFamily="49" charset="-122"/>
                            <a:cs typeface="Times New Roman" panose="02020603050405020304" pitchFamily="18" charset="0"/>
                          </a:rPr>
                          <m:t> </m:t>
                        </m:r>
                      </m:den>
                    </m:f>
                    <m:r>
                      <a:rPr lang="en-US" altLang="zh-CN" sz="2100" dirty="0">
                        <a:latin typeface="Cambria Math" panose="02040503050406030204" pitchFamily="18" charset="0"/>
                        <a:ea typeface="楷体" panose="02010609060101010101" pitchFamily="49" charset="-122"/>
                        <a:cs typeface="Times New Roman" panose="02020603050405020304" pitchFamily="18" charset="0"/>
                      </a:rPr>
                      <m:t> =</m:t>
                    </m:r>
                    <m:f>
                      <m:fPr>
                        <m:ctrlPr>
                          <a:rPr lang="en-US" altLang="zh-CN" sz="2100" i="1" smtClean="0">
                            <a:latin typeface="Cambria Math" panose="02040503050406030204" pitchFamily="18" charset="0"/>
                            <a:ea typeface="楷体" panose="02010609060101010101" pitchFamily="49" charset="-122"/>
                            <a:cs typeface="Times New Roman" panose="02020603050405020304" pitchFamily="18" charset="0"/>
                          </a:rPr>
                        </m:ctrlPr>
                      </m:fPr>
                      <m:num>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2 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i="1" baseline="-25000" dirty="0">
                            <a:latin typeface="Times New Roman" panose="02020603050405020304" pitchFamily="18" charset="0"/>
                            <a:ea typeface="楷体" panose="02010609060101010101" pitchFamily="49" charset="-122"/>
                            <a:cs typeface="Times New Roman" panose="02020603050405020304" pitchFamily="18" charset="0"/>
                          </a:rPr>
                          <m:t>1</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num>
                      <m:den>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2 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i="1" baseline="-25000" dirty="0">
                            <a:latin typeface="Times New Roman" panose="02020603050405020304" pitchFamily="18" charset="0"/>
                            <a:ea typeface="楷体" panose="02010609060101010101" pitchFamily="49" charset="-122"/>
                            <a:cs typeface="Times New Roman" panose="02020603050405020304" pitchFamily="18" charset="0"/>
                          </a:rPr>
                          <m:t>1</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2 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acc>
                          <m:accPr>
                            <m:chr m:val="̅"/>
                            <m:ctrlPr>
                              <a:rPr lang="en-US" altLang="zh-CN" sz="2100"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100" dirty="0">
                                <a:latin typeface="Cambria Math" panose="02040503050406030204" pitchFamily="18" charset="0"/>
                                <a:ea typeface="楷体" panose="02010609060101010101" pitchFamily="49" charset="-122"/>
                                <a:cs typeface="Times New Roman" panose="02020603050405020304" pitchFamily="18" charset="0"/>
                              </a:rPr>
                              <m:t>𝐴</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m:t>
                            </m:r>
                          </m:e>
                        </m:acc>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acc>
                          <m:accPr>
                            <m:chr m:val="̅"/>
                            <m:ctrlPr>
                              <a:rPr lang="en-US" altLang="zh-CN" sz="2100"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100" dirty="0">
                                <a:latin typeface="Cambria Math" panose="02040503050406030204" pitchFamily="18" charset="0"/>
                                <a:ea typeface="楷体" panose="02010609060101010101" pitchFamily="49" charset="-122"/>
                                <a:cs typeface="Times New Roman" panose="02020603050405020304" pitchFamily="18" charset="0"/>
                              </a:rPr>
                              <m:t>𝐴</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m:t>
                            </m:r>
                          </m:e>
                        </m:acc>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den>
                    </m:f>
                  </m:oMath>
                </a14:m>
                <a:endParaRPr lang="en-US" altLang="zh-CN" sz="2100"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1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)=3/10, </a:t>
                </a:r>
                <a14:m>
                  <m:oMath xmlns:m="http://schemas.openxmlformats.org/officeDocument/2006/math">
                    <m:r>
                      <a:rPr lang="en-US" altLang="zh-CN" sz="2100" dirty="0" smtClean="0">
                        <a:latin typeface="Cambria Math" panose="02040503050406030204" pitchFamily="18" charset="0"/>
                        <a:ea typeface="楷体" panose="02010609060101010101" pitchFamily="49" charset="-122"/>
                        <a:cs typeface="Times New Roman" panose="02020603050405020304" pitchFamily="18" charset="0"/>
                      </a:rPr>
                      <m:t> </m:t>
                    </m:r>
                    <m:r>
                      <m:rPr>
                        <m:nor/>
                      </m:rPr>
                      <a:rPr lang="en-US" altLang="zh-CN" sz="2100" i="1" dirty="0" smtClean="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smtClean="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smtClean="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smtClean="0">
                        <a:latin typeface="Times New Roman" panose="02020603050405020304" pitchFamily="18" charset="0"/>
                        <a:ea typeface="楷体" panose="02010609060101010101" pitchFamily="49" charset="-122"/>
                        <a:cs typeface="Times New Roman" panose="02020603050405020304" pitchFamily="18" charset="0"/>
                      </a:rPr>
                      <m:t>2 </m:t>
                    </m:r>
                    <m:r>
                      <m:rPr>
                        <m:nor/>
                      </m:rPr>
                      <a:rPr lang="en-US" altLang="zh-CN" sz="2100" dirty="0" smtClean="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smtClean="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i="1" dirty="0" smtClean="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i="1" baseline="-25000" dirty="0" smtClean="0">
                        <a:latin typeface="Times New Roman" panose="02020603050405020304" pitchFamily="18" charset="0"/>
                        <a:ea typeface="楷体" panose="02010609060101010101" pitchFamily="49" charset="-122"/>
                        <a:cs typeface="Times New Roman" panose="02020603050405020304" pitchFamily="18" charset="0"/>
                      </a:rPr>
                      <m:t>1</m:t>
                    </m:r>
                    <m:r>
                      <m:rPr>
                        <m:nor/>
                      </m:rPr>
                      <a:rPr lang="en-US" altLang="zh-CN" sz="2100" dirty="0" smtClean="0">
                        <a:latin typeface="Times New Roman" panose="02020603050405020304" pitchFamily="18" charset="0"/>
                        <a:ea typeface="楷体" panose="02010609060101010101" pitchFamily="49" charset="-122"/>
                        <a:cs typeface="Times New Roman" panose="02020603050405020304" pitchFamily="18" charset="0"/>
                      </a:rPr>
                      <m:t>)</m:t>
                    </m:r>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=2/9,  </a:t>
                </a:r>
                <a14:m>
                  <m:oMath xmlns:m="http://schemas.openxmlformats.org/officeDocument/2006/math">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acc>
                      <m:accPr>
                        <m:chr m:val="̅"/>
                        <m:ctrlPr>
                          <a:rPr lang="en-US" altLang="zh-CN" sz="2100"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100" dirty="0">
                            <a:latin typeface="Cambria Math" panose="02040503050406030204" pitchFamily="18" charset="0"/>
                            <a:ea typeface="楷体" panose="02010609060101010101" pitchFamily="49" charset="-122"/>
                            <a:cs typeface="Times New Roman" panose="02020603050405020304" pitchFamily="18" charset="0"/>
                          </a:rPr>
                          <m:t>𝐴</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m:t>
                        </m:r>
                      </m:e>
                    </m:acc>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=7/10,  </a:t>
                </a:r>
                <a14:m>
                  <m:oMath xmlns:m="http://schemas.openxmlformats.org/officeDocument/2006/math">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P</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A</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2 </m:t>
                    </m:r>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r>
                      <m:rPr>
                        <m:nor/>
                      </m:rP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m:t> </m:t>
                    </m:r>
                    <m:acc>
                      <m:accPr>
                        <m:chr m:val="̅"/>
                        <m:ctrlPr>
                          <a:rPr lang="en-US" altLang="zh-CN" sz="2100" i="1" dirty="0">
                            <a:latin typeface="Cambria Math" panose="02040503050406030204" pitchFamily="18" charset="0"/>
                            <a:ea typeface="楷体" panose="02010609060101010101" pitchFamily="49" charset="-122"/>
                            <a:cs typeface="Times New Roman" panose="02020603050405020304" pitchFamily="18" charset="0"/>
                          </a:rPr>
                        </m:ctrlPr>
                      </m:accPr>
                      <m:e>
                        <m:r>
                          <a:rPr lang="en-US" altLang="zh-CN" sz="2100" dirty="0">
                            <a:latin typeface="Cambria Math" panose="02040503050406030204" pitchFamily="18" charset="0"/>
                            <a:ea typeface="楷体" panose="02010609060101010101" pitchFamily="49" charset="-122"/>
                            <a:cs typeface="Times New Roman" panose="02020603050405020304" pitchFamily="18" charset="0"/>
                          </a:rPr>
                          <m:t>𝐴</m:t>
                        </m:r>
                        <m:r>
                          <m:rPr>
                            <m:nor/>
                          </m:rP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m:t>1</m:t>
                        </m:r>
                      </m:e>
                    </m:acc>
                    <m:r>
                      <m:rPr>
                        <m:nor/>
                      </m:rPr>
                      <a:rPr lang="en-US" altLang="zh-CN" sz="2100" dirty="0">
                        <a:latin typeface="Times New Roman" panose="02020603050405020304" pitchFamily="18" charset="0"/>
                        <a:ea typeface="楷体" panose="02010609060101010101" pitchFamily="49" charset="-122"/>
                        <a:cs typeface="Times New Roman" panose="02020603050405020304" pitchFamily="18" charset="0"/>
                      </a:rPr>
                      <m:t>)</m:t>
                    </m:r>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=3/9,          </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1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21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  </a:t>
                </a:r>
                <a14:m>
                  <m:oMath xmlns:m="http://schemas.openxmlformats.org/officeDocument/2006/math">
                    <m:f>
                      <m:fPr>
                        <m:ctrlPr>
                          <a:rPr lang="en-US" altLang="zh-CN" sz="2100" i="1">
                            <a:latin typeface="Cambria Math" panose="02040503050406030204" pitchFamily="18" charset="0"/>
                          </a:rPr>
                        </m:ctrlPr>
                      </m:fPr>
                      <m:num>
                        <m:r>
                          <a:rPr lang="en-US" altLang="zh-CN" sz="2100">
                            <a:latin typeface="Cambria Math" panose="02040503050406030204" pitchFamily="18" charset="0"/>
                          </a:rPr>
                          <m:t>2</m:t>
                        </m:r>
                      </m:num>
                      <m:den>
                        <m:r>
                          <a:rPr lang="en-US" altLang="zh-CN" sz="2100">
                            <a:latin typeface="Cambria Math" panose="02040503050406030204" pitchFamily="18" charset="0"/>
                          </a:rPr>
                          <m:t>9</m:t>
                        </m:r>
                      </m:den>
                    </m:f>
                  </m:oMath>
                </a14:m>
                <a:r>
                  <a:rPr lang="en-US" altLang="zh-CN" sz="2100" dirty="0">
                    <a:latin typeface="Times New Roman" panose="02020603050405020304" pitchFamily="18" charset="0"/>
                    <a:ea typeface="楷体" panose="02010609060101010101" pitchFamily="49" charset="-122"/>
                    <a:cs typeface="Times New Roman" panose="02020603050405020304" pitchFamily="18" charset="0"/>
                  </a:rPr>
                  <a:t> </a:t>
                </a:r>
              </a:p>
              <a:p>
                <a:endParaRPr lang="en-US" altLang="zh-CN" sz="21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8B2EC39D-B05C-4168-A9C1-3882D838915B}"/>
                  </a:ext>
                </a:extLst>
              </p:cNvPr>
              <p:cNvSpPr txBox="1">
                <a:spLocks noRot="1" noChangeAspect="1" noMove="1" noResize="1" noEditPoints="1" noAdjustHandles="1" noChangeArrowheads="1" noChangeShapeType="1" noTextEdit="1"/>
              </p:cNvSpPr>
              <p:nvPr/>
            </p:nvSpPr>
            <p:spPr>
              <a:xfrm>
                <a:off x="221503" y="1542902"/>
                <a:ext cx="8700994" cy="5635966"/>
              </a:xfrm>
              <a:prstGeom prst="rect">
                <a:avLst/>
              </a:prstGeom>
              <a:blipFill>
                <a:blip r:embed="rId3"/>
                <a:stretch>
                  <a:fillRect l="-729" t="-899"/>
                </a:stretch>
              </a:blipFill>
            </p:spPr>
            <p:txBody>
              <a:bodyPr/>
              <a:lstStyle/>
              <a:p>
                <a:r>
                  <a:rPr lang="zh-CN" altLang="en-US">
                    <a:noFill/>
                  </a:rPr>
                  <a:t> </a:t>
                </a:r>
              </a:p>
            </p:txBody>
          </p:sp>
        </mc:Fallback>
      </mc:AlternateContent>
      <p:cxnSp>
        <p:nvCxnSpPr>
          <p:cNvPr id="6" name="直线连接符 16">
            <a:extLst>
              <a:ext uri="{FF2B5EF4-FFF2-40B4-BE49-F238E27FC236}">
                <a16:creationId xmlns:a16="http://schemas.microsoft.com/office/drawing/2014/main" id="{3D2B4D0E-0198-4AA8-B4F1-45B495B4F88C}"/>
              </a:ext>
            </a:extLst>
          </p:cNvPr>
          <p:cNvCxnSpPr>
            <a:cxnSpLocks/>
          </p:cNvCxnSpPr>
          <p:nvPr/>
        </p:nvCxnSpPr>
        <p:spPr>
          <a:xfrm>
            <a:off x="383241" y="5107358"/>
            <a:ext cx="8265066"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 name="直线连接符 48">
            <a:extLst>
              <a:ext uri="{FF2B5EF4-FFF2-40B4-BE49-F238E27FC236}">
                <a16:creationId xmlns:a16="http://schemas.microsoft.com/office/drawing/2014/main" id="{2CD28749-880A-2B48-51AE-23EF5CDE2BCC}"/>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学论网--www.xuelun.me">
            <a:extLst>
              <a:ext uri="{FF2B5EF4-FFF2-40B4-BE49-F238E27FC236}">
                <a16:creationId xmlns:a16="http://schemas.microsoft.com/office/drawing/2014/main" id="{74207B4F-B512-1583-BC19-0CE239E79A62}"/>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#3</a:t>
            </a:r>
          </a:p>
        </p:txBody>
      </p:sp>
    </p:spTree>
    <p:extLst>
      <p:ext uri="{BB962C8B-B14F-4D97-AF65-F5344CB8AC3E}">
        <p14:creationId xmlns:p14="http://schemas.microsoft.com/office/powerpoint/2010/main" val="429828968"/>
      </p:ext>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8B18966-B651-4028-B4AD-9E1DD4AB884E}"/>
              </a:ext>
            </a:extLst>
          </p:cNvPr>
          <p:cNvSpPr txBox="1"/>
          <p:nvPr/>
        </p:nvSpPr>
        <p:spPr>
          <a:xfrm>
            <a:off x="522941" y="1173237"/>
            <a:ext cx="8098118" cy="2031325"/>
          </a:xfrm>
          <a:prstGeom prst="rect">
            <a:avLst/>
          </a:prstGeom>
          <a:noFill/>
        </p:spPr>
        <p:txBody>
          <a:bodyPr wrap="square">
            <a:spAutoFit/>
          </a:bodyPr>
          <a:lstStyle/>
          <a:p>
            <a:r>
              <a:rPr lang="zh-CN" altLang="en-US" sz="2100" b="1" i="0" dirty="0">
                <a:solidFill>
                  <a:srgbClr val="031993"/>
                </a:solidFill>
                <a:effectLst/>
                <a:latin typeface="KaiTi" panose="02010609060101010101" pitchFamily="49" charset="-122"/>
                <a:ea typeface="KaiTi" panose="02010609060101010101" pitchFamily="49" charset="-122"/>
              </a:rPr>
              <a:t>一小学举办家长开放日</a:t>
            </a:r>
            <a:r>
              <a:rPr lang="en-US" altLang="zh-CN" sz="2100" b="1" i="0" dirty="0">
                <a:solidFill>
                  <a:srgbClr val="031993"/>
                </a:solidFill>
                <a:effectLst/>
                <a:latin typeface="KaiTi" panose="02010609060101010101" pitchFamily="49" charset="-122"/>
                <a:ea typeface="KaiTi" panose="02010609060101010101" pitchFamily="49" charset="-122"/>
              </a:rPr>
              <a:t>,</a:t>
            </a:r>
            <a:r>
              <a:rPr lang="zh-CN" altLang="en-US" sz="2100" b="1" i="0" dirty="0">
                <a:solidFill>
                  <a:srgbClr val="031993"/>
                </a:solidFill>
                <a:effectLst/>
                <a:latin typeface="KaiTi" panose="02010609060101010101" pitchFamily="49" charset="-122"/>
                <a:ea typeface="KaiTi" panose="02010609060101010101" pitchFamily="49" charset="-122"/>
              </a:rPr>
              <a:t>欢迎家长参加活动</a:t>
            </a:r>
            <a:r>
              <a:rPr lang="en-US" altLang="zh-CN" sz="2100" b="1" i="0" dirty="0">
                <a:solidFill>
                  <a:srgbClr val="031993"/>
                </a:solidFill>
                <a:effectLst/>
                <a:latin typeface="KaiTi" panose="02010609060101010101" pitchFamily="49" charset="-122"/>
                <a:ea typeface="KaiTi" panose="02010609060101010101" pitchFamily="49" charset="-122"/>
              </a:rPr>
              <a:t>.</a:t>
            </a:r>
            <a:r>
              <a:rPr lang="zh-CN" altLang="en-US" sz="2100" b="1" i="0" dirty="0">
                <a:solidFill>
                  <a:srgbClr val="031993"/>
                </a:solidFill>
                <a:effectLst/>
                <a:latin typeface="KaiTi" panose="02010609060101010101" pitchFamily="49" charset="-122"/>
                <a:ea typeface="KaiTi" panose="02010609060101010101" pitchFamily="49" charset="-122"/>
              </a:rPr>
              <a:t>小明的母亲参加的概率为</a:t>
            </a:r>
            <a:r>
              <a:rPr lang="en-US" altLang="zh-CN" sz="2100" b="1" i="0" dirty="0">
                <a:solidFill>
                  <a:srgbClr val="031993"/>
                </a:solidFill>
                <a:effectLst/>
                <a:latin typeface="KaiTi" panose="02010609060101010101" pitchFamily="49" charset="-122"/>
                <a:ea typeface="KaiTi" panose="02010609060101010101" pitchFamily="49" charset="-122"/>
              </a:rPr>
              <a:t>80%.</a:t>
            </a:r>
            <a:r>
              <a:rPr lang="zh-CN" altLang="en-US" sz="2100" b="1" i="0" dirty="0">
                <a:solidFill>
                  <a:srgbClr val="031993"/>
                </a:solidFill>
                <a:effectLst/>
                <a:latin typeface="KaiTi" panose="02010609060101010101" pitchFamily="49" charset="-122"/>
                <a:ea typeface="KaiTi" panose="02010609060101010101" pitchFamily="49" charset="-122"/>
              </a:rPr>
              <a:t>若母亲参加，则父亲参加的概率为</a:t>
            </a:r>
            <a:r>
              <a:rPr lang="en-US" altLang="zh-CN" sz="2100" b="1" i="0" dirty="0">
                <a:solidFill>
                  <a:srgbClr val="031993"/>
                </a:solidFill>
                <a:effectLst/>
                <a:latin typeface="KaiTi" panose="02010609060101010101" pitchFamily="49" charset="-122"/>
                <a:ea typeface="KaiTi" panose="02010609060101010101" pitchFamily="49" charset="-122"/>
              </a:rPr>
              <a:t>30%</a:t>
            </a:r>
            <a:r>
              <a:rPr lang="zh-CN" altLang="en-US" sz="2100" b="1" i="0" dirty="0">
                <a:solidFill>
                  <a:srgbClr val="031993"/>
                </a:solidFill>
                <a:effectLst/>
                <a:latin typeface="KaiTi" panose="02010609060101010101" pitchFamily="49" charset="-122"/>
                <a:ea typeface="KaiTi" panose="02010609060101010101" pitchFamily="49" charset="-122"/>
              </a:rPr>
              <a:t>；若母亲不参加</a:t>
            </a:r>
            <a:r>
              <a:rPr lang="en-US" altLang="zh-CN" sz="2100" b="1" i="0" dirty="0">
                <a:solidFill>
                  <a:srgbClr val="031993"/>
                </a:solidFill>
                <a:effectLst/>
                <a:latin typeface="KaiTi" panose="02010609060101010101" pitchFamily="49" charset="-122"/>
                <a:ea typeface="KaiTi" panose="02010609060101010101" pitchFamily="49" charset="-122"/>
              </a:rPr>
              <a:t>,</a:t>
            </a:r>
            <a:r>
              <a:rPr lang="zh-CN" altLang="en-US" sz="2100" b="1" i="0" dirty="0">
                <a:solidFill>
                  <a:srgbClr val="031993"/>
                </a:solidFill>
                <a:effectLst/>
                <a:latin typeface="KaiTi" panose="02010609060101010101" pitchFamily="49" charset="-122"/>
                <a:ea typeface="KaiTi" panose="02010609060101010101" pitchFamily="49" charset="-122"/>
              </a:rPr>
              <a:t>则父亲参加的概率为</a:t>
            </a:r>
            <a:r>
              <a:rPr lang="en-US" altLang="zh-CN" sz="2100" b="1" i="0" dirty="0">
                <a:solidFill>
                  <a:srgbClr val="031993"/>
                </a:solidFill>
                <a:effectLst/>
                <a:latin typeface="KaiTi" panose="02010609060101010101" pitchFamily="49" charset="-122"/>
                <a:ea typeface="KaiTi" panose="02010609060101010101" pitchFamily="49" charset="-122"/>
              </a:rPr>
              <a:t>90%.</a:t>
            </a:r>
            <a:br>
              <a:rPr lang="en-US" altLang="zh-CN" sz="2100" b="1" i="0" dirty="0">
                <a:solidFill>
                  <a:srgbClr val="031993"/>
                </a:solidFill>
                <a:effectLst/>
                <a:latin typeface="KaiTi" panose="02010609060101010101" pitchFamily="49" charset="-122"/>
                <a:ea typeface="KaiTi" panose="02010609060101010101" pitchFamily="49" charset="-122"/>
              </a:rPr>
            </a:br>
            <a:r>
              <a:rPr lang="en-US" altLang="zh-CN" sz="2100" b="1" i="0" dirty="0">
                <a:solidFill>
                  <a:srgbClr val="031993"/>
                </a:solidFill>
                <a:effectLst/>
                <a:latin typeface="KaiTi" panose="02010609060101010101" pitchFamily="49" charset="-122"/>
                <a:ea typeface="KaiTi" panose="02010609060101010101" pitchFamily="49" charset="-122"/>
              </a:rPr>
              <a:t>(1)</a:t>
            </a:r>
            <a:r>
              <a:rPr lang="zh-CN" altLang="en-US" sz="2100" b="1" i="0" dirty="0">
                <a:solidFill>
                  <a:srgbClr val="031993"/>
                </a:solidFill>
                <a:effectLst/>
                <a:latin typeface="KaiTi" panose="02010609060101010101" pitchFamily="49" charset="-122"/>
                <a:ea typeface="KaiTi" panose="02010609060101010101" pitchFamily="49" charset="-122"/>
              </a:rPr>
              <a:t>求父母都参加的概率；</a:t>
            </a:r>
            <a:br>
              <a:rPr lang="zh-CN" altLang="en-US" sz="2100" b="1" i="0" dirty="0">
                <a:solidFill>
                  <a:srgbClr val="031993"/>
                </a:solidFill>
                <a:effectLst/>
                <a:latin typeface="KaiTi" panose="02010609060101010101" pitchFamily="49" charset="-122"/>
                <a:ea typeface="KaiTi" panose="02010609060101010101" pitchFamily="49" charset="-122"/>
              </a:rPr>
            </a:br>
            <a:r>
              <a:rPr lang="en-US" altLang="zh-CN" sz="2100" b="1" i="0" dirty="0">
                <a:solidFill>
                  <a:srgbClr val="031993"/>
                </a:solidFill>
                <a:effectLst/>
                <a:latin typeface="KaiTi" panose="02010609060101010101" pitchFamily="49" charset="-122"/>
                <a:ea typeface="KaiTi" panose="02010609060101010101" pitchFamily="49" charset="-122"/>
              </a:rPr>
              <a:t>(2)</a:t>
            </a:r>
            <a:r>
              <a:rPr lang="zh-CN" altLang="en-US" sz="2100" b="1" i="0" dirty="0">
                <a:solidFill>
                  <a:srgbClr val="031993"/>
                </a:solidFill>
                <a:effectLst/>
                <a:latin typeface="KaiTi" panose="02010609060101010101" pitchFamily="49" charset="-122"/>
                <a:ea typeface="KaiTi" panose="02010609060101010101" pitchFamily="49" charset="-122"/>
              </a:rPr>
              <a:t>求父亲参加的概率；</a:t>
            </a:r>
            <a:br>
              <a:rPr lang="zh-CN" altLang="en-US" sz="2100" b="1" i="0" dirty="0">
                <a:solidFill>
                  <a:srgbClr val="031993"/>
                </a:solidFill>
                <a:effectLst/>
                <a:latin typeface="KaiTi" panose="02010609060101010101" pitchFamily="49" charset="-122"/>
                <a:ea typeface="KaiTi" panose="02010609060101010101" pitchFamily="49" charset="-122"/>
              </a:rPr>
            </a:br>
            <a:r>
              <a:rPr lang="en-US" altLang="zh-CN" sz="2100" b="1" i="0" dirty="0">
                <a:solidFill>
                  <a:srgbClr val="031993"/>
                </a:solidFill>
                <a:effectLst/>
                <a:latin typeface="KaiTi" panose="02010609060101010101" pitchFamily="49" charset="-122"/>
                <a:ea typeface="KaiTi" panose="02010609060101010101" pitchFamily="49" charset="-122"/>
              </a:rPr>
              <a:t>(3)</a:t>
            </a:r>
            <a:r>
              <a:rPr lang="zh-CN" altLang="en-US" sz="2100" b="1" i="0" dirty="0">
                <a:solidFill>
                  <a:srgbClr val="031993"/>
                </a:solidFill>
                <a:effectLst/>
                <a:latin typeface="KaiTi" panose="02010609060101010101" pitchFamily="49" charset="-122"/>
                <a:ea typeface="KaiTi" panose="02010609060101010101" pitchFamily="49" charset="-122"/>
              </a:rPr>
              <a:t>在已知父亲参加的条件下，母亲参加的概率</a:t>
            </a:r>
            <a:r>
              <a:rPr lang="zh-CN" altLang="en-US" sz="2100" b="1" dirty="0">
                <a:solidFill>
                  <a:srgbClr val="031993"/>
                </a:solidFill>
                <a:latin typeface="KaiTi" panose="02010609060101010101" pitchFamily="49" charset="-122"/>
                <a:ea typeface="KaiTi" panose="02010609060101010101" pitchFamily="49" charset="-122"/>
              </a:rPr>
              <a:t> </a:t>
            </a:r>
          </a:p>
        </p:txBody>
      </p:sp>
      <p:pic>
        <p:nvPicPr>
          <p:cNvPr id="6" name="图片 5">
            <a:extLst>
              <a:ext uri="{FF2B5EF4-FFF2-40B4-BE49-F238E27FC236}">
                <a16:creationId xmlns:a16="http://schemas.microsoft.com/office/drawing/2014/main" id="{79745C26-50A0-44EB-87DB-2A8F63BCD971}"/>
              </a:ext>
            </a:extLst>
          </p:cNvPr>
          <p:cNvPicPr>
            <a:picLocks noChangeAspect="1"/>
          </p:cNvPicPr>
          <p:nvPr/>
        </p:nvPicPr>
        <p:blipFill>
          <a:blip r:embed="rId2"/>
          <a:stretch>
            <a:fillRect/>
          </a:stretch>
        </p:blipFill>
        <p:spPr>
          <a:xfrm>
            <a:off x="926352" y="3429001"/>
            <a:ext cx="7305153" cy="3300364"/>
          </a:xfrm>
          <a:prstGeom prst="rect">
            <a:avLst/>
          </a:prstGeom>
        </p:spPr>
      </p:pic>
      <p:cxnSp>
        <p:nvCxnSpPr>
          <p:cNvPr id="3" name="直线连接符 48">
            <a:extLst>
              <a:ext uri="{FF2B5EF4-FFF2-40B4-BE49-F238E27FC236}">
                <a16:creationId xmlns:a16="http://schemas.microsoft.com/office/drawing/2014/main" id="{B1D097E6-F76B-CBE0-1FDB-E4C85F45CC39}"/>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学论网--www.xuelun.me">
            <a:extLst>
              <a:ext uri="{FF2B5EF4-FFF2-40B4-BE49-F238E27FC236}">
                <a16:creationId xmlns:a16="http://schemas.microsoft.com/office/drawing/2014/main" id="{6911C956-EA54-4DFC-2FE9-7F0BC6301FE3}"/>
              </a:ext>
            </a:extLst>
          </p:cNvPr>
          <p:cNvSpPr/>
          <p:nvPr/>
        </p:nvSpPr>
        <p:spPr bwMode="auto">
          <a:xfrm>
            <a:off x="3201272" y="128636"/>
            <a:ext cx="262123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#4</a:t>
            </a:r>
          </a:p>
        </p:txBody>
      </p:sp>
    </p:spTree>
    <p:extLst>
      <p:ext uri="{BB962C8B-B14F-4D97-AF65-F5344CB8AC3E}">
        <p14:creationId xmlns:p14="http://schemas.microsoft.com/office/powerpoint/2010/main" val="7142672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CB44E54-2D7D-48A0-A57D-978AB2C7EA92}"/>
              </a:ext>
            </a:extLst>
          </p:cNvPr>
          <p:cNvSpPr txBox="1"/>
          <p:nvPr/>
        </p:nvSpPr>
        <p:spPr>
          <a:xfrm>
            <a:off x="1632622" y="1505944"/>
            <a:ext cx="5269883" cy="2951385"/>
          </a:xfrm>
          <a:prstGeom prst="rect">
            <a:avLst/>
          </a:prstGeom>
          <a:noFill/>
        </p:spPr>
        <p:txBody>
          <a:bodyPr wrap="square" rtlCol="0">
            <a:spAutoFit/>
          </a:bodyPr>
          <a:lstStyle/>
          <a:p>
            <a:pPr marL="457200" indent="-457200">
              <a:lnSpc>
                <a:spcPct val="150000"/>
              </a:lnSpc>
              <a:buFont typeface="Wingdings" pitchFamily="2" charset="2"/>
              <a:buChar char="l"/>
            </a:pPr>
            <a:r>
              <a:rPr lang="zh-CN" altLang="en-US" sz="3200" b="1" dirty="0">
                <a:solidFill>
                  <a:srgbClr val="031993"/>
                </a:solidFill>
                <a:latin typeface="Arial" panose="020B0604020202020204" pitchFamily="34" charset="0"/>
                <a:ea typeface="KaiTi" panose="02010609060101010101" pitchFamily="49" charset="-122"/>
                <a:cs typeface="Arial" panose="020B0604020202020204" pitchFamily="34" charset="0"/>
              </a:rPr>
              <a:t>自动拼写纠错</a:t>
            </a:r>
            <a:endParaRPr lang="en-US" altLang="zh-CN" sz="32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marL="457200" indent="-457200">
              <a:lnSpc>
                <a:spcPct val="150000"/>
              </a:lnSpc>
              <a:buFont typeface="Wingdings" pitchFamily="2" charset="2"/>
              <a:buChar char="l"/>
            </a:pPr>
            <a:r>
              <a:rPr lang="zh-CN" altLang="en-US" sz="3200" b="1" dirty="0">
                <a:solidFill>
                  <a:srgbClr val="031993"/>
                </a:solidFill>
                <a:latin typeface="Arial" panose="020B0604020202020204" pitchFamily="34" charset="0"/>
                <a:ea typeface="KaiTi" panose="02010609060101010101" pitchFamily="49" charset="-122"/>
                <a:cs typeface="Arial" panose="020B0604020202020204" pitchFamily="34" charset="0"/>
              </a:rPr>
              <a:t>小爱同学</a:t>
            </a:r>
            <a:endParaRPr lang="en-US" altLang="zh-CN" sz="32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marL="457200" indent="-457200">
              <a:lnSpc>
                <a:spcPct val="150000"/>
              </a:lnSpc>
              <a:buFont typeface="Wingdings" pitchFamily="2" charset="2"/>
              <a:buChar char="l"/>
            </a:pPr>
            <a:r>
              <a:rPr lang="en-US" altLang="zh-CN" sz="3200" b="1" dirty="0" err="1">
                <a:solidFill>
                  <a:srgbClr val="031993"/>
                </a:solidFill>
                <a:latin typeface="Arial" panose="020B0604020202020204" pitchFamily="34" charset="0"/>
                <a:ea typeface="KaiTi" panose="02010609060101010101" pitchFamily="49" charset="-122"/>
                <a:cs typeface="Arial" panose="020B0604020202020204" pitchFamily="34" charset="0"/>
              </a:rPr>
              <a:t>ChatGPT</a:t>
            </a:r>
            <a:endParaRPr lang="en-US" altLang="zh-CN" sz="3200" b="1" dirty="0">
              <a:solidFill>
                <a:srgbClr val="031993"/>
              </a:solidFill>
              <a:latin typeface="Arial" panose="020B0604020202020204" pitchFamily="34" charset="0"/>
              <a:ea typeface="KaiTi" panose="02010609060101010101" pitchFamily="49" charset="-122"/>
              <a:cs typeface="Arial" panose="020B0604020202020204" pitchFamily="34" charset="0"/>
            </a:endParaRPr>
          </a:p>
          <a:p>
            <a:pPr marL="457200" indent="-457200">
              <a:lnSpc>
                <a:spcPct val="150000"/>
              </a:lnSpc>
              <a:buFont typeface="Wingdings" pitchFamily="2" charset="2"/>
              <a:buChar char="l"/>
            </a:pPr>
            <a:r>
              <a:rPr lang="zh-CN" altLang="en-US" sz="3200" b="1" dirty="0">
                <a:solidFill>
                  <a:srgbClr val="031993"/>
                </a:solidFill>
                <a:latin typeface="Arial" panose="020B0604020202020204" pitchFamily="34" charset="0"/>
                <a:ea typeface="KaiTi" panose="02010609060101010101" pitchFamily="49" charset="-122"/>
                <a:cs typeface="Arial" panose="020B0604020202020204" pitchFamily="34" charset="0"/>
              </a:rPr>
              <a:t>人工智能</a:t>
            </a:r>
            <a:endParaRPr lang="en-US" altLang="zh-CN" sz="3200" b="1" dirty="0">
              <a:solidFill>
                <a:srgbClr val="031993"/>
              </a:solidFill>
              <a:latin typeface="Arial" panose="020B0604020202020204" pitchFamily="34" charset="0"/>
              <a:ea typeface="KaiTi" panose="02010609060101010101" pitchFamily="49" charset="-122"/>
              <a:cs typeface="Arial" panose="020B0604020202020204" pitchFamily="34" charset="0"/>
            </a:endParaRPr>
          </a:p>
        </p:txBody>
      </p:sp>
      <p:pic>
        <p:nvPicPr>
          <p:cNvPr id="7" name="图形 6" descr="问号 纯色填充">
            <a:extLst>
              <a:ext uri="{FF2B5EF4-FFF2-40B4-BE49-F238E27FC236}">
                <a16:creationId xmlns:a16="http://schemas.microsoft.com/office/drawing/2014/main" id="{59EAF544-874A-5E80-F3DE-521A0342B35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878864" y="2726015"/>
            <a:ext cx="914400" cy="914400"/>
          </a:xfrm>
          <a:prstGeom prst="rect">
            <a:avLst/>
          </a:prstGeom>
        </p:spPr>
      </p:pic>
    </p:spTree>
    <p:extLst>
      <p:ext uri="{BB962C8B-B14F-4D97-AF65-F5344CB8AC3E}">
        <p14:creationId xmlns:p14="http://schemas.microsoft.com/office/powerpoint/2010/main" val="3975892042"/>
      </p:ext>
    </p:extLst>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4AE3C24-925C-E945-0643-236701BC3B68}"/>
              </a:ext>
            </a:extLst>
          </p:cNvPr>
          <p:cNvPicPr>
            <a:picLocks noChangeAspect="1"/>
          </p:cNvPicPr>
          <p:nvPr/>
        </p:nvPicPr>
        <p:blipFill rotWithShape="1">
          <a:blip r:embed="rId2"/>
          <a:srcRect l="21216" t="42653" r="20478" b="16587"/>
          <a:stretch/>
        </p:blipFill>
        <p:spPr>
          <a:xfrm>
            <a:off x="3325478" y="2707784"/>
            <a:ext cx="2493044" cy="2421229"/>
          </a:xfrm>
          <a:prstGeom prst="rect">
            <a:avLst/>
          </a:prstGeom>
        </p:spPr>
      </p:pic>
      <p:sp>
        <p:nvSpPr>
          <p:cNvPr id="7" name="文本框 6">
            <a:extLst>
              <a:ext uri="{FF2B5EF4-FFF2-40B4-BE49-F238E27FC236}">
                <a16:creationId xmlns:a16="http://schemas.microsoft.com/office/drawing/2014/main" id="{6D349153-9856-0A5C-08A4-A171770F4195}"/>
              </a:ext>
            </a:extLst>
          </p:cNvPr>
          <p:cNvSpPr txBox="1"/>
          <p:nvPr/>
        </p:nvSpPr>
        <p:spPr>
          <a:xfrm>
            <a:off x="1145421" y="1146220"/>
            <a:ext cx="6853158" cy="492443"/>
          </a:xfrm>
          <a:prstGeom prst="rect">
            <a:avLst/>
          </a:prstGeom>
          <a:noFill/>
        </p:spPr>
        <p:txBody>
          <a:bodyPr wrap="none" rtlCol="0">
            <a:spAutoFit/>
          </a:bodyPr>
          <a:lstStyle/>
          <a:p>
            <a:r>
              <a:rPr kumimoji="1" lang="zh-CN" altLang="en-US" sz="2600" b="1" dirty="0">
                <a:solidFill>
                  <a:srgbClr val="031993"/>
                </a:solidFill>
                <a:latin typeface="KaiTi" panose="02010609060101010101" pitchFamily="49" charset="-122"/>
                <a:ea typeface="KaiTi" panose="02010609060101010101" pitchFamily="49" charset="-122"/>
              </a:rPr>
              <a:t>班级企业微信群，可以用微信或企业微信扫码</a:t>
            </a:r>
          </a:p>
        </p:txBody>
      </p:sp>
    </p:spTree>
    <p:extLst>
      <p:ext uri="{BB962C8B-B14F-4D97-AF65-F5344CB8AC3E}">
        <p14:creationId xmlns:p14="http://schemas.microsoft.com/office/powerpoint/2010/main" val="3752521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学论网--www.xuelun.me">
            <a:extLst>
              <a:ext uri="{FF2B5EF4-FFF2-40B4-BE49-F238E27FC236}">
                <a16:creationId xmlns:a16="http://schemas.microsoft.com/office/drawing/2014/main" id="{088399E9-B039-1521-3566-EED9C8A90839}"/>
              </a:ext>
            </a:extLst>
          </p:cNvPr>
          <p:cNvSpPr/>
          <p:nvPr/>
        </p:nvSpPr>
        <p:spPr bwMode="auto">
          <a:xfrm>
            <a:off x="4016399" y="143154"/>
            <a:ext cx="1239442" cy="646331"/>
          </a:xfrm>
          <a:prstGeom prst="rect">
            <a:avLst/>
          </a:prstGeom>
          <a:solidFill>
            <a:srgbClr val="FFFB66"/>
          </a:solidFill>
        </p:spPr>
        <p:txBody>
          <a:bodyPr wrap="none">
            <a:spAutoFit/>
          </a:bodyPr>
          <a:lstStyle/>
          <a:p>
            <a:pPr defTabSz="685800" fontAlgn="base">
              <a:spcBef>
                <a:spcPct val="50000"/>
              </a:spcBef>
              <a:spcAft>
                <a:spcPct val="0"/>
              </a:spcAft>
              <a:buClr>
                <a:srgbClr val="C00000"/>
              </a:buClr>
              <a:buSzPct val="90000"/>
            </a:pPr>
            <a:r>
              <a:rPr kumimoji="1"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作 业</a:t>
            </a:r>
            <a:endParaRPr kumimoji="1"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endParaRPr>
          </a:p>
        </p:txBody>
      </p:sp>
      <p:cxnSp>
        <p:nvCxnSpPr>
          <p:cNvPr id="3" name="直线连接符 48">
            <a:extLst>
              <a:ext uri="{FF2B5EF4-FFF2-40B4-BE49-F238E27FC236}">
                <a16:creationId xmlns:a16="http://schemas.microsoft.com/office/drawing/2014/main" id="{8734135B-E922-900F-3F17-9B68334E6821}"/>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3563B0F5-5090-2DCF-6AD2-EDAF01C58245}"/>
              </a:ext>
            </a:extLst>
          </p:cNvPr>
          <p:cNvSpPr txBox="1"/>
          <p:nvPr/>
        </p:nvSpPr>
        <p:spPr>
          <a:xfrm flipH="1">
            <a:off x="883931" y="2282932"/>
            <a:ext cx="7994936" cy="2999347"/>
          </a:xfrm>
          <a:prstGeom prst="rect">
            <a:avLst/>
          </a:prstGeom>
          <a:noFill/>
        </p:spPr>
        <p:txBody>
          <a:bodyPr wrap="square" rtlCol="0">
            <a:spAutoFit/>
          </a:bodyPr>
          <a:lstStyle/>
          <a:p>
            <a:pPr algn="just">
              <a:lnSpc>
                <a:spcPct val="150000"/>
              </a:lnSpc>
            </a:pPr>
            <a:r>
              <a:rPr lang="zh-CN" altLang="en-US" sz="2600" b="1" dirty="0">
                <a:solidFill>
                  <a:srgbClr val="011893"/>
                </a:solidFill>
                <a:latin typeface="KaiTi" panose="02010609060101010101" pitchFamily="49" charset="-122"/>
                <a:ea typeface="KaiTi" panose="02010609060101010101" pitchFamily="49" charset="-122"/>
              </a:rPr>
              <a:t>习题</a:t>
            </a:r>
            <a:endParaRPr lang="en-US" altLang="zh-CN" sz="2600" b="1" dirty="0">
              <a:solidFill>
                <a:srgbClr val="011893"/>
              </a:solidFill>
              <a:latin typeface="KaiTi" panose="02010609060101010101" pitchFamily="49" charset="-122"/>
              <a:ea typeface="KaiTi" panose="02010609060101010101" pitchFamily="49" charset="-122"/>
            </a:endParaRPr>
          </a:p>
          <a:p>
            <a:pPr algn="just">
              <a:lnSpc>
                <a:spcPct val="150000"/>
              </a:lnSpc>
            </a:pPr>
            <a:endParaRPr lang="en-US" altLang="zh-CN" sz="2600" b="1" dirty="0">
              <a:solidFill>
                <a:srgbClr val="011893"/>
              </a:solidFill>
              <a:latin typeface="KaiTi" panose="02010609060101010101" pitchFamily="49" charset="-122"/>
              <a:ea typeface="KaiTi" panose="02010609060101010101" pitchFamily="49" charset="-122"/>
            </a:endParaRPr>
          </a:p>
          <a:p>
            <a:pPr algn="just">
              <a:lnSpc>
                <a:spcPct val="150000"/>
              </a:lnSpc>
            </a:pPr>
            <a:r>
              <a:rPr lang="zh-CN" altLang="en-US" sz="2600" b="1" dirty="0">
                <a:solidFill>
                  <a:srgbClr val="011893"/>
                </a:solidFill>
                <a:latin typeface="KaiTi" panose="02010609060101010101" pitchFamily="49" charset="-122"/>
                <a:ea typeface="KaiTi" panose="02010609060101010101" pitchFamily="49" charset="-122"/>
              </a:rPr>
              <a:t>概率的性质：</a:t>
            </a:r>
            <a:r>
              <a:rPr lang="en-US" altLang="zh-CN" sz="2600" b="1" dirty="0">
                <a:solidFill>
                  <a:srgbClr val="011893"/>
                </a:solidFill>
                <a:latin typeface="KaiTi" panose="02010609060101010101" pitchFamily="49" charset="-122"/>
                <a:ea typeface="KaiTi" panose="02010609060101010101" pitchFamily="49" charset="-122"/>
              </a:rPr>
              <a:t>3</a:t>
            </a:r>
            <a:r>
              <a:rPr lang="zh-CN" altLang="en-US" sz="2600" b="1" dirty="0">
                <a:solidFill>
                  <a:srgbClr val="011893"/>
                </a:solidFill>
                <a:latin typeface="KaiTi" panose="02010609060101010101" pitchFamily="49" charset="-122"/>
                <a:ea typeface="KaiTi" panose="02010609060101010101" pitchFamily="49" charset="-122"/>
              </a:rPr>
              <a:t>，</a:t>
            </a:r>
            <a:r>
              <a:rPr lang="en-US" altLang="zh-CN" sz="2600" b="1" dirty="0">
                <a:solidFill>
                  <a:srgbClr val="011893"/>
                </a:solidFill>
                <a:latin typeface="KaiTi" panose="02010609060101010101" pitchFamily="49" charset="-122"/>
                <a:ea typeface="KaiTi" panose="02010609060101010101" pitchFamily="49" charset="-122"/>
              </a:rPr>
              <a:t>4</a:t>
            </a:r>
          </a:p>
          <a:p>
            <a:pPr algn="just">
              <a:lnSpc>
                <a:spcPct val="150000"/>
              </a:lnSpc>
            </a:pPr>
            <a:r>
              <a:rPr lang="zh-CN" altLang="en-US" sz="2600" b="1" dirty="0">
                <a:solidFill>
                  <a:srgbClr val="011893"/>
                </a:solidFill>
                <a:latin typeface="KaiTi" panose="02010609060101010101" pitchFamily="49" charset="-122"/>
                <a:ea typeface="KaiTi" panose="02010609060101010101" pitchFamily="49" charset="-122"/>
              </a:rPr>
              <a:t>古典概型：</a:t>
            </a:r>
            <a:r>
              <a:rPr lang="en-US" altLang="zh-CN" sz="2600" b="1" dirty="0">
                <a:solidFill>
                  <a:srgbClr val="011893"/>
                </a:solidFill>
                <a:latin typeface="KaiTi" panose="02010609060101010101" pitchFamily="49" charset="-122"/>
                <a:ea typeface="KaiTi" panose="02010609060101010101" pitchFamily="49" charset="-122"/>
              </a:rPr>
              <a:t>6,7,8,9,11,12</a:t>
            </a:r>
          </a:p>
          <a:p>
            <a:pPr algn="just">
              <a:lnSpc>
                <a:spcPct val="150000"/>
              </a:lnSpc>
            </a:pPr>
            <a:endParaRPr lang="en-US" altLang="zh-CN" sz="2600" b="1" dirty="0">
              <a:solidFill>
                <a:srgbClr val="011893"/>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584002978"/>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FAFB9A9-A38B-40DD-8CFE-E9C1126703C4}"/>
              </a:ext>
            </a:extLst>
          </p:cNvPr>
          <p:cNvPicPr>
            <a:picLocks noChangeAspect="1"/>
          </p:cNvPicPr>
          <p:nvPr/>
        </p:nvPicPr>
        <p:blipFill rotWithShape="1">
          <a:blip r:embed="rId2"/>
          <a:srcRect t="48989"/>
          <a:stretch/>
        </p:blipFill>
        <p:spPr>
          <a:xfrm>
            <a:off x="0" y="3429000"/>
            <a:ext cx="9144000" cy="2818284"/>
          </a:xfrm>
          <a:prstGeom prst="rect">
            <a:avLst/>
          </a:prstGeom>
        </p:spPr>
      </p:pic>
      <p:cxnSp>
        <p:nvCxnSpPr>
          <p:cNvPr id="2" name="直线连接符 48">
            <a:extLst>
              <a:ext uri="{FF2B5EF4-FFF2-40B4-BE49-F238E27FC236}">
                <a16:creationId xmlns:a16="http://schemas.microsoft.com/office/drawing/2014/main" id="{292D02E9-BB44-9231-86B8-061AC75D604C}"/>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DE4010D9-7BF0-A130-7BA3-E87B07F6916A}"/>
              </a:ext>
            </a:extLst>
          </p:cNvPr>
          <p:cNvSpPr txBox="1"/>
          <p:nvPr/>
        </p:nvSpPr>
        <p:spPr>
          <a:xfrm>
            <a:off x="432352" y="1175869"/>
            <a:ext cx="8279295" cy="1875513"/>
          </a:xfrm>
          <a:prstGeom prst="rect">
            <a:avLst/>
          </a:prstGeom>
          <a:noFill/>
        </p:spPr>
        <p:txBody>
          <a:bodyPr wrap="square">
            <a:spAutoFit/>
          </a:bodyPr>
          <a:lstStyle/>
          <a:p>
            <a:pPr>
              <a:lnSpc>
                <a:spcPct val="125000"/>
              </a:lnSpc>
            </a:pPr>
            <a:r>
              <a:rPr lang="zh-CN" altLang="en-US" sz="2400" b="1" dirty="0">
                <a:solidFill>
                  <a:srgbClr val="031993"/>
                </a:solidFill>
                <a:effectLst/>
                <a:latin typeface="KaiTi" panose="02010609060101010101" pitchFamily="49" charset="-122"/>
                <a:ea typeface="KaiTi" panose="02010609060101010101" pitchFamily="49" charset="-122"/>
              </a:rPr>
              <a:t>设经分析估计利率下调的概率为</a:t>
            </a:r>
            <a:r>
              <a:rPr lang="en-US" altLang="zh-CN" sz="2400" b="1" dirty="0">
                <a:solidFill>
                  <a:srgbClr val="031993"/>
                </a:solidFill>
                <a:effectLst/>
                <a:latin typeface="KaiTi" panose="02010609060101010101" pitchFamily="49" charset="-122"/>
                <a:ea typeface="KaiTi" panose="02010609060101010101" pitchFamily="49" charset="-122"/>
              </a:rPr>
              <a:t>60%</a:t>
            </a:r>
            <a:r>
              <a:rPr lang="zh-CN" altLang="en-US" sz="2400" b="1" dirty="0">
                <a:solidFill>
                  <a:srgbClr val="031993"/>
                </a:solidFill>
                <a:effectLst/>
                <a:latin typeface="KaiTi" panose="02010609060101010101" pitchFamily="49" charset="-122"/>
                <a:ea typeface="KaiTi" panose="02010609060101010101" pitchFamily="49" charset="-122"/>
              </a:rPr>
              <a:t>，利率不变的概率为</a:t>
            </a:r>
            <a:r>
              <a:rPr lang="en-US" altLang="zh-CN" sz="2400" b="1" dirty="0">
                <a:solidFill>
                  <a:srgbClr val="031993"/>
                </a:solidFill>
                <a:effectLst/>
                <a:latin typeface="KaiTi" panose="02010609060101010101" pitchFamily="49" charset="-122"/>
                <a:ea typeface="KaiTi" panose="02010609060101010101" pitchFamily="49" charset="-122"/>
              </a:rPr>
              <a:t>40%.</a:t>
            </a:r>
            <a:r>
              <a:rPr lang="zh-CN" altLang="en-US" sz="2400" b="1" dirty="0">
                <a:solidFill>
                  <a:srgbClr val="031993"/>
                </a:solidFill>
                <a:effectLst/>
                <a:latin typeface="KaiTi" panose="02010609060101010101" pitchFamily="49" charset="-122"/>
                <a:ea typeface="KaiTi" panose="02010609060101010101" pitchFamily="49" charset="-122"/>
              </a:rPr>
              <a:t>根据经验，人们估计在利率下调的情况 下，一支股票价格上涨的概率为</a:t>
            </a:r>
            <a:r>
              <a:rPr lang="en-US" altLang="zh-CN" sz="2400" b="1" dirty="0">
                <a:solidFill>
                  <a:srgbClr val="031993"/>
                </a:solidFill>
                <a:effectLst/>
                <a:latin typeface="KaiTi" panose="02010609060101010101" pitchFamily="49" charset="-122"/>
                <a:ea typeface="KaiTi" panose="02010609060101010101" pitchFamily="49" charset="-122"/>
              </a:rPr>
              <a:t>80%</a:t>
            </a:r>
            <a:r>
              <a:rPr lang="zh-CN" altLang="en-US" sz="2400" b="1" dirty="0">
                <a:solidFill>
                  <a:srgbClr val="031993"/>
                </a:solidFill>
                <a:effectLst/>
                <a:latin typeface="KaiTi" panose="02010609060101010101" pitchFamily="49" charset="-122"/>
                <a:ea typeface="KaiTi" panose="02010609060101010101" pitchFamily="49" charset="-122"/>
              </a:rPr>
              <a:t>，而 在利率不变的情況下，其价格上涨的概率为</a:t>
            </a:r>
            <a:r>
              <a:rPr lang="en-US" altLang="zh-CN" sz="2400" b="1" dirty="0">
                <a:solidFill>
                  <a:srgbClr val="031993"/>
                </a:solidFill>
                <a:effectLst/>
                <a:latin typeface="KaiTi" panose="02010609060101010101" pitchFamily="49" charset="-122"/>
                <a:ea typeface="KaiTi" panose="02010609060101010101" pitchFamily="49" charset="-122"/>
              </a:rPr>
              <a:t>40%,</a:t>
            </a:r>
            <a:r>
              <a:rPr lang="zh-CN" altLang="en-US" sz="2400" b="1" dirty="0">
                <a:solidFill>
                  <a:srgbClr val="031993"/>
                </a:solidFill>
                <a:effectLst/>
                <a:latin typeface="KaiTi" panose="02010609060101010101" pitchFamily="49" charset="-122"/>
                <a:ea typeface="KaiTi" panose="02010609060101010101" pitchFamily="49" charset="-122"/>
              </a:rPr>
              <a:t>求该支股票价格将上涨的概率</a:t>
            </a:r>
            <a:r>
              <a:rPr lang="en-US" altLang="zh-CN" sz="2400" b="1" dirty="0">
                <a:solidFill>
                  <a:srgbClr val="031993"/>
                </a:solidFill>
                <a:effectLst/>
                <a:latin typeface="KaiTi" panose="02010609060101010101" pitchFamily="49" charset="-122"/>
                <a:ea typeface="KaiTi" panose="02010609060101010101" pitchFamily="49" charset="-122"/>
              </a:rPr>
              <a:t>.</a:t>
            </a:r>
          </a:p>
        </p:txBody>
      </p:sp>
      <p:sp>
        <p:nvSpPr>
          <p:cNvPr id="4" name="学论网--www.xuelun.me">
            <a:extLst>
              <a:ext uri="{FF2B5EF4-FFF2-40B4-BE49-F238E27FC236}">
                <a16:creationId xmlns:a16="http://schemas.microsoft.com/office/drawing/2014/main" id="{C0C3FDED-6AA1-67F2-10A3-C1883D19644C}"/>
              </a:ext>
            </a:extLst>
          </p:cNvPr>
          <p:cNvSpPr/>
          <p:nvPr/>
        </p:nvSpPr>
        <p:spPr bwMode="auto">
          <a:xfrm>
            <a:off x="3201272" y="128636"/>
            <a:ext cx="2852256"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#11</a:t>
            </a:r>
          </a:p>
        </p:txBody>
      </p:sp>
    </p:spTree>
    <p:extLst>
      <p:ext uri="{BB962C8B-B14F-4D97-AF65-F5344CB8AC3E}">
        <p14:creationId xmlns:p14="http://schemas.microsoft.com/office/powerpoint/2010/main" val="2339061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4412A78-9231-451A-9E51-123F51D10284}"/>
              </a:ext>
            </a:extLst>
          </p:cNvPr>
          <p:cNvPicPr>
            <a:picLocks noChangeAspect="1"/>
          </p:cNvPicPr>
          <p:nvPr/>
        </p:nvPicPr>
        <p:blipFill rotWithShape="1">
          <a:blip r:embed="rId3"/>
          <a:srcRect r="23120" b="86737"/>
          <a:stretch/>
        </p:blipFill>
        <p:spPr>
          <a:xfrm>
            <a:off x="562401" y="3760954"/>
            <a:ext cx="6305108" cy="501023"/>
          </a:xfrm>
          <a:prstGeom prst="rect">
            <a:avLst/>
          </a:prstGeom>
        </p:spPr>
      </p:pic>
      <p:pic>
        <p:nvPicPr>
          <p:cNvPr id="8" name="图片 7">
            <a:extLst>
              <a:ext uri="{FF2B5EF4-FFF2-40B4-BE49-F238E27FC236}">
                <a16:creationId xmlns:a16="http://schemas.microsoft.com/office/drawing/2014/main" id="{601DCC3A-15B5-4BB6-AF6F-90DD7C7C9A81}"/>
              </a:ext>
            </a:extLst>
          </p:cNvPr>
          <p:cNvPicPr>
            <a:picLocks noChangeAspect="1"/>
          </p:cNvPicPr>
          <p:nvPr/>
        </p:nvPicPr>
        <p:blipFill rotWithShape="1">
          <a:blip r:embed="rId3"/>
          <a:srcRect l="8139" t="77811" b="2247"/>
          <a:stretch/>
        </p:blipFill>
        <p:spPr>
          <a:xfrm>
            <a:off x="818707" y="4355545"/>
            <a:ext cx="7964911" cy="796491"/>
          </a:xfrm>
          <a:prstGeom prst="rect">
            <a:avLst/>
          </a:prstGeom>
        </p:spPr>
      </p:pic>
      <p:cxnSp>
        <p:nvCxnSpPr>
          <p:cNvPr id="5" name="直线连接符 48">
            <a:extLst>
              <a:ext uri="{FF2B5EF4-FFF2-40B4-BE49-F238E27FC236}">
                <a16:creationId xmlns:a16="http://schemas.microsoft.com/office/drawing/2014/main" id="{BC0159A4-473C-4396-7085-8B114392DB1B}"/>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05655BFC-FF2B-8057-E935-C776AA9D4138}"/>
              </a:ext>
            </a:extLst>
          </p:cNvPr>
          <p:cNvSpPr txBox="1"/>
          <p:nvPr/>
        </p:nvSpPr>
        <p:spPr>
          <a:xfrm>
            <a:off x="688320" y="1295328"/>
            <a:ext cx="8095298" cy="2399183"/>
          </a:xfrm>
          <a:prstGeom prst="rect">
            <a:avLst/>
          </a:prstGeom>
          <a:noFill/>
        </p:spPr>
        <p:txBody>
          <a:bodyPr wrap="square">
            <a:spAutoFit/>
          </a:bodyPr>
          <a:lstStyle/>
          <a:p>
            <a:pPr>
              <a:lnSpc>
                <a:spcPct val="150000"/>
              </a:lnSpc>
            </a:pPr>
            <a:r>
              <a:rPr lang="zh-CN" altLang="en-US" sz="2600" b="1" dirty="0">
                <a:solidFill>
                  <a:srgbClr val="031993"/>
                </a:solidFill>
                <a:effectLst/>
                <a:latin typeface="KaiTi" panose="02010609060101010101" pitchFamily="49" charset="-122"/>
                <a:ea typeface="KaiTi" panose="02010609060101010101" pitchFamily="49" charset="-122"/>
              </a:rPr>
              <a:t>一盒中有</a:t>
            </a:r>
            <a:r>
              <a:rPr lang="en-US" altLang="zh-CN" sz="2600" b="1" dirty="0">
                <a:solidFill>
                  <a:srgbClr val="031993"/>
                </a:solidFill>
                <a:effectLst/>
                <a:latin typeface="KaiTi" panose="02010609060101010101" pitchFamily="49" charset="-122"/>
                <a:ea typeface="KaiTi" panose="02010609060101010101" pitchFamily="49" charset="-122"/>
              </a:rPr>
              <a:t>5</a:t>
            </a:r>
            <a:r>
              <a:rPr lang="zh-CN" altLang="en-US" sz="2600" b="1" dirty="0">
                <a:solidFill>
                  <a:srgbClr val="031993"/>
                </a:solidFill>
                <a:effectLst/>
                <a:latin typeface="KaiTi" panose="02010609060101010101" pitchFamily="49" charset="-122"/>
                <a:ea typeface="KaiTi" panose="02010609060101010101" pitchFamily="49" charset="-122"/>
              </a:rPr>
              <a:t>个红球，</a:t>
            </a:r>
            <a:r>
              <a:rPr lang="en-US" altLang="zh-CN" sz="2600" b="1" dirty="0">
                <a:solidFill>
                  <a:srgbClr val="031993"/>
                </a:solidFill>
                <a:effectLst/>
                <a:latin typeface="KaiTi" panose="02010609060101010101" pitchFamily="49" charset="-122"/>
                <a:ea typeface="KaiTi" panose="02010609060101010101" pitchFamily="49" charset="-122"/>
              </a:rPr>
              <a:t>4</a:t>
            </a:r>
            <a:r>
              <a:rPr lang="zh-CN" altLang="en-US" sz="2600" b="1" dirty="0">
                <a:solidFill>
                  <a:srgbClr val="031993"/>
                </a:solidFill>
                <a:effectLst/>
                <a:latin typeface="KaiTi" panose="02010609060101010101" pitchFamily="49" charset="-122"/>
                <a:ea typeface="KaiTi" panose="02010609060101010101" pitchFamily="49" charset="-122"/>
              </a:rPr>
              <a:t>个白球，采用不放回抽样，每次取一个，取</a:t>
            </a:r>
            <a:r>
              <a:rPr lang="en-US" altLang="zh-CN" sz="2600" b="1" dirty="0">
                <a:solidFill>
                  <a:srgbClr val="031993"/>
                </a:solidFill>
                <a:effectLst/>
                <a:latin typeface="KaiTi" panose="02010609060101010101" pitchFamily="49" charset="-122"/>
                <a:ea typeface="KaiTi" panose="02010609060101010101" pitchFamily="49" charset="-122"/>
              </a:rPr>
              <a:t>3</a:t>
            </a:r>
            <a:r>
              <a:rPr lang="zh-CN" altLang="en-US" sz="2600" b="1" dirty="0">
                <a:solidFill>
                  <a:srgbClr val="031993"/>
                </a:solidFill>
                <a:effectLst/>
                <a:latin typeface="KaiTi" panose="02010609060101010101" pitchFamily="49" charset="-122"/>
                <a:ea typeface="KaiTi" panose="02010609060101010101" pitchFamily="49" charset="-122"/>
              </a:rPr>
              <a:t>次。</a:t>
            </a:r>
            <a:endParaRPr lang="en-US" altLang="zh-CN" sz="2600" b="1" dirty="0">
              <a:solidFill>
                <a:srgbClr val="031993"/>
              </a:solidFill>
              <a:effectLst/>
              <a:latin typeface="KaiTi" panose="02010609060101010101" pitchFamily="49" charset="-122"/>
              <a:ea typeface="KaiTi" panose="02010609060101010101" pitchFamily="49" charset="-122"/>
            </a:endParaRPr>
          </a:p>
          <a:p>
            <a:pPr>
              <a:lnSpc>
                <a:spcPct val="150000"/>
              </a:lnSpc>
            </a:pPr>
            <a:r>
              <a:rPr lang="zh-CN" altLang="en-US" sz="2600" b="1" u="sng" dirty="0">
                <a:solidFill>
                  <a:srgbClr val="031993"/>
                </a:solidFill>
                <a:effectLst/>
                <a:latin typeface="KaiTi" panose="02010609060101010101" pitchFamily="49" charset="-122"/>
                <a:ea typeface="KaiTi" panose="02010609060101010101" pitchFamily="49" charset="-122"/>
              </a:rPr>
              <a:t>（</a:t>
            </a:r>
            <a:r>
              <a:rPr lang="en-US" altLang="zh-CN" sz="2600" b="1" u="sng" dirty="0">
                <a:solidFill>
                  <a:srgbClr val="031993"/>
                </a:solidFill>
                <a:effectLst/>
                <a:latin typeface="KaiTi" panose="02010609060101010101" pitchFamily="49" charset="-122"/>
                <a:ea typeface="KaiTi" panose="02010609060101010101" pitchFamily="49" charset="-122"/>
              </a:rPr>
              <a:t>1</a:t>
            </a:r>
            <a:r>
              <a:rPr lang="zh-CN" altLang="en-US" sz="2600" b="1" u="sng" dirty="0">
                <a:solidFill>
                  <a:srgbClr val="031993"/>
                </a:solidFill>
                <a:effectLst/>
                <a:latin typeface="KaiTi" panose="02010609060101010101" pitchFamily="49" charset="-122"/>
                <a:ea typeface="KaiTi" panose="02010609060101010101" pitchFamily="49" charset="-122"/>
              </a:rPr>
              <a:t>）计算第</a:t>
            </a:r>
            <a:r>
              <a:rPr lang="en-US" altLang="zh-CN" sz="2600" b="1" u="sng" dirty="0">
                <a:solidFill>
                  <a:srgbClr val="031993"/>
                </a:solidFill>
                <a:effectLst/>
                <a:latin typeface="KaiTi" panose="02010609060101010101" pitchFamily="49" charset="-122"/>
                <a:ea typeface="KaiTi" panose="02010609060101010101" pitchFamily="49" charset="-122"/>
              </a:rPr>
              <a:t>1</a:t>
            </a:r>
            <a:r>
              <a:rPr lang="zh-CN" altLang="en-US" sz="2600" b="1" u="sng" dirty="0">
                <a:solidFill>
                  <a:srgbClr val="031993"/>
                </a:solidFill>
                <a:effectLst/>
                <a:latin typeface="KaiTi" panose="02010609060101010101" pitchFamily="49" charset="-122"/>
                <a:ea typeface="KaiTi" panose="02010609060101010101" pitchFamily="49" charset="-122"/>
              </a:rPr>
              <a:t>，</a:t>
            </a:r>
            <a:r>
              <a:rPr lang="en-US" altLang="zh-CN" sz="2600" b="1" u="sng" dirty="0">
                <a:solidFill>
                  <a:srgbClr val="031993"/>
                </a:solidFill>
                <a:effectLst/>
                <a:latin typeface="KaiTi" panose="02010609060101010101" pitchFamily="49" charset="-122"/>
                <a:ea typeface="KaiTi" panose="02010609060101010101" pitchFamily="49" charset="-122"/>
              </a:rPr>
              <a:t>2</a:t>
            </a:r>
            <a:r>
              <a:rPr lang="zh-CN" altLang="en-US" sz="2600" b="1" u="sng" dirty="0">
                <a:solidFill>
                  <a:srgbClr val="031993"/>
                </a:solidFill>
                <a:effectLst/>
                <a:latin typeface="KaiTi" panose="02010609060101010101" pitchFamily="49" charset="-122"/>
                <a:ea typeface="KaiTi" panose="02010609060101010101" pitchFamily="49" charset="-122"/>
              </a:rPr>
              <a:t>次取到红球第</a:t>
            </a:r>
            <a:r>
              <a:rPr lang="en-US" altLang="zh-CN" sz="2600" b="1" u="sng" dirty="0">
                <a:solidFill>
                  <a:srgbClr val="031993"/>
                </a:solidFill>
                <a:effectLst/>
                <a:latin typeface="KaiTi" panose="02010609060101010101" pitchFamily="49" charset="-122"/>
                <a:ea typeface="KaiTi" panose="02010609060101010101" pitchFamily="49" charset="-122"/>
              </a:rPr>
              <a:t>3</a:t>
            </a:r>
            <a:r>
              <a:rPr lang="zh-CN" altLang="en-US" sz="2600" b="1" u="sng" dirty="0">
                <a:solidFill>
                  <a:srgbClr val="031993"/>
                </a:solidFill>
                <a:effectLst/>
                <a:latin typeface="KaiTi" panose="02010609060101010101" pitchFamily="49" charset="-122"/>
                <a:ea typeface="KaiTi" panose="02010609060101010101" pitchFamily="49" charset="-122"/>
              </a:rPr>
              <a:t>次取到白球的概率。</a:t>
            </a:r>
          </a:p>
          <a:p>
            <a:pPr>
              <a:lnSpc>
                <a:spcPct val="150000"/>
              </a:lnSpc>
            </a:pPr>
            <a:endParaRPr lang="zh-CN" altLang="en-US" sz="2600" b="1" dirty="0">
              <a:solidFill>
                <a:srgbClr val="031993"/>
              </a:solidFill>
              <a:effectLst/>
              <a:latin typeface="KaiTi" panose="02010609060101010101" pitchFamily="49" charset="-122"/>
              <a:ea typeface="KaiTi" panose="02010609060101010101" pitchFamily="49" charset="-122"/>
            </a:endParaRPr>
          </a:p>
        </p:txBody>
      </p:sp>
      <p:sp>
        <p:nvSpPr>
          <p:cNvPr id="2" name="学论网--www.xuelun.me">
            <a:extLst>
              <a:ext uri="{FF2B5EF4-FFF2-40B4-BE49-F238E27FC236}">
                <a16:creationId xmlns:a16="http://schemas.microsoft.com/office/drawing/2014/main" id="{3227B9BE-1746-A0B0-5512-78CC1B444EA7}"/>
              </a:ext>
            </a:extLst>
          </p:cNvPr>
          <p:cNvSpPr/>
          <p:nvPr/>
        </p:nvSpPr>
        <p:spPr bwMode="auto">
          <a:xfrm>
            <a:off x="3201272" y="128636"/>
            <a:ext cx="3262624"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#12-1</a:t>
            </a:r>
          </a:p>
        </p:txBody>
      </p:sp>
    </p:spTree>
    <p:extLst>
      <p:ext uri="{BB962C8B-B14F-4D97-AF65-F5344CB8AC3E}">
        <p14:creationId xmlns:p14="http://schemas.microsoft.com/office/powerpoint/2010/main" val="4515880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FCADC41-ABF0-4C78-B133-1095E8B0E417}"/>
              </a:ext>
            </a:extLst>
          </p:cNvPr>
          <p:cNvPicPr>
            <a:picLocks noChangeAspect="1"/>
          </p:cNvPicPr>
          <p:nvPr/>
        </p:nvPicPr>
        <p:blipFill rotWithShape="1">
          <a:blip r:embed="rId2"/>
          <a:srcRect r="15271" b="76885"/>
          <a:stretch/>
        </p:blipFill>
        <p:spPr>
          <a:xfrm>
            <a:off x="510360" y="3683461"/>
            <a:ext cx="7747591" cy="973598"/>
          </a:xfrm>
          <a:prstGeom prst="rect">
            <a:avLst/>
          </a:prstGeom>
        </p:spPr>
      </p:pic>
      <p:pic>
        <p:nvPicPr>
          <p:cNvPr id="5" name="图片 4">
            <a:extLst>
              <a:ext uri="{FF2B5EF4-FFF2-40B4-BE49-F238E27FC236}">
                <a16:creationId xmlns:a16="http://schemas.microsoft.com/office/drawing/2014/main" id="{C3040AC5-1851-462C-90D8-F0954E31D5C4}"/>
              </a:ext>
            </a:extLst>
          </p:cNvPr>
          <p:cNvPicPr>
            <a:picLocks noChangeAspect="1"/>
          </p:cNvPicPr>
          <p:nvPr/>
        </p:nvPicPr>
        <p:blipFill rotWithShape="1">
          <a:blip r:embed="rId2"/>
          <a:srcRect l="6822" t="36115" b="46087"/>
          <a:stretch/>
        </p:blipFill>
        <p:spPr>
          <a:xfrm>
            <a:off x="652129" y="5098405"/>
            <a:ext cx="8520223" cy="749664"/>
          </a:xfrm>
          <a:prstGeom prst="rect">
            <a:avLst/>
          </a:prstGeom>
        </p:spPr>
      </p:pic>
      <p:cxnSp>
        <p:nvCxnSpPr>
          <p:cNvPr id="2" name="直线连接符 48">
            <a:extLst>
              <a:ext uri="{FF2B5EF4-FFF2-40B4-BE49-F238E27FC236}">
                <a16:creationId xmlns:a16="http://schemas.microsoft.com/office/drawing/2014/main" id="{A4EB16D2-D391-4B43-1050-9E02C2B77B15}"/>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49F42F79-752C-08A6-9EAA-D0FE6F697E3E}"/>
              </a:ext>
            </a:extLst>
          </p:cNvPr>
          <p:cNvSpPr txBox="1"/>
          <p:nvPr/>
        </p:nvSpPr>
        <p:spPr>
          <a:xfrm>
            <a:off x="687600" y="1296000"/>
            <a:ext cx="8041055" cy="1816844"/>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一盒中有</a:t>
            </a:r>
            <a:r>
              <a:rPr kumimoji="0" lang="en-US" altLang="zh-CN"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5</a:t>
            </a:r>
            <a:r>
              <a:rPr kumimoji="0" lang="zh-CN" altLang="en-US"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个红球，</a:t>
            </a:r>
            <a:r>
              <a:rPr kumimoji="0" lang="en-US" altLang="zh-CN"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4</a:t>
            </a:r>
            <a:r>
              <a:rPr kumimoji="0" lang="zh-CN" altLang="en-US"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个白球，采用不放回抽样，每次取一个，取</a:t>
            </a:r>
            <a:r>
              <a:rPr kumimoji="0" lang="en-US" altLang="zh-CN"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3</a:t>
            </a:r>
            <a:r>
              <a:rPr kumimoji="0" lang="zh-CN" altLang="en-US"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次。</a:t>
            </a:r>
            <a:endParaRPr kumimoji="0" lang="en-US" altLang="zh-CN" sz="2600" b="1" i="0" u="none"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600" b="1" i="0" u="sng"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a:t>
            </a:r>
            <a:r>
              <a:rPr kumimoji="0" lang="en-US" altLang="zh-CN" sz="2600" b="1" i="0" u="sng"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2</a:t>
            </a:r>
            <a:r>
              <a:rPr kumimoji="0" lang="zh-CN" altLang="en-US" sz="2600" b="1" i="0" u="sng" strike="noStrike" kern="1200" cap="none" spc="0" normalizeH="0" baseline="0" noProof="0" dirty="0">
                <a:ln>
                  <a:noFill/>
                </a:ln>
                <a:solidFill>
                  <a:srgbClr val="031993"/>
                </a:solidFill>
                <a:effectLst/>
                <a:uLnTx/>
                <a:uFillTx/>
                <a:latin typeface="KaiTi" panose="02010609060101010101" pitchFamily="49" charset="-122"/>
                <a:ea typeface="KaiTi" panose="02010609060101010101" pitchFamily="49" charset="-122"/>
                <a:cs typeface="+mn-cs"/>
              </a:rPr>
              <a:t>）计算前两次中至少有一次取到红球的概率</a:t>
            </a:r>
            <a:endParaRPr lang="zh-CN" altLang="en-US" u="sng" dirty="0"/>
          </a:p>
        </p:txBody>
      </p:sp>
      <p:sp>
        <p:nvSpPr>
          <p:cNvPr id="3" name="学论网--www.xuelun.me">
            <a:extLst>
              <a:ext uri="{FF2B5EF4-FFF2-40B4-BE49-F238E27FC236}">
                <a16:creationId xmlns:a16="http://schemas.microsoft.com/office/drawing/2014/main" id="{2DE4DA09-25B7-8720-14FB-1B4F29D8CC35}"/>
              </a:ext>
            </a:extLst>
          </p:cNvPr>
          <p:cNvSpPr/>
          <p:nvPr/>
        </p:nvSpPr>
        <p:spPr bwMode="auto">
          <a:xfrm>
            <a:off x="3201272" y="128636"/>
            <a:ext cx="3288080" cy="646331"/>
          </a:xfrm>
          <a:prstGeom prst="rect">
            <a:avLst/>
          </a:prstGeom>
        </p:spPr>
        <p:txBody>
          <a:bodyPr wrap="none">
            <a:spAutoFit/>
          </a:bodyPr>
          <a:lstStyle/>
          <a:p>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Practice</a:t>
            </a:r>
            <a:r>
              <a:rPr lang="zh-CN" altLang="en-US" sz="3600" b="1" dirty="0">
                <a:solidFill>
                  <a:srgbClr val="C00000"/>
                </a:solidFill>
                <a:latin typeface="Arial" panose="020B0604020202020204" pitchFamily="34" charset="0"/>
                <a:ea typeface="KaiTi" panose="02010609060101010101" pitchFamily="49" charset="-122"/>
                <a:cs typeface="Arial" panose="020B0604020202020204" pitchFamily="34" charset="0"/>
              </a:rPr>
              <a:t> </a:t>
            </a:r>
            <a:r>
              <a:rPr lang="en-US" altLang="zh-CN" sz="3600" b="1" dirty="0">
                <a:solidFill>
                  <a:srgbClr val="C00000"/>
                </a:solidFill>
                <a:latin typeface="Arial" panose="020B0604020202020204" pitchFamily="34" charset="0"/>
                <a:ea typeface="KaiTi" panose="02010609060101010101" pitchFamily="49" charset="-122"/>
                <a:cs typeface="Arial" panose="020B0604020202020204" pitchFamily="34" charset="0"/>
              </a:rPr>
              <a:t>#12-2</a:t>
            </a:r>
          </a:p>
        </p:txBody>
      </p:sp>
    </p:spTree>
    <p:extLst>
      <p:ext uri="{BB962C8B-B14F-4D97-AF65-F5344CB8AC3E}">
        <p14:creationId xmlns:p14="http://schemas.microsoft.com/office/powerpoint/2010/main" val="12048555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B2EC39D-B05C-4168-A9C1-3882D838915B}"/>
              </a:ext>
            </a:extLst>
          </p:cNvPr>
          <p:cNvSpPr txBox="1"/>
          <p:nvPr/>
        </p:nvSpPr>
        <p:spPr>
          <a:xfrm>
            <a:off x="482600" y="1742780"/>
            <a:ext cx="8178800" cy="4616648"/>
          </a:xfrm>
          <a:prstGeom prst="rect">
            <a:avLst/>
          </a:prstGeom>
          <a:noFill/>
        </p:spPr>
        <p:txBody>
          <a:bodyPr wrap="square">
            <a:spAutoFit/>
          </a:bodyPr>
          <a:lstStyle/>
          <a:p>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一个袋子中有</a:t>
            </a:r>
            <a:r>
              <a:rPr lang="en-US" altLang="zh-CN"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10</a:t>
            </a: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个球，其中</a:t>
            </a:r>
            <a:r>
              <a:rPr lang="en-US" altLang="zh-CN"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个黑球，</a:t>
            </a:r>
            <a:r>
              <a:rPr lang="en-US" altLang="zh-CN"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7</a:t>
            </a: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个白球，先后两次从袋子中各取一球（不放回），如果观察到第二次取到的是黑球，求第一次取到的是黑球的概率。</a:t>
            </a:r>
            <a:endParaRPr lang="en-US" altLang="zh-CN"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1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zh-CN" altLang="en-US" sz="21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将 “第二次取到的是黑球”这一事件分解为在两种情况下发生，利用全概率公式，得到“第二次取到的是黑球”的概率。</a:t>
            </a:r>
            <a:endParaRPr lang="en-US" altLang="zh-CN" sz="21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1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现在问题是，</a:t>
            </a:r>
            <a:r>
              <a:rPr lang="zh-CN" altLang="en-US" sz="2100"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假设已经观察到“第二次取到的是黑球”，但是不知道是在第一次取到的球为黑球的情况下第二次取到的是黑球，还是在第一次取到的是白球的情况下第二次取到的是黑球</a:t>
            </a:r>
            <a:r>
              <a:rPr lang="zh-CN" altLang="en-US" sz="2100" b="1" dirty="0">
                <a:solidFill>
                  <a:srgbClr val="031993"/>
                </a:solidFill>
                <a:latin typeface="Times New Roman" panose="02020603050405020304" pitchFamily="18" charset="0"/>
                <a:ea typeface="楷体" panose="02010609060101010101" pitchFamily="49" charset="-122"/>
                <a:cs typeface="Times New Roman" panose="02020603050405020304" pitchFamily="18" charset="0"/>
              </a:rPr>
              <a:t>，要求“第一次取到的是黑球”这种情况发生的概率。</a:t>
            </a:r>
            <a:endParaRPr lang="en-US" altLang="zh-CN" sz="2100" b="1" dirty="0">
              <a:solidFill>
                <a:srgbClr val="031993"/>
              </a:solidFill>
            </a:endParaRPr>
          </a:p>
          <a:p>
            <a:endParaRPr lang="en-US" altLang="zh-CN" sz="2100" b="1" dirty="0"/>
          </a:p>
        </p:txBody>
      </p:sp>
      <p:cxnSp>
        <p:nvCxnSpPr>
          <p:cNvPr id="2" name="直线连接符 48">
            <a:extLst>
              <a:ext uri="{FF2B5EF4-FFF2-40B4-BE49-F238E27FC236}">
                <a16:creationId xmlns:a16="http://schemas.microsoft.com/office/drawing/2014/main" id="{4EFDC4E4-028A-F314-9C12-D2A2CDE73046}"/>
              </a:ext>
            </a:extLst>
          </p:cNvPr>
          <p:cNvCxnSpPr/>
          <p:nvPr/>
        </p:nvCxnSpPr>
        <p:spPr>
          <a:xfrm>
            <a:off x="0" y="931136"/>
            <a:ext cx="91440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学论网--www.xuelun.me">
            <a:extLst>
              <a:ext uri="{FF2B5EF4-FFF2-40B4-BE49-F238E27FC236}">
                <a16:creationId xmlns:a16="http://schemas.microsoft.com/office/drawing/2014/main" id="{925486A8-10DF-8742-3383-E46865C1709D}"/>
              </a:ext>
            </a:extLst>
          </p:cNvPr>
          <p:cNvSpPr/>
          <p:nvPr/>
        </p:nvSpPr>
        <p:spPr bwMode="auto">
          <a:xfrm>
            <a:off x="3321497" y="218363"/>
            <a:ext cx="2501006" cy="646331"/>
          </a:xfrm>
          <a:prstGeom prst="rect">
            <a:avLst/>
          </a:prstGeom>
        </p:spPr>
        <p:txBody>
          <a:bodyPr wrap="none">
            <a:spAutoFit/>
          </a:bodyPr>
          <a:lstStyle/>
          <a:p>
            <a:r>
              <a:rPr lang="zh-CN" altLang="en-US" sz="3600" b="1" dirty="0">
                <a:solidFill>
                  <a:srgbClr val="C00000"/>
                </a:solidFill>
                <a:latin typeface="KaiTi" panose="02010609060101010101" pitchFamily="49" charset="-122"/>
                <a:ea typeface="KaiTi" panose="02010609060101010101" pitchFamily="49" charset="-122"/>
              </a:rPr>
              <a:t>贝叶斯公式</a:t>
            </a:r>
            <a:endParaRPr lang="en-US" altLang="zh-CN" sz="3600" b="1" dirty="0">
              <a:solidFill>
                <a:srgbClr val="C0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807054333"/>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HASREMARK" val="True"/>
  <p:tag name="PROBLEMSCORE" val="1.0"/>
  <p:tag name="PROBLEMBLANK" val="[{&quot;num&quot;:1,&quot;caseSensitive&quot;:false,&quot;fuzzyMatch&quot;:false,&quot;Score&quot;:1.0,&quot;answers&quot;:[&quot;0.1&quot;]}]"/>
  <p:tag name="PROBLEMREMARK" val="𝑃 𝐴∪𝐵 =𝑃 𝐴 +𝑃 𝐵 −𝑃 𝐴𝐵 , &#10;&#10;𝑃 𝐴𝐵 =0.1&#10;&#10;𝑃 𝐴 𝐵  =𝑃 𝐴−𝐵 =𝑃 𝐴 −𝑃 𝐴𝐵 =0.1"/>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30.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1.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32.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1.0,&quot;answers&quot;:[&quot;0.6&quot;]},{&quot;num&quot;:2,&quot;caseSensitive&quot;:false,&quot;fuzzyMatch&quot;:false,&quot;Score&quot;:1.0,&quot;answers&quot;:[&quot;0.3&quo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0.xml><?xml version="1.0" encoding="utf-8"?>
<p:tagLst xmlns:a="http://schemas.openxmlformats.org/drawingml/2006/main" xmlns:r="http://schemas.openxmlformats.org/officeDocument/2006/relationships" xmlns:p="http://schemas.openxmlformats.org/presentationml/2006/main">
  <p:tag name="RAINPROBLEM" val="ProblemBody"/>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仓耳今楷05-6763 W05"/>
        <a:cs typeface=""/>
      </a:majorFont>
      <a:minorFont>
        <a:latin typeface="Times New Roman"/>
        <a:ea typeface="仓耳今楷05-6763 W03"/>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仓耳今楷05-6763 W05"/>
        <a:cs typeface=""/>
      </a:majorFont>
      <a:minorFont>
        <a:latin typeface="Times New Roman"/>
        <a:ea typeface="仓耳今楷05-6763 W03"/>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仓耳今楷05-6763 W05"/>
        <a:cs typeface=""/>
      </a:majorFont>
      <a:minorFont>
        <a:latin typeface="Times New Roman"/>
        <a:ea typeface="仓耳今楷05-6763 W03"/>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4218</TotalTime>
  <Words>4190</Words>
  <Application>Microsoft Office PowerPoint</Application>
  <PresentationFormat>全屏显示(4:3)</PresentationFormat>
  <Paragraphs>285</Paragraphs>
  <Slides>45</Slides>
  <Notes>5</Notes>
  <HiddenSlides>1</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5" baseType="lpstr">
      <vt:lpstr>KaiTi</vt:lpstr>
      <vt:lpstr>Microsoft Yahei</vt:lpstr>
      <vt:lpstr>仓耳今楷05-6763 W03</vt:lpstr>
      <vt:lpstr>楷体</vt:lpstr>
      <vt:lpstr>Arial</vt:lpstr>
      <vt:lpstr>Cambria Math</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答辩2</dc:title>
  <dc:creator>熊猫哒哒</dc:creator>
  <cp:lastModifiedBy>201</cp:lastModifiedBy>
  <cp:revision>215</cp:revision>
  <dcterms:created xsi:type="dcterms:W3CDTF">2017-03-23T12:42:00Z</dcterms:created>
  <dcterms:modified xsi:type="dcterms:W3CDTF">2023-02-28T01:41:09Z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2052-10.1.0.7697</vt:lpwstr>
  </property>
</Properties>
</file>