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ink/ink1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9"/>
  </p:handoutMasterIdLst>
  <p:sldIdLst>
    <p:sldId id="366" r:id="rId3"/>
    <p:sldId id="273" r:id="rId5"/>
    <p:sldId id="1801" r:id="rId6"/>
    <p:sldId id="274" r:id="rId7"/>
    <p:sldId id="277" r:id="rId8"/>
    <p:sldId id="1792" r:id="rId9"/>
    <p:sldId id="1802" r:id="rId10"/>
    <p:sldId id="275" r:id="rId11"/>
    <p:sldId id="276" r:id="rId12"/>
    <p:sldId id="279" r:id="rId13"/>
    <p:sldId id="1797" r:id="rId14"/>
    <p:sldId id="388" r:id="rId15"/>
    <p:sldId id="280" r:id="rId16"/>
    <p:sldId id="1803" r:id="rId17"/>
    <p:sldId id="420" r:id="rId18"/>
    <p:sldId id="410" r:id="rId19"/>
    <p:sldId id="419" r:id="rId20"/>
    <p:sldId id="1804" r:id="rId21"/>
    <p:sldId id="1794" r:id="rId22"/>
    <p:sldId id="1795" r:id="rId23"/>
    <p:sldId id="257" r:id="rId24"/>
    <p:sldId id="259" r:id="rId25"/>
    <p:sldId id="1799" r:id="rId26"/>
    <p:sldId id="256" r:id="rId27"/>
    <p:sldId id="1793" r:id="rId28"/>
  </p:sldIdLst>
  <p:sldSz cx="9144000" cy="6858000" type="screen4x3"/>
  <p:notesSz cx="6858000" cy="9144000"/>
  <p:custDataLst>
    <p:tags r:id="rId3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87" userDrawn="1">
          <p15:clr>
            <a:srgbClr val="A4A3A4"/>
          </p15:clr>
        </p15:guide>
        <p15:guide id="2" pos="249" userDrawn="1">
          <p15:clr>
            <a:srgbClr val="A4A3A4"/>
          </p15:clr>
        </p15:guide>
        <p15:guide id="3" pos="2880" userDrawn="1">
          <p15:clr>
            <a:srgbClr val="A4A3A4"/>
          </p15:clr>
        </p15:guide>
        <p15:guide id="4" pos="5498" userDrawn="1">
          <p15:clr>
            <a:srgbClr val="A4A3A4"/>
          </p15:clr>
        </p15:guide>
        <p15:guide id="5" orient="horz" pos="1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DFFFF"/>
    <a:srgbClr val="FFFF9A"/>
    <a:srgbClr val="011893"/>
    <a:srgbClr val="0000FF"/>
    <a:srgbClr val="005493"/>
    <a:srgbClr val="00377A"/>
    <a:srgbClr val="024421"/>
    <a:srgbClr val="4A66AC"/>
    <a:srgbClr val="7F8FA9"/>
    <a:srgbClr val="6679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27" autoAdjust="0"/>
    <p:restoredTop sz="82109"/>
  </p:normalViewPr>
  <p:slideViewPr>
    <p:cSldViewPr snapToGrid="0" showGuides="1">
      <p:cViewPr varScale="1">
        <p:scale>
          <a:sx n="99" d="100"/>
          <a:sy n="99" d="100"/>
        </p:scale>
        <p:origin x="1248" y="184"/>
      </p:cViewPr>
      <p:guideLst>
        <p:guide orient="horz" pos="4187"/>
        <p:guide pos="249"/>
        <p:guide pos="2880"/>
        <p:guide pos="5498"/>
        <p:guide orient="horz" pos="12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3936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tags" Target="tags/tag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handoutMaster" Target="handoutMasters/handoutMaster1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104E6C-E239-463E-8626-EC908DC62E17}" type="datetimeFigureOut">
              <a:rPr lang="zh-CN" altLang="en-US" smtClean="0">
                <a:ea typeface="楷体" panose="02010609060101010101" pitchFamily="49" charset="-122"/>
              </a:rPr>
            </a:fld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2A9078-2765-408F-9FA9-F17D486240E1}" type="slidenum">
              <a:rPr lang="zh-CN" altLang="en-US" smtClean="0">
                <a:ea typeface="楷体" panose="02010609060101010101" pitchFamily="49" charset="-122"/>
              </a:rPr>
            </a:fld>
            <a:endParaRPr lang="zh-CN" altLang="en-US" dirty="0">
              <a:ea typeface="楷体" panose="02010609060101010101" pitchFamily="49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" min="-2" units="cm"/>
          <inkml:channel name="Y" type="integer" max="2" min="-2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4T14:07:3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4858 1457 16383,'-2'19'0,"2"-1"0,0-7 0,0 5 0,0-9 0,-3 6 0,2-3 0,-2 0 0,0 6 0,2-8 0,-2 5 0,0-3 0,-1 0 0,1 0 0,-3-1 0,2 1 0,-2 0 0,-1 0 0,1 0 0,-1-1 0,0-1 0,1 5 0,-4 0 0,2-1 0,-5 11 0,-1-7 0,3 2 0,-5-2 0,8-3 0,-5-1 0,6 1 0,-7 0 0,4-2 0,-4 3 0,4-4 0,0-3 0,3 5 0,0-7 0,1 7 0,-1-6 0,4 2 0,-3 4 0,5-2 0,-5 1 0,6 1 0,-3-5 0,3 6 0,0-3 0,3 0 0,6 0 0,-1-7 0,7-3 0,-7-3 0,4-1 0,-5-2 0,6 3 0,-2-1 0,0-5 0,5 8 0,-8-8 0,5 8 0,-3-5 0,1 6 0,-1-3 0,13-1 0,-14 4 0,13-6 0,-14 8 0,1-4 0,4 13 0,-8-6 0,6 5 0,-10 2 0,2-7 0,0 10 0,-2-5 0,2 0 0,-3 3 0,0-2 0,0 2 0,0-2 0,0 1 0,0-2 0,-3 0 0,2 3 0,-2-3 0,3 0 0,-3 3 0,-1-3 0,-2 0 0,-1 3 0,0 1 0,0 5 0,-7 9 0,2 3 0,-10-4 0,7 1 0,3-16 0,-1 8 0,12-12 0,-8 2 0,32-22 0,-17 8 0,22-8 0,-25 16 0,3 5 0,-2 2 0,2-1 0,1 6 0,0-5 0,-1 9 0,-2-5 0,2-1 0,-5-4 0,5 0 0,-6 3 0,3-2 0,-3 5 0,3-9 0,1 6 0,-1-3 0,0 0 0,0 3 0,-2-6 0,2 5 0,-3-1 0,0-1 0,0 2 0,0-2 0,0 1 0,0 4 0,0-3 0,3 5 0,-2-7 0,-1 0 0,-7-1 0,-7-1 0,-4 2 0,-19-3 0,1-6 0,-9 2 0,-8-14 0,21 6 0,-25-10 0,28 10 0,-5-2 0,10 10 0,10-3 0,0 4 0,2-4 0,2 0 0,-1 0 0,-4 0 0,-7 3 0,2-2 0,-11 2 0,13 0 0,-4 1 0,-2 4 0,2-4 0,-1 2 0,-4-5 0,-3 6 0,2-6 0,-8 5 0,2-5 0,13 5 0,-14-2 0,23 0 0,-19 2 0,18-5 0,-23 6 0,26-6 0,-20 5 0,12-2 0,-1 0 0,-9 3 0,13-6 0,-9 3 0,7-2 0,-1 2 0,-2 0 0,-2-1 0,1 0 0,-1-2 0,2 2 0,-1 0 0,6-2 0,-8 6 0,5-7 0,2 4 0,-7-4 0,9 3 0,-7-2 0,6 2 0,2 0 0,0-3 0,-1 3 0,0-3 0,-2 0 0,8 3 0,-4-5 0,2 4 0,-4-5 0,-6 3 0,0 0 0,-16-3 0,4-1 0,-9-1 0,14 2 0,-8 3 0,8 0 0,-10-3 0,6 2 0,5-3 0,5 4 0,10 0 0,-5 0 0,6-3 0,0 3 0,-3-3 0,3 3 0,-3 0 0,3 0 0,-6 0 0,-2 0 0,3-3 0,-15 2 0,6-5 0,-13 2 0,3 0 0,6-3 0,6 6 0,6-5 0,-1 6 0,-4-10 0,-1 9 0,-2-9 0,9 10 0,-4-3 0,5 3 0,-7 0 0,3 0 0,1 0 0,4 0 0,2 0 0,-1 0 0,-2 0 0,0 0 0,-6 0 0,9 0 0,-8 0 0,8 3 0,-16-3 0,8 3 0,-6-3 0,1 0 0,6 0 0,-14-3 0,6 2 0,3-2 0,-1 3 0,13 0 0,-18 0 0,2 0 0,-14 0 0,7 0 0,-2 0 0,14 0 0,-5 3 0,5-2 0,-7 2 0,1-3 0,-5 0 0,4 0 0,0 0 0,8 3 0,1-2 0,6 2 0,-9 0 0,4-2 0,-2 5 0,1-5 0,-1 2 0,-5-3 0,-2 0 0,-5 4 0,3 0 0,-6-4 0,7 0 0,3-5 0,-1 2 0,2 3 0,5 0 0,-8 0 0,13 0 0,-9-3 0,0 2 0,-5-5 0,3 5 0,-6-3 0,14 7 0,-5-2 0,5 2 0,-7-3 0,0 0 0,-7 0 0,10 3 0,-15-2 0,13 6 0,-16-7 0,14 7 0,-2-6 0,3 2 0,-3-3 0,-2-3 0,1 2 0,5-2 0,7 3 0,0-3 0,-6 2 0,8-2 0,-16 3 0,13 0 0,-7 3 0,1-2 0,2 2 0,-9-6 0,12 2 0,-9-2 0,11 0 0,0 2 0,-3-2 0,6 3 0,-3 0 0,7 0 0,-5-3 0,7 2 0,-8-1 0,6 2 0,-3 0 0,3-3 0,-6 2 0,8-2 0,-8 3 0,6 0 0,-1 0 0,-1-3 0,5 2 0,-6-2 0,3 3 0,0-3 0,-3 0 0,6-1 0,-5 1 0,4-3 0,2-1 0,3-6 0,0 3 0,-1-6 0,0 8 0,1-5 0,0 3 0,2 3 0,-4-5 0,4 1 0,-2 1 0,3-2 0,-3 2 0,2-1 0,-2-1 0,0 2 0,3-1 0,-3-1 0,3 2 0,0-4 0,0 1 0,0-1 0,-3-2 0,2 2 0,-2-6 0,3 2 0,-3-2 0,2 2 0,-2 5 0,3 0 0,0 2 0,0 1 0,0-3 0,0 6 0,0-6 0,-3 3 0,2 0 0,-2-2 0,3 1 0,0 1 0,3-2 0,-2 1 0,2-2 0,-3 3 0,0-2 0,0 1 0,0-2 0,0 0 0,3 0 0,-3-4 0,3 3 0,-3-2 0,0 3 0,0-7 0,0 8 0,0-6 0,0 8 0,3-7 0,-2 3 0,5-12 0,-5 7 0,2-5 0,0 1 0,-2 1 0,5-17 0,-5 8 0,2-11 0,-3 16 0,3-6 0,1 8 0,0-1 0,-1 1 0,-3 9 0,0-7 0,0 10 0,0-7 0,3 6 0,-3 0 0,3-3 0,-3 2 0,0-6 0,0 3 0,0-10 0,0 8 0,0-11 0,0 8 0,4-13 0,-3 5 0,2-2 0,-6 2 0,2 7 0,-2-7 0,3 4 0,0-3 0,0 7 0,0 2 0,0-1 0,0-1 0,0-3 0,0-13 0,0 2 0,3-4 0,-2 3 0,2 6 0,0 8 0,-2-3 0,2 11 0,0-11 0,-3 7 0,3-5 0,0 4 0,1 3 0,2 0 0,-2-2 0,-1 5 0,0-6 0,-2 6 0,4 1 0,-4-3 0,2 8 0,0-8 0,-2 6 0,2-3 0,0 3 0,-3-6 0,3 6 0,-3-7 0,0 7 0,3-2 0,1 4 0,-1-14 0,0 6 0,0-8 0,-2 10 0,2 4 0,3 4 0,2-1 0,2 1 0,6-1 0,-2 0 0,3 4 0,-1 0 0,-5 3 0,-1 0 0,3 0 0,-5 0 0,5 0 0,-4-3 0,1 2 0,4-2 0,-4 3 0,2 0 0,2 0 0,-3-3 0,2 3 0,-4-6 0,-1 5 0,4-5 0,1 6 0,1-9 0,-1 7 0,0-4 0,-6 4 0,9 1 0,-2-5 0,0 2 0,1-2 0,-7 2 0,5-2 0,-3 6 0,4-3 0,-4 0 0,-1 2 0,4-2 0,1 0 0,6 2 0,-2-2 0,-4 3 0,1-2 0,-7-2 0,10 0 0,-7 1 0,8 3 0,-5-3 0,2 3 0,-3-6 0,0 5 0,3-2 0,-5 0 0,5 2 0,-9-1 0,5-1 0,-1 2 0,2-2 0,0 0 0,7 2 0,-8-4 0,-2 7 0,-34 7 0,12-3 0,-18 6 0,20-9 0,6 0 0,-11 4 0,10 0 0,-10-3 0,8 2 0,-3-2 0,1 2 0,-9 1 0,6 0 0,-14 0 0,11 0 0,-8 0 0,11-1 0,-3 1 0,8-3 0,-6 4 0,0-6 0,-3 9 0,5-6 0,-7 7 0,10-4 0,-11 7 0,11-4 0,-7 5 0,8 0 0,-6 5 0,2-3 0,1 5 0,-6-12 0,7 14 0,-4-12 0,6 16 0,1-14 0,2 11 0,-2-8 0,2 12 0,-3-8 0,0 8 0,0-8 0,0 8 0,3-1 0,-2-4 0,2 8 0,0-14 0,-2 11 0,5-12 0,-7 8 0,6-12 0,-4 16 0,6-11 0,0 11 0,0-9 0,-2-3 0,1 1 0,-5 5 0,5-4 0,-2 14 0,3-13 0,-3 10 0,-1 5 0,1-6 0,0 1 0,3-1 0,0 0 0,0 5 0,-4-4 0,4-9 0,-4 0 0,4-2 0,0-2 0,0 8 0,0-2 0,0 2 0,3 4 0,-2-12 0,2 9 0,-3-3 0,0 1 0,0 2 0,0-13 0,0 2 0,0-3 0,0 1 0,0 9 0,0-2 0,0 0 0,0-4 0,0-8 0,0 4 0,0-5 0,3 10 0,-2-1 0,5 1 0,-2 15 0,5-10 0,-1 9 0,2-6 0,-4 2 0,4-6 0,-3 4 0,3-6 0,-3 1 0,3 9 0,3-8 0,-5 2 0,10 2 0,-6-1 0,9 1 0,6 1 0,-5-7 0,2-4 0,-8 2 0,-3-4 0,0 0 0,4 5 0,7 6 0,-2-6 0,-1 2 0,-8-15 0,-6 0 0,2-2 0,1 2 0,4 1 0,-1 0 0,0-1 0,0 1 0,3-1 0,4 4 0,1-3 0,0 0 0,-11-1 0,-1-5 0,1 8 0,1-8 0,-1 8 0,-34-25 0,-8 8 0,-35-14 0,12 8 0,6 6 0,14-6 0,5 10 0,-2-9 0,-5 9 0,-13-7 0,12 1 0,1 5 0,14-7 0,6 1 0,-10-11 0,3-7 0,-7 0 0,6 1 0,3 7 0,-6-9 0,6 0 0,4-6 0,-2-9 0,4-4 0,0-12 0,2-5 0,10 6 0,0 7 0,1 9 0,3 7 0,-3-1 0,6 2 0,-2 3 0,2-8 0,0 9 0,4-15 0,-2-1 0,5 3 0,-6-5 0,4 1 0,-1-7 0,3 3 0,-5 5 0,2 18 0,-7-5 0,3 6 0,1-12 0,3-2 0,-3 0 0,-1 4 0,-3 7 0,4-6 0,-3 5 0,5-18 0,-2 3 0,4-7 0,-1 10 0,-3 2 0,0 18 0,-1-2 0,-2 16 0,2-2 0,-3 4 0,0-1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" min="-2" units="cm"/>
          <inkml:channel name="Y" type="integer" max="2" min="-2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4T14:07:3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4766 1188 16383,'-5'-10'0,"-6"1"0,-3-11 0,7 10 0,-3-1 0,3 1 0,-2 1 0,2 2 0,-3-3 0,3 4 0,-2-4 0,2 3 0,-3-3 0,4 4 0,-1-1 0,-2 1 0,1-4 0,-1 3 0,2-3 0,1 4 0,-4-4 0,6 3 0,29 13 0,-10 0 0,24 8 0,-28-7 0,-1-7 0,0 5 0,-3 3 0,6-1 0,-9 2 0,5-6 0,-2 10 0,-2-5 0,4 2 0,-5 0 0,5-2 0,-6-2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" min="-2" units="cm"/>
          <inkml:channel name="Y" type="integer" max="2" min="-2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4T14:07:3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4766 1150 16383,'-8'1'0,"-2"5"0,4 3 0,2-1 0,1 8 0,3-9 0,0 6 0,0-3 0,0 0 0,0 3 0,0 1 0,0 1 0,4 6 0,-3-3 0,2-3 0,0-2 0,-2-6 0,4 2 0,-4 1 0,5 1 0,-2-2 0,-1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" min="-2" units="cm"/>
          <inkml:channel name="Y" type="integer" max="2" min="-2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4T14:07:3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51 86 16383,'42'0'0,"4"0"0,-7-4 0,4 3 0,6-2 0,-3 3 0,3 3 0,-11-2 0,0 7 0,-5-7 0,-8 2 0,-3-3 0,-11 0 0,-1 0 0,-1-2 0,5 1 0,0-2 0,0 3 0,0-3 0,-7 2 0,6-2 0,-3 6 0,4 1 0,-4-1 0,7 0 0,3 1 0,5-3 0,2 3 0,0-1 0,12-2 0,-4-1 0,13-1 0,-14-2 0,4 3 0,-5 3 0,-1-2 0,1 7 0,0-8 0,0 4 0,0-4 0,0 0 0,-1 0 0,1 0 0,0 0 0,-5 0 0,4 0 0,-12 0 0,3 0 0,-9-3 0,4 2 0,-3 1 0,0 1 0,2 6 0,-5-7 0,6 4 0,-3-1 0,-5-2 0,4 2 0,-7-3 0,7 0 0,-4 0 0,1 0 0,6 3 0,-5-2 0,6 3 0,-3-4 0,-1 0 0,0 0 0,0 0 0,1 0 0,-5 0 0,0 0 0,0 0 0,4 0 0,1 0 0,-1 0 0,-1 0 0,-5 0 0,5 0 0,-3 0 0,1 0 0,1-3 0,-4-1 0,4 0 0,-2 1 0,1 3 0,2 0 0,-6 0 0,10 0 0,-5-3 0,6-1 0,-4 0 0,1-2 0,-1 5 0,0-2 0,-3-3 0,3 4 0,-3-4 0,-1 3 0,4 2 0,-7-2 0,7 3 0,0 0 0,2 0 0,2 0 0,-7-3 0,6 3 0,-5-3 0,10 3 0,-7 0 0,3-4 0,0 4 0,-3-7 0,0 7 0,-2-4 0,-5 4 0,5 0 0,-3 0 0,0 0 0,3 0 0,-6 0 0,11 0 0,-10 0 0,15 0 0,-14 0 0,7 0 0,-7 0 0,2 0 0,3 0 0,0 0 0,0 0 0,1-3 0,-1 2 0,8-2 0,-9 3 0,17-3 0,-13 2 0,10-3 0,1 4 0,-4 0 0,-1 0 0,-5 0 0,0-3 0,-6 2 0,2-3 0,-4 4 0,-3 0 0,9 0 0,-8 0 0,5 0 0,-4 0 0,2 0 0,3-3 0,0 2 0,-3-2 0,6 3 0,-5 0 0,6-3 0,-4 2 0,0-2 0,5 3 0,0 4 0,0-4 0,12 0 0,-10-1 0,16 1 0,-9 1 0,5 2 0,0-3 0,0 0 0,-5 0 0,-4-3 0,-2 2 0,-3-2 0,4 3 0,-7 0 0,1 0 0,-6 0 0,3 0 0,-3 0 0,-1 0 0,-1-3 0,5 3 0,0-3 0,3 3 0,2 0 0,0 0 0,0 0 0,7 0 0,-10 0 0,11 0 0,-8 0 0,4-4 0,-4 3 0,3-2 0,-3 3 0,4 0 0,-4 0 0,3 0 0,-7-3 0,3 2 0,-3-2 0,-4 3 0,-2 0 0,8 0 0,0 0 0,1-3 0,0 2 0,-8 1 0,9 1 0,-8 2 0,3-6 0,-4 3 0,-2-3 0,8 3 0,-5 0 0,7 0 0,-4 0 0,4 0 0,-3 0 0,3 0 0,0 0 0,-2 0 0,2 0 0,0 0 0,-3 0 0,3 0 0,0 0 0,-6 0 0,5 0 0,-6 0 0,0 0 0,2 0 0,-5 0 0,5 0 0,-3 0 0,0 0 0,3 0 0,-3 0 0,0 0 0,6 0 0,-8 0 0,8 0 0,-5 0 0,3 3 0,-3-2 0,-1 2 0,0-3 0,1 0 0,3 0 0,-4 3 0,0-2 0,0 2 0,1-3 0,0 0 0,9 2 0,-11-1 0,11 5 0,-12-5 0,2 2 0,2 0 0,-4 1 0,4-1 0,-2 4 0,-2-4 0,5 1 0,-6 2 0,2-2 0,1 2 0,4 1 0,-6 0 0,1-1 0,0 1 0,-4-3 0,7 4 0,-2-3 0,-2 5 0,2-4 0,-1-2 0,-2 2 0,9-14 0,-8 6 0,4-8 0,-2 1 0,-6 5 0,11 20 0,-13-3 0,11 22 0,-12-12 0,2-7 0,0 5 0,-2-6 0,3 1 0,-4 1 0,0-9 0,-3 2 0,2 3 0,-5-5 0,2 8 0,0-8 0,-2 2 0,3-1 0,-4-2 0,1 3 0,-7 0 0,1 5 0,-2-4 0,0 3 0,3-7 0,0 0 0,1-3 0,1-1 0,-2-3 0,-3 0 0,-4 0 0,-1 3 0,-4-2 0,-4-1 0,3-1 0,-8-6 0,12 6 0,-7-3 0,8 4 0,-4 0 0,8 0 0,1-3 0,7 3 0,-2-6 0,-5 2 0,3 0 0,-5-5 0,8 4 0,-2-5 0,-4 3 0,9 0 0,-15 0 0,11 0 0,-9 0 0,7 0 0,-3 0 0,0 3 0,-2 1 0,-6-1 0,7 0 0,-7 0 0,7 1 0,-3 0 0,0 2 0,3-5 0,-7 2 0,2-4 0,-3 4 0,0-3 0,4 6 0,1-5 0,1 5 0,6-5 0,-2 5 0,6-5 0,-2 3 0,1-7 0,-1 3 0,5-3 0,-5 4 0,5-4 0,-6 5 0,0-7 0,3 11 0,-2-8 0,-1 5 0,41 4 0,-8-2 0,37 9 0,-17 2 0,1 1 0,0 2 0,0 1 0,14-4 0,-16 4 0,6-5 0,-28-4 0,-6 0 0,-10-2 0,8 5 0,-7 4 0,7-1 0,-8 0 0,2-3 0,-3 2 0,7-2 0,-5 3 0,4-3 0,-5 5 0,3-3 0,3 11 0,-5-12 0,5 9 0,-6-9 0,3 5 0,-1-5 0,-2 2 0,2 2 0,-5-1 0,5 3 0,-6-4 0,3-1 0,-3 1 0,3 4 0,-2-4 0,2 2 0,-3-2 0,0 1 0,3 1 0,-3-2 0,3 1 0,0 1 0,-2-5 0,2 6 0,0-3 0,-2 0 0,1 3 0,1-6 0,4 5 0,3-10 0,0 6 0,3-4 0,1 7 0,-3-4 0,2-1 0,-4-3 0,-1-2 0,4 5 0,-4-2 0,4-1 0,-5 3 0,6-5 0,-3 2 0,0-3 0,3 0 0,-3-3 0,0-1 0,-1-2 0,1 2 0,0 4 0,3 1 0,-2 2 0,1-6 0,-5-1 0,3-6 0,-3 3 0,0-7 0,1 8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" min="-2" units="cm"/>
          <inkml:channel name="Y" type="integer" max="2" min="-2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4T14:07:3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 16383,'29'0'0,"-5"3"0,-18-2 0,1 1 0,7 2 0,-3-3 0,8 2 0,-5-3 0,-3 0 0,-1 0 0,-1 3 0,1 1 0,1 2 0,-2-2 0,-2 5 0,2-5 0,-2 8 0,0-4 0,-4 4 0,3-4 0,-5 4 0,8-5 0,-5 6 0,-1-5 0,3 5 0,-5-6 0,5 3 0,-6 3 0,7-2 0,-7 2 0,4-3 0,-2 0 0,2 0 0,0 0 0,-1 3 0,9-33 0,-6 20 0,7-27 0,-7 26 0,-5-5 0,13 0 0,-8-2 0,10 2 0,-6 3 0,-3 0 0,6 2 0,-3-5 0,0 6 0,3-6 0,-3 2 0,4-3 0,-3 0 0,-1 3 0,0-2 0,0 6 0,0-3 0,2-3 0,-1 5 0,-1-8 0,4 8 0,-7-2 0,6 0 0,-6 0 0,6-1 0,-6-2 0,3 2 0,2 1 0,-4-3 0,5 5 0,-4-5 0,-2 6 0,6-3 0,-2 0 0,-1 2 0,3-2 0,-6 0 0,5 2 0,-1-1 0,7-2 0,-3 3 0,7-2 0,-10 3 0,5 0 0,-10 0 0,11-4 0,-6 4 0,14-4 0,-1 4 0,3 0 0,-1 0 0,-8 0 0,0 0 0,-5 0 0,0 0 0,-3 0 0,2 0 0,-5 0 0,5 0 0,-3 0 0,0 0 0,2 0 0,-1 0 0,2 0 0,-2 0 0,-1 0 0,-1 0 0,1 0 0,7 0 0,-6-3 0,2 3 0,-3-3 0,1 3 0,-1-3 0,4 2 0,-3-2 0,3 3 0,-3 0 0,6-3 0,-9 2 0,10-3 0,-11 4 0,3-3 0,4 6 0,-6-5 0,10 5 0,-4-3 0,2 0 0,2 0 0,0 0 0,1 0 0,0 0 0,3 0 0,-10 3 0,5-2 0,-10 2 0,7-3 0,-7 6 0,3 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" min="-2" units="cm"/>
          <inkml:channel name="Y" type="integer" max="2" min="-2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4T14:07:3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2407 7 16383,'-25'-4'0,"0"1"0,18 3 0,-3 3 0,0 1 0,-4 0 0,2 2 0,-8-6 0,12 6 0,-6-5 0,4 5 0,-1-5 0,0 2 0,-2-3 0,6 0 0,-6 0 0,3 3 0,-4 1 0,4-1 0,0 0 0,1 0 0,-1-2 0,-1 5 0,-1-6 0,5 6 0,-3 1 0,4 0 0,-1 3 0,-2-4 0,1 4 0,1-2 0,1 2 0,0-1 0,1-2 0,-3 6 0,7-5 0,-5 2 0,-1-1 0,3-2 0,-5 3 0,3-1 0,-5-1 0,0 5 0,1-5 0,3 5 0,1-6 0,-1 3 0,0 0 0,0-5 0,-3 4 0,3-5 0,-3 3 0,0 3 0,-1-3 0,-3 7 0,3-9 0,-2 7 0,2-7 0,0 5 0,-2-6 0,2 2 0,-4-2 0,5 3 0,-4-3 0,3 2 0,-3-2 0,0 3 0,-4 4 0,-1-6 0,0 5 0,-3-3 0,3-2 0,-1 5 0,2-6 0,4 0 0,-8-1 0,5 0 0,-5-2 0,4 6 0,3-7 0,-4 7 0,5-6 0,-4 5 0,3-5 0,-3 3 0,0-4 0,-2 3 0,1-2 0,1 2 0,0-3 0,-1 0 0,-4 0 0,0 4 0,0-7 0,-4 6 0,7-7 0,-7 8 0,2-3 0,0 2 0,-4-6 0,6 2 0,4-3 0,-3 1 0,3 2 0,-4-6 0,4 6 0,-3-2 0,6 3 0,-2-3 0,8 2 0,-4-2 0,7 3 0,-7-3 0,1-1 0,1 0 0,-4-3 0,5 7 0,0-6 0,-5 2 0,8 0 0,-9 1 0,10 0 0,-7-1 0,7 0 0,-9-2 0,4 2 0,-2 0 0,1-2 0,6 2 0,-7 0 0,3-2 0,1 2 0,-4 0 0,7-1 0,-6 1 0,6 0 0,-6-2 0,2 6 0,4-6 0,-8 2 0,10 1 0,-8-3 0,4 2 0,2 0 0,-9-5 0,8 8 0,-5-8 0,6 5 0,-2 1 0,-2-3 0,1 5 0,1-8 0,-1 8 0,2-5 0,-5 3 0,6-1 0,-6 1 0,6-3 0,-3 2 0,-3-3 0,5 1 0,-5-1 0,3 3 0,3-5 0,-6 5 0,6-4 0,-6 6 0,6-1 0,-5 2 0,1-5 0,1 5 0,-2-4 0,4 4 0,-4-2 0,2 0 0,0 2 0,-3-2 0,3 3 0,0 3 0,-3 1 0,6 0 0,-5 1 0,4-1 0,-4 3 0,5-4 0,-3 3 0,1 1 0,1-3 0,-1 8 0,2-8 0,1 6 0,-1-1 0,3-2 0,2 6 0,2-3 0,-3 0 0,2 3 0,1-3 0,1 0 0,2 3 0,-1-6 0,2 5 0,3-4 0,3 4 0,-6-4 0,5 1 0,1-2 0,-1-1 0,7-2 0,-5 2 0,3-5 0,8 6 0,3-3 0,3 4 0,0 0 0,-1-4 0,2 4 0,-1-4 0,-5 0 0,-1 0 0,-10 2 0,6-4 0,-7 4 0,3-3 0,-3-2 0,6 2 0,-1-3 0,3 3 0,3-2 0,-3 2 0,4-3 0,0 4 0,0 0 0,-4 0 0,3 3 0,-7-6 0,7 2 0,-3-3 0,4 0 0,5 0 0,-4 0 0,8 0 0,-8 0 0,-1 0 0,-1 4 0,-7-4 0,3 4 0,-7-4 0,-1 0 0,0 0 0,4 0 0,5 0 0,-4 0 0,2 0 0,-6 0 0,3 0 0,0 0 0,0 0 0,-3 0 0,3 0 0,-7 0 0,6 0 0,-2 0 0,-1 0 0,3 0 0,-2 0 0,-1 0 0,3 0 0,-5 0 0,5 0 0,-3 0 0,3 0 0,1 0 0,0 0 0,1-3 0,-1 2 0,-3-2 0,2 3 0,-2 3 0,0-2 0,2 2 0,-5-3 0,5 0 0,-2 0 0,3 0 0,0 0 0,-3 3 0,-1-2 0,0 1 0,0-2 0,5 4 0,-2-4 0,1 4 0,1-4 0,-4 0 0,6 0 0,-5 0 0,2 2 0,0-1 0,-7 2 0,7-3 0,-1 0 0,2 0 0,2 0 0,-2 0 0,-1 0 0,0 0 0,0 0 0,-3 0 0,3 0 0,-4 0 0,1 0 0,6 0 0,-9 0 0,12 0 0,-8 0 0,6 0 0,-4 0 0,0-3 0,0 2 0,1-2 0,-1 3 0,-3 0 0,-1-3 0,-1 2 0,1-2 0,4 3 0,0-3 0,0 2 0,4 2 0,1 0 0,4 2 0,-4-3 0,-1 0 0,-3 0 0,3 0 0,-6 0 0,5 0 0,-6 0 0,3 0 0,0 3 0,4-2 0,1 2 0,4 0 0,5-2 0,0 6 0,10-6 0,-8 6 0,2-6 0,-9 3 0,-8-4 0,-1 0 0,-7 0 0,2 0 0,4-3 0,-2 2 0,5-2 0,-8 3 0,5 0 0,-3 0 0,0 0 0,2 0 0,-1 0 0,-1 0 0,2 0 0,-1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" min="-2" units="cm"/>
          <inkml:channel name="Y" type="integer" max="2" min="-2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4T14:07:3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194 0 16383,'-11'25'0,"5"-4"0,0-14 0,2-1 0,-5 4 0,4-3 0,0 6 0,2-6 0,-1 2 0,-3 1 0,1-3 0,-1 3 0,4-1 0,-3-2 0,-1 3 0,3-1 0,-2 2 0,6-1 0,-3 2 0,-1-4 0,1 4 0,-3-5 0,5 6 0,-5-3 0,6 4 0,-3-4 0,3 0 0,-3-1 0,2 2 0,-2 2 0,3-3 0,0 2 0,0-1 0,0-1 0,0 2 0,0-1 0,0-1 0,0 2 0,0-2 0,0 1 0,0 2 0,3-6 0,-2 9 0,2-8 0,-3 5 0,0-3 0,3 0 0,-3 3 0,6-3 0,-5 0 0,2-1 0,0 2 0,-2-1 0,4 2 0,-4-4 0,2 4 0,-3-2 0,0 0 0,0 3 0,0 1 0,3-6 0,-2 10 0,2-13 0,-3 8 0,2 0 0,-1-5 0,5 8 0,-5-6 0,2 5 0,0-5 0,-2 4 0,2-7 0,0 6 0,-3-3 0,3 1 0,0 1 0,-2-1 0,2-1 0,0 10 0,1-11 0,-1 12 0,0-11 0,0 5 0,-2-5 0,5 4 0,-5-3 0,5 0 0,-2 2 0,0-6 0,2 3 0,-2 0 0,-1 1 0,3-1 0,-5 3 0,5-6 0,-3 5 0,7-7 0,-5 7 0,4-8 0,1-16 0,-2 4 0,2-22 0,0 14 0,-8 2 0,7 0 0,-5 7 0,3-6 0,-1 5 0,-2-2 0,2 0 0,-2 3 0,3-7 0,-3 7 0,2-6 0,-2 6 0,-1-6 0,3 6 0,-2-2 0,3-4 0,-1 4 0,1 0 0,-3-1 0,2 3 0,-6-7 0,3 3 0,0 1 0,1 0 0,0 0 0,-1-1 0,0-1 0,-2 1 0,4 1 0,-4-6 0,5 7 0,-5-3 0,5 2 0,-6-1 0,6 1 0,-5-3 0,2 5 0,-3-8 0,0 8 0,3-5 0,-3 3 0,3 0 0,-3-1 0,0-2 0,3 6 0,-2-5 0,5-2 0,-5 3 0,1-2 0,-2 4 0,0-2 0,0 1 0,0-4 0,0 7 0,0-6 0,0 2 0,0 1 0,0-3 0,-2 6 0,1-6 0,-2 2 0,3 1 0,-3-3 0,2 5 0,-5-5 0,2 3 0,-2 3 0,-1-8 0,0 12 0,0-16 0,0 16 0,3-10 0,-5 6 0,5 0 0,-6-3 0,0 0 0,3 5 0,-3-4 0,3 3 0,1-2 0,-4-4 0,3 7 0,-2-3 0,-1 4 0,3 0 0,-9-1 0,8 1 0,-5 0 0,3 4 0,0 10 0,-4-1 0,4 4 0,-4-6 0,7-1 0,-3-2 0,3 5 0,0-4 0,1 8 0,-4-6 0,3 3 0,-3 2 0,3-6 0,0 9 0,1-7 0,-1 0 0,3 5 0,-5-6 0,7 4 0,-11 2 0,12-6 0,-6 3 0,4 3 0,3-5 0,-6 4 0,5-2 0,-5 0 0,6 1 0,-6 2 0,5-6 0,-5 3 0,2 0 0,0 0 0,1 0 0,0 3 0,3-6 0,-3 5 0,0-1 0,2-1 0,-2 2 0,3-1 0,0 2 0,0-2 0,0-1 0,0-1 0,0 1 0,0 3 0,3-2 0,-2 1 0,5-5 0,-2 9 0,-1-8 0,3 5 0,1 0 0,1-1 0,2 1 0,-3 9 0,0-12 0,-3 11 0,6-10 0,-6 3 0,6-3 0,1-1 0,-4 0 0,7-2 0,-7 2 0,7 1 0,-7-7 0,0 5 0,5-2 0,-7-3 0,10 5 0,-7-8 0,1 2 0,4 0 0,-5-3 0,7 3 0,-8-6 0,3 0 0,-1-13 0,-1 7 0,-1-10 0,-1 4 0,-5 3 0,5-5 0,-5 6 0,2 0 0,1-2 0,-4 5 0,3-4 0,-3 1 0,3 1 0,-2-3 0,2 6 0,-3-6 0,0 3 0,0-1 0,0-1 0,-3 2 0,2 0 0,-2-3 0,1 6 0,1-6 0,-2 3 0,3-3 0,0 2 0,0 1 0,-3 1 0,2-1 0,-5-1 0,6-1 0,-3 5 0,3-6 0,0 3 0,0 0 0,0-3 0,0 3 0,0 0 0,0-3 0,0 3 0,0 0 0,0-2 0,0 1 0,0 1 0,-3-2 0,2 1 0,-2 1 0,3-2 0,0 2 0,0-1 0,6 36 0,-5-14 0,8 28 0,-5-25 0,0 0 0,-1 0 0,0 0 0,-2 0 0,5-3 0,-5 2 0,5-5 0,-6 5 0,3 0 0,0-4 0,-2 6 0,2-8 0,-3 3 0,0 3 0,0-3 0,0 0 0,0 2 0,0-1 0,0 0 0,0 5 0,-3-8 0,2 5 0,-8-4 0,8-1 0,-14 4 0,10-7 0,-5 4 0,-3-2 0,7-2 0,-8 8 0,7-11 0,1 7 0,-4 1 0,2-2 0,-2 8 0,0-8 0,2 5 0,-5-5 0,5-1 0,1 3 0,1-3 0,3 4 0,-4-1 0,1-4 0,-1 4 0,6 0 0,2 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" min="-2" units="cm"/>
          <inkml:channel name="Y" type="integer" max="2" min="-2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4T14:07:3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2034 494 16383,'-16'-30'0,"0"3"0,12 20 0,-3-6 0,1 8 0,-1-8 0,3 6 0,-5-4 0,7 1 0,-11 6 0,12-9 0,-9 8 0,4-5 0,-1 4 0,-3-1 0,1 1 0,4-8 0,-4 8 0,2-7 0,0 9 0,-6-2 0,6-4 0,-9-1 0,4 0 0,-2 4 0,4-2 0,0 7 0,2-7 0,-5 8 0,5-5 0,-5-1 0,6 3 0,-3-6 0,0 7 0,3-4 0,-3 1 0,0-1 0,6 0 0,-9 3 0,9-5 0,-13 2 0,9-1 0,-5-1 0,3 5 0,3 0 0,-6-2 0,6 3 0,-3-4 0,0 3 0,0-5 0,-1 8 0,-2-6 0,2 7 0,0 0 0,-2-3 0,6 0 0,-9-1 0,4-2 0,-9 2 0,6 0 0,-3-3 0,4 6 0,0-2 0,-4 3 0,2-6 0,-6 4 0,7-4 0,-7 3 0,7 2 0,-7-3 0,7 4 0,-3 0 0,-1 0 0,4-3 0,-3 2 0,4-2 0,0 3 0,-1 0 0,5-3 0,-4 3 0,3-3 0,-7 3 0,3 0 0,0 0 0,2 0 0,6 0 0,-7 0 0,-5 0 0,3 0 0,-7 0 0,9 0 0,0-3 0,0 2 0,3-2 0,-3 3 0,4 3 0,-5-2 0,4 2 0,-2 0 0,2-2 0,-3 5 0,-4-5 0,3 5 0,0-2 0,-2 0 0,1-1 0,-3 0 0,1 1 0,7 3 0,-6-4 0,5 4 0,-6-7 0,7 6 0,-2-5 0,2 5 0,-3-5 0,6 5 0,-5-5 0,6 5 0,-4-2 0,-2 3 0,2 0 0,0-1 0,-2 2 0,2-5 0,0 7 0,-6-5 0,8 2 0,-8 3 0,6-6 0,0 3 0,1 3 0,0-8 0,2 7 0,-2-2 0,3-3 0,-3 6 0,3-6 0,-3 5 0,3-1 0,-3 1 0,6 1 0,-6-5 0,6 8 0,-2-9 0,-1 6 0,-2 0 0,-2 0 0,0 1 0,2-1 0,-1 0 0,-1 1 0,0 3 0,-7 1 0,13-5 0,-16 5 0,15-4 0,-8 3 0,7 1 0,-3-1 0,2 0 0,-2 0 0,-1 5 0,3-8 0,-3 7 0,5-8 0,2 1 0,-2-1 0,2 0 0,-3 0 0,3 4 0,-2-3 0,3-1 0,-1 0 0,-2-3 0,2 7 0,1-7 0,-4 7 0,6-7 0,-5 6 0,5-2 0,-5 0 0,5 6 0,-5-1 0,5 3 0,-2 3 0,-1-3 0,4 0 0,-4 8 0,4-7 0,0 7 0,-3-4 0,2-4 0,-2-1 0,3 1 0,3-4 0,1 3 0,0-4 0,-1 4 0,0 1 0,1 0 0,4 0 0,-1-5 0,0-3 0,-4 2 0,7-2 0,-6 3 0,7 0 0,-7-3 0,2 6 0,-2-1 0,4 7 0,0-4 0,-1-1 0,4 0 0,-4-6 0,1 9 0,-2-12 0,-5 8 0,5-6 0,-6 0 0,7 2 0,-3-2 0,3 3 0,0 0 0,-3 1 0,2-1 0,-2-3 0,6 2 0,-2 2 0,-1 0 0,0 3 0,-3-4 0,6 1 0,-5-1 0,4 0 0,-5 0 0,3 0 0,0-3 0,0 3 0,0-1 0,-3-1 0,2 1 0,-5-7 0,5 4 0,-2 4 0,-1-3 0,3 2 0,-2-7 0,0 7 0,2-5 0,-6 8 0,6-5 0,2 4 0,-4-1 0,6 0 0,-6 0 0,6 0 0,-5-3 0,7 0 0,-7-1 0,5-3 0,-3 7 0,0-7 0,8 11 0,-3-12 0,11 16 0,-7-17 0,6 11 0,-6-9 0,2-3 0,4 6 0,-2-4 0,4 5 0,-2-7 0,-3 3 0,8-6 0,-7 2 0,7-3 0,-8 0 0,0 0 0,3 0 0,-3 0 0,4 0 0,0 0 0,6 0 0,-4 0 0,9 0 0,-1 0 0,1 0 0,4 0 0,-10 3 0,4-2 0,-4 3 0,5-4 0,0 0 0,0 0 0,-1 0 0,6 0 0,-8 0 0,2 0 0,-9-4 0,0 0 0,0-4 0,-4 4 0,3-3 0,-10 6 0,5-5 0,-6 2 0,7-3 0,-3-1 0,7 1 0,-3-1 0,4 1 0,-4-1 0,10-6 0,-9 2 0,14-4 0,-14 5 0,7 0 0,-7-5 0,-1-3 0,0-1 0,-3-7 0,-2 11 0,2-10 0,-1 7 0,0-4 0,0 4 0,1-8 0,-1 3 0,-2-5 0,-2 2 0,1-1 0,0 0 0,-3-5 0,2 5 0,-6-9 0,3 12 0,0-17 0,-3 17 0,2-11 0,-6 12 0,6-28 0,-6 23 0,3-22 0,-4 27 0,0-3 0,0 4 0,-3 4 0,2 1 0,-2 3 0,3 5 0,0-4 0,-3 3 0,-1 1 0,0-4 0,-2 3 0,5-3 0,-5 0 0,2 3 0,-3-2 0,3 2 0,-2-3 0,2-1 0,-3-3 0,-4 3 0,3-3 0,-6 0 0,3-1 0,-4 3 0,-11-12 0,9 10 0,-12-8 0,13 7 0,-6 0 0,2-1 0,-9-1 0,5 2 0,-8 2 0,3 5 0,-3 0 0,-6 0 0,4-1 0,-14-1 0,8-2 0,-15 6 0,-1-3 0,-1 3 0,-10-4 0,3 4 0,-11 0 0,5 1 0,-5 8 0,6-3 0,-25 4 0,30 0 0,-16 0 0,31 0 0,14 6 0,-3-1 0,11 7 0,-2-4 0,1 0 0,0 0 0,1 3 0,7 1 0,-7 3 0,12 4 0,-9 6 0,3 4 0,-5 10 0,3 1 0,-8 10 0,11-4 0,-11 4 0,17-11 0,1 4 0,6-9 0,6 4 0,-3-1 0,4 17 0,4-16 0,-3 13 0,10-18 0,-9 1 0,13 4 0,-10 0 0,16 6 0,-7-4 0,8 8 0,4-8 0,-3-4 0,12 3 0,-5-13 0,5 4 0,-1-8 0,5 3 0,11-15 0,2 2 0,15-7 0,-4-4 0,0 7 0,11-2 0,-9-1 0,4 4 0,-2-8 0,-9 3 0,9-4 0,15-4 0,-14-1 0,25-5 0,-35 0 0,5-3 0,-3 3 0,-13-7 0,13 2 0,-15 2 0,-1-4 0,-6 4 0,-10-3 0,-4-3 0,-9 3 0,-4-2 0,-4 4 0,0 0 0,-3-1 0,3-3 0,-6-1 0,2 0 0,1-7 0,-3 6 0,-4-18 0,-3 8 0,-9-9 0,3 7 0,-21-18 0,-2 6 0,-9-4 0,12 17 0,1 4 0,15 15 0,-5-6 0,3 1 0,-1 4 0,4-2 0,-12-2 0,9 12 0,-7-9 0,3 6 0,3 1 0,-19-5 0,7 3 0,-12-2 0,-34-1 0,28 2 0,-39-2 0,43 3 0,-4 4 0,-20 9 0,-1 2 0,2 3 0,14 2 0,16-6 0,13 3 0,-5-2 0,-7 2 0,19 0 0,-23 7 0,6-3 0,8 0 0,-10-1 0,15 7 0,2-11 0,-1 16 0,3-11 0,3 7 0,-3 9 0,4-5 0,6 7 0,1-5 0,4 4 0,2 0 0,-2-2 0,7 10 0,-4-20 0,7 15 0,1-6 0,0-2 0,6 2 0,-6 2 0,5-11 0,-5 7 0,12-3 0,-3-5 0,4 2 0,11-4 0,-6-5 0,13 2 0,-1-2 0,20 3 0,-9-6 0,9 2 0,-1-8 0,-19 0 0,14-4 0,-13-4 0,-9 3 0,-1-8 0,-1 5 0,-14-3 0,9 0 0,-9 1 0,1 2 0,2-2 0,-3 3 0,-3 0 0,2 1 0,-6 2 0,6-5 0,1 4 0,11-8 0,-7 5 0,9-6 0,-9 3 0,6 3 0,-3-5 0,4 9 0,-5-10 0,2 9 0,10-8 0,1 4 0,3 0 0,-3-1 0,-14 9 0,10-5 0,-13 5 0,13-6 0,-4 6 0,0-2 0,14-1 0,-4 3 0,20-2 0,-19 3 0,6 0 0,-8 7 0,-8-2 0,7 3 0,-7-2 0,-3-5 0,3 2 0,-1 0 0,-1-2 0,-3 2 0,12-3 0,-15-3 0,17-1 0,-22-3 0,9 0 0,-14 1 0,5-4 0,-9 3 0,5-3 0,-1-7 0,3 0 0,-1-1 0,-2-3 0,-5 13 0,1-5 0,-4 4 0,0-1 0,-4-7 0,4 6 0,-4-9 0,-2 5 0,2-4 0,-9-4 0,1 7 0,1-11 0,-2 14 0,2-9 0,3 10 0,2-2 0,6 1 0,-3 6 0,3-6 0,-3-1 0,3-1 0,0 2 0,0 0 0,0 5 0,-3-7 0,2 6 0,-2-3 0,3 2 0,0 0 0,0-3 0,0 2 0,0-1 0,0 2 0,0 0 0,0-3 0,0-1 0,0 2 0,0 0 0,0-1 0,-3 4 0,2-7 0,-2 6 0,3-1 0,0-1 0,-2 4 0,1-4 0,-2 1 0,3 1 0,0-10 0,0 1 0,0-3 0,3 2 0,1 3 0,0 2 0,2-17 0,-5 17 0,5-9 0,-3 4 0,4 10 0,0-14 0,-3 14 0,2-1 0,1-1 0,0 1 0,3-2 0,-1 2 0,-1 1 0,1 4 0,-2-1 0,3-2 0,1 1 0,-1-2 0,4 0 0,-7 3 0,3-3 0,-4 3 0,4 3 0,-3-4 0,5 3 0,-4-1 0,1 0 0,1 5 0,-2-5 0,8 2 0,-8 1 0,2-4 0,2 4 0,-7-1 0,14-2 0,-11 5 0,12-5 0,-2 2 0,16-7 0,-6 2 0,5 2 0,-4-3 0,-5 8 0,-5-7 0,-7 8 0,-8-2 0,9 3 0,-2-3 0,6 2 0,-3-2 0,4 3 0,-3 0 0,9 0 0,-9 0 0,13-3 0,-6 3 0,-6-7 0,10 7 0,-17-3 0,8 6 0,-1-3 0,-8 3 0,11-3 0,-10 0 0,4 0 0,-4 0 0,5 0 0,-3 0 0,2 3 0,0-2 0,-2 5 0,9-3 0,-6 1 0,9 5 0,-10-7 0,13 7 0,-14-8 0,9 9 0,-1-6 0,-4 3 0,8-1 0,-9-2 0,8 3 0,-4 0 0,5 3 0,-6-2 0,-4 2 0,-1-3 0,-3-1 0,3 4 0,-3-3 0,0 6 0,0-6 0,4 7 0,3-3 0,1 2 0,-1-2 0,0 2 0,-6 1 0,5-6 0,-5 4 0,3 2 0,-4-5 0,10 10 0,-4-1 0,-1 2 0,4 2 0,-14-7 0,14 4 0,-4-6 0,0 4 0,1-4 0,-9-3 0,6 7 0,-9-6 0,6 6 0,-7-10 0,7 6 0,-2 2 0,4-3 0,-7 9 0,7-10 0,-8 7 0,9-1 0,-2 1 0,-4-4 0,2 6 0,-2-9 0,0 5 0,0-6 0,-1 10 0,-5-11 0,8 13 0,-7-11 0,7 9 0,-8-9 0,8 9 0,-8-6 0,5 1 0,-3 4 0,1-8 0,3 9 0,-1-3 0,-2-2 0,-1 1 0,-3-6 0,3 3 0,-2-3 0,2 3 0,0-3 0,-3 0 0,3 6 0,-3-5 0,-3 5 0,3-2 0,-3 0 0,3 6 0,0-7 0,0 9 0,-3-7 0,-1 2 0,0-3 0,-1-2 0,1 5 0,-3-2 0,3 2 0,-2-4 0,3-3 0,-1 0 0,-5 0 0,2-1 0,-3 1 0,0 1 0,4 1 0,-1-5 0,1 3 0,-4-1 0,3-4 0,-6 7 0,5-5 0,-5 3 0,6-3 0,-2-1 0,-1-2 0,3 2 0,-3 1 0,1 2 0,2-2 0,-3 3 0,6-1 0,-1-1 0,-2 4 0,0-5 0,0 3 0,-5-3 0,7-3 0,-8 2 0,6 0 0,1 1 0,-1 6 0,-3-9 0,3 8 0,-10-4 0,9 3 0,-8 3 0,5-4 0,-2 1 0,2 3 0,2-7 0,2 6 0,-2-9 0,1 8 0,-1-8 0,2 6 0,-2-4 0,1 1 0,-1 0 0,2 2 0,1-2 0,-1 3 0,-2-1 0,1-1 0,-1-2 0,2 3 0,1-5 0,-4 6 0,0-4 0,-4 1 0,1 3 0,-4 1 0,0 2 0,-4-2 0,-3 6 0,1-12 0,-1 11 0,2-12 0,1 3 0,-3 2 0,-5-4 0,-4 9 0,-5-9 0,5 4 0,4-5 0,1 0 0,13-1 0,-7-3 0,4 3 0,-4-2 0,-6-1 0,3-1 0,0-5 0,-7 2 0,2-3 0,-16-4 0,-1 2 0,-9-2 0,4 3 0,6 0 0,9 1 0,4-4 0,8 3 0,0-2 0,8 4 0,-6-1 0,11 1 0,-13-1 0,13 0 0,-4-3 0,0 2 0,1-5 0,-2 6 0,3-3 0,2 0 0,-2-1 0,-1-3 0,-1-3 0,-1 2 0,2-5 0,-13-2 0,12 1 0,-9-12 0,14-1 0,6-22 0,3-7 0,3-26 0,1 17 0,1 1 0,6-16 0,-1 27 0,-4 9 0,0 21 0,-1 6 0,-2 7 0,2 3 0,0-2 0,-2-12 0,2-3 0,0-9 0,1 4 0,3 2 0,0 1 0,4-3 0,-3 3 0,6-1 0,-6 2 0,6 3 0,0 4 0,1-2 0,1 5 0,-2-2 0,4 3 0,-1 3 0,8 0 0,0 7 0,1 4 0,9 0 0,-3 6 0,9-5 0,10-2 0,-10 3 0,17-3 0,-19 8 0,11 0 0,-16 0 0,3 0 0,-8 4 0,-4-4 0,2 7 0,-2-3 0,16 3 0,-2 4 0,4 0 0,-7 1 0,-11 1 0,6-2 0,-12 7 0,11-7 0,-1 13 0,-5-5 0,14 11 0,-18 3 0,9-2 0,-7 1 0,0-7 0,-3 3 0,5 2 0,-4 2 0,-2-5 0,2 5 0,-8-5 0,2 2 0,-7-4 0,0 2 0,-3 0 0,0 10 0,-3-7 0,-2 1 0,-12-5 0,1 3 0,-17 5 0,-10-3 0,-38 9 0,24-18 0,4-5 0,-3-2 0,-33 7 0,-3-2 0,37-9 0,2-2 0,-13-4 0,-3 2 0,9-10 0,-4 6 0,-6-14 0,-21-3 0,20-3 0,1 1 0,36-1 0,6 3 0,3-17 0,9 4 0,-4-16 0,9 4 0,2-12 0,-1 7 0,6-1 0,6 1 0,-1 9 0,12-4 0,-2 14 0,3 1 0,24-1 0,-8 9 0,22 2 0,-5 11 0,7 3 0,-5 0 0,-8 0 0,-13 0 0,-15 2 0,3 2 0,8 3 0,-5 0 0,7 3 0,-6-2 0,-2 2 0,5-3 0,-5-1 0,2 1 0,-10-3 0,5 2 0,2-3 0,1 4 0,6-3 0,-11 2 0,-3-5 0,-8 4 0,-3 8 0,-6 5 0,-7 6 0,-2 1 0,-8-4 0,-4-3 0,-2-4 0,-9-7 0,1-1 0,-21-5 0,5 9 0,-21-8 0,14 5 0,-5 0 0,14-6 0,11 9 0,10-10 0,10 12 0,-3 0 0,-1 2 0,4 5 0,-3 6 0,5 3 0,1 11 0,3-2 0,7 1 0,1 6 0,6-10 0,1-1 0,3 1 0,3-14 0,1 7 0,13-3 0,2-4 0,11 6 0,11-5 0,-4-8 0,8 4 0,-9-5 0,-9-4 0,-1-1 0,-7-7 0,-1 0 0,-4 0 0,6-3 0,-11-1 0,19-2 0,-2-4 0,6 2 0,5-3 0,1 3 0,9-6 0,-1 1 0,3-6 0,-4 1 0,-8 2 0,-1-5 0,-6-5 0,-13 6 0,7-11 0,-12 9 0,9-10 0,-12-1 0,1-3 0,-3-12 0,-2 8 0,6-3 0,0 4 0,-3 5 0,-1-1 0,-3 3 0,-4 7 0,0-2 0,-1 9 0,1-2 0,0 6 0,-1 0 0,-2 1 0,2 2 0,-3-1 0,1 5 0,14 22 0,-11 0 0,16 26 0,-12-4 0,0-10 0,-4-1 0,-4-9 0,0 0 0,1 8 0,-1-3 0,3 3 0,-5-6 0,5 4 0,-5-9 0,2 6 0,-3-10 0,-6 0 0,-5-1 0,-20 9 0,-8-2 0,-35 11 0,21-13 0,-4-2 0,-1-3 0,-3-1 0,-16 1 0,1-2 0,22-6 0,3-2 0,-47 1 0,35-3 0,16-1 0,0-4 0,-6-3 0,-10 3 0,13-2 0,-5 0 0,1 3 0,-4 0 0,-35-5 0,-6 1 0,8 0 0,-2 1 0,20 5 0,-2 2 0,0-1 0,1-2 0,1-2 0,5 3 0,-11 3 0,6 2 0,0-2 0,10 1 0,11 2 0,20 6 0,23-4 0,2-3 0,-5 6 0,0-2 0,-11 3 0,-9 3 0,-11 1 0,-26 1 0,5 3 0,-26 2 0,15-3 0,0 1 0,18-8 0,11 1 0,13-4 0,7-1 0,10-3 0,10 0 0,-4 6 0,0-2 0,-3 6 0,2-4 0,5 4 0,0-2 0,-1 2 0,-3-7 0,-3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" min="-2" units="cm"/>
          <inkml:channel name="Y" type="integer" max="2" min="-2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4T14:07:3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2790 64 16383,'-57'-8'0,"-10"2"0,3 6 0,-12 0 0,-14 0 0,-2 4 0,36-3 0,-1 0 0,6 1 0,-1 1 0,-5-2 0,1-2 0,-29-8 0,9 7 0,14-7 0,16 9 0,3 0 0,19 0 0,1 0 0,12 0 0,2 0 0,-1-3 0,0 2 0,-7-2 0,3 3 0,-3 3 0,-2-2 0,-4 2 0,-10-3 0,-6 4 0,0-3 0,-4 7 0,9-7 0,-3 3 0,4-4 0,0 0 0,5 0 0,0 0 0,5 0 0,0 0 0,4 0 0,1 0 0,0 0 0,3 0 0,0 0 0,2 0 0,-2 0 0,3 0 0,-9 0 0,9 0 0,-6 0 0,4 3 0,0-2 0,-1 2 0,-3 0 0,3-2 0,-7 3 0,-29 3 0,-4-1 0,15-2 0,-15 5 0,5-1 0,32-8 0,6 3 0,-9-3 0,5 0 0,-3 0 0,1 0 0,0 0 0,3 0 0,-4 4 0,5-4 0,0 4 0,0-4 0,3 0 0,1 0 0,0 0 0,0 0 0,-1 0 0,-2 0 0,6 0 0,-7 0 0,3 0 0,-7 0 0,-1 0 0,0 0 0,1 0 0,7 0 0,-6 0 0,8 0 0,-4 0 0,3 0 0,3 0 0,-9 0 0,8 0 0,-4 0 0,3 2 0,-2 2 0,1 3 0,-3 0 0,6-4 0,-3 3 0,0 1 0,3-2 0,-3 4 0,3-2 0,-2 0 0,2 5 0,0-4 0,1 1 0,3 1 0,-1 0 0,-2 0 0,8 6 0,-1-8 0,3 8 0,4-11 0,-3 4 0,17-8 0,-4 2 0,10-3 0,10 4 0,-7-3 0,22 3 0,-2-4 0,7 0 0,3 4 0,1-3 0,1 3 0,0-4 0,-1 5 0,-12-4 0,4 7 0,-8-7 0,-2 3 0,-7-4 0,-4 0 0,-8 3 0,-3-2 0,-4 2 0,2-3 0,-5 0 0,6 0 0,-9 0 0,6 0 0,0 0 0,-2 0 0,2 0 0,0-3 0,1 2 0,0-2 0,3 3 0,-3 0 0,8 0 0,2 0 0,4 0 0,4-4 0,-7 3 0,12-3 0,-8 4 0,1 0 0,-3 0 0,-5 0 0,-3 0 0,0 0 0,2 3 0,-6-2 0,12 3 0,7-4 0,-8 0 0,6-3 0,-14 2 0,0-3 0,-4 4 0,3 0 0,-3 0 0,4 0 0,0 0 0,5 0 0,-8 0 0,2 0 0,1 0 0,-7 3 0,10-2 0,-6 2 0,3-3 0,4 0 0,-7 0 0,6 0 0,-6 0 0,3 0 0,0 0 0,-1 0 0,1 0 0,15 0 0,-11 0 0,10 0 0,-14 0 0,-4 0 0,3 0 0,-3 0 0,0 0 0,8 0 0,-11 0 0,11 0 0,-8-3 0,8 2 0,-3-6 0,8 6 0,-12-2 0,6 0 0,-10 2 0,6-3 0,-7 4 0,3 0 0,-4 0 0,4-3 0,1 2 0,0-2 0,3-1 0,4 4 0,-5-7 0,3 6 0,-6-2 0,1 0 0,0 2 0,-1-3 0,1 1 0,-4-1 0,7 0 0,-3 1 0,4 3 0,-4 0 0,7-4 0,-6 3 0,12-3 0,-8 4 0,8 0 0,-8-3 0,3 2 0,1-2 0,-4-1 0,3 3 0,-4-2 0,-4 3 0,3 0 0,-3 0 0,0 0 0,3-3 0,-2 2 0,7-3 0,1 4 0,5 0 0,0 0 0,0-3 0,-5 2 0,0-3 0,-1 4 0,1 0 0,10 0 0,-4 0 0,-1 0 0,-1 0 0,1 0 0,-3 0 0,12 0 0,-17 0 0,7 0 0,-9 0 0,4 0 0,-3 0 0,4-3 0,-5 2 0,4 1 0,-3 1 0,4 3 0,-13-4 0,2 0 0,-6 0 0,10-3 0,-9 2 0,5-2 0,-7 3 0,0 0 0,1-3 0,3 2 0,-7-2 0,6 3 0,-2 0 0,-1 0 0,6 0 0,-8 0 0,9-3 0,-10 2 0,3-2 0,3 3 0,-5 0 0,7 0 0,-7 0 0,8 0 0,-8 0 0,9 0 0,-7 0 0,1 0 0,2 0 0,-6 0 0,6 0 0,1 0 0,-2 0 0,1 0 0,-4 0 0,1-3 0,3 2 0,-2-5 0,-2 3 0,1-4 0,-3 1 0,2-1 0,-2-2 0,0 1 0,-1-1 0,4 2 0,1-10 0,-4 8 0,3-5 0,-9 6 0,5 3 0,0-10 0,-1 7 0,1-5 0,0 7 0,-5-4 0,9 0 0,-10 0 0,-19 0 0,4 7 0,-24 0 0,10 7 0,-8-4 0,-2 4 0,-5 0 0,0-3 0,5 10 0,-3-13 0,8 8 0,-4-6 0,5 1 0,-4 3 0,7-4 0,-2 0 0,9 3 0,-5-2 0,0 2 0,0 1 0,7-3 0,4 2 0,10-3 0,-7 0 0,4 0 0,-1 0 0,-1 3 0,5-2 0,-6 2 0,3-3 0,0 0 0,-3 0 0,2 0 0,-7 0 0,3 0 0,-7 0 0,6 0 0,-6 0 0,3 3 0,-4-2 0,0 2 0,4-3 0,-3 4 0,3-4 0,-4 4 0,-6-4 0,-16 7 0,11-6 0,-6 9 0,22-9 0,4 2 0,-1-3 0,1 0 0,3 0 0,-2 0 0,6 0 0,-6 0 0,2 0 0,1 0 0,-3 0 0,6 0 0,-6 0 0,2 0 0,-2-3 0,2 2 0,-3-2 0,3 3 0,-3 0 0,0 0 0,0 0 0,0 0 0,-4 0 0,7 0 0,-5 0 0,8 0 0,-2 0 0,-3 0 0,5 0 0,-8 0 0,5 0 0,-3 0 0,-4 0 0,2 0 0,-2 0 0,4 0 0,0 0 0,-4 0 0,-1 0 0,-1 0 0,2 0 0,8-3 0,-8 3 0,13-6 0,-8 5 0,3-2 0,2 3 0,-7 0 0,7 0 0,-4 0 0,2 0 0,-3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" min="-2" units="cm"/>
          <inkml:channel name="Y" type="integer" max="2" min="-2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4T14:07:3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388 49 16383,'33'-11'0,"0"1"0,-18 7 0,7 2 0,-6-2 0,2 0 0,-4 2 0,0-2 0,0 3 0,1 0 0,-1 0 0,0 0 0,0 0 0,4 0 0,-2 0 0,2-3 0,0 2 0,-6-2 0,5 3 0,-2 0 0,0 0 0,0-3 0,2 2 0,-1-2 0,3 3 0,-1 0 0,0 0 0,5 0 0,6 4 0,-1-3 0,9 3 0,-12-4 0,17 0 0,-13 0 0,4 0 0,-1 0 0,1 0 0,2 0 0,2 0 0,1 3 0,-4-2 0,8 3 0,-3-4 0,0 4 0,9-3 0,-13 3 0,19-4 0,-9 4 0,-4-3 0,12 3 0,-18-4 0,10 3 0,-8-2 0,-8 3 0,2-4 0,-10-3 0,5 2 0,-11-2 0,3 3 0,-3 0 0,-1 0 0,0 0 0,4 0 0,-3 0 0,4 0 0,-5 0 0,4 0 0,-3 0 0,7 0 0,-3 0 0,4-3 0,-4 2 0,3-3 0,-7 7 0,4-2 0,-1 2 0,-3-3 0,7 0 0,-7 0 0,3 0 0,0 0 0,1 0 0,-3 0 0,1 0 0,-9 0 0,2 0 0,2-3 0,0 3 0,1-3 0,4 3 0,-5 0 0,6 0 0,-4 0 0,-3 0 0,-1-3 0,0-1 0,-3-2 0,5-1 0,-4 25 0,-2-5 0,-3 22 0,-3-16 0,0 7 0,0-6 0,0 8 0,-3-5 0,2-8 0,-6 3 0,7-11 0,-4 3 0,1 3 0,2-5 0,-2 5 0,0-3 0,0-3 0,-1 6 0,-2-6 0,5 6 0,-4-6 0,1 9 0,0-4 0,-2 2 0,5-5 0,-5-2 0,-7 3 0,-3-2 0,-13-1 0,-10 0 0,-1-6 0,-14 7 0,3-7 0,-10 4 0,-2-5 0,-13 0 0,17 0 0,-7 0 0,20-4 0,-3 3 0,15-7 0,2 4 0,13 0 0,4-2 0,1 5 0,7-2 0,-6 3 0,3-3 0,0 2 0,-3-2 0,0 3 0,2 0 0,-2 0 0,3 0 0,-1 0 0,0 0 0,-2 0 0,2 0 0,-7 0 0,-1 0 0,-4 0 0,4 0 0,-3 0 0,-2 4 0,0-3 0,-3 3 0,4-4 0,0 0 0,0 3 0,-5-2 0,8 2 0,-6-3 0,11 0 0,-4 0 0,5 0 0,-4 0 0,3 3 0,-7-2 0,3 2 0,-4 1 0,0-3 0,0 2 0,4-3 0,1 0 0,3 0 0,1 0 0,0 0 0,0 0 0,-3 0 0,5 0 0,-1 0 0,4-3 0,-2 2 0,-2-2 0,3 3 0,-2 0 0,1 0 0,1-2 0,-2 1 0,1-5 0,1 2 0,0 0 0,0-5 0,3 8 0,-3-11 0,4 8 0,-1-6 0,-2 4 0,-1-1 0,-1 3 0,-1-1 0,5 4 0,-6-5 0,2 5 0,1-2 0,-3 1 0,3-2 0,-8 0 0,3-2 0,0 2 0,2 0 0,2 1 0,-3 3 0,6-3 0,-5 2 0,6-4 0,-3 4 0,17 32 0,-3-12 0,18 27 0,-17-26 0,8 2 0,-8-7 0,3 7 0,-2-7 0,-2 3 0,0-7 0,2 2 0,-5-2 0,5 0 0,-2-1 0,0-1 0,-1 2 0,-3 2 0,3 0 0,-3-2 0,4 2 0,-1-5 0,0 8 0,1-8 0,-1 5 0,-3-4 0,0 2 0,0 2 0,0-2 0,0-1 0,0-1 0,0 1 0,0 4 0,0-4 0,16 0 0,3-7 0,25 1 0,8-4 0,17 0 0,15 0 0,7-5 0,1 4 0,-2-9 0,-13 9 0,-2-3 0,-17 4 0,-8 0 0,-13 0 0,-16 0 0,1 0 0,-14 0 0,1 0 0,4 0 0,-4 0 0,7 0 0,-1 0 0,0 0 0,3 0 0,-4 3 0,0-2 0,4 2 0,6-3 0,4 0 0,5 0 0,0-4 0,0 3 0,0-3 0,-5 4 0,-1 4 0,7-3 0,-9 2 0,13-3 0,-10 0 0,-3 0 0,1 0 0,-11 0 0,3 0 0,-7 0 0,-1 0 0,0 0 0,0 0 0,4 0 0,-3 0 0,-1 0 0,0 0 0,1 0 0,3 0 0,-3 0 0,2 0 0,-2 0 0,0 0 0,42 1 0,6 1 0,-27-1 0,25 2 0,-6 0 0,-41-3 0,-6 6 0,12-2 0,-11 2 0,4 1 0,-6 6 0,-6-5 0,-1 12 0,0-4 0,-3 11 0,6-3 0,-6 0 0,7-6 0,-4-4 0,4-3 0,-3 2 0,3-5 0,-7 5 0,7-3 0,-6 1 0,2 2 0,1-6 0,-10 6 0,8-6 0,-8 3 0,0-3 0,8 3 0,-10-2 0,10 2 0,-8-7 0,2 7 0,0-9 0,-6 9 0,5-9 0,-6 5 0,0-1 0,-6 6 0,0-6 0,-12 6 0,1-10 0,-4 7 0,-3-7 0,-3-2 0,5 0 0,-8-3 0,14 0 0,-8 0 0,8-5 0,-9-3 0,4 2 0,0 2 0,-3 0 0,8 0 0,-4-2 0,10 2 0,4 4 0,2 4 0,7 0 0,-3-3 0,4 2 0,-1-5 0,-5 5 0,4-2 0,-4 3 0,5-3 0,-3 2 0,3-2 0,-16 3 0,9-3 0,-10 2 0,9 1 0,0-3 0,4 6 0,-7-7 0,9 4 0,-13 0 0,17 0 0,-13 0 0,6 0 0,-4 4 0,-3-3 0,4 2 0,0-3 0,0 0 0,0 0 0,0 0 0,4 0 0,1 0 0,3 0 0,1 0 0,3 0 0,-2 0 0,6 0 0,-5 0 0,2 3 0,-1-2 0,-1 2 0,5-1 0,-6-1 0,2 5 0,-3-2 0,4 0 0,0 2 0,0-3 0,0 4 0,-1 0 0,-2-4 0,2 6 0,-3-7 0,3 7 0,1-8 0,-3 8 0,5-7 0,-5 7 0,7-6 0,-1 4 0,-6-1 0,5 1 0,-5-3 0,4 1 0,1-1 0,-4 3 0,4-1 0,-1 1 0,5 2 0,-1 2 0,-5-4 0,4 2 0,-6-6 0,8 10 0,-2-8 0,2 10 0,-2-8 0,3 7 0,-5 4 0,1-6 0,3 9 0,-2-6 0,5 0 0,-2-2 0,3-6 0,-3 2 0,3 4 0,3-2 0,4-1 0,6-4 0,5-2 0,6 0 0,4-1 0,10-3 0,6 0 0,51 5 0,-29-4 0,-14 1 0,-4 0 0,-2-2 0,2 0 0,-8-4 0,1 0 0,-14 0 0,-3 0 0,-13 4 0,0 0 0,5 0 0,-8 0 0,5 0 0,0 0 0,-5 0 0,8 0 0,1 0 0,3 0 0,6 0 0,11 0 0,-10 0 0,10 0 0,15 0 0,-25 0 0,24 0 0,-26 0 0,0 0 0,4 0 0,5 4 0,-8-3 0,12 3 0,25-4 0,-26 0 0,26 0 0,-21 0 0,-15 0 0,25 0 0,-8 0 0,-3 0 0,12 0 0,-27 3 0,17-2 0,-22 2 0,15-3 0,-16 0 0,4 3 0,-6-2 0,-2 2 0,-3-3 0,0 0 0,-2 0 0,3 0 0,3 0 0,-5 0 0,6 3 0,-4-2 0,-4 2 0,0-3 0,0 3 0,-3 3 0,-1 8 0,0-3 0,-5 5 0,5-5 0,-5 3 0,5-3 0,-5-2 0,2 4 0,-3-5 0,3 5 0,-3-3 0,6-3 0,-5 5 0,2 2 0,-3-3 0,0 5 0,0-5 0,0 3 0,0 4 0,-3-7 0,-1 8 0,0-10 0,-2 1 0,0 1 0,-5-9 0,0 7 0,-6-5 0,2 0 0,-19 4 0,4-4 0,-8-1 0,-10-3 0,12 0 0,-17 0 0,18 0 0,-13-3 0,17-1 0,-16-1 0,25 2 0,-9-1 0,12 4 0,-15-11 0,9 10 0,-9-6 0,1 3 0,11 4 0,-10-7 0,3 6 0,3-2 0,-3 3 0,-3-4 0,10 3 0,-18-2 0,16-1 0,-5 4 0,-5-4 0,4 4 0,-23 0 0,17 0 0,-12 0 0,5 0 0,8 0 0,-28 0 0,21 0 0,-7 0 0,2 0 0,24 0 0,-6 0 0,13 0 0,8 0 0,-9 0 0,0-3 0,5 2 0,-14-2 0,17 3 0,-8 0 0,4 0 0,5-3 0,-14 2 0,9-1 0,-7 2 0,-1 0 0,5 0 0,-7 0 0,11 0 0,-12 0 0,8 0 0,-7 0 0,5 0 0,-2 3 0,4-3 0,-11 7 0,15-3 0,-15 2 0,11-2 0,-6 2 0,8-5 0,1 1 0,2 1 0,0-2 0,-2 5 0,6-5 0,-8 5 0,3-3 0,-4 1 0,2 2 0,4-5 0,0 5 0,-3-3 0,-2 4 0,-3 0 0,-2 0 0,5-3 0,-5 2 0,-1-2 0,2-1 0,-1 1 0,9-2 0,1-1 0,0 5 0,0-2 0,0-1 0,0 3 0,0-5 0,3 5 0,-6-3 0,6 1 0,-6 2 0,6-2 0,-5 2 0,1 1 0,1-4 0,0 3 0,0-2 0,0 2 0,0-2 0,-6 5 0,8-7 0,-8 10 0,9-11 0,0 8 0,-2 0 0,5-1 0,-3 5 0,-2-7 0,4 1 0,-2 2 0,5 2 0,2-1 0,0 3 0,6-2 0,-2-1 0,6 3 0,-3-2 0,9 3 0,-3-3 0,17-1 0,10-2 0,3-4 0,36 0 0,-24-4 0,39 0 0,-38-4 0,27 3 0,-21-6 0,-9 6 0,-2-3 0,-27 4 0,3 0 0,6 0 0,-3-4 0,15 0 0,-11 0 0,15 0 0,-7 1 0,2 2 0,-9-2 0,12 3 0,-9 3 0,16-2 0,-4 3 0,-10-8 0,10 3 0,-20-3 0,18 1 0,-11 2 0,8-3 0,4 8 0,-18-3 0,13 2 0,-23-3 0,10 0 0,-19 0 0,14 0 0,5 0 0,-2 3 0,32-2 0,-27 3 0,33-4 0,-30 0 0,21 0 0,-27 0 0,32 0 0,-30 0 0,19 0 0,-24 0 0,-4 0 0,2 0 0,-7 0 0,2 0 0,-11 0 0,0 0 0,2 0 0,-4 3 0,18 1 0,-4-1 0,15 4 0,-8-6 0,-5 5 0,-9-5 0,-5 2 0,-4 2 0,4 0 0,-3 8 0,6-9 0,-9 5 0,5-2 0,-8 3 0,5 3 0,-6-2 0,3 8 0,-3-10 0,4 21 0,-1-17 0,2 8 0,-5-15 0,-4 3 0,-12-4 0,3 2 0,-21 7 0,12-8 0,-26 8 0,-2-10 0,2 0 0,-24-4 0,5 0 0,-28-9 0,44 5 0,1-1 0,-30-10 0,-3 3 0,35 4 0,-6 3 0,17-2 0,7 3 0,-2-3 0,2 0 0,0 3 0,2-6 0,5 9 0,-5-9 0,-6 6 0,-2-3 0,1 2 0,-6-1 0,-3 1 0,-9-6 0,8 6 0,-8-6 0,21 7 0,-22-4 0,25 4 0,-22 1 0,21-1 0,-19 4 0,21-7 0,-7 7 0,9-7 0,-11 3 0,5-1 0,-20-2 0,6 6 0,-16-10 0,-2 5 0,7-7 0,9 5 0,3 4 0,26-2 0,-8 5 0,16-5 0,-9 5 0,9-1 0,-12-2 0,8 4 0,-9-4 0,6 4 0,2-2 0,6 1 0,-3-2 0,3 3 0,-3 3 0,3-2 0,-3 1 0,3-2 0,0 0 0,-3 0 0,3 0 0,0 0 0,-2 0 0,1 0 0,1 0 0,-2 0 0,1 3 0,1-2 0,-2 2 0,2-3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" min="-2" units="cm"/>
          <inkml:channel name="Y" type="integer" max="2" min="-2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4T14:07:3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1 159 16383,'38'0'0,"-1"0"0,6 0 0,3 0 0,4 4 0,5 1 0,-10 0 0,4-1 0,-10-4 0,-2 3 0,-8-2 0,-2 0 0,-11-2 0,-2-3 0,-8 4 0,4 0 0,10 0 0,5 0 0,5 0 0,1 0 0,-7 0 0,8 0 0,-8 0 0,4 0 0,-6 0 0,1 0 0,0 0 0,0 0 0,0 0 0,0 0 0,-4 3 0,8-2 0,2 2 0,1-3 0,2 4 0,-5-3 0,-2 2 0,-2-3 0,3 0 0,-5 3 0,-1-5 0,1 5 0,-1-10 0,4 7 0,8 0 0,-4 0 0,1 4 0,-2-4 0,-4 0 0,0 0 0,4 0 0,-7 0 0,7 0 0,-8-3 0,4 2 0,-4-3 0,-4 4 0,-2 0 0,-6 0 0,7 0 0,-4-2 0,1 1 0,1 1 0,3 1 0,0 1 0,3-2 0,4 0 0,-5 0 0,13 0 0,-9 0 0,20 9 0,-5-7 0,13 6 0,-5-8 0,-5 4 0,4-3 0,-21 2 0,1-3 0,-16-3 0,-4-4 0,3-4 0,-2-3 0,3 6 0,0-4 0,0 8 0,-4-9 0,6 6 0,-5-2 0,6 2 0,0 3 0,-3-2 0,13 3 0,-10-4 0,10-3 0,-9 6 0,-1-5 0,4 8 0,-7-5 0,7 2 0,-7 0 0,3-2 0,-1 3 0,-1-4 0,1 0 0,1 1 0,-3-1 0,3 1 0,-1 2 0,-2-2 0,6 0 0,-32 28 0,16-19 0,-21 27 0,18-26 0,5 2 0,-8 4 0,5-2 0,-6 2 0,3-1 0,1-5 0,-1 9 0,1-6 0,-1 0 0,1 2 0,-1-2 0,0 4 0,1 1 0,-1-4 0,1-1 0,-1 2 0,1-2 0,-1 3 0,0 3 0,1-5 0,2 2 0,-2-1 0,2-2 0,-2 6 0,-1-6 0,3 6 0,-4-9 0,3 9 0,-4-6 0,5 3 0,-2 0 0,3-1 0,-4-2 0,0 6 0,1-6 0,2 3 0,-2-1 0,3-1 0,-4 4 0,1-5 0,2 3 0,-5 3 0,7-2 0,-4 3 0,3-4 0,3-1 0,-6 2 0,5-1 0,-5 2 0,3-4 0,-1 4 0,-2-5 0,5 6 0,-5-2 0,6-1 0,-6 0 0,5-1 0,-2 1 0,3 4 0,-3-4 0,3 2 0,-3-2 0,0 1 0,2 1 0,-5-5 0,5 6 0,-1-3 0,2 0 0,-3 6 0,2-8 0,-2 5 0,3-3 0,-3 3 0,2-2 0,-2 2 0,3-3 0,0 3 0,0 2 0,0-1 0,0-4 0,0 3 0,0-5 0,0 5 0,0-4 0,0 2 0,0-1 0,0 6 0,0-7 0,0 3 0,0-2 0,0 4 0,0-3 0,0 2 0,0-4 0,0 1 0,0 3 0,0-2 0,0 1 0,0-2 0,0 1 0,0 1 0,0-2 0,0 0 0,0 3 0,6-3 0,-5 4 0,5-1 0,-6-2 0,3-1 0,-2 0 0,4 3 0,-4-2 0,2 2 0,0-3 0,-2-3 0,5 6 0,-6-3 0,3 1 0,0 2 0,-2-6 0,2 5 0,-3-2 0,3 1 0,1 5 0,-1-8 0,1 5 0,-4-4 0,2 2 0,-1-1 0,2 3 0,0-5 0,-2 5 0,2-2 0,-3-1 0,3 3 0,-3-6 0,3 5 0,-3-1 0,0-1 0,3 2 0,-2-1 0,5-1 0,-6 2 0,3-4 0,0 4 0,1-2 0,0 0 0,1 0 0,-1-1 0,6-4 0,-3 6 0,6-9 0,-6 7 0,6-6 0,-6 4 0,3-1 0,-1 4 0,-1-6 0,1 5 0,1-5 0,-3 2 0,3 1 0,-1-1 0,-2 1 0,6-3 0,-8 4 0,4-3 0,-2 4 0,0-2 0,2 0 0,1-1 0,-3 1 0,3 3 0,-3-3 0,-4 3 0,6-3 0,-4 2 0,4-2 0,-2 6 0,-1-9 0,1 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" min="-2" units="cm"/>
          <inkml:channel name="Y" type="integer" max="2" min="-2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4T14:07:3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7 16383,'42'-3'0,"-6"0"0,-8 3 0,-1 0 0,-3 0 0,8 0 0,-4 3 0,10-2 0,-4 3 0,4-4 0,-1 0 0,-3 0 0,0 0 0,2 0 0,-11 0 0,8 0 0,-10-3 0,0 2 0,4 1 0,-3 1 0,13 2 0,-12-3 0,16 0 0,-11 0 0,3 0 0,-1 0 0,-4 4 0,5-3 0,0 6 0,0-6 0,0 7 0,-1-8 0,6 4 0,-4-4 0,0 0 0,2 4 0,-11-3 0,12 6 0,-9-6 0,5 3 0,0-4 0,-5 0 0,0 0 0,-5 0 0,-4 0 0,-1 0 0,0 0 0,-3 3 0,7-2 0,-3 2 0,4-3 0,5 0 0,0 0 0,1 0 0,-2 0 0,-8 0 0,-1 0 0,-4 0 0,-6 3 0,5-2 0,-5 2 0,3-3 0,2 0 0,-6 3 0,5-3 0,-1 3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" min="-2" units="cm"/>
          <inkml:channel name="Y" type="integer" max="2" min="-2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4T14:07:3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39 16383,'28'-7'0,"2"3"0,-11-2 0,14 5 0,-4-2 0,14-1 0,-4 3 0,10-3 0,-4 0 0,4 3 0,-15-3 0,3 4 0,-13 0 0,0 0 0,-6 0 0,-8 3 0,4-2 0,-7 2 0,7-3 0,-3 0 0,7 3 0,-3-2 0,11 6 0,-1-6 0,12 3 0,2-1 0,5 2 0,0 0 0,0-1 0,-1-4 0,-4 0 0,4 4 0,-9 1 0,8-1 0,-12 0 0,7 0 0,-13-3 0,3 2 0,-4 1 0,0-3 0,4 6 0,-3-7 0,13 4 0,-7 0 0,-1-3 0,2 2 0,-11-3 0,12 4 0,-4-3 0,-7 3 0,1-1 0,-15-3 0,3 4 0,3-4 0,-2 0 0,10 0 0,-6 0 0,3 3 0,-7-2 0,-1 2 0,-1-3 0,2 0 0,-1 0 0,8 0 0,2 0 0,0 0 0,6 0 0,-11 0 0,0 0 0,-5-3 0,0 5 0,0-4 0,3 5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" min="-2" units="cm"/>
          <inkml:channel name="Y" type="integer" max="2" min="-2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4T14:07:3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39 16383,'42'-8'0,"2"-2"0,-5 9 0,5-3 0,0 0 0,5 3 0,-9-2 0,3 3 0,15 0 0,-23 3 0,14-2 0,-27 2 0,-7-3 0,7 0 0,-7 0 0,11 0 0,-5 0 0,6 0 0,0 0 0,-3 0 0,4 0 0,-5 0 0,-4 0 0,3 0 0,-7 0 0,3 0 0,-4 0 0,-3 0 0,3-3 0,0 2 0,1-2 0,0 3 0,-5 0 0,0 0 0,0 0 0,5 0 0,-5 0 0,7 0 0,-5 0 0,6 0 0,0-3 0,-3 2 0,4-3 0,-1 4 0,-3 0 0,3 4 0,0 0 0,6 0 0,0-1 0,3-3 0,-8 0 0,8 0 0,-11 0 0,10 0 0,-11 0 0,7 4 0,-3 0 0,4 0 0,5 0 0,-8-1 0,2-3 0,-11 4 0,-1-4 0,0 0 0,1 0 0,6 3 0,2-2 0,4 2 0,5 1 0,-4-3 0,3 6 0,0-3 0,-3 4 0,4 0 0,-9-4 0,-1 0 0,-7-4 0,-4 3 0,-4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" min="-2" units="cm"/>
          <inkml:channel name="Y" type="integer" max="2" min="-2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4T14:07:3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16 16383,'38'-8'0,"-6"4"0,0 1 0,-8 3 0,7 0 0,-7 0 0,4 0 0,-5 0 0,0 0 0,0 3 0,-4-2 0,-1 2 0,0-3 0,-3 0 0,0 0 0,-5 0 0,0 0 0,0 0 0,4 0 0,-3 0 0,-1 0 0,0 0 0,1 0 0,7 0 0,1 4 0,4-3 0,0 2 0,4-3 0,6 0 0,-3 4 0,7-4 0,-9 4 0,5-1 0,5-2 0,-9 6 0,13-6 0,-8 3 0,10-4 0,0 4 0,-5-3 0,-2 2 0,-4-3 0,-4 4 0,-2-3 0,0 2 0,2-3 0,3 4 0,1-3 0,0 2 0,-4 1 0,-2-3 0,-4 2 0,0 0 0,0-2 0,-4 3 0,-1-1 0,-4-2 0,1 2 0,-1-3 0,0 0 0,-3 0 0,2 0 0,-2 0 0,3 3 0,0-2 0,1 5 0,3-5 0,-3 5 0,7-5 0,-10 2 0,9-3 0,-5 0 0,3 3 0,-1-2 0,-7 2 0,-1-3 0,-1 3 0,1-2 0,4 2 0,-4-3 0,3 0 0,1 0 0,6 0 0,3 3 0,-4-2 0,-1 2 0,-4-3 0,-3 0 0,-1 0 0,-4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" min="-2" units="cm"/>
          <inkml:channel name="Y" type="integer" max="2" min="-2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4T14:07:3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30 16383,'43'0'0,"7"-8"0,0 5 0,18-9 0,10 10 0,6-2 0,0 4 0,-15 4 0,-7-3 0,-6 3 0,-6-4 0,-1 0 0,-5 4 0,0-3 0,-1 3 0,1 0 0,0-3 0,-5 3 0,-2-4 0,-4 0 0,-8 0 0,-6 0 0,-6 0 0,-2 0 0,0 3 0,6-3 0,-1 3 0,7-3 0,0 4 0,4-4 0,-3 7 0,4-6 0,-5 6 0,-4-6 0,-1 2 0,0-3 0,-3 3 0,12-2 0,-11 2 0,10-3 0,-7 0 0,0 0 0,3 0 0,-6 0 0,2 0 0,0 0 0,1 0 0,4 0 0,0 0 0,-4 0 0,7 4 0,-5-3 0,15 2 0,-6-3 0,8 4 0,-1-3 0,-11 3 0,-2-4 0,-14 0 0,-6 3 0,10-6 0,-5 6 0,4-6 0,-7 3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" min="-2" units="cm"/>
          <inkml:channel name="Y" type="integer" max="2" min="-2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4T14:07:3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30 16383,'42'-8'0,"-6"2"0,-4 6 0,1 0 0,1 0 0,14 0 0,-12 0 0,7 0 0,-11 0 0,-3 0 0,8 0 0,-8 0 0,4-3 0,-1 2 0,-8-3 0,4 4 0,-5 0 0,-4 0 0,3 0 0,-11 0 0,7-3 0,-4 2 0,-2-2 0,9 3 0,-5 0 0,3 0 0,3 0 0,-3 0 0,4 0 0,0 0 0,0 0 0,-4 0 0,3 0 0,-3 0 0,1 0 0,-2 0 0,-4 0 0,0 0 0,0 0 0,1 0 0,-5 0 0,8 0 0,-3 0 0,8 0 0,-7 0 0,1 0 0,-9 0 0,5 0 0,-2 0 0,3 0 0,-3 0 0,-1 0 0,0 0 0,5 0 0,-3 0 0,5 0 0,-6 0 0,-1 0 0,4 0 0,-3 0 0,-1 0 0,8 0 0,-10 3 0,9-2 0,-2 2 0,4-3 0,4-4 0,5 3 0,-4-2 0,-1 3 0,-1 0 0,-10 3 0,8-2 0,-8 2 0,5-3 0,-3 0 0,-3 0 0,-1 0 0,-1 0 0,2 0 0,2 0 0,-3 0 0,6 0 0,-8 0 0,8 0 0,-1 0 0,0 3 0,0-2 0,-5 2 0,0-3 0,1 0 0,-1 0 0,8 3 0,-6-2 0,10 2 0,-3-3 0,0 4 0,7-4 0,-6 4 0,12-4 0,-8 0 0,3 0 0,-7 3 0,-6-3 0,0 4 0,-4-1 0,5-2 0,-1 2 0,0-3 0,0 0 0,1 3 0,3-2 0,-3 2 0,0-3 0,-5 0 0,-1 3 0,2-2 0,-1 1 0,4-2 0,-4 0 0,5 0 0,-1 0 0,-3 3 0,6-2 0,-9 2 0,14-3 0,-14 0 0,9 3 0,-2 1 0,4 0 0,4 0 0,-4-4 0,7 0 0,-9 3 0,2-2 0,-6 2 0,-5-3 0,5 3 0,-3-2 0,1 1 0,6 2 0,-5-3 0,6 2 0,-4-3 0,-3 0 0,2 0 0,-5 0 0,5 3 0,-3-2 0,1 2 0,2-3 0,-6 0 0,11 7 0,-10-6 0,6 6 0,-4-7 0,-3 0 0,10 0 0,-6 3 0,6-2 0,-2 2 0,-5-3 0,4 0 0,-7 3 0,7-2 0,-4 2 0,1-3 0,2 0 0,-6 0 0,6 0 0,-2 0 0,3 3 0,-3-2 0,3 2 0,-3-3 0,3 3 0,-3-2 0,-1 5 0,2-5 0,0 5 0,5-6 0,-3 4 0,-3-1 0,-1-3 0,0 3 0,0 0 0,0-2 0,3 2 0,-6-3 0,6 3 0,-2-3 0,-1 3 0,2-3 0,2 0 0,0 4 0,4-4 0,-4 3 0,0-3 0,0 0 0,0 0 0,9 4 0,-3-3 0,17 3 0,-3 3 0,15 0 0,2 1 0,-1-4 0,-1 0 0,-18-3 0,-7 3 0,-14-4 0,-7-3 0,13-1 0,-10 1 0,14 0 0,-9-1 0,-1 4 0,4-4 0,-7 4 0,7 0 0,-4 0 0,1 0 0,6 0 0,-6 0 0,10 0 0,-2-3 0,0 2 0,0-2 0,-5 3 0,-3 0 0,-1 0 0,-1 0 0,1 0 0,3-3 0,-2 2 0,1-2 0,-1 3 0,-1-3 0,3 3 0,-6-3 0,6 0 0,-3 2 0,1-2 0,2 6 0,-3-2 0,4 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" min="-2" units="cm"/>
          <inkml:channel name="Y" type="integer" max="2" min="-2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5T14:30:5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1 553 16383,'11'-25'0,"0"7"0,-10 12 0,5 2 0,0-8 0,-1 4 0,4-2 0,-6 1 0,4 5 0,-1-8 0,-2 1 0,2 4 0,-2-5 0,-1 5 0,3-3 0,-2-3 0,-1 6 0,0-5 0,0 1 0,1 1 0,0-2 0,-2 5 0,1-6 0,4 6 0,-3-3 0,5 1 0,-2 4 0,0-6 0,2 3 0,-2 1 0,0-5 0,-1 8 0,1-5 0,2 2 0,-1 0 0,1 1 0,1-1 0,-3 1 0,2-1 0,-2-2 0,-1 1 0,1-1 0,3 5 0,3-2 0,-2 6 0,-1-6 0,-1 2 0,-2-2 0,7 2 0,-4 1 0,0 0 0,0 2 0,3-5 0,-2 6 0,-1-6 0,2 5 0,-7-5 0,11 3 0,-9-4 0,2 3 0,1-1 0,0 4 0,0-5 0,0 2 0,-1 1 0,2 0 0,-1 0 0,2 2 0,-4-5 0,4 6 0,-2-6 0,0 5 0,3-2 0,-6 0 0,6 0 0,-3-1 0,0-2 0,-1 2 0,1 1 0,1 0 0,-1 0 0,0-1 0,-1-2 0,2 2 0,-1 1 0,2 3 0,-4-3 0,4 2 0,-2-2 0,1 3 0,1 0 0,-2 0 0,0 0 0,3 0 0,-3 0 0,0 0 0,3 0 0,-3 3 0,0-2 0,3 5 0,-6-5 0,5 2 0,-2-3 0,1 0 0,1 3 0,-2-3 0,1 3 0,1-3 0,-5 3 0,6-2 0,-3 2 0,0-3 0,3 0 0,-3 3 0,0-3 0,2 6 0,-4-5 0,4 2 0,-2 0 0,1-2 0,1 2 0,-5-1 0,6-1 0,-3 5 0,0-5 0,3 2 0,-5-3 0,4 3 0,-1 0 0,-1 1 0,-1 2 0,1-3 0,-3 4 0,3 0 0,-4 2 0,4-5 0,-3 8 0,3-8 0,-4 6 0,4-3 0,-3-1 0,5-2 0,-4 2 0,1-3 0,-2 7 0,-1-3 0,1 3 0,2-1 0,-1-5 0,1 5 0,-2-2 0,-1 0 0,1 5 0,2-4 0,-4 1 0,4 1 0,-6-3 0,4 6 0,-1-6 0,-2 2 0,2 1 0,-3-3 0,4 6 0,-3-6 0,2 2 0,-3 1 0,4-3 0,-1 3 0,1-1 0,-1-2 0,1 3 0,0-1 0,-4-1 0,6 4 0,-7-5 0,6 3 0,-4-1 0,0-1 0,1 4 0,-4-2 0,2 1 0,0 1 0,-2-5 0,5 6 0,-6-3 0,3 0 0,0 3 0,-2-6 0,2 5 0,-3-1 0,0-1 0,3 2 0,-3-2 0,3 1 0,-3 1 0,0-2 0,0 1 0,0 1 0,0-2 0,0 0 0,0 3 0,0-3 0,0 0 0,-3 3 0,3-3 0,-3 0 0,3 3 0,0-3 0,0 0 0,0 2 0,0-1 0,0-1 0,-3 3 0,2-5 0,-2 4 0,0-2 0,3 1 0,-3 1 0,0-5 0,-1 6 0,-3-5 0,4 2 0,-3-1 0,5 1 0,-5 0 0,3 0 0,-7 0 0,3-3 0,0 3 0,-1 0 0,3-6 0,-7 8 0,5-11 0,-3 11 0,3-8 0,-2 6 0,2-3 0,-3-1 0,0 1 0,6-1 0,-8 1 0,7-1 0,-4 1 0,-1 0 0,3-4 0,-3 6 0,0-8 0,3 8 0,-3-2 0,6 0 0,-4 3 0,0-4 0,-2 1 0,1-1 0,2 1 0,-3 2 0,3-4 0,-2 4 0,-1-6 0,3 4 0,-10 0 0,12-1 0,-9-1 0,8 0 0,-1-1 0,-6 3 0,6-4 0,-3 3 0,1 1 0,2 0 0,-3 0 0,3 1 0,-2-3 0,2 4 0,-3-2 0,4-1 0,2 7 0,1-5 0,-3 4 0,23-36 0,-15 14 0,23-26 0,-18 25 0,7-2 0,-6-2 0,2 3 0,-3-5 0,0 6 0,0 1 0,0-4 0,0 7 0,0-11 0,-3 7 0,2-4 0,-2 5 0,-1 3 0,3-5 0,-5 3 0,5-7 0,-6 9 0,6-3 0,-2-3 0,0 5 0,-2-4 0,2-1 0,-4 5 0,4-9 0,-4 7 0,0-1 0,3-3 0,-3 4 0,7-5 0,-6 1 0,2 3 0,-3-2 0,3 5 0,-3-4 0,3 1 0,-3 1 0,0-2 0,0 1 0,0 1 0,0-3 0,0 5 0,0-4 0,0 2 0,0 0 0,-3-6 0,3 8 0,-6-5 0,5 3 0,-2 3 0,0-6 0,3 3 0,-3 0 0,-1-3 0,4 6 0,-6-10 0,2 9 0,0-5 0,-2 4 0,3 2 0,-4-6 0,1 6 0,2-3 0,-5 4 0,4-1 0,-5 1 0,3-4 0,1 2 0,-1-2 0,-2 4 0,1-1 0,-5-3 0,6 6 0,-3-5 0,-3 2 0,5 3 0,-8-6 0,8 10 0,-2-7 0,0 4 0,3-1 0,-7 1 0,4 0 0,-1 2 0,-2-2 0,2-1 0,1 4 0,-4-7 0,4 7 0,-1-7 0,-3 7 0,0-3 0,-2 3 0,-2 0 0,0-4 0,-1 4 0,0-4 0,1 4 0,4-3 0,-1 2 0,-3-2 0,6 3 0,-5 0 0,6 0 0,-3 0 0,-6-3 0,7 2 0,-3-2 0,6 3 0,2 0 0,-5 0 0,2 3 0,0-2 0,-5 2 0,5 0 0,-3-2 0,0 5 0,7-5 0,-6 5 0,2-5 0,1 2 0,-3 0 0,5-2 0,-5 5 0,0-5 0,2 4 0,-2-4 0,6 5 0,-2-5 0,-2 2 0,1 0 0,-2 0 0,4 1 0,-7 2 0,3-2 0,-2-1 0,4 3 0,4-2 0,-4 3 0,3-1 0,-5 1 0,4-4 0,-1 3 0,29 1 0,-11-3 0,23 2 0,-14-6 0,1 0 0,4 0 0,7 4 0,-10-4 0,5 4 0,-5-1 0,-8-3 0,4 3 0,-9-3 0,2 3 0,1 1 0,0 0 0,3-2 0,-6 1 0,6-2 0,-3 5 0,0-5 0,2 5 0,-4-6 0,4 3 0,-2 0 0,1-2 0,1 2 0,-5 0 0,6 0 0,-3 1 0,0 2 0,0-3 0,-1 1 0,1 2 0,1-5 0,1 5 0,-5-3 0,3 4 0,-1 2 0,-1-1 0,1-2 0,-2 3 0,-1-5 0,4 9 0,-6-6 0,2 3 0,-3 0 0,1-3 0,2 6 0,1-6 0,-1 3 0,4-1 0,-3-2 0,3 0 0,-4 8 0,-2-9 0,2 7 0,-2-1 0,3-7 0,-3 12 0,2-7 0,-3-2 0,4 4 0,-3-5 0,2 4 0,-6 2 0,6-6 0,-2 5 0,3-4 0,-4 4 0,3-5 0,-5 6 0,5-3 0,-6 0 0,6 3 0,-5-6 0,2 5 0,0-2 0,-2 1 0,1 1 0,1-5 0,-2 6 0,5-3 0,-2 0 0,-1 3 0,0-6 0,0 5 0,-2-1 0,2-1 0,0 2 0,-3-4 0,6 5 0,-11-46 0,4 24 0,-9-33 0,3 32 0,0 4 0,1-4 0,2 0 0,-5 0 0,8 0 0,-8 1 0,6 1 0,-4-1 0,0 0 0,1 1 0,-1-1 0,1-1 0,-1 3 0,1-3 0,-1 1 0,0 2 0,-2-3 0,2 4 0,-3-1 0,4-3 0,-1 3 0,0-2 0,-2 2 0,2 1 0,-3-1 0,4-3 0,-1 3 0,-3-2 0,3 5 0,-5-2 0,4 3 0,-1-4 0,-1 0 0,3 1 0,-5-1 0,4 4 0,-1-3 0,-1 2 0,0-3 0,0 4 0,1-3 0,-1 2 0,3-2 0,-3-1 0,1 4 0,-2 0 0,-2 0 0,3 2 0,1-5 0,-1 2 0,0 1 0,0 0 0,0-3 0,1 5 0,1-8 0,-4 8 0,5-5 0,-6 6 0,3-6 0,0 5 0,-3-5 0,6 5 0,-5-4 0,4 1 0,-4 0 0,5-2 0,-6 6 0,6-9 0,-6 7 0,6-6 0,-5 7 0,4-5 0,-4 5 0,2-2 0,0 1 0,-3 1 0,3-2 0,0 3 0,-3-3 0,6-1 0,-2-2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" min="-2" units="cm"/>
          <inkml:channel name="Y" type="integer" max="2" min="-2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5T14:30:5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161 0 16383,'-21'19'0,"8"-2"0,1-16 0,7 2 0,-8 0 0,3 0 0,0 1 0,-3-1 0,3-3 0,-4 0 0,4 0 0,0 0 0,1 3 0,-2 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" min="-2" units="cm"/>
          <inkml:channel name="Y" type="integer" max="2" min="-2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5T14:31:2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1 209 16383,'11'-14'0,"1"4"0,-9 5 0,0 2 0,7-2 0,-6 2 0,4-1 0,-1 1 0,-4 0 0,7-4 0,-4 4 0,2-2 0,-3-3 0,1 7 0,-1-6 0,3 4 0,-2 0 0,2-2 0,-1 5 0,-1-5 0,2 5 0,0-5 0,-2 4 0,1-3 0,-1 1 0,-1-2 0,3 2 0,-2-2 0,1 5 0,4-5 0,-5 5 0,5-5 0,-6 4 0,3-3 0,1 3 0,-1-1 0,0 2 0,0 0 0,-2 0 0,5 0 0,-5 0 0,1-2 0,1 1 0,-1-1 0,1-1 0,-1 3 0,-1-2 0,2-1 0,0 3 0,-2-3 0,1 1 0,1-1 0,-2 0 0,2 1 0,-1 2 0,-1 0 0,4-2 0,-4 1 0,2-1 0,0 0 0,-2 1 0,4-4 0,-4 5 0,1-3 0,4 3 0,-5 0 0,5 0 0,-6 0 0,3 0 0,0-2 0,1 2 0,-2-5 0,-1 4 0,1-1 0,2 2 0,-1 0 0,0-2 0,0 1 0,-2-1 0,2 2 0,2 0 0,-3 0 0,1-2 0,-1 1 0,-1-4 0,2 5 0,0-2 0,0 2 0,-2 0 0,1 4 0,-8 4 0,-1 1 0,-5-2 0,4-2 0,-2-2 0,0 2 0,1 2 0,-3-1 0,4-1 0,-2 0 0,-3 0 0,4 1 0,-3 1 0,4-1 0,-2-4 0,0 5 0,-1-3 0,1 1 0,0 2 0,-1-4 0,1 3 0,0 0 0,-1-4 0,1 5 0,-3-2 0,5 0 0,-4 3 0,6-3 0,-4 0 0,0 0 0,1 3 0,-3-4 0,4 3 0,0-2 0,-4-1 0,6 5 0,-9-8 0,6 6 0,-4-2 0,5 1 0,-4 1 0,6-1 0,-6 1 0,4-1 0,-2-1 0,-3 2 0,2-4 0,-2 5 0,3-5 0,0 1 0,-1 2 0,3-1 0,-1 3 0,1-3 0,-3 0 0,3 3 0,-1-3 0,1 3 0,0-1 0,-2-1 0,4 2 0,-3-1 0,3-1 0,-4 1 0,2-2 0,-2 3 0,2-2 0,-2 1 0,5 1 0,-5-3 0,2 3 0,0-1 0,-2-1 0,2 2 0,-2-3 0,0 0 0,-1 2 0,3-1 0,-1 2 0,1-3 0,-3 0 0,1 0 0,0 0 0,-1 0 0,1 1 0,0-1 0,-3 0 0,2-2 0,-2 1 0,3-1 0,-3 0 0,2 0 0,-4-3 0,4 0 0,-1 0 0,-1 2 0,2-2 0,-4 0 0,4-7 0,-2 1 0,5-4 0,-2 2 0,5 2 0,-5-4 0,2 4 0,-1-5 0,0 3 0,1-1 0,-1 1 0,-1 0 0,2 0 0,0-1 0,-2 2 0,4 1 0,-3-1 0,3 1 0,-4-1 0,2-1 0,-2 2 0,2-1 0,-2 2 0,2 0 0,-4 2 0,1-4 0,-2 6 0,5-9 0,-4 9 0,3-6 0,-3 4 0,1-4 0,1 4 0,0-4 0,-1 1 0,3 1 0,-1-3 0,1 3 0,14 0 0,-7 2 0,13 1 0,-12 2 0,3 0 0,1 0 0,0 0 0,-1 0 0,2 0 0,0 0 0,4-3 0,-3 3 0,-2-5 0,2 4 0,-2-1 0,2 2 0,1 0 0,-1-3 0,1 3 0,-1-3 0,1 3 0,-1 0 0,-2 0 0,-1 0 0,0 0 0,-2 0 0,4 3 0,-3-3 0,3 5 0,-4-4 0,2 1 0,0-2 0,-2 0 0,4 0 0,-4 0 0,2 0 0,0 0 0,-3 0 0,6-2 0,-6 1 0,3-3 0,3 0 0,2-1 0,0-1 0,1 3 0,-8-2 0,2 5 0,-3-5 0,1 0 0,-3-1 0,-10 22 0,2-11 0,-8 18 0,8-17 0,2-1 0,-4 0 0,3 0 0,-6-2 0,6 2 0,-3-3 0,4 6 0,0-2 0,-2 1 0,2-2 0,-2 1 0,-1-1 0,1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" min="-2" units="cm"/>
          <inkml:channel name="Y" type="integer" max="2" min="-2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5T14:31:2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515 198 16383,'-14'-15'0,"-2"3"0,8 6 0,-11 0 0,-1 0 0,-6 0 0,-1-1 0,0 4 0,4-3 0,1 6 0,7-6 0,3 6 0,4-3 0,2 1 0,-1 1 0,1-3 0,-2 3 0,0-3 0,2 3 0,-1-1 0,-1-1 0,2 1 0,-2-1 0,1 0 0,1 1 0,-2 1 0,0-3 0,2 3 0,-1-1 0,-1 0 0,2 1 0,-2-3 0,3 1 0,-3-3 0,5 1 0,-7 2 0,7-3 0,-5 4 0,5-7 0,-4 6 0,3-2 0,-3 0 0,-1 2 0,4-2 0,-5 2 0,5-2 0,-3 5 0,-1-5 0,2 2 0,-2 0 0,1 1 0,1 0 0,-2 1 0,3 9 0,2-4 0,0 11 0,3-9 0,0 5 0,0-5 0,3 1 0,-3 1 0,5-2 0,-2 2 0,0-3 0,2 0 0,3 6 0,1-2 0,5 4 0,-5-4 0,5 5 0,-4-7 0,3 4 0,-2-5 0,-5-3 0,2-1 0,-1 1 0,-1 0 0,2 2 0,-3 0 0,1-2 0,1 4 0,-1-4 0,5 5 0,-5-3 0,2 0 0,-5 1 0,2-1 0,-2 2 0,5-1 0,-2 2 0,2 0 0,0-5 0,1 5 0,0-5 0,-1 0 0,-3-1 0,1 3 0,2 1 0,-2 2 0,1-3 0,-1 3 0,-3-5 0,2 5 0,-2-3 0,5 1 0,-2-3 0,2 1 0,-3 2 0,-2-1 0,2 3 0,-2-1 0,0-1 0,2 4 0,-2-4 0,2 0 0,-2 1 0,2-4 0,-2 4 0,2-1 0,0-1 0,1 0 0,-1 0 0,0 0 0,1 1 0,-1-1 0,0 2 0,-2-1 0,2 1 0,-2-25 0,3 7 0,-3-18 0,0 15 0,-3 5 0,0-1 0,0 1 0,0 1 0,2-3 0,1 5 0,0-1 0,0-1 0,-3 2 0,2-1 0,1-1 0,0 3 0,2-3 0,-2 3 0,0-2 0,2 1 0,-3-2 0,4 1 0,-1 3 0,-2-5 0,2 3 0,-2 1 0,0-5 0,-1 7 0,1-5 0,2 2 0,1 4 0,4-3 0,-4 4 0,-3-8 0,1 5 0,-1-3 0,0 0 0,5 3 0,-6-3 0,4 2 0,-1 0 0,1-1 0,-1 1 0,0 0 0,-2-2 0,0 1 0,-3-4 0,0 4 0,0-1 0,-3-1 0,0 2 0,-5 1 0,3 2 0,-3 3 0,0-2 0,2-1 0,-4 0 0,4 1 0,-2 2 0,0-2 0,-1 1 0,1-1 0,0 2 0,0 0 0,2 0 0,-3-3 0,2 0 0,-2 1 0,1-3 0,0 4 0,2-1 0,-1 0 0,1 1 0,-4-3 0,4 3 0,-2-1 0,0 2 0,0 0 0,-1 0 0,1 0 0,0 0 0,2 0 0,-4 0 0,4 0 0,-1 0 0,-1-3 0,2 3 0,-3-2 0,2 2 0,1 0 0,-4 2 0,4-2 0,-2 3 0,0-3 0,2 0 0,-4 2 0,4-1 0,-1 1 0,-1 0 0,2 1 0,-2 2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" min="-2" units="cm"/>
          <inkml:channel name="Y" type="integer" max="2" min="-2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5T14:31:2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11 16383,'20'0'0,"0"0"0,-14 0 0,2 0 0,0 0 0,-3 0 0,6 0 0,-6 0 0,3 0 0,0 0 0,-2 0 0,4 2 0,-4-1 0,2 1 0,2-2 0,-3 0 0,3 0 0,-2 0 0,-2 0 0,5 0 0,-5 0 0,1 0 0,1 0 0,-2 0 0,4 0 0,-4 0 0,2 0 0,-1 0 0,-1 0 0,4 0 0,-4-2 0,2 1 0,0-1 0,-2 2 0,6 0 0,-7-3 0,5 3 0,-5-2 0,1-1 0,4 0 0,-21 17 0,12-10 0,-15 15 0,12-17 0,1 3 0,-1 5 0,0-3 0,1 5 0,-4-7 0,5 0 0,-5 3 0,4-3 0,-1 3 0,-3-3 0,4 5 0,-6-3 0,6 3 0,-1-5 0,-1 0 0,3 3 0,-5-3 0,5 3 0,-5-1 0,4-1 0,-1 2 0,-1-1 0,1-1 0,-4 1 0,3-1 0,-2-1 0,0 2 0,2-1 0,-5-1 0,3 0 0,-1-2 0,-4 2 0,4-2 0,-4 1 0,4-1 0,-2 0 0,0 2 0,-1 1 0,3-1 0,-1 1 0,6 1 0,-4-3 0,-3 1 0,2-2 0,-5-6 0,6 0 0,0 1 0,-1-8 0,1 8 0,0-5 0,2 0 0,0 3 0,1-6 0,21 19 0,-17-6 0,20 11 0,-19-9 0,2 0 0,0 3 0,-2-2 0,2 1 0,-2 1 0,2-3 0,1 1 0,-3 0 0,1-2 0,2 3 0,-3-1 0,4-1 0,-1 0 0,0 0 0,-1 0 0,0 0 0,0-2 0,3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" min="-2" units="cm"/>
          <inkml:channel name="Y" type="integer" max="2" min="-2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5T14:31:26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663 172 16383,'-6'8'0,"-1"-3"0,4-3 0,0 1 0,-2-3 0,4 5 0,-4-2 0,5 2 0,-5-2 0,5 1 0,-5-1 0,4 2 0,-4 1 0,5-1 0,-5 0 0,2-2 0,0 1 0,1-1 0,-1 0 0,3 2 0,-5-5 0,5 5 0,-3-2 0,1 0 0,1 1 0,-4-1 0,3 0 0,-1 2 0,-2-5 0,4 5 0,-4-5 0,5 5 0,-5-2 0,2 0 0,0 1 0,-2-3 0,3 1 0,-4 1 0,1-3 0,0 5 0,-1-5 0,1 5 0,-1-2 0,1 0 0,0-1 0,-1-2 0,4 2 0,-3-1 0,2 1 0,-3-2 0,4 2 0,-3-1 0,2 1 0,-3-2 0,4 3 0,-3-3 0,2 2 0,-3-2 0,1 0 0,2 3 0,-2-3 0,2 3 0,-2-6 0,0 0 0,2-2 0,-2 0 0,5-3 0,-5 5 0,2-7 0,-3 4 0,-2-6 0,-1 1 0,-3 0 0,3 0 0,1 2 0,-3-2 0,6 5 0,-8-2 0,6 5 0,-2-2 0,4 0 0,-3-1 0,5-2 0,-8 0 0,5 4 0,-2-3 0,2 6 0,1-3 0,0 3 0,-1-4 0,3 3 0,-1-4 0,1 3 0,-3-1 0,1 3 0,2-3 0,-2 3 0,2-3 0,-2 3 0,0-4 0,-1 2 0,3-2 0,-1 2 0,1 1 0,-3 0 0,1 1 0,0-1 0,2 0 0,-2 1 0,2-1 0,-2 2 0,-1 0 0,1-3 0,2 1 0,-2-1 0,2 0 0,0 1 0,-4 2 0,5-5 0,-5 2 0,6-2 0,-3 2 0,1 1 0,0-1 0,-2 3 0,2-2 0,0-1 0,-2 3 0,5-5 0,-5 4 0,2-1 0,-2 0 0,-1 1 0,1-1 0,2 0 0,-2 1 0,2-1 0,-2-3 0,-1 4 0,1-4 0,0 5 0,-1 0 0,3-3 0,-1 3 0,1-3 0,-3 3 0,1-2 0,0 2 0,2-5 0,0 2 0,3-2 0,3 2 0,-3-2 0,5 5 0,-2-2 0,0-1 0,2 3 0,-2-3 0,2 3 0,0 0 0,1 0 0,-1 0 0,0 0 0,-2-2 0,2 1 0,-2-1 0,2 2 0,-2 2 0,5-1 0,-7 4 0,6-2 0,-6 2 0,4-2 0,-2 1 0,2-3 0,0 1 0,1 3 0,-3-1 0,2 3 0,1 1 0,0-2 0,-1 2 0,0-3 0,-2 0 0,0 3 0,2-4 0,-5 6 0,3-7 0,-1 3 0,-1-2 0,1-1 0,1 0 0,-3 2 0,2-2 0,-2 2 0,0 0 0,3 0 0,-3 0 0,3 1 0,-3-1 0,0 0 0,0 0 0,2 0 0,-1 0 0,1 1 0,-2-1 0,0 0 0,0 0 0,3 0 0,-3 1 0,2-1 0,1 0 0,-3 0 0,3 0 0,-3 0 0,2 1 0,-1-1 0,1 0 0,-2 0 0,3-2 0,-3 2 0,2-3 0,-2 4 0,3 2 0,-2-3 0,1 3 0,1-3 0,-3 1 0,3-1 0,-1 0 0,-1 0 0,1 0 0,0 0 0,-1 3 0,1-2 0,-2 2 0,0-3 0,0 0 0,0 1 0,0-1 0,0 0 0,3-2 0,-3 1 0,3-1 0,-3 2 0,0 1 0,0-1 0,0 0 0,0 3 0,0-2 0,2 4 0,-1-4 0,1 2 0,-4-3 0,1 0 0,-1 0 0,2 1 0,0-1 0,0 0 0,-2 0 0,1 0 0,-1 1 0,2-1 0,0 0 0,-3-2 0,3 4 0,-3-3 0,1 1 0,1 0 0,-1-2 0,2 2 0,0 0 0,0 0 0,0 0 0,0-16 0,2 10 0,-1-15 0,4 16 0,-2-3 0,0 1 0,1 1 0,-3-3 0,4 3 0,-5-3 0,5 3 0,-2-1 0,2 2 0,-2-3 0,2 3 0,-2-5 0,2 5 0,1-3 0,-1 3 0,0 0 0,1-2 0,-1 2 0,0-3 0,1 3 0,-1 0 0,-2-2 0,2 1 0,-2-1 0,2 0 0,0 1 0,1-1 0,-3 0 0,1 1 0,-1-1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" min="-2" units="cm"/>
          <inkml:channel name="Y" type="integer" max="2" min="-2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5T14:31:26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 16383,'0'17'0,"0"-3"0,0-7 0,0-1 0,0-1 0,0 0 0,0 0 0,0 3 0,0-2 0,0 4 0,0-4 0,3 2 0,-3 0 0,3-2 0,-3 2 0,0-3 0,0 0 0,0 0 0,0 0 0,0 1 0,0-1 0,0 0 0,0 3 0,2-2 0,-1 1 0,3-1 0,-3 1 0,1 2 0,-2 0 0,3 1 0,-2-4 0,1 4 0,-2-1 0,0 0 0,0 4 0,0-6 0,0 9 0,0-9 0,0 4 0,2-6 0,-1 0 0,1 0 0,-2 1 0,0-1 0,3-2 0,-3 1 0,3-1 0,-1 0 0,-1 2 0,1-2 0,1 4 0,0-1 0,0 2 0,-1-3 0,3 3 0,-3-2 0,3 2 0,0-5 0,-1-1 0,-3-11 0,0 4 0,-8-7 0,6 4 0,-1 0 0,2-1 0,0-1 0,-3 4 0,3-2 0,-3 3 0,3 0 0,-2 2 0,1-2 0,-1 0 0,2-1 0,-2 0 0,1 2 0,-1 1 0,2-2 0,-3-1 0,3 1 0,-3 0 0,3 0 0,-2 0 0,1 2 0,-1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" min="-2" units="cm"/>
          <inkml:channel name="Y" type="integer" max="2" min="-2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5T14:31:26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 16383,'12'3'0,"-2"2"0,-5-5 0,0 5 0,1-4 0,-1 1 0,3 0 0,-2 1 0,2 0 0,-2 2 0,-1-5 0,3 5 0,1-2 0,0 1 0,2 0 0,-5-3 0,4 4 0,-4-2 0,3 2 0,-4-2 0,0 5 0,4-7 0,-6 6 0,5-4 0,-5 0 0,2-1 0,1-2 0,-1 2 0,0-1 0,1 1 0,-1 1 0,0-3 0,-2 5 0,2-5 0,-2 5 0,2-2 0,1 2 0,2 3 0,0-5 0,1 7 0,2-6 0,-2 4 0,0-2 0,-1-1 0,-2-2 0,2 2 0,-2-5 0,2 5 0,-3-2 0,0 2 0,4-2 0,-3-1 0,-1 1 0,0-3 0,-2 2 0,2-2 0,-2 3 0,2-3 0,-2 5 0,2-4 0,1 1 0,-3 0 0,1-1 0,-1 1 0,3-2 0,-3 2 0,1-1 0,-1 1 0,3 1 0,-1-3 0,0 2 0,-2 1 0,2-3 0,-2 3 0,0-1 0,2-2 0,-2 3 0,0-1 0,1-1 0,2 1 0,-2 0 0,3 1 0,-1 0 0,-2 2 0,-2-3 0,-5 4 0,0-1 0,-1-2 0,1 1 0,-3-1 0,1 2 0,0 3 0,-1-2 0,3 2 0,-2-3 0,2 0 0,-2 3 0,-1 1 0,3-1 0,-2 0 0,4-3 0,-3 0 0,3 1 0,-1-1 0,-1 0 0,0 3 0,0-2 0,1 1 0,-1-1 0,3 2 0,-3-3 0,1 3 0,1 0 0,-1-2 0,0 2 0,1-3 0,-1 0 0,-1 0 0,3 3 0,-5-4 0,4 6 0,-4-4 0,5 2 0,-3 3 0,3-5 0,-2 2 0,1-3 0,-1 0 0,2 0 0,0 0 0,0 1 0,-3-4 0,3 3 0,-2-2 0,2 2 0,0 0 0,0 0 0,0 1 0,-3-1 0,3 0 0,-3 0 0,3 0 0,0 1 0,0-1 0,0 0 0,0 0 0,-2-2 0,1 2 0,-1-3 0,2 4 0,0-1 0,-3-2 0,3 1 0,-2-1 0,2 2 0,0 0 0,-3 1 0,3-1 0,-3 0 0,3 0 0,0 0 0,-2-2 0,1 2 0,-1-2 0,-1 0 0,3 1 0,-2-1 0,-1 0 0,3 2 0,-5-5 0,2 0 0,0-3 0,-2-2 0,5 0 0,-5 2 0,4-2 0,-6 2 0,3-2 0,-4 0 0,3 2 0,2-2 0,-2 5 0,4-5 0,-1 2 0,0 0 0,1-1 0,-4 3 0,5-3 0,-5 1 0,2 0 0,0-2 0,1 2 0,-1 0 0,0 1 0,-2 2 0,0 0 0,2-2 0,-2 1 0,4-3 0,-3 1 0,1 0 0,-3-2 0,1 2 0,0 1 0,-3-3 0,4 2 0,-6 0 0,8-2 0,-5 5 0,4-3 0,-3 3 0,4-2 0,-3 1 0,2-3 0,-3 1 0,1 0 0,2-2 0,-2 5 0,2-2 0,-2 2 0,2-3 0,-2 3 0,5-5 0,-3 2 0,1 0 0,2-1 0,-5 1 0,2 0 0,-3 1 0,4-1 0,-3 1 0,4-4 0,-4 3 0,2 1 0,1 0 0,-3-1 0,2-2 0,-3 2 0,3-2 0,-4 2 0,6-2 0,-7 0 0,5 0 0,-2-3 0,-1 2 0,3-2 0,-2 5 0,5-2 0,-5 3 0,4-4 0,-3 1 0,1 2 0,0 3 0,3 11 0,3-4 0,0 5 0,1-7 0,0 3 0,-1-2 0,4 4 0,-3-1 0,4-1 0,-2 3 0,0-2 0,2-1 0,-2 0 0,3 0 0,-4-2 0,-2 2 0,2-3 0,-2 0 0,2 0 0,0-2 0,1 2 0,-1-2 0,0 2 0,1-2 0,-3 1 0,1-3 0,-1 1 0,3 1 0,-1-3 0,0 5 0,1-5 0,-1 5 0,0-4 0,-2 3 0,2-3 0,-2 1 0,0 0 0,2-1 0,-2 1 0,0 1 0,2-1 0,-3 1 0,4 0 0,-1-1 0,0-2 0,1 3 0,-1-3 0,0 0 0,1 0 0,-3 2 0,-1 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" min="-2" units="cm"/>
          <inkml:channel name="Y" type="integer" max="2" min="-2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5T14:31:2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1 209 16383,'11'-14'0,"1"4"0,-9 5 0,0 2 0,7-2 0,-6 2 0,4-1 0,-1 1 0,-4 0 0,7-4 0,-4 4 0,2-2 0,-3-3 0,1 7 0,-1-6 0,3 4 0,-2 0 0,2-2 0,-1 5 0,-1-5 0,2 5 0,0-5 0,-2 4 0,1-3 0,-1 1 0,-1-2 0,3 2 0,-2-2 0,1 5 0,4-5 0,-5 5 0,5-5 0,-6 4 0,3-3 0,1 3 0,-1-1 0,0 2 0,0 0 0,-2 0 0,5 0 0,-5 0 0,1-2 0,1 1 0,-1-1 0,1-1 0,-1 3 0,-1-2 0,2-1 0,0 3 0,-2-3 0,1 1 0,1-1 0,-2 0 0,2 1 0,-1 2 0,-1 0 0,4-2 0,-4 1 0,2-1 0,0 0 0,-2 1 0,4-4 0,-4 5 0,1-3 0,4 3 0,-5 0 0,5 0 0,-6 0 0,3 0 0,0-2 0,1 2 0,-2-5 0,-1 4 0,1-1 0,2 2 0,-1 0 0,0-2 0,0 1 0,-2-1 0,2 2 0,2 0 0,-3 0 0,1-2 0,-1 1 0,-1-4 0,2 5 0,0-2 0,0 2 0,-2 0 0,1 4 0,-8 4 0,-1 1 0,-5-2 0,4-2 0,-2-2 0,0 2 0,1 2 0,-3-1 0,4-1 0,-2 0 0,-3 0 0,4 1 0,-3 1 0,4-1 0,-2-4 0,0 5 0,-1-3 0,1 1 0,0 2 0,-1-4 0,1 3 0,0 0 0,-1-4 0,1 5 0,-3-2 0,5 0 0,-4 3 0,6-3 0,-4 0 0,0 0 0,1 3 0,-3-4 0,4 3 0,0-2 0,-4-1 0,6 5 0,-9-8 0,6 6 0,-4-2 0,5 1 0,-4 1 0,6-1 0,-6 1 0,4-1 0,-2-1 0,-3 2 0,2-4 0,-2 5 0,3-5 0,0 1 0,-1 2 0,3-1 0,-1 3 0,1-3 0,-3 0 0,3 3 0,-1-3 0,1 3 0,0-1 0,-2-1 0,4 2 0,-3-1 0,3-1 0,-4 1 0,2-2 0,-2 3 0,2-2 0,-2 1 0,5 1 0,-5-3 0,2 3 0,0-1 0,-2-1 0,2 2 0,-2-3 0,0 0 0,-1 2 0,3-1 0,-1 2 0,1-3 0,-3 0 0,1 0 0,0 0 0,-1 0 0,1 1 0,0-1 0,-3 0 0,2-2 0,-2 1 0,3-1 0,-3 0 0,2 0 0,-4-3 0,4 0 0,-1 0 0,-1 2 0,2-2 0,-4 0 0,4-7 0,-2 1 0,5-4 0,-2 2 0,5 2 0,-5-4 0,2 4 0,-1-5 0,0 3 0,1-1 0,-1 1 0,-1 0 0,2 0 0,0-1 0,-2 2 0,4 1 0,-3-1 0,3 1 0,-4-1 0,2-1 0,-2 2 0,2-1 0,-2 2 0,2 0 0,-4 2 0,1-4 0,-2 6 0,5-9 0,-4 9 0,3-6 0,-3 4 0,1-4 0,1 4 0,0-4 0,-1 1 0,3 1 0,-1-3 0,1 3 0,14 0 0,-7 2 0,13 1 0,-12 2 0,3 0 0,1 0 0,0 0 0,-1 0 0,2 0 0,0 0 0,4-3 0,-3 3 0,-2-5 0,2 4 0,-2-1 0,2 2 0,1 0 0,-1-3 0,1 3 0,-1-3 0,1 3 0,-1 0 0,-2 0 0,-1 0 0,0 0 0,-2 0 0,4 3 0,-3-3 0,3 5 0,-4-4 0,2 1 0,0-2 0,-2 0 0,4 0 0,-4 0 0,2 0 0,0 0 0,-3 0 0,6-2 0,-6 1 0,3-3 0,3 0 0,2-1 0,0-1 0,1 3 0,-8-2 0,2 5 0,-3-5 0,1 0 0,-3-1 0,-10 22 0,2-11 0,-8 18 0,8-17 0,2-1 0,-4 0 0,3 0 0,-6-2 0,6 2 0,-3-3 0,4 6 0,0-2 0,-2 1 0,2-2 0,-2 1 0,-1-1 0,1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" min="-2" units="cm"/>
          <inkml:channel name="Y" type="integer" max="2" min="-2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5T14:31:2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515 198 16383,'-14'-15'0,"-2"3"0,8 6 0,-11 0 0,-1 0 0,-6 0 0,-1-1 0,0 4 0,4-3 0,1 6 0,7-6 0,3 6 0,4-3 0,2 1 0,-1 1 0,1-3 0,-2 3 0,0-3 0,2 3 0,-1-1 0,-1-1 0,2 1 0,-2-1 0,1 0 0,1 1 0,-2 1 0,0-3 0,2 3 0,-1-1 0,-1 0 0,2 1 0,-2-3 0,3 1 0,-3-3 0,5 1 0,-7 2 0,7-3 0,-5 4 0,5-7 0,-4 6 0,3-2 0,-3 0 0,-1 2 0,4-2 0,-5 2 0,5-2 0,-3 5 0,-1-5 0,2 2 0,-2 0 0,1 1 0,1 0 0,-2 1 0,3 9 0,2-4 0,0 11 0,3-9 0,0 5 0,0-5 0,3 1 0,-3 1 0,5-2 0,-2 2 0,0-3 0,2 0 0,3 6 0,1-2 0,5 4 0,-5-4 0,5 5 0,-4-7 0,3 4 0,-2-5 0,-5-3 0,2-1 0,-1 1 0,-1 0 0,2 2 0,-3 0 0,1-2 0,1 4 0,-1-4 0,5 5 0,-5-3 0,2 0 0,-5 1 0,2-1 0,-2 2 0,5-1 0,-2 2 0,2 0 0,0-5 0,1 5 0,0-5 0,-1 0 0,-3-1 0,1 3 0,2 1 0,-2 2 0,1-3 0,-1 3 0,-3-5 0,2 5 0,-2-3 0,5 1 0,-2-3 0,2 1 0,-3 2 0,-2-1 0,2 3 0,-2-1 0,0-1 0,2 4 0,-2-4 0,2 0 0,-2 1 0,2-4 0,-2 4 0,2-1 0,0-1 0,1 0 0,-1 0 0,0 0 0,1 1 0,-1-1 0,0 2 0,-2-1 0,2 1 0,-2-25 0,3 7 0,-3-18 0,0 15 0,-3 5 0,0-1 0,0 1 0,0 1 0,2-3 0,1 5 0,0-1 0,0-1 0,-3 2 0,2-1 0,1-1 0,0 3 0,2-3 0,-2 3 0,0-2 0,2 1 0,-3-2 0,4 1 0,-1 3 0,-2-5 0,2 3 0,-2 1 0,0-5 0,-1 7 0,1-5 0,2 2 0,1 4 0,4-3 0,-4 4 0,-3-8 0,1 5 0,-1-3 0,0 0 0,5 3 0,-5-3 0,2 2 0,0 0 0,1-1 0,-1 1 0,0 0 0,-2-2 0,0 1 0,-3-4 0,0 4 0,0-1 0,-3-1 0,0 2 0,-5 1 0,3 2 0,-3 3 0,0-2 0,2-1 0,-4 0 0,4 1 0,-2 2 0,0-2 0,-1 1 0,1-1 0,0 2 0,0 0 0,2 0 0,-3-3 0,2 0 0,-2 1 0,1-3 0,0 4 0,2-1 0,-1 0 0,1 1 0,-4-3 0,4 3 0,-2-1 0,0 2 0,0 0 0,-1 0 0,1 0 0,0 0 0,2 0 0,-4 0 0,4 0 0,-1 0 0,-1-3 0,2 3 0,-3-2 0,2 2 0,1 0 0,-4 2 0,4-2 0,-2 3 0,0-3 0,2 0 0,-4 2 0,4-1 0,-1 1 0,-1 0 0,2 1 0,-2 2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" min="-2" units="cm"/>
          <inkml:channel name="Y" type="integer" max="2" min="-2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5T14:31:2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11 16383,'20'0'0,"0"0"0,-14 0 0,2 0 0,0 0 0,-3 0 0,6 0 0,-6 0 0,3 0 0,0 0 0,-2 0 0,4 2 0,-4-1 0,2 1 0,2-2 0,-3 0 0,3 0 0,-2 0 0,-2 0 0,5 0 0,-5 0 0,1 0 0,1 0 0,-2 0 0,4 0 0,-4 0 0,2 0 0,-1 0 0,-1 0 0,4 0 0,-4-2 0,2 1 0,0-1 0,-2 2 0,6 0 0,-7-3 0,5 3 0,-5-2 0,1-1 0,4 0 0,-21 17 0,12-10 0,-15 15 0,12-17 0,1 3 0,-1 5 0,0-3 0,1 5 0,-4-7 0,5 0 0,-5 3 0,4-3 0,-1 3 0,-3-3 0,4 5 0,-6-3 0,6 3 0,-1-5 0,-1 0 0,3 3 0,-5-3 0,5 3 0,-5-1 0,4-1 0,-1 2 0,-1-1 0,1-1 0,-4 1 0,3-1 0,-2-1 0,0 2 0,2-1 0,-5-1 0,3 0 0,-1-2 0,-4 2 0,4-2 0,-4 1 0,4-1 0,-2 0 0,0 2 0,-1 1 0,3-1 0,-1 1 0,6 1 0,-4-3 0,-3 1 0,2-2 0,-5-6 0,6 0 0,0 1 0,-1-8 0,1 8 0,0-5 0,2 0 0,0 3 0,1-6 0,21 19 0,-17-6 0,20 11 0,-19-9 0,2 0 0,0 3 0,-2-2 0,2 1 0,-2 1 0,2-3 0,1 1 0,-3 0 0,1-2 0,2 3 0,-3-1 0,4-1 0,-1 0 0,0 0 0,-1 0 0,0 0 0,0-2 0,3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" min="-2" units="cm"/>
          <inkml:channel name="Y" type="integer" max="2" min="-2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5T14:31:26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663 172 16383,'-6'8'0,"-1"-3"0,4-3 0,0 1 0,-2-3 0,4 5 0,-4-2 0,5 2 0,-5-2 0,5 1 0,-5-1 0,4 2 0,-4 1 0,5-1 0,-5 0 0,2-2 0,0 1 0,1-1 0,-1 0 0,3 2 0,-5-5 0,5 5 0,-3-2 0,1 0 0,1 1 0,-4-1 0,3 0 0,-1 2 0,-2-5 0,4 5 0,-4-5 0,5 5 0,-5-2 0,2 0 0,0 1 0,-2-3 0,3 1 0,-4 1 0,1-3 0,0 5 0,-1-5 0,1 5 0,0-2 0,-1 0 0,1-1 0,-1-2 0,4 2 0,-3-1 0,2 1 0,-3-2 0,4 2 0,-3-1 0,2 1 0,-3-2 0,4 3 0,-3-3 0,2 2 0,-3-2 0,1 0 0,2 3 0,-2-3 0,2 3 0,-2-6 0,0 0 0,2-2 0,-2 0 0,5-3 0,-5 5 0,2-7 0,-3 4 0,-2-6 0,-1 1 0,-3 0 0,3 0 0,1 2 0,-3-2 0,6 5 0,-8-2 0,6 5 0,-2-2 0,4 0 0,-3-1 0,5-2 0,-8 0 0,5 4 0,-2-3 0,2 6 0,1-3 0,0 3 0,-1-4 0,3 3 0,-1-4 0,1 3 0,-3-1 0,1 3 0,2-3 0,-2 3 0,2-3 0,-2 3 0,0-4 0,-1 2 0,3-2 0,-1 2 0,1 1 0,-3 0 0,1 1 0,0-1 0,2 0 0,-2 1 0,2-1 0,-2 2 0,-1 0 0,1-3 0,2 1 0,-2-1 0,2 0 0,0 1 0,-4 2 0,5-5 0,-5 2 0,6-2 0,-3 2 0,1 1 0,0-1 0,-2 3 0,2-2 0,0-1 0,-2 3 0,5-5 0,-5 4 0,2-1 0,-2 0 0,-1 1 0,1-1 0,2 0 0,-2 1 0,2-1 0,-2-3 0,-1 4 0,1-4 0,0 5 0,-1 0 0,3-3 0,-1 3 0,1-3 0,-3 3 0,1-2 0,0 2 0,2-5 0,0 2 0,3-2 0,3 2 0,-3-2 0,5 5 0,-2-2 0,0-1 0,2 3 0,-2-3 0,2 3 0,0 0 0,1 0 0,-1 0 0,0 0 0,-2-2 0,2 1 0,-2-1 0,2 2 0,-2 2 0,5-1 0,-7 4 0,6-2 0,-6 2 0,4-2 0,-2 1 0,2-3 0,0 1 0,1 3 0,-3-1 0,2 3 0,1 1 0,0-2 0,-1 2 0,0-3 0,-2 0 0,0 3 0,2-4 0,-5 6 0,3-7 0,-1 3 0,-1-2 0,1-1 0,1 0 0,-3 2 0,2-2 0,-2 2 0,0 0 0,3 0 0,-3 0 0,3 1 0,-3-1 0,0 0 0,0 0 0,2 0 0,-1 0 0,1 1 0,-2-1 0,0 0 0,0 0 0,3 0 0,-3 1 0,2-1 0,1 0 0,-3 0 0,3 0 0,-3 0 0,2 1 0,-1-1 0,1 0 0,-2 0 0,3-2 0,-3 2 0,2-3 0,-2 4 0,3 2 0,-2-3 0,1 3 0,1-3 0,-3 1 0,3-1 0,-1 0 0,-1 0 0,1 0 0,0 0 0,-1 3 0,1-2 0,-2 2 0,0-3 0,0 0 0,0 1 0,0-1 0,0 0 0,3-2 0,-3 1 0,3-1 0,-3 2 0,0 1 0,0-1 0,0 0 0,0 3 0,0-2 0,2 4 0,-1-4 0,1 2 0,-4-3 0,1 0 0,-1 0 0,2 1 0,0-1 0,0 0 0,-2 0 0,1 0 0,-1 1 0,2-1 0,0 0 0,-3-2 0,3 4 0,-3-3 0,1 1 0,1 0 0,-1-2 0,2 2 0,0 0 0,0 0 0,0 0 0,0-16 0,2 10 0,-1-15 0,4 16 0,-2-3 0,0 1 0,1 1 0,-3-3 0,4 3 0,-5-3 0,5 3 0,-2-1 0,2 2 0,-2-3 0,2 3 0,-2-5 0,2 5 0,1-3 0,-1 3 0,0 0 0,1-2 0,-1 2 0,0-3 0,1 3 0,-1 0 0,-2-2 0,2 1 0,-2-1 0,2 0 0,0 1 0,1-1 0,-3 0 0,1 1 0,-1-1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" min="-2" units="cm"/>
          <inkml:channel name="Y" type="integer" max="2" min="-2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5T14:31:26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 16383,'0'17'0,"0"-3"0,0-7 0,0-1 0,0-1 0,0 0 0,0 0 0,0 3 0,0-2 0,0 4 0,0-4 0,3 2 0,-3 0 0,3-2 0,-3 2 0,0-3 0,0 0 0,0 0 0,0 0 0,0 1 0,0-1 0,0 0 0,0 3 0,2-2 0,-1 1 0,3-1 0,-3 1 0,1 2 0,-2 0 0,3 1 0,-2-4 0,1 4 0,-2-1 0,0 0 0,0 4 0,0-6 0,0 9 0,0-9 0,0 4 0,2-6 0,-1 0 0,1 0 0,-2 1 0,0-1 0,3-2 0,-3 1 0,3-1 0,-1 0 0,-1 2 0,1-2 0,1 4 0,0-1 0,0 2 0,-1-3 0,3 3 0,-3-2 0,3 2 0,0-5 0,-1-1 0,-3-11 0,0 4 0,-8-7 0,6 4 0,-1 0 0,2-1 0,0-1 0,-3 4 0,3-2 0,-3 3 0,3 0 0,-2 2 0,1-2 0,-1 0 0,2-1 0,-2 0 0,1 2 0,-1 1 0,2-2 0,-3-1 0,3 1 0,-3 0 0,3 0 0,-2 0 0,1 2 0,-1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" min="-2" units="cm"/>
          <inkml:channel name="Y" type="integer" max="2" min="-2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5T14:31:26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 16383,'12'3'0,"-2"2"0,-5-5 0,0 5 0,1-4 0,-1 1 0,3 0 0,-2 1 0,2 0 0,-2 2 0,-1-5 0,3 5 0,1-2 0,0 1 0,2 0 0,-5-3 0,4 4 0,-4-2 0,3 2 0,-4-2 0,0 5 0,4-7 0,-6 6 0,5-4 0,-5 0 0,2-1 0,1-2 0,-1 2 0,0-1 0,1 1 0,-1 1 0,0-3 0,-2 5 0,2-5 0,-2 5 0,2-2 0,1 2 0,2 3 0,0-5 0,1 7 0,2-6 0,-2 4 0,0-2 0,-1-1 0,-2-2 0,2 2 0,-2-5 0,2 5 0,-3-2 0,0 2 0,4-2 0,-3-1 0,-1 1 0,0-3 0,-2 2 0,2-2 0,-2 3 0,2-3 0,-2 5 0,2-4 0,1 1 0,-3 0 0,1-1 0,-1 1 0,3-2 0,-3 2 0,1-1 0,-1 1 0,3 1 0,-1-3 0,0 2 0,-2 1 0,2-3 0,-2 3 0,0-1 0,2-2 0,-2 3 0,0-1 0,1-1 0,2 1 0,-2 0 0,3 1 0,-1 0 0,-2 2 0,-2-3 0,-5 4 0,0-1 0,-1-2 0,1 1 0,-3-1 0,1 2 0,0 3 0,-1-2 0,3 2 0,-2-3 0,2 0 0,-2 3 0,-1 1 0,3-1 0,-2 0 0,4-3 0,-3 0 0,3 1 0,-1-1 0,-1 0 0,0 3 0,0-2 0,1 1 0,-1-1 0,3 2 0,-3-3 0,1 3 0,1 0 0,-1-2 0,0 2 0,1-3 0,-1 0 0,-1 0 0,3 3 0,-5-4 0,4 6 0,-4-4 0,5 2 0,-3 3 0,3-5 0,-2 2 0,1-3 0,-1 0 0,2 0 0,0 0 0,0 1 0,-3-4 0,3 3 0,-2-2 0,2 2 0,0 0 0,0 0 0,0 1 0,-3-1 0,3 0 0,-3 0 0,3 0 0,0 1 0,0-1 0,0 0 0,0 0 0,-2-2 0,1 2 0,-1-3 0,2 4 0,0-1 0,-3-2 0,3 1 0,-2-1 0,2 2 0,0 0 0,-3 1 0,3-1 0,-3 0 0,3 0 0,0 0 0,-2-2 0,1 2 0,-1-2 0,-1 0 0,3 1 0,-2-1 0,-1 0 0,3 2 0,-5-5 0,2 0 0,0-3 0,-2-2 0,5 0 0,-5 2 0,4-2 0,-6 2 0,3-2 0,-4 0 0,3 2 0,2-2 0,-2 5 0,4-5 0,-1 2 0,0 0 0,1-1 0,-4 3 0,5-3 0,-5 1 0,2 0 0,0-2 0,1 2 0,-1 0 0,0 1 0,-2 2 0,0 0 0,2-2 0,-2 1 0,4-3 0,-3 1 0,1 0 0,-3-2 0,1 2 0,0 1 0,-3-3 0,4 2 0,-6 0 0,8-2 0,-5 5 0,4-3 0,-3 3 0,4-2 0,-3 1 0,2-3 0,-3 1 0,1 0 0,2-2 0,-2 5 0,2-2 0,-2 2 0,2-3 0,-2 3 0,5-5 0,-3 2 0,1 0 0,2-1 0,-5 1 0,2 0 0,-3 1 0,4-1 0,-3 1 0,4-4 0,-4 3 0,2 1 0,1 0 0,-3-1 0,2-2 0,-3 2 0,3-2 0,-4 2 0,6-2 0,-7 0 0,5 0 0,-2-3 0,-1 2 0,3-2 0,-2 5 0,5-2 0,-5 3 0,4-4 0,-3 1 0,1 2 0,0 3 0,3 11 0,3-4 0,0 5 0,1-7 0,0 3 0,-1-2 0,4 4 0,-3-1 0,4-1 0,-2 3 0,0-2 0,2-1 0,-2 0 0,3 0 0,-4-2 0,-2 2 0,2-3 0,-2 0 0,2 0 0,0-2 0,1 2 0,-1-2 0,0 2 0,1-2 0,-3 1 0,1-3 0,-1 1 0,3 1 0,-1-3 0,0 5 0,1-5 0,-1 5 0,0-4 0,-2 3 0,2-3 0,-2 1 0,0 0 0,2-1 0,-2 1 0,0 1 0,2-1 0,-3 1 0,4 0 0,-1-1 0,0-2 0,1 3 0,-1-3 0,0 0 0,1 0 0,-3 2 0,-1 1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" min="-2" units="cm"/>
          <inkml:channel name="Y" type="integer" max="2" min="-2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5T14:31:2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192 158 16383,'-9'25'0,"2"-4"0,4-13 0,-2 4 0,1 0 0,0 5 0,1-4 0,-2-2 0,1 1 0,1-3 0,3 3 0,-4-1 0,-10-27 0,3 5 0,-4-20 0,11 14 0,4 5 0,-8-4 0,6 2 0,-9-4 0,10 3 0,-2 2 0,-1 0 0,3 2 0,-6 3 0,7-3 0,-4 2 0,4-5 0,-3 5 0,2-2 0,-3-1 0,1 4 0,2-4 0,-2-3 0,3 5 0,0-5 0,-4 54 0,3-28 0,-6 41 0,6-44 0,-6 8 0,6 1 0,-6 1 0,6-1 0,-3-1 0,0-7 0,4 6 0,-4-6 0,4 3 0,21-22 0,-13 10 0,17-13 0,-13 9 0,-3 3 0,2-3 0,0 4 0,-2 4 0,6-3 0,-3 2 0,0-3 0,0 0 0,-1 0 0,1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" min="-2" units="cm"/>
          <inkml:channel name="Y" type="integer" max="2" min="-2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5T14:32:1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23 123 16383,'25'7'0,"-1"-6"0,-19 2 0,2-7 0,8 4 0,-6 0 0,6 0 0,-4 0 0,-2 0 0,10 0 0,-5 0 0,6 0 0,-3 0 0,-5 0 0,4 0 0,-7 0 0,2 0 0,1 0 0,-3 0 0,6 4 0,-6-3 0,2 2 0,0-3 0,-3 0 0,7 0 0,-6 0 0,2 0 0,0 0 0,-3 0 0,7 0 0,-6 0 0,6 3 0,-7-2 0,8 3 0,-3-4 0,-1 0 0,4 3 0,-3-2 0,4 3 0,-5-4 0,4 0 0,-3 0 0,-1 0 0,0 0 0,0 0 0,0 0 0,5 0 0,-4 0 0,3 0 0,-8 0 0,4 0 0,3 0 0,-1 0 0,2 0 0,-1 0 0,-2 0 0,0 0 0,-1 0 0,-5 3 0,4-2 0,2 3 0,3-4 0,-3 0 0,3 0 0,-4 0 0,1 0 0,-1 0 0,-5 3 0,4-2 0,1 2 0,0-3 0,0 0 0,-1 0 0,-3 0 0,7 0 0,-3 0 0,1 0 0,-2 0 0,0 0 0,-2 0 0,6 0 0,-7 0 0,3 0 0,0-3 0,-2 2 0,5-2 0,-5 3 0,-25 17 0,10-9 0,-19 13 0,18-17 0,-1 7 0,-1-9 0,-3 9 0,5-7 0,-5 4 0,3 0 0,-2-4 0,-1 7 0,3-9 0,-7 9 0,8-10 0,-13 7 0,8-3 0,-9 0 0,1-2 0,3 1 0,-3-3 0,4 3 0,1-1 0,-1-2 0,0 3 0,1-4 0,-6 0 0,5 0 0,-9 0 0,3 0 0,-4 0 0,0 0 0,5 0 0,-4 0 0,8 0 0,-3 0 0,4 0 0,1 0 0,-1 0 0,0 0 0,5 0 0,0 0 0,0 0 0,4 0 0,-8 0 0,7 0 0,-3 3 0,1-2 0,-1 3 0,0-1 0,-4-2 0,7 2 0,-3 1 0,1-3 0,3 5 0,-7-5 0,6 3 0,-3-4 0,-3 7 0,6-2 0,-7 7 0,9-5 0,-5-2 0,-1 2 0,0 1 0,-2-2 0,6 4 0,-3-5 0,4 2 0,-4 1 0,4 0 0,-1 0 0,3 0 0,1 0 0,-2-1 0,-1 1 0,0 3 0,4-2 0,0 2 0,1 4 0,2-5 0,-2 5 0,3-8 0,3 5 0,1 0 0,4 0 0,0-1 0,0 0 0,0-5 0,0 4 0,0-1 0,-1-4 0,5 6 0,-3-10 0,3 2 0,0 1 0,0 1 0,9-1 0,2 0 0,9-4 0,-4 0 0,4 0 0,-5 0 0,0 0 0,5 0 0,-3-4 0,3 3 0,-10-3 0,-1 0 0,-4 3 0,-4-2 0,2 3 0,-6 0 0,3 0 0,-1 0 0,-3 0 0,11 0 0,-9 0 0,5 0 0,-8 0 0,5-4 0,1 3 0,-1-3 0,0 4 0,-1 0 0,-2 0 0,5 4 0,-5-7 0,2 6 0,0-7 0,-2 4 0,5 4 0,-5-4 0,6 4 0,-6-4 0,3 0 0,3 0 0,-6 0 0,10 0 0,-6 0 0,0 0 0,2 0 0,-6 0 0,3 0 0,-1 0 0,-2 0 0,5 3 0,-5-2 0,2 3 0,0-4 0,-2 0 0,2 10 0,-7-32 0,-1 23 0,1-26 0,-3 15 0,2 5 0,-3-9 0,0 2 0,0-4 0,4 3 0,-4-2 0,4 6 0,-4-7 0,3 8 0,-2-4 0,3 1 0,-4 2 0,3-2 0,-2 0 0,2 2 0,1-2 0,-4 0 0,7 3 0,-6-4 0,3 1 0,-1 3 0,-2-7 0,2 6 0,1-7 0,-3 7 0,2-2 0,4 0 0,-5 2 0,4-2 0,-2 0 0,-3-2 0,6 4 0,-3-5 0,0 9 0,3-6 0,1 3 0,-3 1 0,5-5 0,-9 4 0,2-3 0,1 0 0,0 2 0,0-2 0,3 3 0,-2 0 0,2 1 0,-2-4 0,-2 2 0,0-2 0,2 0 0,2 6 0,5-6 0,-7 7 0,5-4 0,-2 1 0,1-1 0,7 0 0,-8 0 0,4 4 0,-1 0 0,-2 1 0,2-2 0,-3-2 0,-1-1 0,4 4 0,-2-3 0,2 6 0,0 4 0,-2 7 0,2 2 0,-3-1 0,4-6 0,-7 2 0,10-3 0,-10 0 0,7 4 0,-4-4 0,3 0 0,-2 0 0,5-4 0,-5 0 0,2 0 0,0 0 0,-45 3 0,24 2 0,-38 0 0,35-2 0,-2-3 0,2 4 0,-4 1 0,4-1 0,2 3 0,3-6 0,-4 6 0,4-6 0,-4 3 0,1-1 0,2-2 0,-2 6 0,-1-6 0,4 6 0,-4-6 0,4 6 0,-3-3 0,3 0 0,-4 0 0,1-1 0,3-2 0,-3 6 0,3-3 0,-7 0 0,5 0 0,-5-4 0,7 3 0,-3-2 0,3 6 0,-4-6 0,-3 6 0,6-7 0,-6 4 0,3 0 0,3-4 0,-2 4 0,-1 0 0,4-4 0,-7 7 0,7-6 0,-3 3 0,-1-1 0,4-2 0,-3 6 0,0-6 0,2 2 0,-2 0 0,0 2 0,6 2 0,-6 1 0,4-4 0,-2 3 0,-2-2 0,7 6 0,-7-5 0,6 4 0,-7-5 0,4 2 0,0 1 0,1 0 0,-1 0 0,-3-1 0,2 1 0,2 0 0,-4-4 0,5 3 0,-5-3 0,3 4 0,0-1 0,-3 1 0,2-3 0,-3 2 0,4-3 0,1 4 0,-5 0 0,-1-4 0,-3 4 0,-1-4 0,4 4 0,2 0 0,3 0 0,-7 4 0,1-4 0,-2 1 0,4-2 0,1 1 0,-2 1 0,0 7 0,1-7 0,0 3 0,0-1 0,-5-2 0,8 3 0,-2-4 0,2 0 0,1 0 0,-8 4 0,7-4 0,-3 8 0,1-4 0,1 5 0,2-5 0,1 4 0,6-7 0,-11 19 0,10-17 0,-9 20 0,7-18 0,0 3 0,0-5 0,1-3 0,2 4 0,-3-3 0,4 2 0,-6 0 0,4-2 0,-5 2 0,4 0 0,2-2 0,-10 2 0,9-3 0,-9 4 0,10-3 0,-6 2 0,3 1 0,-4-4 0,1 3 0,-1 0 0,0-2 0,1 2 0,-1-3 0,4 0 0,-7 3 0,6-3 0,-6 0 0,3-1 0,-3-17 0,2 7 0,1-12 0,5 3 0,-1 4 0,4-8 0,-11 3 0,5 1 0,-2-4 0,1 11 0,6-6 0,-2 48 0,7-24 0,-3 29 0,2-26 0,-3-7 0,0 2 0,14-6 0,-7-2 0,15-3 0,0-4 0,-3-1 0,23 0 0,0-3 0,6 7 0,4-7 0,-19 7 0,-7-6 0,-11 6 0,-7-5 0,-1 5 0,4-3 0,-2 1 0,2-1 0,0-1 0,-2 2 0,2-1 0,4 4 0,-1-4 0,6 0 0,-4 3 0,9-6 0,-10 6 0,4-3 0,-7 4 0,-4 0 0,7-7 0,-7 5 0,3-5 0,1 4 0,-7-1 0,8-1 0,-7-1 0,5 1 0,0 1 0,-3-3 0,4 6 0,-1-6 0,1 7 0,0-4 0,8 4 0,-2 0 0,3-4 0,0 3 0,-9-2 0,-1 3 0,-3-4 0,3 0 0,-2 0 0,2-3 0,-7-1 0,3 0 0,-6-7 0,6 7 0,-6-4 0,9 5 0,-5-1 0,6 0 0,-3 1 0,3-5 0,-3 7 0,-32-2 0,8 11 0,-31-3 0,12 7 0,-4-7 0,2 7 0,-18-3 0,24 0 0,-14 3 0,11 1 0,10 0 0,-9 0 0,7-2 0,3-2 0,-5 7 0,2 1 0,3 1 0,-4-2 0,9-4 0,-5 4 0,9-4 0,-1 0 0,4-1 0,2-6 0,-5 9 0,9-4 0,-6 1 0,0 4 0,1-6 0,-5 3 0,-1 3 0,7-6 0,-7 7 0,5-4 0,2 3 0,-2-5 0,3 4 0,0-5 0,1 2 0,-4 5 0,2-4 0,-2 3 0,3-3 0,1 3 0,2-2 0,-2 2 0,7 0 0,-7-2 0,6 5 0,-6-5 0,6 2 0,-6 0 0,6-2 0,-2 6 0,3-3 0,0 0 0,0 3 0,-3-3 0,2 4 0,-3-4 0,4 3 0,-4 6 0,3-7 0,-3 6 0,4-9 0,0-3 0,7 7 0,-2-10 0,6 2 0,5-4 0,1-2 0,3 2 0,17-7 0,-4 3 0,8-7 0,-2 7 0,2-10 0,-3 5 0,-6-7 0,-13 9 0,-11 0 0,-1 4 0,4-6 0,-2 4 0,2-5 0,-35 24 0,17-9 0,-25 11 0,24-16 0,4 0 0,-6 6 0,-3-4 0,0 6 0,-6-10 0,14 5 0,-5-1 0,-1 2 0,1-2 0,-4-2 0,-2 4 0,10-1 0,-8 2 0,10-2 0,-4-1 0,-3 2 0,2 1 0,-5 0 0,9 0 0,-10-1 0,10-2 0,-11 5 0,11-5 0,-9 7 0,9-5 0,-3 1 0,1 3 0,3-2 0,-4-1 0,4 2 0,-3-5 0,6 10 0,-6-7 0,6 7 0,-2-7 0,0 11 0,-2-10 0,1 6 0,-6 1 0,8-7 0,-9 14 0,10-14 0,-6 10 0,6-11 0,-6 7 0,6-6 0,-2 2 0,-1 0 0,4-3 0,-4 7 0,8-7 0,-4 4 0,7-1 0,-6-3 0,10 11 0,-2-6 0,4 8 0,6-1 0,-6-3 0,3-1 0,-1-4 0,-6-8 0,2 0 0,0-4 0,-2 0 0,5-4 0,-1 3 0,-1-5 0,7 5 0,-2-10 0,7 6 0,-7-6 0,-1 6 0,-9 2 0,1-1 0,-4-7 0,0 2 0,-4-6 0,0 4 0,0 3 0,0-8 0,0 8 0,-4-11 0,3 9 0,-6-16 0,2 8 0,1-12 0,0 5 0,4 7 0,0 3 0,0 4 0,0 2 0,0-5 0,0 2 0,0 0 0,0 1 0,-14 35 0,10-17 0,-22 46 0,11-19 0,-8 8 0,2 4 0,7-14 0,1-5 0,9 0 0,-3-10 0,2 0 0,1 2 0,0-10 0,4 3 0,-3-1 0,2-3 0,-3 7 0,4-7 0,0 4 0,0-1 0,0-3 0,-3 7 0,-2 6 0,-6 5 0,5 0 0,-9 6 0,6-1 0,-1-4 0,-1 5 0,7-6 0,-5-1 0,5 0 0,0-9 0,4-5 0,0-3 0,-3 3 0,2 1 0,-2 4 0,3 0 0,-4 8 0,3-10 0,-3 16 0,4-3 0,-3 3 0,2 0 0,-6-11 0,6-6 0,-2-2 0,3 0 0,0-2 0,7 2 0,-2-4 0,6-2 0,0-2 0,9-3 0,-3 0 0,11 0 0,-15-3 0,2 2 0,-4-3 0,-2 4 0,5 0 0,-5 0 0,2-3 0,4 2 0,2-2 0,4 3 0,3-4 0,-3 7 0,-1-6 0,-4 6 0,3-6 0,-10 2 0,6-3 0,-7 1 0,0-1 0,-1-7 0,1 2 0,0-2 0,-7-4 0,1 5 0,-5-12 0,3 9 0,0-15 0,0 2 0,-4-5 0,3 7 0,-3 8 0,1 1 0,2 6 0,-2-5 0,3 5 0,0-5 0,-4 5 0,3-2 0,-16 14 0,7 2 0,-9 7 0,5-1 0,1 4 0,-2 2 0,2 0 0,-2 1 0,10-9 0,-9 14 0,5-5 0,-7 10 0,-1 1 0,5-8 0,0 0 0,4-6 0,1-3 0,-1 8 0,0-3 0,3-1 0,-1-5 0,5-3 0,-6 3 0,6-3 0,-2 3 0,3 1 0,0-4 0,3 7 0,-2-3 0,6 0 0,-6-1 0,2-4 0,7 1 0,-7 0 0,14 0 0,-8-1 0,10-2 0,5-2 0,-6-6 0,5 2 0,-7-6 0,0 3 0,0-4 0,3 0 0,-10 4 0,6-4 0,1 8 0,-7-4 0,6 4 0,-7 0 0,3 0 0,1 0 0,0 0 0,3-3 0,-3 2 0,0-3 0,-1 4 0,-3-3 0,3 2 0,1-2 0,0 3 0,-1 0 0,0-7 0,-2 2 0,-2-6 0,3 6 0,-1 2 0,3 3 0,-1-4 0,0 4 0,-2-4 0,2 4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" min="-2" units="cm"/>
          <inkml:channel name="Y" type="integer" max="2" min="-2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5T14:32:1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 16383,'25'9'0,"-7"1"0,-11-9 0,1 2 0,4-3 0,0 0 0,3 0 0,-2 0 0,8 0 0,-3 0 0,3-3 0,0 2 0,2-3 0,-1 4 0,-1 0 0,0 0 0,-3 0 0,8 0 0,-8 0 0,8-4 0,-4 3 0,1-3 0,2 4 0,-11 0 0,2 0 0,-4 0 0,-3-3 0,3 2 0,-1-3 0,-3 4 0,7 0 0,-7 0 0,4 0 0,-1 0 0,-2 0 0,6 0 0,-6 4 0,2-3 0,0 6 0,2-6 0,4 6 0,-4-6 0,2 3 0,-2-1 0,4-2 0,-8 6 0,2-6 0,-4 6 0,6-6 0,3 6 0,-3-6 0,7 3 0,-10-4 0,6 0 0,-4 3 0,-3-2 0,6 3 0,-6-4 0,3 4 0,-1-4 0,-2 4 0,3-4 0,-1 0 0,-2 0 0,5 3 0,-5-2 0,2 3 0,0-4 0,-2 0 0,5 0 0,-5-4 0,2 3 0,0-2 0,-3 3 0,7 0 0,-2 0 0,-1 0 0,-1-4 0,-3 4 0,3-7 0,-2 6 0,2-3 0,-41 20 0,13-4 0,-37 9 0,20-3 0,-4-12 0,4 11 0,-3-11 0,9 3 0,-9 0 0,9-8 0,0 3 0,2 0 0,8 1 0,1 0 0,-3 2 0,6-2 0,-3 0 0,1-1 0,3 0 0,-8-4 0,7 4 0,-6 0 0,7-3 0,1 2 0,0-3 0,0 4 0,-1-3 0,-3 3 0,-1-4 0,4 3 0,-2-2 0,2 6 0,0-6 0,-2 3 0,-2-4 0,0 4 0,-3-3 0,7 6 0,-3-6 0,4 2 0,-5-3 0,4 3 0,2-2 0,3 3 0,-3-1 0,2-2 0,-5 2 0,8 4 0,-4-2 0,6 6 0,-4-3 0,1 0 0,2 3 0,2-2 0,3 5 0,0-5 0,3 2 0,2 0 0,-1-2 0,3 2 0,-3 4 0,4-9 0,-3 8 0,1-9 0,2-1 0,4 3 0,4-3 0,-4 1 0,8-2 0,-6-3 0,12-4 0,-3 3 0,3-3 0,1 0 0,0 3 0,-4-3 0,-2 4 0,0 0 0,-7 0 0,6-3 0,-7 2 0,0-3 0,2 4 0,-2 0 0,0-3 0,-1 2 0,-5-3 0,5 4 0,0-3 0,5 2 0,-5-2 0,-4-1 0,2 3 0,-1-2 0,3 3 0,3-4 0,-2 3 0,3-2 0,6 3 0,-4 0 0,-5-4 0,2 3 0,-6-2 0,4 3 0,-1 0 0,0 0 0,0 0 0,5 4 0,-4-4 0,-2 4 0,-3-4 0,3 4 0,1-4 0,0 0 0,-1 0 0,0-4 0,-2 8 0,6 0 0,-7 0 0,3 3 0,-3-3 0,0 4 0,-1 0 0,-2 3 0,-2-3 0,1 4 0,0-1 0,1-2 0,2 3 0,-6-1 0,2-3 0,-3 7 0,4-3 0,-3 1 0,6-2 0,-6-3 0,2 3 0,0-2 0,-2 2 0,6 0 0,-6-2 0,2 2 0,-3 0 0,0-3 0,-6 7 0,0-6 0,-5-2 0,-4 0 0,-3-6 0,-13 7 0,-2-7 0,-11 8 0,-2-3 0,-12 4 0,5-4 0,2-1 0,1-5 0,10 4 0,1-3 0,7 4 0,9-5 0,6 0 0,1 0 0,8 3 0,-4-2 0,1 2 0,2-3 0,-5 0 0,5 0 0,-2 0 0,0 4 0,2-3 0,-5 2 0,5-3 0,-2 0 0,0 4 0,2 0 0,-2 0 0,3 3 0,-3-6 0,3 6 0,-3-6 0,-1 5 0,4-5 0,-3 3 0,28 10 0,-12-7 0,29 7 0,-20-6 0,3-8 0,3 4 0,-10-4 0,10 0 0,-7 4 0,0-3 0,-2 3 0,-3-4 0,3 0 0,1 3 0,4 2 0,0-1 0,-3 0 0,3-4 0,-4 0 0,1 0 0,3 0 0,-7 0 0,2 3 0,0 1 0,2 1 0,-1-2 0,4-3 0,1 0 0,1 0 0,-1 0 0,-1 0 0,-7 0 0,2 0 0,0 0 0,2 0 0,-1 0 0,0 0 0,-5-3 0,5 2 0,0-3 0,4 8 0,0-3 0,-4 3 0,0-4 0,-1 3 0,-2-2 0,5 2 0,-5 1 0,2-3 0,0 5 0,-2-1 0,2-1 0,-3 3 0,3-3 0,-2 1 0,3 2 0,-5-3 0,1 4 0,0 0 0,3-4 0,-2 3 0,2 1 0,-4 0 0,-2 3 0,2-3 0,-7 3 0,4-2 0,-1 2 0,2 4 0,-1-6 0,0 11 0,-1-12 0,2 8 0,-1-7 0,0 2 0,-1 1 0,-2-4 0,6 7 0,-6-7 0,-19 0 0,6-5 0,-19-3 0,14 0 0,1 0 0,-1 0 0,-4-4 0,-2 3 0,5-3 0,-2 4 0,11 0 0,-7-3 0,8 2 0,-4-3 0,1 4 0,-2 0 0,1 0 0,0 0 0,1-3 0,3 2 0,-7-6 0,3 6 0,-1-6 0,2 6 0,-1-2 0,-1-1 0,1 3 0,0-2 0,4-1 0,-3 0 0,3 0 0,-4-3 0,-3 6 0,9-6 0,-17 6 0,17-2 0,-10 3 0,46 0 0,-7 0 0,33 5 0,-18-4 0,1 8 0,5-3 0,-14-1 0,12 0 0,-23-5 0,3 0 0,-13 3 0,-2-2 0,4 2 0,-2-6 0,10 2 0,-11-2 0,8 3 0,-7-4 0,2 3 0,1-6 0,-7 3 0,2-7 0,-4-1 0,-2 0 0,2-3 0,1 2 0,4 0 0,-2-7 0,1 1 0,-7-3 0,4-4 0,-3 8 0,3-8 0,-7 8 0,2-3 0,-3 5 0,4-1 0,0 4 0,-4-7 0,3 10 0,-3-10 0,1 11 0,2-3 0,-3 1 0,4-1 0,0-1 0,0 2 0,0 0 0,0 2 0,0-5 0,-3 5 0,2-6 0,-2 2 0,3 0 0,0-7 0,0 10 0,0-10 0,0 7 0,0 1 0,0-4 0,3 11 0,-2-10 0,2 6 0,-3-3 0,0 0 0,0-3 0,0 6 0,4-3 0,-3 2 0,2 1 0,0-3 0,-2-3 0,3 2 0,-4-3 0,0 3 0,0-11 0,0 14 0,3-14 0,-2 8 0,6 2 0,-6-5 0,3 3 0,-1 2 0,-2-1 0,2 4 0,-3 3 0,0-7 0,4 6 0,-3-2 0,2 0 0,1 3 0,-4-3 0,7-1 0,-6 4 0,3-3 0,-4 46 0,0-17 0,0 42 0,0-15 0,0 2 0,0 0 0,0-4 0,-5-4 0,4 24 0,-4-8 0,1 3 0,3-3 0,-7-24 0,7 8 0,-3-10 0,4-10 0,0 5 0,0 12 0,0-10 0,0 16 0,0-15 0,0 12 0,0-9 0,0 21 0,0-29 0,-4 15 0,3-16 0,-3 2 0,4 1 0,0-4 0,0-2 0,0-2 0,0-1 0,0-2 0,0-1 0,0 7 0,0-6 0,0 7 0,0-4 0,0 1 0,0-4 0,0-2 0,0 4 0,0-5 0,0 5 0,0-4 0,0-2 0,0 9 0,0-9 0,0 6 0,0-4 0,0-3 0,4 11 0,-3-9 0,3 9 0,-4-3 0,0-3 0,0 3 0,0-5 0,0-3 0,0 7 0,0-7 0,0 4 0,3 3 0,-2-6 0,2 6 0,-3-7 0,0 7 0,0-1 0,0 6 0,0-4 0,0 1 0,4-1 0,-3 8 0,3-6 0,-4 23 0,0-20 0,4 17 0,-3-4 0,3-13 0,3 24 0,-5-30 0,5 21 0,-7-17 0,0 1 0,0-5 0,0-6 0,0 2 0,0 0 0,0-2 0,0 5 0,0-5 0,0 2 0,0 0 0,0-2 0,0 5 0,0-1 0,0-1 0,0-1 0,4 1 0,-3-4 0,2 7 0,-3-7 0,0 7 0,0-2 0,0-1 0,0-1 0,0 4 0,0-5 0,0 5 0,0-4 0,0-2 0,0 5 0,0-5 0,0 2 0,-4 4 0,4-5 0,-4 5 0,4-7 0,-4 3 0,4 1 0,-7 0 0,6 3 0,-3-6 0,1 2 0,-1 0 0,-4-2 0,4 2 0,-3-3 0,3 0 0,-4 3 0,4-3 0,-3 3 0,2-3 0,-2 3 0,2-2 0,-1 2 0,1 0 0,1-2 0,-3 2 0,3-4 0,-69 6 0,-17-7 0,47-9 0,-45 12 0,17-10 0,75-26 0,-7 8 0,6-7 0,-7-7 0,12-4 0,-2 4 0,6 0 0,-7 9 0,7-12 0,-10 7 0,13-12 0,-6 15 0,1 4 0,-3 3 0,-4 8 0,2-5 0,3 3 0,-4-5 0,0 9 0,-1-2 0,-2 0 0,3 2 0,-1-5 0,-2 2 0,6 0 0,-3-7 0,1 5 0,-2-13 0,1 8 0,1-8 0,3 6 0,-4 0 0,3 1 0,-6 0 0,6 3 0,-6 1 0,6 1 0,-6 7 0,6-7 0,-6 3 0,2 0 0,1 1 0,-4 3 0,7-3 0,-6 2 0,3-5 0,-4 5 0,3-5 0,-2 5 0,2-9 0,-3 8 0,4-9 0,-3 11 0,6-11 0,-6 10 0,6-14 0,-6 14 0,2-10 0,-3 7 0,0 0 0,0 1 0,0 0 0,0 2 0,0-5 0,0 5 0,0-5 0,0 2 0,0 0 0,0 1 0,-3-1 0,2 4 0,-3-7 0,4 7 0,0-3 0,0-1 0,-3 4 0,-1-3 0,-1 0 0,-1 2 0,5-2 0,-6 0 0,3 2 0,-1-2 0,-5 3 0,8 1 0,-8-1 0,2 0 0,3 0 0,-5 1 0,6-5 0,10 43 0,-4-22 0,10 35 0,-5-31 0,-6 10 0,5-6 0,2 12 0,-2-4 0,4 0 0,-9-3 0,6 6 0,-2-2 0,-1 0 0,4 1 0,-8-2 0,4 5 0,-4-4 0,4 6 0,-3-2 0,3-2 0,0 13 0,-3-14 0,2-1 0,-3-7 0,0 1 0,0-6 0,-3 17 0,2-13 0,-3 9 0,4-13 0,0 1 0,0-4 0,-4 5 0,4-3 0,-4 14 0,4-13 0,0 6 0,0-6 0,0 2 0,0-3 0,0 6 0,0-11 0,0 4 0,0-1 0,0-3 0,4 7 0,-4-7 0,4 4 0,-1-1 0,-2-3 0,3 7 0,-4-7 0,0 3 0,0 1 0,0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" min="-2" units="cm"/>
          <inkml:channel name="Y" type="integer" max="2" min="-2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5T14:32:1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19 16383,'30'0'0,"-5"0"0,-17 0 0,0 0 0,6 0 0,-4 0 0,4 0 0,-3 0 0,-2 0 0,6-3 0,-7 2 0,3-2 0,0 3 0,-2-4 0,5 3 0,-5-2 0,2 3 0,0 0 0,-2 0 0,9 0 0,-4 0 0,6 0 0,-7 0 0,-1 0 0,-5 3 0,4-2 0,5 3 0,6-4 0,4 0 0,-4 0 0,-1 0 0,-4 0 0,-4 0 0,2 0 0,-6 0 0,3 0 0,-1 0 0,-2 0 0,5-4 0,-5 3 0,2-5 0,0 8 0,-2-4 0,5 5 0,-5-3 0,2 0 0,0 0 0,-2 0 0,6 0 0,-7 0 0,4 3 0,0-2 0,5 3 0,-7-1 0,6-2 0,-8 2 0,1-3 0,7 0 0,-4 0 0,5 0 0,-4 0 0,-2 0 0,-3-3 0,3 2 0,1-2 0,0 6 0,-1-2 0,4 2 0,-1-3 0,6 0 0,1 0 0,-7 0 0,-1 4 0,-3-3 0,-5 2 0,7-3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" min="-2" units="cm"/>
          <inkml:channel name="Y" type="integer" max="2" min="-2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5T14:32:14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2228 164 16383,'-16'-3'0,"1"2"0,7-6 0,1 6 0,-1-2 0,4 0 0,-3 2 0,3-3 0,-4 4 0,0 0 0,4-3 0,-3 2 0,3-2 0,-4 3 0,0 0 0,1 0 0,2-4 0,-1 3 0,1-2 0,-2 3 0,2-4 0,-6 4 0,6-4 0,-7 4 0,5 0 0,2-3 0,-1 2 0,1-3 0,-2 4 0,-1 0 0,0 0 0,0-3 0,1-1 0,-5-1 0,3 2 0,-6-1 0,6 0 0,-7-1 0,8 2 0,-4 3 0,4-4 0,0 4 0,1-4 0,-1 4 0,0-3 0,1 2 0,-1-6 0,0 6 0,0-2 0,1 3 0,2-4 0,-5 3 0,4-5 0,-5 5 0,-1-6 0,3 6 0,-2-3 0,-1 0 0,-1 3 0,0-6 0,2 6 0,-1-2 0,3 3 0,-2-3 0,3 2 0,0-3 0,0 1 0,1 2 0,-1-2 0,0 3 0,1 0 0,-1 0 0,0 0 0,0 0 0,1 0 0,-1 0 0,0 0 0,1 0 0,2 3 0,-5-2 0,4 2 0,-5-3 0,3 0 0,0 4 0,0-3 0,1 5 0,-1-5 0,0 3 0,1-4 0,2 3 0,-2-2 0,3 2 0,-4-3 0,1 4 0,-1-3 0,0 2 0,1-3 0,-1 0 0,0 0 0,0 0 0,1 0 0,-1 0 0,0 0 0,1 0 0,-1 0 0,0 0 0,0 4 0,1-4 0,-5 4 0,3-4 0,-2 0 0,3 0 0,0 0 0,1 0 0,-1 0 0,-4 0 0,3 0 0,-2-4 0,3 4 0,0-4 0,1 4 0,-1 0 0,0 0 0,0 0 0,1 0 0,-1 0 0,0 0 0,1 0 0,2-3 0,-2 2 0,3-3 0,-4 4 0,1 0 0,-1 0 0,0 0 0,1 0 0,-1 0 0,4-3 0,-3 2 0,3-2 0,-4 3 0,0 0 0,0 0 0,1 0 0,-1 0 0,0 0 0,1 0 0,-1-4 0,0 3 0,0-2 0,-3 3 0,-2 0 0,0 0 0,2 0 0,3 0 0,0 0 0,0 0 0,1 0 0,2 3 0,-1-2 0,1 3 0,1-1 0,22-9 0,-6 7 0,19-8 0,-10 7 0,2 0 0,3 0 0,7 0 0,-5 0 0,9 0 0,-9 0 0,9 0 0,-8 0 0,3 0 0,-14 4 0,7-3 0,-15 2 0,15-3 0,-16 0 0,12 0 0,-13 0 0,4 0 0,-4 0 0,0 0 0,-1 0 0,1 0 0,0 0 0,-1 0 0,1 0 0,0 0 0,0 0 0,-1 0 0,1 0 0,0 0 0,3 0 0,-2 0 0,7 0 0,-4 0 0,5 0 0,0 0 0,-4 0 0,2 0 0,3 0 0,-1 0 0,9 0 0,-8 0 0,3 0 0,-8 0 0,3 0 0,-8 3 0,8-2 0,-7 3 0,2-4 0,-3 3 0,0-2 0,0 2 0,-4 1 0,3-3 0,-3 2 0,4-3 0,-1 0 0,-2 4 0,2-4 0,-3 4 0,4-4 0,-1 3 0,1-2 0,0 6 0,-1-3 0,5 1 0,-3 1 0,2-1 0,-3 2 0,0 1 0,0 0 0,3 0 0,-2 0 0,3 0 0,-1 0 0,-2 3 0,3-5 0,-7 5 0,6-7 0,-10 4 0,10 0 0,-6 0 0,-1 0 0,7 0 0,-9-1 0,8 1 0,-5-3 0,-1 1 0,3-5 0,-6 6 0,6-6 0,-7 6 0,4-3 0,-4 4 0,3-4 0,2 3 0,-1-3 0,3 4 0,-3-4 0,0 3 0,3-3 0,-3 1 0,1 2 0,2-7 0,-7 7 0,7-6 0,-6 6 0,6-6 0,-6 6 0,2-3 0,1 4 0,-3-1 0,5 1 0,-1-4 0,-1 3 0,3-6 0,-3 6 0,0-3 0,3 4 0,-6 0 0,6-4 0,-3 3 0,4-3 0,0 0 0,-4 3 0,3-3 0,-3 4 0,4-4 0,-4 3 0,-1-2 0,1-1 0,-3 3 0,6-6 0,-7 5 0,4-1 0,-1-1 0,2-1 0,-1 5 0,3-6 0,-6 9 0,5-7 0,-5 4 0,6-1 0,-6 1 0,2 0 0,1-4 0,-3 3 0,2-3 0,-3 4 0,4 0 0,0 3 0,0 2 0,8 4 0,-11-1 0,11 1 0,-7 9 0,0-7 0,2 4 0,-2-11 0,-1 4 0,-1-6 0,1 6 0,-3-4 0,5 4 0,-1 1 0,-1 3 0,4-3 0,-4-4 0,1 7 0,2-10 0,-7 6 0,8 0 0,-7-6 0,6 7 0,-6-10 0,6 1 0,-6 0 0,2-1 0,-3 1 0,4-4 0,-4 3 0,7-2 0,-6 2 0,6 1 0,-6 0 0,6-1 0,-6 1 0,5-4 0,-5 3 0,3-2 0,-1-1 0,-2 3 0,2-3 0,1 0 0,-3 3 0,2-3 0,1 1 0,-4 2 0,4-3 0,-1 0 0,2-1 0,-1 1 0,3-3 0,-3 6 0,4-7 0,-4 7 0,3-6 0,-3 3 0,4-1 0,4-2 0,-4 2 0,8 1 0,-3 1 0,-1-1 0,0 3 0,-4-6 0,3 6 0,-2-2 0,3-1 0,0 0 0,-4-1 0,4-2 0,-8 6 0,3-6 0,-6 6 0,6-7 0,-3 4 0,0-1 0,7-2 0,-5 3 0,5-1 0,-3 1 0,4 1 0,-7 1 0,6-1 0,-3 3 0,-3 0 0,6-4 0,-10 3 0,6-3 0,-3 1 0,4 1 0,0-1 0,-4 2 0,3 1 0,-3-4 0,0 3 0,3-3 0,-6 8 0,2-3 0,1-1 0,-3-1 0,6-3 0,-7 4 0,4 0 0,-1-1 0,-2 1 0,6 0 0,-6 4 0,6-4 0,-6 4 0,2 0 0,0-4 0,-2 4 0,3-4 0,-1-4 0,-2 3 0,2-3 0,1 8 0,-3-3 0,6 6 0,-6-6 0,3 7 0,0-4 0,0 1 0,4 6 0,-3-9 0,-1 5 0,-1-3 0,-2-4 0,7 8 0,-4-7 0,5 24 0,3-16 0,-2 21 0,-2-24 0,0 6 0,-7-11 0,6 6 0,-6-6 0,7 7 0,-7-7 0,6 11 0,1-3 0,2 5 0,-2-2 0,-1-3 0,-6 0 0,6-5 0,-2 7 0,3-6 0,0 7 0,-4-3 0,4 7 0,-7-6 0,2 6 0,1-4 0,-3-6 0,6 1 0,-7 0 0,4-1 0,-4 2 0,3-4 0,-2 4 0,3-6 0,-4 9 0,0-6 0,0 3 0,0 0 0,0 1 0,0-5 0,0 11 0,0-13 0,0 8 0,0-2 0,0-7 0,0 6 0,-4-4 0,3-2 0,-2 2 0,-1-3 0,4 0 0,-4-1 0,4 4 0,-3-2 0,2 6 0,-6-10 0,6 6 0,-2-6 0,-1 14 0,0-9 0,-5 13 0,2-3 0,2-6 0,-2 1 0,3-8 0,-4-2 0,4 2 0,-7 5 0,6-4 0,-7 4 0,1-1 0,6-3 0,-5 0 0,9-1 0,-6-6 0,3 2 0,-4 1 0,0 0 0,0 4 0,1-1 0,-1-2 0,-3 2 0,2-3 0,-2 4 0,-1 3 0,4-2 0,-20 15 0,12-10 0,-8 4 0,4 4 0,10-18 0,-5 15 0,7-15 0,0 1 0,0-2 0,-3 4 0,3-5 0,-7 11 0,7-11 0,-3 5 0,3 0 0,0-5 0,0 4 0,4-2 0,-3-3 0,3 2 0,-4-3 0,1 3 0,-1-2 0,0 3 0,-4-4 0,4 0 0,-4 3 0,4-2 0,1 2 0,-1 1 0,0-3 0,0 2 0,1-3 0,-1 0 0,0 0 0,1 4 0,-1-4 0,0 4 0,0-4 0,1 0 0,-1 0 0,0 0 0,1 3 0,-1-2 0,0 3 0,1-1 0,-1-2 0,0 2 0,0 1 0,1-3 0,-1 2 0,0-3 0,1 0 0,2 3 0,-5-2 0,5 3 0,-6-4 0,0 0 0,2 3 0,-2-2 0,0 2 0,2-3 0,-2 0 0,3 4 0,1-3 0,-5 2 0,4-3 0,-3 0 0,3 0 0,0 0 0,1 0 0,-1 0 0,0 4 0,1-4 0,-5 4 0,4-1 0,-3-2 0,3 3 0,0-4 0,1 0 0,-1 0 0,0 0 0,-3 0 0,2 0 0,-2 0 0,0 3 0,2-2 0,-6 2 0,6 1 0,-2-3 0,-1 2 0,0-3 0,0 0 0,1 0 0,-1 0 0,4 0 0,-7 0 0,6 0 0,-3 0 0,5 0 0,-1 0 0,0 0 0,0 0 0,1-3 0,-1 2 0,0-3 0,1 4 0,-5 0 0,4 0 0,-7 0 0,3-3 0,0 2 0,1-2 0,0 3 0,-5-4 0,3 3 0,-5-2 0,9 3 0,-2 0 0,3 0 0,0 0 0,1 0 0,-1 0 0,4-4 0,-3 4 0,3-4 0,-4 4 0,0-3 0,0 2 0,1-3 0,-5 1 0,3 2 0,-2-2 0,3 3 0,0 0 0,-3-4 0,2 3 0,-2-2 0,4 3 0,2-3 0,-1 2 0,-2-6 0,-5 6 0,1-2 0,0 3 0,8-4 0,-3 3 0,3-2 0,-11-1 0,5 4 0,-9-7 0,7 6 0,-1-3 0,-2 1 0,7 2 0,-4-3 0,8 1 0,-3-2 0,3 1 0,-8 1 0,4 3 0,0-4 0,1 3 0,3-9 0,-4 8 0,3-9 0,-2 10 0,7-6 0,-4 3 0,1-4 0,-2 0 0,1 1 0,1-1 0,3 0 0,-4 4 0,3-6 0,-2 5 0,3-6 0,0 3 0,-3 0 0,2 0 0,-3 1 0,-2 16 0,0-5 0,-8 17 0,5-12 0,-9 9 0,8-8 0,-5 1 0,7-4 0,1-3 0,-1 4 0,0 0 0,-3 0 0,6-1 0,-5 1 0,5-4 0,-2 3 0,-1-6 0,0 6 0,0-6 0,1 2 0,-4 1 0,2-4 0,1 7 0,1-6 0,0 3 0,-2-4 0,-2 0 0,3 3 0,1-2 0,-1 2 0,-3-3 0,2 0 0,-5 0 0,1 4 0,-8-3 0,4 2 0,-7 1 0,7-3 0,-7 2 0,-1 1 0,3-3 0,-5 3 0,10-1 0,1-2 0,-3 6 0,6-6 0,-7 3 0,5-4 0,-9 7 0,10-5 0,-17 9 0,8-10 0,1 2 0,-5 1 0,18-4 0,-10 4 0,3-4 0,-4 3 0,-1-2 0,1 3 0,8-4 0,-11 0 0,8 0 0,-5 0 0,5 0 0,3 0 0,0 0 0,-2 0 0,-2 0 0,-5 0 0,0 0 0,-7-4 0,14 3 0,-9-3 0,3 0 0,-6 3 0,-4-3 0,4 4 0,7 0 0,3 0 0,1 0 0,3 0 0,-3 0 0,6 0 0,-2 0 0,4 0 0,-1 0 0,0 0 0,0 0 0,-3 0 0,-5-3 0,2 2 0,6-3 0,31-4 0,-1 6 0,32-9 0,-7 10 0,-9-3 0,20 7 0,-40-2 0,16 3 0,-22-4 0,0 0 0,3 0 0,-3 0 0,3 0 0,9 0 0,-6 0 0,19 0 0,-1-4 0,5 3 0,-1 1 0,-7 1 0,3 3 0,8 0 0,1-3 0,0 4 0,-11-5 0,-5 0 0,-8 0 0,3 0 0,-7 0 0,-1 0 0,-5 0 0,-3-4 0,7 3 0,-2-2 0,6 3 0,-7 0 0,3 0 0,-3 0 0,12 0 0,1 0 0,9 0 0,-4 0 0,-5 0 0,2 4 0,-1 0 0,7 5 0,-7-1 0,-6-4 0,-9 0 0,-3-1 0,7-2 0,2 6 0,4-2 0,2-1 0,-2 3 0,12-2 0,6-1 0,-7 0 0,-4-4 0,-16 0 0,3 0 0,2-4 0,8 3 0,-1-2 0,-4 3 0,-4 0 0,-1 0 0,-7 0 0,7 0 0,1 0 0,0 0 0,4-4 0,-5 3 0,-3-2 0,7 3 0,-2 0 0,7 4 0,1-3 0,-5 2 0,3-3 0,2-3 0,0-2 0,8 1 0,1 0 0,0 1 0,0 2 0,-10-3 0,-1 0 0,-6 4 0,10-4 0,-9 1 0,5 2 0,-14-6 0,5 3 0,-6 0 0,8-7 0,3 6 0,-7-6 0,10 7 0,-5 0 0,7 1 0,-4-1 0,3-4 0,-2-1 0,-1 5 0,0 0 0,-5 4 0,-3 0 0,-1-3 0,-3 2 0,0-6 0,3 6 0,-3-2 0,3 3 0,-3 0 0,-4-4 0,7 3 0,-6-5 0,6 5 0,-3-3 0,-1 1 0,5 2 0,0-2 0,0-1 0,-1 0 0,0 0 0,-3-3 0,0 2 0,3-2 0,-2-1 0,7 4 0,-4-3 0,-5 3 0,0-1 0,-3-2 0,4 7 0,0-7 0,0 6 0,-1-6 0,-2 3 0,1-1 0,-5-5 0,6 2 0,-3-4 0,4-3 0,0 3 0,0-3 0,-1 3 0,1-3 0,-4 7 0,3-7 0,-6 6 0,6 2 0,-6 0 0,2 3 0,1-1 0,-4-2 0,4 3 0,-1 0 0,-2-3 0,3 3 0,-4-4 0,-11 14 0,5-3 0,-10 12 0,12-7 0,-3-1 0,3 1 0,-4-4 0,1 3 0,2-3 0,-2 4 0,-8 7 0,1-2 0,-9 3 0,11-7 0,4 1 0,-2-9 0,5 10 0,-10-7 0,0 4 0,-1-1 0,-3-2 0,3-2 0,1-3 0,3 4 0,1-4 0,3 4 0,0-4 0,1 3 0,-4-2 0,-1 6 0,0-3 0,-4 1 0,11 1 0,-2-1 0,3-1 0,3 3 0,-5-6 0,5 6 0,-3-3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" min="-2" units="cm"/>
          <inkml:channel name="Y" type="integer" max="2" min="-2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5T14:32:14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125 1 16383,'-12'13'0,"1"-3"0,3-7 0,4 2 0,-3-1 0,6 3 0,-6-3 0,-1 4 0,3 0 0,-6 0 0,7-4 0,-1 3 0,-2-6 0,7 6 0,-4-3 0,1 0 0,2 3 0,-6-6 0,6 6 0,-6-6 0,6 5 0,-5-5 0,5 10 0,-3-6 0,4 4 0,0-6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" min="-2" units="cm"/>
          <inkml:channel name="Y" type="integer" max="2" min="-2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5T14:32:14"/>
    </inkml:context>
    <inkml:brush xml:id="br0">
      <inkml:brushProperty name="width" value="0.1" units="cm"/>
      <inkml:brushProperty name="height" value="0.2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10 16383,'25'0'0,"-1"0"0,-3 0 0,7-4 0,11 3 0,6-4 0,7 5 0,5 5 0,-10-4 0,9 9 0,-16-9 0,-1 4 0,-7-5 0,-9 3 0,-6-2 0,-5 3 0,-4-4 0,-4 0 0,-1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" min="-2" units="cm"/>
          <inkml:channel name="Y" type="integer" max="2" min="-2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5T14:32:14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37 59 16383,'81'-5'0,"-11"2"0,-43 3 0,0-4 0,3 3 0,-3-3 0,-2 4 0,1 0 0,-4 0 0,8-3 0,-4-2 0,3 0 0,-2 1 0,3 4 0,-3 0 0,-2-3 0,2 2 0,1-3 0,1 0 0,-1 0 0,-4-1 0,4 1 0,-5 4 0,8 0 0,-2 0 0,-5 8 0,14-6 0,-19 5 0,17-7 0,-12 0 0,8 4 0,-5-3 0,5 7 0,-8-7 0,6 4 0,-7-5 0,4 0 0,0 0 0,0 0 0,12 3 0,-13-2 0,8 3 0,-13-4 0,1 0 0,8 0 0,-3 0 0,-3 0 0,3 0 0,-6 0 0,7 4 0,-1 0 0,-5 1 0,8-2 0,-9-3 0,7 0 0,1 0 0,-3 0 0,-1 0 0,13 0 0,-21 0 0,23 0 0,-22 0 0,15 0 0,-4 0 0,-2 0 0,0 3 0,-3-5 0,1 4 0,6-5 0,-10 3 0,15 0 0,-16 0 0,9 0 0,-1 0 0,-8 0 0,13 0 0,-7 4 0,-3-3 0,13 2 0,-17-3 0,14 4 0,-9-3 0,-3 3 0,9-4 0,-4 0 0,3 0 0,0 0 0,-8 3 0,9-2 0,-8 3 0,11-4 0,-7 4 0,-1-3 0,4 3 0,-8-4 0,6 0 0,1 0 0,-3-3 0,7 2 0,-10-3 0,9 4 0,-8-4 0,3 3 0,7-6 0,-13 2 0,8 0 0,4 2 0,-12-1 0,12 3 0,-4-3 0,-8 4 0,15 0 0,-14 0 0,4 0 0,5-3 0,-8 2 0,9-2 0,-4 3 0,-7 0 0,15 0 0,-17 0 0,12 0 0,-3 0 0,-1 0 0,9 0 0,-14 0 0,6 0 0,-2 0 0,10 0 0,-4 4 0,16-3 0,-7 3 0,6-4 0,-7 0 0,-23 0 0,-54 43 0,19-24 0,-32 34 0,48-32 0,-1-3 0,-1 15 0,-3-13 0,3 11 0,-2-7 0,6 1 0,-2 4 0,3-4 0,0 2 0,-4-2 0,3 2 0,-3-3 0,4 4 0,0 2 0,0 0 0,0-5 0,-3 0 0,6 5 0,-6-4 0,6 7 0,-3-9 0,0 0 0,0 4 0,4-3 0,-3 5 0,3-5 0,-4 1 0,0 3 0,0-6 0,0 9 0,0-10 0,4 10 0,-4-7 0,4 0 0,-4 5 0,0-10 0,0 11 0,0-7 0,0-2 0,0 13 0,-4-16 0,4 16 0,-4-10 0,0 1 0,3 7 0,-3-15 0,4 22 0,0-19 0,0 7 0,0-1 0,0-9 0,0 23 0,0-22 0,0 12 0,-4 1 0,3-12 0,-3 17 0,4-17 0,0 8 0,-3 0 0,2-4 0,-7 3 0,7-5 0,-2 8 0,-1-6 0,0 3 0,-4-1 0,-3-5 0,-8 5 0,2-13 0,-10 5 0,7-2 0,1-3 0,-5 6 0,11 0 0,-5-2 0,-1 3 0,-3-13 0,-18-7 0,11 0 0,-5-4 0,3 4 0,8 0 0,-9-4 0,0 3 0,3-3 0,2 4 0,-6-4 0,17 0 0,-19-5 0,14 5 0,-4 1 0,-8 6 0,15-2 0,-12 2 0,3-3 0,5 0 0,-12 0 0,10 0 0,-5 0 0,1 0 0,4-3 0,-9 2 0,14-6 0,-12 6 0,6-3 0,3 4 0,-12 0 0,14 0 0,-7-3 0,0 2 0,2-3 0,-1 1 0,-1 2 0,3-3 0,-4 4 0,4 0 0,-4 0 0,-2 0 0,5 0 0,-3 0 0,1 0 0,4 0 0,-7-3 0,6 2 0,2-3 0,-8 4 0,8 0 0,-7 0 0,0 0 0,6 0 0,-9 0 0,6 0 0,-1 4 0,0-3 0,2 2 0,-1-3 0,-3 0 0,-4 4 0,8-3 0,-3 3 0,4-4 0,-2 0 0,-3 4 0,1-3 0,0 5 0,7-5 0,-9 3 0,6-4 0,-1 0 0,-9-4 0,16 3 0,-12-3 0,3 4 0,6 0 0,-12 0 0,7 0 0,-2 0 0,-5 0 0,11 0 0,-5 0 0,2 0 0,0 0 0,-3 0 0,0-3 0,4 2 0,-4-3 0,1 4 0,5 0 0,-9-3 0,10-2 0,-6 1 0,1 1 0,2 3 0,-8 0 0,11 0 0,-7 0 0,-2 0 0,2-4 0,1 3 0,0-5 0,6 5 0,-7-3 0,0 4 0,4-3 0,-3-1 0,3-1 0,-6-2 0,9 7 0,-9-4 0,8 1 0,-5-2 0,0 1 0,3 1 0,-2-1 0,-1 0 0,3 0 0,-2-3 0,-1 6 0,3-2 0,-3-12 0,7 4 0,3-17 0,5 1 0,7-12 0,-4 4 0,4-8 0,0 10 0,-4-12 0,4 11 0,-1-15 0,-1 19 0,6-7 0,-3 10 0,4 0 0,-4-8 0,3 6 0,-7 0 0,8 4 0,-8 3 0,7-10 0,-7 0 0,7 6 0,-7-1 0,7 6 0,-2-4 0,3-7 0,0 10 0,0-5 0,0-1 0,0 6 0,3-11 0,1 13 0,4-7 0,10 4 0,0 6 0,10 2 0,-4 10 0,4-2 0,1 6 0,2-7 0,-6 7 0,3 0 0,-7 2 0,6 6 0,0-6 0,-3 2 0,4 1 0,0-3 0,-7 7 0,10-8 0,-8 4 0,3-4 0,3 8 0,-7-6 0,10 10 0,-8-12 0,0 7 0,1 1 0,-4-3 0,2 16 0,-8-4 0,-7 11 0,-4 2 0,-4-5 0,0 2 0,0 0 0,0-3 0,3 4 0,-6 0 0,6-7 0,-4 10 0,2-9 0,3 5 0,-4 1 0,0-3 0,3 3 0,-2-5 0,2 9 0,-3-10 0,0 8 0,0-6 0,4 1 0,-3 2 0,5-3 0,-1 3 0,9-7 0,9-4 0,2-9 0,5-4 0,-10 8 0,2 2 0,2 2 0,-3-3 0,8-5 0,-5 1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" min="-2" units="cm"/>
          <inkml:channel name="Y" type="integer" max="2" min="-2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5T14:32:14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51 16383,'69'-8'0,"-11"3"0,-37 1 0,-7 4 0,27-3 0,-27 2 0,27-2 0,-20-1 0,1 3 0,20-7 0,-22 7 0,18-3 0,-13 0 0,-1 3 0,10-3 0,-11 4 0,6 0 0,-2 0 0,-1 4 0,5-3 0,-6 3 0,0-4 0,3 0 0,-6 0 0,9 0 0,-8 0 0,1 0 0,10 3 0,-11-2 0,4 3 0,6 0 0,-12-3 0,-47 43 0,17-30 0,-48 27 0,49-34 0,-3-7 0,-25 11 0,14-6 0,-14 3 0,25-4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" min="-2" units="cm"/>
          <inkml:channel name="Y" type="integer" max="2" min="-2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5T14:32:14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21 16383,'62'-9'0,"-11"2"0,-44 7 0,15 0 0,7-3 0,1 2 0,3 0 0,-15 2 0,13 3 0,-9-4 0,9 0 0,-4 3 0,-7 5 0,6 4 0,-10 7 0,7-7 0,0 0 0,5-9 0,-3-3 0,3-4 0,-7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" min="-2" units="cm"/>
          <inkml:channel name="Y" type="integer" max="2" min="-2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5T14:32:1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350 9 16383,'35'0'0,"-9"-3"0,-19 2 0,1-2 0,5 6 0,3-2 0,-4 2 0,4-3 0,-3 0 0,3 0 0,-3 0 0,-1 4 0,-5-3 0,5 5 0,-4-5 0,3 6 0,-3-3 0,3 1 0,-2 2 0,2-3 0,-4 7 0,1-3 0,-4 4 0,4-1 0,-4-2 0,4 3 0,0-1 0,0-2 0,-4 3 0,3-1 0,-6-2 0,6 2 0,-3-4 0,0 9 0,0-7 0,-1 3 0,-2 2 0,3-8 0,-1 13 0,-2-10 0,3 3 0,-1-1 0,-2-3 0,3 11 0,-4-9 0,0 5 0,0-4 0,0-2 0,-4 6 0,3-6 0,-2 2 0,3 0 0,-7 2 0,2-5 0,-10-7 0,7-6 0,-4-15 0,8 6 0,-8 0 0,7 0 0,-16 8 0,11-6 0,-6 0 0,8 3 0,0-3 0,0 8 0,-3-3 0,2 2 0,1-3 0,-3 1 0,10-1 0,-10 0 0,10-3 0,-5 3 0,-2 0 0,3-2 0,-9 4 0,12-5 0,-8 4 0,6-1 0,-4 0 0,0 0 0,4-3 0,-3 3 0,3-3 0,-4 0 0,4 2 0,-3-2 0,-1 3 0,2 0 0,-1-3 0,0 2 0,2-3 0,-6 8 0,3-6 0,0 8 0,1-8 0,-4 5 0,2 1 0,-2-6 0,3 8 0,1-8 0,-5 9 0,4-2 0,-7 3 0,7-4 0,-3 3 0,-1-2 0,4 3 0,-7 3 0,7 2 0,-3-1 0,3 6 0,4-5 0,-3 10 0,2-6 0,-6 7 0,5-7 0,-4-1 0,9 6 0,-6-8 0,3 6 0,-4-1 0,3-6 0,-2 7 0,3-5 0,-4 1 0,0 0 0,0 4 0,1-4 0,-1 4 0,3 0 0,-1-7 0,-2 13 0,2-12 0,-4 10 0,6-9 0,-1 1 0,-2 3 0,7 2 0,-7-1 0,6-1 0,-6 1 0,6-3 0,-3 7 0,4-8 0,0 8 0,0-7 0,0 6 0,-3-6 0,2 7 0,-3-4 0,4 5 0,0-4 0,0-1 0,0-1 0,0-2 0,0 11 0,0-10 0,0 6 0,0-8 0,0 7 0,0-1 0,0 2 0,0-4 0,0-5 0,0 4 0,4 1 0,-3 0 0,2 4 0,-3-4 0,0 1 0,0-1 0,0-1 0,0-3 0,0 7 0,0-7 0,0 4 0,0-1 0,0-3 0,0 7 0,0-3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" min="-2" units="cm"/>
          <inkml:channel name="Y" type="integer" max="2" min="-2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05T14:32:1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 16383,'29'9'0,"-3"-3"0,-9-6 0,4 4 0,-3-3 0,8 7 0,-8-3 0,8 0 0,-13-1 0,4-4 0,-10 0 0,4 0 0,1 0 0,0 0 0,0 0 0,-1 0 0,2 0 0,8 0 0,2 0 0,4-4 0,-5 3 0,4-7 0,-8 7 0,3-3 0,-4 4 0,-1 0 0,1 0 0,-4 0 0,-2 0 0,-3-4 0,-38 15 0,18-12 0,-32 16 0,23-14 0,3 6 0,-3-6 0,4 7 0,0-4 0,5 1 0,0 2 0,4-6 0,-3 2 0,3 1 0,-4-3 0,1 2 0,3 0 0,-3 2 0,-5-1 0,7 3 0,-6-6 0,7 2 0,-3-3 0,2 4 0,-5-4 0,5 4 0,-2-1 0,38-9 0,-20 8 0,28-9 0,-27 7 0,0 0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fld id="{6F274BC0-EC83-4C66-980B-BAA069991F9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fld id="{2E3A7F71-220F-49F8-AA6B-B30E0F824F7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8565" rtl="0" eaLnBrk="1" latinLnBrk="0" hangingPunct="1">
      <a:defRPr sz="1600" b="0" i="0" kern="1200">
        <a:solidFill>
          <a:schemeClr val="tx1"/>
        </a:solidFill>
        <a:latin typeface="楷体" panose="02010609060101010101" pitchFamily="49" charset="-122"/>
        <a:ea typeface="楷体" panose="02010609060101010101" pitchFamily="49" charset="-122"/>
        <a:cs typeface="+mn-cs"/>
      </a:defRPr>
    </a:lvl1pPr>
    <a:lvl2pPr marL="609600" algn="l" defTabSz="1218565" rtl="0" eaLnBrk="1" latinLnBrk="0" hangingPunct="1">
      <a:defRPr sz="1600" b="0" i="0" kern="1200">
        <a:solidFill>
          <a:schemeClr val="tx1"/>
        </a:solidFill>
        <a:latin typeface="楷体" panose="02010609060101010101" pitchFamily="49" charset="-122"/>
        <a:ea typeface="楷体" panose="02010609060101010101" pitchFamily="49" charset="-122"/>
        <a:cs typeface="+mn-cs"/>
      </a:defRPr>
    </a:lvl2pPr>
    <a:lvl3pPr marL="1219200" algn="l" defTabSz="1218565" rtl="0" eaLnBrk="1" latinLnBrk="0" hangingPunct="1">
      <a:defRPr sz="1600" b="0" i="0" kern="1200">
        <a:solidFill>
          <a:schemeClr val="tx1"/>
        </a:solidFill>
        <a:latin typeface="楷体" panose="02010609060101010101" pitchFamily="49" charset="-122"/>
        <a:ea typeface="楷体" panose="02010609060101010101" pitchFamily="49" charset="-122"/>
        <a:cs typeface="+mn-cs"/>
      </a:defRPr>
    </a:lvl3pPr>
    <a:lvl4pPr marL="1828800" algn="l" defTabSz="1218565" rtl="0" eaLnBrk="1" latinLnBrk="0" hangingPunct="1">
      <a:defRPr sz="1600" b="0" i="0" kern="1200">
        <a:solidFill>
          <a:schemeClr val="tx1"/>
        </a:solidFill>
        <a:latin typeface="楷体" panose="02010609060101010101" pitchFamily="49" charset="-122"/>
        <a:ea typeface="楷体" panose="02010609060101010101" pitchFamily="49" charset="-122"/>
        <a:cs typeface="+mn-cs"/>
      </a:defRPr>
    </a:lvl4pPr>
    <a:lvl5pPr marL="2438400" algn="l" defTabSz="1218565" rtl="0" eaLnBrk="1" latinLnBrk="0" hangingPunct="1">
      <a:defRPr sz="1600" b="0" i="0" kern="1200">
        <a:solidFill>
          <a:schemeClr val="tx1"/>
        </a:solidFill>
        <a:latin typeface="楷体" panose="02010609060101010101" pitchFamily="49" charset="-122"/>
        <a:ea typeface="楷体" panose="02010609060101010101" pitchFamily="49" charset="-122"/>
        <a:cs typeface="+mn-cs"/>
      </a:defRPr>
    </a:lvl5pPr>
    <a:lvl6pPr marL="30480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A7F71-220F-49F8-AA6B-B30E0F824F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A7F71-220F-49F8-AA6B-B30E0F824F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A7F71-220F-49F8-AA6B-B30E0F824F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A7F71-220F-49F8-AA6B-B30E0F824F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A7F71-220F-49F8-AA6B-B30E0F824F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A7F71-220F-49F8-AA6B-B30E0F824F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3A7F71-220F-49F8-AA6B-B30E0F824F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0" i="0">
                <a:ea typeface="楷体" panose="02010609060101010101" pitchFamily="49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楷体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楷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楷体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ea typeface="楷体" panose="02010609060101010101" pitchFamily="49" charset="-122"/>
              </a:defRPr>
            </a:lvl1pPr>
            <a:lvl2pPr>
              <a:defRPr b="0" i="0">
                <a:ea typeface="楷体" panose="02010609060101010101" pitchFamily="49" charset="-122"/>
              </a:defRPr>
            </a:lvl2pPr>
            <a:lvl3pPr>
              <a:defRPr b="0" i="0">
                <a:ea typeface="楷体" panose="02010609060101010101" pitchFamily="49" charset="-122"/>
              </a:defRPr>
            </a:lvl3pPr>
            <a:lvl4pPr>
              <a:defRPr b="0" i="0">
                <a:ea typeface="楷体" panose="02010609060101010101" pitchFamily="49" charset="-122"/>
              </a:defRPr>
            </a:lvl4pPr>
            <a:lvl5pPr>
              <a:defRPr b="0" i="0"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楷体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楷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楷体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tx1"/>
                </a:solidFill>
                <a:ea typeface="楷体" panose="02010609060101010101" pitchFamily="49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楷体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楷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楷体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defRPr b="0" i="0">
                <a:ea typeface="楷体" panose="02010609060101010101" pitchFamily="49" charset="-122"/>
              </a:defRPr>
            </a:lvl1pPr>
            <a:lvl2pPr>
              <a:defRPr b="0" i="0">
                <a:ea typeface="楷体" panose="02010609060101010101" pitchFamily="49" charset="-122"/>
              </a:defRPr>
            </a:lvl2pPr>
            <a:lvl3pPr>
              <a:defRPr b="0" i="0">
                <a:ea typeface="楷体" panose="02010609060101010101" pitchFamily="49" charset="-122"/>
              </a:defRPr>
            </a:lvl3pPr>
            <a:lvl4pPr>
              <a:defRPr b="0" i="0">
                <a:ea typeface="楷体" panose="02010609060101010101" pitchFamily="49" charset="-122"/>
              </a:defRPr>
            </a:lvl4pPr>
            <a:lvl5pPr>
              <a:defRPr b="0" i="0"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defRPr b="0" i="0">
                <a:ea typeface="楷体" panose="02010609060101010101" pitchFamily="49" charset="-122"/>
              </a:defRPr>
            </a:lvl1pPr>
            <a:lvl2pPr>
              <a:defRPr b="0" i="0">
                <a:ea typeface="楷体" panose="02010609060101010101" pitchFamily="49" charset="-122"/>
              </a:defRPr>
            </a:lvl2pPr>
            <a:lvl3pPr>
              <a:defRPr b="0" i="0">
                <a:ea typeface="楷体" panose="02010609060101010101" pitchFamily="49" charset="-122"/>
              </a:defRPr>
            </a:lvl3pPr>
            <a:lvl4pPr>
              <a:defRPr b="0" i="0">
                <a:ea typeface="楷体" panose="02010609060101010101" pitchFamily="49" charset="-122"/>
              </a:defRPr>
            </a:lvl4pPr>
            <a:lvl5pPr>
              <a:defRPr b="0" i="0"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楷体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楷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楷体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0" i="0">
                <a:ea typeface="楷体" panose="02010609060101010101" pitchFamily="49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>
            <a:lvl1pPr>
              <a:defRPr b="0" i="0">
                <a:ea typeface="楷体" panose="02010609060101010101" pitchFamily="49" charset="-122"/>
              </a:defRPr>
            </a:lvl1pPr>
            <a:lvl2pPr>
              <a:defRPr b="0" i="0">
                <a:ea typeface="楷体" panose="02010609060101010101" pitchFamily="49" charset="-122"/>
              </a:defRPr>
            </a:lvl2pPr>
            <a:lvl3pPr>
              <a:defRPr b="0" i="0">
                <a:ea typeface="楷体" panose="02010609060101010101" pitchFamily="49" charset="-122"/>
              </a:defRPr>
            </a:lvl3pPr>
            <a:lvl4pPr>
              <a:defRPr b="0" i="0">
                <a:ea typeface="楷体" panose="02010609060101010101" pitchFamily="49" charset="-122"/>
              </a:defRPr>
            </a:lvl4pPr>
            <a:lvl5pPr>
              <a:defRPr b="0" i="0"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0" i="0">
                <a:ea typeface="楷体" panose="02010609060101010101" pitchFamily="49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>
            <a:lvl1pPr>
              <a:defRPr b="0" i="0">
                <a:ea typeface="楷体" panose="02010609060101010101" pitchFamily="49" charset="-122"/>
              </a:defRPr>
            </a:lvl1pPr>
            <a:lvl2pPr>
              <a:defRPr b="0" i="0">
                <a:ea typeface="楷体" panose="02010609060101010101" pitchFamily="49" charset="-122"/>
              </a:defRPr>
            </a:lvl2pPr>
            <a:lvl3pPr>
              <a:defRPr b="0" i="0">
                <a:ea typeface="楷体" panose="02010609060101010101" pitchFamily="49" charset="-122"/>
              </a:defRPr>
            </a:lvl3pPr>
            <a:lvl4pPr>
              <a:defRPr b="0" i="0">
                <a:ea typeface="楷体" panose="02010609060101010101" pitchFamily="49" charset="-122"/>
              </a:defRPr>
            </a:lvl4pPr>
            <a:lvl5pPr>
              <a:defRPr b="0" i="0"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楷体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楷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楷体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楷体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楷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楷体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楷体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楷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楷体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 b="0" i="0">
                <a:ea typeface="楷体" panose="02010609060101010101" pitchFamily="49" charset="-122"/>
              </a:defRPr>
            </a:lvl1pPr>
            <a:lvl2pPr>
              <a:defRPr sz="2800" b="0" i="0">
                <a:ea typeface="楷体" panose="02010609060101010101" pitchFamily="49" charset="-122"/>
              </a:defRPr>
            </a:lvl2pPr>
            <a:lvl3pPr>
              <a:defRPr sz="2400" b="0" i="0">
                <a:ea typeface="楷体" panose="02010609060101010101" pitchFamily="49" charset="-122"/>
              </a:defRPr>
            </a:lvl3pPr>
            <a:lvl4pPr>
              <a:defRPr sz="2000" b="0" i="0">
                <a:ea typeface="楷体" panose="02010609060101010101" pitchFamily="49" charset="-122"/>
              </a:defRPr>
            </a:lvl4pPr>
            <a:lvl5pPr>
              <a:defRPr sz="2000" b="0" i="0">
                <a:ea typeface="楷体" panose="02010609060101010101" pitchFamily="49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 b="0" i="0">
                <a:ea typeface="楷体" panose="02010609060101010101" pitchFamily="49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楷体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楷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楷体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 b="0" i="0">
                <a:ea typeface="楷体" panose="02010609060101010101" pitchFamily="49" charset="-122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dirty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 b="0" i="0">
                <a:ea typeface="楷体" panose="02010609060101010101" pitchFamily="49" charset="-122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楷体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楷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楷体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b="0" i="0">
                <a:ea typeface="楷体" panose="02010609060101010101" pitchFamily="49" charset="-122"/>
              </a:defRPr>
            </a:lvl1pPr>
            <a:lvl2pPr>
              <a:defRPr b="0" i="0">
                <a:ea typeface="楷体" panose="02010609060101010101" pitchFamily="49" charset="-122"/>
              </a:defRPr>
            </a:lvl2pPr>
            <a:lvl3pPr>
              <a:defRPr b="0" i="0">
                <a:ea typeface="楷体" panose="02010609060101010101" pitchFamily="49" charset="-122"/>
              </a:defRPr>
            </a:lvl3pPr>
            <a:lvl4pPr>
              <a:defRPr b="0" i="0">
                <a:ea typeface="楷体" panose="02010609060101010101" pitchFamily="49" charset="-122"/>
              </a:defRPr>
            </a:lvl4pPr>
            <a:lvl5pPr>
              <a:defRPr b="0" i="0"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楷体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楷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楷体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>
            <a:lvl1pPr>
              <a:defRPr b="0" i="0">
                <a:ea typeface="楷体" panose="02010609060101010101" pitchFamily="49" charset="-122"/>
              </a:defRPr>
            </a:lvl1pPr>
            <a:lvl2pPr>
              <a:defRPr b="0" i="0">
                <a:ea typeface="楷体" panose="02010609060101010101" pitchFamily="49" charset="-122"/>
              </a:defRPr>
            </a:lvl2pPr>
            <a:lvl3pPr>
              <a:defRPr b="0" i="0">
                <a:ea typeface="楷体" panose="02010609060101010101" pitchFamily="49" charset="-122"/>
              </a:defRPr>
            </a:lvl3pPr>
            <a:lvl4pPr>
              <a:defRPr b="0" i="0">
                <a:ea typeface="楷体" panose="02010609060101010101" pitchFamily="49" charset="-122"/>
              </a:defRPr>
            </a:lvl4pPr>
            <a:lvl5pPr>
              <a:defRPr b="0" i="0"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ea typeface="楷体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ea typeface="楷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ea typeface="楷体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ea typeface="楷体" panose="02010609060101010101" pitchFamily="49" charset="-122"/>
              </a:defRPr>
            </a:lvl1pPr>
          </a:lstStyle>
          <a:p>
            <a:fld id="{8A7B6067-F111-4A80-B051-23DA3C0D8FF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ea typeface="楷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ea typeface="楷体" panose="02010609060101010101" pitchFamily="49" charset="-122"/>
              </a:defRPr>
            </a:lvl1pPr>
          </a:lstStyle>
          <a:p>
            <a:fld id="{52A7B276-5004-4A1A-B1F8-2B0764853C0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 descr="1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967186" y="-250190"/>
            <a:ext cx="1293495" cy="172466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+mn-lt"/>
          <a:ea typeface="楷体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楷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楷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楷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楷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.v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2.bin"/><Relationship Id="rId3" Type="http://schemas.openxmlformats.org/officeDocument/2006/relationships/image" Target="../media/image7.e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2.v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4.bin"/><Relationship Id="rId3" Type="http://schemas.openxmlformats.org/officeDocument/2006/relationships/image" Target="../media/image7.emf"/><Relationship Id="rId2" Type="http://schemas.openxmlformats.org/officeDocument/2006/relationships/oleObject" Target="../embeddings/oleObject3.bin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7.e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16.emf"/><Relationship Id="rId1" Type="http://schemas.openxmlformats.org/officeDocument/2006/relationships/oleObject" Target="../embeddings/oleObject5.bin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9.e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18.emf"/><Relationship Id="rId1" Type="http://schemas.openxmlformats.org/officeDocument/2006/relationships/oleObject" Target="../embeddings/oleObject7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customXml" Target="../ink/ink5.xml"/><Relationship Id="rId8" Type="http://schemas.openxmlformats.org/officeDocument/2006/relationships/image" Target="../media/image23.png"/><Relationship Id="rId7" Type="http://schemas.openxmlformats.org/officeDocument/2006/relationships/customXml" Target="../ink/ink4.xml"/><Relationship Id="rId6" Type="http://schemas.openxmlformats.org/officeDocument/2006/relationships/image" Target="../media/image22.png"/><Relationship Id="rId5" Type="http://schemas.openxmlformats.org/officeDocument/2006/relationships/customXml" Target="../ink/ink3.xml"/><Relationship Id="rId4" Type="http://schemas.openxmlformats.org/officeDocument/2006/relationships/image" Target="../media/image21.png"/><Relationship Id="rId37" Type="http://schemas.openxmlformats.org/officeDocument/2006/relationships/slideLayout" Target="../slideLayouts/slideLayout7.xml"/><Relationship Id="rId36" Type="http://schemas.openxmlformats.org/officeDocument/2006/relationships/image" Target="../media/image38.png"/><Relationship Id="rId35" Type="http://schemas.openxmlformats.org/officeDocument/2006/relationships/image" Target="../media/image37.png"/><Relationship Id="rId34" Type="http://schemas.openxmlformats.org/officeDocument/2006/relationships/image" Target="../media/image36.png"/><Relationship Id="rId33" Type="http://schemas.openxmlformats.org/officeDocument/2006/relationships/customXml" Target="../ink/ink17.xml"/><Relationship Id="rId32" Type="http://schemas.openxmlformats.org/officeDocument/2006/relationships/image" Target="../media/image35.png"/><Relationship Id="rId31" Type="http://schemas.openxmlformats.org/officeDocument/2006/relationships/customXml" Target="../ink/ink16.xml"/><Relationship Id="rId30" Type="http://schemas.openxmlformats.org/officeDocument/2006/relationships/image" Target="../media/image34.png"/><Relationship Id="rId3" Type="http://schemas.openxmlformats.org/officeDocument/2006/relationships/customXml" Target="../ink/ink2.xml"/><Relationship Id="rId29" Type="http://schemas.openxmlformats.org/officeDocument/2006/relationships/customXml" Target="../ink/ink15.xml"/><Relationship Id="rId28" Type="http://schemas.openxmlformats.org/officeDocument/2006/relationships/image" Target="../media/image33.png"/><Relationship Id="rId27" Type="http://schemas.openxmlformats.org/officeDocument/2006/relationships/customXml" Target="../ink/ink14.xml"/><Relationship Id="rId26" Type="http://schemas.openxmlformats.org/officeDocument/2006/relationships/image" Target="../media/image32.png"/><Relationship Id="rId25" Type="http://schemas.openxmlformats.org/officeDocument/2006/relationships/customXml" Target="../ink/ink13.xml"/><Relationship Id="rId24" Type="http://schemas.openxmlformats.org/officeDocument/2006/relationships/image" Target="../media/image31.png"/><Relationship Id="rId23" Type="http://schemas.openxmlformats.org/officeDocument/2006/relationships/customXml" Target="../ink/ink12.xml"/><Relationship Id="rId22" Type="http://schemas.openxmlformats.org/officeDocument/2006/relationships/image" Target="../media/image30.png"/><Relationship Id="rId21" Type="http://schemas.openxmlformats.org/officeDocument/2006/relationships/customXml" Target="../ink/ink11.xml"/><Relationship Id="rId20" Type="http://schemas.openxmlformats.org/officeDocument/2006/relationships/image" Target="../media/image29.png"/><Relationship Id="rId2" Type="http://schemas.openxmlformats.org/officeDocument/2006/relationships/image" Target="../media/image20.png"/><Relationship Id="rId19" Type="http://schemas.openxmlformats.org/officeDocument/2006/relationships/customXml" Target="../ink/ink10.xml"/><Relationship Id="rId18" Type="http://schemas.openxmlformats.org/officeDocument/2006/relationships/image" Target="../media/image28.png"/><Relationship Id="rId17" Type="http://schemas.openxmlformats.org/officeDocument/2006/relationships/customXml" Target="../ink/ink9.xml"/><Relationship Id="rId16" Type="http://schemas.openxmlformats.org/officeDocument/2006/relationships/image" Target="../media/image27.png"/><Relationship Id="rId15" Type="http://schemas.openxmlformats.org/officeDocument/2006/relationships/customXml" Target="../ink/ink8.xml"/><Relationship Id="rId14" Type="http://schemas.openxmlformats.org/officeDocument/2006/relationships/image" Target="../media/image26.png"/><Relationship Id="rId13" Type="http://schemas.openxmlformats.org/officeDocument/2006/relationships/customXml" Target="../ink/ink7.xml"/><Relationship Id="rId12" Type="http://schemas.openxmlformats.org/officeDocument/2006/relationships/image" Target="../media/image25.png"/><Relationship Id="rId11" Type="http://schemas.openxmlformats.org/officeDocument/2006/relationships/customXml" Target="../ink/ink6.xml"/><Relationship Id="rId10" Type="http://schemas.openxmlformats.org/officeDocument/2006/relationships/image" Target="../media/image24.png"/><Relationship Id="rId1" Type="http://schemas.openxmlformats.org/officeDocument/2006/relationships/customXml" Target="../ink/ink1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customXml" Target="../ink/ink19.xml"/><Relationship Id="rId8" Type="http://schemas.openxmlformats.org/officeDocument/2006/relationships/image" Target="../media/image45.png"/><Relationship Id="rId7" Type="http://schemas.openxmlformats.org/officeDocument/2006/relationships/customXml" Target="../ink/ink18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46.png"/><Relationship Id="rId1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customXml" Target="../ink/ink22.xml"/><Relationship Id="rId8" Type="http://schemas.openxmlformats.org/officeDocument/2006/relationships/image" Target="../media/image52.png"/><Relationship Id="rId7" Type="http://schemas.openxmlformats.org/officeDocument/2006/relationships/customXml" Target="../ink/ink21.xml"/><Relationship Id="rId6" Type="http://schemas.openxmlformats.org/officeDocument/2006/relationships/image" Target="../media/image51.png"/><Relationship Id="rId5" Type="http://schemas.openxmlformats.org/officeDocument/2006/relationships/customXml" Target="../ink/ink20.xml"/><Relationship Id="rId48" Type="http://schemas.openxmlformats.org/officeDocument/2006/relationships/slideLayout" Target="../slideLayouts/slideLayout7.xml"/><Relationship Id="rId47" Type="http://schemas.openxmlformats.org/officeDocument/2006/relationships/image" Target="../media/image69.png"/><Relationship Id="rId46" Type="http://schemas.openxmlformats.org/officeDocument/2006/relationships/customXml" Target="../ink/ink43.xml"/><Relationship Id="rId45" Type="http://schemas.openxmlformats.org/officeDocument/2006/relationships/image" Target="../media/image68.png"/><Relationship Id="rId44" Type="http://schemas.openxmlformats.org/officeDocument/2006/relationships/customXml" Target="../ink/ink42.xml"/><Relationship Id="rId43" Type="http://schemas.openxmlformats.org/officeDocument/2006/relationships/image" Target="../media/image67.png"/><Relationship Id="rId42" Type="http://schemas.openxmlformats.org/officeDocument/2006/relationships/customXml" Target="../ink/ink41.xml"/><Relationship Id="rId41" Type="http://schemas.openxmlformats.org/officeDocument/2006/relationships/image" Target="../media/image66.png"/><Relationship Id="rId40" Type="http://schemas.openxmlformats.org/officeDocument/2006/relationships/customXml" Target="../ink/ink40.xml"/><Relationship Id="rId4" Type="http://schemas.openxmlformats.org/officeDocument/2006/relationships/image" Target="../media/image50.png"/><Relationship Id="rId39" Type="http://schemas.openxmlformats.org/officeDocument/2006/relationships/image" Target="../media/image65.png"/><Relationship Id="rId38" Type="http://schemas.openxmlformats.org/officeDocument/2006/relationships/customXml" Target="../ink/ink39.xml"/><Relationship Id="rId37" Type="http://schemas.openxmlformats.org/officeDocument/2006/relationships/image" Target="../media/image64.png"/><Relationship Id="rId36" Type="http://schemas.openxmlformats.org/officeDocument/2006/relationships/customXml" Target="../ink/ink38.xml"/><Relationship Id="rId35" Type="http://schemas.openxmlformats.org/officeDocument/2006/relationships/image" Target="../media/image63.png"/><Relationship Id="rId34" Type="http://schemas.openxmlformats.org/officeDocument/2006/relationships/customXml" Target="../ink/ink37.xml"/><Relationship Id="rId33" Type="http://schemas.openxmlformats.org/officeDocument/2006/relationships/image" Target="../media/image62.png"/><Relationship Id="rId32" Type="http://schemas.openxmlformats.org/officeDocument/2006/relationships/customXml" Target="../ink/ink36.xml"/><Relationship Id="rId31" Type="http://schemas.openxmlformats.org/officeDocument/2006/relationships/image" Target="../media/image61.png"/><Relationship Id="rId30" Type="http://schemas.openxmlformats.org/officeDocument/2006/relationships/customXml" Target="../ink/ink35.xml"/><Relationship Id="rId3" Type="http://schemas.openxmlformats.org/officeDocument/2006/relationships/image" Target="../media/image49.png"/><Relationship Id="rId29" Type="http://schemas.openxmlformats.org/officeDocument/2006/relationships/image" Target="../media/image60.png"/><Relationship Id="rId28" Type="http://schemas.openxmlformats.org/officeDocument/2006/relationships/customXml" Target="../ink/ink34.xml"/><Relationship Id="rId27" Type="http://schemas.openxmlformats.org/officeDocument/2006/relationships/image" Target="../media/image59.png"/><Relationship Id="rId26" Type="http://schemas.openxmlformats.org/officeDocument/2006/relationships/customXml" Target="../ink/ink33.xml"/><Relationship Id="rId25" Type="http://schemas.openxmlformats.org/officeDocument/2006/relationships/image" Target="../media/image58.png"/><Relationship Id="rId24" Type="http://schemas.openxmlformats.org/officeDocument/2006/relationships/customXml" Target="../ink/ink32.xml"/><Relationship Id="rId23" Type="http://schemas.openxmlformats.org/officeDocument/2006/relationships/customXml" Target="../ink/ink31.xml"/><Relationship Id="rId22" Type="http://schemas.openxmlformats.org/officeDocument/2006/relationships/customXml" Target="../ink/ink30.xml"/><Relationship Id="rId21" Type="http://schemas.openxmlformats.org/officeDocument/2006/relationships/image" Target="../media/image57.png"/><Relationship Id="rId20" Type="http://schemas.openxmlformats.org/officeDocument/2006/relationships/customXml" Target="../ink/ink29.xml"/><Relationship Id="rId2" Type="http://schemas.openxmlformats.org/officeDocument/2006/relationships/image" Target="../media/image48.png"/><Relationship Id="rId19" Type="http://schemas.openxmlformats.org/officeDocument/2006/relationships/customXml" Target="../ink/ink28.xml"/><Relationship Id="rId18" Type="http://schemas.openxmlformats.org/officeDocument/2006/relationships/customXml" Target="../ink/ink27.xml"/><Relationship Id="rId17" Type="http://schemas.openxmlformats.org/officeDocument/2006/relationships/customXml" Target="../ink/ink26.xml"/><Relationship Id="rId16" Type="http://schemas.openxmlformats.org/officeDocument/2006/relationships/image" Target="../media/image56.png"/><Relationship Id="rId15" Type="http://schemas.openxmlformats.org/officeDocument/2006/relationships/customXml" Target="../ink/ink25.xml"/><Relationship Id="rId14" Type="http://schemas.openxmlformats.org/officeDocument/2006/relationships/image" Target="../media/image55.png"/><Relationship Id="rId13" Type="http://schemas.openxmlformats.org/officeDocument/2006/relationships/customXml" Target="../ink/ink24.xml"/><Relationship Id="rId12" Type="http://schemas.openxmlformats.org/officeDocument/2006/relationships/image" Target="../media/image54.png"/><Relationship Id="rId11" Type="http://schemas.openxmlformats.org/officeDocument/2006/relationships/customXml" Target="../ink/ink23.xml"/><Relationship Id="rId10" Type="http://schemas.openxmlformats.org/officeDocument/2006/relationships/image" Target="../media/image53.png"/><Relationship Id="rId1" Type="http://schemas.openxmlformats.org/officeDocument/2006/relationships/image" Target="../media/image4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1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image" Target="../media/image72.GI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6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15384" y="4530965"/>
            <a:ext cx="1655876" cy="544830"/>
          </a:xfrm>
          <a:prstGeom prst="round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600" b="1" dirty="0">
                <a:solidFill>
                  <a:srgbClr val="011893"/>
                </a:solidFill>
                <a:ea typeface="楷体" panose="02010609060101010101" pitchFamily="49" charset="-122"/>
              </a:rPr>
              <a:t>随机现象</a:t>
            </a:r>
            <a:endParaRPr lang="zh-CN" altLang="en-US" sz="2600" b="1" dirty="0">
              <a:solidFill>
                <a:srgbClr val="011893"/>
              </a:solidFill>
              <a:ea typeface="楷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51687" y="4513499"/>
            <a:ext cx="2133293" cy="544830"/>
          </a:xfrm>
          <a:prstGeom prst="round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600" b="1" dirty="0">
                <a:solidFill>
                  <a:srgbClr val="011893"/>
                </a:solidFill>
                <a:ea typeface="楷体" panose="02010609060101010101" pitchFamily="49" charset="-122"/>
              </a:rPr>
              <a:t>统计规律性</a:t>
            </a:r>
            <a:endParaRPr lang="en-US" altLang="zh-CN" sz="2600" b="1" dirty="0">
              <a:solidFill>
                <a:srgbClr val="011893"/>
              </a:solidFill>
              <a:ea typeface="楷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621881" y="4346299"/>
            <a:ext cx="1681871" cy="49244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zh-CN" altLang="en-US" sz="2600" b="1" dirty="0">
                <a:solidFill>
                  <a:srgbClr val="011893"/>
                </a:solidFill>
                <a:ea typeface="楷体" panose="02010609060101010101" pitchFamily="49" charset="-122"/>
              </a:rPr>
              <a:t>随机试验</a:t>
            </a:r>
            <a:r>
              <a:rPr lang="en-US" altLang="zh-CN" sz="2600" b="1" dirty="0">
                <a:solidFill>
                  <a:srgbClr val="011893"/>
                </a:solidFill>
                <a:ea typeface="楷体" panose="02010609060101010101" pitchFamily="49" charset="-122"/>
              </a:rPr>
              <a:t>E</a:t>
            </a:r>
            <a:endParaRPr lang="zh-CN" altLang="en-US" sz="2600" b="1" dirty="0">
              <a:solidFill>
                <a:srgbClr val="011893"/>
              </a:solidFill>
              <a:ea typeface="楷体" panose="02010609060101010101" pitchFamily="49" charset="-122"/>
            </a:endParaRPr>
          </a:p>
        </p:txBody>
      </p:sp>
      <p:cxnSp>
        <p:nvCxnSpPr>
          <p:cNvPr id="6" name="直接箭头连接符 5"/>
          <p:cNvCxnSpPr>
            <a:stCxn id="2" idx="3"/>
            <a:endCxn id="3" idx="1"/>
          </p:cNvCxnSpPr>
          <p:nvPr/>
        </p:nvCxnSpPr>
        <p:spPr>
          <a:xfrm flipV="1">
            <a:off x="2871260" y="4785914"/>
            <a:ext cx="3480427" cy="174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6658271" y="1033931"/>
            <a:ext cx="1508116" cy="987504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600" b="1" dirty="0">
                <a:solidFill>
                  <a:srgbClr val="011893"/>
                </a:solidFill>
                <a:ea typeface="楷体" panose="02010609060101010101" pitchFamily="49" charset="-122"/>
              </a:rPr>
              <a:t>频率稳定性</a:t>
            </a:r>
            <a:endParaRPr lang="en-US" altLang="zh-CN" sz="2600" b="1" dirty="0">
              <a:solidFill>
                <a:srgbClr val="011893"/>
              </a:solidFill>
              <a:ea typeface="楷体" panose="02010609060101010101" pitchFamily="49" charset="-122"/>
            </a:endParaRPr>
          </a:p>
        </p:txBody>
      </p:sp>
      <p:cxnSp>
        <p:nvCxnSpPr>
          <p:cNvPr id="9" name="直接箭头连接符 8"/>
          <p:cNvCxnSpPr>
            <a:stCxn id="4" idx="0"/>
            <a:endCxn id="14" idx="2"/>
          </p:cNvCxnSpPr>
          <p:nvPr/>
        </p:nvCxnSpPr>
        <p:spPr>
          <a:xfrm flipH="1" flipV="1">
            <a:off x="4450503" y="3038686"/>
            <a:ext cx="12314" cy="130761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3" idx="0"/>
            <a:endCxn id="8" idx="2"/>
          </p:cNvCxnSpPr>
          <p:nvPr/>
        </p:nvCxnSpPr>
        <p:spPr>
          <a:xfrm flipH="1" flipV="1">
            <a:off x="7412329" y="2021435"/>
            <a:ext cx="6005" cy="249206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1215384" y="5516768"/>
            <a:ext cx="2133294" cy="544830"/>
          </a:xfrm>
          <a:prstGeom prst="round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600" b="1" dirty="0">
                <a:solidFill>
                  <a:srgbClr val="011893"/>
                </a:solidFill>
                <a:ea typeface="楷体" panose="02010609060101010101" pitchFamily="49" charset="-122"/>
              </a:rPr>
              <a:t>确定性现象</a:t>
            </a:r>
            <a:endParaRPr lang="zh-CN" altLang="en-US" sz="2600" b="1" dirty="0">
              <a:solidFill>
                <a:srgbClr val="011893"/>
              </a:solidFill>
              <a:ea typeface="楷体" panose="02010609060101010101" pitchFamily="49" charset="-122"/>
            </a:endParaRPr>
          </a:p>
        </p:txBody>
      </p:sp>
      <p:sp>
        <p:nvSpPr>
          <p:cNvPr id="5" name="左大括号 4"/>
          <p:cNvSpPr/>
          <p:nvPr/>
        </p:nvSpPr>
        <p:spPr>
          <a:xfrm>
            <a:off x="1002619" y="4644524"/>
            <a:ext cx="212766" cy="1237294"/>
          </a:xfrm>
          <a:prstGeom prst="leftBrace">
            <a:avLst>
              <a:gd name="adj1" fmla="val 46253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2600" b="1" dirty="0">
              <a:solidFill>
                <a:srgbClr val="011893"/>
              </a:solidFill>
              <a:ea typeface="楷体" panose="02010609060101010101" pitchFamily="49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2969088" y="617293"/>
            <a:ext cx="2962830" cy="2421393"/>
            <a:chOff x="2505945" y="515907"/>
            <a:chExt cx="2962830" cy="2421393"/>
          </a:xfrm>
        </p:grpSpPr>
        <p:sp>
          <p:nvSpPr>
            <p:cNvPr id="14" name="矩形: 圆角 13"/>
            <p:cNvSpPr/>
            <p:nvPr/>
          </p:nvSpPr>
          <p:spPr>
            <a:xfrm>
              <a:off x="2505945" y="788322"/>
              <a:ext cx="2962830" cy="2148978"/>
            </a:xfrm>
            <a:prstGeom prst="roundRect">
              <a:avLst>
                <a:gd name="adj" fmla="val 6419"/>
              </a:avLst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600" b="1" dirty="0">
                <a:solidFill>
                  <a:srgbClr val="011893"/>
                </a:solidFill>
                <a:ea typeface="楷体" panose="02010609060101010101" pitchFamily="49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3068972" y="515907"/>
              <a:ext cx="1833422" cy="54483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600" b="1" dirty="0">
                  <a:solidFill>
                    <a:srgbClr val="011893"/>
                  </a:solidFill>
                  <a:ea typeface="楷体" panose="02010609060101010101" pitchFamily="49" charset="-122"/>
                </a:rPr>
                <a:t>样本空间</a:t>
              </a:r>
              <a:r>
                <a:rPr lang="en-US" altLang="zh-CN" sz="2600" b="1" dirty="0">
                  <a:solidFill>
                    <a:srgbClr val="011893"/>
                  </a:solidFill>
                  <a:ea typeface="楷体" panose="02010609060101010101" pitchFamily="49" charset="-122"/>
                </a:rPr>
                <a:t>S</a:t>
              </a:r>
              <a:endParaRPr lang="zh-CN" altLang="en-US" sz="2600" b="1" dirty="0">
                <a:solidFill>
                  <a:srgbClr val="011893"/>
                </a:solidFill>
                <a:ea typeface="楷体" panose="02010609060101010101" pitchFamily="49" charset="-122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2650047" y="1325562"/>
              <a:ext cx="1415061" cy="73545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600" b="1" dirty="0">
                  <a:solidFill>
                    <a:srgbClr val="011893"/>
                  </a:solidFill>
                  <a:ea typeface="楷体" panose="02010609060101010101" pitchFamily="49" charset="-122"/>
                </a:rPr>
                <a:t>事件</a:t>
              </a:r>
              <a:r>
                <a:rPr lang="en-US" altLang="zh-CN" sz="2600" b="1" dirty="0">
                  <a:solidFill>
                    <a:srgbClr val="011893"/>
                  </a:solidFill>
                  <a:ea typeface="楷体" panose="02010609060101010101" pitchFamily="49" charset="-122"/>
                </a:rPr>
                <a:t>A</a:t>
              </a:r>
              <a:endParaRPr lang="zh-CN" altLang="en-US" sz="2600" b="1" dirty="0">
                <a:solidFill>
                  <a:srgbClr val="011893"/>
                </a:solidFill>
                <a:ea typeface="楷体" panose="02010609060101010101" pitchFamily="49" charset="-122"/>
              </a:endParaRPr>
            </a:p>
          </p:txBody>
        </p:sp>
      </p:grpSp>
      <p:sp>
        <p:nvSpPr>
          <p:cNvPr id="25" name="椭圆 24"/>
          <p:cNvSpPr/>
          <p:nvPr/>
        </p:nvSpPr>
        <p:spPr>
          <a:xfrm>
            <a:off x="4322065" y="2175756"/>
            <a:ext cx="1294274" cy="735455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600" b="1" dirty="0">
                <a:solidFill>
                  <a:srgbClr val="011893"/>
                </a:solidFill>
                <a:ea typeface="楷体" panose="02010609060101010101" pitchFamily="49" charset="-122"/>
              </a:rPr>
              <a:t>事件</a:t>
            </a:r>
            <a:r>
              <a:rPr lang="en-US" altLang="zh-CN" sz="2600" b="1" dirty="0">
                <a:solidFill>
                  <a:srgbClr val="011893"/>
                </a:solidFill>
                <a:ea typeface="楷体" panose="02010609060101010101" pitchFamily="49" charset="-122"/>
              </a:rPr>
              <a:t>B</a:t>
            </a:r>
            <a:endParaRPr lang="zh-CN" altLang="en-US" sz="2600" b="1" dirty="0">
              <a:solidFill>
                <a:srgbClr val="011893"/>
              </a:solidFill>
              <a:ea typeface="楷体" panose="02010609060101010101" pitchFamily="49" charset="-122"/>
            </a:endParaRPr>
          </a:p>
        </p:txBody>
      </p:sp>
      <p:sp>
        <p:nvSpPr>
          <p:cNvPr id="22" name="学论网--www.xuelun.me"/>
          <p:cNvSpPr/>
          <p:nvPr/>
        </p:nvSpPr>
        <p:spPr bwMode="auto">
          <a:xfrm>
            <a:off x="81863" y="1457582"/>
            <a:ext cx="250100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事件间的</a:t>
            </a:r>
            <a:endParaRPr lang="en-US" altLang="zh-CN" sz="3600" b="1" kern="1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Arial" panose="020B0604020202020204" pitchFamily="34" charset="0"/>
              </a:rPr>
              <a:t>关系与运算</a:t>
            </a:r>
            <a:endParaRPr lang="zh-CN" altLang="en-US" sz="3600" b="1" kern="1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学论网--www.xuelun.me"/>
          <p:cNvSpPr/>
          <p:nvPr/>
        </p:nvSpPr>
        <p:spPr bwMode="auto">
          <a:xfrm>
            <a:off x="3321497" y="3105834"/>
            <a:ext cx="25010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事件的关系</a:t>
            </a:r>
            <a:endParaRPr lang="en-GB" altLang="zh-CN" sz="3600" b="1" kern="100" dirty="0">
              <a:solidFill>
                <a:srgbClr val="C00000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ChangeArrowheads="1"/>
          </p:cNvSpPr>
          <p:nvPr/>
        </p:nvSpPr>
        <p:spPr bwMode="auto">
          <a:xfrm>
            <a:off x="726897" y="3949702"/>
            <a:ext cx="828040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457200" indent="-457200">
              <a:buClr>
                <a:srgbClr val="011893"/>
              </a:buClr>
              <a:buSzPct val="90000"/>
              <a:buFont typeface="Wingdings" panose="05000000000000000000" pitchFamily="2" charset="2"/>
              <a:buChar char="n"/>
            </a:pP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事件</a:t>
            </a: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发生必然导致事件</a:t>
            </a: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B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发生    </a:t>
            </a:r>
            <a:endParaRPr kumimoji="1" lang="zh-CN" altLang="en-US" sz="2600" b="1" dirty="0">
              <a:solidFill>
                <a:srgbClr val="011893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0182" name="Group 6"/>
          <p:cNvGrpSpPr/>
          <p:nvPr/>
        </p:nvGrpSpPr>
        <p:grpSpPr bwMode="auto">
          <a:xfrm>
            <a:off x="754063" y="2038564"/>
            <a:ext cx="2520950" cy="1397000"/>
            <a:chOff x="385" y="2726"/>
            <a:chExt cx="1588" cy="880"/>
          </a:xfrm>
        </p:grpSpPr>
        <p:sp>
          <p:nvSpPr>
            <p:cNvPr id="50183" name="Rectangle 7"/>
            <p:cNvSpPr>
              <a:spLocks noChangeArrowheads="1"/>
            </p:cNvSpPr>
            <p:nvPr/>
          </p:nvSpPr>
          <p:spPr bwMode="auto">
            <a:xfrm>
              <a:off x="385" y="2726"/>
              <a:ext cx="1588" cy="8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11893"/>
              </a:solidFill>
              <a:miter lim="800000"/>
            </a:ln>
          </p:spPr>
          <p:txBody>
            <a:bodyPr/>
            <a:lstStyle/>
            <a:p>
              <a:endParaRPr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0184" name="Oval 8"/>
            <p:cNvSpPr>
              <a:spLocks noChangeArrowheads="1"/>
            </p:cNvSpPr>
            <p:nvPr/>
          </p:nvSpPr>
          <p:spPr bwMode="auto">
            <a:xfrm>
              <a:off x="458" y="2885"/>
              <a:ext cx="1332" cy="612"/>
            </a:xfrm>
            <a:prstGeom prst="ellipse">
              <a:avLst/>
            </a:prstGeom>
            <a:solidFill>
              <a:srgbClr val="FFFF99"/>
            </a:solidFill>
            <a:ln w="12700" cap="sq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0185" name="Text Box 9"/>
            <p:cNvSpPr txBox="1">
              <a:spLocks noChangeArrowheads="1"/>
            </p:cNvSpPr>
            <p:nvPr/>
          </p:nvSpPr>
          <p:spPr bwMode="auto">
            <a:xfrm>
              <a:off x="1258" y="3036"/>
              <a:ext cx="192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600" b="1" dirty="0">
                  <a:solidFill>
                    <a:srgbClr val="011893"/>
                  </a:solidFill>
                  <a:latin typeface="Arial" panose="020B0604020202020204" pitchFamily="34" charset="0"/>
                  <a:ea typeface="楷体" panose="02010609060101010101" pitchFamily="49" charset="-122"/>
                  <a:cs typeface="Arial" panose="020B0604020202020204" pitchFamily="34" charset="0"/>
                </a:rPr>
                <a:t>B</a:t>
              </a:r>
              <a:endPara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0186" name="Oval 10"/>
            <p:cNvSpPr>
              <a:spLocks noChangeArrowheads="1"/>
            </p:cNvSpPr>
            <p:nvPr/>
          </p:nvSpPr>
          <p:spPr bwMode="auto">
            <a:xfrm>
              <a:off x="624" y="2973"/>
              <a:ext cx="443" cy="436"/>
            </a:xfrm>
            <a:prstGeom prst="ellipse">
              <a:avLst/>
            </a:prstGeom>
            <a:solidFill>
              <a:srgbClr val="CCFFFF"/>
            </a:solidFill>
            <a:ln w="12700" cap="sq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0187" name="Text Box 11"/>
            <p:cNvSpPr txBox="1">
              <a:spLocks noChangeArrowheads="1"/>
            </p:cNvSpPr>
            <p:nvPr/>
          </p:nvSpPr>
          <p:spPr bwMode="auto">
            <a:xfrm>
              <a:off x="717" y="3036"/>
              <a:ext cx="192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00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600" b="1" dirty="0">
                  <a:solidFill>
                    <a:srgbClr val="011893"/>
                  </a:solidFill>
                  <a:latin typeface="Arial" panose="020B0604020202020204" pitchFamily="34" charset="0"/>
                  <a:ea typeface="楷体" panose="02010609060101010101" pitchFamily="49" charset="-122"/>
                  <a:cs typeface="Arial" panose="020B0604020202020204" pitchFamily="34" charset="0"/>
                </a:rPr>
                <a:t>A</a:t>
              </a:r>
              <a:endPara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endParaRPr>
            </a:p>
          </p:txBody>
        </p:sp>
      </p:grpSp>
      <p:sp>
        <p:nvSpPr>
          <p:cNvPr id="50189" name="Rectangle 13"/>
          <p:cNvSpPr>
            <a:spLocks noChangeArrowheads="1"/>
          </p:cNvSpPr>
          <p:nvPr/>
        </p:nvSpPr>
        <p:spPr bwMode="auto">
          <a:xfrm>
            <a:off x="726897" y="4568104"/>
            <a:ext cx="7921625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>
              <a:buClr>
                <a:srgbClr val="011893"/>
              </a:buClr>
              <a:buSzPct val="90000"/>
              <a:buFont typeface="Wingdings" panose="05000000000000000000" pitchFamily="2" charset="2"/>
              <a:buChar char="n"/>
            </a:pP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事件</a:t>
            </a: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的样本点都是事件</a:t>
            </a: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B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的样本点</a:t>
            </a:r>
            <a:endParaRPr kumimoji="1" lang="zh-CN" altLang="en-US" sz="2600" b="1" dirty="0">
              <a:solidFill>
                <a:srgbClr val="011893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0195" name="Rectangle 19"/>
          <p:cNvSpPr>
            <a:spLocks noChangeArrowheads="1"/>
          </p:cNvSpPr>
          <p:nvPr/>
        </p:nvSpPr>
        <p:spPr bwMode="auto">
          <a:xfrm>
            <a:off x="567724" y="1170849"/>
            <a:ext cx="828040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buClr>
                <a:srgbClr val="FF0000"/>
              </a:buClr>
              <a:buSzPct val="90000"/>
              <a:buFont typeface="Wingdings" panose="05000000000000000000" pitchFamily="2" charset="2"/>
              <a:buNone/>
            </a:pP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事件</a:t>
            </a: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B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包含事件</a:t>
            </a: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，</a:t>
            </a: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事件</a:t>
            </a: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是事件</a:t>
            </a: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B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的子事件，    </a:t>
            </a:r>
            <a:endParaRPr kumimoji="1" lang="zh-CN" altLang="en-US" sz="2600" b="1" dirty="0">
              <a:solidFill>
                <a:srgbClr val="011893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0197" name="Text Box 21"/>
          <p:cNvSpPr txBox="1">
            <a:spLocks noChangeArrowheads="1"/>
          </p:cNvSpPr>
          <p:nvPr/>
        </p:nvSpPr>
        <p:spPr bwMode="auto">
          <a:xfrm>
            <a:off x="3986212" y="2397498"/>
            <a:ext cx="1171575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记作</a:t>
            </a:r>
            <a:endParaRPr lang="zh-CN" altLang="en-US" sz="2600" b="1" dirty="0">
              <a:solidFill>
                <a:srgbClr val="011893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754063" y="5294313"/>
            <a:ext cx="6170453" cy="1284606"/>
            <a:chOff x="755650" y="5286375"/>
            <a:chExt cx="6170453" cy="1284606"/>
          </a:xfrm>
        </p:grpSpPr>
        <p:sp>
          <p:nvSpPr>
            <p:cNvPr id="50190" name="Text Box 14"/>
            <p:cNvSpPr txBox="1">
              <a:spLocks noChangeArrowheads="1"/>
            </p:cNvSpPr>
            <p:nvPr/>
          </p:nvSpPr>
          <p:spPr bwMode="auto">
            <a:xfrm>
              <a:off x="755650" y="5286375"/>
              <a:ext cx="1081088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600" b="1" dirty="0">
                  <a:solidFill>
                    <a:srgbClr val="011893"/>
                  </a:solidFill>
                  <a:latin typeface="Arial" panose="020B0604020202020204" pitchFamily="34" charset="0"/>
                  <a:ea typeface="楷体" panose="02010609060101010101" pitchFamily="49" charset="-122"/>
                  <a:cs typeface="Arial" panose="020B0604020202020204" pitchFamily="34" charset="0"/>
                </a:rPr>
                <a:t>例如</a:t>
              </a:r>
              <a:endParaRPr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0191" name="Rectangle 15"/>
            <p:cNvSpPr>
              <a:spLocks noChangeArrowheads="1"/>
            </p:cNvSpPr>
            <p:nvPr/>
          </p:nvSpPr>
          <p:spPr bwMode="auto">
            <a:xfrm>
              <a:off x="2051050" y="5286375"/>
              <a:ext cx="4875053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600" b="1" dirty="0">
                  <a:solidFill>
                    <a:srgbClr val="011893"/>
                  </a:solidFill>
                  <a:latin typeface="Arial" panose="020B0604020202020204" pitchFamily="34" charset="0"/>
                  <a:ea typeface="楷体" panose="02010609060101010101" pitchFamily="49" charset="-122"/>
                  <a:cs typeface="Arial" panose="020B0604020202020204" pitchFamily="34" charset="0"/>
                </a:rPr>
                <a:t>抛掷两颗骰子，观察出现的点数</a:t>
              </a:r>
              <a:endPara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0192" name="Text Box 16"/>
            <p:cNvSpPr txBox="1">
              <a:spLocks noChangeArrowheads="1"/>
            </p:cNvSpPr>
            <p:nvPr/>
          </p:nvSpPr>
          <p:spPr bwMode="auto">
            <a:xfrm>
              <a:off x="1042988" y="6078538"/>
              <a:ext cx="2952750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600" b="1" dirty="0">
                  <a:solidFill>
                    <a:srgbClr val="011893"/>
                  </a:solidFill>
                  <a:latin typeface="Arial" panose="020B0604020202020204" pitchFamily="34" charset="0"/>
                  <a:ea typeface="楷体" panose="02010609060101010101" pitchFamily="49" charset="-122"/>
                  <a:cs typeface="Arial" panose="020B0604020202020204" pitchFamily="34" charset="0"/>
                </a:rPr>
                <a:t>A={</a:t>
              </a:r>
              <a:r>
                <a:rPr kumimoji="1" lang="zh-CN" altLang="en-US" sz="2600" b="1" dirty="0">
                  <a:solidFill>
                    <a:srgbClr val="011893"/>
                  </a:solidFill>
                  <a:latin typeface="Arial" panose="020B0604020202020204" pitchFamily="34" charset="0"/>
                  <a:ea typeface="楷体" panose="02010609060101010101" pitchFamily="49" charset="-122"/>
                  <a:cs typeface="Arial" panose="020B0604020202020204" pitchFamily="34" charset="0"/>
                </a:rPr>
                <a:t>出现</a:t>
              </a:r>
              <a:r>
                <a:rPr kumimoji="1" lang="en-US" altLang="zh-CN" sz="2600" b="1" dirty="0">
                  <a:solidFill>
                    <a:srgbClr val="011893"/>
                  </a:solidFill>
                  <a:latin typeface="Arial" panose="020B0604020202020204" pitchFamily="34" charset="0"/>
                  <a:ea typeface="楷体" panose="02010609060101010101" pitchFamily="49" charset="-122"/>
                  <a:cs typeface="Arial" panose="020B0604020202020204" pitchFamily="34" charset="0"/>
                </a:rPr>
                <a:t>1</a:t>
              </a:r>
              <a:r>
                <a:rPr kumimoji="1" lang="zh-CN" altLang="en-US" sz="2600" b="1" dirty="0">
                  <a:solidFill>
                    <a:srgbClr val="011893"/>
                  </a:solidFill>
                  <a:latin typeface="Arial" panose="020B0604020202020204" pitchFamily="34" charset="0"/>
                  <a:ea typeface="楷体" panose="02010609060101010101" pitchFamily="49" charset="-122"/>
                  <a:cs typeface="Arial" panose="020B0604020202020204" pitchFamily="34" charset="0"/>
                </a:rPr>
                <a:t>点</a:t>
              </a:r>
              <a:r>
                <a:rPr kumimoji="1" lang="en-US" altLang="zh-CN" sz="2600" b="1" dirty="0">
                  <a:solidFill>
                    <a:srgbClr val="011893"/>
                  </a:solidFill>
                  <a:latin typeface="Arial" panose="020B0604020202020204" pitchFamily="34" charset="0"/>
                  <a:ea typeface="楷体" panose="02010609060101010101" pitchFamily="49" charset="-122"/>
                  <a:cs typeface="Arial" panose="020B0604020202020204" pitchFamily="34" charset="0"/>
                </a:rPr>
                <a:t>}</a:t>
              </a:r>
              <a:endPara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50193" name="Text Box 17"/>
            <p:cNvSpPr txBox="1">
              <a:spLocks noChangeArrowheads="1"/>
            </p:cNvSpPr>
            <p:nvPr/>
          </p:nvSpPr>
          <p:spPr bwMode="auto">
            <a:xfrm>
              <a:off x="3708400" y="6078538"/>
              <a:ext cx="2952750" cy="4924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600" b="1" dirty="0">
                  <a:solidFill>
                    <a:srgbClr val="011893"/>
                  </a:solidFill>
                  <a:latin typeface="Arial" panose="020B0604020202020204" pitchFamily="34" charset="0"/>
                  <a:ea typeface="楷体" panose="02010609060101010101" pitchFamily="49" charset="-122"/>
                  <a:cs typeface="Arial" panose="020B0604020202020204" pitchFamily="34" charset="0"/>
                </a:rPr>
                <a:t>B={</a:t>
              </a:r>
              <a:r>
                <a:rPr kumimoji="1" lang="zh-CN" altLang="en-US" sz="2600" b="1" dirty="0">
                  <a:solidFill>
                    <a:srgbClr val="011893"/>
                  </a:solidFill>
                  <a:latin typeface="Arial" panose="020B0604020202020204" pitchFamily="34" charset="0"/>
                  <a:ea typeface="楷体" panose="02010609060101010101" pitchFamily="49" charset="-122"/>
                  <a:cs typeface="Arial" panose="020B0604020202020204" pitchFamily="34" charset="0"/>
                </a:rPr>
                <a:t>出现奇数点</a:t>
              </a:r>
              <a:r>
                <a:rPr kumimoji="1" lang="en-US" altLang="zh-CN" sz="2600" b="1" dirty="0">
                  <a:solidFill>
                    <a:srgbClr val="011893"/>
                  </a:solidFill>
                  <a:latin typeface="Arial" panose="020B0604020202020204" pitchFamily="34" charset="0"/>
                  <a:ea typeface="楷体" panose="02010609060101010101" pitchFamily="49" charset="-122"/>
                  <a:cs typeface="Arial" panose="020B0604020202020204" pitchFamily="34" charset="0"/>
                </a:rPr>
                <a:t>}</a:t>
              </a:r>
              <a:endPara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endParaRPr>
            </a:p>
          </p:txBody>
        </p:sp>
      </p:grpSp>
      <p:cxnSp>
        <p:nvCxnSpPr>
          <p:cNvPr id="3" name="直线连接符 48"/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学论网--www.xuelun.me"/>
              <p:cNvSpPr/>
              <p:nvPr/>
            </p:nvSpPr>
            <p:spPr bwMode="auto">
              <a:xfrm>
                <a:off x="1808831" y="218330"/>
                <a:ext cx="5526385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defRPr/>
                </a:pPr>
                <a:r>
                  <a:rPr lang="zh-CN" altLang="en-US" sz="3600" b="1" kern="100" dirty="0">
                    <a:solidFill>
                      <a:srgbClr val="C00000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事件的包含</a:t>
                </a:r>
                <a:r>
                  <a:rPr lang="en-US" altLang="zh-CN" sz="3600" b="1" kern="100" dirty="0">
                    <a:solidFill>
                      <a:srgbClr val="C00000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/</a:t>
                </a:r>
                <a:r>
                  <a:rPr lang="zh-CN" altLang="en-US" sz="3600" b="1" kern="100" dirty="0">
                    <a:solidFill>
                      <a:srgbClr val="C00000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 子事件 </a:t>
                </a:r>
                <a:r>
                  <a:rPr lang="en-US" altLang="zh-CN" sz="3600" b="1" kern="100" dirty="0">
                    <a:solidFill>
                      <a:srgbClr val="C00000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/</a:t>
                </a:r>
                <a:r>
                  <a:rPr lang="zh-CN" altLang="en-US" sz="3600" b="1" kern="100" dirty="0">
                    <a:solidFill>
                      <a:srgbClr val="C00000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 </a:t>
                </a:r>
                <a:r>
                  <a:rPr lang="en-US" altLang="zh-CN" sz="3600" b="1" kern="100" dirty="0">
                    <a:solidFill>
                      <a:srgbClr val="C00000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3600" b="1" i="1" kern="10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⊂</m:t>
                    </m:r>
                  </m:oMath>
                </a14:m>
                <a:r>
                  <a:rPr lang="en-GB" altLang="zh-CN" sz="3600" b="1" kern="100" dirty="0">
                    <a:solidFill>
                      <a:srgbClr val="C00000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B</a:t>
                </a:r>
                <a:endParaRPr lang="en-GB" altLang="zh-CN" sz="3600" b="1" kern="100" dirty="0">
                  <a:solidFill>
                    <a:srgbClr val="C00000"/>
                  </a:solidFill>
                  <a:latin typeface="Arial" panose="020B0604020202020204" pitchFamily="34" charset="0"/>
                  <a:ea typeface="楷体" panose="02010609060101010101" pitchFamily="49" charset="-122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" name="学论网--www.xuelun.m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08831" y="218330"/>
                <a:ext cx="5526385" cy="646331"/>
              </a:xfrm>
              <a:prstGeom prst="rect">
                <a:avLst/>
              </a:prstGeom>
              <a:blipFill rotWithShape="1">
                <a:blip r:embed="rId1"/>
                <a:stretch>
                  <a:fillRect l="-6" t="-81" r="-327" b="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5471855" y="2397497"/>
                <a:ext cx="4584356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600" b="1" kern="100" dirty="0">
                    <a:solidFill>
                      <a:srgbClr val="C00000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600" b="1" i="1" kern="10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⊂</m:t>
                    </m:r>
                  </m:oMath>
                </a14:m>
                <a:r>
                  <a:rPr lang="en-GB" altLang="zh-CN" sz="2600" b="1" kern="100" dirty="0">
                    <a:solidFill>
                      <a:srgbClr val="C00000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B</a:t>
                </a:r>
                <a:endParaRPr lang="zh-CN" altLang="en-US" sz="2600" dirty="0"/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1855" y="2397497"/>
                <a:ext cx="4584356" cy="492443"/>
              </a:xfrm>
              <a:prstGeom prst="rect">
                <a:avLst/>
              </a:prstGeom>
              <a:blipFill rotWithShape="1">
                <a:blip r:embed="rId2"/>
                <a:stretch>
                  <a:fillRect l="-1" t="-76" r="8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01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01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0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0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01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01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0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0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0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8" grpId="0"/>
      <p:bldP spid="50189" grpId="0"/>
      <p:bldP spid="5019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06" name="Group 6"/>
          <p:cNvGrpSpPr/>
          <p:nvPr/>
        </p:nvGrpSpPr>
        <p:grpSpPr bwMode="auto">
          <a:xfrm>
            <a:off x="2700338" y="2060575"/>
            <a:ext cx="3048000" cy="2209800"/>
            <a:chOff x="768" y="2016"/>
            <a:chExt cx="1920" cy="1392"/>
          </a:xfrm>
        </p:grpSpPr>
        <p:sp>
          <p:nvSpPr>
            <p:cNvPr id="51207" name="Rectangle 7"/>
            <p:cNvSpPr>
              <a:spLocks noChangeArrowheads="1"/>
            </p:cNvSpPr>
            <p:nvPr/>
          </p:nvSpPr>
          <p:spPr bwMode="auto">
            <a:xfrm>
              <a:off x="768" y="2016"/>
              <a:ext cx="1920" cy="13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11893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51208" name="Oval 8"/>
            <p:cNvSpPr>
              <a:spLocks noChangeArrowheads="1"/>
            </p:cNvSpPr>
            <p:nvPr/>
          </p:nvSpPr>
          <p:spPr bwMode="auto">
            <a:xfrm>
              <a:off x="912" y="2304"/>
              <a:ext cx="1200" cy="960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51209" name="Text Box 9"/>
            <p:cNvSpPr txBox="1">
              <a:spLocks noChangeArrowheads="1"/>
            </p:cNvSpPr>
            <p:nvPr/>
          </p:nvSpPr>
          <p:spPr bwMode="auto">
            <a:xfrm>
              <a:off x="1584" y="2496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b="1" dirty="0">
                  <a:solidFill>
                    <a:srgbClr val="011893"/>
                  </a:solidFill>
                  <a:latin typeface="Arial" panose="020B0604020202020204" pitchFamily="34" charset="0"/>
                  <a:ea typeface="楷体" panose="02010609060101010101" pitchFamily="49" charset="-122"/>
                </a:rPr>
                <a:t>B</a:t>
              </a:r>
              <a:endParaRPr kumimoji="1" lang="en-US" altLang="zh-CN" sz="28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</a:endParaRPr>
            </a:p>
          </p:txBody>
        </p:sp>
        <p:sp>
          <p:nvSpPr>
            <p:cNvPr id="51210" name="Text Box 10"/>
            <p:cNvSpPr txBox="1">
              <a:spLocks noChangeArrowheads="1"/>
            </p:cNvSpPr>
            <p:nvPr/>
          </p:nvSpPr>
          <p:spPr bwMode="auto">
            <a:xfrm>
              <a:off x="1344" y="2880"/>
              <a:ext cx="33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b="1" dirty="0">
                  <a:solidFill>
                    <a:srgbClr val="011893"/>
                  </a:solidFill>
                  <a:latin typeface="Arial" panose="020B0604020202020204" pitchFamily="34" charset="0"/>
                  <a:ea typeface="楷体" panose="02010609060101010101" pitchFamily="49" charset="-122"/>
                </a:rPr>
                <a:t>A</a:t>
              </a:r>
              <a:endParaRPr kumimoji="1" lang="en-US" altLang="zh-CN" sz="28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</a:endParaRPr>
            </a:p>
          </p:txBody>
        </p:sp>
      </p:grpSp>
      <p:sp>
        <p:nvSpPr>
          <p:cNvPr id="51213" name="Text Box 13"/>
          <p:cNvSpPr txBox="1">
            <a:spLocks noChangeArrowheads="1"/>
          </p:cNvSpPr>
          <p:nvPr/>
        </p:nvSpPr>
        <p:spPr bwMode="auto">
          <a:xfrm>
            <a:off x="517703" y="4579277"/>
            <a:ext cx="5607625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600" b="1" dirty="0">
                <a:solidFill>
                  <a:srgbClr val="011893"/>
                </a:solidFill>
                <a:ea typeface="楷体" panose="02010609060101010101" pitchFamily="49" charset="-122"/>
              </a:rPr>
              <a:t>事件</a:t>
            </a:r>
            <a:r>
              <a:rPr lang="en-US" altLang="zh-CN" sz="2600" b="1" dirty="0">
                <a:solidFill>
                  <a:srgbClr val="011893"/>
                </a:solidFill>
                <a:ea typeface="楷体" panose="02010609060101010101" pitchFamily="49" charset="-122"/>
              </a:rPr>
              <a:t>A</a:t>
            </a:r>
            <a:r>
              <a:rPr lang="zh-CN" altLang="en-US" sz="2600" b="1" dirty="0">
                <a:solidFill>
                  <a:srgbClr val="011893"/>
                </a:solidFill>
                <a:ea typeface="楷体" panose="02010609060101010101" pitchFamily="49" charset="-122"/>
              </a:rPr>
              <a:t>与事件</a:t>
            </a:r>
            <a:r>
              <a:rPr lang="en-US" altLang="zh-CN" sz="2600" b="1" dirty="0">
                <a:solidFill>
                  <a:srgbClr val="011893"/>
                </a:solidFill>
                <a:ea typeface="楷体" panose="02010609060101010101" pitchFamily="49" charset="-122"/>
              </a:rPr>
              <a:t>B</a:t>
            </a:r>
            <a:r>
              <a:rPr lang="zh-CN" altLang="en-US" sz="2600" b="1" dirty="0">
                <a:solidFill>
                  <a:srgbClr val="011893"/>
                </a:solidFill>
                <a:ea typeface="楷体" panose="02010609060101010101" pitchFamily="49" charset="-122"/>
              </a:rPr>
              <a:t>含有相同的样本点         </a:t>
            </a:r>
            <a:endParaRPr lang="zh-CN" altLang="en-US" sz="2600" b="1" dirty="0">
              <a:solidFill>
                <a:srgbClr val="011893"/>
              </a:solidFill>
              <a:ea typeface="楷体" panose="02010609060101010101" pitchFamily="49" charset="-122"/>
            </a:endParaRPr>
          </a:p>
        </p:txBody>
      </p:sp>
      <p:sp>
        <p:nvSpPr>
          <p:cNvPr id="51214" name="Text Box 14"/>
          <p:cNvSpPr txBox="1">
            <a:spLocks noChangeArrowheads="1"/>
          </p:cNvSpPr>
          <p:nvPr/>
        </p:nvSpPr>
        <p:spPr bwMode="auto">
          <a:xfrm>
            <a:off x="539750" y="5157788"/>
            <a:ext cx="8225329" cy="12241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600" b="1" dirty="0">
                <a:solidFill>
                  <a:srgbClr val="011893"/>
                </a:solidFill>
                <a:ea typeface="楷体" panose="02010609060101010101" pitchFamily="49" charset="-122"/>
              </a:rPr>
              <a:t>例如：在投掷一颗骰子的试验中，事件“出现偶数点”</a:t>
            </a:r>
            <a:endParaRPr lang="zh-CN" altLang="en-US" sz="2600" b="1" dirty="0">
              <a:solidFill>
                <a:srgbClr val="011893"/>
              </a:solidFill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600" b="1" dirty="0">
                <a:solidFill>
                  <a:srgbClr val="011893"/>
                </a:solidFill>
                <a:ea typeface="楷体" panose="02010609060101010101" pitchFamily="49" charset="-122"/>
              </a:rPr>
              <a:t>           与事件“出现</a:t>
            </a:r>
            <a:r>
              <a:rPr lang="en-US" altLang="zh-CN" sz="2600" b="1" dirty="0">
                <a:solidFill>
                  <a:srgbClr val="011893"/>
                </a:solidFill>
                <a:ea typeface="楷体" panose="02010609060101010101" pitchFamily="49" charset="-122"/>
              </a:rPr>
              <a:t>2</a:t>
            </a:r>
            <a:r>
              <a:rPr lang="zh-CN" altLang="en-US" sz="2600" b="1" dirty="0">
                <a:solidFill>
                  <a:srgbClr val="011893"/>
                </a:solidFill>
                <a:ea typeface="楷体" panose="02010609060101010101" pitchFamily="49" charset="-122"/>
              </a:rPr>
              <a:t>，</a:t>
            </a:r>
            <a:r>
              <a:rPr lang="en-US" altLang="zh-CN" sz="2600" b="1" dirty="0">
                <a:solidFill>
                  <a:srgbClr val="011893"/>
                </a:solidFill>
                <a:ea typeface="楷体" panose="02010609060101010101" pitchFamily="49" charset="-122"/>
              </a:rPr>
              <a:t>4</a:t>
            </a:r>
            <a:r>
              <a:rPr lang="zh-CN" altLang="en-US" sz="2600" b="1" dirty="0">
                <a:solidFill>
                  <a:srgbClr val="011893"/>
                </a:solidFill>
                <a:ea typeface="楷体" panose="02010609060101010101" pitchFamily="49" charset="-122"/>
              </a:rPr>
              <a:t>或</a:t>
            </a:r>
            <a:r>
              <a:rPr lang="en-US" altLang="zh-CN" sz="2600" b="1" dirty="0">
                <a:solidFill>
                  <a:srgbClr val="011893"/>
                </a:solidFill>
                <a:ea typeface="楷体" panose="02010609060101010101" pitchFamily="49" charset="-122"/>
              </a:rPr>
              <a:t>6</a:t>
            </a:r>
            <a:r>
              <a:rPr lang="zh-CN" altLang="en-US" sz="2600" b="1" dirty="0">
                <a:solidFill>
                  <a:srgbClr val="011893"/>
                </a:solidFill>
                <a:ea typeface="楷体" panose="02010609060101010101" pitchFamily="49" charset="-122"/>
              </a:rPr>
              <a:t>点”是相等事件。</a:t>
            </a:r>
            <a:endParaRPr lang="zh-CN" altLang="en-US" sz="2600" b="1" dirty="0">
              <a:solidFill>
                <a:srgbClr val="011893"/>
              </a:solidFill>
              <a:ea typeface="楷体" panose="02010609060101010101" pitchFamily="49" charset="-122"/>
            </a:endParaRPr>
          </a:p>
        </p:txBody>
      </p:sp>
      <p:cxnSp>
        <p:nvCxnSpPr>
          <p:cNvPr id="2" name="直线连接符 48"/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学论网--www.xuelun.me"/>
              <p:cNvSpPr/>
              <p:nvPr/>
            </p:nvSpPr>
            <p:spPr bwMode="auto">
              <a:xfrm>
                <a:off x="1744710" y="218330"/>
                <a:ext cx="5654625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defRPr/>
                </a:pPr>
                <a:r>
                  <a:rPr lang="zh-CN" altLang="en-US" sz="3600" b="1" kern="100" dirty="0">
                    <a:solidFill>
                      <a:srgbClr val="C00000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事件的相等 </a:t>
                </a:r>
                <a:r>
                  <a:rPr lang="en-US" altLang="zh-CN" sz="3600" b="1" kern="100" dirty="0">
                    <a:solidFill>
                      <a:srgbClr val="C00000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/</a:t>
                </a:r>
                <a:r>
                  <a:rPr lang="zh-CN" altLang="en-US" sz="3600" b="1" kern="100" dirty="0">
                    <a:solidFill>
                      <a:srgbClr val="C00000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 等事件</a:t>
                </a:r>
                <a:r>
                  <a:rPr lang="en-US" altLang="zh-CN" sz="3600" b="1" kern="100" dirty="0">
                    <a:solidFill>
                      <a:srgbClr val="C00000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/</a:t>
                </a:r>
                <a:r>
                  <a:rPr lang="zh-CN" altLang="en-US" sz="3600" b="1" kern="100" dirty="0">
                    <a:solidFill>
                      <a:srgbClr val="C00000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 </a:t>
                </a:r>
                <a:r>
                  <a:rPr lang="en-US" altLang="zh-CN" sz="3600" b="1" kern="100" dirty="0">
                    <a:solidFill>
                      <a:srgbClr val="C00000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3600" b="1" i="1" kern="10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</m:oMath>
                </a14:m>
                <a:r>
                  <a:rPr lang="en-GB" altLang="zh-CN" sz="3600" b="1" kern="100" dirty="0">
                    <a:solidFill>
                      <a:srgbClr val="C00000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B</a:t>
                </a:r>
                <a:r>
                  <a:rPr lang="zh-CN" altLang="en-US" sz="3600" b="1" kern="100" dirty="0">
                    <a:solidFill>
                      <a:srgbClr val="C00000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 </a:t>
                </a:r>
                <a:endParaRPr lang="en-GB" altLang="zh-CN" sz="3600" b="1" kern="100" dirty="0">
                  <a:solidFill>
                    <a:srgbClr val="C00000"/>
                  </a:solidFill>
                  <a:latin typeface="Arial" panose="020B0604020202020204" pitchFamily="34" charset="0"/>
                  <a:ea typeface="楷体" panose="02010609060101010101" pitchFamily="49" charset="-122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学论网--www.xuelun.m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44710" y="218330"/>
                <a:ext cx="5654625" cy="646331"/>
              </a:xfrm>
              <a:prstGeom prst="rect">
                <a:avLst/>
              </a:prstGeom>
              <a:blipFill rotWithShape="1">
                <a:blip r:embed="rId1"/>
                <a:stretch>
                  <a:fillRect l="-6" t="-81" r="-2555" b="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2042855" y="1290533"/>
                <a:ext cx="4584356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600" b="1" kern="100" dirty="0">
                    <a:solidFill>
                      <a:srgbClr val="011893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A</a:t>
                </a:r>
                <a14:m>
                  <m:oMath xmlns:m="http://schemas.openxmlformats.org/officeDocument/2006/math">
                    <m:r>
                      <a:rPr lang="en-US" altLang="zh-CN" sz="2600" b="1" i="1" kern="10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⊂</m:t>
                    </m:r>
                  </m:oMath>
                </a14:m>
                <a:r>
                  <a:rPr lang="en-GB" altLang="zh-CN" sz="2600" b="1" kern="100" dirty="0">
                    <a:solidFill>
                      <a:srgbClr val="011893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B </a:t>
                </a:r>
                <a:r>
                  <a:rPr lang="zh-CN" altLang="en-GB" sz="2600" b="1" kern="100" dirty="0">
                    <a:solidFill>
                      <a:srgbClr val="011893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且</a:t>
                </a:r>
                <a:r>
                  <a:rPr lang="zh-CN" altLang="en-US" sz="2600" b="1" kern="100" dirty="0">
                    <a:solidFill>
                      <a:srgbClr val="011893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 </a:t>
                </a:r>
                <a:r>
                  <a:rPr lang="en-US" altLang="zh-CN" sz="2600" b="1" kern="100" dirty="0">
                    <a:solidFill>
                      <a:srgbClr val="011893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B</a:t>
                </a:r>
                <a14:m>
                  <m:oMath xmlns:m="http://schemas.openxmlformats.org/officeDocument/2006/math">
                    <m:r>
                      <a:rPr lang="en-US" altLang="zh-CN" sz="2600" b="1" i="1" kern="100">
                        <a:solidFill>
                          <a:srgbClr val="01189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⊂</m:t>
                    </m:r>
                  </m:oMath>
                </a14:m>
                <a:r>
                  <a:rPr lang="en-GB" altLang="zh-CN" sz="2600" b="1" kern="100" dirty="0">
                    <a:solidFill>
                      <a:srgbClr val="011893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A</a:t>
                </a:r>
                <a:r>
                  <a:rPr lang="zh-CN" altLang="en-US" sz="2600" b="1" kern="100" dirty="0">
                    <a:solidFill>
                      <a:srgbClr val="011893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                 </a:t>
                </a:r>
                <a:r>
                  <a:rPr lang="en-US" altLang="zh-CN" sz="2600" b="1" kern="100" dirty="0">
                    <a:solidFill>
                      <a:srgbClr val="011893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A=B</a:t>
                </a:r>
                <a:endParaRPr lang="zh-CN" altLang="en-US" sz="2600" dirty="0">
                  <a:solidFill>
                    <a:srgbClr val="011893"/>
                  </a:solidFill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2855" y="1290533"/>
                <a:ext cx="4584356" cy="492443"/>
              </a:xfrm>
              <a:prstGeom prst="rect">
                <a:avLst/>
              </a:prstGeom>
              <a:blipFill rotWithShape="1">
                <a:blip r:embed="rId2"/>
                <a:stretch>
                  <a:fillRect l="-1" t="-43" r="8" b="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左右箭头 4"/>
          <p:cNvSpPr/>
          <p:nvPr/>
        </p:nvSpPr>
        <p:spPr>
          <a:xfrm>
            <a:off x="4393985" y="1345469"/>
            <a:ext cx="879905" cy="394639"/>
          </a:xfrm>
          <a:prstGeom prst="leftRightArrow">
            <a:avLst/>
          </a:prstGeom>
          <a:solidFill>
            <a:srgbClr val="01189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1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13" grpId="0"/>
      <p:bldP spid="512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3"/>
          <p:cNvSpPr>
            <a:spLocks noChangeArrowheads="1"/>
          </p:cNvSpPr>
          <p:nvPr/>
        </p:nvSpPr>
        <p:spPr bwMode="auto">
          <a:xfrm>
            <a:off x="4476750" y="3348038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4276" name="Rectangle 4"/>
          <p:cNvSpPr>
            <a:spLocks noChangeArrowheads="1"/>
          </p:cNvSpPr>
          <p:nvPr/>
        </p:nvSpPr>
        <p:spPr bwMode="auto">
          <a:xfrm>
            <a:off x="4495800" y="3348038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4277" name="Rectangle 5"/>
          <p:cNvSpPr>
            <a:spLocks noChangeArrowheads="1"/>
          </p:cNvSpPr>
          <p:nvPr/>
        </p:nvSpPr>
        <p:spPr bwMode="auto">
          <a:xfrm>
            <a:off x="4491038" y="3348038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 dirty="0">
              <a:ea typeface="楷体" panose="02010609060101010101" pitchFamily="49" charset="-122"/>
            </a:endParaRPr>
          </a:p>
        </p:txBody>
      </p:sp>
      <p:grpSp>
        <p:nvGrpSpPr>
          <p:cNvPr id="54278" name="Group 6"/>
          <p:cNvGrpSpPr/>
          <p:nvPr/>
        </p:nvGrpSpPr>
        <p:grpSpPr bwMode="auto">
          <a:xfrm>
            <a:off x="2595563" y="3659188"/>
            <a:ext cx="3200400" cy="2362200"/>
            <a:chOff x="240" y="2160"/>
            <a:chExt cx="2016" cy="1488"/>
          </a:xfrm>
        </p:grpSpPr>
        <p:sp>
          <p:nvSpPr>
            <p:cNvPr id="54279" name="Rectangle 7"/>
            <p:cNvSpPr>
              <a:spLocks noChangeArrowheads="1"/>
            </p:cNvSpPr>
            <p:nvPr/>
          </p:nvSpPr>
          <p:spPr bwMode="auto">
            <a:xfrm>
              <a:off x="240" y="2160"/>
              <a:ext cx="2016" cy="14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54280" name="Oval 8"/>
            <p:cNvSpPr>
              <a:spLocks noChangeArrowheads="1"/>
            </p:cNvSpPr>
            <p:nvPr/>
          </p:nvSpPr>
          <p:spPr bwMode="auto">
            <a:xfrm>
              <a:off x="1296" y="2976"/>
              <a:ext cx="720" cy="528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54281" name="Oval 9"/>
            <p:cNvSpPr>
              <a:spLocks noChangeArrowheads="1"/>
            </p:cNvSpPr>
            <p:nvPr/>
          </p:nvSpPr>
          <p:spPr bwMode="auto">
            <a:xfrm>
              <a:off x="336" y="2496"/>
              <a:ext cx="768" cy="624"/>
            </a:xfrm>
            <a:prstGeom prst="ellipse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</p:grpSp>
      <p:sp>
        <p:nvSpPr>
          <p:cNvPr id="54285" name="Text Box 13"/>
          <p:cNvSpPr txBox="1">
            <a:spLocks noChangeArrowheads="1"/>
          </p:cNvSpPr>
          <p:nvPr/>
        </p:nvSpPr>
        <p:spPr bwMode="auto">
          <a:xfrm>
            <a:off x="755649" y="1901825"/>
            <a:ext cx="7263885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>
              <a:spcBef>
                <a:spcPct val="50000"/>
              </a:spcBef>
              <a:buClr>
                <a:srgbClr val="011893"/>
              </a:buClr>
              <a:buSzPct val="90000"/>
              <a:buFont typeface="Wingdings" panose="05000000000000000000" pitchFamily="2" charset="2"/>
              <a:buChar char="n"/>
            </a:pP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事件</a:t>
            </a: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与事件</a:t>
            </a: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B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不能同时发生，</a:t>
            </a:r>
            <a:r>
              <a:rPr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AB=</a:t>
            </a:r>
            <a:r>
              <a:rPr lang="el-GR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Φ</a:t>
            </a:r>
            <a:endParaRPr kumimoji="1" lang="zh-CN" altLang="en-US" sz="2600" b="1" dirty="0">
              <a:solidFill>
                <a:srgbClr val="011893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4286" name="Text Box 14"/>
          <p:cNvSpPr txBox="1">
            <a:spLocks noChangeArrowheads="1"/>
          </p:cNvSpPr>
          <p:nvPr/>
        </p:nvSpPr>
        <p:spPr bwMode="auto">
          <a:xfrm>
            <a:off x="755650" y="2549525"/>
            <a:ext cx="6480175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>
              <a:spcBef>
                <a:spcPct val="50000"/>
              </a:spcBef>
              <a:buClr>
                <a:srgbClr val="011893"/>
              </a:buClr>
              <a:buSzPct val="90000"/>
              <a:buFont typeface="Wingdings" panose="05000000000000000000" pitchFamily="2" charset="2"/>
              <a:buChar char="n"/>
            </a:pP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事件</a:t>
            </a: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与事件</a:t>
            </a: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B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没有公共的样本点</a:t>
            </a:r>
            <a:endParaRPr kumimoji="1" lang="zh-CN" altLang="en-US" sz="2600" b="1" dirty="0">
              <a:solidFill>
                <a:srgbClr val="011893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2" name="直线连接符 48"/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学论网--www.xuelun.me"/>
          <p:cNvSpPr/>
          <p:nvPr/>
        </p:nvSpPr>
        <p:spPr bwMode="auto">
          <a:xfrm>
            <a:off x="1970992" y="218330"/>
            <a:ext cx="520206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互不相容事件 </a:t>
            </a:r>
            <a:r>
              <a:rPr lang="en-US" altLang="zh-CN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</a:t>
            </a: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互斥事件</a:t>
            </a:r>
            <a:endParaRPr lang="en-GB" altLang="zh-CN" sz="3600" b="1" kern="100" dirty="0">
              <a:solidFill>
                <a:srgbClr val="C00000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Text Box 9"/>
          <p:cNvSpPr txBox="1">
            <a:spLocks noChangeArrowheads="1"/>
          </p:cNvSpPr>
          <p:nvPr/>
        </p:nvSpPr>
        <p:spPr bwMode="auto">
          <a:xfrm>
            <a:off x="3073401" y="4474850"/>
            <a:ext cx="30480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B</a:t>
            </a:r>
            <a:endParaRPr kumimoji="1" lang="en-US" altLang="zh-CN" sz="2600" b="1" dirty="0">
              <a:solidFill>
                <a:srgbClr val="011893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Text Box 11"/>
          <p:cNvSpPr txBox="1">
            <a:spLocks noChangeArrowheads="1"/>
          </p:cNvSpPr>
          <p:nvPr/>
        </p:nvSpPr>
        <p:spPr bwMode="auto">
          <a:xfrm>
            <a:off x="4691063" y="5127625"/>
            <a:ext cx="30480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endParaRPr kumimoji="1" lang="en-US" altLang="zh-CN" sz="2600" b="1" dirty="0">
              <a:solidFill>
                <a:srgbClr val="011893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42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42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42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4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4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42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42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4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4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4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85" grpId="0"/>
      <p:bldP spid="5428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3"/>
          <p:cNvSpPr>
            <a:spLocks noChangeArrowheads="1"/>
          </p:cNvSpPr>
          <p:nvPr/>
        </p:nvSpPr>
        <p:spPr bwMode="auto">
          <a:xfrm>
            <a:off x="4476750" y="3348038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4276" name="Rectangle 4"/>
          <p:cNvSpPr>
            <a:spLocks noChangeArrowheads="1"/>
          </p:cNvSpPr>
          <p:nvPr/>
        </p:nvSpPr>
        <p:spPr bwMode="auto">
          <a:xfrm>
            <a:off x="4495800" y="3348038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4277" name="Rectangle 5"/>
          <p:cNvSpPr>
            <a:spLocks noChangeArrowheads="1"/>
          </p:cNvSpPr>
          <p:nvPr/>
        </p:nvSpPr>
        <p:spPr bwMode="auto">
          <a:xfrm>
            <a:off x="4491038" y="3348038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 dirty="0">
              <a:ea typeface="楷体" panose="02010609060101010101" pitchFamily="49" charset="-122"/>
            </a:endParaRPr>
          </a:p>
        </p:txBody>
      </p:sp>
      <p:cxnSp>
        <p:nvCxnSpPr>
          <p:cNvPr id="2" name="直线连接符 48"/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学论网--www.xuelun.me"/>
          <p:cNvSpPr/>
          <p:nvPr/>
        </p:nvSpPr>
        <p:spPr bwMode="auto">
          <a:xfrm>
            <a:off x="2665896" y="218330"/>
            <a:ext cx="381226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对立事件 </a:t>
            </a:r>
            <a:r>
              <a:rPr lang="en-US" altLang="zh-CN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</a:t>
            </a: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逆事件</a:t>
            </a:r>
            <a:endParaRPr lang="en-GB" altLang="zh-CN" sz="3600" b="1" kern="100" dirty="0">
              <a:solidFill>
                <a:srgbClr val="C00000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4" name="Group 12"/>
          <p:cNvGrpSpPr/>
          <p:nvPr/>
        </p:nvGrpSpPr>
        <p:grpSpPr bwMode="auto">
          <a:xfrm>
            <a:off x="2078038" y="3016079"/>
            <a:ext cx="2971800" cy="2286000"/>
            <a:chOff x="192" y="2400"/>
            <a:chExt cx="1872" cy="1440"/>
          </a:xfrm>
        </p:grpSpPr>
        <p:sp>
          <p:nvSpPr>
            <p:cNvPr id="5" name="Rectangle 13"/>
            <p:cNvSpPr>
              <a:spLocks noChangeArrowheads="1"/>
            </p:cNvSpPr>
            <p:nvPr/>
          </p:nvSpPr>
          <p:spPr bwMode="auto">
            <a:xfrm>
              <a:off x="192" y="2400"/>
              <a:ext cx="1872" cy="1440"/>
            </a:xfrm>
            <a:prstGeom prst="rect">
              <a:avLst/>
            </a:prstGeom>
            <a:solidFill>
              <a:srgbClr val="FFFF9A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6" name="Oval 14"/>
            <p:cNvSpPr>
              <a:spLocks noChangeArrowheads="1"/>
            </p:cNvSpPr>
            <p:nvPr/>
          </p:nvSpPr>
          <p:spPr bwMode="auto">
            <a:xfrm>
              <a:off x="432" y="2880"/>
              <a:ext cx="816" cy="768"/>
            </a:xfrm>
            <a:prstGeom prst="ellipse">
              <a:avLst/>
            </a:prstGeom>
            <a:solidFill>
              <a:srgbClr val="CDFFFF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solidFill>
                  <a:srgbClr val="CDFFFF"/>
                </a:solidFill>
                <a:ea typeface="楷体" panose="02010609060101010101" pitchFamily="49" charset="-122"/>
              </a:endParaRPr>
            </a:p>
          </p:txBody>
        </p:sp>
      </p:grpSp>
      <p:sp>
        <p:nvSpPr>
          <p:cNvPr id="11" name="Text Box 19"/>
          <p:cNvSpPr txBox="1">
            <a:spLocks noChangeArrowheads="1"/>
          </p:cNvSpPr>
          <p:nvPr/>
        </p:nvSpPr>
        <p:spPr bwMode="auto">
          <a:xfrm>
            <a:off x="684213" y="1268413"/>
            <a:ext cx="5759450" cy="1092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>
              <a:spcBef>
                <a:spcPct val="50000"/>
              </a:spcBef>
              <a:buClr>
                <a:srgbClr val="011893"/>
              </a:buClr>
              <a:buSzPct val="90000"/>
              <a:buFont typeface="Wingdings" panose="05000000000000000000" pitchFamily="2" charset="2"/>
              <a:buChar char="n"/>
            </a:pP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事件</a:t>
            </a: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不发生</a:t>
            </a:r>
            <a:endParaRPr kumimoji="1" lang="en-US" altLang="zh-CN" sz="2600" b="1" dirty="0">
              <a:solidFill>
                <a:srgbClr val="011893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457200" indent="-457200">
              <a:spcBef>
                <a:spcPct val="50000"/>
              </a:spcBef>
              <a:buClr>
                <a:srgbClr val="011893"/>
              </a:buClr>
              <a:buSzPct val="90000"/>
              <a:buFont typeface="Wingdings" panose="05000000000000000000" pitchFamily="2" charset="2"/>
              <a:buChar char="n"/>
            </a:pP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是由所有不属于</a:t>
            </a: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的样本点组成</a:t>
            </a:r>
            <a:endParaRPr kumimoji="1" lang="zh-CN" altLang="en-US" sz="2600" b="1" dirty="0">
              <a:solidFill>
                <a:srgbClr val="011893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Object 2"/>
              <p:cNvSpPr txBox="1"/>
              <p:nvPr/>
            </p:nvSpPr>
            <p:spPr bwMode="auto">
              <a:xfrm>
                <a:off x="5789828" y="3900124"/>
                <a:ext cx="1730375" cy="6096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zh-CN" altLang="en-US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nor/>
                          </m:rPr>
                          <a:rPr lang="zh-CN" altLang="en-US" sz="2400" b="1" i="0">
                            <a:solidFill>
                              <a:srgbClr val="C0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A</m:t>
                        </m:r>
                      </m:e>
                    </m:bar>
                  </m:oMath>
                </a14:m>
                <a:r>
                  <a:rPr lang="zh-CN" altLang="en-US" sz="2400" b="1" dirty="0">
                    <a:solidFill>
                      <a:srgbClr val="C00000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 </a:t>
                </a:r>
                <a:r>
                  <a:rPr lang="en-US" altLang="zh-CN" sz="2400" b="1" dirty="0">
                    <a:solidFill>
                      <a:srgbClr val="C00000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=</a:t>
                </a:r>
                <a:r>
                  <a:rPr lang="zh-CN" altLang="en-US" sz="2400" b="1" dirty="0">
                    <a:solidFill>
                      <a:srgbClr val="C00000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400" b="1" i="0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S</m:t>
                    </m:r>
                    <m:r>
                      <a:rPr lang="en-US" altLang="zh-CN" sz="24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  <a:cs typeface="Arial" panose="020B0604020202020204" pitchFamily="34" charset="0"/>
                      </a:rPr>
                      <m:t>−</m:t>
                    </m:r>
                  </m:oMath>
                </a14:m>
                <a:r>
                  <a:rPr lang="en-US" altLang="zh-CN" sz="2400" b="1" dirty="0">
                    <a:solidFill>
                      <a:srgbClr val="C00000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A</a:t>
                </a:r>
                <a:endParaRPr lang="zh-CN" altLang="en-US" sz="2400" b="1" dirty="0">
                  <a:solidFill>
                    <a:srgbClr val="C00000"/>
                  </a:solidFill>
                  <a:latin typeface="Arial" panose="020B0604020202020204" pitchFamily="34" charset="0"/>
                  <a:ea typeface="楷体" panose="02010609060101010101" pitchFamily="49" charset="-122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3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89828" y="3900124"/>
                <a:ext cx="1730375" cy="609600"/>
              </a:xfrm>
              <a:prstGeom prst="rect">
                <a:avLst/>
              </a:prstGeom>
              <a:blipFill rotWithShape="1">
                <a:blip r:embed="rId1"/>
                <a:stretch>
                  <a:fillRect l="-31" t="-97" r="31" b="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Object 6"/>
          <p:cNvGraphicFramePr>
            <a:graphicFrameLocks noChangeAspect="1"/>
          </p:cNvGraphicFramePr>
          <p:nvPr/>
        </p:nvGraphicFramePr>
        <p:xfrm>
          <a:off x="6639569" y="5642790"/>
          <a:ext cx="1295400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2" imgW="561975" imgH="276860" progId="Equation.DSMT4">
                  <p:embed/>
                </p:oleObj>
              </mc:Choice>
              <mc:Fallback>
                <p:oleObj name="" r:id="rId2" imgW="561975" imgH="27686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9569" y="5642790"/>
                        <a:ext cx="1295400" cy="658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/>
          <p:cNvGrpSpPr/>
          <p:nvPr/>
        </p:nvGrpSpPr>
        <p:grpSpPr>
          <a:xfrm>
            <a:off x="591194" y="5692264"/>
            <a:ext cx="5367595" cy="734149"/>
            <a:chOff x="900113" y="5639062"/>
            <a:chExt cx="5367595" cy="734149"/>
          </a:xfrm>
        </p:grpSpPr>
        <p:graphicFrame>
          <p:nvGraphicFramePr>
            <p:cNvPr id="16" name="Object 4"/>
            <p:cNvGraphicFramePr>
              <a:graphicFrameLocks noChangeAspect="1"/>
            </p:cNvGraphicFramePr>
            <p:nvPr/>
          </p:nvGraphicFramePr>
          <p:xfrm>
            <a:off x="2386957" y="5639062"/>
            <a:ext cx="1447800" cy="5508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" r:id="rId4" imgW="570230" imgH="226695" progId="Equation.DSMT4">
                    <p:embed/>
                  </p:oleObj>
                </mc:Choice>
                <mc:Fallback>
                  <p:oleObj name="" r:id="rId4" imgW="570230" imgH="226695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86957" y="5639062"/>
                          <a:ext cx="1447800" cy="5508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Object 9"/>
                <p:cNvSpPr txBox="1"/>
                <p:nvPr/>
              </p:nvSpPr>
              <p:spPr bwMode="auto">
                <a:xfrm>
                  <a:off x="4257933" y="5690586"/>
                  <a:ext cx="2009775" cy="682625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zh-CN" altLang="en-US" sz="28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∪</m:t>
                        </m:r>
                        <m:bar>
                          <m:barPr>
                            <m:pos m:val="top"/>
                            <m:ctrlPr>
                              <a:rPr lang="zh-CN" alt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zh-CN" altLang="en-US" sz="28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bar>
                        <m:r>
                          <a:rPr lang="zh-CN" altLang="en-US" sz="28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zh-CN" altLang="en-US" sz="28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oMath>
                    </m:oMathPara>
                  </a14:m>
                  <a:endParaRPr lang="zh-CN" altLang="en-US" sz="2800" dirty="0">
                    <a:solidFill>
                      <a:srgbClr val="FF0000"/>
                    </a:solidFill>
                    <a:ea typeface="楷体" panose="02010609060101010101" pitchFamily="49" charset="-122"/>
                  </a:endParaRPr>
                </a:p>
              </p:txBody>
            </p:sp>
          </mc:Choice>
          <mc:Fallback>
            <p:sp>
              <p:nvSpPr>
                <p:cNvPr id="17" name="Object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57933" y="5690586"/>
                  <a:ext cx="2009775" cy="682625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Text Box 21"/>
            <p:cNvSpPr txBox="1">
              <a:spLocks noChangeArrowheads="1"/>
            </p:cNvSpPr>
            <p:nvPr/>
          </p:nvSpPr>
          <p:spPr bwMode="auto">
            <a:xfrm>
              <a:off x="900113" y="5699082"/>
              <a:ext cx="1584325" cy="519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>
                  <a:srgbClr val="FF0000"/>
                </a:buClr>
                <a:buSzPct val="90000"/>
              </a:pPr>
              <a:r>
                <a:rPr kumimoji="1" lang="zh-CN" altLang="en-US" sz="2800" b="1" dirty="0">
                  <a:solidFill>
                    <a:srgbClr val="011893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性质</a:t>
              </a:r>
              <a:endParaRPr kumimoji="1" lang="zh-CN" altLang="en-US" sz="2800" b="1" dirty="0">
                <a:solidFill>
                  <a:srgbClr val="011893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Box 9"/>
              <p:cNvSpPr txBox="1">
                <a:spLocks noChangeArrowheads="1"/>
              </p:cNvSpPr>
              <p:nvPr/>
            </p:nvSpPr>
            <p:spPr bwMode="auto">
              <a:xfrm>
                <a:off x="4097338" y="4462028"/>
                <a:ext cx="304800" cy="5071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0000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1" lang="en-US" altLang="zh-CN" sz="26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Arial" panose="020B0604020202020204" pitchFamily="34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kumimoji="1" lang="en-US" altLang="zh-CN" sz="2600" b="1" i="0" smtClean="0">
                              <a:solidFill>
                                <a:srgbClr val="011893"/>
                              </a:solidFill>
                              <a:latin typeface="Arial" panose="020B0604020202020204" pitchFamily="34" charset="0"/>
                              <a:ea typeface="楷体" panose="02010609060101010101" pitchFamily="49" charset="-122"/>
                              <a:cs typeface="Arial" panose="020B0604020202020204" pitchFamily="34" charset="0"/>
                            </a:rPr>
                            <m:t>A</m:t>
                          </m:r>
                        </m:e>
                      </m:acc>
                    </m:oMath>
                  </m:oMathPara>
                </a14:m>
                <a:endParaRPr kumimoji="1" lang="en-US" altLang="zh-CN" sz="2600" b="1" dirty="0">
                  <a:solidFill>
                    <a:srgbClr val="011893"/>
                  </a:solidFill>
                  <a:latin typeface="Arial" panose="020B0604020202020204" pitchFamily="34" charset="0"/>
                  <a:ea typeface="楷体" panose="02010609060101010101" pitchFamily="49" charset="-122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9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97338" y="4462028"/>
                <a:ext cx="304800" cy="507127"/>
              </a:xfrm>
              <a:prstGeom prst="rect">
                <a:avLst/>
              </a:prstGeom>
              <a:blipFill rotWithShape="1">
                <a:blip r:embed="rId7"/>
                <a:stretch>
                  <a:fillRect l="-104" t="-102" r="-8229" b="5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0000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2971800" y="4186930"/>
            <a:ext cx="30480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endParaRPr kumimoji="1" lang="en-US" altLang="zh-CN" sz="2600" b="1" dirty="0">
              <a:solidFill>
                <a:srgbClr val="011893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学论网--www.xuelun.me"/>
          <p:cNvSpPr/>
          <p:nvPr/>
        </p:nvSpPr>
        <p:spPr bwMode="auto">
          <a:xfrm>
            <a:off x="3321499" y="3105834"/>
            <a:ext cx="250100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事件的运算</a:t>
            </a:r>
            <a:endParaRPr lang="en-GB" altLang="zh-CN" sz="3600" b="1" kern="100" dirty="0">
              <a:solidFill>
                <a:srgbClr val="C00000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2"/>
          <p:cNvSpPr txBox="1">
            <a:spLocks noChangeArrowheads="1"/>
          </p:cNvSpPr>
          <p:nvPr/>
        </p:nvSpPr>
        <p:spPr bwMode="auto">
          <a:xfrm>
            <a:off x="755649" y="2072806"/>
            <a:ext cx="8561345" cy="1092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>
              <a:spcBef>
                <a:spcPct val="50000"/>
              </a:spcBef>
              <a:buClr>
                <a:srgbClr val="011893"/>
              </a:buClr>
              <a:buSzPct val="90000"/>
              <a:buFont typeface="Wingdings" panose="05000000000000000000" pitchFamily="2" charset="2"/>
              <a:buChar char="n"/>
            </a:pP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事件</a:t>
            </a: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与事件</a:t>
            </a: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B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至少有一个发生，</a:t>
            </a:r>
            <a:r>
              <a:rPr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r>
              <a:rPr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发生或</a:t>
            </a:r>
            <a:r>
              <a:rPr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B</a:t>
            </a:r>
            <a:r>
              <a:rPr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发生   </a:t>
            </a:r>
            <a:endParaRPr lang="zh-CN" altLang="en-US" sz="2600" b="1" dirty="0">
              <a:solidFill>
                <a:srgbClr val="011893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457200" indent="-457200">
              <a:spcBef>
                <a:spcPct val="50000"/>
              </a:spcBef>
              <a:buClr>
                <a:srgbClr val="011893"/>
              </a:buClr>
              <a:buSzPct val="90000"/>
              <a:buFont typeface="Wingdings" panose="05000000000000000000" pitchFamily="2" charset="2"/>
              <a:buChar char="n"/>
            </a:pPr>
            <a:endParaRPr kumimoji="1" lang="zh-CN" altLang="en-US" sz="2600" b="1" dirty="0">
              <a:solidFill>
                <a:srgbClr val="011893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52230" name="Group 6"/>
          <p:cNvGrpSpPr/>
          <p:nvPr/>
        </p:nvGrpSpPr>
        <p:grpSpPr bwMode="auto">
          <a:xfrm>
            <a:off x="1997805" y="3937575"/>
            <a:ext cx="2736850" cy="2089150"/>
            <a:chOff x="528" y="2208"/>
            <a:chExt cx="1968" cy="1536"/>
          </a:xfrm>
        </p:grpSpPr>
        <p:sp>
          <p:nvSpPr>
            <p:cNvPr id="52231" name="Rectangle 7"/>
            <p:cNvSpPr>
              <a:spLocks noChangeArrowheads="1"/>
            </p:cNvSpPr>
            <p:nvPr/>
          </p:nvSpPr>
          <p:spPr bwMode="auto">
            <a:xfrm>
              <a:off x="528" y="2208"/>
              <a:ext cx="1968" cy="1536"/>
            </a:xfrm>
            <a:prstGeom prst="rect">
              <a:avLst/>
            </a:prstGeom>
            <a:solidFill>
              <a:schemeClr val="bg1">
                <a:alpha val="8000"/>
              </a:schemeClr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600" b="1" dirty="0">
                <a:solidFill>
                  <a:srgbClr val="011893"/>
                </a:solidFill>
                <a:ea typeface="楷体" panose="02010609060101010101" pitchFamily="49" charset="-122"/>
              </a:endParaRPr>
            </a:p>
          </p:txBody>
        </p:sp>
        <p:sp>
          <p:nvSpPr>
            <p:cNvPr id="52232" name="Oval 8"/>
            <p:cNvSpPr>
              <a:spLocks noChangeArrowheads="1"/>
            </p:cNvSpPr>
            <p:nvPr/>
          </p:nvSpPr>
          <p:spPr bwMode="auto">
            <a:xfrm>
              <a:off x="1056" y="2496"/>
              <a:ext cx="1008" cy="672"/>
            </a:xfrm>
            <a:prstGeom prst="ellipse">
              <a:avLst/>
            </a:prstGeom>
            <a:solidFill>
              <a:schemeClr val="bg2">
                <a:alpha val="32000"/>
              </a:schemeClr>
            </a:solidFill>
            <a:ln w="12700">
              <a:solidFill>
                <a:srgbClr val="011893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600" b="1" dirty="0">
                <a:solidFill>
                  <a:srgbClr val="011893"/>
                </a:solidFill>
                <a:ea typeface="楷体" panose="02010609060101010101" pitchFamily="49" charset="-122"/>
              </a:endParaRPr>
            </a:p>
          </p:txBody>
        </p:sp>
        <p:sp>
          <p:nvSpPr>
            <p:cNvPr id="52233" name="Oval 9"/>
            <p:cNvSpPr>
              <a:spLocks noChangeArrowheads="1"/>
            </p:cNvSpPr>
            <p:nvPr/>
          </p:nvSpPr>
          <p:spPr bwMode="auto">
            <a:xfrm>
              <a:off x="672" y="2880"/>
              <a:ext cx="1008" cy="672"/>
            </a:xfrm>
            <a:prstGeom prst="ellipse">
              <a:avLst/>
            </a:prstGeom>
            <a:solidFill>
              <a:schemeClr val="bg2">
                <a:alpha val="32000"/>
              </a:schemeClr>
            </a:solidFill>
            <a:ln w="12700">
              <a:solidFill>
                <a:srgbClr val="011893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600" b="1" dirty="0">
                <a:solidFill>
                  <a:srgbClr val="011893"/>
                </a:solidFill>
                <a:ea typeface="楷体" panose="02010609060101010101" pitchFamily="49" charset="-122"/>
              </a:endParaRPr>
            </a:p>
          </p:txBody>
        </p:sp>
      </p:grpSp>
      <p:sp>
        <p:nvSpPr>
          <p:cNvPr id="52240" name="Text Box 16"/>
          <p:cNvSpPr txBox="1">
            <a:spLocks noChangeArrowheads="1"/>
          </p:cNvSpPr>
          <p:nvPr/>
        </p:nvSpPr>
        <p:spPr bwMode="auto">
          <a:xfrm>
            <a:off x="755650" y="2720506"/>
            <a:ext cx="7416800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>
              <a:spcBef>
                <a:spcPct val="50000"/>
              </a:spcBef>
              <a:buClr>
                <a:srgbClr val="011893"/>
              </a:buClr>
              <a:buSzPct val="90000"/>
              <a:buFont typeface="Wingdings" panose="05000000000000000000" pitchFamily="2" charset="2"/>
              <a:buChar char="n"/>
            </a:pP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由事件</a:t>
            </a: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与事件</a:t>
            </a: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B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所有样本点组成</a:t>
            </a:r>
            <a:endParaRPr kumimoji="1" lang="zh-CN" altLang="en-US" sz="2600" b="1" dirty="0">
              <a:solidFill>
                <a:srgbClr val="011893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2" name="直线连接符 48"/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学论网--www.xuelun.me"/>
              <p:cNvSpPr/>
              <p:nvPr/>
            </p:nvSpPr>
            <p:spPr bwMode="auto">
              <a:xfrm>
                <a:off x="1983015" y="218330"/>
                <a:ext cx="5178021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defRPr/>
                </a:pPr>
                <a:r>
                  <a:rPr lang="zh-CN" altLang="en-US" sz="3600" b="1" kern="100" dirty="0">
                    <a:solidFill>
                      <a:srgbClr val="C00000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事件的和 </a:t>
                </a:r>
                <a:r>
                  <a:rPr lang="en-US" altLang="zh-CN" sz="3600" b="1" kern="100" dirty="0">
                    <a:solidFill>
                      <a:srgbClr val="C00000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/</a:t>
                </a:r>
                <a:r>
                  <a:rPr lang="zh-CN" altLang="en-US" sz="3600" b="1" kern="100" dirty="0">
                    <a:solidFill>
                      <a:srgbClr val="C00000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 和事件 </a:t>
                </a:r>
                <a:r>
                  <a:rPr lang="en-US" altLang="zh-CN" sz="3600" b="1" kern="100" dirty="0">
                    <a:solidFill>
                      <a:srgbClr val="C00000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/</a:t>
                </a:r>
                <a:r>
                  <a:rPr lang="zh-CN" altLang="en-US" sz="3600" b="1" kern="100" dirty="0">
                    <a:solidFill>
                      <a:srgbClr val="C00000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3600" b="1" i="0" kern="100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rPr>
                      <m:t>A</m:t>
                    </m:r>
                    <m:r>
                      <m:rPr>
                        <m:nor/>
                      </m:rPr>
                      <a:rPr lang="en-US" altLang="zh-CN" sz="3600" b="1" i="0" kern="100" dirty="0" smtClean="0">
                        <a:solidFill>
                          <a:srgbClr val="C00000"/>
                        </a:solidFill>
                        <a:latin typeface="Arial" panose="020B0604020202020204" pitchFamily="34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∪</m:t>
                    </m:r>
                    <m:r>
                      <m:rPr>
                        <m:nor/>
                      </m:rPr>
                      <a:rPr lang="en-US" altLang="zh-CN" sz="3600" b="1" i="0" kern="100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B</m:t>
                    </m:r>
                  </m:oMath>
                </a14:m>
                <a:endParaRPr lang="en-GB" altLang="zh-CN" sz="3600" b="1" kern="100" dirty="0">
                  <a:solidFill>
                    <a:srgbClr val="C00000"/>
                  </a:solidFill>
                  <a:latin typeface="Arial" panose="020B0604020202020204" pitchFamily="34" charset="0"/>
                  <a:ea typeface="楷体" panose="02010609060101010101" pitchFamily="49" charset="-122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学论网--www.xuelun.m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3015" y="218330"/>
                <a:ext cx="5178021" cy="646331"/>
              </a:xfrm>
              <a:prstGeom prst="rect">
                <a:avLst/>
              </a:prstGeom>
              <a:blipFill rotWithShape="1">
                <a:blip r:embed="rId1"/>
                <a:stretch>
                  <a:fillRect l="-11" t="-81" r="-218" b="-18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9"/>
          <p:cNvSpPr txBox="1">
            <a:spLocks noChangeArrowheads="1"/>
          </p:cNvSpPr>
          <p:nvPr/>
        </p:nvSpPr>
        <p:spPr bwMode="auto">
          <a:xfrm>
            <a:off x="3314573" y="4473914"/>
            <a:ext cx="180239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B</a:t>
            </a:r>
            <a:endParaRPr kumimoji="1" lang="en-US" altLang="zh-CN" sz="2600" b="1" dirty="0">
              <a:solidFill>
                <a:srgbClr val="011893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Text Box 11"/>
          <p:cNvSpPr txBox="1">
            <a:spLocks noChangeArrowheads="1"/>
          </p:cNvSpPr>
          <p:nvPr/>
        </p:nvSpPr>
        <p:spPr bwMode="auto">
          <a:xfrm>
            <a:off x="2636482" y="5062516"/>
            <a:ext cx="30480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endParaRPr kumimoji="1" lang="en-US" altLang="zh-CN" sz="2600" b="1" dirty="0">
              <a:solidFill>
                <a:srgbClr val="011893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2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2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2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2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2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2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2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2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2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2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6" grpId="0"/>
      <p:bldP spid="5224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3"/>
          <p:cNvSpPr>
            <a:spLocks noChangeArrowheads="1"/>
          </p:cNvSpPr>
          <p:nvPr/>
        </p:nvSpPr>
        <p:spPr bwMode="auto">
          <a:xfrm>
            <a:off x="6357106" y="4420556"/>
            <a:ext cx="13509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AB</a:t>
            </a:r>
            <a:endParaRPr kumimoji="1" lang="zh-CN" altLang="en-US" sz="2800" dirty="0">
              <a:solidFill>
                <a:srgbClr val="011893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3252" name="Rectangle 4"/>
          <p:cNvSpPr>
            <a:spLocks noChangeArrowheads="1"/>
          </p:cNvSpPr>
          <p:nvPr/>
        </p:nvSpPr>
        <p:spPr bwMode="auto">
          <a:xfrm>
            <a:off x="4495800" y="3348038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 dirty="0">
              <a:ea typeface="楷体" panose="02010609060101010101" pitchFamily="49" charset="-122"/>
            </a:endParaRPr>
          </a:p>
        </p:txBody>
      </p:sp>
      <p:grpSp>
        <p:nvGrpSpPr>
          <p:cNvPr id="53253" name="Group 5"/>
          <p:cNvGrpSpPr/>
          <p:nvPr/>
        </p:nvGrpSpPr>
        <p:grpSpPr bwMode="auto">
          <a:xfrm>
            <a:off x="2195513" y="3589001"/>
            <a:ext cx="2808287" cy="2454275"/>
            <a:chOff x="295" y="2205"/>
            <a:chExt cx="2064" cy="1728"/>
          </a:xfrm>
        </p:grpSpPr>
        <p:sp>
          <p:nvSpPr>
            <p:cNvPr id="53254" name="Rectangle 6"/>
            <p:cNvSpPr>
              <a:spLocks noChangeArrowheads="1"/>
            </p:cNvSpPr>
            <p:nvPr/>
          </p:nvSpPr>
          <p:spPr bwMode="auto">
            <a:xfrm>
              <a:off x="295" y="2205"/>
              <a:ext cx="2064" cy="17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53255" name="Oval 7"/>
            <p:cNvSpPr>
              <a:spLocks noChangeArrowheads="1"/>
            </p:cNvSpPr>
            <p:nvPr/>
          </p:nvSpPr>
          <p:spPr bwMode="auto">
            <a:xfrm>
              <a:off x="624" y="2928"/>
              <a:ext cx="895" cy="820"/>
            </a:xfrm>
            <a:prstGeom prst="ellipse">
              <a:avLst/>
            </a:prstGeom>
            <a:solidFill>
              <a:schemeClr val="bg2">
                <a:alpha val="50000"/>
              </a:schemeClr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53256" name="Oval 8"/>
            <p:cNvSpPr>
              <a:spLocks noChangeArrowheads="1"/>
            </p:cNvSpPr>
            <p:nvPr/>
          </p:nvSpPr>
          <p:spPr bwMode="auto">
            <a:xfrm>
              <a:off x="1008" y="2544"/>
              <a:ext cx="1008" cy="960"/>
            </a:xfrm>
            <a:prstGeom prst="ellipse">
              <a:avLst/>
            </a:prstGeom>
            <a:solidFill>
              <a:schemeClr val="bg2">
                <a:alpha val="50000"/>
              </a:schemeClr>
            </a:solidFill>
            <a:ln w="12700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53257" name="Line 9"/>
            <p:cNvSpPr>
              <a:spLocks noChangeShapeType="1"/>
            </p:cNvSpPr>
            <p:nvPr/>
          </p:nvSpPr>
          <p:spPr bwMode="auto">
            <a:xfrm>
              <a:off x="1008" y="2976"/>
              <a:ext cx="288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53258" name="Line 10"/>
            <p:cNvSpPr>
              <a:spLocks noChangeShapeType="1"/>
            </p:cNvSpPr>
            <p:nvPr/>
          </p:nvSpPr>
          <p:spPr bwMode="auto">
            <a:xfrm>
              <a:off x="1008" y="3072"/>
              <a:ext cx="384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53259" name="Line 11"/>
            <p:cNvSpPr>
              <a:spLocks noChangeShapeType="1"/>
            </p:cNvSpPr>
            <p:nvPr/>
          </p:nvSpPr>
          <p:spPr bwMode="auto">
            <a:xfrm>
              <a:off x="1008" y="3120"/>
              <a:ext cx="480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53260" name="Line 12"/>
            <p:cNvSpPr>
              <a:spLocks noChangeShapeType="1"/>
            </p:cNvSpPr>
            <p:nvPr/>
          </p:nvSpPr>
          <p:spPr bwMode="auto">
            <a:xfrm>
              <a:off x="1008" y="3024"/>
              <a:ext cx="384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53261" name="Line 13"/>
            <p:cNvSpPr>
              <a:spLocks noChangeShapeType="1"/>
            </p:cNvSpPr>
            <p:nvPr/>
          </p:nvSpPr>
          <p:spPr bwMode="auto">
            <a:xfrm>
              <a:off x="1008" y="3168"/>
              <a:ext cx="480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53262" name="Line 14"/>
            <p:cNvSpPr>
              <a:spLocks noChangeShapeType="1"/>
            </p:cNvSpPr>
            <p:nvPr/>
          </p:nvSpPr>
          <p:spPr bwMode="auto">
            <a:xfrm>
              <a:off x="1056" y="3216"/>
              <a:ext cx="480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53263" name="Line 15"/>
            <p:cNvSpPr>
              <a:spLocks noChangeShapeType="1"/>
            </p:cNvSpPr>
            <p:nvPr/>
          </p:nvSpPr>
          <p:spPr bwMode="auto">
            <a:xfrm>
              <a:off x="1056" y="3264"/>
              <a:ext cx="480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53264" name="Line 16"/>
            <p:cNvSpPr>
              <a:spLocks noChangeShapeType="1"/>
            </p:cNvSpPr>
            <p:nvPr/>
          </p:nvSpPr>
          <p:spPr bwMode="auto">
            <a:xfrm>
              <a:off x="1104" y="3312"/>
              <a:ext cx="432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53265" name="Line 17"/>
            <p:cNvSpPr>
              <a:spLocks noChangeShapeType="1"/>
            </p:cNvSpPr>
            <p:nvPr/>
          </p:nvSpPr>
          <p:spPr bwMode="auto">
            <a:xfrm>
              <a:off x="1152" y="3360"/>
              <a:ext cx="384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53266" name="Line 18"/>
            <p:cNvSpPr>
              <a:spLocks noChangeShapeType="1"/>
            </p:cNvSpPr>
            <p:nvPr/>
          </p:nvSpPr>
          <p:spPr bwMode="auto">
            <a:xfrm>
              <a:off x="1248" y="3408"/>
              <a:ext cx="240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53267" name="Line 19"/>
            <p:cNvSpPr>
              <a:spLocks noChangeShapeType="1"/>
            </p:cNvSpPr>
            <p:nvPr/>
          </p:nvSpPr>
          <p:spPr bwMode="auto">
            <a:xfrm>
              <a:off x="1344" y="3456"/>
              <a:ext cx="144" cy="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</p:grpSp>
      <p:sp>
        <p:nvSpPr>
          <p:cNvPr id="53271" name="Rectangle 23"/>
          <p:cNvSpPr>
            <a:spLocks noChangeArrowheads="1"/>
          </p:cNvSpPr>
          <p:nvPr/>
        </p:nvSpPr>
        <p:spPr bwMode="auto">
          <a:xfrm>
            <a:off x="6345096" y="3865625"/>
            <a:ext cx="92204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solidFill>
                  <a:srgbClr val="011893"/>
                </a:solidFill>
                <a:latin typeface="Verdana" panose="020B0604030504040204" pitchFamily="34" charset="0"/>
                <a:ea typeface="楷体" panose="02010609060101010101" pitchFamily="49" charset="-122"/>
              </a:rPr>
              <a:t>A</a:t>
            </a:r>
            <a:r>
              <a:rPr kumimoji="1" lang="zh-CN" altLang="en-US" sz="2800" dirty="0">
                <a:solidFill>
                  <a:srgbClr val="011893"/>
                </a:solidFill>
                <a:latin typeface="Verdana" panose="020B0604030504040204" pitchFamily="34" charset="0"/>
                <a:ea typeface="楷体" panose="02010609060101010101" pitchFamily="49" charset="-122"/>
              </a:rPr>
              <a:t>∩</a:t>
            </a:r>
            <a:r>
              <a:rPr kumimoji="1" lang="en-US" altLang="zh-CN" sz="2800" dirty="0">
                <a:solidFill>
                  <a:srgbClr val="011893"/>
                </a:solidFill>
                <a:latin typeface="Verdana" panose="020B0604030504040204" pitchFamily="34" charset="0"/>
                <a:ea typeface="楷体" panose="02010609060101010101" pitchFamily="49" charset="-122"/>
              </a:rPr>
              <a:t>B</a:t>
            </a:r>
            <a:endParaRPr kumimoji="1" lang="zh-CN" altLang="en-US" sz="2800" dirty="0">
              <a:solidFill>
                <a:srgbClr val="011893"/>
              </a:solidFill>
              <a:latin typeface="Verdana" panose="020B0604030504040204" pitchFamily="34" charset="0"/>
              <a:ea typeface="楷体" panose="02010609060101010101" pitchFamily="49" charset="-122"/>
            </a:endParaRPr>
          </a:p>
        </p:txBody>
      </p:sp>
      <p:sp>
        <p:nvSpPr>
          <p:cNvPr id="53275" name="Rectangle 27"/>
          <p:cNvSpPr>
            <a:spLocks noChangeArrowheads="1"/>
          </p:cNvSpPr>
          <p:nvPr/>
        </p:nvSpPr>
        <p:spPr bwMode="auto">
          <a:xfrm>
            <a:off x="863600" y="1429597"/>
            <a:ext cx="741680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>
              <a:buClr>
                <a:srgbClr val="011893"/>
              </a:buClr>
              <a:buSzPct val="90000"/>
              <a:buFont typeface="Wingdings" panose="05000000000000000000" pitchFamily="2" charset="2"/>
              <a:buChar char="n"/>
            </a:pPr>
            <a:r>
              <a:rPr kumimoji="1" lang="zh-CN" altLang="en-US" sz="28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事件</a:t>
            </a:r>
            <a:r>
              <a:rPr kumimoji="1" lang="en-US" altLang="zh-CN" sz="28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r>
              <a:rPr kumimoji="1" lang="zh-CN" altLang="en-US" sz="28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和事件</a:t>
            </a:r>
            <a:r>
              <a:rPr kumimoji="1" lang="en-US" altLang="zh-CN" sz="28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B</a:t>
            </a:r>
            <a:r>
              <a:rPr kumimoji="1" lang="zh-CN" altLang="en-US" sz="28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同时发生</a:t>
            </a:r>
            <a:endParaRPr kumimoji="1" lang="zh-CN" altLang="en-US" sz="2800" b="1" dirty="0">
              <a:solidFill>
                <a:srgbClr val="011893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457200" indent="-457200">
              <a:buClr>
                <a:srgbClr val="011893"/>
              </a:buClr>
              <a:buSzPct val="90000"/>
              <a:buFont typeface="Wingdings" panose="05000000000000000000" pitchFamily="2" charset="2"/>
              <a:buChar char="n"/>
            </a:pPr>
            <a:endParaRPr kumimoji="1" lang="en-US" altLang="zh-CN" sz="2800" b="1" dirty="0">
              <a:solidFill>
                <a:srgbClr val="011893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457200" indent="-457200">
              <a:buClr>
                <a:srgbClr val="011893"/>
              </a:buClr>
              <a:buSzPct val="90000"/>
              <a:buFont typeface="Wingdings" panose="05000000000000000000" pitchFamily="2" charset="2"/>
              <a:buChar char="n"/>
            </a:pPr>
            <a:r>
              <a:rPr kumimoji="1" lang="zh-CN" altLang="en-US" sz="28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由事件</a:t>
            </a:r>
            <a:r>
              <a:rPr kumimoji="1" lang="en-US" altLang="zh-CN" sz="28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r>
              <a:rPr kumimoji="1" lang="zh-CN" altLang="en-US" sz="28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和事件</a:t>
            </a:r>
            <a:r>
              <a:rPr kumimoji="1" lang="en-US" altLang="zh-CN" sz="28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B</a:t>
            </a:r>
            <a:r>
              <a:rPr kumimoji="1" lang="zh-CN" altLang="en-US" sz="28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的公共样本点组成</a:t>
            </a:r>
            <a:endParaRPr kumimoji="1" lang="zh-CN" altLang="en-US" sz="2800" b="1" dirty="0">
              <a:solidFill>
                <a:srgbClr val="011893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3279" name="Line 31"/>
          <p:cNvSpPr>
            <a:spLocks noChangeShapeType="1"/>
          </p:cNvSpPr>
          <p:nvPr/>
        </p:nvSpPr>
        <p:spPr bwMode="auto">
          <a:xfrm flipH="1">
            <a:off x="3454251" y="4127235"/>
            <a:ext cx="2879725" cy="863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楷体" panose="02010609060101010101" pitchFamily="49" charset="-122"/>
            </a:endParaRPr>
          </a:p>
        </p:txBody>
      </p:sp>
      <p:cxnSp>
        <p:nvCxnSpPr>
          <p:cNvPr id="2" name="直线连接符 48"/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学论网--www.xuelun.me"/>
              <p:cNvSpPr/>
              <p:nvPr/>
            </p:nvSpPr>
            <p:spPr bwMode="auto">
              <a:xfrm>
                <a:off x="1944538" y="218330"/>
                <a:ext cx="5254965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defRPr/>
                </a:pPr>
                <a:r>
                  <a:rPr lang="zh-CN" altLang="en-US" sz="3600" b="1" kern="100" dirty="0">
                    <a:solidFill>
                      <a:srgbClr val="C00000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事件的积 </a:t>
                </a:r>
                <a:r>
                  <a:rPr lang="en-US" altLang="zh-CN" sz="3600" b="1" kern="100" dirty="0">
                    <a:solidFill>
                      <a:srgbClr val="C00000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/</a:t>
                </a:r>
                <a:r>
                  <a:rPr lang="zh-CN" altLang="en-US" sz="3600" b="1" kern="100" dirty="0">
                    <a:solidFill>
                      <a:srgbClr val="C00000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 积事件</a:t>
                </a:r>
                <a:r>
                  <a:rPr lang="en-US" altLang="zh-CN" sz="3600" b="1" kern="100" dirty="0">
                    <a:solidFill>
                      <a:srgbClr val="C00000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/</a:t>
                </a:r>
                <a:r>
                  <a:rPr lang="zh-CN" altLang="en-US" sz="3600" b="1" kern="100" dirty="0">
                    <a:solidFill>
                      <a:srgbClr val="C00000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3600" b="1" kern="100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rPr>
                      <m:t>A</m:t>
                    </m:r>
                    <m:r>
                      <a:rPr lang="en-US" altLang="zh-CN" sz="3600" b="1" i="1" kern="10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∩</m:t>
                    </m:r>
                    <m:r>
                      <m:rPr>
                        <m:nor/>
                      </m:rPr>
                      <a:rPr lang="en-US" altLang="zh-CN" sz="3600" b="1" kern="100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B</m:t>
                    </m:r>
                  </m:oMath>
                </a14:m>
                <a:endParaRPr lang="en-GB" altLang="zh-CN" sz="3600" b="1" kern="100" dirty="0">
                  <a:solidFill>
                    <a:srgbClr val="C00000"/>
                  </a:solidFill>
                  <a:latin typeface="Arial" panose="020B0604020202020204" pitchFamily="34" charset="0"/>
                  <a:ea typeface="楷体" panose="02010609060101010101" pitchFamily="49" charset="-122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学论网--www.xuelun.m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44538" y="218330"/>
                <a:ext cx="5254965" cy="646331"/>
              </a:xfrm>
              <a:prstGeom prst="rect">
                <a:avLst/>
              </a:prstGeom>
              <a:blipFill rotWithShape="1">
                <a:blip r:embed="rId1"/>
                <a:stretch>
                  <a:fillRect l="-3" t="-81" r="-232" b="-18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9"/>
          <p:cNvSpPr txBox="1">
            <a:spLocks noChangeArrowheads="1"/>
          </p:cNvSpPr>
          <p:nvPr/>
        </p:nvSpPr>
        <p:spPr bwMode="auto">
          <a:xfrm>
            <a:off x="3476890" y="4270026"/>
            <a:ext cx="180239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B</a:t>
            </a:r>
            <a:endParaRPr kumimoji="1" lang="en-US" altLang="zh-CN" sz="2600" b="1" dirty="0">
              <a:solidFill>
                <a:srgbClr val="011893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Text Box 11"/>
          <p:cNvSpPr txBox="1">
            <a:spLocks noChangeArrowheads="1"/>
          </p:cNvSpPr>
          <p:nvPr/>
        </p:nvSpPr>
        <p:spPr bwMode="auto">
          <a:xfrm>
            <a:off x="2798799" y="4858628"/>
            <a:ext cx="30480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endParaRPr kumimoji="1" lang="en-US" altLang="zh-CN" sz="2600" b="1" dirty="0">
              <a:solidFill>
                <a:srgbClr val="011893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32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32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3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3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3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7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ChangeArrowheads="1"/>
          </p:cNvSpPr>
          <p:nvPr/>
        </p:nvSpPr>
        <p:spPr bwMode="auto">
          <a:xfrm>
            <a:off x="1553798" y="4574446"/>
            <a:ext cx="1295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r>
              <a:rPr kumimoji="1" lang="zh-CN" altLang="en-US" sz="28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－</a:t>
            </a:r>
            <a:r>
              <a:rPr kumimoji="1" lang="en-US" altLang="zh-CN" sz="28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B</a:t>
            </a:r>
            <a:r>
              <a:rPr kumimoji="1" lang="zh-CN" altLang="en-US" sz="28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</a:t>
            </a:r>
            <a:endParaRPr kumimoji="1" lang="zh-CN" altLang="en-US" sz="2800" b="1" dirty="0">
              <a:solidFill>
                <a:srgbClr val="011893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6323" name="Rectangle 3"/>
          <p:cNvSpPr>
            <a:spLocks noChangeArrowheads="1"/>
          </p:cNvSpPr>
          <p:nvPr/>
        </p:nvSpPr>
        <p:spPr bwMode="auto">
          <a:xfrm>
            <a:off x="4476750" y="3348038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6324" name="Rectangle 4"/>
          <p:cNvSpPr>
            <a:spLocks noChangeArrowheads="1"/>
          </p:cNvSpPr>
          <p:nvPr/>
        </p:nvSpPr>
        <p:spPr bwMode="auto">
          <a:xfrm>
            <a:off x="4476750" y="3348038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6325" name="Rectangle 5"/>
          <p:cNvSpPr>
            <a:spLocks noChangeArrowheads="1"/>
          </p:cNvSpPr>
          <p:nvPr/>
        </p:nvSpPr>
        <p:spPr bwMode="auto">
          <a:xfrm>
            <a:off x="4505325" y="3348038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 dirty="0">
              <a:ea typeface="楷体" panose="02010609060101010101" pitchFamily="49" charset="-122"/>
            </a:endParaRPr>
          </a:p>
        </p:txBody>
      </p:sp>
      <p:grpSp>
        <p:nvGrpSpPr>
          <p:cNvPr id="56327" name="Group 7"/>
          <p:cNvGrpSpPr/>
          <p:nvPr/>
        </p:nvGrpSpPr>
        <p:grpSpPr bwMode="auto">
          <a:xfrm>
            <a:off x="3137329" y="2920271"/>
            <a:ext cx="3886200" cy="2120900"/>
            <a:chOff x="576" y="2414"/>
            <a:chExt cx="2448" cy="1336"/>
          </a:xfrm>
        </p:grpSpPr>
        <p:sp>
          <p:nvSpPr>
            <p:cNvPr id="56328" name="Rectangle 8"/>
            <p:cNvSpPr>
              <a:spLocks noChangeArrowheads="1"/>
            </p:cNvSpPr>
            <p:nvPr/>
          </p:nvSpPr>
          <p:spPr bwMode="auto">
            <a:xfrm>
              <a:off x="576" y="2414"/>
              <a:ext cx="2448" cy="13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56329" name="Oval 9"/>
            <p:cNvSpPr>
              <a:spLocks noChangeArrowheads="1"/>
            </p:cNvSpPr>
            <p:nvPr/>
          </p:nvSpPr>
          <p:spPr bwMode="auto">
            <a:xfrm>
              <a:off x="1440" y="2592"/>
              <a:ext cx="1296" cy="864"/>
            </a:xfrm>
            <a:prstGeom prst="ellipse">
              <a:avLst/>
            </a:prstGeom>
            <a:solidFill>
              <a:schemeClr val="bg2">
                <a:alpha val="50000"/>
              </a:schemeClr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56330" name="Oval 10"/>
            <p:cNvSpPr>
              <a:spLocks noChangeArrowheads="1"/>
            </p:cNvSpPr>
            <p:nvPr/>
          </p:nvSpPr>
          <p:spPr bwMode="auto">
            <a:xfrm>
              <a:off x="768" y="2976"/>
              <a:ext cx="1296" cy="720"/>
            </a:xfrm>
            <a:prstGeom prst="ellipse">
              <a:avLst/>
            </a:prstGeom>
            <a:solidFill>
              <a:schemeClr val="bg2">
                <a:alpha val="50000"/>
              </a:schemeClr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56331" name="Line 11"/>
            <p:cNvSpPr>
              <a:spLocks noChangeShapeType="1"/>
            </p:cNvSpPr>
            <p:nvPr/>
          </p:nvSpPr>
          <p:spPr bwMode="auto">
            <a:xfrm>
              <a:off x="1248" y="2976"/>
              <a:ext cx="192" cy="96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56332" name="Line 12"/>
            <p:cNvSpPr>
              <a:spLocks noChangeShapeType="1"/>
            </p:cNvSpPr>
            <p:nvPr/>
          </p:nvSpPr>
          <p:spPr bwMode="auto">
            <a:xfrm>
              <a:off x="1104" y="3024"/>
              <a:ext cx="384" cy="144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56333" name="Line 13"/>
            <p:cNvSpPr>
              <a:spLocks noChangeShapeType="1"/>
            </p:cNvSpPr>
            <p:nvPr/>
          </p:nvSpPr>
          <p:spPr bwMode="auto">
            <a:xfrm>
              <a:off x="1008" y="3072"/>
              <a:ext cx="528" cy="192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56334" name="Line 14"/>
            <p:cNvSpPr>
              <a:spLocks noChangeShapeType="1"/>
            </p:cNvSpPr>
            <p:nvPr/>
          </p:nvSpPr>
          <p:spPr bwMode="auto">
            <a:xfrm>
              <a:off x="912" y="3099"/>
              <a:ext cx="720" cy="24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56335" name="Line 15"/>
            <p:cNvSpPr>
              <a:spLocks noChangeShapeType="1"/>
            </p:cNvSpPr>
            <p:nvPr/>
          </p:nvSpPr>
          <p:spPr bwMode="auto">
            <a:xfrm>
              <a:off x="816" y="3168"/>
              <a:ext cx="1008" cy="24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56336" name="Line 16"/>
            <p:cNvSpPr>
              <a:spLocks noChangeShapeType="1"/>
            </p:cNvSpPr>
            <p:nvPr/>
          </p:nvSpPr>
          <p:spPr bwMode="auto">
            <a:xfrm>
              <a:off x="816" y="3216"/>
              <a:ext cx="1152" cy="288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56337" name="Line 17"/>
            <p:cNvSpPr>
              <a:spLocks noChangeShapeType="1"/>
            </p:cNvSpPr>
            <p:nvPr/>
          </p:nvSpPr>
          <p:spPr bwMode="auto">
            <a:xfrm>
              <a:off x="768" y="3264"/>
              <a:ext cx="1152" cy="288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56338" name="Line 18"/>
            <p:cNvSpPr>
              <a:spLocks noChangeShapeType="1"/>
            </p:cNvSpPr>
            <p:nvPr/>
          </p:nvSpPr>
          <p:spPr bwMode="auto">
            <a:xfrm>
              <a:off x="768" y="3312"/>
              <a:ext cx="1104" cy="288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56339" name="Line 19"/>
            <p:cNvSpPr>
              <a:spLocks noChangeShapeType="1"/>
            </p:cNvSpPr>
            <p:nvPr/>
          </p:nvSpPr>
          <p:spPr bwMode="auto">
            <a:xfrm>
              <a:off x="768" y="3408"/>
              <a:ext cx="960" cy="240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56340" name="Line 20"/>
            <p:cNvSpPr>
              <a:spLocks noChangeShapeType="1"/>
            </p:cNvSpPr>
            <p:nvPr/>
          </p:nvSpPr>
          <p:spPr bwMode="auto">
            <a:xfrm>
              <a:off x="864" y="3504"/>
              <a:ext cx="720" cy="192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56344" name="Line 24"/>
            <p:cNvSpPr>
              <a:spLocks noChangeShapeType="1"/>
            </p:cNvSpPr>
            <p:nvPr/>
          </p:nvSpPr>
          <p:spPr bwMode="auto">
            <a:xfrm>
              <a:off x="975" y="3566"/>
              <a:ext cx="318" cy="91"/>
            </a:xfrm>
            <a:prstGeom prst="line">
              <a:avLst/>
            </a:prstGeom>
            <a:noFill/>
            <a:ln w="12700" cap="sq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</p:grpSp>
      <p:sp>
        <p:nvSpPr>
          <p:cNvPr id="56345" name="Text Box 25"/>
          <p:cNvSpPr txBox="1">
            <a:spLocks noChangeArrowheads="1"/>
          </p:cNvSpPr>
          <p:nvPr/>
        </p:nvSpPr>
        <p:spPr bwMode="auto">
          <a:xfrm>
            <a:off x="900113" y="1193317"/>
            <a:ext cx="8064500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>
              <a:spcBef>
                <a:spcPct val="50000"/>
              </a:spcBef>
              <a:buClr>
                <a:srgbClr val="011893"/>
              </a:buClr>
              <a:buSzPct val="90000"/>
              <a:buFont typeface="Wingdings" panose="05000000000000000000" pitchFamily="2" charset="2"/>
              <a:buChar char="n"/>
            </a:pPr>
            <a:r>
              <a:rPr kumimoji="1" lang="zh-CN" altLang="en-US" sz="28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事件</a:t>
            </a:r>
            <a:r>
              <a:rPr kumimoji="1" lang="en-US" altLang="zh-CN" sz="28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r>
              <a:rPr kumimoji="1" lang="zh-CN" altLang="en-US" sz="28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发生且事件</a:t>
            </a:r>
            <a:r>
              <a:rPr kumimoji="1" lang="en-US" altLang="zh-CN" sz="28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B</a:t>
            </a:r>
            <a:r>
              <a:rPr kumimoji="1" lang="zh-CN" altLang="en-US" sz="28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不发生</a:t>
            </a:r>
            <a:endParaRPr kumimoji="1" lang="en-US" altLang="zh-CN" sz="900" b="1" dirty="0">
              <a:solidFill>
                <a:srgbClr val="011893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457200" indent="-457200">
              <a:spcBef>
                <a:spcPct val="50000"/>
              </a:spcBef>
              <a:buClr>
                <a:srgbClr val="011893"/>
              </a:buClr>
              <a:buSzPct val="90000"/>
              <a:buFont typeface="Wingdings" panose="05000000000000000000" pitchFamily="2" charset="2"/>
              <a:buChar char="n"/>
            </a:pPr>
            <a:r>
              <a:rPr kumimoji="1" lang="zh-CN" altLang="en-US" sz="28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由属于事件</a:t>
            </a:r>
            <a:r>
              <a:rPr kumimoji="1" lang="en-US" altLang="zh-CN" sz="28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r>
              <a:rPr kumimoji="1" lang="zh-CN" altLang="en-US" sz="28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但不属于事件</a:t>
            </a:r>
            <a:r>
              <a:rPr kumimoji="1" lang="en-US" altLang="zh-CN" sz="28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B</a:t>
            </a:r>
            <a:r>
              <a:rPr kumimoji="1" lang="zh-CN" altLang="en-US" sz="28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的样本点组成</a:t>
            </a:r>
            <a:endParaRPr kumimoji="1" lang="zh-CN" altLang="en-US" sz="2800" b="1" dirty="0">
              <a:solidFill>
                <a:srgbClr val="011893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6350" name="Line 30"/>
          <p:cNvSpPr>
            <a:spLocks noChangeShapeType="1"/>
          </p:cNvSpPr>
          <p:nvPr/>
        </p:nvSpPr>
        <p:spPr bwMode="auto">
          <a:xfrm flipV="1">
            <a:off x="2713467" y="4393471"/>
            <a:ext cx="1143000" cy="4429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6351" name="Text Box 31"/>
          <p:cNvSpPr txBox="1">
            <a:spLocks noChangeArrowheads="1"/>
          </p:cNvSpPr>
          <p:nvPr/>
        </p:nvSpPr>
        <p:spPr bwMode="auto">
          <a:xfrm>
            <a:off x="950913" y="6040438"/>
            <a:ext cx="1841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zh-CN" altLang="zh-CN" sz="2800" dirty="0">
              <a:ea typeface="楷体" panose="02010609060101010101" pitchFamily="49" charset="-122"/>
            </a:endParaRPr>
          </a:p>
        </p:txBody>
      </p:sp>
      <p:sp>
        <p:nvSpPr>
          <p:cNvPr id="56352" name="Text Box 32"/>
          <p:cNvSpPr txBox="1">
            <a:spLocks noChangeArrowheads="1"/>
          </p:cNvSpPr>
          <p:nvPr/>
        </p:nvSpPr>
        <p:spPr bwMode="auto">
          <a:xfrm>
            <a:off x="679440" y="5901413"/>
            <a:ext cx="10953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性质  </a:t>
            </a:r>
            <a:endParaRPr lang="zh-CN" altLang="en-US" sz="2800" b="1" dirty="0">
              <a:solidFill>
                <a:srgbClr val="011893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2" name="直线连接符 48"/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学论网--www.xuelun.me"/>
              <p:cNvSpPr/>
              <p:nvPr/>
            </p:nvSpPr>
            <p:spPr bwMode="auto">
              <a:xfrm>
                <a:off x="1880416" y="218330"/>
                <a:ext cx="5383205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defRPr/>
                </a:pPr>
                <a:r>
                  <a:rPr lang="zh-CN" altLang="en-US" sz="3600" b="1" kern="100" dirty="0">
                    <a:solidFill>
                      <a:srgbClr val="C00000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事件的差 </a:t>
                </a:r>
                <a:r>
                  <a:rPr lang="en-US" altLang="zh-CN" sz="3600" b="1" kern="100" dirty="0">
                    <a:solidFill>
                      <a:srgbClr val="C00000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/</a:t>
                </a:r>
                <a:r>
                  <a:rPr lang="zh-CN" altLang="en-US" sz="3600" b="1" kern="100" dirty="0">
                    <a:solidFill>
                      <a:srgbClr val="C00000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 差事件 </a:t>
                </a:r>
                <a:r>
                  <a:rPr lang="en-US" altLang="zh-CN" sz="3600" b="1" kern="100" dirty="0">
                    <a:solidFill>
                      <a:srgbClr val="C00000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/</a:t>
                </a:r>
                <a:r>
                  <a:rPr lang="zh-CN" altLang="en-US" sz="3600" b="1" kern="100" dirty="0">
                    <a:solidFill>
                      <a:srgbClr val="C00000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3600" b="1" kern="100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ea typeface="楷体" panose="02010609060101010101" pitchFamily="49" charset="-122"/>
                        <a:cs typeface="Arial" panose="020B0604020202020204" pitchFamily="34" charset="0"/>
                      </a:rPr>
                      <m:t>A</m:t>
                    </m:r>
                    <m:r>
                      <a:rPr lang="en-US" altLang="zh-CN" sz="3600" b="1" i="1" kern="10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zh-CN" sz="3600" b="1" kern="100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B</m:t>
                    </m:r>
                  </m:oMath>
                </a14:m>
                <a:endParaRPr lang="en-GB" altLang="zh-CN" sz="3600" b="1" kern="100" dirty="0">
                  <a:solidFill>
                    <a:srgbClr val="C00000"/>
                  </a:solidFill>
                  <a:latin typeface="Arial" panose="020B0604020202020204" pitchFamily="34" charset="0"/>
                  <a:ea typeface="楷体" panose="02010609060101010101" pitchFamily="49" charset="-122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学论网--www.xuelun.me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80416" y="218330"/>
                <a:ext cx="5383205" cy="646331"/>
              </a:xfrm>
              <a:prstGeom prst="rect">
                <a:avLst/>
              </a:prstGeom>
              <a:blipFill rotWithShape="1">
                <a:blip r:embed="rId1"/>
                <a:stretch>
                  <a:fillRect l="-3" t="-81" r="-498" b="-18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2124075" y="5936026"/>
                <a:ext cx="2032608" cy="4467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en-US" altLang="zh-CN" sz="2800" b="1" i="0" smtClean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A</m:t>
                      </m:r>
                      <m:r>
                        <a:rPr kumimoji="1" lang="en-US" altLang="zh-CN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kumimoji="1" lang="en-US" altLang="zh-CN" sz="2800" b="1" i="0" smtClean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B</m:t>
                      </m:r>
                      <m:r>
                        <a:rPr kumimoji="1" lang="en-US" altLang="zh-CN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kumimoji="1" lang="en-US" altLang="zh-CN" sz="2800" b="1" i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kumimoji="1" lang="en-US" altLang="zh-CN" sz="28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kumimoji="1" lang="en-US" altLang="zh-CN" sz="2800" b="1" i="0">
                              <a:solidFill>
                                <a:srgbClr val="C00000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B</m:t>
                          </m:r>
                        </m:e>
                      </m:acc>
                    </m:oMath>
                  </m:oMathPara>
                </a14:m>
                <a:endParaRPr kumimoji="1" lang="zh-CN" altLang="en-US" sz="28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4075" y="5936026"/>
                <a:ext cx="2032608" cy="446725"/>
              </a:xfrm>
              <a:prstGeom prst="rect">
                <a:avLst/>
              </a:prstGeom>
              <a:blipFill rotWithShape="1">
                <a:blip r:embed="rId2"/>
                <a:stretch>
                  <a:fillRect t="-10" r="-1969" b="-6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4719637" y="5943945"/>
                <a:ext cx="271952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en-US" altLang="zh-CN" sz="2800" b="1" i="0" smtClean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A</m:t>
                      </m:r>
                      <m:r>
                        <a:rPr kumimoji="1" lang="en-US" altLang="zh-CN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kumimoji="1" lang="en-US" altLang="zh-CN" sz="2800" b="1" i="0" smtClean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B</m:t>
                      </m:r>
                      <m:r>
                        <a:rPr kumimoji="1" lang="en-US" altLang="zh-CN" sz="28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kumimoji="1" lang="en-US" altLang="zh-CN" sz="2800" b="1" i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A</m:t>
                      </m:r>
                      <m:r>
                        <a:rPr kumimoji="1" lang="en-US" altLang="zh-CN" sz="28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kumimoji="1" lang="en-US" altLang="zh-CN" sz="2800" b="1" i="0" smtClean="0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kumimoji="1" lang="en-US" altLang="zh-CN" sz="2800" b="1">
                          <a:solidFill>
                            <a:srgbClr val="C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B</m:t>
                      </m:r>
                    </m:oMath>
                  </m:oMathPara>
                </a14:m>
                <a:endParaRPr kumimoji="1" lang="zh-CN" altLang="en-US" sz="28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9637" y="5943945"/>
                <a:ext cx="2719526" cy="430887"/>
              </a:xfrm>
              <a:prstGeom prst="rect">
                <a:avLst/>
              </a:prstGeom>
              <a:blipFill rotWithShape="1">
                <a:blip r:embed="rId3"/>
                <a:stretch>
                  <a:fillRect l="-12" t="-80" r="-1373" b="-105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5395490" y="3616499"/>
            <a:ext cx="180239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B</a:t>
            </a:r>
            <a:endParaRPr kumimoji="1" lang="en-US" altLang="zh-CN" sz="2600" b="1" dirty="0">
              <a:solidFill>
                <a:srgbClr val="011893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4240780" y="4213723"/>
            <a:ext cx="30480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endParaRPr kumimoji="1" lang="en-US" altLang="zh-CN" sz="2600" b="1" dirty="0">
              <a:solidFill>
                <a:srgbClr val="011893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63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63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63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6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6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45" grpId="0"/>
      <p:bldP spid="56352" grpId="0"/>
      <p:bldP spid="4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3"/>
          <p:cNvSpPr>
            <a:spLocks noChangeArrowheads="1"/>
          </p:cNvSpPr>
          <p:nvPr/>
        </p:nvSpPr>
        <p:spPr bwMode="auto">
          <a:xfrm>
            <a:off x="4476750" y="3348038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4276" name="Rectangle 4"/>
          <p:cNvSpPr>
            <a:spLocks noChangeArrowheads="1"/>
          </p:cNvSpPr>
          <p:nvPr/>
        </p:nvSpPr>
        <p:spPr bwMode="auto">
          <a:xfrm>
            <a:off x="4495800" y="3348038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4277" name="Rectangle 5"/>
          <p:cNvSpPr>
            <a:spLocks noChangeArrowheads="1"/>
          </p:cNvSpPr>
          <p:nvPr/>
        </p:nvSpPr>
        <p:spPr bwMode="auto">
          <a:xfrm>
            <a:off x="4491038" y="3348038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 dirty="0">
              <a:ea typeface="楷体" panose="02010609060101010101" pitchFamily="49" charset="-122"/>
            </a:endParaRPr>
          </a:p>
        </p:txBody>
      </p:sp>
      <p:cxnSp>
        <p:nvCxnSpPr>
          <p:cNvPr id="2" name="直线连接符 48"/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学论网--www.xuelun.me"/>
          <p:cNvSpPr/>
          <p:nvPr/>
        </p:nvSpPr>
        <p:spPr bwMode="auto">
          <a:xfrm>
            <a:off x="2665896" y="218330"/>
            <a:ext cx="381226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对立事件 </a:t>
            </a:r>
            <a:r>
              <a:rPr lang="en-US" altLang="zh-CN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</a:t>
            </a: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逆事件</a:t>
            </a:r>
            <a:endParaRPr lang="en-GB" altLang="zh-CN" sz="3600" b="1" kern="100" dirty="0">
              <a:solidFill>
                <a:srgbClr val="C00000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grpSp>
        <p:nvGrpSpPr>
          <p:cNvPr id="4" name="Group 12"/>
          <p:cNvGrpSpPr/>
          <p:nvPr/>
        </p:nvGrpSpPr>
        <p:grpSpPr bwMode="auto">
          <a:xfrm>
            <a:off x="2078038" y="3016079"/>
            <a:ext cx="2971800" cy="2286000"/>
            <a:chOff x="192" y="2400"/>
            <a:chExt cx="1872" cy="1440"/>
          </a:xfrm>
        </p:grpSpPr>
        <p:sp>
          <p:nvSpPr>
            <p:cNvPr id="5" name="Rectangle 13"/>
            <p:cNvSpPr>
              <a:spLocks noChangeArrowheads="1"/>
            </p:cNvSpPr>
            <p:nvPr/>
          </p:nvSpPr>
          <p:spPr bwMode="auto">
            <a:xfrm>
              <a:off x="192" y="2400"/>
              <a:ext cx="1872" cy="1440"/>
            </a:xfrm>
            <a:prstGeom prst="rect">
              <a:avLst/>
            </a:prstGeom>
            <a:solidFill>
              <a:srgbClr val="FFFF9A"/>
            </a:solidFill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6" name="Oval 14"/>
            <p:cNvSpPr>
              <a:spLocks noChangeArrowheads="1"/>
            </p:cNvSpPr>
            <p:nvPr/>
          </p:nvSpPr>
          <p:spPr bwMode="auto">
            <a:xfrm>
              <a:off x="432" y="2880"/>
              <a:ext cx="816" cy="768"/>
            </a:xfrm>
            <a:prstGeom prst="ellipse">
              <a:avLst/>
            </a:prstGeom>
            <a:solidFill>
              <a:srgbClr val="CDFFFF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dirty="0">
                <a:solidFill>
                  <a:srgbClr val="CDFFFF"/>
                </a:solidFill>
                <a:ea typeface="楷体" panose="02010609060101010101" pitchFamily="49" charset="-122"/>
              </a:endParaRPr>
            </a:p>
          </p:txBody>
        </p:sp>
      </p:grpSp>
      <p:sp>
        <p:nvSpPr>
          <p:cNvPr id="11" name="Text Box 19"/>
          <p:cNvSpPr txBox="1">
            <a:spLocks noChangeArrowheads="1"/>
          </p:cNvSpPr>
          <p:nvPr/>
        </p:nvSpPr>
        <p:spPr bwMode="auto">
          <a:xfrm>
            <a:off x="684213" y="1268413"/>
            <a:ext cx="5759450" cy="10926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>
              <a:spcBef>
                <a:spcPct val="50000"/>
              </a:spcBef>
              <a:buClr>
                <a:srgbClr val="011893"/>
              </a:buClr>
              <a:buSzPct val="90000"/>
              <a:buFont typeface="Wingdings" panose="05000000000000000000" pitchFamily="2" charset="2"/>
              <a:buChar char="n"/>
            </a:pP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事件</a:t>
            </a: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不发生</a:t>
            </a:r>
            <a:endParaRPr kumimoji="1" lang="en-US" altLang="zh-CN" sz="2600" b="1" dirty="0">
              <a:solidFill>
                <a:srgbClr val="011893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457200" indent="-457200">
              <a:spcBef>
                <a:spcPct val="50000"/>
              </a:spcBef>
              <a:buClr>
                <a:srgbClr val="011893"/>
              </a:buClr>
              <a:buSzPct val="90000"/>
              <a:buFont typeface="Wingdings" panose="05000000000000000000" pitchFamily="2" charset="2"/>
              <a:buChar char="n"/>
            </a:pP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是由所有不属于</a:t>
            </a: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的样本点组成</a:t>
            </a:r>
            <a:endParaRPr kumimoji="1" lang="zh-CN" altLang="en-US" sz="2600" b="1" dirty="0">
              <a:solidFill>
                <a:srgbClr val="011893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Object 2"/>
              <p:cNvSpPr txBox="1"/>
              <p:nvPr/>
            </p:nvSpPr>
            <p:spPr bwMode="auto">
              <a:xfrm>
                <a:off x="5789828" y="3900124"/>
                <a:ext cx="1730375" cy="6096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zh-CN" altLang="en-US" sz="24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nor/>
                          </m:rPr>
                          <a:rPr lang="zh-CN" altLang="en-US" sz="2400" b="1" i="0">
                            <a:solidFill>
                              <a:srgbClr val="C00000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A</m:t>
                        </m:r>
                      </m:e>
                    </m:bar>
                  </m:oMath>
                </a14:m>
                <a:r>
                  <a:rPr lang="zh-CN" altLang="en-US" sz="2400" b="1" dirty="0">
                    <a:solidFill>
                      <a:srgbClr val="C00000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 </a:t>
                </a:r>
                <a:r>
                  <a:rPr lang="en-US" altLang="zh-CN" sz="2400" b="1" dirty="0">
                    <a:solidFill>
                      <a:srgbClr val="C00000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=</a:t>
                </a:r>
                <a:r>
                  <a:rPr lang="zh-CN" altLang="en-US" sz="2400" b="1" dirty="0">
                    <a:solidFill>
                      <a:srgbClr val="C00000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400" b="1" i="0" dirty="0">
                        <a:solidFill>
                          <a:srgbClr val="C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S</m:t>
                    </m:r>
                    <m:r>
                      <a:rPr lang="en-US" altLang="zh-CN" sz="2400" b="1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  <a:cs typeface="Arial" panose="020B0604020202020204" pitchFamily="34" charset="0"/>
                      </a:rPr>
                      <m:t>−</m:t>
                    </m:r>
                  </m:oMath>
                </a14:m>
                <a:r>
                  <a:rPr lang="en-US" altLang="zh-CN" sz="2400" b="1" dirty="0">
                    <a:solidFill>
                      <a:srgbClr val="C00000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A</a:t>
                </a:r>
                <a:endParaRPr lang="zh-CN" altLang="en-US" sz="2400" b="1" dirty="0">
                  <a:solidFill>
                    <a:srgbClr val="C00000"/>
                  </a:solidFill>
                  <a:latin typeface="Arial" panose="020B0604020202020204" pitchFamily="34" charset="0"/>
                  <a:ea typeface="楷体" panose="02010609060101010101" pitchFamily="49" charset="-122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3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89828" y="3900124"/>
                <a:ext cx="1730375" cy="609600"/>
              </a:xfrm>
              <a:prstGeom prst="rect">
                <a:avLst/>
              </a:prstGeom>
              <a:blipFill rotWithShape="1">
                <a:blip r:embed="rId1"/>
                <a:stretch>
                  <a:fillRect l="-31" t="-97" r="31" b="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Object 6"/>
          <p:cNvGraphicFramePr>
            <a:graphicFrameLocks noChangeAspect="1"/>
          </p:cNvGraphicFramePr>
          <p:nvPr/>
        </p:nvGraphicFramePr>
        <p:xfrm>
          <a:off x="6639569" y="5642790"/>
          <a:ext cx="1295400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2" imgW="561975" imgH="276860" progId="Equation.DSMT4">
                  <p:embed/>
                </p:oleObj>
              </mc:Choice>
              <mc:Fallback>
                <p:oleObj name="" r:id="rId2" imgW="561975" imgH="27686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9569" y="5642790"/>
                        <a:ext cx="1295400" cy="6588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/>
          <p:cNvGrpSpPr/>
          <p:nvPr/>
        </p:nvGrpSpPr>
        <p:grpSpPr>
          <a:xfrm>
            <a:off x="591194" y="5692264"/>
            <a:ext cx="5367595" cy="734149"/>
            <a:chOff x="900113" y="5639062"/>
            <a:chExt cx="5367595" cy="734149"/>
          </a:xfrm>
        </p:grpSpPr>
        <p:graphicFrame>
          <p:nvGraphicFramePr>
            <p:cNvPr id="16" name="Object 4"/>
            <p:cNvGraphicFramePr>
              <a:graphicFrameLocks noChangeAspect="1"/>
            </p:cNvGraphicFramePr>
            <p:nvPr/>
          </p:nvGraphicFramePr>
          <p:xfrm>
            <a:off x="2386957" y="5639062"/>
            <a:ext cx="1447800" cy="5508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" r:id="rId4" imgW="570230" imgH="226695" progId="Equation.DSMT4">
                    <p:embed/>
                  </p:oleObj>
                </mc:Choice>
                <mc:Fallback>
                  <p:oleObj name="" r:id="rId4" imgW="570230" imgH="226695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86957" y="5639062"/>
                          <a:ext cx="1447800" cy="55086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Object 9"/>
                <p:cNvSpPr txBox="1"/>
                <p:nvPr/>
              </p:nvSpPr>
              <p:spPr bwMode="auto">
                <a:xfrm>
                  <a:off x="4257933" y="5690586"/>
                  <a:ext cx="2009775" cy="682625"/>
                </a:xfrm>
                <a:prstGeom prst="rect">
                  <a:avLst/>
                </a:prstGeom>
                <a:noFill/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zh-CN" altLang="en-US" sz="28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∪</m:t>
                        </m:r>
                        <m:bar>
                          <m:barPr>
                            <m:pos m:val="top"/>
                            <m:ctrlPr>
                              <a:rPr lang="zh-CN" alt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zh-CN" altLang="en-US" sz="28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bar>
                        <m:r>
                          <a:rPr lang="zh-CN" altLang="en-US" sz="28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zh-CN" altLang="en-US" sz="28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Ω</m:t>
                        </m:r>
                      </m:oMath>
                    </m:oMathPara>
                  </a14:m>
                  <a:endParaRPr lang="zh-CN" altLang="en-US" sz="2800" dirty="0">
                    <a:solidFill>
                      <a:srgbClr val="FF0000"/>
                    </a:solidFill>
                    <a:ea typeface="楷体" panose="02010609060101010101" pitchFamily="49" charset="-122"/>
                  </a:endParaRPr>
                </a:p>
              </p:txBody>
            </p:sp>
          </mc:Choice>
          <mc:Fallback>
            <p:sp>
              <p:nvSpPr>
                <p:cNvPr id="17" name="Object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57933" y="5690586"/>
                  <a:ext cx="2009775" cy="682625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Text Box 21"/>
            <p:cNvSpPr txBox="1">
              <a:spLocks noChangeArrowheads="1"/>
            </p:cNvSpPr>
            <p:nvPr/>
          </p:nvSpPr>
          <p:spPr bwMode="auto">
            <a:xfrm>
              <a:off x="900113" y="5699082"/>
              <a:ext cx="1584325" cy="5191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Clr>
                  <a:srgbClr val="FF0000"/>
                </a:buClr>
                <a:buSzPct val="90000"/>
              </a:pPr>
              <a:r>
                <a:rPr kumimoji="1" lang="zh-CN" altLang="en-US" sz="2800" b="1" dirty="0">
                  <a:solidFill>
                    <a:srgbClr val="011893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性质</a:t>
              </a:r>
              <a:endParaRPr kumimoji="1" lang="zh-CN" altLang="en-US" sz="2800" b="1" dirty="0">
                <a:solidFill>
                  <a:srgbClr val="011893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Box 9"/>
              <p:cNvSpPr txBox="1">
                <a:spLocks noChangeArrowheads="1"/>
              </p:cNvSpPr>
              <p:nvPr/>
            </p:nvSpPr>
            <p:spPr bwMode="auto">
              <a:xfrm>
                <a:off x="4097338" y="4462028"/>
                <a:ext cx="304800" cy="5071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0000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1" lang="en-US" altLang="zh-CN" sz="26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Arial" panose="020B0604020202020204" pitchFamily="34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kumimoji="1" lang="en-US" altLang="zh-CN" sz="2600" b="1" i="0" smtClean="0">
                              <a:solidFill>
                                <a:srgbClr val="011893"/>
                              </a:solidFill>
                              <a:latin typeface="Arial" panose="020B0604020202020204" pitchFamily="34" charset="0"/>
                              <a:ea typeface="楷体" panose="02010609060101010101" pitchFamily="49" charset="-122"/>
                              <a:cs typeface="Arial" panose="020B0604020202020204" pitchFamily="34" charset="0"/>
                            </a:rPr>
                            <m:t>A</m:t>
                          </m:r>
                        </m:e>
                      </m:acc>
                    </m:oMath>
                  </m:oMathPara>
                </a14:m>
                <a:endParaRPr kumimoji="1" lang="en-US" altLang="zh-CN" sz="2600" b="1" dirty="0">
                  <a:solidFill>
                    <a:srgbClr val="011893"/>
                  </a:solidFill>
                  <a:latin typeface="Arial" panose="020B0604020202020204" pitchFamily="34" charset="0"/>
                  <a:ea typeface="楷体" panose="02010609060101010101" pitchFamily="49" charset="-122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9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97338" y="4462028"/>
                <a:ext cx="304800" cy="507127"/>
              </a:xfrm>
              <a:prstGeom prst="rect">
                <a:avLst/>
              </a:prstGeom>
              <a:blipFill rotWithShape="1">
                <a:blip r:embed="rId7"/>
                <a:stretch>
                  <a:fillRect l="-104" t="-102" r="-8229" b="5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0000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2971800" y="4186930"/>
            <a:ext cx="304800" cy="49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endParaRPr kumimoji="1" lang="en-US" altLang="zh-CN" sz="2600" b="1" dirty="0">
              <a:solidFill>
                <a:srgbClr val="011893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51" name="Rectangle 7"/>
          <p:cNvSpPr>
            <a:spLocks noChangeArrowheads="1"/>
          </p:cNvSpPr>
          <p:nvPr/>
        </p:nvSpPr>
        <p:spPr bwMode="auto">
          <a:xfrm>
            <a:off x="3757613" y="3328988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7352" name="Rectangle 8"/>
          <p:cNvSpPr>
            <a:spLocks noChangeArrowheads="1"/>
          </p:cNvSpPr>
          <p:nvPr/>
        </p:nvSpPr>
        <p:spPr bwMode="auto">
          <a:xfrm>
            <a:off x="4052888" y="3328988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7353" name="Rectangle 9"/>
          <p:cNvSpPr>
            <a:spLocks noChangeArrowheads="1"/>
          </p:cNvSpPr>
          <p:nvPr/>
        </p:nvSpPr>
        <p:spPr bwMode="auto">
          <a:xfrm>
            <a:off x="3805238" y="3328988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7354" name="Rectangle 10"/>
          <p:cNvSpPr>
            <a:spLocks noChangeArrowheads="1"/>
          </p:cNvSpPr>
          <p:nvPr/>
        </p:nvSpPr>
        <p:spPr bwMode="auto">
          <a:xfrm>
            <a:off x="3700463" y="3328988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7355" name="Rectangle 11"/>
          <p:cNvSpPr>
            <a:spLocks noChangeArrowheads="1"/>
          </p:cNvSpPr>
          <p:nvPr/>
        </p:nvSpPr>
        <p:spPr bwMode="auto">
          <a:xfrm>
            <a:off x="4186238" y="3314700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7356" name="Rectangle 12"/>
          <p:cNvSpPr>
            <a:spLocks noChangeArrowheads="1"/>
          </p:cNvSpPr>
          <p:nvPr/>
        </p:nvSpPr>
        <p:spPr bwMode="auto">
          <a:xfrm>
            <a:off x="4167188" y="3309938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 dirty="0">
              <a:ea typeface="楷体" panose="02010609060101010101" pitchFamily="49" charset="-122"/>
            </a:endParaRPr>
          </a:p>
        </p:txBody>
      </p:sp>
      <p:graphicFrame>
        <p:nvGraphicFramePr>
          <p:cNvPr id="24" name="Object 14"/>
          <p:cNvGraphicFramePr>
            <a:graphicFrameLocks noChangeAspect="1"/>
          </p:cNvGraphicFramePr>
          <p:nvPr/>
        </p:nvGraphicFramePr>
        <p:xfrm>
          <a:off x="2473455" y="2978816"/>
          <a:ext cx="3702050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Equation" r:id="rId1" imgW="1703070" imgH="478155" progId="Equation.DSMT4">
                  <p:embed/>
                </p:oleObj>
              </mc:Choice>
              <mc:Fallback>
                <p:oleObj name="Equation" r:id="rId1" imgW="1703070" imgH="478155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3455" y="2978816"/>
                        <a:ext cx="3702050" cy="1023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5"/>
          <p:cNvGraphicFramePr>
            <a:graphicFrameLocks noChangeAspect="1"/>
          </p:cNvGraphicFramePr>
          <p:nvPr/>
        </p:nvGraphicFramePr>
        <p:xfrm>
          <a:off x="2473455" y="5801837"/>
          <a:ext cx="3702051" cy="8378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Equation" r:id="rId3" imgW="2080260" imgH="478155" progId="Equation.DSMT4">
                  <p:embed/>
                </p:oleObj>
              </mc:Choice>
              <mc:Fallback>
                <p:oleObj name="Equation" r:id="rId3" imgW="2080260" imgH="478155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3455" y="5801837"/>
                        <a:ext cx="3702051" cy="83783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273553" y="1288921"/>
            <a:ext cx="8759235" cy="1682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设有</a:t>
            </a:r>
            <a:r>
              <a:rPr lang="en-US" altLang="zh-CN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n</a:t>
            </a:r>
            <a:r>
              <a:rPr lang="zh-CN" altLang="en-US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个事件     </a:t>
            </a:r>
            <a:r>
              <a:rPr lang="en-US" altLang="zh-CN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r>
              <a:rPr lang="en-US" altLang="zh-CN" sz="2000" b="1" baseline="-25000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en-US" altLang="zh-CN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, A</a:t>
            </a:r>
            <a:r>
              <a:rPr lang="en-US" altLang="zh-CN" sz="2000" b="1" baseline="-25000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en-US" altLang="zh-CN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, … , A</a:t>
            </a:r>
            <a:r>
              <a:rPr lang="en-US" altLang="zh-CN" sz="2000" b="1" baseline="-25000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n</a:t>
            </a:r>
            <a:r>
              <a:rPr lang="zh-CN" altLang="en-US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，</a:t>
            </a:r>
            <a:endParaRPr lang="en-US" altLang="zh-CN" sz="2400" b="1" dirty="0">
              <a:solidFill>
                <a:srgbClr val="011893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则称                  </a:t>
            </a:r>
            <a:r>
              <a:rPr lang="en-US" altLang="zh-CN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r>
              <a:rPr lang="en-US" altLang="zh-CN" sz="2000" b="1" baseline="-25000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en-US" altLang="zh-CN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, A</a:t>
            </a:r>
            <a:r>
              <a:rPr lang="en-US" altLang="zh-CN" sz="2000" b="1" baseline="-25000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en-US" altLang="zh-CN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, … , A</a:t>
            </a:r>
            <a:r>
              <a:rPr lang="en-US" altLang="zh-CN" sz="2000" b="1" baseline="-25000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n</a:t>
            </a:r>
            <a:r>
              <a:rPr lang="zh-CN" altLang="en-US" sz="2000" b="1" baseline="-25000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   </a:t>
            </a:r>
            <a:r>
              <a:rPr lang="zh-CN" altLang="en-US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至少有一个发生     这一事件为</a:t>
            </a:r>
            <a:endParaRPr lang="en-US" altLang="zh-CN" sz="2400" b="1" dirty="0">
              <a:solidFill>
                <a:srgbClr val="011893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事件                  </a:t>
            </a:r>
            <a:r>
              <a:rPr lang="en-US" altLang="zh-CN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r>
              <a:rPr lang="en-US" altLang="zh-CN" sz="2000" b="1" baseline="-25000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en-US" altLang="zh-CN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, A</a:t>
            </a:r>
            <a:r>
              <a:rPr lang="en-US" altLang="zh-CN" sz="2000" b="1" baseline="-25000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en-US" altLang="zh-CN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, … , A</a:t>
            </a:r>
            <a:r>
              <a:rPr lang="en-US" altLang="zh-CN" sz="2000" b="1" baseline="-25000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n</a:t>
            </a:r>
            <a:r>
              <a:rPr lang="zh-CN" altLang="en-US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的和</a:t>
            </a:r>
            <a:endParaRPr lang="zh-CN" altLang="en-US" sz="2400" b="1" dirty="0">
              <a:solidFill>
                <a:srgbClr val="011893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73554" y="4007214"/>
            <a:ext cx="8956941" cy="1682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设有可列个事件</a:t>
            </a:r>
            <a:r>
              <a:rPr lang="en-US" altLang="zh-CN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r>
              <a:rPr lang="en-US" altLang="zh-CN" sz="2000" b="1" baseline="-25000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en-US" altLang="zh-CN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, A</a:t>
            </a:r>
            <a:r>
              <a:rPr lang="en-US" altLang="zh-CN" sz="2000" b="1" baseline="-25000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en-US" altLang="zh-CN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, … , A</a:t>
            </a:r>
            <a:r>
              <a:rPr lang="en-US" altLang="zh-CN" sz="2000" b="1" baseline="-25000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n</a:t>
            </a:r>
            <a:r>
              <a:rPr lang="en-US" altLang="zh-CN" sz="20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, …</a:t>
            </a:r>
            <a:r>
              <a:rPr lang="zh-CN" altLang="en-US" sz="20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，</a:t>
            </a:r>
            <a:endParaRPr lang="en-US" altLang="zh-CN" sz="2000" b="1" dirty="0">
              <a:solidFill>
                <a:srgbClr val="011893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则称                  </a:t>
            </a:r>
            <a:r>
              <a:rPr lang="en-US" altLang="zh-CN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r>
              <a:rPr lang="en-US" altLang="zh-CN" sz="2000" b="1" baseline="-25000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en-US" altLang="zh-CN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, A</a:t>
            </a:r>
            <a:r>
              <a:rPr lang="en-US" altLang="zh-CN" sz="2000" b="1" baseline="-25000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en-US" altLang="zh-CN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, … , A</a:t>
            </a:r>
            <a:r>
              <a:rPr lang="en-US" altLang="zh-CN" sz="2000" b="1" baseline="-25000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n</a:t>
            </a:r>
            <a:r>
              <a:rPr lang="en-US" altLang="zh-CN" sz="20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, …</a:t>
            </a:r>
            <a:r>
              <a:rPr lang="zh-CN" altLang="en-US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至少有一个发生   这一事件为</a:t>
            </a:r>
            <a:endParaRPr lang="en-US" altLang="zh-CN" sz="2400" b="1" dirty="0">
              <a:solidFill>
                <a:srgbClr val="011893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事件                  </a:t>
            </a:r>
            <a:r>
              <a:rPr lang="en-US" altLang="zh-CN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r>
              <a:rPr lang="en-US" altLang="zh-CN" sz="2000" b="1" baseline="-25000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en-US" altLang="zh-CN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, A</a:t>
            </a:r>
            <a:r>
              <a:rPr lang="en-US" altLang="zh-CN" sz="2000" b="1" baseline="-25000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en-US" altLang="zh-CN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, … , A</a:t>
            </a:r>
            <a:r>
              <a:rPr lang="en-US" altLang="zh-CN" sz="2000" b="1" baseline="-25000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n</a:t>
            </a:r>
            <a:r>
              <a:rPr lang="en-US" altLang="zh-CN" sz="20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, …</a:t>
            </a:r>
            <a:r>
              <a:rPr lang="zh-CN" altLang="en-US" sz="20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zh-CN" altLang="en-US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的和</a:t>
            </a:r>
            <a:endParaRPr lang="zh-CN" altLang="en-US" sz="2400" b="1" dirty="0">
              <a:solidFill>
                <a:srgbClr val="011893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4" name="直线连接符 48"/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学论网--www.xuelun.me"/>
          <p:cNvSpPr/>
          <p:nvPr/>
        </p:nvSpPr>
        <p:spPr bwMode="auto">
          <a:xfrm>
            <a:off x="1303351" y="218330"/>
            <a:ext cx="653736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n</a:t>
            </a: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个事件的和 </a:t>
            </a:r>
            <a:r>
              <a:rPr lang="en-US" altLang="zh-CN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</a:t>
            </a: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可列个事件的和</a:t>
            </a:r>
            <a:endParaRPr lang="en-GB" altLang="zh-CN" sz="3600" b="1" kern="100" dirty="0">
              <a:solidFill>
                <a:srgbClr val="C00000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51" name="Rectangle 7"/>
          <p:cNvSpPr>
            <a:spLocks noChangeArrowheads="1"/>
          </p:cNvSpPr>
          <p:nvPr/>
        </p:nvSpPr>
        <p:spPr bwMode="auto">
          <a:xfrm>
            <a:off x="3757613" y="3328988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7352" name="Rectangle 8"/>
          <p:cNvSpPr>
            <a:spLocks noChangeArrowheads="1"/>
          </p:cNvSpPr>
          <p:nvPr/>
        </p:nvSpPr>
        <p:spPr bwMode="auto">
          <a:xfrm>
            <a:off x="4052888" y="3328988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7353" name="Rectangle 9"/>
          <p:cNvSpPr>
            <a:spLocks noChangeArrowheads="1"/>
          </p:cNvSpPr>
          <p:nvPr/>
        </p:nvSpPr>
        <p:spPr bwMode="auto">
          <a:xfrm>
            <a:off x="3805238" y="3328988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7354" name="Rectangle 10"/>
          <p:cNvSpPr>
            <a:spLocks noChangeArrowheads="1"/>
          </p:cNvSpPr>
          <p:nvPr/>
        </p:nvSpPr>
        <p:spPr bwMode="auto">
          <a:xfrm>
            <a:off x="3700463" y="3328988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7355" name="Rectangle 11"/>
          <p:cNvSpPr>
            <a:spLocks noChangeArrowheads="1"/>
          </p:cNvSpPr>
          <p:nvPr/>
        </p:nvSpPr>
        <p:spPr bwMode="auto">
          <a:xfrm>
            <a:off x="4186238" y="3314700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7356" name="Rectangle 12"/>
          <p:cNvSpPr>
            <a:spLocks noChangeArrowheads="1"/>
          </p:cNvSpPr>
          <p:nvPr/>
        </p:nvSpPr>
        <p:spPr bwMode="auto">
          <a:xfrm>
            <a:off x="4167188" y="3309938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 dirty="0">
              <a:ea typeface="楷体" panose="02010609060101010101" pitchFamily="49" charset="-122"/>
            </a:endParaRPr>
          </a:p>
        </p:txBody>
      </p:sp>
      <p:graphicFrame>
        <p:nvGraphicFramePr>
          <p:cNvPr id="31" name="Object 24"/>
          <p:cNvGraphicFramePr>
            <a:graphicFrameLocks noChangeAspect="1"/>
          </p:cNvGraphicFramePr>
          <p:nvPr/>
        </p:nvGraphicFramePr>
        <p:xfrm>
          <a:off x="2892896" y="2839942"/>
          <a:ext cx="2971800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0" name="" r:id="rId1" imgW="1384300" imgH="478155" progId="Equation.DSMT4">
                  <p:embed/>
                </p:oleObj>
              </mc:Choice>
              <mc:Fallback>
                <p:oleObj name="" r:id="rId1" imgW="1384300" imgH="478155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2896" y="2839942"/>
                        <a:ext cx="2971800" cy="1012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25"/>
          <p:cNvGraphicFramePr>
            <a:graphicFrameLocks noChangeAspect="1"/>
          </p:cNvGraphicFramePr>
          <p:nvPr/>
        </p:nvGraphicFramePr>
        <p:xfrm>
          <a:off x="2895599" y="5620495"/>
          <a:ext cx="3352800" cy="101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3" imgW="1551940" imgH="478155" progId="Equation.DSMT4">
                  <p:embed/>
                </p:oleObj>
              </mc:Choice>
              <mc:Fallback>
                <p:oleObj name="" r:id="rId3" imgW="1551940" imgH="478155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599" y="5620495"/>
                        <a:ext cx="3352800" cy="1019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线连接符 48"/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学论网--www.xuelun.me"/>
          <p:cNvSpPr/>
          <p:nvPr/>
        </p:nvSpPr>
        <p:spPr bwMode="auto">
          <a:xfrm>
            <a:off x="1366671" y="218330"/>
            <a:ext cx="641072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n</a:t>
            </a: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个事件的和 </a:t>
            </a:r>
            <a:r>
              <a:rPr lang="en-US" altLang="zh-CN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/</a:t>
            </a: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可列个事件的积</a:t>
            </a:r>
            <a:endParaRPr lang="en-GB" altLang="zh-CN" sz="3600" b="1" kern="100" dirty="0">
              <a:solidFill>
                <a:srgbClr val="C00000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73553" y="1288921"/>
            <a:ext cx="8759235" cy="1682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设有</a:t>
            </a:r>
            <a:r>
              <a:rPr lang="en-US" altLang="zh-CN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n</a:t>
            </a:r>
            <a:r>
              <a:rPr lang="zh-CN" altLang="en-US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个事件     </a:t>
            </a:r>
            <a:r>
              <a:rPr lang="en-US" altLang="zh-CN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r>
              <a:rPr lang="en-US" altLang="zh-CN" sz="2000" b="1" baseline="-25000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en-US" altLang="zh-CN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, A</a:t>
            </a:r>
            <a:r>
              <a:rPr lang="en-US" altLang="zh-CN" sz="2000" b="1" baseline="-25000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en-US" altLang="zh-CN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, … , A</a:t>
            </a:r>
            <a:r>
              <a:rPr lang="en-US" altLang="zh-CN" sz="2000" b="1" baseline="-25000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n</a:t>
            </a:r>
            <a:r>
              <a:rPr lang="zh-CN" altLang="en-US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，</a:t>
            </a:r>
            <a:endParaRPr lang="en-US" altLang="zh-CN" sz="2400" b="1" dirty="0">
              <a:solidFill>
                <a:srgbClr val="011893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则称                  </a:t>
            </a:r>
            <a:r>
              <a:rPr lang="en-US" altLang="zh-CN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r>
              <a:rPr lang="en-US" altLang="zh-CN" sz="2000" b="1" baseline="-25000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en-US" altLang="zh-CN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, A</a:t>
            </a:r>
            <a:r>
              <a:rPr lang="en-US" altLang="zh-CN" sz="2000" b="1" baseline="-25000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en-US" altLang="zh-CN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, … , A</a:t>
            </a:r>
            <a:r>
              <a:rPr lang="en-US" altLang="zh-CN" sz="2000" b="1" baseline="-25000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n</a:t>
            </a:r>
            <a:r>
              <a:rPr lang="zh-CN" altLang="en-US" sz="2000" b="1" baseline="-25000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      </a:t>
            </a:r>
            <a:r>
              <a:rPr lang="zh-CN" altLang="en-US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都发生     这一事件为</a:t>
            </a:r>
            <a:endParaRPr lang="en-US" altLang="zh-CN" sz="2400" b="1" dirty="0">
              <a:solidFill>
                <a:srgbClr val="011893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事件                  </a:t>
            </a:r>
            <a:r>
              <a:rPr lang="en-US" altLang="zh-CN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r>
              <a:rPr lang="en-US" altLang="zh-CN" sz="2000" b="1" baseline="-25000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en-US" altLang="zh-CN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, A</a:t>
            </a:r>
            <a:r>
              <a:rPr lang="en-US" altLang="zh-CN" sz="2000" b="1" baseline="-25000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en-US" altLang="zh-CN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, … , A</a:t>
            </a:r>
            <a:r>
              <a:rPr lang="en-US" altLang="zh-CN" sz="2000" b="1" baseline="-25000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n</a:t>
            </a:r>
            <a:r>
              <a:rPr lang="zh-CN" altLang="en-US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的积</a:t>
            </a:r>
            <a:endParaRPr lang="zh-CN" altLang="en-US" sz="2400" b="1" dirty="0">
              <a:solidFill>
                <a:srgbClr val="011893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73554" y="4007214"/>
            <a:ext cx="8956941" cy="1682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设有可列个事件</a:t>
            </a:r>
            <a:r>
              <a:rPr lang="en-US" altLang="zh-CN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r>
              <a:rPr lang="en-US" altLang="zh-CN" sz="2000" b="1" baseline="-25000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en-US" altLang="zh-CN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, A</a:t>
            </a:r>
            <a:r>
              <a:rPr lang="en-US" altLang="zh-CN" sz="2000" b="1" baseline="-25000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en-US" altLang="zh-CN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, … , A</a:t>
            </a:r>
            <a:r>
              <a:rPr lang="en-US" altLang="zh-CN" sz="2000" b="1" baseline="-25000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n</a:t>
            </a:r>
            <a:r>
              <a:rPr lang="en-US" altLang="zh-CN" sz="20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, …</a:t>
            </a:r>
            <a:r>
              <a:rPr lang="zh-CN" altLang="en-US" sz="20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，</a:t>
            </a:r>
            <a:endParaRPr lang="en-US" altLang="zh-CN" sz="2000" b="1" dirty="0">
              <a:solidFill>
                <a:srgbClr val="011893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则称                  </a:t>
            </a:r>
            <a:r>
              <a:rPr lang="en-US" altLang="zh-CN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r>
              <a:rPr lang="en-US" altLang="zh-CN" sz="2000" b="1" baseline="-25000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en-US" altLang="zh-CN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, A</a:t>
            </a:r>
            <a:r>
              <a:rPr lang="en-US" altLang="zh-CN" sz="2000" b="1" baseline="-25000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en-US" altLang="zh-CN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, … , A</a:t>
            </a:r>
            <a:r>
              <a:rPr lang="en-US" altLang="zh-CN" sz="2000" b="1" baseline="-25000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n</a:t>
            </a:r>
            <a:r>
              <a:rPr lang="en-US" altLang="zh-CN" sz="20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, …</a:t>
            </a:r>
            <a:r>
              <a:rPr lang="zh-CN" altLang="en-US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都发生   这一事件为</a:t>
            </a:r>
            <a:endParaRPr lang="en-US" altLang="zh-CN" sz="2400" b="1" dirty="0">
              <a:solidFill>
                <a:srgbClr val="011893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事件                  </a:t>
            </a:r>
            <a:r>
              <a:rPr lang="en-US" altLang="zh-CN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r>
              <a:rPr lang="en-US" altLang="zh-CN" sz="2000" b="1" baseline="-25000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lang="en-US" altLang="zh-CN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, A</a:t>
            </a:r>
            <a:r>
              <a:rPr lang="en-US" altLang="zh-CN" sz="2000" b="1" baseline="-25000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en-US" altLang="zh-CN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, … , A</a:t>
            </a:r>
            <a:r>
              <a:rPr lang="en-US" altLang="zh-CN" sz="2000" b="1" baseline="-25000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n</a:t>
            </a:r>
            <a:r>
              <a:rPr lang="en-US" altLang="zh-CN" sz="20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, …</a:t>
            </a:r>
            <a:r>
              <a:rPr lang="zh-CN" altLang="en-US" sz="20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zh-CN" altLang="en-US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的和</a:t>
            </a:r>
            <a:endParaRPr lang="zh-CN" altLang="en-US" sz="2400" b="1" dirty="0">
              <a:solidFill>
                <a:srgbClr val="011893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学论网--www.xuelun.me"/>
          <p:cNvSpPr/>
          <p:nvPr/>
        </p:nvSpPr>
        <p:spPr bwMode="auto">
          <a:xfrm>
            <a:off x="2163333" y="3105834"/>
            <a:ext cx="481734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事件的表示与等价表示</a:t>
            </a:r>
            <a:endParaRPr lang="en-GB" altLang="zh-CN" sz="3600" b="1" kern="100" dirty="0">
              <a:solidFill>
                <a:srgbClr val="C00000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48465" y="1814115"/>
            <a:ext cx="6426759" cy="36504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2600" b="1" dirty="0">
                <a:solidFill>
                  <a:srgbClr val="011893"/>
                </a:solidFill>
                <a:ea typeface="楷体" panose="02010609060101010101" pitchFamily="49" charset="-122"/>
              </a:rPr>
              <a:t>记</a:t>
            </a:r>
            <a:r>
              <a:rPr kumimoji="1" lang="en-US" altLang="zh-CN" sz="2600" b="1" dirty="0">
                <a:solidFill>
                  <a:srgbClr val="011893"/>
                </a:solidFill>
                <a:ea typeface="楷体" panose="02010609060101010101" pitchFamily="49" charset="-122"/>
              </a:rPr>
              <a:t>A</a:t>
            </a:r>
            <a:r>
              <a:rPr kumimoji="1" lang="zh-CN" altLang="en-US" sz="2600" b="1" dirty="0">
                <a:solidFill>
                  <a:srgbClr val="011893"/>
                </a:solidFill>
                <a:ea typeface="楷体" panose="02010609060101010101" pitchFamily="49" charset="-122"/>
              </a:rPr>
              <a:t>“甲来听课”，</a:t>
            </a:r>
            <a:r>
              <a:rPr kumimoji="1" lang="en-US" altLang="zh-CN" sz="2600" b="1" dirty="0">
                <a:solidFill>
                  <a:srgbClr val="011893"/>
                </a:solidFill>
                <a:ea typeface="楷体" panose="02010609060101010101" pitchFamily="49" charset="-122"/>
              </a:rPr>
              <a:t> B</a:t>
            </a:r>
            <a:r>
              <a:rPr kumimoji="1" lang="zh-CN" altLang="en-US" sz="2600" b="1" dirty="0">
                <a:solidFill>
                  <a:srgbClr val="011893"/>
                </a:solidFill>
                <a:ea typeface="楷体" panose="02010609060101010101" pitchFamily="49" charset="-122"/>
              </a:rPr>
              <a:t>“乙来听课”，则：</a:t>
            </a:r>
            <a:endParaRPr kumimoji="1" lang="en-US" altLang="zh-CN" sz="2600" b="1" dirty="0">
              <a:solidFill>
                <a:srgbClr val="011893"/>
              </a:solidFill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kumimoji="1" lang="en-US" altLang="zh-CN" sz="2600" b="1" dirty="0">
              <a:solidFill>
                <a:srgbClr val="011893"/>
              </a:solidFill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600" b="1" dirty="0">
                <a:solidFill>
                  <a:srgbClr val="011893"/>
                </a:solidFill>
                <a:ea typeface="楷体" panose="02010609060101010101" pitchFamily="49" charset="-122"/>
              </a:rPr>
              <a:t>“甲乙至少有一人来听课”：</a:t>
            </a:r>
            <a:r>
              <a:rPr kumimoji="1" lang="en-US" altLang="zh-CN" sz="2600" b="1" dirty="0">
                <a:solidFill>
                  <a:srgbClr val="011893"/>
                </a:solidFill>
                <a:ea typeface="楷体" panose="02010609060101010101" pitchFamily="49" charset="-122"/>
              </a:rPr>
              <a:t> </a:t>
            </a:r>
            <a:endParaRPr kumimoji="1" lang="en-US" altLang="zh-CN" sz="2600" b="1" dirty="0">
              <a:solidFill>
                <a:srgbClr val="011893"/>
              </a:solidFill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600" b="1" dirty="0">
                <a:solidFill>
                  <a:srgbClr val="011893"/>
                </a:solidFill>
                <a:ea typeface="楷体" panose="02010609060101010101" pitchFamily="49" charset="-122"/>
              </a:rPr>
              <a:t>“甲乙都来听课”：</a:t>
            </a:r>
            <a:endParaRPr kumimoji="1" lang="en-US" altLang="zh-CN" sz="2600" b="1" dirty="0">
              <a:solidFill>
                <a:srgbClr val="011893"/>
              </a:solidFill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2600" b="1" dirty="0">
                <a:solidFill>
                  <a:srgbClr val="011893"/>
                </a:solidFill>
                <a:ea typeface="楷体" panose="02010609060101010101" pitchFamily="49" charset="-122"/>
              </a:rPr>
              <a:t> </a:t>
            </a:r>
            <a:r>
              <a:rPr kumimoji="1" lang="zh-CN" altLang="en-US" sz="2600" b="1" dirty="0">
                <a:solidFill>
                  <a:srgbClr val="011893"/>
                </a:solidFill>
                <a:ea typeface="楷体" panose="02010609060101010101" pitchFamily="49" charset="-122"/>
              </a:rPr>
              <a:t>“甲乙都不来”：</a:t>
            </a:r>
            <a:endParaRPr kumimoji="1" lang="en-US" altLang="zh-CN" sz="2600" b="1" dirty="0">
              <a:solidFill>
                <a:srgbClr val="011893"/>
              </a:solidFill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2600" b="1" dirty="0">
                <a:solidFill>
                  <a:srgbClr val="011893"/>
                </a:solidFill>
                <a:ea typeface="楷体" panose="02010609060101010101" pitchFamily="49" charset="-122"/>
              </a:rPr>
              <a:t>“甲乙最多有一人来”：</a:t>
            </a:r>
            <a:endParaRPr kumimoji="1" lang="en-US" altLang="zh-CN" sz="2600" b="1" dirty="0">
              <a:solidFill>
                <a:srgbClr val="011893"/>
              </a:solidFill>
              <a:ea typeface="楷体" panose="02010609060101010101" pitchFamily="49" charset="-122"/>
            </a:endParaRPr>
          </a:p>
        </p:txBody>
      </p:sp>
      <p:cxnSp>
        <p:nvCxnSpPr>
          <p:cNvPr id="4" name="直线连接符 48"/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学论网--www.xuelun.me"/>
          <p:cNvSpPr/>
          <p:nvPr/>
        </p:nvSpPr>
        <p:spPr bwMode="auto">
          <a:xfrm>
            <a:off x="1940511" y="113400"/>
            <a:ext cx="5262979" cy="6688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36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事件的表示及其等价表示</a:t>
            </a:r>
            <a:endParaRPr kumimoji="1" lang="en-US" altLang="zh-CN" sz="3600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6835009" y="3887506"/>
            <a:ext cx="1790298" cy="1164656"/>
            <a:chOff x="6127646" y="1183910"/>
            <a:chExt cx="1790298" cy="1164656"/>
          </a:xfrm>
        </p:grpSpPr>
        <p:grpSp>
          <p:nvGrpSpPr>
            <p:cNvPr id="12" name="组合 11"/>
            <p:cNvGrpSpPr/>
            <p:nvPr/>
          </p:nvGrpSpPr>
          <p:grpSpPr>
            <a:xfrm>
              <a:off x="6127646" y="1183910"/>
              <a:ext cx="1790298" cy="1164656"/>
              <a:chOff x="7467395" y="2426803"/>
              <a:chExt cx="1338937" cy="910851"/>
            </a:xfrm>
          </p:grpSpPr>
          <p:grpSp>
            <p:nvGrpSpPr>
              <p:cNvPr id="51" name="组合 50"/>
              <p:cNvGrpSpPr/>
              <p:nvPr/>
            </p:nvGrpSpPr>
            <p:grpSpPr>
              <a:xfrm>
                <a:off x="7573066" y="2539441"/>
                <a:ext cx="1133297" cy="684648"/>
                <a:chOff x="7288214" y="3642785"/>
                <a:chExt cx="1637771" cy="1019530"/>
              </a:xfrm>
            </p:grpSpPr>
            <p:sp>
              <p:nvSpPr>
                <p:cNvPr id="67" name="椭圆 66"/>
                <p:cNvSpPr/>
                <p:nvPr/>
              </p:nvSpPr>
              <p:spPr>
                <a:xfrm>
                  <a:off x="7982305" y="3642785"/>
                  <a:ext cx="943680" cy="1008944"/>
                </a:xfrm>
                <a:prstGeom prst="ellipse">
                  <a:avLst/>
                </a:prstGeom>
                <a:ln>
                  <a:solidFill>
                    <a:srgbClr val="C00000"/>
                  </a:solidFill>
                </a:ln>
              </p:spPr>
              <p:txBody>
                <a:bodyPr wrap="square" rtlCol="0" anchor="ctr">
                  <a:spAutoFit/>
                </a:bodyPr>
                <a:lstStyle/>
                <a:p>
                  <a:pPr algn="l"/>
                  <a:endParaRPr kumimoji="1" lang="zh-CN" altLang="en-US" sz="2100" dirty="0"/>
                </a:p>
              </p:txBody>
            </p:sp>
            <p:sp>
              <p:nvSpPr>
                <p:cNvPr id="68" name="椭圆 67"/>
                <p:cNvSpPr/>
                <p:nvPr/>
              </p:nvSpPr>
              <p:spPr>
                <a:xfrm>
                  <a:off x="7288214" y="3653371"/>
                  <a:ext cx="943680" cy="1008944"/>
                </a:xfrm>
                <a:prstGeom prst="ellipse">
                  <a:avLst/>
                </a:prstGeom>
                <a:ln>
                  <a:solidFill>
                    <a:srgbClr val="C00000"/>
                  </a:solidFill>
                </a:ln>
              </p:spPr>
              <p:txBody>
                <a:bodyPr wrap="square" rtlCol="0" anchor="ctr">
                  <a:spAutoFit/>
                </a:bodyPr>
                <a:lstStyle/>
                <a:p>
                  <a:pPr algn="l"/>
                  <a:endParaRPr kumimoji="1" lang="zh-CN" altLang="en-US" sz="2100" dirty="0"/>
                </a:p>
              </p:txBody>
            </p:sp>
          </p:grpSp>
          <p:sp>
            <p:nvSpPr>
              <p:cNvPr id="52" name="文本框 51"/>
              <p:cNvSpPr txBox="1"/>
              <p:nvPr/>
            </p:nvSpPr>
            <p:spPr>
              <a:xfrm>
                <a:off x="7659310" y="2694043"/>
                <a:ext cx="40748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400" dirty="0"/>
                  <a:t>A</a:t>
                </a:r>
                <a:endParaRPr kumimoji="1" lang="zh-CN" altLang="en-US" sz="2400" dirty="0"/>
              </a:p>
            </p:txBody>
          </p:sp>
          <p:sp>
            <p:nvSpPr>
              <p:cNvPr id="65" name="文本框 64"/>
              <p:cNvSpPr txBox="1"/>
              <p:nvPr/>
            </p:nvSpPr>
            <p:spPr>
              <a:xfrm>
                <a:off x="8288492" y="2694043"/>
                <a:ext cx="3898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400" dirty="0"/>
                  <a:t>B</a:t>
                </a:r>
                <a:endParaRPr kumimoji="1" lang="zh-CN" altLang="en-US" sz="2400" dirty="0"/>
              </a:p>
            </p:txBody>
          </p:sp>
          <p:sp>
            <p:nvSpPr>
              <p:cNvPr id="66" name="矩形 65"/>
              <p:cNvSpPr/>
              <p:nvPr/>
            </p:nvSpPr>
            <p:spPr>
              <a:xfrm>
                <a:off x="7467395" y="2426803"/>
                <a:ext cx="1338937" cy="91085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l"/>
                <a:endParaRPr kumimoji="1" lang="zh-CN" altLang="en-US" sz="2100" dirty="0"/>
              </a:p>
            </p:txBody>
          </p:sp>
        </p:grpSp>
        <mc:AlternateContent xmlns:mc="http://schemas.openxmlformats.org/markup-compatibility/2006" xmlns:p14="http://schemas.microsoft.com/office/powerpoint/2010/main">
          <mc:Choice Requires="p14">
            <p:contentPart r:id="rId1" p14:bwMode="auto">
              <p14:nvContentPartPr>
                <p14:cNvPr id="13" name="墨迹 12"/>
                <p14:cNvContentPartPr/>
                <p14:nvPr/>
              </p14:nvContentPartPr>
              <p14:xfrm>
                <a:off x="6134902" y="1321333"/>
                <a:ext cx="1749240" cy="960480"/>
              </p14:xfrm>
            </p:contentPart>
          </mc:Choice>
          <mc:Fallback xmlns="">
            <p:pic>
              <p:nvPicPr>
                <p:cNvPr id="13" name="墨迹 12"/>
              </p:nvPicPr>
              <p:blipFill>
                <a:blip r:embed="rId2"/>
              </p:blipFill>
              <p:spPr>
                <a:xfrm>
                  <a:off x="6134902" y="1321333"/>
                  <a:ext cx="1749240" cy="96048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3" p14:bwMode="auto">
              <p14:nvContentPartPr>
                <p14:cNvPr id="16" name="墨迹 15"/>
                <p14:cNvContentPartPr/>
                <p14:nvPr/>
              </p14:nvContentPartPr>
              <p14:xfrm>
                <a:off x="7785862" y="1592773"/>
                <a:ext cx="65520" cy="71640"/>
              </p14:xfrm>
            </p:contentPart>
          </mc:Choice>
          <mc:Fallback xmlns="">
            <p:pic>
              <p:nvPicPr>
                <p:cNvPr id="16" name="墨迹 15"/>
              </p:nvPicPr>
              <p:blipFill>
                <a:blip r:embed="rId4"/>
              </p:blipFill>
              <p:spPr>
                <a:xfrm>
                  <a:off x="7785862" y="1592773"/>
                  <a:ext cx="65520" cy="7164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5" p14:bwMode="auto">
              <p14:nvContentPartPr>
                <p14:cNvPr id="17" name="墨迹 16"/>
                <p14:cNvContentPartPr/>
                <p14:nvPr/>
              </p14:nvContentPartPr>
              <p14:xfrm>
                <a:off x="7839502" y="1650733"/>
                <a:ext cx="11520" cy="88200"/>
              </p14:xfrm>
            </p:contentPart>
          </mc:Choice>
          <mc:Fallback xmlns="">
            <p:pic>
              <p:nvPicPr>
                <p:cNvPr id="17" name="墨迹 16"/>
              </p:nvPicPr>
              <p:blipFill>
                <a:blip r:embed="rId6"/>
              </p:blipFill>
              <p:spPr>
                <a:xfrm>
                  <a:off x="7839502" y="1650733"/>
                  <a:ext cx="11520" cy="8820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7" p14:bwMode="auto">
              <p14:nvContentPartPr>
                <p14:cNvPr id="47" name="墨迹 46"/>
                <p14:cNvContentPartPr/>
                <p14:nvPr/>
              </p14:nvContentPartPr>
              <p14:xfrm>
                <a:off x="6152902" y="1236733"/>
                <a:ext cx="1737360" cy="277920"/>
              </p14:xfrm>
            </p:contentPart>
          </mc:Choice>
          <mc:Fallback xmlns="">
            <p:pic>
              <p:nvPicPr>
                <p:cNvPr id="47" name="墨迹 46"/>
              </p:nvPicPr>
              <p:blipFill>
                <a:blip r:embed="rId8"/>
              </p:blipFill>
              <p:spPr>
                <a:xfrm>
                  <a:off x="6152902" y="1236733"/>
                  <a:ext cx="1737360" cy="27792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9" p14:bwMode="auto">
              <p14:nvContentPartPr>
                <p14:cNvPr id="49" name="墨迹 48"/>
                <p14:cNvContentPartPr/>
                <p14:nvPr/>
              </p14:nvContentPartPr>
              <p14:xfrm>
                <a:off x="6950662" y="1293253"/>
                <a:ext cx="564840" cy="88200"/>
              </p14:xfrm>
            </p:contentPart>
          </mc:Choice>
          <mc:Fallback xmlns="">
            <p:pic>
              <p:nvPicPr>
                <p:cNvPr id="49" name="墨迹 48"/>
              </p:nvPicPr>
              <p:blipFill>
                <a:blip r:embed="rId10"/>
              </p:blipFill>
              <p:spPr>
                <a:xfrm>
                  <a:off x="6950662" y="1293253"/>
                  <a:ext cx="564840" cy="8820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11" p14:bwMode="auto">
              <p14:nvContentPartPr>
                <p14:cNvPr id="50" name="墨迹 49"/>
                <p14:cNvContentPartPr/>
                <p14:nvPr/>
              </p14:nvContentPartPr>
              <p14:xfrm>
                <a:off x="6942022" y="2067973"/>
                <a:ext cx="911160" cy="214560"/>
              </p14:xfrm>
            </p:contentPart>
          </mc:Choice>
          <mc:Fallback xmlns="">
            <p:pic>
              <p:nvPicPr>
                <p:cNvPr id="50" name="墨迹 49"/>
              </p:nvPicPr>
              <p:blipFill>
                <a:blip r:embed="rId12"/>
              </p:blipFill>
              <p:spPr>
                <a:xfrm>
                  <a:off x="6942022" y="2067973"/>
                  <a:ext cx="911160" cy="214560"/>
                </a:xfrm>
                <a:prstGeom prst="rect"/>
              </p:spPr>
            </p:pic>
          </mc:Fallback>
        </mc:AlternateContent>
      </p:grpSp>
      <p:grpSp>
        <p:nvGrpSpPr>
          <p:cNvPr id="69" name="组合 68"/>
          <p:cNvGrpSpPr/>
          <p:nvPr/>
        </p:nvGrpSpPr>
        <p:grpSpPr>
          <a:xfrm>
            <a:off x="6825642" y="2525169"/>
            <a:ext cx="1790298" cy="1164656"/>
            <a:chOff x="6122847" y="2690183"/>
            <a:chExt cx="1790298" cy="1164656"/>
          </a:xfrm>
        </p:grpSpPr>
        <p:grpSp>
          <p:nvGrpSpPr>
            <p:cNvPr id="70" name="组合 69"/>
            <p:cNvGrpSpPr/>
            <p:nvPr/>
          </p:nvGrpSpPr>
          <p:grpSpPr>
            <a:xfrm>
              <a:off x="6122847" y="2690183"/>
              <a:ext cx="1790298" cy="1164656"/>
              <a:chOff x="7467395" y="2426803"/>
              <a:chExt cx="1338937" cy="910851"/>
            </a:xfrm>
          </p:grpSpPr>
          <p:grpSp>
            <p:nvGrpSpPr>
              <p:cNvPr id="72" name="组合 71"/>
              <p:cNvGrpSpPr/>
              <p:nvPr/>
            </p:nvGrpSpPr>
            <p:grpSpPr>
              <a:xfrm>
                <a:off x="7573066" y="2539441"/>
                <a:ext cx="1133297" cy="684648"/>
                <a:chOff x="7288214" y="3642785"/>
                <a:chExt cx="1637771" cy="1019530"/>
              </a:xfrm>
            </p:grpSpPr>
            <p:sp>
              <p:nvSpPr>
                <p:cNvPr id="76" name="椭圆 75"/>
                <p:cNvSpPr/>
                <p:nvPr/>
              </p:nvSpPr>
              <p:spPr>
                <a:xfrm>
                  <a:off x="7982305" y="3642785"/>
                  <a:ext cx="943680" cy="1008944"/>
                </a:xfrm>
                <a:prstGeom prst="ellipse">
                  <a:avLst/>
                </a:prstGeom>
                <a:ln>
                  <a:solidFill>
                    <a:srgbClr val="C00000"/>
                  </a:solidFill>
                </a:ln>
              </p:spPr>
              <p:txBody>
                <a:bodyPr wrap="square" rtlCol="0" anchor="ctr">
                  <a:spAutoFit/>
                </a:bodyPr>
                <a:lstStyle/>
                <a:p>
                  <a:pPr algn="l"/>
                  <a:endParaRPr kumimoji="1" lang="zh-CN" altLang="en-US" sz="2100" dirty="0"/>
                </a:p>
              </p:txBody>
            </p:sp>
            <p:sp>
              <p:nvSpPr>
                <p:cNvPr id="77" name="椭圆 76"/>
                <p:cNvSpPr/>
                <p:nvPr/>
              </p:nvSpPr>
              <p:spPr>
                <a:xfrm>
                  <a:off x="7288214" y="3653371"/>
                  <a:ext cx="943680" cy="1008944"/>
                </a:xfrm>
                <a:prstGeom prst="ellipse">
                  <a:avLst/>
                </a:prstGeom>
                <a:ln>
                  <a:solidFill>
                    <a:srgbClr val="C00000"/>
                  </a:solidFill>
                </a:ln>
              </p:spPr>
              <p:txBody>
                <a:bodyPr wrap="square" rtlCol="0" anchor="ctr">
                  <a:spAutoFit/>
                </a:bodyPr>
                <a:lstStyle/>
                <a:p>
                  <a:pPr algn="l"/>
                  <a:endParaRPr kumimoji="1" lang="zh-CN" altLang="en-US" sz="2100" dirty="0"/>
                </a:p>
              </p:txBody>
            </p:sp>
          </p:grpSp>
          <p:sp>
            <p:nvSpPr>
              <p:cNvPr id="73" name="文本框 72"/>
              <p:cNvSpPr txBox="1"/>
              <p:nvPr/>
            </p:nvSpPr>
            <p:spPr>
              <a:xfrm>
                <a:off x="7659310" y="2694043"/>
                <a:ext cx="40748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400" dirty="0"/>
                  <a:t>A</a:t>
                </a:r>
                <a:endParaRPr kumimoji="1" lang="zh-CN" altLang="en-US" sz="2400" dirty="0"/>
              </a:p>
            </p:txBody>
          </p:sp>
          <p:sp>
            <p:nvSpPr>
              <p:cNvPr id="74" name="文本框 73"/>
              <p:cNvSpPr txBox="1"/>
              <p:nvPr/>
            </p:nvSpPr>
            <p:spPr>
              <a:xfrm>
                <a:off x="8288492" y="2694043"/>
                <a:ext cx="3898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400" dirty="0"/>
                  <a:t>B</a:t>
                </a:r>
                <a:endParaRPr kumimoji="1" lang="zh-CN" altLang="en-US" sz="2400" dirty="0"/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7467395" y="2426803"/>
                <a:ext cx="1338937" cy="91085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l"/>
                <a:endParaRPr kumimoji="1" lang="zh-CN" altLang="en-US" sz="2100" dirty="0"/>
              </a:p>
            </p:txBody>
          </p:sp>
        </p:grpSp>
        <mc:AlternateContent xmlns:mc="http://schemas.openxmlformats.org/markup-compatibility/2006" xmlns:p14="http://schemas.microsoft.com/office/powerpoint/2010/main">
          <mc:Choice Requires="p14">
            <p:contentPart r:id="rId13" p14:bwMode="auto">
              <p14:nvContentPartPr>
                <p14:cNvPr id="71" name="墨迹 70"/>
                <p14:cNvContentPartPr/>
                <p14:nvPr/>
              </p14:nvContentPartPr>
              <p14:xfrm>
                <a:off x="6950255" y="3087455"/>
                <a:ext cx="158400" cy="390600"/>
              </p14:xfrm>
            </p:contentPart>
          </mc:Choice>
          <mc:Fallback xmlns="">
            <p:pic>
              <p:nvPicPr>
                <p:cNvPr id="71" name="墨迹 70"/>
              </p:nvPicPr>
              <p:blipFill>
                <a:blip r:embed="rId14"/>
              </p:blipFill>
              <p:spPr>
                <a:xfrm>
                  <a:off x="6950255" y="3087455"/>
                  <a:ext cx="158400" cy="390600"/>
                </a:xfrm>
                <a:prstGeom prst="rect"/>
              </p:spPr>
            </p:pic>
          </mc:Fallback>
        </mc:AlternateContent>
      </p:grpSp>
      <p:grpSp>
        <p:nvGrpSpPr>
          <p:cNvPr id="78" name="组合 77"/>
          <p:cNvGrpSpPr/>
          <p:nvPr/>
        </p:nvGrpSpPr>
        <p:grpSpPr>
          <a:xfrm>
            <a:off x="6816980" y="1169976"/>
            <a:ext cx="1790298" cy="1164656"/>
            <a:chOff x="6126433" y="3965195"/>
            <a:chExt cx="1790298" cy="1164656"/>
          </a:xfrm>
        </p:grpSpPr>
        <p:grpSp>
          <p:nvGrpSpPr>
            <p:cNvPr id="79" name="组合 78"/>
            <p:cNvGrpSpPr/>
            <p:nvPr/>
          </p:nvGrpSpPr>
          <p:grpSpPr>
            <a:xfrm>
              <a:off x="6126433" y="3965195"/>
              <a:ext cx="1790298" cy="1164656"/>
              <a:chOff x="7467395" y="2426803"/>
              <a:chExt cx="1338937" cy="910851"/>
            </a:xfrm>
          </p:grpSpPr>
          <p:grpSp>
            <p:nvGrpSpPr>
              <p:cNvPr id="81" name="组合 80"/>
              <p:cNvGrpSpPr/>
              <p:nvPr/>
            </p:nvGrpSpPr>
            <p:grpSpPr>
              <a:xfrm>
                <a:off x="7573066" y="2539441"/>
                <a:ext cx="1133297" cy="684648"/>
                <a:chOff x="7288214" y="3642785"/>
                <a:chExt cx="1637771" cy="1019530"/>
              </a:xfrm>
            </p:grpSpPr>
            <p:sp>
              <p:nvSpPr>
                <p:cNvPr id="85" name="椭圆 84"/>
                <p:cNvSpPr/>
                <p:nvPr/>
              </p:nvSpPr>
              <p:spPr>
                <a:xfrm>
                  <a:off x="7982305" y="3642785"/>
                  <a:ext cx="943680" cy="1008944"/>
                </a:xfrm>
                <a:prstGeom prst="ellipse">
                  <a:avLst/>
                </a:prstGeom>
                <a:ln>
                  <a:solidFill>
                    <a:srgbClr val="C00000"/>
                  </a:solidFill>
                </a:ln>
              </p:spPr>
              <p:txBody>
                <a:bodyPr wrap="square" rtlCol="0" anchor="ctr">
                  <a:spAutoFit/>
                </a:bodyPr>
                <a:lstStyle/>
                <a:p>
                  <a:pPr algn="l"/>
                  <a:endParaRPr kumimoji="1" lang="zh-CN" altLang="en-US" sz="2100" dirty="0"/>
                </a:p>
              </p:txBody>
            </p:sp>
            <p:sp>
              <p:nvSpPr>
                <p:cNvPr id="86" name="椭圆 85"/>
                <p:cNvSpPr/>
                <p:nvPr/>
              </p:nvSpPr>
              <p:spPr>
                <a:xfrm>
                  <a:off x="7288214" y="3653371"/>
                  <a:ext cx="943680" cy="1008944"/>
                </a:xfrm>
                <a:prstGeom prst="ellipse">
                  <a:avLst/>
                </a:prstGeom>
                <a:ln>
                  <a:solidFill>
                    <a:srgbClr val="C00000"/>
                  </a:solidFill>
                </a:ln>
              </p:spPr>
              <p:txBody>
                <a:bodyPr wrap="square" rtlCol="0" anchor="ctr">
                  <a:spAutoFit/>
                </a:bodyPr>
                <a:lstStyle/>
                <a:p>
                  <a:pPr algn="l"/>
                  <a:endParaRPr kumimoji="1" lang="zh-CN" altLang="en-US" sz="2100" dirty="0"/>
                </a:p>
              </p:txBody>
            </p:sp>
          </p:grpSp>
          <p:sp>
            <p:nvSpPr>
              <p:cNvPr id="82" name="文本框 81"/>
              <p:cNvSpPr txBox="1"/>
              <p:nvPr/>
            </p:nvSpPr>
            <p:spPr>
              <a:xfrm>
                <a:off x="7659310" y="2694043"/>
                <a:ext cx="40748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400" dirty="0"/>
                  <a:t>A</a:t>
                </a:r>
                <a:endParaRPr kumimoji="1" lang="zh-CN" altLang="en-US" sz="2400" dirty="0"/>
              </a:p>
            </p:txBody>
          </p:sp>
          <p:sp>
            <p:nvSpPr>
              <p:cNvPr id="83" name="文本框 82"/>
              <p:cNvSpPr txBox="1"/>
              <p:nvPr/>
            </p:nvSpPr>
            <p:spPr>
              <a:xfrm>
                <a:off x="8288492" y="2694043"/>
                <a:ext cx="3898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400" dirty="0"/>
                  <a:t>B</a:t>
                </a:r>
                <a:endParaRPr kumimoji="1" lang="zh-CN" altLang="en-US" sz="2400" dirty="0"/>
              </a:p>
            </p:txBody>
          </p:sp>
          <p:sp>
            <p:nvSpPr>
              <p:cNvPr id="84" name="矩形 83"/>
              <p:cNvSpPr/>
              <p:nvPr/>
            </p:nvSpPr>
            <p:spPr>
              <a:xfrm>
                <a:off x="7467395" y="2426803"/>
                <a:ext cx="1338937" cy="91085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l"/>
                <a:endParaRPr kumimoji="1" lang="zh-CN" altLang="en-US" sz="2100" dirty="0"/>
              </a:p>
            </p:txBody>
          </p:sp>
        </p:grpSp>
        <mc:AlternateContent xmlns:mc="http://schemas.openxmlformats.org/markup-compatibility/2006" xmlns:p14="http://schemas.microsoft.com/office/powerpoint/2010/main">
          <mc:Choice Requires="p14">
            <p:contentPart r:id="rId15" p14:bwMode="auto">
              <p14:nvContentPartPr>
                <p14:cNvPr id="80" name="墨迹 79"/>
                <p14:cNvContentPartPr/>
                <p14:nvPr/>
              </p14:nvContentPartPr>
              <p14:xfrm>
                <a:off x="6310175" y="4180055"/>
                <a:ext cx="1453320" cy="734400"/>
              </p14:xfrm>
            </p:contentPart>
          </mc:Choice>
          <mc:Fallback xmlns="">
            <p:pic>
              <p:nvPicPr>
                <p:cNvPr id="80" name="墨迹 79"/>
              </p:nvPicPr>
              <p:blipFill>
                <a:blip r:embed="rId16"/>
              </p:blipFill>
              <p:spPr>
                <a:xfrm>
                  <a:off x="6310175" y="4180055"/>
                  <a:ext cx="1453320" cy="734400"/>
                </a:xfrm>
                <a:prstGeom prst="rect"/>
              </p:spPr>
            </p:pic>
          </mc:Fallback>
        </mc:AlternateContent>
      </p:grpSp>
      <p:grpSp>
        <p:nvGrpSpPr>
          <p:cNvPr id="87" name="组合 86"/>
          <p:cNvGrpSpPr/>
          <p:nvPr/>
        </p:nvGrpSpPr>
        <p:grpSpPr>
          <a:xfrm>
            <a:off x="6815989" y="5299284"/>
            <a:ext cx="1790298" cy="1164656"/>
            <a:chOff x="6116780" y="5330496"/>
            <a:chExt cx="1790298" cy="1164656"/>
          </a:xfrm>
        </p:grpSpPr>
        <p:grpSp>
          <p:nvGrpSpPr>
            <p:cNvPr id="88" name="组合 87"/>
            <p:cNvGrpSpPr/>
            <p:nvPr/>
          </p:nvGrpSpPr>
          <p:grpSpPr>
            <a:xfrm>
              <a:off x="6116780" y="5330496"/>
              <a:ext cx="1790298" cy="1164656"/>
              <a:chOff x="7467395" y="2426803"/>
              <a:chExt cx="1338937" cy="910851"/>
            </a:xfrm>
          </p:grpSpPr>
          <p:grpSp>
            <p:nvGrpSpPr>
              <p:cNvPr id="98" name="组合 97"/>
              <p:cNvGrpSpPr/>
              <p:nvPr/>
            </p:nvGrpSpPr>
            <p:grpSpPr>
              <a:xfrm>
                <a:off x="7573066" y="2539441"/>
                <a:ext cx="1133297" cy="684648"/>
                <a:chOff x="7288214" y="3642785"/>
                <a:chExt cx="1637771" cy="1019530"/>
              </a:xfrm>
            </p:grpSpPr>
            <p:sp>
              <p:nvSpPr>
                <p:cNvPr id="102" name="椭圆 101"/>
                <p:cNvSpPr/>
                <p:nvPr/>
              </p:nvSpPr>
              <p:spPr>
                <a:xfrm>
                  <a:off x="7982305" y="3642785"/>
                  <a:ext cx="943680" cy="1008944"/>
                </a:xfrm>
                <a:prstGeom prst="ellipse">
                  <a:avLst/>
                </a:prstGeom>
                <a:ln>
                  <a:solidFill>
                    <a:srgbClr val="C00000"/>
                  </a:solidFill>
                </a:ln>
              </p:spPr>
              <p:txBody>
                <a:bodyPr wrap="square" rtlCol="0" anchor="ctr">
                  <a:spAutoFit/>
                </a:bodyPr>
                <a:lstStyle/>
                <a:p>
                  <a:pPr algn="l"/>
                  <a:endParaRPr kumimoji="1" lang="zh-CN" altLang="en-US" sz="2100" dirty="0"/>
                </a:p>
              </p:txBody>
            </p:sp>
            <p:sp>
              <p:nvSpPr>
                <p:cNvPr id="103" name="椭圆 102"/>
                <p:cNvSpPr/>
                <p:nvPr/>
              </p:nvSpPr>
              <p:spPr>
                <a:xfrm>
                  <a:off x="7288214" y="3653371"/>
                  <a:ext cx="943680" cy="1008944"/>
                </a:xfrm>
                <a:prstGeom prst="ellipse">
                  <a:avLst/>
                </a:prstGeom>
                <a:ln>
                  <a:solidFill>
                    <a:srgbClr val="C00000"/>
                  </a:solidFill>
                </a:ln>
              </p:spPr>
              <p:txBody>
                <a:bodyPr wrap="square" rtlCol="0" anchor="ctr">
                  <a:spAutoFit/>
                </a:bodyPr>
                <a:lstStyle/>
                <a:p>
                  <a:pPr algn="l"/>
                  <a:endParaRPr kumimoji="1" lang="zh-CN" altLang="en-US" sz="2100" dirty="0"/>
                </a:p>
              </p:txBody>
            </p:sp>
          </p:grpSp>
          <p:sp>
            <p:nvSpPr>
              <p:cNvPr id="99" name="文本框 98"/>
              <p:cNvSpPr txBox="1"/>
              <p:nvPr/>
            </p:nvSpPr>
            <p:spPr>
              <a:xfrm>
                <a:off x="7659310" y="2694043"/>
                <a:ext cx="40748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400" dirty="0"/>
                  <a:t>A</a:t>
                </a:r>
                <a:endParaRPr kumimoji="1" lang="zh-CN" altLang="en-US" sz="2400" dirty="0"/>
              </a:p>
            </p:txBody>
          </p:sp>
          <p:sp>
            <p:nvSpPr>
              <p:cNvPr id="100" name="文本框 99"/>
              <p:cNvSpPr txBox="1"/>
              <p:nvPr/>
            </p:nvSpPr>
            <p:spPr>
              <a:xfrm>
                <a:off x="8288492" y="2694043"/>
                <a:ext cx="3898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kumimoji="1" lang="en-US" altLang="zh-CN" sz="2400" dirty="0"/>
                  <a:t>B</a:t>
                </a:r>
                <a:endParaRPr kumimoji="1" lang="zh-CN" altLang="en-US" sz="2400" dirty="0"/>
              </a:p>
            </p:txBody>
          </p:sp>
          <p:sp>
            <p:nvSpPr>
              <p:cNvPr id="101" name="矩形 100"/>
              <p:cNvSpPr/>
              <p:nvPr/>
            </p:nvSpPr>
            <p:spPr>
              <a:xfrm>
                <a:off x="7467395" y="2426803"/>
                <a:ext cx="1338937" cy="910851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l"/>
                <a:endParaRPr kumimoji="1" lang="zh-CN" altLang="en-US" sz="2100" dirty="0"/>
              </a:p>
            </p:txBody>
          </p:sp>
        </p:grpSp>
        <mc:AlternateContent xmlns:mc="http://schemas.openxmlformats.org/markup-compatibility/2006" xmlns:p14="http://schemas.microsoft.com/office/powerpoint/2010/main">
          <mc:Choice Requires="p14">
            <p:contentPart r:id="rId17" p14:bwMode="auto">
              <p14:nvContentPartPr>
                <p14:cNvPr id="89" name="墨迹 88"/>
                <p14:cNvContentPartPr/>
                <p14:nvPr/>
              </p14:nvContentPartPr>
              <p14:xfrm>
                <a:off x="6128735" y="5384255"/>
                <a:ext cx="1757880" cy="123840"/>
              </p14:xfrm>
            </p:contentPart>
          </mc:Choice>
          <mc:Fallback xmlns="">
            <p:pic>
              <p:nvPicPr>
                <p:cNvPr id="89" name="墨迹 88"/>
              </p:nvPicPr>
              <p:blipFill>
                <a:blip r:embed="rId18"/>
              </p:blipFill>
              <p:spPr>
                <a:xfrm>
                  <a:off x="6128735" y="5384255"/>
                  <a:ext cx="1757880" cy="12384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19" p14:bwMode="auto">
              <p14:nvContentPartPr>
                <p14:cNvPr id="90" name="墨迹 89"/>
                <p14:cNvContentPartPr/>
                <p14:nvPr/>
              </p14:nvContentPartPr>
              <p14:xfrm>
                <a:off x="6939455" y="5585135"/>
                <a:ext cx="949320" cy="867960"/>
              </p14:xfrm>
            </p:contentPart>
          </mc:Choice>
          <mc:Fallback xmlns="">
            <p:pic>
              <p:nvPicPr>
                <p:cNvPr id="90" name="墨迹 89"/>
              </p:nvPicPr>
              <p:blipFill>
                <a:blip r:embed="rId20"/>
              </p:blipFill>
              <p:spPr>
                <a:xfrm>
                  <a:off x="6939455" y="5585135"/>
                  <a:ext cx="949320" cy="86796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21" p14:bwMode="auto">
              <p14:nvContentPartPr>
                <p14:cNvPr id="91" name="墨迹 90"/>
                <p14:cNvContentPartPr/>
                <p14:nvPr/>
              </p14:nvContentPartPr>
              <p14:xfrm>
                <a:off x="6151055" y="5580455"/>
                <a:ext cx="842400" cy="664200"/>
              </p14:xfrm>
            </p:contentPart>
          </mc:Choice>
          <mc:Fallback xmlns="">
            <p:pic>
              <p:nvPicPr>
                <p:cNvPr id="91" name="墨迹 90"/>
              </p:nvPicPr>
              <p:blipFill>
                <a:blip r:embed="rId22"/>
              </p:blipFill>
              <p:spPr>
                <a:xfrm>
                  <a:off x="6151055" y="5580455"/>
                  <a:ext cx="842400" cy="66420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23" p14:bwMode="auto">
              <p14:nvContentPartPr>
                <p14:cNvPr id="92" name="墨迹 91"/>
                <p14:cNvContentPartPr/>
                <p14:nvPr/>
              </p14:nvContentPartPr>
              <p14:xfrm>
                <a:off x="6148895" y="5773415"/>
                <a:ext cx="637200" cy="25920"/>
              </p14:xfrm>
            </p:contentPart>
          </mc:Choice>
          <mc:Fallback xmlns="">
            <p:pic>
              <p:nvPicPr>
                <p:cNvPr id="92" name="墨迹 91"/>
              </p:nvPicPr>
              <p:blipFill>
                <a:blip r:embed="rId24"/>
              </p:blipFill>
              <p:spPr>
                <a:xfrm>
                  <a:off x="6148895" y="5773415"/>
                  <a:ext cx="637200" cy="2592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25" p14:bwMode="auto">
              <p14:nvContentPartPr>
                <p14:cNvPr id="93" name="墨迹 92"/>
                <p14:cNvContentPartPr/>
                <p14:nvPr/>
              </p14:nvContentPartPr>
              <p14:xfrm>
                <a:off x="6123335" y="5874935"/>
                <a:ext cx="654840" cy="40680"/>
              </p14:xfrm>
            </p:contentPart>
          </mc:Choice>
          <mc:Fallback xmlns="">
            <p:pic>
              <p:nvPicPr>
                <p:cNvPr id="93" name="墨迹 92"/>
              </p:nvPicPr>
              <p:blipFill>
                <a:blip r:embed="rId26"/>
              </p:blipFill>
              <p:spPr>
                <a:xfrm>
                  <a:off x="6123335" y="5874935"/>
                  <a:ext cx="654840" cy="4068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27" p14:bwMode="auto">
              <p14:nvContentPartPr>
                <p14:cNvPr id="94" name="墨迹 93"/>
                <p14:cNvContentPartPr/>
                <p14:nvPr/>
              </p14:nvContentPartPr>
              <p14:xfrm>
                <a:off x="6157175" y="5995895"/>
                <a:ext cx="628560" cy="33120"/>
              </p14:xfrm>
            </p:contentPart>
          </mc:Choice>
          <mc:Fallback xmlns="">
            <p:pic>
              <p:nvPicPr>
                <p:cNvPr id="94" name="墨迹 93"/>
              </p:nvPicPr>
              <p:blipFill>
                <a:blip r:embed="rId28"/>
              </p:blipFill>
              <p:spPr>
                <a:xfrm>
                  <a:off x="6157175" y="5995895"/>
                  <a:ext cx="628560" cy="3312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29" p14:bwMode="auto">
              <p14:nvContentPartPr>
                <p14:cNvPr id="95" name="墨迹 94"/>
                <p14:cNvContentPartPr/>
                <p14:nvPr/>
              </p14:nvContentPartPr>
              <p14:xfrm>
                <a:off x="6136295" y="6125135"/>
                <a:ext cx="691920" cy="46800"/>
              </p14:xfrm>
            </p:contentPart>
          </mc:Choice>
          <mc:Fallback xmlns="">
            <p:pic>
              <p:nvPicPr>
                <p:cNvPr id="95" name="墨迹 94"/>
              </p:nvPicPr>
              <p:blipFill>
                <a:blip r:embed="rId30"/>
              </p:blipFill>
              <p:spPr>
                <a:xfrm>
                  <a:off x="6136295" y="6125135"/>
                  <a:ext cx="691920" cy="4680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31" p14:bwMode="auto">
              <p14:nvContentPartPr>
                <p14:cNvPr id="96" name="墨迹 95"/>
                <p14:cNvContentPartPr/>
                <p14:nvPr/>
              </p14:nvContentPartPr>
              <p14:xfrm>
                <a:off x="6158615" y="6258695"/>
                <a:ext cx="705960" cy="30240"/>
              </p14:xfrm>
            </p:contentPart>
          </mc:Choice>
          <mc:Fallback xmlns="">
            <p:pic>
              <p:nvPicPr>
                <p:cNvPr id="96" name="墨迹 95"/>
              </p:nvPicPr>
              <p:blipFill>
                <a:blip r:embed="rId32"/>
              </p:blipFill>
              <p:spPr>
                <a:xfrm>
                  <a:off x="6158615" y="6258695"/>
                  <a:ext cx="705960" cy="3024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33" p14:bwMode="auto">
              <p14:nvContentPartPr>
                <p14:cNvPr id="97" name="墨迹 96"/>
                <p14:cNvContentPartPr/>
                <p14:nvPr/>
              </p14:nvContentPartPr>
              <p14:xfrm>
                <a:off x="6165815" y="6389735"/>
                <a:ext cx="1452600" cy="84240"/>
              </p14:xfrm>
            </p:contentPart>
          </mc:Choice>
          <mc:Fallback xmlns="">
            <p:pic>
              <p:nvPicPr>
                <p:cNvPr id="97" name="墨迹 96"/>
              </p:nvPicPr>
              <p:blipFill>
                <a:blip r:embed="rId34"/>
              </p:blipFill>
              <p:spPr>
                <a:xfrm>
                  <a:off x="6165815" y="6389735"/>
                  <a:ext cx="1452600" cy="84240"/>
                </a:xfrm>
                <a:prstGeom prst="rect"/>
              </p:spPr>
            </p:pic>
          </mc:Fallback>
        </mc:AlternateContent>
      </p:grpSp>
      <p:sp>
        <p:nvSpPr>
          <p:cNvPr id="105" name="文本框 104"/>
          <p:cNvSpPr txBox="1"/>
          <p:nvPr/>
        </p:nvSpPr>
        <p:spPr>
          <a:xfrm>
            <a:off x="4386659" y="3007195"/>
            <a:ext cx="1545033" cy="629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600" b="1" dirty="0">
                <a:solidFill>
                  <a:srgbClr val="C00000"/>
                </a:solidFill>
                <a:ea typeface="楷体" panose="02010609060101010101" pitchFamily="49" charset="-122"/>
              </a:rPr>
              <a:t>A</a:t>
            </a:r>
            <a:r>
              <a:rPr kumimoji="1" lang="zh-CN" altLang="en-US" sz="2600" b="1" dirty="0">
                <a:solidFill>
                  <a:srgbClr val="C00000"/>
                </a:solidFill>
                <a:ea typeface="楷体" panose="02010609060101010101" pitchFamily="49" charset="-122"/>
              </a:rPr>
              <a:t> ⋃</a:t>
            </a:r>
            <a:r>
              <a:rPr kumimoji="1" lang="en-US" altLang="zh-CN" sz="2600" b="1" dirty="0">
                <a:solidFill>
                  <a:srgbClr val="C00000"/>
                </a:solidFill>
                <a:ea typeface="楷体" panose="02010609060101010101" pitchFamily="49" charset="-122"/>
              </a:rPr>
              <a:t>B</a:t>
            </a:r>
            <a:endParaRPr kumimoji="1" lang="en-US" altLang="zh-CN" sz="2600" b="1" dirty="0">
              <a:solidFill>
                <a:srgbClr val="C00000"/>
              </a:solidFill>
              <a:ea typeface="楷体" panose="02010609060101010101" pitchFamily="49" charset="-122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3086705" y="3619666"/>
            <a:ext cx="1560245" cy="629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sz="2600" b="1" dirty="0">
                <a:solidFill>
                  <a:srgbClr val="C00000"/>
                </a:solidFill>
                <a:ea typeface="楷体" panose="02010609060101010101" pitchFamily="49" charset="-122"/>
              </a:rPr>
              <a:t>A</a:t>
            </a:r>
            <a:r>
              <a:rPr kumimoji="1" lang="zh-CN" altLang="en-US" sz="2600" b="1" dirty="0">
                <a:solidFill>
                  <a:srgbClr val="C00000"/>
                </a:solidFill>
                <a:ea typeface="楷体" panose="02010609060101010101" pitchFamily="49" charset="-122"/>
              </a:rPr>
              <a:t> ⋂</a:t>
            </a:r>
            <a:r>
              <a:rPr kumimoji="1" lang="en-US" altLang="zh-CN" sz="2600" b="1" dirty="0">
                <a:solidFill>
                  <a:srgbClr val="C00000"/>
                </a:solidFill>
                <a:ea typeface="楷体" panose="02010609060101010101" pitchFamily="49" charset="-122"/>
              </a:rPr>
              <a:t>B</a:t>
            </a:r>
            <a:endParaRPr kumimoji="1" lang="en-US" altLang="zh-CN" sz="2600" b="1" dirty="0">
              <a:solidFill>
                <a:srgbClr val="C00000"/>
              </a:solidFill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9" name="文本框 108"/>
              <p:cNvSpPr txBox="1"/>
              <p:nvPr/>
            </p:nvSpPr>
            <p:spPr>
              <a:xfrm>
                <a:off x="3117827" y="4309146"/>
                <a:ext cx="2143720" cy="5091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zh-CN" sz="26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CN" sz="26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</m:acc>
                    <m:acc>
                      <m:accPr>
                        <m:chr m:val="̅"/>
                        <m:ctrlPr>
                          <a:rPr kumimoji="1" lang="en-US" altLang="zh-CN" sz="26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CN" sz="26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𝐁</m:t>
                        </m:r>
                        <m:r>
                          <a:rPr kumimoji="1" lang="zh-CN" altLang="en-US" sz="2600" b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</m:oMath>
                </a14:m>
                <a:r>
                  <a:rPr kumimoji="1" lang="en-US" altLang="zh-CN" sz="2600" b="1" dirty="0">
                    <a:solidFill>
                      <a:srgbClr val="C00000"/>
                    </a:solidFill>
                    <a:ea typeface="楷体" panose="02010609060101010101" pitchFamily="49" charset="-122"/>
                  </a:rPr>
                  <a:t>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zh-CN" sz="26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CN" sz="26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𝐀</m:t>
                        </m:r>
                        <m:r>
                          <m:rPr>
                            <m:nor/>
                          </m:rPr>
                          <a:rPr kumimoji="1" lang="zh-CN" altLang="en-US" sz="2600" b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⋃</m:t>
                        </m:r>
                        <m:r>
                          <a:rPr kumimoji="1" lang="en-US" altLang="zh-CN" sz="26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𝐁</m:t>
                        </m:r>
                      </m:e>
                    </m:acc>
                  </m:oMath>
                </a14:m>
                <a:endParaRPr lang="zh-CN" altLang="en-US" sz="26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09" name="文本框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827" y="4309146"/>
                <a:ext cx="2143720" cy="509114"/>
              </a:xfrm>
              <a:prstGeom prst="rect">
                <a:avLst/>
              </a:prstGeom>
              <a:blipFill rotWithShape="1">
                <a:blip r:embed="rId35"/>
                <a:stretch>
                  <a:fillRect l="-29" t="-7" r="27" b="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1" name="文本框 110"/>
              <p:cNvSpPr txBox="1"/>
              <p:nvPr/>
            </p:nvSpPr>
            <p:spPr>
              <a:xfrm>
                <a:off x="3802785" y="4912305"/>
                <a:ext cx="2308787" cy="4924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zh-CN" altLang="en-US" sz="2600" b="1" dirty="0">
                    <a:solidFill>
                      <a:srgbClr val="C00000"/>
                    </a:solidFill>
                    <a:ea typeface="楷体" panose="02010609060101010101" pitchFamily="49" charset="-122"/>
                  </a:rPr>
                  <a:t>  </a:t>
                </a:r>
                <a:r>
                  <a:rPr kumimoji="1" lang="en-US" altLang="zh-CN" sz="2600" b="1" dirty="0">
                    <a:solidFill>
                      <a:srgbClr val="C00000"/>
                    </a:solidFill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zh-CN" sz="26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CN" sz="26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𝐀𝐁</m:t>
                        </m:r>
                      </m:e>
                    </m:acc>
                  </m:oMath>
                </a14:m>
                <a:r>
                  <a:rPr kumimoji="1" lang="en-US" altLang="zh-CN" sz="2600" b="1" dirty="0">
                    <a:solidFill>
                      <a:srgbClr val="C00000"/>
                    </a:solidFill>
                    <a:ea typeface="楷体" panose="02010609060101010101" pitchFamily="49" charset="-122"/>
                  </a:rPr>
                  <a:t>=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zh-CN" sz="26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CN" sz="26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𝐀</m:t>
                        </m:r>
                      </m:e>
                    </m:acc>
                  </m:oMath>
                </a14:m>
                <a:r>
                  <a:rPr kumimoji="1" lang="zh-CN" altLang="en-US" sz="2600" b="1" dirty="0">
                    <a:solidFill>
                      <a:srgbClr val="C00000"/>
                    </a:solidFill>
                    <a:ea typeface="楷体" panose="02010609060101010101" pitchFamily="49" charset="-122"/>
                  </a:rPr>
                  <a:t> ⋃</a:t>
                </a:r>
                <a:r>
                  <a:rPr kumimoji="1" lang="en-US" altLang="zh-CN" sz="2600" b="1" dirty="0">
                    <a:solidFill>
                      <a:srgbClr val="C00000"/>
                    </a:solidFill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zh-CN" sz="2600" b="1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CN" sz="2600" b="1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𝐁</m:t>
                        </m:r>
                        <m:r>
                          <a:rPr kumimoji="1" lang="zh-CN" altLang="en-US" sz="2600" b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</m:oMath>
                </a14:m>
                <a:endParaRPr lang="zh-CN" altLang="en-US" sz="2600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11" name="文本框 1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2785" y="4912305"/>
                <a:ext cx="2308787" cy="492443"/>
              </a:xfrm>
              <a:prstGeom prst="rect">
                <a:avLst/>
              </a:prstGeom>
              <a:blipFill rotWithShape="1">
                <a:blip r:embed="rId36"/>
                <a:stretch>
                  <a:fillRect l="-18" t="-118" r="14" b="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/>
      <p:bldP spid="107" grpId="0"/>
      <p:bldP spid="109" grpId="0"/>
      <p:bldP spid="1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99000" y="1161860"/>
                <a:ext cx="8745197" cy="60237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zh-CN" altLang="en-US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甲、乙、丙三人各射一次靶，记</a:t>
                </a:r>
                <a:r>
                  <a:rPr kumimoji="1" lang="en-US" altLang="zh-CN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A</a:t>
                </a:r>
                <a:r>
                  <a:rPr kumimoji="1" lang="zh-CN" altLang="en-US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“甲中靶”，</a:t>
                </a:r>
                <a:r>
                  <a:rPr kumimoji="1" lang="en-US" altLang="zh-CN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 B</a:t>
                </a:r>
                <a:r>
                  <a:rPr kumimoji="1" lang="zh-CN" altLang="en-US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“乙中靶”，</a:t>
                </a:r>
                <a:r>
                  <a:rPr kumimoji="1" lang="en-US" altLang="zh-CN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C</a:t>
                </a:r>
                <a:r>
                  <a:rPr kumimoji="1" lang="zh-CN" altLang="en-US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“丙中靶”，则：</a:t>
                </a:r>
                <a:endParaRPr kumimoji="1" lang="en-US" altLang="zh-CN" sz="2600" b="1" dirty="0">
                  <a:solidFill>
                    <a:srgbClr val="011893"/>
                  </a:solidFill>
                  <a:latin typeface="Arial" panose="020B0604020202020204" pitchFamily="34" charset="0"/>
                  <a:ea typeface="楷体" panose="02010609060101010101" pitchFamily="49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kumimoji="1" lang="en-US" altLang="zh-CN" sz="2600" b="1" dirty="0">
                  <a:solidFill>
                    <a:srgbClr val="011893"/>
                  </a:solidFill>
                  <a:latin typeface="Arial" panose="020B0604020202020204" pitchFamily="34" charset="0"/>
                  <a:ea typeface="楷体" panose="02010609060101010101" pitchFamily="49" charset="-122"/>
                  <a:cs typeface="Arial" panose="020B0604020202020204" pitchFamily="34" charset="0"/>
                </a:endParaRPr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kumimoji="1" lang="zh-CN" altLang="en-US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“甲未中靶”：</a:t>
                </a:r>
                <a:endParaRPr kumimoji="1" lang="en-US" altLang="zh-CN" sz="2600" b="1" dirty="0">
                  <a:solidFill>
                    <a:srgbClr val="011893"/>
                  </a:solidFill>
                  <a:latin typeface="Arial" panose="020B0604020202020204" pitchFamily="34" charset="0"/>
                  <a:ea typeface="楷体" panose="02010609060101010101" pitchFamily="49" charset="-122"/>
                  <a:cs typeface="Arial" panose="020B0604020202020204" pitchFamily="34" charset="0"/>
                </a:endParaRPr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kumimoji="1" lang="zh-CN" altLang="en-US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“甲中靶而乙未中靶”：</a:t>
                </a:r>
                <a:r>
                  <a:rPr kumimoji="1" lang="en-US" altLang="zh-CN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 </a:t>
                </a:r>
                <a:endParaRPr kumimoji="1" lang="en-US" altLang="zh-CN" sz="2600" b="1" dirty="0">
                  <a:solidFill>
                    <a:srgbClr val="011893"/>
                  </a:solidFill>
                  <a:latin typeface="Arial" panose="020B0604020202020204" pitchFamily="34" charset="0"/>
                  <a:ea typeface="楷体" panose="02010609060101010101" pitchFamily="49" charset="-122"/>
                  <a:cs typeface="Arial" panose="020B0604020202020204" pitchFamily="34" charset="0"/>
                </a:endParaRPr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kumimoji="1" lang="zh-CN" altLang="en-US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“三人中只有丙未中靶”：</a:t>
                </a:r>
                <a:endParaRPr kumimoji="1" lang="zh-CN" altLang="en-US" sz="2600" b="1" dirty="0">
                  <a:solidFill>
                    <a:srgbClr val="011893"/>
                  </a:solidFill>
                  <a:latin typeface="Arial" panose="020B0604020202020204" pitchFamily="34" charset="0"/>
                  <a:ea typeface="楷体" panose="02010609060101010101" pitchFamily="49" charset="-122"/>
                  <a:cs typeface="Arial" panose="020B0604020202020204" pitchFamily="34" charset="0"/>
                </a:endParaRPr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kumimoji="1" lang="zh-CN" altLang="en-US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“三人中恰好有一人中靶”：</a:t>
                </a:r>
                <a:endParaRPr kumimoji="1" lang="en-US" altLang="zh-CN" sz="2600" b="1" dirty="0">
                  <a:solidFill>
                    <a:srgbClr val="011893"/>
                  </a:solidFill>
                  <a:latin typeface="Arial" panose="020B0604020202020204" pitchFamily="34" charset="0"/>
                  <a:ea typeface="楷体" panose="02010609060101010101" pitchFamily="49" charset="-122"/>
                  <a:cs typeface="Arial" panose="020B0604020202020204" pitchFamily="34" charset="0"/>
                </a:endParaRPr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kumimoji="1" lang="en-US" altLang="zh-CN" sz="2600" b="1" i="0" dirty="0" smtClean="0">
                        <a:solidFill>
                          <a:srgbClr val="011893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600" b="1" dirty="0">
                    <a:solidFill>
                      <a:srgbClr val="011893"/>
                    </a:solidFill>
                    <a:ea typeface="楷体" panose="02010609060101010101" pitchFamily="49" charset="-122"/>
                    <a:cs typeface="Arial" panose="020B0604020202020204" pitchFamily="34" charset="0"/>
                  </a:rPr>
                  <a:t>“三人中至少有一人中靶”：</a:t>
                </a:r>
                <a:endParaRPr kumimoji="1" lang="zh-CN" altLang="en-US" sz="2600" b="1" dirty="0">
                  <a:solidFill>
                    <a:srgbClr val="011893"/>
                  </a:solidFill>
                  <a:ea typeface="楷体" panose="02010609060101010101" pitchFamily="49" charset="-122"/>
                  <a:cs typeface="Arial" panose="020B0604020202020204" pitchFamily="34" charset="0"/>
                </a:endParaRPr>
              </a:p>
              <a:p>
                <a:pPr marL="457200" indent="-4572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kumimoji="1" lang="zh-CN" altLang="en-US" sz="26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“三人中至少有一人未中靶”：</a:t>
                </a:r>
                <a:endParaRPr kumimoji="1" lang="zh-CN" altLang="en-US" sz="2600" b="1" dirty="0">
                  <a:solidFill>
                    <a:srgbClr val="011893"/>
                  </a:solidFill>
                  <a:latin typeface="Arial" panose="020B0604020202020204" pitchFamily="34" charset="0"/>
                  <a:ea typeface="楷体" panose="02010609060101010101" pitchFamily="49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</a:pPr>
                <a:endParaRPr kumimoji="1" lang="zh-CN" altLang="en-US" sz="2600" b="1" dirty="0">
                  <a:solidFill>
                    <a:srgbClr val="011893"/>
                  </a:solidFill>
                  <a:latin typeface="Arial" panose="020B0604020202020204" pitchFamily="34" charset="0"/>
                  <a:ea typeface="楷体" panose="02010609060101010101" pitchFamily="49" charset="-122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00" y="1161860"/>
                <a:ext cx="8745197" cy="6023700"/>
              </a:xfrm>
              <a:prstGeom prst="rect">
                <a:avLst/>
              </a:prstGeom>
              <a:blipFill rotWithShape="1">
                <a:blip r:embed="rId1"/>
                <a:stretch>
                  <a:fillRect l="-7" t="-7" r="6" b="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线连接符 48"/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学论网--www.xuelun.me"/>
          <p:cNvSpPr/>
          <p:nvPr/>
        </p:nvSpPr>
        <p:spPr bwMode="auto">
          <a:xfrm>
            <a:off x="1940511" y="113400"/>
            <a:ext cx="5262979" cy="6688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36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事件的表示及其等价表示</a:t>
            </a:r>
            <a:endParaRPr kumimoji="1" lang="en-US" altLang="zh-CN" sz="3600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3257550" y="3136900"/>
                <a:ext cx="307777" cy="3828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1" lang="zh-CN" altLang="en-US" sz="24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kumimoji="1" lang="en-US" altLang="zh-CN" sz="2400" b="1" i="0" smtClean="0">
                              <a:solidFill>
                                <a:srgbClr val="011893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A</m:t>
                          </m:r>
                        </m:e>
                      </m:acc>
                    </m:oMath>
                  </m:oMathPara>
                </a14:m>
                <a:endParaRPr kumimoji="1" lang="zh-CN" altLang="en-US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7550" y="3136900"/>
                <a:ext cx="307777" cy="382862"/>
              </a:xfrm>
              <a:prstGeom prst="rect">
                <a:avLst/>
              </a:prstGeom>
              <a:blipFill rotWithShape="1">
                <a:blip r:embed="rId2"/>
                <a:stretch>
                  <a:fillRect r="-13062" b="1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4441806" y="3709331"/>
                <a:ext cx="1516441" cy="3828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en-US" altLang="zh-CN" sz="2400" b="1" i="0" smtClean="0">
                          <a:solidFill>
                            <a:srgbClr val="01189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kumimoji="1" lang="en-US" altLang="zh-CN" sz="2400" b="1" i="1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kumimoji="1" lang="en-US" altLang="zh-CN" sz="2400" b="1" i="0" smtClean="0">
                              <a:solidFill>
                                <a:srgbClr val="011893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kumimoji="1" lang="en-US" altLang="zh-CN" sz="2400" b="1" i="0" smtClean="0">
                          <a:solidFill>
                            <a:srgbClr val="01189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=</m:t>
                      </m:r>
                      <m:r>
                        <m:rPr>
                          <m:nor/>
                        </m:rPr>
                        <a:rPr kumimoji="1" lang="en-US" altLang="zh-CN" sz="2400" b="1" i="0" smtClean="0">
                          <a:solidFill>
                            <a:srgbClr val="01189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A</m:t>
                      </m:r>
                      <m:r>
                        <a:rPr kumimoji="1" lang="en-US" altLang="zh-CN" sz="2400" b="1" i="1" dirty="0" smtClean="0">
                          <a:solidFill>
                            <a:srgbClr val="011893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m:rPr>
                          <m:nor/>
                        </m:rPr>
                        <a:rPr kumimoji="1" lang="en-US" altLang="zh-CN" sz="2400" b="1" i="0" smtClean="0">
                          <a:solidFill>
                            <a:srgbClr val="01189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B</m:t>
                      </m:r>
                    </m:oMath>
                  </m:oMathPara>
                </a14:m>
                <a:endParaRPr kumimoji="1" lang="zh-CN" altLang="en-US" sz="2400" b="1" dirty="0">
                  <a:solidFill>
                    <a:srgbClr val="011893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1806" y="3709331"/>
                <a:ext cx="1516441" cy="382862"/>
              </a:xfrm>
              <a:prstGeom prst="rect">
                <a:avLst/>
              </a:prstGeom>
              <a:blipFill rotWithShape="1">
                <a:blip r:embed="rId3"/>
                <a:stretch>
                  <a:fillRect l="-41" t="-77" r="-2468" b="-67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4713647" y="4322916"/>
                <a:ext cx="753411" cy="3866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en-US" altLang="zh-CN" sz="2400" b="1" i="0" dirty="0">
                          <a:solidFill>
                            <a:srgbClr val="011893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AB</m:t>
                      </m:r>
                      <m:acc>
                        <m:accPr>
                          <m:chr m:val="̅"/>
                          <m:ctrlPr>
                            <a:rPr kumimoji="1" lang="en-US" altLang="zh-CN" sz="2400" b="1" i="1" dirty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kumimoji="1" lang="en-US" altLang="zh-CN" sz="2400" b="1" i="0" dirty="0">
                              <a:solidFill>
                                <a:srgbClr val="011893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C</m:t>
                          </m:r>
                        </m:e>
                      </m:acc>
                    </m:oMath>
                  </m:oMathPara>
                </a14:m>
                <a:endParaRPr kumimoji="1"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3647" y="4322916"/>
                <a:ext cx="753411" cy="386644"/>
              </a:xfrm>
              <a:prstGeom prst="rect">
                <a:avLst/>
              </a:prstGeom>
              <a:blipFill rotWithShape="1">
                <a:blip r:embed="rId4"/>
                <a:stretch>
                  <a:fillRect l="-6" t="-122" r="-2820" b="-56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4908550" y="4919799"/>
                <a:ext cx="3074560" cy="3866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en-US" altLang="zh-CN" sz="2400" b="1" i="0" dirty="0" smtClean="0">
                          <a:solidFill>
                            <a:srgbClr val="011893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A</m:t>
                      </m:r>
                      <m:acc>
                        <m:accPr>
                          <m:chr m:val="̅"/>
                          <m:ctrlPr>
                            <a:rPr kumimoji="1" lang="en-US" altLang="zh-CN" sz="2400" b="1" i="1" dirty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kumimoji="1" lang="en-US" altLang="zh-CN" sz="2400" b="1" i="0" dirty="0">
                              <a:solidFill>
                                <a:srgbClr val="011893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B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kumimoji="1" lang="en-US" altLang="zh-CN" sz="2400" b="1" i="1" dirty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kumimoji="1" lang="en-US" altLang="zh-CN" sz="2400" b="1" i="0" dirty="0">
                              <a:solidFill>
                                <a:srgbClr val="011893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C</m:t>
                          </m:r>
                        </m:e>
                      </m:acc>
                      <m:r>
                        <m:rPr>
                          <m:nor/>
                        </m:rPr>
                        <a:rPr kumimoji="1" lang="en-US" altLang="zh-CN" sz="2400" b="1" i="0" dirty="0">
                          <a:solidFill>
                            <a:srgbClr val="01189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kumimoji="1" lang="zh-CN" altLang="en-US" sz="2400" b="1" i="0" dirty="0">
                          <a:solidFill>
                            <a:srgbClr val="011893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⋃</m:t>
                      </m:r>
                      <m:r>
                        <m:rPr>
                          <m:nor/>
                        </m:rPr>
                        <a:rPr kumimoji="1" lang="en-US" altLang="zh-CN" sz="2400" b="1" i="0" dirty="0">
                          <a:solidFill>
                            <a:srgbClr val="011893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kumimoji="1" lang="en-US" altLang="zh-CN" sz="2400" b="1" i="1" dirty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kumimoji="1" lang="en-US" altLang="zh-CN" sz="2400" b="1" i="0" dirty="0">
                              <a:solidFill>
                                <a:srgbClr val="011893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kumimoji="1" lang="en-US" altLang="zh-CN" sz="2400" b="1" i="0" dirty="0">
                          <a:solidFill>
                            <a:srgbClr val="011893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B</m:t>
                      </m:r>
                      <m:acc>
                        <m:accPr>
                          <m:chr m:val="̅"/>
                          <m:ctrlPr>
                            <a:rPr kumimoji="1" lang="en-US" altLang="zh-CN" sz="2400" b="1" i="1" dirty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kumimoji="1" lang="en-US" altLang="zh-CN" sz="2400" b="1" i="0" dirty="0">
                              <a:solidFill>
                                <a:srgbClr val="011893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C</m:t>
                          </m:r>
                        </m:e>
                      </m:acc>
                      <m:r>
                        <m:rPr>
                          <m:nor/>
                        </m:rPr>
                        <a:rPr kumimoji="1" lang="zh-CN" altLang="en-US" sz="2400" b="1" i="0" dirty="0">
                          <a:solidFill>
                            <a:srgbClr val="011893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 ⋃</m:t>
                      </m:r>
                      <m:r>
                        <m:rPr>
                          <m:nor/>
                        </m:rPr>
                        <a:rPr kumimoji="1" lang="en-US" altLang="zh-CN" sz="2400" b="1" i="0" dirty="0">
                          <a:solidFill>
                            <a:srgbClr val="011893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kumimoji="1" lang="en-US" altLang="zh-CN" sz="2400" b="1" i="1" dirty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kumimoji="1" lang="en-US" altLang="zh-CN" sz="2400" b="1" i="0" dirty="0">
                              <a:solidFill>
                                <a:srgbClr val="011893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A</m:t>
                          </m:r>
                        </m:e>
                      </m:acc>
                      <m:r>
                        <m:rPr>
                          <m:nor/>
                        </m:rPr>
                        <a:rPr kumimoji="1" lang="en-US" altLang="zh-CN" sz="2400" b="1" i="0" dirty="0">
                          <a:solidFill>
                            <a:srgbClr val="01189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kumimoji="1" lang="en-US" altLang="zh-CN" sz="2400" b="1" i="1" dirty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kumimoji="1" lang="en-US" altLang="zh-CN" sz="2400" b="1" i="0" dirty="0">
                              <a:solidFill>
                                <a:srgbClr val="011893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B</m:t>
                          </m:r>
                        </m:e>
                      </m:acc>
                      <m:r>
                        <m:rPr>
                          <m:nor/>
                        </m:rPr>
                        <a:rPr kumimoji="1" lang="en-US" altLang="zh-CN" sz="2400" b="1" i="0" dirty="0">
                          <a:solidFill>
                            <a:srgbClr val="011893"/>
                          </a:solidFill>
                          <a:latin typeface="Arial" panose="020B0604020202020204" pitchFamily="34" charset="0"/>
                          <a:ea typeface="楷体" panose="02010609060101010101" pitchFamily="49" charset="-122"/>
                          <a:cs typeface="Arial" panose="020B0604020202020204" pitchFamily="34" charset="0"/>
                        </a:rPr>
                        <m:t>C</m:t>
                      </m:r>
                    </m:oMath>
                  </m:oMathPara>
                </a14:m>
                <a:endParaRPr kumimoji="1" lang="zh-CN" altLang="en-US" sz="2400" b="1" dirty="0">
                  <a:solidFill>
                    <a:srgbClr val="011893"/>
                  </a:solidFill>
                  <a:latin typeface="Arial" panose="020B0604020202020204" pitchFamily="34" charset="0"/>
                  <a:ea typeface="楷体" panose="02010609060101010101" pitchFamily="49" charset="-122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8550" y="4919799"/>
                <a:ext cx="3074560" cy="386644"/>
              </a:xfrm>
              <a:prstGeom prst="rect">
                <a:avLst/>
              </a:prstGeom>
              <a:blipFill rotWithShape="1">
                <a:blip r:embed="rId5"/>
                <a:stretch>
                  <a:fillRect t="-117" r="17" b="-56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/>
          <p:cNvSpPr txBox="1"/>
          <p:nvPr/>
        </p:nvSpPr>
        <p:spPr>
          <a:xfrm>
            <a:off x="4946065" y="5494032"/>
            <a:ext cx="45910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r>
              <a:rPr kumimoji="1" lang="zh-CN" altLang="en-US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⋃</a:t>
            </a:r>
            <a:r>
              <a:rPr kumimoji="1" lang="en-US" altLang="zh-CN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B</a:t>
            </a:r>
            <a:r>
              <a:rPr kumimoji="1" lang="zh-CN" altLang="en-US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⋃</a:t>
            </a:r>
            <a:r>
              <a:rPr kumimoji="1" lang="en-US" altLang="zh-CN" sz="24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C</a:t>
            </a:r>
            <a:endParaRPr lang="zh-CN" alt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5238126" y="6079786"/>
                <a:ext cx="4756150" cy="4789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zh-CN" sz="2400" b="1" i="1" dirty="0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kumimoji="1" lang="en-US" altLang="zh-CN" sz="2400" b="1" i="0" dirty="0" smtClean="0">
                            <a:solidFill>
                              <a:srgbClr val="011893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kumimoji="1" lang="zh-CN" altLang="en-US" sz="24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⋃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zh-CN" sz="2400" b="1" i="1" dirty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kumimoji="1" lang="en-US" altLang="zh-CN" sz="2400" b="1" i="0" dirty="0" smtClean="0">
                            <a:solidFill>
                              <a:srgbClr val="011893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kumimoji="1" lang="zh-CN" altLang="en-US" sz="24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⋃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zh-CN" sz="2400" b="1" i="1" dirty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kumimoji="1" lang="en-US" altLang="zh-CN" sz="2400" b="1" i="0" dirty="0" smtClean="0">
                            <a:solidFill>
                              <a:srgbClr val="011893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C</m:t>
                        </m:r>
                      </m:e>
                    </m:acc>
                  </m:oMath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8126" y="6079786"/>
                <a:ext cx="4756150" cy="478977"/>
              </a:xfrm>
              <a:prstGeom prst="rect">
                <a:avLst/>
              </a:prstGeom>
              <a:blipFill rotWithShape="1">
                <a:blip r:embed="rId6"/>
                <a:stretch>
                  <a:fillRect t="-62" b="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组合 12"/>
          <p:cNvGrpSpPr/>
          <p:nvPr/>
        </p:nvGrpSpPr>
        <p:grpSpPr>
          <a:xfrm>
            <a:off x="6723877" y="2931531"/>
            <a:ext cx="1508416" cy="1160662"/>
            <a:chOff x="7409806" y="2123217"/>
            <a:chExt cx="1508416" cy="1160662"/>
          </a:xfrm>
        </p:grpSpPr>
        <p:grpSp>
          <p:nvGrpSpPr>
            <p:cNvPr id="14" name="组合 13"/>
            <p:cNvGrpSpPr/>
            <p:nvPr/>
          </p:nvGrpSpPr>
          <p:grpSpPr>
            <a:xfrm>
              <a:off x="7573066" y="2185509"/>
              <a:ext cx="1133297" cy="1038579"/>
              <a:chOff x="7288214" y="3115735"/>
              <a:chExt cx="1637771" cy="1546580"/>
            </a:xfrm>
          </p:grpSpPr>
          <p:sp>
            <p:nvSpPr>
              <p:cNvPr id="21" name="椭圆 20"/>
              <p:cNvSpPr/>
              <p:nvPr/>
            </p:nvSpPr>
            <p:spPr>
              <a:xfrm>
                <a:off x="7659512" y="3115735"/>
                <a:ext cx="943680" cy="1008944"/>
              </a:xfrm>
              <a:prstGeom prst="ellipse">
                <a:avLst/>
              </a:prstGeom>
              <a:ln>
                <a:solidFill>
                  <a:srgbClr val="C00000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l"/>
                <a:endParaRPr kumimoji="1" lang="zh-CN" altLang="en-US" sz="2100" dirty="0"/>
              </a:p>
            </p:txBody>
          </p:sp>
          <p:sp>
            <p:nvSpPr>
              <p:cNvPr id="22" name="椭圆 21"/>
              <p:cNvSpPr/>
              <p:nvPr/>
            </p:nvSpPr>
            <p:spPr>
              <a:xfrm>
                <a:off x="7982305" y="3642785"/>
                <a:ext cx="943680" cy="1008944"/>
              </a:xfrm>
              <a:prstGeom prst="ellipse">
                <a:avLst/>
              </a:prstGeom>
              <a:ln>
                <a:solidFill>
                  <a:srgbClr val="C00000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l"/>
                <a:endParaRPr kumimoji="1" lang="zh-CN" altLang="en-US" sz="2100" dirty="0"/>
              </a:p>
            </p:txBody>
          </p:sp>
          <p:sp>
            <p:nvSpPr>
              <p:cNvPr id="23" name="椭圆 22"/>
              <p:cNvSpPr/>
              <p:nvPr/>
            </p:nvSpPr>
            <p:spPr>
              <a:xfrm>
                <a:off x="7288214" y="3653371"/>
                <a:ext cx="943680" cy="1008944"/>
              </a:xfrm>
              <a:prstGeom prst="ellipse">
                <a:avLst/>
              </a:prstGeom>
              <a:ln>
                <a:solidFill>
                  <a:srgbClr val="C00000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l"/>
                <a:endParaRPr kumimoji="1" lang="zh-CN" altLang="en-US" sz="2100" dirty="0"/>
              </a:p>
            </p:txBody>
          </p:sp>
        </p:grpSp>
        <p:sp>
          <p:nvSpPr>
            <p:cNvPr id="15" name="文本框 14"/>
            <p:cNvSpPr txBox="1"/>
            <p:nvPr/>
          </p:nvSpPr>
          <p:spPr>
            <a:xfrm>
              <a:off x="7935811" y="2204396"/>
              <a:ext cx="4074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400" dirty="0"/>
                <a:t>A</a:t>
              </a:r>
              <a:endParaRPr kumimoji="1" lang="zh-CN" altLang="en-US" sz="2400" dirty="0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7659310" y="2694043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400" dirty="0"/>
                <a:t>B</a:t>
              </a:r>
              <a:endParaRPr kumimoji="1" lang="zh-CN" altLang="en-US" sz="2400" dirty="0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233828" y="2729299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400" dirty="0"/>
                <a:t>C</a:t>
              </a:r>
              <a:endParaRPr kumimoji="1" lang="zh-CN" altLang="en-US" sz="2400" dirty="0"/>
            </a:p>
          </p:txBody>
        </p:sp>
        <p:sp>
          <p:nvSpPr>
            <p:cNvPr id="18" name="矩形 17"/>
            <p:cNvSpPr/>
            <p:nvPr/>
          </p:nvSpPr>
          <p:spPr>
            <a:xfrm>
              <a:off x="7409806" y="2123217"/>
              <a:ext cx="1508416" cy="116066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l"/>
              <a:endParaRPr kumimoji="1" lang="zh-CN" altLang="en-US" sz="2100" dirty="0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r:id="rId7" p14:bwMode="auto">
              <p14:nvContentPartPr>
                <p14:cNvPr id="19" name="墨迹 18"/>
                <p14:cNvContentPartPr/>
                <p14:nvPr/>
              </p14:nvContentPartPr>
              <p14:xfrm>
                <a:off x="7885895" y="2267375"/>
                <a:ext cx="556200" cy="482400"/>
              </p14:xfrm>
            </p:contentPart>
          </mc:Choice>
          <mc:Fallback xmlns="">
            <p:pic>
              <p:nvPicPr>
                <p:cNvPr id="19" name="墨迹 18"/>
              </p:nvPicPr>
              <p:blipFill>
                <a:blip r:embed="rId8"/>
              </p:blipFill>
              <p:spPr>
                <a:xfrm>
                  <a:off x="7885895" y="2267375"/>
                  <a:ext cx="556200" cy="48240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9" p14:bwMode="auto">
              <p14:nvContentPartPr>
                <p14:cNvPr id="20" name="墨迹 19"/>
                <p14:cNvContentPartPr/>
                <p14:nvPr/>
              </p14:nvContentPartPr>
              <p14:xfrm>
                <a:off x="8346695" y="2493095"/>
                <a:ext cx="58320" cy="21600"/>
              </p14:xfrm>
            </p:contentPart>
          </mc:Choice>
          <mc:Fallback xmlns="">
            <p:pic>
              <p:nvPicPr>
                <p:cNvPr id="20" name="墨迹 19"/>
              </p:nvPicPr>
              <p:blipFill>
                <a:blip r:embed="rId10"/>
              </p:blipFill>
              <p:spPr>
                <a:xfrm>
                  <a:off x="8346695" y="2493095"/>
                  <a:ext cx="58320" cy="21600"/>
                </a:xfrm>
                <a:prstGeom prst="rect"/>
              </p:spPr>
            </p:pic>
          </mc:Fallback>
        </mc:AlternateContent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  <p:bldP spid="10" grpId="0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79883" y="2199873"/>
            <a:ext cx="8964118" cy="4555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kumimoji="1" lang="en-US" altLang="zh-CN" sz="2100" dirty="0">
              <a:solidFill>
                <a:srgbClr val="011893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kumimoji="1" lang="en-US" altLang="zh-CN" sz="2100" dirty="0">
              <a:solidFill>
                <a:srgbClr val="011893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514350" marR="0" lvl="0" indent="-5143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7"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“三人中恰有两人中靶”：</a:t>
            </a:r>
            <a:r>
              <a:rPr kumimoji="1" lang="en-US" altLang="zh-CN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</a:t>
            </a:r>
            <a:endParaRPr kumimoji="1" lang="en-US" altLang="zh-CN" sz="2600" b="1" i="0" u="none" strike="noStrike" kern="1200" cap="none" spc="0" normalizeH="0" baseline="0" noProof="0" dirty="0">
              <a:ln>
                <a:noFill/>
              </a:ln>
              <a:solidFill>
                <a:srgbClr val="011893"/>
              </a:solidFill>
              <a:effectLst/>
              <a:uLnTx/>
              <a:uFillTx/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514350" marR="0" lvl="0" indent="-5143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7"/>
              <a:defRPr/>
            </a:pPr>
            <a:r>
              <a:rPr kumimoji="1" lang="zh-CN" alt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“三人中至少两人中靶”：</a:t>
            </a:r>
            <a:endParaRPr kumimoji="1" lang="en-US" altLang="zh-CN" sz="2100" dirty="0">
              <a:solidFill>
                <a:srgbClr val="011893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 startAt="9"/>
            </a:pP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“三人均未中靶”：</a:t>
            </a:r>
            <a:endParaRPr kumimoji="1" lang="zh-CN" altLang="en-US" sz="2600" b="1" dirty="0">
              <a:solidFill>
                <a:srgbClr val="011893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 startAt="9"/>
            </a:pP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“三人中至多一人中靶”：</a:t>
            </a:r>
            <a:endParaRPr kumimoji="1" lang="zh-CN" altLang="en-US" sz="2600" b="1" dirty="0">
              <a:solidFill>
                <a:srgbClr val="011893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 startAt="9"/>
            </a:pP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“三人中至多两人中靶”</a:t>
            </a:r>
            <a:r>
              <a:rPr kumimoji="1" lang="en-US" altLang="zh-CN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zh-CN" altLang="en-US" sz="2600" b="1" dirty="0">
                <a:solidFill>
                  <a:srgbClr val="011893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：</a:t>
            </a:r>
            <a:endParaRPr kumimoji="1" lang="zh-CN" altLang="en-US" sz="2600" b="1" dirty="0">
              <a:solidFill>
                <a:srgbClr val="011893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 startAt="9"/>
            </a:pPr>
            <a:endParaRPr kumimoji="1" lang="zh-CN" altLang="en-US" sz="2400" dirty="0">
              <a:solidFill>
                <a:srgbClr val="011893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cxnSp>
        <p:nvCxnSpPr>
          <p:cNvPr id="3" name="直线连接符 48"/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学论网--www.xuelun.me"/>
          <p:cNvSpPr/>
          <p:nvPr/>
        </p:nvSpPr>
        <p:spPr bwMode="auto">
          <a:xfrm>
            <a:off x="1940511" y="113400"/>
            <a:ext cx="5262979" cy="6688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36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事件的表示及其等价表示</a:t>
            </a:r>
            <a:endParaRPr kumimoji="1" lang="en-US" altLang="zh-CN" sz="3600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4827880" y="3184281"/>
                <a:ext cx="3376320" cy="6065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R="0" lvl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11893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AB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zh-CN" sz="24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1189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kumimoji="1" lang="en-US" altLang="zh-CN" sz="2400" b="1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11893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C</m:t>
                        </m:r>
                      </m:e>
                    </m:acc>
                    <m:r>
                      <m:rPr>
                        <m:nor/>
                      </m:rPr>
                      <a:rPr kumimoji="1" lang="en-US" altLang="zh-CN" sz="24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11893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11893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⋃</a:t>
                </a: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11893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zh-CN" sz="2400" b="1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1189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kumimoji="1" lang="en-US" altLang="zh-CN" sz="2400" b="1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11893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11893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BC</a:t>
                </a: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11893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⋃</a:t>
                </a: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11893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A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zh-CN" sz="24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11893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kumimoji="1" lang="en-US" altLang="zh-CN" sz="2400" b="1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11893"/>
                            </a:solidFill>
                            <a:effectLst/>
                            <a:uLnTx/>
                            <a:uFillTx/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11893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C</a:t>
                </a:r>
                <a:endPara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11893"/>
                  </a:solidFill>
                  <a:effectLst/>
                  <a:uLnTx/>
                  <a:uFillTx/>
                  <a:latin typeface="Arial" panose="020B0604020202020204" pitchFamily="34" charset="0"/>
                  <a:ea typeface="楷体" panose="02010609060101010101" pitchFamily="49" charset="-122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7880" y="3184281"/>
                <a:ext cx="3376320" cy="606513"/>
              </a:xfrm>
              <a:prstGeom prst="rect">
                <a:avLst/>
              </a:prstGeom>
              <a:blipFill rotWithShape="1">
                <a:blip r:embed="rId1"/>
                <a:stretch>
                  <a:fillRect l="-18" t="-64" b="-50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/>
          <p:cNvSpPr txBox="1"/>
          <p:nvPr/>
        </p:nvSpPr>
        <p:spPr>
          <a:xfrm>
            <a:off x="4800601" y="3981607"/>
            <a:ext cx="4597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AB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⋃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BC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⋃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11893"/>
                </a:solidFill>
                <a:effectLst/>
                <a:uLnTx/>
                <a:uFillTx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AC</a:t>
            </a:r>
            <a:endParaRPr lang="zh-CN" alt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4305300" y="4535713"/>
                <a:ext cx="1955800" cy="4789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1" lang="en-US" altLang="zh-CN" sz="2400" b="1" i="1" dirty="0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kumimoji="1" lang="en-US" altLang="zh-CN" sz="2400" b="1" i="0" dirty="0">
                              <a:solidFill>
                                <a:srgbClr val="011893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A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kumimoji="1" lang="en-US" altLang="zh-CN" sz="2400" b="1" i="1" dirty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kumimoji="1" lang="en-US" altLang="zh-CN" sz="2400" b="1" i="0" dirty="0">
                              <a:solidFill>
                                <a:srgbClr val="011893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B</m:t>
                          </m:r>
                        </m:e>
                      </m:acc>
                      <m:acc>
                        <m:accPr>
                          <m:chr m:val="̅"/>
                          <m:ctrlPr>
                            <a:rPr kumimoji="1" lang="en-US" altLang="zh-CN" sz="2400" b="1" i="1" dirty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kumimoji="1" lang="en-US" altLang="zh-CN" sz="2400" b="1" i="0" dirty="0">
                              <a:solidFill>
                                <a:srgbClr val="011893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C</m:t>
                          </m:r>
                        </m:e>
                      </m:acc>
                      <m:r>
                        <m:rPr>
                          <m:nor/>
                        </m:rPr>
                        <a:rPr kumimoji="1" lang="en-US" altLang="zh-CN" sz="2400" b="1" i="0" dirty="0">
                          <a:solidFill>
                            <a:srgbClr val="01189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 </m:t>
                      </m:r>
                    </m:oMath>
                  </m:oMathPara>
                </a14:m>
                <a:endParaRPr lang="zh-CN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5300" y="4535713"/>
                <a:ext cx="1955800" cy="478977"/>
              </a:xfrm>
              <a:prstGeom prst="rect">
                <a:avLst/>
              </a:prstGeom>
              <a:blipFill rotWithShape="1">
                <a:blip r:embed="rId2"/>
                <a:stretch>
                  <a:fillRect t="-113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4827880" y="5113456"/>
                <a:ext cx="4699000" cy="4789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1" lang="en-US" altLang="zh-CN" sz="24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A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zh-CN" sz="2400" b="1" i="1" dirty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kumimoji="1" lang="en-US" altLang="zh-CN" sz="2400" b="1" i="0" dirty="0">
                            <a:solidFill>
                              <a:srgbClr val="011893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B</m:t>
                        </m:r>
                      </m:e>
                    </m:acc>
                    <m:acc>
                      <m:accPr>
                        <m:chr m:val="̅"/>
                        <m:ctrlPr>
                          <a:rPr kumimoji="1" lang="en-US" altLang="zh-CN" sz="2400" b="1" i="1" dirty="0" smtClean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kumimoji="1" lang="en-US" altLang="zh-CN" sz="2400" b="1" i="0" dirty="0">
                            <a:solidFill>
                              <a:srgbClr val="011893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C</m:t>
                        </m:r>
                      </m:e>
                    </m:acc>
                    <m:r>
                      <m:rPr>
                        <m:nor/>
                      </m:rPr>
                      <a:rPr kumimoji="1" lang="en-US" altLang="zh-CN" sz="2400" b="1" i="0" dirty="0">
                        <a:solidFill>
                          <a:srgbClr val="01189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kumimoji="1" lang="zh-CN" altLang="en-US" sz="24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⋃</a:t>
                </a:r>
                <a:r>
                  <a:rPr kumimoji="1" lang="en-US" altLang="zh-CN" sz="24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zh-CN" sz="2400" b="1" i="1" dirty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kumimoji="1" lang="en-US" altLang="zh-CN" sz="2400" b="1" i="0" dirty="0">
                            <a:solidFill>
                              <a:srgbClr val="011893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A</m:t>
                        </m:r>
                      </m:e>
                    </m:acc>
                  </m:oMath>
                </a14:m>
                <a:r>
                  <a:rPr kumimoji="1" lang="en-US" altLang="zh-CN" sz="24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B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zh-CN" sz="2400" b="1" i="1" dirty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kumimoji="1" lang="en-US" altLang="zh-CN" sz="2400" b="1" i="0" dirty="0">
                            <a:solidFill>
                              <a:srgbClr val="011893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C</m:t>
                        </m:r>
                      </m:e>
                    </m:acc>
                  </m:oMath>
                </a14:m>
                <a:r>
                  <a:rPr kumimoji="1" lang="zh-CN" altLang="en-US" sz="24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 ⋃</a:t>
                </a:r>
                <a:r>
                  <a:rPr kumimoji="1" lang="en-US" altLang="zh-CN" sz="24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zh-CN" sz="2400" b="1" i="1" dirty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kumimoji="1" lang="en-US" altLang="zh-CN" sz="2400" b="1" i="0" dirty="0">
                            <a:solidFill>
                              <a:srgbClr val="011893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A</m:t>
                        </m:r>
                      </m:e>
                    </m:acc>
                    <m:acc>
                      <m:accPr>
                        <m:chr m:val="̅"/>
                        <m:ctrlPr>
                          <a:rPr kumimoji="1" lang="en-US" altLang="zh-CN" sz="2400" b="1" i="1" dirty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kumimoji="1" lang="en-US" altLang="zh-CN" sz="2400" b="1" i="0" dirty="0">
                            <a:solidFill>
                              <a:srgbClr val="011893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B</m:t>
                        </m:r>
                      </m:e>
                    </m:acc>
                  </m:oMath>
                </a14:m>
                <a:r>
                  <a:rPr kumimoji="1" lang="en-US" altLang="zh-CN" sz="24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C</a:t>
                </a:r>
                <a:r>
                  <a:rPr kumimoji="1" lang="zh-CN" altLang="en-US" sz="24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 ⋃</a:t>
                </a:r>
                <a:r>
                  <a:rPr kumimoji="1" lang="en-US" altLang="zh-CN" sz="2400" b="1" dirty="0">
                    <a:solidFill>
                      <a:srgbClr val="011893"/>
                    </a:solidFill>
                    <a:latin typeface="Arial" panose="020B0604020202020204" pitchFamily="34" charset="0"/>
                    <a:ea typeface="楷体" panose="02010609060101010101" pitchFamily="49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zh-CN" sz="2400" b="1" i="1" dirty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kumimoji="1" lang="en-US" altLang="zh-CN" sz="2400" b="1" i="0" dirty="0">
                            <a:solidFill>
                              <a:srgbClr val="011893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A</m:t>
                        </m:r>
                      </m:e>
                    </m:acc>
                    <m:acc>
                      <m:accPr>
                        <m:chr m:val="̅"/>
                        <m:ctrlPr>
                          <a:rPr kumimoji="1" lang="en-US" altLang="zh-CN" sz="2400" b="1" i="1" dirty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kumimoji="1" lang="en-US" altLang="zh-CN" sz="2400" b="1" i="0" dirty="0">
                            <a:solidFill>
                              <a:srgbClr val="011893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B</m:t>
                        </m:r>
                      </m:e>
                    </m:acc>
                    <m:acc>
                      <m:accPr>
                        <m:chr m:val="̅"/>
                        <m:ctrlPr>
                          <a:rPr kumimoji="1" lang="en-US" altLang="zh-CN" sz="2400" b="1" i="1" dirty="0">
                            <a:solidFill>
                              <a:srgbClr val="011893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kumimoji="1" lang="en-US" altLang="zh-CN" sz="2400" b="1" i="0" dirty="0">
                            <a:solidFill>
                              <a:srgbClr val="011893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C</m:t>
                        </m:r>
                      </m:e>
                    </m:acc>
                    <m:r>
                      <m:rPr>
                        <m:nor/>
                      </m:rPr>
                      <a:rPr kumimoji="1" lang="en-US" altLang="zh-CN" sz="2400" b="1" i="0" dirty="0">
                        <a:solidFill>
                          <a:srgbClr val="01189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7880" y="5113456"/>
                <a:ext cx="4699000" cy="478977"/>
              </a:xfrm>
              <a:prstGeom prst="rect">
                <a:avLst/>
              </a:prstGeom>
              <a:blipFill rotWithShape="1">
                <a:blip r:embed="rId3"/>
                <a:stretch>
                  <a:fillRect l="-13" t="-91" r="13" b="1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4524375" y="5741993"/>
                <a:ext cx="1517650" cy="4789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1" lang="en-US" altLang="zh-CN" sz="2400" b="1" i="1" dirty="0" smtClean="0">
                              <a:solidFill>
                                <a:srgbClr val="011893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kumimoji="1" lang="en-US" altLang="zh-CN" sz="2400" b="1" i="0" dirty="0">
                              <a:solidFill>
                                <a:srgbClr val="011893"/>
                              </a:solidFill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m:t>ABC</m:t>
                          </m:r>
                        </m:e>
                      </m:acc>
                    </m:oMath>
                  </m:oMathPara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4375" y="5741993"/>
                <a:ext cx="1517650" cy="478977"/>
              </a:xfrm>
              <a:prstGeom prst="rect">
                <a:avLst/>
              </a:prstGeom>
              <a:blipFill rotWithShape="1">
                <a:blip r:embed="rId4"/>
                <a:stretch>
                  <a:fillRect t="-67" b="1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/>
          <p:cNvGrpSpPr/>
          <p:nvPr/>
        </p:nvGrpSpPr>
        <p:grpSpPr>
          <a:xfrm>
            <a:off x="668191" y="1247625"/>
            <a:ext cx="1508416" cy="1160662"/>
            <a:chOff x="7400656" y="2990722"/>
            <a:chExt cx="1508416" cy="1160662"/>
          </a:xfrm>
        </p:grpSpPr>
        <p:grpSp>
          <p:nvGrpSpPr>
            <p:cNvPr id="16" name="组合 15"/>
            <p:cNvGrpSpPr/>
            <p:nvPr/>
          </p:nvGrpSpPr>
          <p:grpSpPr>
            <a:xfrm>
              <a:off x="7563916" y="3053014"/>
              <a:ext cx="1133297" cy="1038579"/>
              <a:chOff x="7288214" y="3115735"/>
              <a:chExt cx="1637771" cy="1546580"/>
            </a:xfrm>
          </p:grpSpPr>
          <p:sp>
            <p:nvSpPr>
              <p:cNvPr id="21" name="椭圆 20"/>
              <p:cNvSpPr/>
              <p:nvPr/>
            </p:nvSpPr>
            <p:spPr>
              <a:xfrm>
                <a:off x="7659512" y="3115735"/>
                <a:ext cx="943680" cy="1008944"/>
              </a:xfrm>
              <a:prstGeom prst="ellipse">
                <a:avLst/>
              </a:prstGeom>
              <a:ln>
                <a:solidFill>
                  <a:srgbClr val="C00000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l"/>
                <a:endParaRPr kumimoji="1" lang="zh-CN" altLang="en-US" sz="2100" dirty="0"/>
              </a:p>
            </p:txBody>
          </p:sp>
          <p:sp>
            <p:nvSpPr>
              <p:cNvPr id="22" name="椭圆 21"/>
              <p:cNvSpPr/>
              <p:nvPr/>
            </p:nvSpPr>
            <p:spPr>
              <a:xfrm>
                <a:off x="7982305" y="3642785"/>
                <a:ext cx="943680" cy="1008944"/>
              </a:xfrm>
              <a:prstGeom prst="ellipse">
                <a:avLst/>
              </a:prstGeom>
              <a:ln>
                <a:solidFill>
                  <a:srgbClr val="C00000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l"/>
                <a:endParaRPr kumimoji="1" lang="zh-CN" altLang="en-US" sz="2100" dirty="0"/>
              </a:p>
            </p:txBody>
          </p:sp>
          <p:sp>
            <p:nvSpPr>
              <p:cNvPr id="23" name="椭圆 22"/>
              <p:cNvSpPr/>
              <p:nvPr/>
            </p:nvSpPr>
            <p:spPr>
              <a:xfrm>
                <a:off x="7288214" y="3653371"/>
                <a:ext cx="943680" cy="1008944"/>
              </a:xfrm>
              <a:prstGeom prst="ellipse">
                <a:avLst/>
              </a:prstGeom>
              <a:ln>
                <a:solidFill>
                  <a:srgbClr val="C00000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l"/>
                <a:endParaRPr kumimoji="1" lang="zh-CN" altLang="en-US" sz="2100" dirty="0"/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r:id="rId5" p14:bwMode="auto">
                <p14:nvContentPartPr>
                  <p14:cNvPr id="24" name="墨迹 23"/>
                  <p14:cNvContentPartPr/>
                  <p14:nvPr/>
                </p14:nvContentPartPr>
                <p14:xfrm>
                  <a:off x="8197378" y="3708404"/>
                  <a:ext cx="345240" cy="285480"/>
                </p14:xfrm>
              </p:contentPart>
            </mc:Choice>
            <mc:Fallback xmlns="">
              <p:pic>
                <p:nvPicPr>
                  <p:cNvPr id="24" name="墨迹 23"/>
                </p:nvPicPr>
                <p:blipFill>
                  <a:blip r:embed="rId6"/>
                </p:blipFill>
                <p:spPr>
                  <a:xfrm>
                    <a:off x="8197378" y="3708404"/>
                    <a:ext cx="345240" cy="285480"/>
                  </a:xfrm>
                  <a:prstGeom prst="rect"/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r:id="rId7" p14:bwMode="auto">
                <p14:nvContentPartPr>
                  <p14:cNvPr id="25" name="墨迹 24"/>
                  <p14:cNvContentPartPr/>
                  <p14:nvPr/>
                </p14:nvContentPartPr>
                <p14:xfrm>
                  <a:off x="7709578" y="3726044"/>
                  <a:ext cx="305280" cy="252000"/>
                </p14:xfrm>
              </p:contentPart>
            </mc:Choice>
            <mc:Fallback xmlns="">
              <p:pic>
                <p:nvPicPr>
                  <p:cNvPr id="25" name="墨迹 24"/>
                </p:nvPicPr>
                <p:blipFill>
                  <a:blip r:embed="rId8"/>
                </p:blipFill>
                <p:spPr>
                  <a:xfrm>
                    <a:off x="7709578" y="3726044"/>
                    <a:ext cx="305280" cy="252000"/>
                  </a:xfrm>
                  <a:prstGeom prst="rect"/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r:id="rId9" p14:bwMode="auto">
                <p14:nvContentPartPr>
                  <p14:cNvPr id="26" name="墨迹 25"/>
                  <p14:cNvContentPartPr/>
                  <p14:nvPr/>
                </p14:nvContentPartPr>
                <p14:xfrm>
                  <a:off x="8031778" y="4196924"/>
                  <a:ext cx="172800" cy="207000"/>
                </p14:xfrm>
              </p:contentPart>
            </mc:Choice>
            <mc:Fallback xmlns="">
              <p:pic>
                <p:nvPicPr>
                  <p:cNvPr id="26" name="墨迹 25"/>
                </p:nvPicPr>
                <p:blipFill>
                  <a:blip r:embed="rId10"/>
                </p:blipFill>
                <p:spPr>
                  <a:xfrm>
                    <a:off x="8031778" y="4196924"/>
                    <a:ext cx="172800" cy="207000"/>
                  </a:xfrm>
                  <a:prstGeom prst="rect"/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r:id="rId11" p14:bwMode="auto">
                <p14:nvContentPartPr>
                  <p14:cNvPr id="27" name="墨迹 26"/>
                  <p14:cNvContentPartPr/>
                  <p14:nvPr/>
                </p14:nvContentPartPr>
                <p14:xfrm>
                  <a:off x="8144818" y="3801644"/>
                  <a:ext cx="344880" cy="293040"/>
                </p14:xfrm>
              </p:contentPart>
            </mc:Choice>
            <mc:Fallback xmlns="">
              <p:pic>
                <p:nvPicPr>
                  <p:cNvPr id="27" name="墨迹 26"/>
                </p:nvPicPr>
                <p:blipFill>
                  <a:blip r:embed="rId12"/>
                </p:blipFill>
                <p:spPr>
                  <a:xfrm>
                    <a:off x="8144818" y="3801644"/>
                    <a:ext cx="344880" cy="293040"/>
                  </a:xfrm>
                  <a:prstGeom prst="rect"/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r:id="rId13" p14:bwMode="auto">
                <p14:nvContentPartPr>
                  <p14:cNvPr id="28" name="墨迹 27"/>
                  <p14:cNvContentPartPr/>
                  <p14:nvPr/>
                </p14:nvContentPartPr>
                <p14:xfrm>
                  <a:off x="8033218" y="4159844"/>
                  <a:ext cx="37440" cy="217080"/>
                </p14:xfrm>
              </p:contentPart>
            </mc:Choice>
            <mc:Fallback xmlns="">
              <p:pic>
                <p:nvPicPr>
                  <p:cNvPr id="28" name="墨迹 27"/>
                </p:nvPicPr>
                <p:blipFill>
                  <a:blip r:embed="rId14"/>
                </p:blipFill>
                <p:spPr>
                  <a:xfrm>
                    <a:off x="8033218" y="4159844"/>
                    <a:ext cx="37440" cy="217080"/>
                  </a:xfrm>
                  <a:prstGeom prst="rect"/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r:id="rId15" p14:bwMode="auto">
                <p14:nvContentPartPr>
                  <p14:cNvPr id="29" name="墨迹 28"/>
                  <p14:cNvContentPartPr/>
                  <p14:nvPr/>
                </p14:nvContentPartPr>
                <p14:xfrm>
                  <a:off x="7812898" y="3685364"/>
                  <a:ext cx="255960" cy="376200"/>
                </p14:xfrm>
              </p:contentPart>
            </mc:Choice>
            <mc:Fallback xmlns="">
              <p:pic>
                <p:nvPicPr>
                  <p:cNvPr id="29" name="墨迹 28"/>
                </p:nvPicPr>
                <p:blipFill>
                  <a:blip r:embed="rId16"/>
                </p:blipFill>
                <p:spPr>
                  <a:xfrm>
                    <a:off x="7812898" y="3685364"/>
                    <a:ext cx="255960" cy="376200"/>
                  </a:xfrm>
                  <a:prstGeom prst="rect"/>
                </p:spPr>
              </p:pic>
            </mc:Fallback>
          </mc:AlternateContent>
        </p:grpSp>
        <p:sp>
          <p:nvSpPr>
            <p:cNvPr id="17" name="文本框 16"/>
            <p:cNvSpPr txBox="1"/>
            <p:nvPr/>
          </p:nvSpPr>
          <p:spPr>
            <a:xfrm>
              <a:off x="7926661" y="3071901"/>
              <a:ext cx="4074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400" dirty="0"/>
                <a:t>A</a:t>
              </a:r>
              <a:endParaRPr kumimoji="1" lang="zh-CN" altLang="en-US" sz="2400" dirty="0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7650160" y="3561548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400" dirty="0"/>
                <a:t>B</a:t>
              </a:r>
              <a:endParaRPr kumimoji="1" lang="zh-CN" altLang="en-US" sz="2400" dirty="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8224678" y="3596804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400" dirty="0"/>
                <a:t>C</a:t>
              </a:r>
              <a:endParaRPr kumimoji="1" lang="zh-CN" altLang="en-US" sz="2400" dirty="0"/>
            </a:p>
          </p:txBody>
        </p:sp>
        <p:sp>
          <p:nvSpPr>
            <p:cNvPr id="20" name="矩形 19"/>
            <p:cNvSpPr/>
            <p:nvPr/>
          </p:nvSpPr>
          <p:spPr>
            <a:xfrm>
              <a:off x="7400656" y="2990722"/>
              <a:ext cx="1508416" cy="116066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l"/>
              <a:endParaRPr kumimoji="1" lang="zh-CN" altLang="en-US" sz="2100" dirty="0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2847685" y="1247625"/>
            <a:ext cx="1508416" cy="1160662"/>
            <a:chOff x="7409806" y="4300398"/>
            <a:chExt cx="1508416" cy="1160662"/>
          </a:xfrm>
        </p:grpSpPr>
        <p:grpSp>
          <p:nvGrpSpPr>
            <p:cNvPr id="31" name="组合 30"/>
            <p:cNvGrpSpPr/>
            <p:nvPr/>
          </p:nvGrpSpPr>
          <p:grpSpPr>
            <a:xfrm>
              <a:off x="7626386" y="4356881"/>
              <a:ext cx="1133297" cy="1038579"/>
              <a:chOff x="7288214" y="3115735"/>
              <a:chExt cx="1637771" cy="1546580"/>
            </a:xfrm>
          </p:grpSpPr>
          <p:sp>
            <p:nvSpPr>
              <p:cNvPr id="37" name="椭圆 36"/>
              <p:cNvSpPr/>
              <p:nvPr/>
            </p:nvSpPr>
            <p:spPr>
              <a:xfrm>
                <a:off x="7659512" y="3115735"/>
                <a:ext cx="943680" cy="1008944"/>
              </a:xfrm>
              <a:prstGeom prst="ellipse">
                <a:avLst/>
              </a:prstGeom>
              <a:ln>
                <a:solidFill>
                  <a:srgbClr val="C00000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l"/>
                <a:endParaRPr kumimoji="1" lang="zh-CN" altLang="en-US" sz="2100" dirty="0"/>
              </a:p>
            </p:txBody>
          </p:sp>
          <p:sp>
            <p:nvSpPr>
              <p:cNvPr id="38" name="椭圆 37"/>
              <p:cNvSpPr/>
              <p:nvPr/>
            </p:nvSpPr>
            <p:spPr>
              <a:xfrm>
                <a:off x="7982305" y="3642785"/>
                <a:ext cx="943680" cy="1008944"/>
              </a:xfrm>
              <a:prstGeom prst="ellipse">
                <a:avLst/>
              </a:prstGeom>
              <a:ln>
                <a:solidFill>
                  <a:srgbClr val="C00000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l"/>
                <a:endParaRPr kumimoji="1" lang="zh-CN" altLang="en-US" sz="2100" dirty="0"/>
              </a:p>
            </p:txBody>
          </p:sp>
          <p:sp>
            <p:nvSpPr>
              <p:cNvPr id="39" name="椭圆 38"/>
              <p:cNvSpPr/>
              <p:nvPr/>
            </p:nvSpPr>
            <p:spPr>
              <a:xfrm>
                <a:off x="7288214" y="3653371"/>
                <a:ext cx="943680" cy="1008944"/>
              </a:xfrm>
              <a:prstGeom prst="ellipse">
                <a:avLst/>
              </a:prstGeom>
              <a:ln>
                <a:solidFill>
                  <a:srgbClr val="C00000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l"/>
                <a:endParaRPr kumimoji="1" lang="zh-CN" altLang="en-US" sz="2100" dirty="0"/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r:id="rId17" p14:bwMode="auto">
                <p14:nvContentPartPr>
                  <p14:cNvPr id="40" name="墨迹 39"/>
                  <p14:cNvContentPartPr/>
                  <p14:nvPr/>
                </p14:nvContentPartPr>
                <p14:xfrm>
                  <a:off x="8197378" y="3708404"/>
                  <a:ext cx="345240" cy="285480"/>
                </p14:xfrm>
              </p:contentPart>
            </mc:Choice>
            <mc:Fallback xmlns="">
              <p:pic>
                <p:nvPicPr>
                  <p:cNvPr id="40" name="墨迹 39"/>
                </p:nvPicPr>
                <p:blipFill>
                  <a:blip r:embed="rId6"/>
                </p:blipFill>
                <p:spPr>
                  <a:xfrm>
                    <a:off x="8197378" y="3708404"/>
                    <a:ext cx="345240" cy="285480"/>
                  </a:xfrm>
                  <a:prstGeom prst="rect"/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r:id="rId18" p14:bwMode="auto">
                <p14:nvContentPartPr>
                  <p14:cNvPr id="41" name="墨迹 40"/>
                  <p14:cNvContentPartPr/>
                  <p14:nvPr/>
                </p14:nvContentPartPr>
                <p14:xfrm>
                  <a:off x="7709578" y="3726044"/>
                  <a:ext cx="305280" cy="252000"/>
                </p14:xfrm>
              </p:contentPart>
            </mc:Choice>
            <mc:Fallback xmlns="">
              <p:pic>
                <p:nvPicPr>
                  <p:cNvPr id="41" name="墨迹 40"/>
                </p:nvPicPr>
                <p:blipFill>
                  <a:blip r:embed="rId8"/>
                </p:blipFill>
                <p:spPr>
                  <a:xfrm>
                    <a:off x="7709578" y="3726044"/>
                    <a:ext cx="305280" cy="252000"/>
                  </a:xfrm>
                  <a:prstGeom prst="rect"/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r:id="rId19" p14:bwMode="auto">
                <p14:nvContentPartPr>
                  <p14:cNvPr id="42" name="墨迹 41"/>
                  <p14:cNvContentPartPr/>
                  <p14:nvPr/>
                </p14:nvContentPartPr>
                <p14:xfrm>
                  <a:off x="8031778" y="4196924"/>
                  <a:ext cx="172800" cy="207000"/>
                </p14:xfrm>
              </p:contentPart>
            </mc:Choice>
            <mc:Fallback xmlns="">
              <p:pic>
                <p:nvPicPr>
                  <p:cNvPr id="42" name="墨迹 41"/>
                </p:nvPicPr>
                <p:blipFill>
                  <a:blip r:embed="rId10"/>
                </p:blipFill>
                <p:spPr>
                  <a:xfrm>
                    <a:off x="8031778" y="4196924"/>
                    <a:ext cx="172800" cy="207000"/>
                  </a:xfrm>
                  <a:prstGeom prst="rect"/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r:id="rId20" p14:bwMode="auto">
                <p14:nvContentPartPr>
                  <p14:cNvPr id="43" name="墨迹 42"/>
                  <p14:cNvContentPartPr/>
                  <p14:nvPr/>
                </p14:nvContentPartPr>
                <p14:xfrm>
                  <a:off x="8144818" y="3801644"/>
                  <a:ext cx="344880" cy="293040"/>
                </p14:xfrm>
              </p:contentPart>
            </mc:Choice>
            <mc:Fallback xmlns="">
              <p:pic>
                <p:nvPicPr>
                  <p:cNvPr id="43" name="墨迹 42"/>
                </p:nvPicPr>
                <p:blipFill>
                  <a:blip r:embed="rId21"/>
                </p:blipFill>
                <p:spPr>
                  <a:xfrm>
                    <a:off x="8144818" y="3801644"/>
                    <a:ext cx="344880" cy="293040"/>
                  </a:xfrm>
                  <a:prstGeom prst="rect"/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r:id="rId22" p14:bwMode="auto">
                <p14:nvContentPartPr>
                  <p14:cNvPr id="44" name="墨迹 43"/>
                  <p14:cNvContentPartPr/>
                  <p14:nvPr/>
                </p14:nvContentPartPr>
                <p14:xfrm>
                  <a:off x="8033218" y="4159844"/>
                  <a:ext cx="37440" cy="217080"/>
                </p14:xfrm>
              </p:contentPart>
            </mc:Choice>
            <mc:Fallback xmlns="">
              <p:pic>
                <p:nvPicPr>
                  <p:cNvPr id="44" name="墨迹 43"/>
                </p:nvPicPr>
                <p:blipFill>
                  <a:blip r:embed="rId14"/>
                </p:blipFill>
                <p:spPr>
                  <a:xfrm>
                    <a:off x="8033218" y="4159844"/>
                    <a:ext cx="37440" cy="217080"/>
                  </a:xfrm>
                  <a:prstGeom prst="rect"/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r:id="rId23" p14:bwMode="auto">
                <p14:nvContentPartPr>
                  <p14:cNvPr id="45" name="墨迹 44"/>
                  <p14:cNvContentPartPr/>
                  <p14:nvPr/>
                </p14:nvContentPartPr>
                <p14:xfrm>
                  <a:off x="7812898" y="3685364"/>
                  <a:ext cx="255960" cy="376200"/>
                </p14:xfrm>
              </p:contentPart>
            </mc:Choice>
            <mc:Fallback xmlns="">
              <p:pic>
                <p:nvPicPr>
                  <p:cNvPr id="45" name="墨迹 44"/>
                </p:nvPicPr>
                <p:blipFill>
                  <a:blip r:embed="rId16"/>
                </p:blipFill>
                <p:spPr>
                  <a:xfrm>
                    <a:off x="7812898" y="3685364"/>
                    <a:ext cx="255960" cy="376200"/>
                  </a:xfrm>
                  <a:prstGeom prst="rect"/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r:id="rId24" p14:bwMode="auto">
              <p14:nvContentPartPr>
                <p14:cNvPr id="32" name="墨迹 31"/>
                <p14:cNvContentPartPr/>
                <p14:nvPr/>
              </p14:nvContentPartPr>
              <p14:xfrm>
                <a:off x="8164014" y="4899244"/>
                <a:ext cx="69120" cy="115920"/>
              </p14:xfrm>
            </p:contentPart>
          </mc:Choice>
          <mc:Fallback xmlns="">
            <p:pic>
              <p:nvPicPr>
                <p:cNvPr id="32" name="墨迹 31"/>
              </p:nvPicPr>
              <p:blipFill>
                <a:blip r:embed="rId25"/>
              </p:blipFill>
              <p:spPr>
                <a:xfrm>
                  <a:off x="8164014" y="4899244"/>
                  <a:ext cx="69120" cy="115920"/>
                </a:xfrm>
                <a:prstGeom prst="rect"/>
              </p:spPr>
            </p:pic>
          </mc:Fallback>
        </mc:AlternateContent>
        <p:sp>
          <p:nvSpPr>
            <p:cNvPr id="33" name="文本框 32"/>
            <p:cNvSpPr txBox="1"/>
            <p:nvPr/>
          </p:nvSpPr>
          <p:spPr>
            <a:xfrm>
              <a:off x="7989293" y="4355826"/>
              <a:ext cx="4074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400" dirty="0"/>
                <a:t>A</a:t>
              </a:r>
              <a:endParaRPr kumimoji="1" lang="zh-CN" altLang="en-US" sz="2400" dirty="0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712792" y="4845473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400" dirty="0"/>
                <a:t>B</a:t>
              </a:r>
              <a:endParaRPr kumimoji="1" lang="zh-CN" altLang="en-US" sz="2400" dirty="0"/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8287310" y="4880729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400" dirty="0"/>
                <a:t>C</a:t>
              </a:r>
              <a:endParaRPr kumimoji="1" lang="zh-CN" altLang="en-US" sz="2400" dirty="0"/>
            </a:p>
          </p:txBody>
        </p:sp>
        <p:sp>
          <p:nvSpPr>
            <p:cNvPr id="36" name="矩形 35"/>
            <p:cNvSpPr/>
            <p:nvPr/>
          </p:nvSpPr>
          <p:spPr>
            <a:xfrm>
              <a:off x="7409806" y="4300398"/>
              <a:ext cx="1508416" cy="116066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l"/>
              <a:endParaRPr kumimoji="1" lang="zh-CN" altLang="en-US" sz="2100" dirty="0"/>
            </a:p>
          </p:txBody>
        </p:sp>
      </p:grpSp>
      <p:sp>
        <p:nvSpPr>
          <p:cNvPr id="46" name="文本框 45"/>
          <p:cNvSpPr txBox="1"/>
          <p:nvPr/>
        </p:nvSpPr>
        <p:spPr>
          <a:xfrm>
            <a:off x="153845" y="2111854"/>
            <a:ext cx="415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dirty="0"/>
              <a:t>7.</a:t>
            </a:r>
            <a:endParaRPr kumimoji="1" lang="zh-CN" altLang="en-US" sz="2400" dirty="0"/>
          </a:p>
        </p:txBody>
      </p:sp>
      <p:sp>
        <p:nvSpPr>
          <p:cNvPr id="47" name="文本框 46"/>
          <p:cNvSpPr txBox="1"/>
          <p:nvPr/>
        </p:nvSpPr>
        <p:spPr>
          <a:xfrm>
            <a:off x="2332728" y="2049283"/>
            <a:ext cx="415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dirty="0"/>
              <a:t>8.</a:t>
            </a:r>
            <a:endParaRPr kumimoji="1" lang="zh-CN" altLang="en-US" sz="2400" dirty="0"/>
          </a:p>
        </p:txBody>
      </p:sp>
      <p:grpSp>
        <p:nvGrpSpPr>
          <p:cNvPr id="48" name="组合 47"/>
          <p:cNvGrpSpPr/>
          <p:nvPr/>
        </p:nvGrpSpPr>
        <p:grpSpPr>
          <a:xfrm>
            <a:off x="5034674" y="1236440"/>
            <a:ext cx="1508416" cy="1160662"/>
            <a:chOff x="7540530" y="4375104"/>
            <a:chExt cx="1508416" cy="1160662"/>
          </a:xfrm>
        </p:grpSpPr>
        <p:sp>
          <p:nvSpPr>
            <p:cNvPr id="49" name="椭圆 48"/>
            <p:cNvSpPr/>
            <p:nvPr/>
          </p:nvSpPr>
          <p:spPr>
            <a:xfrm>
              <a:off x="7986378" y="4435608"/>
              <a:ext cx="653003" cy="677539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txBody>
            <a:bodyPr wrap="square" rtlCol="0" anchor="ctr">
              <a:spAutoFit/>
            </a:bodyPr>
            <a:lstStyle/>
            <a:p>
              <a:pPr algn="l"/>
              <a:endParaRPr kumimoji="1" lang="zh-CN" altLang="en-US" sz="2100" dirty="0"/>
            </a:p>
          </p:txBody>
        </p:sp>
        <p:sp>
          <p:nvSpPr>
            <p:cNvPr id="50" name="椭圆 49"/>
            <p:cNvSpPr/>
            <p:nvPr/>
          </p:nvSpPr>
          <p:spPr>
            <a:xfrm>
              <a:off x="8209743" y="4789539"/>
              <a:ext cx="653003" cy="677539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txBody>
            <a:bodyPr wrap="square" rtlCol="0" anchor="ctr">
              <a:spAutoFit/>
            </a:bodyPr>
            <a:lstStyle/>
            <a:p>
              <a:pPr algn="l"/>
              <a:endParaRPr kumimoji="1" lang="zh-CN" altLang="en-US" sz="2100" dirty="0"/>
            </a:p>
          </p:txBody>
        </p:sp>
        <p:sp>
          <p:nvSpPr>
            <p:cNvPr id="51" name="椭圆 50"/>
            <p:cNvSpPr/>
            <p:nvPr/>
          </p:nvSpPr>
          <p:spPr>
            <a:xfrm>
              <a:off x="7729449" y="4796648"/>
              <a:ext cx="653003" cy="677539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txBody>
            <a:bodyPr wrap="square" rtlCol="0" anchor="ctr">
              <a:spAutoFit/>
            </a:bodyPr>
            <a:lstStyle/>
            <a:p>
              <a:pPr algn="l"/>
              <a:endParaRPr kumimoji="1" lang="zh-CN" altLang="en-US" sz="2100" dirty="0"/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8092194" y="4454495"/>
              <a:ext cx="4074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400" dirty="0"/>
                <a:t>A</a:t>
              </a:r>
              <a:endParaRPr kumimoji="1" lang="zh-CN" altLang="en-US" sz="2400" dirty="0"/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7815693" y="4944142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400" dirty="0"/>
                <a:t>B</a:t>
              </a:r>
              <a:endParaRPr kumimoji="1" lang="zh-CN" altLang="en-US" sz="2400" dirty="0"/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8390211" y="4979398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400" dirty="0"/>
                <a:t>C</a:t>
              </a:r>
              <a:endParaRPr kumimoji="1" lang="zh-CN" altLang="en-US" sz="2400" dirty="0"/>
            </a:p>
          </p:txBody>
        </p:sp>
        <p:sp>
          <p:nvSpPr>
            <p:cNvPr id="55" name="矩形 54"/>
            <p:cNvSpPr/>
            <p:nvPr/>
          </p:nvSpPr>
          <p:spPr>
            <a:xfrm>
              <a:off x="7540530" y="4375104"/>
              <a:ext cx="1508416" cy="116066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l"/>
              <a:endParaRPr kumimoji="1" lang="zh-CN" altLang="en-US" sz="2100" dirty="0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r:id="rId26" p14:bwMode="auto">
              <p14:nvContentPartPr>
                <p14:cNvPr id="56" name="墨迹 55"/>
                <p14:cNvContentPartPr/>
                <p14:nvPr/>
              </p14:nvContentPartPr>
              <p14:xfrm>
                <a:off x="7580698" y="4415444"/>
                <a:ext cx="538920" cy="1062000"/>
              </p14:xfrm>
            </p:contentPart>
          </mc:Choice>
          <mc:Fallback xmlns="">
            <p:pic>
              <p:nvPicPr>
                <p:cNvPr id="56" name="墨迹 55"/>
              </p:nvPicPr>
              <p:blipFill>
                <a:blip r:embed="rId27"/>
              </p:blipFill>
              <p:spPr>
                <a:xfrm>
                  <a:off x="7580698" y="4415444"/>
                  <a:ext cx="538920" cy="106200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28" p14:bwMode="auto">
              <p14:nvContentPartPr>
                <p14:cNvPr id="57" name="墨迹 56"/>
                <p14:cNvContentPartPr/>
                <p14:nvPr/>
              </p14:nvContentPartPr>
              <p14:xfrm>
                <a:off x="8581858" y="4442084"/>
                <a:ext cx="433440" cy="1002240"/>
              </p14:xfrm>
            </p:contentPart>
          </mc:Choice>
          <mc:Fallback xmlns="">
            <p:pic>
              <p:nvPicPr>
                <p:cNvPr id="57" name="墨迹 56"/>
              </p:nvPicPr>
              <p:blipFill>
                <a:blip r:embed="rId29"/>
              </p:blipFill>
              <p:spPr>
                <a:xfrm>
                  <a:off x="8581858" y="4442084"/>
                  <a:ext cx="433440" cy="100224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30" p14:bwMode="auto">
              <p14:nvContentPartPr>
                <p14:cNvPr id="58" name="墨迹 57"/>
                <p14:cNvContentPartPr/>
                <p14:nvPr/>
              </p14:nvContentPartPr>
              <p14:xfrm>
                <a:off x="7594018" y="4432724"/>
                <a:ext cx="355680" cy="10080"/>
              </p14:xfrm>
            </p:contentPart>
          </mc:Choice>
          <mc:Fallback xmlns="">
            <p:pic>
              <p:nvPicPr>
                <p:cNvPr id="58" name="墨迹 57"/>
              </p:nvPicPr>
              <p:blipFill>
                <a:blip r:embed="rId31"/>
              </p:blipFill>
              <p:spPr>
                <a:xfrm>
                  <a:off x="7594018" y="4432724"/>
                  <a:ext cx="355680" cy="1008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32" p14:bwMode="auto">
              <p14:nvContentPartPr>
                <p14:cNvPr id="59" name="墨迹 58"/>
                <p14:cNvContentPartPr/>
                <p14:nvPr/>
              </p14:nvContentPartPr>
              <p14:xfrm>
                <a:off x="7812898" y="4403924"/>
                <a:ext cx="1148400" cy="1113840"/>
              </p14:xfrm>
            </p:contentPart>
          </mc:Choice>
          <mc:Fallback xmlns="">
            <p:pic>
              <p:nvPicPr>
                <p:cNvPr id="59" name="墨迹 58"/>
              </p:nvPicPr>
              <p:blipFill>
                <a:blip r:embed="rId33"/>
              </p:blipFill>
              <p:spPr>
                <a:xfrm>
                  <a:off x="7812898" y="4403924"/>
                  <a:ext cx="1148400" cy="111384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34" p14:bwMode="auto">
              <p14:nvContentPartPr>
                <p14:cNvPr id="60" name="墨迹 59"/>
                <p14:cNvContentPartPr/>
                <p14:nvPr/>
              </p14:nvContentPartPr>
              <p14:xfrm>
                <a:off x="7775818" y="4825844"/>
                <a:ext cx="45360" cy="53640"/>
              </p14:xfrm>
            </p:contentPart>
          </mc:Choice>
          <mc:Fallback xmlns="">
            <p:pic>
              <p:nvPicPr>
                <p:cNvPr id="60" name="墨迹 59"/>
              </p:nvPicPr>
              <p:blipFill>
                <a:blip r:embed="rId35"/>
              </p:blipFill>
              <p:spPr>
                <a:xfrm>
                  <a:off x="7775818" y="4825844"/>
                  <a:ext cx="45360" cy="53640"/>
                </a:xfrm>
                <a:prstGeom prst="rect"/>
              </p:spPr>
            </p:pic>
          </mc:Fallback>
        </mc:AlternateContent>
      </p:grpSp>
      <p:grpSp>
        <p:nvGrpSpPr>
          <p:cNvPr id="61" name="组合 60"/>
          <p:cNvGrpSpPr/>
          <p:nvPr/>
        </p:nvGrpSpPr>
        <p:grpSpPr>
          <a:xfrm>
            <a:off x="7347195" y="1228916"/>
            <a:ext cx="1508416" cy="1160662"/>
            <a:chOff x="7584745" y="5647736"/>
            <a:chExt cx="1508416" cy="1160662"/>
          </a:xfrm>
        </p:grpSpPr>
        <p:sp>
          <p:nvSpPr>
            <p:cNvPr id="62" name="椭圆 61"/>
            <p:cNvSpPr/>
            <p:nvPr/>
          </p:nvSpPr>
          <p:spPr>
            <a:xfrm>
              <a:off x="8048848" y="5739475"/>
              <a:ext cx="653003" cy="677539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txBody>
            <a:bodyPr wrap="square" rtlCol="0" anchor="ctr">
              <a:spAutoFit/>
            </a:bodyPr>
            <a:lstStyle/>
            <a:p>
              <a:pPr algn="l"/>
              <a:endParaRPr kumimoji="1" lang="zh-CN" altLang="en-US" sz="2100" dirty="0"/>
            </a:p>
          </p:txBody>
        </p:sp>
        <p:sp>
          <p:nvSpPr>
            <p:cNvPr id="63" name="椭圆 62"/>
            <p:cNvSpPr/>
            <p:nvPr/>
          </p:nvSpPr>
          <p:spPr>
            <a:xfrm>
              <a:off x="8272213" y="6093406"/>
              <a:ext cx="653003" cy="677539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txBody>
            <a:bodyPr wrap="square" rtlCol="0" anchor="ctr">
              <a:spAutoFit/>
            </a:bodyPr>
            <a:lstStyle/>
            <a:p>
              <a:pPr algn="l"/>
              <a:endParaRPr kumimoji="1" lang="zh-CN" altLang="en-US" sz="2100" dirty="0"/>
            </a:p>
          </p:txBody>
        </p:sp>
        <p:sp>
          <p:nvSpPr>
            <p:cNvPr id="64" name="椭圆 63"/>
            <p:cNvSpPr/>
            <p:nvPr/>
          </p:nvSpPr>
          <p:spPr>
            <a:xfrm>
              <a:off x="7791919" y="6100515"/>
              <a:ext cx="653003" cy="677539"/>
            </a:xfrm>
            <a:prstGeom prst="ellipse">
              <a:avLst/>
            </a:prstGeom>
            <a:ln>
              <a:solidFill>
                <a:srgbClr val="C00000"/>
              </a:solidFill>
            </a:ln>
          </p:spPr>
          <p:txBody>
            <a:bodyPr wrap="square" rtlCol="0" anchor="ctr">
              <a:spAutoFit/>
            </a:bodyPr>
            <a:lstStyle/>
            <a:p>
              <a:pPr algn="l"/>
              <a:endParaRPr kumimoji="1" lang="zh-CN" altLang="en-US" sz="2100" dirty="0"/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8154826" y="5738420"/>
              <a:ext cx="4074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400" dirty="0"/>
                <a:t>A</a:t>
              </a:r>
              <a:endParaRPr kumimoji="1" lang="zh-CN" altLang="en-US" sz="2400" dirty="0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7878325" y="6228067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400" dirty="0"/>
                <a:t>B</a:t>
              </a:r>
              <a:endParaRPr kumimoji="1" lang="zh-CN" altLang="en-US" sz="2400" dirty="0"/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8452843" y="6263323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kumimoji="1" lang="en-US" altLang="zh-CN" sz="2400" dirty="0"/>
                <a:t>C</a:t>
              </a:r>
              <a:endParaRPr kumimoji="1" lang="zh-CN" altLang="en-US" sz="2400" dirty="0"/>
            </a:p>
          </p:txBody>
        </p:sp>
        <p:sp>
          <p:nvSpPr>
            <p:cNvPr id="68" name="矩形 67"/>
            <p:cNvSpPr/>
            <p:nvPr/>
          </p:nvSpPr>
          <p:spPr>
            <a:xfrm>
              <a:off x="7584745" y="5647736"/>
              <a:ext cx="1508416" cy="1160662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l"/>
              <a:endParaRPr kumimoji="1" lang="zh-CN" altLang="en-US" sz="2100" dirty="0"/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r:id="rId36" p14:bwMode="auto">
              <p14:nvContentPartPr>
                <p14:cNvPr id="69" name="墨迹 68"/>
                <p14:cNvContentPartPr/>
                <p14:nvPr/>
              </p14:nvContentPartPr>
              <p14:xfrm>
                <a:off x="7632431" y="5695604"/>
                <a:ext cx="206280" cy="11160"/>
              </p14:xfrm>
            </p:contentPart>
          </mc:Choice>
          <mc:Fallback xmlns="">
            <p:pic>
              <p:nvPicPr>
                <p:cNvPr id="69" name="墨迹 68"/>
              </p:nvPicPr>
              <p:blipFill>
                <a:blip r:embed="rId37"/>
              </p:blipFill>
              <p:spPr>
                <a:xfrm>
                  <a:off x="7632431" y="5695604"/>
                  <a:ext cx="206280" cy="1116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38" p14:bwMode="auto">
              <p14:nvContentPartPr>
                <p14:cNvPr id="70" name="墨迹 69"/>
                <p14:cNvContentPartPr/>
                <p14:nvPr/>
              </p14:nvContentPartPr>
              <p14:xfrm>
                <a:off x="7662311" y="5836004"/>
                <a:ext cx="1384560" cy="782280"/>
              </p14:xfrm>
            </p:contentPart>
          </mc:Choice>
          <mc:Fallback xmlns="">
            <p:pic>
              <p:nvPicPr>
                <p:cNvPr id="70" name="墨迹 69"/>
              </p:nvPicPr>
              <p:blipFill>
                <a:blip r:embed="rId39"/>
              </p:blipFill>
              <p:spPr>
                <a:xfrm>
                  <a:off x="7662311" y="5836004"/>
                  <a:ext cx="1384560" cy="78228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40" p14:bwMode="auto">
              <p14:nvContentPartPr>
                <p14:cNvPr id="71" name="墨迹 70"/>
                <p14:cNvContentPartPr/>
                <p14:nvPr/>
              </p14:nvContentPartPr>
              <p14:xfrm>
                <a:off x="8529191" y="6214724"/>
                <a:ext cx="337320" cy="56160"/>
              </p14:xfrm>
            </p:contentPart>
          </mc:Choice>
          <mc:Fallback xmlns="">
            <p:pic>
              <p:nvPicPr>
                <p:cNvPr id="71" name="墨迹 70"/>
              </p:nvPicPr>
              <p:blipFill>
                <a:blip r:embed="rId41"/>
              </p:blipFill>
              <p:spPr>
                <a:xfrm>
                  <a:off x="8529191" y="6214724"/>
                  <a:ext cx="337320" cy="5616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42" p14:bwMode="auto">
              <p14:nvContentPartPr>
                <p14:cNvPr id="72" name="墨迹 71"/>
                <p14:cNvContentPartPr/>
                <p14:nvPr/>
              </p14:nvContentPartPr>
              <p14:xfrm>
                <a:off x="8017271" y="6197444"/>
                <a:ext cx="206640" cy="27000"/>
              </p14:xfrm>
            </p:contentPart>
          </mc:Choice>
          <mc:Fallback xmlns="">
            <p:pic>
              <p:nvPicPr>
                <p:cNvPr id="72" name="墨迹 71"/>
              </p:nvPicPr>
              <p:blipFill>
                <a:blip r:embed="rId43"/>
              </p:blipFill>
              <p:spPr>
                <a:xfrm>
                  <a:off x="8017271" y="6197444"/>
                  <a:ext cx="206640" cy="2700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44" p14:bwMode="auto">
              <p14:nvContentPartPr>
                <p14:cNvPr id="73" name="墨迹 72"/>
                <p14:cNvContentPartPr/>
                <p14:nvPr/>
              </p14:nvContentPartPr>
              <p14:xfrm>
                <a:off x="8231471" y="6090524"/>
                <a:ext cx="260640" cy="291240"/>
              </p14:xfrm>
            </p:contentPart>
          </mc:Choice>
          <mc:Fallback xmlns="">
            <p:pic>
              <p:nvPicPr>
                <p:cNvPr id="73" name="墨迹 72"/>
              </p:nvPicPr>
              <p:blipFill>
                <a:blip r:embed="rId45"/>
              </p:blipFill>
              <p:spPr>
                <a:xfrm>
                  <a:off x="8231471" y="6090524"/>
                  <a:ext cx="260640" cy="29124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r:id="rId46" p14:bwMode="auto">
              <p14:nvContentPartPr>
                <p14:cNvPr id="74" name="墨迹 73"/>
                <p14:cNvContentPartPr/>
                <p14:nvPr/>
              </p14:nvContentPartPr>
              <p14:xfrm>
                <a:off x="7636751" y="6680924"/>
                <a:ext cx="190800" cy="45000"/>
              </p14:xfrm>
            </p:contentPart>
          </mc:Choice>
          <mc:Fallback xmlns="">
            <p:pic>
              <p:nvPicPr>
                <p:cNvPr id="74" name="墨迹 73"/>
              </p:nvPicPr>
              <p:blipFill>
                <a:blip r:embed="rId47"/>
              </p:blipFill>
              <p:spPr>
                <a:xfrm>
                  <a:off x="7636751" y="6680924"/>
                  <a:ext cx="190800" cy="45000"/>
                </a:xfrm>
                <a:prstGeom prst="rect"/>
              </p:spPr>
            </p:pic>
          </mc:Fallback>
        </mc:AlternateContent>
      </p:grpSp>
      <p:sp>
        <p:nvSpPr>
          <p:cNvPr id="75" name="文本框 74"/>
          <p:cNvSpPr txBox="1"/>
          <p:nvPr/>
        </p:nvSpPr>
        <p:spPr>
          <a:xfrm>
            <a:off x="4567336" y="1974483"/>
            <a:ext cx="415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dirty="0"/>
              <a:t>9.</a:t>
            </a:r>
            <a:endParaRPr kumimoji="1" lang="zh-CN" altLang="en-US" sz="2400" dirty="0"/>
          </a:p>
        </p:txBody>
      </p:sp>
      <p:sp>
        <p:nvSpPr>
          <p:cNvPr id="76" name="文本框 75"/>
          <p:cNvSpPr txBox="1"/>
          <p:nvPr/>
        </p:nvSpPr>
        <p:spPr>
          <a:xfrm>
            <a:off x="6828451" y="1962262"/>
            <a:ext cx="5579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zh-CN" sz="2400" dirty="0"/>
              <a:t>11.</a:t>
            </a:r>
            <a:endParaRPr kumimoji="1" lang="zh-CN" alt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2" grpId="0"/>
      <p:bldP spid="14" grpId="0"/>
      <p:bldP spid="46" grpId="0"/>
      <p:bldP spid="47" grpId="0"/>
      <p:bldP spid="75" grpId="0"/>
      <p:bldP spid="7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学论网--www.xuelun.me"/>
          <p:cNvSpPr/>
          <p:nvPr/>
        </p:nvSpPr>
        <p:spPr bwMode="auto">
          <a:xfrm>
            <a:off x="2858233" y="3105834"/>
            <a:ext cx="34275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事件的运算定律</a:t>
            </a:r>
            <a:endParaRPr lang="en-GB" altLang="zh-CN" sz="3600" b="1" kern="100" dirty="0">
              <a:solidFill>
                <a:srgbClr val="C00000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线连接符 48"/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学论网--www.xuelun.me"/>
          <p:cNvSpPr/>
          <p:nvPr/>
        </p:nvSpPr>
        <p:spPr bwMode="auto">
          <a:xfrm>
            <a:off x="2858277" y="218330"/>
            <a:ext cx="34275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交换律、结合律</a:t>
            </a:r>
            <a:endParaRPr lang="en-GB" altLang="zh-CN" sz="3600" b="1" kern="100" dirty="0">
              <a:solidFill>
                <a:srgbClr val="C00000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2490855" y="2178129"/>
                <a:ext cx="3935629" cy="353891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kumimoji="1" lang="en-US" altLang="zh-CN" sz="2600" b="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kumimoji="1" lang="en-US" altLang="zh-CN" sz="26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kumimoji="1" lang="en-US" altLang="zh-CN" sz="2600" dirty="0"/>
              </a:p>
              <a:p>
                <a:pPr>
                  <a:lnSpc>
                    <a:spcPct val="150000"/>
                  </a:lnSpc>
                </a:pPr>
                <a:endParaRPr kumimoji="1" lang="en-US" altLang="zh-CN" sz="26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d>
                        <m:dPr>
                          <m:ctrlPr>
                            <a:rPr kumimoji="1" lang="en-US" altLang="zh-CN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kumimoji="1" lang="en-US" altLang="zh-CN" sz="2600" b="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kumimoji="1" lang="en-US" altLang="zh-CN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kumimoji="1" lang="en-US" altLang="zh-CN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kumimoji="1" lang="en-US" altLang="zh-CN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kumimoji="1" lang="en-US" altLang="zh-CN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600" dirty="0"/>
              </a:p>
              <a:p>
                <a:pPr>
                  <a:lnSpc>
                    <a:spcPct val="150000"/>
                  </a:lnSpc>
                </a:pPr>
                <a:endParaRPr kumimoji="1" lang="zh-CN" altLang="en-US" sz="2600" dirty="0"/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0855" y="2178129"/>
                <a:ext cx="3935629" cy="3538918"/>
              </a:xfrm>
              <a:prstGeom prst="rect">
                <a:avLst/>
              </a:prstGeom>
              <a:blipFill rotWithShape="1">
                <a:blip r:embed="rId1"/>
                <a:stretch>
                  <a:fillRect l="-10" t="-2" r="7" b="-7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414337" y="2178129"/>
            <a:ext cx="118974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600" b="1" dirty="0">
                <a:solidFill>
                  <a:srgbClr val="011893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交换律</a:t>
            </a:r>
            <a:endParaRPr kumimoji="1" lang="zh-CN" altLang="en-US" sz="2600" b="1" dirty="0">
              <a:solidFill>
                <a:srgbClr val="011893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8625" y="3947588"/>
            <a:ext cx="118974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600" b="1" dirty="0">
                <a:solidFill>
                  <a:srgbClr val="011893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结合律</a:t>
            </a:r>
            <a:endParaRPr kumimoji="1" lang="zh-CN" altLang="en-US" sz="2600" b="1" dirty="0">
              <a:solidFill>
                <a:srgbClr val="011893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线连接符 48"/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学论网--www.xuelun.me"/>
          <p:cNvSpPr/>
          <p:nvPr/>
        </p:nvSpPr>
        <p:spPr bwMode="auto">
          <a:xfrm>
            <a:off x="3784805" y="218330"/>
            <a:ext cx="157446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分配律</a:t>
            </a:r>
            <a:endParaRPr lang="en-GB" altLang="zh-CN" sz="3600" b="1" kern="100" dirty="0">
              <a:solidFill>
                <a:srgbClr val="C00000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2490855" y="2178129"/>
                <a:ext cx="4887428" cy="17384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kumimoji="1" lang="en-US" altLang="zh-CN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 </m:t>
                      </m:r>
                      <m:d>
                        <m:dPr>
                          <m:ctrlP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=(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kumimoji="1" lang="en-US" altLang="zh-CN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)∪</m:t>
                      </m:r>
                      <m:d>
                        <m:dPr>
                          <m:ctrlPr>
                            <a:rPr kumimoji="1" lang="en-US" altLang="zh-CN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kumimoji="1" lang="en-US" altLang="zh-CN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kumimoji="1" lang="en-US" altLang="zh-CN" sz="2600" b="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kumimoji="1" lang="en-US" altLang="zh-CN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d>
                        <m:dPr>
                          <m:ctrlPr>
                            <a:rPr kumimoji="1" lang="en-US" altLang="zh-CN" sz="2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6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kumimoji="1" lang="en-US" altLang="zh-CN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kumimoji="1" lang="en-US" altLang="zh-CN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kumimoji="1" lang="en-US" altLang="zh-CN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=(</m:t>
                      </m:r>
                      <m:r>
                        <a:rPr kumimoji="1" lang="en-US" altLang="zh-CN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kumimoji="1" lang="en-US" altLang="zh-CN" sz="2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r>
                        <a:rPr kumimoji="1" lang="en-US" altLang="zh-CN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  <m:r>
                        <a:rPr kumimoji="1" lang="en-US" altLang="zh-CN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)∩</m:t>
                      </m:r>
                      <m:d>
                        <m:dPr>
                          <m:ctrlPr>
                            <a:rPr kumimoji="1" lang="en-US" altLang="zh-CN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kumimoji="1" lang="en-US" altLang="zh-CN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r>
                            <a:rPr kumimoji="1" lang="en-US" altLang="zh-CN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</m:oMath>
                  </m:oMathPara>
                </a14:m>
                <a:endParaRPr kumimoji="1" lang="en-US" altLang="zh-CN" sz="260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kumimoji="1" lang="zh-CN" altLang="en-US" sz="2600" dirty="0"/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0855" y="2178129"/>
                <a:ext cx="4887428" cy="1738425"/>
              </a:xfrm>
              <a:prstGeom prst="rect">
                <a:avLst/>
              </a:prstGeom>
              <a:blipFill rotWithShape="1">
                <a:blip r:embed="rId1"/>
                <a:stretch>
                  <a:fillRect l="-8" t="-5" r="4" b="-25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414337" y="2184558"/>
            <a:ext cx="118974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600" b="1" dirty="0">
                <a:solidFill>
                  <a:srgbClr val="011893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分配律</a:t>
            </a:r>
            <a:endParaRPr kumimoji="1" lang="zh-CN" altLang="en-US" sz="2600" b="1" dirty="0">
              <a:solidFill>
                <a:srgbClr val="011893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动图"/>
          <p:cNvPicPr>
            <a:picLocks noChangeAspect="1" noChangeArrowheads="1"/>
          </p:cNvPicPr>
          <p:nvPr/>
        </p:nvPicPr>
        <p:blipFill rotWithShape="1">
          <a:blip r:embed="rId1"/>
          <a:srcRect l="24205" t="23213" r="22546" b="18197"/>
          <a:stretch>
            <a:fillRect/>
          </a:stretch>
        </p:blipFill>
        <p:spPr bwMode="auto">
          <a:xfrm>
            <a:off x="6001555" y="1133980"/>
            <a:ext cx="2897746" cy="2295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直线连接符 48"/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学论网--www.xuelun.me"/>
          <p:cNvSpPr/>
          <p:nvPr/>
        </p:nvSpPr>
        <p:spPr bwMode="auto">
          <a:xfrm>
            <a:off x="3553173" y="218330"/>
            <a:ext cx="20377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德摩根律</a:t>
            </a:r>
            <a:endParaRPr lang="en-GB" altLang="zh-CN" sz="3600" b="1" kern="100" dirty="0">
              <a:solidFill>
                <a:srgbClr val="C00000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3553173" y="1328579"/>
                <a:ext cx="2147639" cy="12028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1" lang="en-US" altLang="zh-CN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kumimoji="1" lang="en-US" altLang="zh-CN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r>
                            <a:rPr kumimoji="1" lang="en-US" altLang="zh-CN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kumimoji="1" lang="en-US" altLang="zh-CN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kumimoji="1" lang="en-US" altLang="zh-CN" sz="2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∩</m:t>
                      </m:r>
                      <m:acc>
                        <m:accPr>
                          <m:chr m:val="̅"/>
                          <m:ctrlPr>
                            <a:rPr kumimoji="1" lang="en-US" altLang="zh-CN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kumimoji="1" lang="en-US" altLang="zh-CN" sz="2600" b="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kumimoji="1" lang="en-US" altLang="zh-CN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kumimoji="1" lang="en-US" altLang="zh-CN" sz="2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kumimoji="1" lang="en-US" altLang="zh-CN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kumimoji="1" lang="en-US" altLang="zh-CN" sz="2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kumimoji="1" lang="en-US" altLang="zh-CN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kumimoji="1" lang="en-US" altLang="zh-CN" sz="2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∪</m:t>
                      </m:r>
                      <m:acc>
                        <m:accPr>
                          <m:chr m:val="̅"/>
                          <m:ctrlPr>
                            <a:rPr kumimoji="1" lang="en-US" altLang="zh-CN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sz="2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kumimoji="1" lang="en-US" altLang="zh-CN" sz="2600" b="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3173" y="1328579"/>
                <a:ext cx="2147639" cy="1202893"/>
              </a:xfrm>
              <a:prstGeom prst="rect">
                <a:avLst/>
              </a:prstGeom>
              <a:blipFill rotWithShape="1">
                <a:blip r:embed="rId2"/>
                <a:stretch>
                  <a:fillRect l="-16" t="-13" r="-661" b="-10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443572" y="1437583"/>
            <a:ext cx="15247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600" b="1" dirty="0">
                <a:solidFill>
                  <a:srgbClr val="011893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德摩根律</a:t>
            </a:r>
            <a:endParaRPr kumimoji="1" lang="zh-CN" altLang="en-US" sz="2600" b="1" dirty="0">
              <a:solidFill>
                <a:srgbClr val="011893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6" name="图片 5" descr="文本&#10;&#10;中度可信度描述已自动生成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6179" y="4109899"/>
            <a:ext cx="6341626" cy="2077192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 descr="文本, 信件&#10;&#10;描述已自动生成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2043707"/>
            <a:ext cx="9302607" cy="3883143"/>
          </a:xfrm>
        </p:spPr>
      </p:pic>
      <p:cxnSp>
        <p:nvCxnSpPr>
          <p:cNvPr id="2" name="直线连接符 48"/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学论网--www.xuelun.me"/>
          <p:cNvSpPr/>
          <p:nvPr/>
        </p:nvSpPr>
        <p:spPr bwMode="auto">
          <a:xfrm>
            <a:off x="3553173" y="218330"/>
            <a:ext cx="20377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德摩根律</a:t>
            </a:r>
            <a:endParaRPr lang="en-GB" altLang="zh-CN" sz="3600" b="1" kern="100" dirty="0">
              <a:solidFill>
                <a:srgbClr val="C00000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线连接符 48"/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学论网--www.xuelun.me"/>
          <p:cNvSpPr/>
          <p:nvPr/>
        </p:nvSpPr>
        <p:spPr bwMode="auto">
          <a:xfrm>
            <a:off x="4016439" y="218330"/>
            <a:ext cx="111120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作业</a:t>
            </a:r>
            <a:endParaRPr lang="en-GB" altLang="zh-CN" sz="3600" b="1" kern="100" dirty="0">
              <a:solidFill>
                <a:srgbClr val="C00000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74254" y="2434107"/>
            <a:ext cx="5616575" cy="30460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自我介绍</a:t>
            </a:r>
            <a:endParaRPr kumimoji="1" lang="en-US" altLang="zh-CN" sz="3200" b="1" dirty="0">
              <a:solidFill>
                <a:srgbClr val="C00000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习题 </a:t>
            </a:r>
            <a:r>
              <a:rPr kumimoji="1"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</a:t>
            </a:r>
            <a:r>
              <a:rPr kumimoji="1"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， </a:t>
            </a:r>
            <a:r>
              <a:rPr kumimoji="1"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endParaRPr kumimoji="1" lang="en-US" altLang="zh-CN" sz="3200" b="1" dirty="0">
              <a:solidFill>
                <a:srgbClr val="C00000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kumimoji="1" lang="zh-CN" altLang="en-US" sz="32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用韦恩图表示德摩根律</a:t>
            </a:r>
            <a:endParaRPr kumimoji="1" lang="zh-CN" altLang="en-US" sz="3200" b="1" dirty="0">
              <a:solidFill>
                <a:srgbClr val="C00000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 indent="0">
              <a:lnSpc>
                <a:spcPct val="150000"/>
              </a:lnSpc>
              <a:buNone/>
            </a:pPr>
            <a:r>
              <a:rPr kumimoji="1" lang="en-US" altLang="zh-CN" sz="3200" b="1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zhengf35@mail.sysu.edu.cn</a:t>
            </a:r>
            <a:endParaRPr kumimoji="1" lang="en-US" altLang="zh-CN" sz="3200" b="1" dirty="0">
              <a:solidFill>
                <a:srgbClr val="C00000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99" y="1758555"/>
            <a:ext cx="8886802" cy="3246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直线连接符 48"/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学论网--www.xuelun.me"/>
          <p:cNvSpPr/>
          <p:nvPr/>
        </p:nvSpPr>
        <p:spPr bwMode="auto">
          <a:xfrm>
            <a:off x="2858269" y="218330"/>
            <a:ext cx="34275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事件</a:t>
            </a:r>
            <a:r>
              <a:rPr lang="zh-CN" altLang="en-US" sz="3600" b="1" kern="10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的运算定律</a:t>
            </a:r>
            <a:endParaRPr lang="en-GB" altLang="zh-CN" sz="3600" b="1" kern="100" dirty="0">
              <a:solidFill>
                <a:srgbClr val="C00000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688" y="1800821"/>
            <a:ext cx="8912624" cy="3256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" name="直线连接符 48"/>
          <p:cNvCxnSpPr/>
          <p:nvPr/>
        </p:nvCxnSpPr>
        <p:spPr>
          <a:xfrm>
            <a:off x="0" y="931136"/>
            <a:ext cx="9144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学论网--www.xuelun.me"/>
          <p:cNvSpPr/>
          <p:nvPr/>
        </p:nvSpPr>
        <p:spPr bwMode="auto">
          <a:xfrm>
            <a:off x="2858269" y="218330"/>
            <a:ext cx="34275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b="1" kern="100" dirty="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事件</a:t>
            </a:r>
            <a:r>
              <a:rPr lang="zh-CN" altLang="en-US" sz="3600" b="1" kern="100">
                <a:solidFill>
                  <a:srgbClr val="C00000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的运算定律</a:t>
            </a:r>
            <a:endParaRPr lang="en-GB" altLang="zh-CN" sz="3600" b="1" kern="100" dirty="0">
              <a:solidFill>
                <a:srgbClr val="C00000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tags/tag1.xml><?xml version="1.0" encoding="utf-8"?>
<p:tagLst xmlns:p="http://schemas.openxmlformats.org/presentationml/2006/main">
  <p:tag name="KSO_WPP_MARK_KEY" val="ee3f9d40-1859-4389-875a-fd0385712580"/>
  <p:tag name="COMMONDATA" val="eyJoZGlkIjoiZmYxZmYyZDYyNGQwZDEwMzhmOTgxYzY2N2YyZmVkZjUifQ=="/>
</p:tagLst>
</file>

<file path=ppt/theme/theme1.xml><?xml version="1.0" encoding="utf-8"?>
<a:theme xmlns:a="http://schemas.openxmlformats.org/drawingml/2006/main" name="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1899</Words>
  <Application>WPS 演示</Application>
  <PresentationFormat>全屏显示(4:3)</PresentationFormat>
  <Paragraphs>322</Paragraphs>
  <Slides>25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8</vt:i4>
      </vt:variant>
      <vt:variant>
        <vt:lpstr>幻灯片标题</vt:lpstr>
      </vt:variant>
      <vt:variant>
        <vt:i4>25</vt:i4>
      </vt:variant>
    </vt:vector>
  </HeadingPairs>
  <TitlesOfParts>
    <vt:vector size="45" baseType="lpstr">
      <vt:lpstr>Arial</vt:lpstr>
      <vt:lpstr>宋体</vt:lpstr>
      <vt:lpstr>Wingdings</vt:lpstr>
      <vt:lpstr>楷体</vt:lpstr>
      <vt:lpstr>Cambria Math</vt:lpstr>
      <vt:lpstr>Verdana</vt:lpstr>
      <vt:lpstr>Calibri</vt:lpstr>
      <vt:lpstr>微软雅黑</vt:lpstr>
      <vt:lpstr>Arial Unicode MS</vt:lpstr>
      <vt:lpstr>等线 Light</vt:lpstr>
      <vt:lpstr>Calibri Light</vt:lpstr>
      <vt:lpstr>Office 主题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答辩2</dc:title>
  <dc:creator>熊猫哒哒</dc:creator>
  <cp:lastModifiedBy>201</cp:lastModifiedBy>
  <cp:revision>198</cp:revision>
  <dcterms:created xsi:type="dcterms:W3CDTF">2017-03-23T12:42:00Z</dcterms:created>
  <dcterms:modified xsi:type="dcterms:W3CDTF">2023-02-21T01:42:53Z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2052-11.1.0.13703</vt:lpwstr>
  </property>
  <property fmtid="{D5CDD505-2E9C-101B-9397-08002B2CF9AE}" pid="3" name="ICV">
    <vt:lpwstr>225DCACD30DF495C93E2EBD7D83401E7</vt:lpwstr>
  </property>
</Properties>
</file>