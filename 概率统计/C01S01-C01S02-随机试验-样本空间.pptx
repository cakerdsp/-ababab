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2" r:id="rId1"/>
  </p:sldMasterIdLst>
  <p:notesMasterIdLst>
    <p:notesMasterId r:id="rId32"/>
  </p:notesMasterIdLst>
  <p:handoutMasterIdLst>
    <p:handoutMasterId r:id="rId33"/>
  </p:handoutMasterIdLst>
  <p:sldIdLst>
    <p:sldId id="258" r:id="rId2"/>
    <p:sldId id="1793" r:id="rId3"/>
    <p:sldId id="1792" r:id="rId4"/>
    <p:sldId id="1782" r:id="rId5"/>
    <p:sldId id="1780" r:id="rId6"/>
    <p:sldId id="1781" r:id="rId7"/>
    <p:sldId id="391" r:id="rId8"/>
    <p:sldId id="1788" r:id="rId9"/>
    <p:sldId id="1786" r:id="rId10"/>
    <p:sldId id="404" r:id="rId11"/>
    <p:sldId id="393" r:id="rId12"/>
    <p:sldId id="405" r:id="rId13"/>
    <p:sldId id="406" r:id="rId14"/>
    <p:sldId id="1784" r:id="rId15"/>
    <p:sldId id="335" r:id="rId16"/>
    <p:sldId id="1785" r:id="rId17"/>
    <p:sldId id="1787" r:id="rId18"/>
    <p:sldId id="329" r:id="rId19"/>
    <p:sldId id="330" r:id="rId20"/>
    <p:sldId id="331" r:id="rId21"/>
    <p:sldId id="345" r:id="rId22"/>
    <p:sldId id="1790" r:id="rId23"/>
    <p:sldId id="1789" r:id="rId24"/>
    <p:sldId id="346" r:id="rId25"/>
    <p:sldId id="1791" r:id="rId26"/>
    <p:sldId id="394" r:id="rId27"/>
    <p:sldId id="347" r:id="rId28"/>
    <p:sldId id="332" r:id="rId29"/>
    <p:sldId id="269" r:id="rId30"/>
    <p:sldId id="36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  <a:srgbClr val="FFFF9A"/>
    <a:srgbClr val="CDFFFF"/>
    <a:srgbClr val="0000FF"/>
    <a:srgbClr val="005493"/>
    <a:srgbClr val="00377A"/>
    <a:srgbClr val="024421"/>
    <a:srgbClr val="4A66AC"/>
    <a:srgbClr val="7F8FA9"/>
    <a:srgbClr val="667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855A7-A4DC-4C69-81FB-5CA884D22205}" v="424" dt="2023-02-20T16:13:05.6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82109"/>
  </p:normalViewPr>
  <p:slideViewPr>
    <p:cSldViewPr snapToGrid="0" showGuides="1">
      <p:cViewPr varScale="1">
        <p:scale>
          <a:sx n="71" d="100"/>
          <a:sy n="71" d="100"/>
        </p:scale>
        <p:origin x="1305" y="33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93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Fei" userId="d19317889db4c986" providerId="LiveId" clId="{216855A7-A4DC-4C69-81FB-5CA884D22205}"/>
    <pc:docChg chg="undo redo custSel addSld delSld modSld">
      <pc:chgData name="Zheng Fei" userId="d19317889db4c986" providerId="LiveId" clId="{216855A7-A4DC-4C69-81FB-5CA884D22205}" dt="2023-02-20T16:13:06.765" v="1188" actId="20577"/>
      <pc:docMkLst>
        <pc:docMk/>
      </pc:docMkLst>
      <pc:sldChg chg="addSp delSp modSp mod modTransition delAnim modAnim">
        <pc:chgData name="Zheng Fei" userId="d19317889db4c986" providerId="LiveId" clId="{216855A7-A4DC-4C69-81FB-5CA884D22205}" dt="2023-02-20T16:07:35.603" v="1158"/>
        <pc:sldMkLst>
          <pc:docMk/>
          <pc:sldMk cId="2215617959" sldId="258"/>
        </pc:sldMkLst>
        <pc:spChg chg="add del">
          <ac:chgData name="Zheng Fei" userId="d19317889db4c986" providerId="LiveId" clId="{216855A7-A4DC-4C69-81FB-5CA884D22205}" dt="2023-02-20T08:28:00.631" v="1" actId="478"/>
          <ac:spMkLst>
            <pc:docMk/>
            <pc:sldMk cId="2215617959" sldId="258"/>
            <ac:spMk id="3" creationId="{1C4742C9-8554-8557-2400-438DB093390C}"/>
          </ac:spMkLst>
        </pc:spChg>
        <pc:spChg chg="mod">
          <ac:chgData name="Zheng Fei" userId="d19317889db4c986" providerId="LiveId" clId="{216855A7-A4DC-4C69-81FB-5CA884D22205}" dt="2023-02-20T08:29:30.396" v="90" actId="1036"/>
          <ac:spMkLst>
            <pc:docMk/>
            <pc:sldMk cId="2215617959" sldId="258"/>
            <ac:spMk id="4" creationId="{0B2A80B4-29BC-2934-E7F6-86D85A6A87D6}"/>
          </ac:spMkLst>
        </pc:spChg>
        <pc:spChg chg="add del">
          <ac:chgData name="Zheng Fei" userId="d19317889db4c986" providerId="LiveId" clId="{216855A7-A4DC-4C69-81FB-5CA884D22205}" dt="2023-02-20T08:28:09.246" v="6" actId="22"/>
          <ac:spMkLst>
            <pc:docMk/>
            <pc:sldMk cId="2215617959" sldId="258"/>
            <ac:spMk id="6" creationId="{F1B64906-C44C-BC85-362E-EB29E404DAFC}"/>
          </ac:spMkLst>
        </pc:spChg>
        <pc:spChg chg="add del mod">
          <ac:chgData name="Zheng Fei" userId="d19317889db4c986" providerId="LiveId" clId="{216855A7-A4DC-4C69-81FB-5CA884D22205}" dt="2023-02-20T08:35:35.905" v="107" actId="478"/>
          <ac:spMkLst>
            <pc:docMk/>
            <pc:sldMk cId="2215617959" sldId="258"/>
            <ac:spMk id="8" creationId="{B13F8FCE-06C9-55D7-8667-B780B91F05F8}"/>
          </ac:spMkLst>
        </pc:spChg>
        <pc:spChg chg="add del">
          <ac:chgData name="Zheng Fei" userId="d19317889db4c986" providerId="LiveId" clId="{216855A7-A4DC-4C69-81FB-5CA884D22205}" dt="2023-02-20T08:29:04.361" v="52" actId="22"/>
          <ac:spMkLst>
            <pc:docMk/>
            <pc:sldMk cId="2215617959" sldId="258"/>
            <ac:spMk id="10" creationId="{E52768BB-0984-3B46-0AD9-8596281F54BC}"/>
          </ac:spMkLst>
        </pc:spChg>
        <pc:spChg chg="add del mod">
          <ac:chgData name="Zheng Fei" userId="d19317889db4c986" providerId="LiveId" clId="{216855A7-A4DC-4C69-81FB-5CA884D22205}" dt="2023-02-20T08:35:34.040" v="106" actId="478"/>
          <ac:spMkLst>
            <pc:docMk/>
            <pc:sldMk cId="2215617959" sldId="258"/>
            <ac:spMk id="12" creationId="{A0359C41-B1D2-2F2F-5D87-BA3B48D9529C}"/>
          </ac:spMkLst>
        </pc:spChg>
        <pc:spChg chg="add del">
          <ac:chgData name="Zheng Fei" userId="d19317889db4c986" providerId="LiveId" clId="{216855A7-A4DC-4C69-81FB-5CA884D22205}" dt="2023-02-20T08:30:08.127" v="98" actId="22"/>
          <ac:spMkLst>
            <pc:docMk/>
            <pc:sldMk cId="2215617959" sldId="258"/>
            <ac:spMk id="14" creationId="{DFBE26B9-FE2A-C4CA-A04C-583C139C6BB6}"/>
          </ac:spMkLst>
        </pc:spChg>
        <pc:spChg chg="add del mod">
          <ac:chgData name="Zheng Fei" userId="d19317889db4c986" providerId="LiveId" clId="{216855A7-A4DC-4C69-81FB-5CA884D22205}" dt="2023-02-20T08:35:32.522" v="105" actId="478"/>
          <ac:spMkLst>
            <pc:docMk/>
            <pc:sldMk cId="2215617959" sldId="258"/>
            <ac:spMk id="16" creationId="{26B757AA-172B-1B17-8AB0-64089E6E5D9D}"/>
          </ac:spMkLst>
        </pc:spChg>
      </pc:sldChg>
      <pc:sldChg chg="modSp">
        <pc:chgData name="Zheng Fei" userId="d19317889db4c986" providerId="LiveId" clId="{216855A7-A4DC-4C69-81FB-5CA884D22205}" dt="2023-02-20T16:12:06.691" v="1184" actId="20577"/>
        <pc:sldMkLst>
          <pc:docMk/>
          <pc:sldMk cId="1214083559" sldId="346"/>
        </pc:sldMkLst>
        <pc:spChg chg="mod">
          <ac:chgData name="Zheng Fei" userId="d19317889db4c986" providerId="LiveId" clId="{216855A7-A4DC-4C69-81FB-5CA884D22205}" dt="2023-02-20T16:12:06.691" v="1184" actId="20577"/>
          <ac:spMkLst>
            <pc:docMk/>
            <pc:sldMk cId="1214083559" sldId="346"/>
            <ac:spMk id="9" creationId="{74C94C83-CB5C-4087-BBD1-9EDE4C99059F}"/>
          </ac:spMkLst>
        </pc:spChg>
      </pc:sldChg>
      <pc:sldChg chg="modSp">
        <pc:chgData name="Zheng Fei" userId="d19317889db4c986" providerId="LiveId" clId="{216855A7-A4DC-4C69-81FB-5CA884D22205}" dt="2023-02-20T15:38:03.602" v="219" actId="20577"/>
        <pc:sldMkLst>
          <pc:docMk/>
          <pc:sldMk cId="2752123177" sldId="391"/>
        </pc:sldMkLst>
        <pc:spChg chg="mod">
          <ac:chgData name="Zheng Fei" userId="d19317889db4c986" providerId="LiveId" clId="{216855A7-A4DC-4C69-81FB-5CA884D22205}" dt="2023-02-20T15:38:03.602" v="219" actId="20577"/>
          <ac:spMkLst>
            <pc:docMk/>
            <pc:sldMk cId="2752123177" sldId="391"/>
            <ac:spMk id="3" creationId="{AF1AC75F-8F6E-456A-A4E6-F96B542FC5ED}"/>
          </ac:spMkLst>
        </pc:spChg>
      </pc:sldChg>
      <pc:sldChg chg="modTransition">
        <pc:chgData name="Zheng Fei" userId="d19317889db4c986" providerId="LiveId" clId="{216855A7-A4DC-4C69-81FB-5CA884D22205}" dt="2023-02-20T16:07:20.327" v="1124"/>
        <pc:sldMkLst>
          <pc:docMk/>
          <pc:sldMk cId="2485594626" sldId="405"/>
        </pc:sldMkLst>
      </pc:sldChg>
      <pc:sldChg chg="modSp modTransition">
        <pc:chgData name="Zheng Fei" userId="d19317889db4c986" providerId="LiveId" clId="{216855A7-A4DC-4C69-81FB-5CA884D22205}" dt="2023-02-20T08:44:52.368" v="217"/>
        <pc:sldMkLst>
          <pc:docMk/>
          <pc:sldMk cId="535304396" sldId="1782"/>
        </pc:sldMkLst>
        <pc:spChg chg="mod">
          <ac:chgData name="Zheng Fei" userId="d19317889db4c986" providerId="LiveId" clId="{216855A7-A4DC-4C69-81FB-5CA884D22205}" dt="2023-02-20T08:44:52.368" v="217"/>
          <ac:spMkLst>
            <pc:docMk/>
            <pc:sldMk cId="535304396" sldId="1782"/>
            <ac:spMk id="7" creationId="{8C5C4380-645F-05B8-31C9-7C1172D42819}"/>
          </ac:spMkLst>
        </pc:spChg>
      </pc:sldChg>
      <pc:sldChg chg="modSp mod">
        <pc:chgData name="Zheng Fei" userId="d19317889db4c986" providerId="LiveId" clId="{216855A7-A4DC-4C69-81FB-5CA884D22205}" dt="2023-02-20T16:13:06.765" v="1188" actId="20577"/>
        <pc:sldMkLst>
          <pc:docMk/>
          <pc:sldMk cId="1749816590" sldId="1791"/>
        </pc:sldMkLst>
        <pc:spChg chg="mod">
          <ac:chgData name="Zheng Fei" userId="d19317889db4c986" providerId="LiveId" clId="{216855A7-A4DC-4C69-81FB-5CA884D22205}" dt="2023-02-20T16:13:06.765" v="1188" actId="20577"/>
          <ac:spMkLst>
            <pc:docMk/>
            <pc:sldMk cId="1749816590" sldId="1791"/>
            <ac:spMk id="10" creationId="{D343B059-58E5-C41A-E829-D0700820D04B}"/>
          </ac:spMkLst>
        </pc:spChg>
      </pc:sldChg>
      <pc:sldChg chg="add modAnim">
        <pc:chgData name="Zheng Fei" userId="d19317889db4c986" providerId="LiveId" clId="{216855A7-A4DC-4C69-81FB-5CA884D22205}" dt="2023-02-20T08:44:14.729" v="213"/>
        <pc:sldMkLst>
          <pc:docMk/>
          <pc:sldMk cId="2980743148" sldId="1792"/>
        </pc:sldMkLst>
      </pc:sldChg>
      <pc:sldChg chg="modSp add mod modAnim">
        <pc:chgData name="Zheng Fei" userId="d19317889db4c986" providerId="LiveId" clId="{216855A7-A4DC-4C69-81FB-5CA884D22205}" dt="2023-02-20T08:43:47.445" v="211"/>
        <pc:sldMkLst>
          <pc:docMk/>
          <pc:sldMk cId="2131440469" sldId="1793"/>
        </pc:sldMkLst>
        <pc:spChg chg="mod">
          <ac:chgData name="Zheng Fei" userId="d19317889db4c986" providerId="LiveId" clId="{216855A7-A4DC-4C69-81FB-5CA884D22205}" dt="2023-02-20T08:43:24.973" v="210" actId="207"/>
          <ac:spMkLst>
            <pc:docMk/>
            <pc:sldMk cId="2131440469" sldId="1793"/>
            <ac:spMk id="4" creationId="{0B2A80B4-29BC-2934-E7F6-86D85A6A87D6}"/>
          </ac:spMkLst>
        </pc:spChg>
      </pc:sldChg>
      <pc:sldChg chg="new del">
        <pc:chgData name="Zheng Fei" userId="d19317889db4c986" providerId="LiveId" clId="{216855A7-A4DC-4C69-81FB-5CA884D22205}" dt="2023-02-20T16:07:42.945" v="1161" actId="47"/>
        <pc:sldMkLst>
          <pc:docMk/>
          <pc:sldMk cId="2355395204" sldId="1794"/>
        </pc:sldMkLst>
      </pc:sldChg>
      <pc:sldChg chg="addSp delSp modSp add del mod replTag">
        <pc:chgData name="Zheng Fei" userId="d19317889db4c986" providerId="LiveId" clId="{216855A7-A4DC-4C69-81FB-5CA884D22205}" dt="2023-02-20T16:05:57.409" v="748" actId="47"/>
        <pc:sldMkLst>
          <pc:docMk/>
          <pc:sldMk cId="865948892" sldId="1795"/>
        </pc:sldMkLst>
        <pc:spChg chg="add mod replST">
          <ac:chgData name="Zheng Fei" userId="d19317889db4c986" providerId="LiveId" clId="{216855A7-A4DC-4C69-81FB-5CA884D22205}" dt="2023-02-20T16:04:38.493" v="243" actId="948"/>
          <ac:spMkLst>
            <pc:docMk/>
            <pc:sldMk cId="865948892" sldId="1795"/>
            <ac:spMk id="4" creationId="{7B4A7011-8AC2-B34F-4A59-8AF7D41253D8}"/>
          </ac:spMkLst>
        </pc:spChg>
        <pc:spChg chg="add mod replST">
          <ac:chgData name="Zheng Fei" userId="d19317889db4c986" providerId="LiveId" clId="{216855A7-A4DC-4C69-81FB-5CA884D22205}" dt="2023-02-20T16:05:29.064" v="655"/>
          <ac:spMkLst>
            <pc:docMk/>
            <pc:sldMk cId="865948892" sldId="1795"/>
            <ac:spMk id="5" creationId="{7A97F87D-EC84-974E-8E12-80B0852AA14A}"/>
          </ac:spMkLst>
        </pc:spChg>
        <pc:spChg chg="add mod replST">
          <ac:chgData name="Zheng Fei" userId="d19317889db4c986" providerId="LiveId" clId="{216855A7-A4DC-4C69-81FB-5CA884D22205}" dt="2023-02-20T16:05:29.064" v="657"/>
          <ac:spMkLst>
            <pc:docMk/>
            <pc:sldMk cId="865948892" sldId="1795"/>
            <ac:spMk id="6" creationId="{49510726-1A56-B183-A00D-A340317898CE}"/>
          </ac:spMkLst>
        </pc:spChg>
        <pc:spChg chg="add del mod replST">
          <ac:chgData name="Zheng Fei" userId="d19317889db4c986" providerId="LiveId" clId="{216855A7-A4DC-4C69-81FB-5CA884D22205}" dt="2023-02-20T16:05:01.534" v="569" actId="478"/>
          <ac:spMkLst>
            <pc:docMk/>
            <pc:sldMk cId="865948892" sldId="1795"/>
            <ac:spMk id="7" creationId="{C03DCE34-16AC-4766-2696-09AF639317C3}"/>
          </ac:spMkLst>
        </pc:spChg>
        <pc:spChg chg="add del mod replST">
          <ac:chgData name="Zheng Fei" userId="d19317889db4c986" providerId="LiveId" clId="{216855A7-A4DC-4C69-81FB-5CA884D22205}" dt="2023-02-20T16:05:08.973" v="621" actId="478"/>
          <ac:spMkLst>
            <pc:docMk/>
            <pc:sldMk cId="865948892" sldId="1795"/>
            <ac:spMk id="8" creationId="{092C6341-7B06-AEB6-61FD-0C3C825CD4E2}"/>
          </ac:spMkLst>
        </pc:spChg>
        <pc:spChg chg="add mod replST">
          <ac:chgData name="Zheng Fei" userId="d19317889db4c986" providerId="LiveId" clId="{216855A7-A4DC-4C69-81FB-5CA884D22205}" dt="2023-02-20T16:05:29.064" v="659"/>
          <ac:spMkLst>
            <pc:docMk/>
            <pc:sldMk cId="865948892" sldId="1795"/>
            <ac:spMk id="9" creationId="{A04E8E93-7818-8676-F8DD-6428BDF3CB48}"/>
          </ac:spMkLst>
        </pc:spChg>
        <pc:spChg chg="add mod replST">
          <ac:chgData name="Zheng Fei" userId="d19317889db4c986" providerId="LiveId" clId="{216855A7-A4DC-4C69-81FB-5CA884D22205}" dt="2023-02-20T16:05:29.064" v="661"/>
          <ac:spMkLst>
            <pc:docMk/>
            <pc:sldMk cId="865948892" sldId="1795"/>
            <ac:spMk id="10" creationId="{BD298032-C5F4-7EC8-52B5-EA4147640113}"/>
          </ac:spMkLst>
        </pc:spChg>
        <pc:spChg chg="add del mod replST">
          <ac:chgData name="Zheng Fei" userId="d19317889db4c986" providerId="LiveId" clId="{216855A7-A4DC-4C69-81FB-5CA884D22205}" dt="2023-02-20T16:05:03.308" v="586" actId="478"/>
          <ac:spMkLst>
            <pc:docMk/>
            <pc:sldMk cId="865948892" sldId="1795"/>
            <ac:spMk id="11" creationId="{8DAF12B3-4B6C-8476-D1F8-6D2FBAB98221}"/>
          </ac:spMkLst>
        </pc:spChg>
        <pc:spChg chg="add del mod replST">
          <ac:chgData name="Zheng Fei" userId="d19317889db4c986" providerId="LiveId" clId="{216855A7-A4DC-4C69-81FB-5CA884D22205}" dt="2023-02-20T16:05:04.942" v="603" actId="478"/>
          <ac:spMkLst>
            <pc:docMk/>
            <pc:sldMk cId="865948892" sldId="1795"/>
            <ac:spMk id="12" creationId="{AB9D93AF-8C19-7CCC-6BD3-AC67C1D70DC0}"/>
          </ac:spMkLst>
        </pc:spChg>
        <pc:spChg chg="add mod replST">
          <ac:chgData name="Zheng Fei" userId="d19317889db4c986" providerId="LiveId" clId="{216855A7-A4DC-4C69-81FB-5CA884D22205}" dt="2023-02-20T16:05:29.064" v="663"/>
          <ac:spMkLst>
            <pc:docMk/>
            <pc:sldMk cId="865948892" sldId="1795"/>
            <ac:spMk id="13" creationId="{B6CEF8BF-662E-A2B8-7A5D-C1A938590C02}"/>
          </ac:spMkLst>
        </pc:spChg>
        <pc:spChg chg="add mod replST">
          <ac:chgData name="Zheng Fei" userId="d19317889db4c986" providerId="LiveId" clId="{216855A7-A4DC-4C69-81FB-5CA884D22205}" dt="2023-02-20T16:05:50.571" v="742"/>
          <ac:spMkLst>
            <pc:docMk/>
            <pc:sldMk cId="865948892" sldId="1795"/>
            <ac:spMk id="14" creationId="{AC57CC13-757C-F822-F3DF-9BD99974A93F}"/>
          </ac:spMkLst>
        </pc:spChg>
        <pc:spChg chg="add mod replST">
          <ac:chgData name="Zheng Fei" userId="d19317889db4c986" providerId="LiveId" clId="{216855A7-A4DC-4C69-81FB-5CA884D22205}" dt="2023-02-20T16:05:50.569" v="741"/>
          <ac:spMkLst>
            <pc:docMk/>
            <pc:sldMk cId="865948892" sldId="1795"/>
            <ac:spMk id="15" creationId="{55813F52-454F-C019-87EB-0119832EEC25}"/>
          </ac:spMkLst>
        </pc:spChg>
        <pc:spChg chg="add mod replST">
          <ac:chgData name="Zheng Fei" userId="d19317889db4c986" providerId="LiveId" clId="{216855A7-A4DC-4C69-81FB-5CA884D22205}" dt="2023-02-20T16:05:50.569" v="741"/>
          <ac:spMkLst>
            <pc:docMk/>
            <pc:sldMk cId="865948892" sldId="1795"/>
            <ac:spMk id="16" creationId="{DB818922-D077-FF89-8FD1-83822EFE8BD2}"/>
          </ac:spMkLst>
        </pc:spChg>
        <pc:spChg chg="add mod replST">
          <ac:chgData name="Zheng Fei" userId="d19317889db4c986" providerId="LiveId" clId="{216855A7-A4DC-4C69-81FB-5CA884D22205}" dt="2023-02-20T16:05:50.569" v="741"/>
          <ac:spMkLst>
            <pc:docMk/>
            <pc:sldMk cId="865948892" sldId="1795"/>
            <ac:spMk id="17" creationId="{4C422095-7E84-FF90-8D85-C4FA4D5ABC1B}"/>
          </ac:spMkLst>
        </pc:spChg>
        <pc:spChg chg="add mod ord replST">
          <ac:chgData name="Zheng Fei" userId="d19317889db4c986" providerId="LiveId" clId="{216855A7-A4DC-4C69-81FB-5CA884D22205}" dt="2023-02-20T16:05:50.580" v="747"/>
          <ac:spMkLst>
            <pc:docMk/>
            <pc:sldMk cId="865948892" sldId="1795"/>
            <ac:spMk id="19" creationId="{E389E3BB-2D95-DE36-156C-8C86BD101EEE}"/>
          </ac:spMkLst>
        </pc:spChg>
        <pc:spChg chg="add del mod replST">
          <ac:chgData name="Zheng Fei" userId="d19317889db4c986" providerId="LiveId" clId="{216855A7-A4DC-4C69-81FB-5CA884D22205}" dt="2023-02-20T16:05:35.305" v="714" actId="478"/>
          <ac:spMkLst>
            <pc:docMk/>
            <pc:sldMk cId="865948892" sldId="1795"/>
            <ac:spMk id="20" creationId="{6B0442BC-AE1F-0210-801C-C3E7AD76DB27}"/>
          </ac:spMkLst>
        </pc:spChg>
        <pc:spChg chg="add del mod replST">
          <ac:chgData name="Zheng Fei" userId="d19317889db4c986" providerId="LiveId" clId="{216855A7-A4DC-4C69-81FB-5CA884D22205}" dt="2023-02-20T16:05:37.447" v="731" actId="478"/>
          <ac:spMkLst>
            <pc:docMk/>
            <pc:sldMk cId="865948892" sldId="1795"/>
            <ac:spMk id="21" creationId="{1735E8E1-6542-9F4D-A76C-8F7871F812CB}"/>
          </ac:spMkLst>
        </pc:spChg>
        <pc:grpChg chg="add mod replST">
          <ac:chgData name="Zheng Fei" userId="d19317889db4c986" providerId="LiveId" clId="{216855A7-A4DC-4C69-81FB-5CA884D22205}" dt="2023-02-20T16:05:50.574" v="743"/>
          <ac:grpSpMkLst>
            <pc:docMk/>
            <pc:sldMk cId="865948892" sldId="1795"/>
            <ac:grpSpMk id="18" creationId="{7137804A-1E07-B315-54A2-ACD126B3F869}"/>
          </ac:grpSpMkLst>
        </pc:grpChg>
        <pc:picChg chg="add mod ord replST">
          <ac:chgData name="Zheng Fei" userId="d19317889db4c986" providerId="LiveId" clId="{216855A7-A4DC-4C69-81FB-5CA884D22205}" dt="2023-02-20T16:05:50.577" v="745"/>
          <ac:picMkLst>
            <pc:docMk/>
            <pc:sldMk cId="865948892" sldId="1795"/>
            <ac:picMk id="3" creationId="{49815D5F-1397-4703-9A66-5AD7D73000A6}"/>
          </ac:picMkLst>
        </pc:picChg>
      </pc:sldChg>
      <pc:sldChg chg="addSp delSp modSp add del mod modTransition replTag">
        <pc:chgData name="Zheng Fei" userId="d19317889db4c986" providerId="LiveId" clId="{216855A7-A4DC-4C69-81FB-5CA884D22205}" dt="2023-02-20T16:08:09.248" v="1168" actId="2696"/>
        <pc:sldMkLst>
          <pc:docMk/>
          <pc:sldMk cId="2370783816" sldId="1795"/>
        </pc:sldMkLst>
        <pc:spChg chg="add mod replST">
          <ac:chgData name="Zheng Fei" userId="d19317889db4c986" providerId="LiveId" clId="{216855A7-A4DC-4C69-81FB-5CA884D22205}" dt="2023-02-20T16:05:59.924" v="771" actId="948"/>
          <ac:spMkLst>
            <pc:docMk/>
            <pc:sldMk cId="2370783816" sldId="1795"/>
            <ac:spMk id="4" creationId="{33D1C17E-6708-3C43-905D-DFE79E2B353B}"/>
          </ac:spMkLst>
        </pc:spChg>
        <pc:spChg chg="add mod replST">
          <ac:chgData name="Zheng Fei" userId="d19317889db4c986" providerId="LiveId" clId="{216855A7-A4DC-4C69-81FB-5CA884D22205}" dt="2023-02-20T16:06:26.005" v="1090"/>
          <ac:spMkLst>
            <pc:docMk/>
            <pc:sldMk cId="2370783816" sldId="1795"/>
            <ac:spMk id="5" creationId="{A47779AE-38CE-CE2D-E358-4BCA700256AA}"/>
          </ac:spMkLst>
        </pc:spChg>
        <pc:spChg chg="add mod replST">
          <ac:chgData name="Zheng Fei" userId="d19317889db4c986" providerId="LiveId" clId="{216855A7-A4DC-4C69-81FB-5CA884D22205}" dt="2023-02-20T16:06:28.730" v="1098"/>
          <ac:spMkLst>
            <pc:docMk/>
            <pc:sldMk cId="2370783816" sldId="1795"/>
            <ac:spMk id="6" creationId="{6655019B-6123-892E-BD41-22DBB2EBC602}"/>
          </ac:spMkLst>
        </pc:spChg>
        <pc:spChg chg="add del mod replST">
          <ac:chgData name="Zheng Fei" userId="d19317889db4c986" providerId="LiveId" clId="{216855A7-A4DC-4C69-81FB-5CA884D22205}" dt="2023-02-20T16:06:08.860" v="1036" actId="478"/>
          <ac:spMkLst>
            <pc:docMk/>
            <pc:sldMk cId="2370783816" sldId="1795"/>
            <ac:spMk id="7" creationId="{838DAEE9-3231-A309-A60C-1775402A02AF}"/>
          </ac:spMkLst>
        </pc:spChg>
        <pc:spChg chg="add del mod replST">
          <ac:chgData name="Zheng Fei" userId="d19317889db4c986" providerId="LiveId" clId="{216855A7-A4DC-4C69-81FB-5CA884D22205}" dt="2023-02-20T16:06:16.156" v="1076" actId="478"/>
          <ac:spMkLst>
            <pc:docMk/>
            <pc:sldMk cId="2370783816" sldId="1795"/>
            <ac:spMk id="8" creationId="{BE1F98BC-9890-F657-F11B-BECB849825FD}"/>
          </ac:spMkLst>
        </pc:spChg>
        <pc:spChg chg="add mod replST">
          <ac:chgData name="Zheng Fei" userId="d19317889db4c986" providerId="LiveId" clId="{216855A7-A4DC-4C69-81FB-5CA884D22205}" dt="2023-02-20T16:06:00.083" v="860"/>
          <ac:spMkLst>
            <pc:docMk/>
            <pc:sldMk cId="2370783816" sldId="1795"/>
            <ac:spMk id="9" creationId="{253549CE-4ABC-6AE8-DB38-74F886CE078D}"/>
          </ac:spMkLst>
        </pc:spChg>
        <pc:spChg chg="add mod replST">
          <ac:chgData name="Zheng Fei" userId="d19317889db4c986" providerId="LiveId" clId="{216855A7-A4DC-4C69-81FB-5CA884D22205}" dt="2023-02-20T16:06:00.130" v="885"/>
          <ac:spMkLst>
            <pc:docMk/>
            <pc:sldMk cId="2370783816" sldId="1795"/>
            <ac:spMk id="10" creationId="{1D023889-B595-AEB8-BC92-788863775586}"/>
          </ac:spMkLst>
        </pc:spChg>
        <pc:spChg chg="add del mod replST">
          <ac:chgData name="Zheng Fei" userId="d19317889db4c986" providerId="LiveId" clId="{216855A7-A4DC-4C69-81FB-5CA884D22205}" dt="2023-02-20T16:06:10.827" v="1049" actId="478"/>
          <ac:spMkLst>
            <pc:docMk/>
            <pc:sldMk cId="2370783816" sldId="1795"/>
            <ac:spMk id="11" creationId="{1EFD1EB1-253B-7EC5-C214-151F50E02F4C}"/>
          </ac:spMkLst>
        </pc:spChg>
        <pc:spChg chg="add del mod replST">
          <ac:chgData name="Zheng Fei" userId="d19317889db4c986" providerId="LiveId" clId="{216855A7-A4DC-4C69-81FB-5CA884D22205}" dt="2023-02-20T16:06:12.904" v="1062" actId="478"/>
          <ac:spMkLst>
            <pc:docMk/>
            <pc:sldMk cId="2370783816" sldId="1795"/>
            <ac:spMk id="12" creationId="{BD993886-9AC8-EB83-D1F3-0F981E4A2E9B}"/>
          </ac:spMkLst>
        </pc:spChg>
        <pc:spChg chg="add mod modVis replST">
          <ac:chgData name="Zheng Fei" userId="d19317889db4c986" providerId="LiveId" clId="{216855A7-A4DC-4C69-81FB-5CA884D22205}" dt="2023-02-20T16:07:16.219" v="1120"/>
          <ac:spMkLst>
            <pc:docMk/>
            <pc:sldMk cId="2370783816" sldId="1795"/>
            <ac:spMk id="13" creationId="{2CBD552A-C94E-2D53-B511-229D8A4ABBB0}"/>
          </ac:spMkLst>
        </pc:spChg>
        <pc:spChg chg="add mod replST">
          <ac:chgData name="Zheng Fei" userId="d19317889db4c986" providerId="LiveId" clId="{216855A7-A4DC-4C69-81FB-5CA884D22205}" dt="2023-02-20T16:07:42.945" v="1164"/>
          <ac:spMkLst>
            <pc:docMk/>
            <pc:sldMk cId="2370783816" sldId="1795"/>
            <ac:spMk id="14" creationId="{28D6A0ED-9EE1-74F7-4846-DF57D3B87D65}"/>
          </ac:spMkLst>
        </pc:spChg>
        <pc:spChg chg="add mod replST">
          <ac:chgData name="Zheng Fei" userId="d19317889db4c986" providerId="LiveId" clId="{216855A7-A4DC-4C69-81FB-5CA884D22205}" dt="2023-02-20T16:07:42.945" v="1163"/>
          <ac:spMkLst>
            <pc:docMk/>
            <pc:sldMk cId="2370783816" sldId="1795"/>
            <ac:spMk id="15" creationId="{7378BBA5-6C7F-E44B-9575-BBF06A282F64}"/>
          </ac:spMkLst>
        </pc:spChg>
        <pc:spChg chg="add mod replST">
          <ac:chgData name="Zheng Fei" userId="d19317889db4c986" providerId="LiveId" clId="{216855A7-A4DC-4C69-81FB-5CA884D22205}" dt="2023-02-20T16:07:42.945" v="1163"/>
          <ac:spMkLst>
            <pc:docMk/>
            <pc:sldMk cId="2370783816" sldId="1795"/>
            <ac:spMk id="16" creationId="{14103ED1-7DC9-0273-F623-C78ED8D85608}"/>
          </ac:spMkLst>
        </pc:spChg>
        <pc:spChg chg="add mod replST">
          <ac:chgData name="Zheng Fei" userId="d19317889db4c986" providerId="LiveId" clId="{216855A7-A4DC-4C69-81FB-5CA884D22205}" dt="2023-02-20T16:07:42.945" v="1163"/>
          <ac:spMkLst>
            <pc:docMk/>
            <pc:sldMk cId="2370783816" sldId="1795"/>
            <ac:spMk id="17" creationId="{443FD5CF-E99C-A906-369F-5D73541D14D6}"/>
          </ac:spMkLst>
        </pc:spChg>
        <pc:grpChg chg="add mod replST">
          <ac:chgData name="Zheng Fei" userId="d19317889db4c986" providerId="LiveId" clId="{216855A7-A4DC-4C69-81FB-5CA884D22205}" dt="2023-02-20T16:07:42.945" v="1165"/>
          <ac:grpSpMkLst>
            <pc:docMk/>
            <pc:sldMk cId="2370783816" sldId="1795"/>
            <ac:grpSpMk id="18" creationId="{5537C64E-DDD3-340B-1D96-37E7455304F4}"/>
          </ac:grpSpMkLst>
        </pc:grpChg>
        <pc:picChg chg="add mod ord modVis replST">
          <ac:chgData name="Zheng Fei" userId="d19317889db4c986" providerId="LiveId" clId="{216855A7-A4DC-4C69-81FB-5CA884D22205}" dt="2023-02-20T16:07:42.961" v="1167"/>
          <ac:picMkLst>
            <pc:docMk/>
            <pc:sldMk cId="2370783816" sldId="1795"/>
            <ac:picMk id="3" creationId="{DADD59F8-9CC3-0772-D7B4-F151F9C8466D}"/>
          </ac:picMkLst>
        </pc:picChg>
      </pc:sldChg>
    </pc:docChg>
  </pc:docChgLst>
  <pc:docChgLst>
    <pc:chgData name="Zheng Fei" userId="d19317889db4c986" providerId="LiveId" clId="{9FA12051-F28D-CA48-9625-A817AB777493}"/>
    <pc:docChg chg="custSel addSld delSld modSld sldOrd">
      <pc:chgData name="Zheng Fei" userId="d19317889db4c986" providerId="LiveId" clId="{9FA12051-F28D-CA48-9625-A817AB777493}" dt="2023-02-07T13:21:52.291" v="327" actId="1076"/>
      <pc:docMkLst>
        <pc:docMk/>
      </pc:docMkLst>
      <pc:sldChg chg="add">
        <pc:chgData name="Zheng Fei" userId="d19317889db4c986" providerId="LiveId" clId="{9FA12051-F28D-CA48-9625-A817AB777493}" dt="2023-02-07T13:21:30.910" v="325"/>
        <pc:sldMkLst>
          <pc:docMk/>
          <pc:sldMk cId="2147143070" sldId="256"/>
        </pc:sldMkLst>
      </pc:sldChg>
      <pc:sldChg chg="addSp delSp modSp add del mod modTransition">
        <pc:chgData name="Zheng Fei" userId="d19317889db4c986" providerId="LiveId" clId="{9FA12051-F28D-CA48-9625-A817AB777493}" dt="2023-02-07T13:21:27.878" v="324" actId="2696"/>
        <pc:sldMkLst>
          <pc:docMk/>
          <pc:sldMk cId="3972388253" sldId="256"/>
        </pc:sldMkLst>
        <pc:spChg chg="del">
          <ac:chgData name="Zheng Fei" userId="d19317889db4c986" providerId="LiveId" clId="{9FA12051-F28D-CA48-9625-A817AB777493}" dt="2023-02-07T12:58:48.919" v="103" actId="478"/>
          <ac:spMkLst>
            <pc:docMk/>
            <pc:sldMk cId="3972388253" sldId="256"/>
            <ac:spMk id="2" creationId="{C243F8EE-BB86-C799-7970-F583150E3FAD}"/>
          </ac:spMkLst>
        </pc:spChg>
        <pc:spChg chg="del">
          <ac:chgData name="Zheng Fei" userId="d19317889db4c986" providerId="LiveId" clId="{9FA12051-F28D-CA48-9625-A817AB777493}" dt="2023-02-07T12:58:51.269" v="104" actId="478"/>
          <ac:spMkLst>
            <pc:docMk/>
            <pc:sldMk cId="3972388253" sldId="256"/>
            <ac:spMk id="3" creationId="{A0398A39-F330-BDAF-2DD4-BDD77DE134F9}"/>
          </ac:spMkLst>
        </pc:spChg>
        <pc:spChg chg="add mod">
          <ac:chgData name="Zheng Fei" userId="d19317889db4c986" providerId="LiveId" clId="{9FA12051-F28D-CA48-9625-A817AB777493}" dt="2023-02-07T12:59:21.464" v="108"/>
          <ac:spMkLst>
            <pc:docMk/>
            <pc:sldMk cId="3972388253" sldId="256"/>
            <ac:spMk id="5" creationId="{EA3521D1-3CC9-3EFB-B1D0-52EB5C1778C4}"/>
          </ac:spMkLst>
        </pc:spChg>
        <pc:picChg chg="mod">
          <ac:chgData name="Zheng Fei" userId="d19317889db4c986" providerId="LiveId" clId="{9FA12051-F28D-CA48-9625-A817AB777493}" dt="2023-02-07T13:21:16.908" v="323" actId="1076"/>
          <ac:picMkLst>
            <pc:docMk/>
            <pc:sldMk cId="3972388253" sldId="256"/>
            <ac:picMk id="2050" creationId="{9EFDC3BA-712F-D014-DE83-909BFAAF37A8}"/>
          </ac:picMkLst>
        </pc:picChg>
        <pc:cxnChg chg="add mod">
          <ac:chgData name="Zheng Fei" userId="d19317889db4c986" providerId="LiveId" clId="{9FA12051-F28D-CA48-9625-A817AB777493}" dt="2023-02-07T12:59:21.464" v="108"/>
          <ac:cxnSpMkLst>
            <pc:docMk/>
            <pc:sldMk cId="3972388253" sldId="256"/>
            <ac:cxnSpMk id="4" creationId="{2F240684-FC93-FC43-1BB8-EE5CB5E85A5D}"/>
          </ac:cxnSpMkLst>
        </pc:cxnChg>
      </pc:sldChg>
      <pc:sldChg chg="addSp delSp modSp add mod ord modTransition">
        <pc:chgData name="Zheng Fei" userId="d19317889db4c986" providerId="LiveId" clId="{9FA12051-F28D-CA48-9625-A817AB777493}" dt="2023-02-07T13:20:38.006" v="315" actId="1076"/>
        <pc:sldMkLst>
          <pc:docMk/>
          <pc:sldMk cId="750488324" sldId="257"/>
        </pc:sldMkLst>
        <pc:spChg chg="add mod">
          <ac:chgData name="Zheng Fei" userId="d19317889db4c986" providerId="LiveId" clId="{9FA12051-F28D-CA48-9625-A817AB777493}" dt="2023-02-07T12:59:25.194" v="110"/>
          <ac:spMkLst>
            <pc:docMk/>
            <pc:sldMk cId="750488324" sldId="257"/>
            <ac:spMk id="3" creationId="{ACB98451-3BF4-5EE0-FB0D-FCB38DE534E4}"/>
          </ac:spMkLst>
        </pc:spChg>
        <pc:picChg chg="del mod">
          <ac:chgData name="Zheng Fei" userId="d19317889db4c986" providerId="LiveId" clId="{9FA12051-F28D-CA48-9625-A817AB777493}" dt="2023-02-07T13:20:33.093" v="313" actId="478"/>
          <ac:picMkLst>
            <pc:docMk/>
            <pc:sldMk cId="750488324" sldId="257"/>
            <ac:picMk id="5" creationId="{CFC64B15-81EA-73B3-7A72-00319ED7BA84}"/>
          </ac:picMkLst>
        </pc:picChg>
        <pc:picChg chg="mod">
          <ac:chgData name="Zheng Fei" userId="d19317889db4c986" providerId="LiveId" clId="{9FA12051-F28D-CA48-9625-A817AB777493}" dt="2023-02-07T13:20:38.006" v="315" actId="1076"/>
          <ac:picMkLst>
            <pc:docMk/>
            <pc:sldMk cId="750488324" sldId="257"/>
            <ac:picMk id="1026" creationId="{CCA12007-AD81-90D4-F4AC-74AA7A66B172}"/>
          </ac:picMkLst>
        </pc:picChg>
        <pc:cxnChg chg="add mod">
          <ac:chgData name="Zheng Fei" userId="d19317889db4c986" providerId="LiveId" clId="{9FA12051-F28D-CA48-9625-A817AB777493}" dt="2023-02-07T12:59:25.194" v="110"/>
          <ac:cxnSpMkLst>
            <pc:docMk/>
            <pc:sldMk cId="750488324" sldId="257"/>
            <ac:cxnSpMk id="2" creationId="{8D35AFF9-437F-83E3-8BD3-CDEED3437DAC}"/>
          </ac:cxnSpMkLst>
        </pc:cxnChg>
      </pc:sldChg>
      <pc:sldChg chg="addSp modSp add mod ord modTransition">
        <pc:chgData name="Zheng Fei" userId="d19317889db4c986" providerId="LiveId" clId="{9FA12051-F28D-CA48-9625-A817AB777493}" dt="2023-02-07T13:21:52.291" v="327" actId="1076"/>
        <pc:sldMkLst>
          <pc:docMk/>
          <pc:sldMk cId="2423811834" sldId="259"/>
        </pc:sldMkLst>
        <pc:spChg chg="add mod">
          <ac:chgData name="Zheng Fei" userId="d19317889db4c986" providerId="LiveId" clId="{9FA12051-F28D-CA48-9625-A817AB777493}" dt="2023-02-07T12:59:30.428" v="112"/>
          <ac:spMkLst>
            <pc:docMk/>
            <pc:sldMk cId="2423811834" sldId="259"/>
            <ac:spMk id="3" creationId="{D6CA73AF-0E04-AA89-985A-F56ADC68A69E}"/>
          </ac:spMkLst>
        </pc:spChg>
        <pc:picChg chg="mod">
          <ac:chgData name="Zheng Fei" userId="d19317889db4c986" providerId="LiveId" clId="{9FA12051-F28D-CA48-9625-A817AB777493}" dt="2023-02-07T13:21:52.291" v="327" actId="1076"/>
          <ac:picMkLst>
            <pc:docMk/>
            <pc:sldMk cId="2423811834" sldId="259"/>
            <ac:picMk id="5" creationId="{15809B50-24FD-7882-4FA8-AA2E2503AAB4}"/>
          </ac:picMkLst>
        </pc:picChg>
        <pc:cxnChg chg="add mod">
          <ac:chgData name="Zheng Fei" userId="d19317889db4c986" providerId="LiveId" clId="{9FA12051-F28D-CA48-9625-A817AB777493}" dt="2023-02-07T12:59:30.428" v="112"/>
          <ac:cxnSpMkLst>
            <pc:docMk/>
            <pc:sldMk cId="2423811834" sldId="259"/>
            <ac:cxnSpMk id="2" creationId="{BD1F06D9-0AD1-8328-9DFA-3D739EF38788}"/>
          </ac:cxnSpMkLst>
        </pc:cxnChg>
      </pc:sldChg>
      <pc:sldChg chg="addSp delSp modSp mod delAnim modAnim">
        <pc:chgData name="Zheng Fei" userId="d19317889db4c986" providerId="LiveId" clId="{9FA12051-F28D-CA48-9625-A817AB777493}" dt="2023-02-07T12:56:06.431" v="101" actId="1076"/>
        <pc:sldMkLst>
          <pc:docMk/>
          <pc:sldMk cId="0" sldId="274"/>
        </pc:sldMkLst>
        <pc:spChg chg="add mod">
          <ac:chgData name="Zheng Fei" userId="d19317889db4c986" providerId="LiveId" clId="{9FA12051-F28D-CA48-9625-A817AB777493}" dt="2023-02-07T12:55:48.338" v="98" actId="207"/>
          <ac:spMkLst>
            <pc:docMk/>
            <pc:sldMk cId="0" sldId="274"/>
            <ac:spMk id="4" creationId="{6D4D8107-6125-9367-23DF-34763085A585}"/>
          </ac:spMkLst>
        </pc:spChg>
        <pc:spChg chg="add mod">
          <ac:chgData name="Zheng Fei" userId="d19317889db4c986" providerId="LiveId" clId="{9FA12051-F28D-CA48-9625-A817AB777493}" dt="2023-02-07T12:56:06.431" v="101" actId="1076"/>
          <ac:spMkLst>
            <pc:docMk/>
            <pc:sldMk cId="0" sldId="274"/>
            <ac:spMk id="5" creationId="{A8809BC0-E11D-5083-310E-12939E281FF8}"/>
          </ac:spMkLst>
        </pc:spChg>
        <pc:spChg chg="del">
          <ac:chgData name="Zheng Fei" userId="d19317889db4c986" providerId="LiveId" clId="{9FA12051-F28D-CA48-9625-A817AB777493}" dt="2023-02-07T12:55:16.270" v="94" actId="478"/>
          <ac:spMkLst>
            <pc:docMk/>
            <pc:sldMk cId="0" sldId="274"/>
            <ac:spMk id="51204" creationId="{0A74DBC4-6B92-44BB-A250-8A950F85FC78}"/>
          </ac:spMkLst>
        </pc:spChg>
        <pc:graphicFrameChg chg="del">
          <ac:chgData name="Zheng Fei" userId="d19317889db4c986" providerId="LiveId" clId="{9FA12051-F28D-CA48-9625-A817AB777493}" dt="2023-02-07T12:55:17.773" v="95" actId="478"/>
          <ac:graphicFrameMkLst>
            <pc:docMk/>
            <pc:sldMk cId="0" sldId="274"/>
            <ac:graphicFrameMk id="51203" creationId="{580F530D-1A3C-4C61-A6F8-6679EE8C9486}"/>
          </ac:graphicFrameMkLst>
        </pc:graphicFrameChg>
        <pc:graphicFrameChg chg="del">
          <ac:chgData name="Zheng Fei" userId="d19317889db4c986" providerId="LiveId" clId="{9FA12051-F28D-CA48-9625-A817AB777493}" dt="2023-02-07T12:55:15.081" v="93" actId="478"/>
          <ac:graphicFrameMkLst>
            <pc:docMk/>
            <pc:sldMk cId="0" sldId="274"/>
            <ac:graphicFrameMk id="51212" creationId="{7FFFC840-4EA3-4CBA-B31C-56C6E2339FA4}"/>
          </ac:graphicFrameMkLst>
        </pc:graphicFrameChg>
      </pc:sldChg>
      <pc:sldChg chg="del">
        <pc:chgData name="Zheng Fei" userId="d19317889db4c986" providerId="LiveId" clId="{9FA12051-F28D-CA48-9625-A817AB777493}" dt="2023-02-07T13:20:12.148" v="309" actId="2696"/>
        <pc:sldMkLst>
          <pc:docMk/>
          <pc:sldMk cId="1151947026" sldId="344"/>
        </pc:sldMkLst>
      </pc:sldChg>
      <pc:sldChg chg="add">
        <pc:chgData name="Zheng Fei" userId="d19317889db4c986" providerId="LiveId" clId="{9FA12051-F28D-CA48-9625-A817AB777493}" dt="2023-02-07T13:21:30.910" v="325"/>
        <pc:sldMkLst>
          <pc:docMk/>
          <pc:sldMk cId="452843834" sldId="1793"/>
        </pc:sldMkLst>
      </pc:sldChg>
      <pc:sldChg chg="addSp modSp add del modTransition">
        <pc:chgData name="Zheng Fei" userId="d19317889db4c986" providerId="LiveId" clId="{9FA12051-F28D-CA48-9625-A817AB777493}" dt="2023-02-07T13:21:27.878" v="324" actId="2696"/>
        <pc:sldMkLst>
          <pc:docMk/>
          <pc:sldMk cId="3561064269" sldId="1793"/>
        </pc:sldMkLst>
        <pc:spChg chg="add mod">
          <ac:chgData name="Zheng Fei" userId="d19317889db4c986" providerId="LiveId" clId="{9FA12051-F28D-CA48-9625-A817AB777493}" dt="2023-02-07T12:59:23.155" v="109"/>
          <ac:spMkLst>
            <pc:docMk/>
            <pc:sldMk cId="3561064269" sldId="1793"/>
            <ac:spMk id="3" creationId="{834CF5A8-4E3C-6ED8-B66A-AEB82C50CAD8}"/>
          </ac:spMkLst>
        </pc:spChg>
        <pc:picChg chg="mod">
          <ac:chgData name="Zheng Fei" userId="d19317889db4c986" providerId="LiveId" clId="{9FA12051-F28D-CA48-9625-A817AB777493}" dt="2023-02-07T13:21:08.691" v="321" actId="1076"/>
          <ac:picMkLst>
            <pc:docMk/>
            <pc:sldMk cId="3561064269" sldId="1793"/>
            <ac:picMk id="3074" creationId="{98F13E8A-74B9-C5AF-4E3F-AEA8DF84C5A2}"/>
          </ac:picMkLst>
        </pc:picChg>
        <pc:cxnChg chg="add mod">
          <ac:chgData name="Zheng Fei" userId="d19317889db4c986" providerId="LiveId" clId="{9FA12051-F28D-CA48-9625-A817AB777493}" dt="2023-02-07T12:59:23.155" v="109"/>
          <ac:cxnSpMkLst>
            <pc:docMk/>
            <pc:sldMk cId="3561064269" sldId="1793"/>
            <ac:cxnSpMk id="2" creationId="{78D9A73A-041D-7501-D2D9-4D536DADF0D2}"/>
          </ac:cxnSpMkLst>
        </pc:cxnChg>
      </pc:sldChg>
      <pc:sldChg chg="addSp delSp modSp add mod">
        <pc:chgData name="Zheng Fei" userId="d19317889db4c986" providerId="LiveId" clId="{9FA12051-F28D-CA48-9625-A817AB777493}" dt="2023-02-07T13:17:51.918" v="262" actId="1037"/>
        <pc:sldMkLst>
          <pc:docMk/>
          <pc:sldMk cId="3055400233" sldId="1794"/>
        </pc:sldMkLst>
        <pc:spChg chg="add mod">
          <ac:chgData name="Zheng Fei" userId="d19317889db4c986" providerId="LiveId" clId="{9FA12051-F28D-CA48-9625-A817AB777493}" dt="2023-02-07T13:17:05.752" v="206" actId="120"/>
          <ac:spMkLst>
            <pc:docMk/>
            <pc:sldMk cId="3055400233" sldId="1794"/>
            <ac:spMk id="2" creationId="{3B020FAD-293C-0907-D7E3-A4ED0EF7D5F1}"/>
          </ac:spMkLst>
        </pc:spChg>
        <pc:spChg chg="add mod">
          <ac:chgData name="Zheng Fei" userId="d19317889db4c986" providerId="LiveId" clId="{9FA12051-F28D-CA48-9625-A817AB777493}" dt="2023-02-07T13:17:51.918" v="262" actId="1037"/>
          <ac:spMkLst>
            <pc:docMk/>
            <pc:sldMk cId="3055400233" sldId="1794"/>
            <ac:spMk id="3" creationId="{9553610E-EFEF-EDF7-16D4-DB9DBE93F1D1}"/>
          </ac:spMkLst>
        </pc:spChg>
        <pc:spChg chg="add mod">
          <ac:chgData name="Zheng Fei" userId="d19317889db4c986" providerId="LiveId" clId="{9FA12051-F28D-CA48-9625-A817AB777493}" dt="2023-02-07T13:17:47.529" v="261" actId="20577"/>
          <ac:spMkLst>
            <pc:docMk/>
            <pc:sldMk cId="3055400233" sldId="1794"/>
            <ac:spMk id="7" creationId="{CD967DF4-96AD-B4A2-9EB7-F3F6F1CB5989}"/>
          </ac:spMkLst>
        </pc:spChg>
        <pc:picChg chg="del">
          <ac:chgData name="Zheng Fei" userId="d19317889db4c986" providerId="LiveId" clId="{9FA12051-F28D-CA48-9625-A817AB777493}" dt="2023-02-07T12:59:15.003" v="107" actId="478"/>
          <ac:picMkLst>
            <pc:docMk/>
            <pc:sldMk cId="3055400233" sldId="1794"/>
            <ac:picMk id="5" creationId="{46A5F97C-4A8C-47A1-884F-95CA1CEEAF28}"/>
          </ac:picMkLst>
        </pc:picChg>
      </pc:sldChg>
      <pc:sldChg chg="delSp modSp add mod">
        <pc:chgData name="Zheng Fei" userId="d19317889db4c986" providerId="LiveId" clId="{9FA12051-F28D-CA48-9625-A817AB777493}" dt="2023-02-07T13:20:04.644" v="308" actId="1076"/>
        <pc:sldMkLst>
          <pc:docMk/>
          <pc:sldMk cId="1396289526" sldId="1795"/>
        </pc:sldMkLst>
        <pc:spChg chg="mod">
          <ac:chgData name="Zheng Fei" userId="d19317889db4c986" providerId="LiveId" clId="{9FA12051-F28D-CA48-9625-A817AB777493}" dt="2023-02-07T13:19:45.064" v="307"/>
          <ac:spMkLst>
            <pc:docMk/>
            <pc:sldMk cId="1396289526" sldId="1795"/>
            <ac:spMk id="2" creationId="{3B020FAD-293C-0907-D7E3-A4ED0EF7D5F1}"/>
          </ac:spMkLst>
        </pc:spChg>
        <pc:spChg chg="mod">
          <ac:chgData name="Zheng Fei" userId="d19317889db4c986" providerId="LiveId" clId="{9FA12051-F28D-CA48-9625-A817AB777493}" dt="2023-02-07T13:20:04.644" v="308" actId="1076"/>
          <ac:spMkLst>
            <pc:docMk/>
            <pc:sldMk cId="1396289526" sldId="1795"/>
            <ac:spMk id="3" creationId="{9553610E-EFEF-EDF7-16D4-DB9DBE93F1D1}"/>
          </ac:spMkLst>
        </pc:spChg>
        <pc:spChg chg="del">
          <ac:chgData name="Zheng Fei" userId="d19317889db4c986" providerId="LiveId" clId="{9FA12051-F28D-CA48-9625-A817AB777493}" dt="2023-02-07T13:19:08.620" v="301" actId="478"/>
          <ac:spMkLst>
            <pc:docMk/>
            <pc:sldMk cId="1396289526" sldId="1795"/>
            <ac:spMk id="7" creationId="{CD967DF4-96AD-B4A2-9EB7-F3F6F1CB5989}"/>
          </ac:spMkLst>
        </pc:spChg>
      </pc:sldChg>
      <pc:sldChg chg="delSp modSp add mod ord">
        <pc:chgData name="Zheng Fei" userId="d19317889db4c986" providerId="LiveId" clId="{9FA12051-F28D-CA48-9625-A817AB777493}" dt="2023-02-07T13:20:47.682" v="318" actId="20578"/>
        <pc:sldMkLst>
          <pc:docMk/>
          <pc:sldMk cId="1728611342" sldId="1796"/>
        </pc:sldMkLst>
        <pc:picChg chg="mod">
          <ac:chgData name="Zheng Fei" userId="d19317889db4c986" providerId="LiveId" clId="{9FA12051-F28D-CA48-9625-A817AB777493}" dt="2023-02-07T13:20:43.209" v="317" actId="1076"/>
          <ac:picMkLst>
            <pc:docMk/>
            <pc:sldMk cId="1728611342" sldId="1796"/>
            <ac:picMk id="5" creationId="{CFC64B15-81EA-73B3-7A72-00319ED7BA84}"/>
          </ac:picMkLst>
        </pc:picChg>
        <pc:picChg chg="del">
          <ac:chgData name="Zheng Fei" userId="d19317889db4c986" providerId="LiveId" clId="{9FA12051-F28D-CA48-9625-A817AB777493}" dt="2023-02-07T13:20:40.802" v="316" actId="478"/>
          <ac:picMkLst>
            <pc:docMk/>
            <pc:sldMk cId="1728611342" sldId="1796"/>
            <ac:picMk id="1026" creationId="{CCA12007-AD81-90D4-F4AC-74AA7A66B172}"/>
          </ac:picMkLst>
        </pc:picChg>
      </pc:sldChg>
    </pc:docChg>
  </pc:docChgLst>
  <pc:docChgLst>
    <pc:chgData name="Zheng Fei" userId="d19317889db4c986" providerId="LiveId" clId="{D3299E47-2F4C-0C41-8BAC-72AC898D3C2D}"/>
    <pc:docChg chg="undo custSel addSld delSld">
      <pc:chgData name="Zheng Fei" userId="d19317889db4c986" providerId="LiveId" clId="{D3299E47-2F4C-0C41-8BAC-72AC898D3C2D}" dt="2023-02-09T03:29:25.650" v="23" actId="2696"/>
      <pc:docMkLst>
        <pc:docMk/>
      </pc:docMkLst>
      <pc:sldChg chg="del">
        <pc:chgData name="Zheng Fei" userId="d19317889db4c986" providerId="LiveId" clId="{D3299E47-2F4C-0C41-8BAC-72AC898D3C2D}" dt="2023-02-09T03:29:25.568" v="12" actId="2696"/>
        <pc:sldMkLst>
          <pc:docMk/>
          <pc:sldMk cId="2147143070" sldId="256"/>
        </pc:sldMkLst>
      </pc:sldChg>
      <pc:sldChg chg="del">
        <pc:chgData name="Zheng Fei" userId="d19317889db4c986" providerId="LiveId" clId="{D3299E47-2F4C-0C41-8BAC-72AC898D3C2D}" dt="2023-02-09T03:29:25.569" v="14" actId="2696"/>
        <pc:sldMkLst>
          <pc:docMk/>
          <pc:sldMk cId="750488324" sldId="257"/>
        </pc:sldMkLst>
      </pc:sldChg>
      <pc:sldChg chg="del">
        <pc:chgData name="Zheng Fei" userId="d19317889db4c986" providerId="LiveId" clId="{D3299E47-2F4C-0C41-8BAC-72AC898D3C2D}" dt="2023-02-09T03:29:25.602" v="18" actId="2696"/>
        <pc:sldMkLst>
          <pc:docMk/>
          <pc:sldMk cId="2423811834" sldId="259"/>
        </pc:sldMkLst>
      </pc:sldChg>
      <pc:sldChg chg="del">
        <pc:chgData name="Zheng Fei" userId="d19317889db4c986" providerId="LiveId" clId="{D3299E47-2F4C-0C41-8BAC-72AC898D3C2D}" dt="2023-02-09T03:29:25.555" v="8" actId="2696"/>
        <pc:sldMkLst>
          <pc:docMk/>
          <pc:sldMk cId="0" sldId="273"/>
        </pc:sldMkLst>
      </pc:sldChg>
      <pc:sldChg chg="del">
        <pc:chgData name="Zheng Fei" userId="d19317889db4c986" providerId="LiveId" clId="{D3299E47-2F4C-0C41-8BAC-72AC898D3C2D}" dt="2023-02-09T03:29:25.583" v="15" actId="2696"/>
        <pc:sldMkLst>
          <pc:docMk/>
          <pc:sldMk cId="0" sldId="274"/>
        </pc:sldMkLst>
      </pc:sldChg>
      <pc:sldChg chg="del">
        <pc:chgData name="Zheng Fei" userId="d19317889db4c986" providerId="LiveId" clId="{D3299E47-2F4C-0C41-8BAC-72AC898D3C2D}" dt="2023-02-09T03:29:25.645" v="22" actId="2696"/>
        <pc:sldMkLst>
          <pc:docMk/>
          <pc:sldMk cId="0" sldId="275"/>
        </pc:sldMkLst>
      </pc:sldChg>
      <pc:sldChg chg="del">
        <pc:chgData name="Zheng Fei" userId="d19317889db4c986" providerId="LiveId" clId="{D3299E47-2F4C-0C41-8BAC-72AC898D3C2D}" dt="2023-02-09T03:29:25.608" v="19" actId="2696"/>
        <pc:sldMkLst>
          <pc:docMk/>
          <pc:sldMk cId="0" sldId="276"/>
        </pc:sldMkLst>
      </pc:sldChg>
      <pc:sldChg chg="del">
        <pc:chgData name="Zheng Fei" userId="d19317889db4c986" providerId="LiveId" clId="{D3299E47-2F4C-0C41-8BAC-72AC898D3C2D}" dt="2023-02-09T03:29:25.585" v="16" actId="2696"/>
        <pc:sldMkLst>
          <pc:docMk/>
          <pc:sldMk cId="0" sldId="277"/>
        </pc:sldMkLst>
      </pc:sldChg>
      <pc:sldChg chg="del">
        <pc:chgData name="Zheng Fei" userId="d19317889db4c986" providerId="LiveId" clId="{D3299E47-2F4C-0C41-8BAC-72AC898D3C2D}" dt="2023-02-09T03:29:25.621" v="20" actId="2696"/>
        <pc:sldMkLst>
          <pc:docMk/>
          <pc:sldMk cId="0" sldId="279"/>
        </pc:sldMkLst>
      </pc:sldChg>
      <pc:sldChg chg="del">
        <pc:chgData name="Zheng Fei" userId="d19317889db4c986" providerId="LiveId" clId="{D3299E47-2F4C-0C41-8BAC-72AC898D3C2D}" dt="2023-02-09T03:29:25.557" v="9" actId="2696"/>
        <pc:sldMkLst>
          <pc:docMk/>
          <pc:sldMk cId="0" sldId="280"/>
        </pc:sldMkLst>
      </pc:sldChg>
      <pc:sldChg chg="del">
        <pc:chgData name="Zheng Fei" userId="d19317889db4c986" providerId="LiveId" clId="{D3299E47-2F4C-0C41-8BAC-72AC898D3C2D}" dt="2023-02-09T03:28:44.951" v="0" actId="2696"/>
        <pc:sldMkLst>
          <pc:docMk/>
          <pc:sldMk cId="2859007535" sldId="341"/>
        </pc:sldMkLst>
      </pc:sldChg>
      <pc:sldChg chg="del">
        <pc:chgData name="Zheng Fei" userId="d19317889db4c986" providerId="LiveId" clId="{D3299E47-2F4C-0C41-8BAC-72AC898D3C2D}" dt="2023-02-09T03:28:44.960" v="3" actId="2696"/>
        <pc:sldMkLst>
          <pc:docMk/>
          <pc:sldMk cId="382227545" sldId="342"/>
        </pc:sldMkLst>
      </pc:sldChg>
      <pc:sldChg chg="del">
        <pc:chgData name="Zheng Fei" userId="d19317889db4c986" providerId="LiveId" clId="{D3299E47-2F4C-0C41-8BAC-72AC898D3C2D}" dt="2023-02-09T03:29:25.650" v="23" actId="2696"/>
        <pc:sldMkLst>
          <pc:docMk/>
          <pc:sldMk cId="848197513" sldId="388"/>
        </pc:sldMkLst>
      </pc:sldChg>
      <pc:sldChg chg="del">
        <pc:chgData name="Zheng Fei" userId="d19317889db4c986" providerId="LiveId" clId="{D3299E47-2F4C-0C41-8BAC-72AC898D3C2D}" dt="2023-02-09T03:28:50.822" v="5" actId="2696"/>
        <pc:sldMkLst>
          <pc:docMk/>
          <pc:sldMk cId="645090148" sldId="1776"/>
        </pc:sldMkLst>
      </pc:sldChg>
      <pc:sldChg chg="del">
        <pc:chgData name="Zheng Fei" userId="d19317889db4c986" providerId="LiveId" clId="{D3299E47-2F4C-0C41-8BAC-72AC898D3C2D}" dt="2023-02-09T03:28:44.979" v="4" actId="2696"/>
        <pc:sldMkLst>
          <pc:docMk/>
          <pc:sldMk cId="2682990916" sldId="1777"/>
        </pc:sldMkLst>
      </pc:sldChg>
      <pc:sldChg chg="del">
        <pc:chgData name="Zheng Fei" userId="d19317889db4c986" providerId="LiveId" clId="{D3299E47-2F4C-0C41-8BAC-72AC898D3C2D}" dt="2023-02-09T03:28:44.955" v="2" actId="2696"/>
        <pc:sldMkLst>
          <pc:docMk/>
          <pc:sldMk cId="1645763959" sldId="1778"/>
        </pc:sldMkLst>
      </pc:sldChg>
      <pc:sldChg chg="del">
        <pc:chgData name="Zheng Fei" userId="d19317889db4c986" providerId="LiveId" clId="{D3299E47-2F4C-0C41-8BAC-72AC898D3C2D}" dt="2023-02-09T03:28:44.954" v="1" actId="2696"/>
        <pc:sldMkLst>
          <pc:docMk/>
          <pc:sldMk cId="3545560866" sldId="1779"/>
        </pc:sldMkLst>
      </pc:sldChg>
      <pc:sldChg chg="del">
        <pc:chgData name="Zheng Fei" userId="d19317889db4c986" providerId="LiveId" clId="{D3299E47-2F4C-0C41-8BAC-72AC898D3C2D}" dt="2023-02-09T03:29:25.567" v="11" actId="2696"/>
        <pc:sldMkLst>
          <pc:docMk/>
          <pc:sldMk cId="1630474344" sldId="1792"/>
        </pc:sldMkLst>
      </pc:sldChg>
      <pc:sldChg chg="del">
        <pc:chgData name="Zheng Fei" userId="d19317889db4c986" providerId="LiveId" clId="{D3299E47-2F4C-0C41-8BAC-72AC898D3C2D}" dt="2023-02-09T03:29:25.568" v="13" actId="2696"/>
        <pc:sldMkLst>
          <pc:docMk/>
          <pc:sldMk cId="452843834" sldId="1793"/>
        </pc:sldMkLst>
      </pc:sldChg>
      <pc:sldChg chg="del">
        <pc:chgData name="Zheng Fei" userId="d19317889db4c986" providerId="LiveId" clId="{D3299E47-2F4C-0C41-8BAC-72AC898D3C2D}" dt="2023-02-09T03:29:25.601" v="17" actId="2696"/>
        <pc:sldMkLst>
          <pc:docMk/>
          <pc:sldMk cId="3055400233" sldId="1794"/>
        </pc:sldMkLst>
      </pc:sldChg>
      <pc:sldChg chg="del">
        <pc:chgData name="Zheng Fei" userId="d19317889db4c986" providerId="LiveId" clId="{D3299E47-2F4C-0C41-8BAC-72AC898D3C2D}" dt="2023-02-09T03:29:25.634" v="21" actId="2696"/>
        <pc:sldMkLst>
          <pc:docMk/>
          <pc:sldMk cId="1396289526" sldId="1795"/>
        </pc:sldMkLst>
      </pc:sldChg>
      <pc:sldChg chg="del">
        <pc:chgData name="Zheng Fei" userId="d19317889db4c986" providerId="LiveId" clId="{D3299E47-2F4C-0C41-8BAC-72AC898D3C2D}" dt="2023-02-09T03:29:25.558" v="10" actId="2696"/>
        <pc:sldMkLst>
          <pc:docMk/>
          <pc:sldMk cId="1728611342" sldId="1796"/>
        </pc:sldMkLst>
      </pc:sldChg>
      <pc:sldChg chg="new del">
        <pc:chgData name="Zheng Fei" userId="d19317889db4c986" providerId="LiveId" clId="{D3299E47-2F4C-0C41-8BAC-72AC898D3C2D}" dt="2023-02-09T03:29:07.671" v="7" actId="680"/>
        <pc:sldMkLst>
          <pc:docMk/>
          <pc:sldMk cId="3198791632" sldId="1797"/>
        </pc:sldMkLst>
      </pc:sldChg>
    </pc:docChg>
  </pc:docChgLst>
  <pc:docChgLst>
    <pc:chgData name="Zheng Fei" userId="d19317889db4c986" providerId="LiveId" clId="{7B8881E9-7663-D041-9398-4A5EF366E3CC}"/>
    <pc:docChg chg="undo custSel addSld delSld modSld sldOrd">
      <pc:chgData name="Zheng Fei" userId="d19317889db4c986" providerId="LiveId" clId="{7B8881E9-7663-D041-9398-4A5EF366E3CC}" dt="2022-12-02T05:43:43.611" v="184" actId="2696"/>
      <pc:docMkLst>
        <pc:docMk/>
      </pc:docMkLst>
      <pc:sldChg chg="modSp mod">
        <pc:chgData name="Zheng Fei" userId="d19317889db4c986" providerId="LiveId" clId="{7B8881E9-7663-D041-9398-4A5EF366E3CC}" dt="2022-12-02T05:39:13.676" v="70" actId="113"/>
        <pc:sldMkLst>
          <pc:docMk/>
          <pc:sldMk cId="2576691501" sldId="329"/>
        </pc:sldMkLst>
        <pc:spChg chg="mod">
          <ac:chgData name="Zheng Fei" userId="d19317889db4c986" providerId="LiveId" clId="{7B8881E9-7663-D041-9398-4A5EF366E3CC}" dt="2022-12-02T05:39:13.676" v="70" actId="113"/>
          <ac:spMkLst>
            <pc:docMk/>
            <pc:sldMk cId="2576691501" sldId="329"/>
            <ac:spMk id="10" creationId="{FD4E03B7-8C81-864D-B432-51CCD293F808}"/>
          </ac:spMkLst>
        </pc:spChg>
      </pc:sldChg>
      <pc:sldChg chg="modSp mod">
        <pc:chgData name="Zheng Fei" userId="d19317889db4c986" providerId="LiveId" clId="{7B8881E9-7663-D041-9398-4A5EF366E3CC}" dt="2022-12-02T05:39:17.106" v="71" actId="113"/>
        <pc:sldMkLst>
          <pc:docMk/>
          <pc:sldMk cId="2832431609" sldId="330"/>
        </pc:sldMkLst>
        <pc:spChg chg="mod">
          <ac:chgData name="Zheng Fei" userId="d19317889db4c986" providerId="LiveId" clId="{7B8881E9-7663-D041-9398-4A5EF366E3CC}" dt="2022-12-02T05:39:17.106" v="71" actId="113"/>
          <ac:spMkLst>
            <pc:docMk/>
            <pc:sldMk cId="2832431609" sldId="330"/>
            <ac:spMk id="10" creationId="{FD4E03B7-8C81-864D-B432-51CCD293F808}"/>
          </ac:spMkLst>
        </pc:spChg>
      </pc:sldChg>
      <pc:sldChg chg="modSp mod">
        <pc:chgData name="Zheng Fei" userId="d19317889db4c986" providerId="LiveId" clId="{7B8881E9-7663-D041-9398-4A5EF366E3CC}" dt="2022-12-02T05:39:09.779" v="69" actId="1076"/>
        <pc:sldMkLst>
          <pc:docMk/>
          <pc:sldMk cId="2719059656" sldId="331"/>
        </pc:sldMkLst>
        <pc:spChg chg="mod">
          <ac:chgData name="Zheng Fei" userId="d19317889db4c986" providerId="LiveId" clId="{7B8881E9-7663-D041-9398-4A5EF366E3CC}" dt="2022-12-02T05:39:09.779" v="69" actId="1076"/>
          <ac:spMkLst>
            <pc:docMk/>
            <pc:sldMk cId="2719059656" sldId="331"/>
            <ac:spMk id="10" creationId="{FD4E03B7-8C81-864D-B432-51CCD293F808}"/>
          </ac:spMkLst>
        </pc:spChg>
      </pc:sldChg>
      <pc:sldChg chg="addSp delSp modSp mod ord">
        <pc:chgData name="Zheng Fei" userId="d19317889db4c986" providerId="LiveId" clId="{7B8881E9-7663-D041-9398-4A5EF366E3CC}" dt="2022-12-02T05:36:50.568" v="44"/>
        <pc:sldMkLst>
          <pc:docMk/>
          <pc:sldMk cId="2459870102" sldId="335"/>
        </pc:sldMkLst>
        <pc:spChg chg="add mod">
          <ac:chgData name="Zheng Fei" userId="d19317889db4c986" providerId="LiveId" clId="{7B8881E9-7663-D041-9398-4A5EF366E3CC}" dt="2022-12-02T05:36:50.568" v="44"/>
          <ac:spMkLst>
            <pc:docMk/>
            <pc:sldMk cId="2459870102" sldId="335"/>
            <ac:spMk id="2" creationId="{BBF72553-C3F2-61F4-350C-2B328871502C}"/>
          </ac:spMkLst>
        </pc:spChg>
        <pc:spChg chg="del">
          <ac:chgData name="Zheng Fei" userId="d19317889db4c986" providerId="LiveId" clId="{7B8881E9-7663-D041-9398-4A5EF366E3CC}" dt="2022-12-02T05:36:45.934" v="43" actId="478"/>
          <ac:spMkLst>
            <pc:docMk/>
            <pc:sldMk cId="2459870102" sldId="335"/>
            <ac:spMk id="11" creationId="{192E154D-21AC-4496-9A9F-B2147A0BC7C1}"/>
          </ac:spMkLst>
        </pc:spChg>
        <pc:picChg chg="del">
          <ac:chgData name="Zheng Fei" userId="d19317889db4c986" providerId="LiveId" clId="{7B8881E9-7663-D041-9398-4A5EF366E3CC}" dt="2022-12-02T05:36:42.882" v="42" actId="478"/>
          <ac:picMkLst>
            <pc:docMk/>
            <pc:sldMk cId="2459870102" sldId="335"/>
            <ac:picMk id="15" creationId="{92D61EC4-6DBD-4A8C-9493-47029E89E0C8}"/>
          </ac:picMkLst>
        </pc:picChg>
        <pc:cxnChg chg="add mod">
          <ac:chgData name="Zheng Fei" userId="d19317889db4c986" providerId="LiveId" clId="{7B8881E9-7663-D041-9398-4A5EF366E3CC}" dt="2022-12-02T05:36:50.568" v="44"/>
          <ac:cxnSpMkLst>
            <pc:docMk/>
            <pc:sldMk cId="2459870102" sldId="335"/>
            <ac:cxnSpMk id="5" creationId="{4C1AF680-72FB-40EE-C151-00868E729A50}"/>
          </ac:cxnSpMkLst>
        </pc:cxnChg>
      </pc:sldChg>
      <pc:sldChg chg="delSp del mod">
        <pc:chgData name="Zheng Fei" userId="d19317889db4c986" providerId="LiveId" clId="{7B8881E9-7663-D041-9398-4A5EF366E3CC}" dt="2022-12-02T05:42:36.793" v="171" actId="2696"/>
        <pc:sldMkLst>
          <pc:docMk/>
          <pc:sldMk cId="4231211157" sldId="336"/>
        </pc:sldMkLst>
        <pc:spChg chg="del">
          <ac:chgData name="Zheng Fei" userId="d19317889db4c986" providerId="LiveId" clId="{7B8881E9-7663-D041-9398-4A5EF366E3CC}" dt="2022-12-02T05:41:43.620" v="142" actId="478"/>
          <ac:spMkLst>
            <pc:docMk/>
            <pc:sldMk cId="4231211157" sldId="336"/>
            <ac:spMk id="9" creationId="{74C94C83-CB5C-4087-BBD1-9EDE4C99059F}"/>
          </ac:spMkLst>
        </pc:spChg>
        <pc:spChg chg="del">
          <ac:chgData name="Zheng Fei" userId="d19317889db4c986" providerId="LiveId" clId="{7B8881E9-7663-D041-9398-4A5EF366E3CC}" dt="2022-12-02T05:41:49.952" v="143" actId="21"/>
          <ac:spMkLst>
            <pc:docMk/>
            <pc:sldMk cId="4231211157" sldId="336"/>
            <ac:spMk id="15" creationId="{FFC6ABE9-9BFE-4ACD-A506-BA9B34043FE4}"/>
          </ac:spMkLst>
        </pc:spChg>
        <pc:spChg chg="del">
          <ac:chgData name="Zheng Fei" userId="d19317889db4c986" providerId="LiveId" clId="{7B8881E9-7663-D041-9398-4A5EF366E3CC}" dt="2022-12-02T05:41:49.952" v="143" actId="21"/>
          <ac:spMkLst>
            <pc:docMk/>
            <pc:sldMk cId="4231211157" sldId="336"/>
            <ac:spMk id="16" creationId="{87AD0794-3B8C-4675-BDC0-0314F110ABB7}"/>
          </ac:spMkLst>
        </pc:spChg>
        <pc:grpChg chg="del">
          <ac:chgData name="Zheng Fei" userId="d19317889db4c986" providerId="LiveId" clId="{7B8881E9-7663-D041-9398-4A5EF366E3CC}" dt="2022-12-02T05:41:49.952" v="143" actId="21"/>
          <ac:grpSpMkLst>
            <pc:docMk/>
            <pc:sldMk cId="4231211157" sldId="336"/>
            <ac:grpSpMk id="17" creationId="{836464A8-F224-4AD4-AC4A-27898748B960}"/>
          </ac:grpSpMkLst>
        </pc:grpChg>
        <pc:grpChg chg="del">
          <ac:chgData name="Zheng Fei" userId="d19317889db4c986" providerId="LiveId" clId="{7B8881E9-7663-D041-9398-4A5EF366E3CC}" dt="2022-12-02T05:41:49.952" v="143" actId="21"/>
          <ac:grpSpMkLst>
            <pc:docMk/>
            <pc:sldMk cId="4231211157" sldId="336"/>
            <ac:grpSpMk id="20" creationId="{7481D171-1EF2-45DE-B01F-F5FFCC7D772F}"/>
          </ac:grpSpMkLst>
        </pc:grpChg>
      </pc:sldChg>
      <pc:sldChg chg="delSp del">
        <pc:chgData name="Zheng Fei" userId="d19317889db4c986" providerId="LiveId" clId="{7B8881E9-7663-D041-9398-4A5EF366E3CC}" dt="2022-12-02T05:43:43.611" v="184" actId="2696"/>
        <pc:sldMkLst>
          <pc:docMk/>
          <pc:sldMk cId="1151378953" sldId="337"/>
        </pc:sldMkLst>
        <pc:spChg chg="del">
          <ac:chgData name="Zheng Fei" userId="d19317889db4c986" providerId="LiveId" clId="{7B8881E9-7663-D041-9398-4A5EF366E3CC}" dt="2022-12-02T05:43:39.276" v="181" actId="21"/>
          <ac:spMkLst>
            <pc:docMk/>
            <pc:sldMk cId="1151378953" sldId="337"/>
            <ac:spMk id="23" creationId="{1B88DC17-C799-4CF4-8163-4E23EA6828C6}"/>
          </ac:spMkLst>
        </pc:spChg>
      </pc:sldChg>
      <pc:sldChg chg="addSp delSp modSp mod">
        <pc:chgData name="Zheng Fei" userId="d19317889db4c986" providerId="LiveId" clId="{7B8881E9-7663-D041-9398-4A5EF366E3CC}" dt="2022-12-02T05:40:42.261" v="87" actId="1076"/>
        <pc:sldMkLst>
          <pc:docMk/>
          <pc:sldMk cId="115241530" sldId="345"/>
        </pc:sldMkLst>
        <pc:spChg chg="mod">
          <ac:chgData name="Zheng Fei" userId="d19317889db4c986" providerId="LiveId" clId="{7B8881E9-7663-D041-9398-4A5EF366E3CC}" dt="2022-12-02T05:40:42.261" v="87" actId="1076"/>
          <ac:spMkLst>
            <pc:docMk/>
            <pc:sldMk cId="115241530" sldId="345"/>
            <ac:spMk id="3" creationId="{DE949213-57A9-471A-92E9-4F392170874B}"/>
          </ac:spMkLst>
        </pc:spChg>
        <pc:spChg chg="del mod">
          <ac:chgData name="Zheng Fei" userId="d19317889db4c986" providerId="LiveId" clId="{7B8881E9-7663-D041-9398-4A5EF366E3CC}" dt="2022-12-02T05:40:40.167" v="86" actId="478"/>
          <ac:spMkLst>
            <pc:docMk/>
            <pc:sldMk cId="115241530" sldId="345"/>
            <ac:spMk id="4" creationId="{02563509-D651-4247-BD85-CB5088F596B3}"/>
          </ac:spMkLst>
        </pc:spChg>
        <pc:spChg chg="del">
          <ac:chgData name="Zheng Fei" userId="d19317889db4c986" providerId="LiveId" clId="{7B8881E9-7663-D041-9398-4A5EF366E3CC}" dt="2022-12-02T05:40:38.170" v="85" actId="478"/>
          <ac:spMkLst>
            <pc:docMk/>
            <pc:sldMk cId="115241530" sldId="345"/>
            <ac:spMk id="5" creationId="{7F9A0FA8-E4A4-41DF-97BA-8161C8254BA9}"/>
          </ac:spMkLst>
        </pc:spChg>
        <pc:spChg chg="del">
          <ac:chgData name="Zheng Fei" userId="d19317889db4c986" providerId="LiveId" clId="{7B8881E9-7663-D041-9398-4A5EF366E3CC}" dt="2022-12-02T05:39:48.458" v="73" actId="478"/>
          <ac:spMkLst>
            <pc:docMk/>
            <pc:sldMk cId="115241530" sldId="345"/>
            <ac:spMk id="6" creationId="{7B9CDB0B-BB4D-4F3A-A83D-92978D585B31}"/>
          </ac:spMkLst>
        </pc:spChg>
        <pc:spChg chg="add mod">
          <ac:chgData name="Zheng Fei" userId="d19317889db4c986" providerId="LiveId" clId="{7B8881E9-7663-D041-9398-4A5EF366E3CC}" dt="2022-12-02T05:40:19.390" v="82" actId="12788"/>
          <ac:spMkLst>
            <pc:docMk/>
            <pc:sldMk cId="115241530" sldId="345"/>
            <ac:spMk id="8" creationId="{B7935983-9C35-3E4E-3A43-70EBDE89595F}"/>
          </ac:spMkLst>
        </pc:spChg>
        <pc:picChg chg="del">
          <ac:chgData name="Zheng Fei" userId="d19317889db4c986" providerId="LiveId" clId="{7B8881E9-7663-D041-9398-4A5EF366E3CC}" dt="2022-12-02T05:39:49.265" v="74" actId="478"/>
          <ac:picMkLst>
            <pc:docMk/>
            <pc:sldMk cId="115241530" sldId="345"/>
            <ac:picMk id="7" creationId="{3C6CD6D8-A7DA-48D6-99F8-B471B5899C9F}"/>
          </ac:picMkLst>
        </pc:picChg>
        <pc:cxnChg chg="add mod">
          <ac:chgData name="Zheng Fei" userId="d19317889db4c986" providerId="LiveId" clId="{7B8881E9-7663-D041-9398-4A5EF366E3CC}" dt="2022-12-02T05:39:50.423" v="75"/>
          <ac:cxnSpMkLst>
            <pc:docMk/>
            <pc:sldMk cId="115241530" sldId="345"/>
            <ac:cxnSpMk id="2" creationId="{12F1C064-82A4-94AB-9502-26F4AC15E601}"/>
          </ac:cxnSpMkLst>
        </pc:cxnChg>
      </pc:sldChg>
      <pc:sldChg chg="addSp delSp modSp mod">
        <pc:chgData name="Zheng Fei" userId="d19317889db4c986" providerId="LiveId" clId="{7B8881E9-7663-D041-9398-4A5EF366E3CC}" dt="2022-12-02T05:43:03.482" v="174"/>
        <pc:sldMkLst>
          <pc:docMk/>
          <pc:sldMk cId="1214083559" sldId="346"/>
        </pc:sldMkLst>
        <pc:spChg chg="add mod">
          <ac:chgData name="Zheng Fei" userId="d19317889db4c986" providerId="LiveId" clId="{7B8881E9-7663-D041-9398-4A5EF366E3CC}" dt="2022-12-02T05:43:03.482" v="174"/>
          <ac:spMkLst>
            <pc:docMk/>
            <pc:sldMk cId="1214083559" sldId="346"/>
            <ac:spMk id="4" creationId="{B132BFF6-E247-F2D6-E3FF-F718A66F0E85}"/>
          </ac:spMkLst>
        </pc:spChg>
        <pc:spChg chg="del">
          <ac:chgData name="Zheng Fei" userId="d19317889db4c986" providerId="LiveId" clId="{7B8881E9-7663-D041-9398-4A5EF366E3CC}" dt="2022-12-02T05:42:57.824" v="172" actId="478"/>
          <ac:spMkLst>
            <pc:docMk/>
            <pc:sldMk cId="1214083559" sldId="346"/>
            <ac:spMk id="23" creationId="{E1EEC25B-5C51-495C-B5EC-1F8CA9F7B651}"/>
          </ac:spMkLst>
        </pc:spChg>
        <pc:picChg chg="del">
          <ac:chgData name="Zheng Fei" userId="d19317889db4c986" providerId="LiveId" clId="{7B8881E9-7663-D041-9398-4A5EF366E3CC}" dt="2022-12-02T05:42:58.353" v="173" actId="478"/>
          <ac:picMkLst>
            <pc:docMk/>
            <pc:sldMk cId="1214083559" sldId="346"/>
            <ac:picMk id="24" creationId="{75237139-541C-4524-8936-D66AAE1C7805}"/>
          </ac:picMkLst>
        </pc:picChg>
        <pc:cxnChg chg="add mod">
          <ac:chgData name="Zheng Fei" userId="d19317889db4c986" providerId="LiveId" clId="{7B8881E9-7663-D041-9398-4A5EF366E3CC}" dt="2022-12-02T05:43:03.482" v="174"/>
          <ac:cxnSpMkLst>
            <pc:docMk/>
            <pc:sldMk cId="1214083559" sldId="346"/>
            <ac:cxnSpMk id="2" creationId="{98EB0706-1EB6-5EAE-76A4-1A29FBBDCF08}"/>
          </ac:cxnSpMkLst>
        </pc:cxnChg>
      </pc:sldChg>
      <pc:sldChg chg="addSp delSp modSp mod ord">
        <pc:chgData name="Zheng Fei" userId="d19317889db4c986" providerId="LiveId" clId="{7B8881E9-7663-D041-9398-4A5EF366E3CC}" dt="2022-12-02T05:38:08.196" v="57" actId="1076"/>
        <pc:sldMkLst>
          <pc:docMk/>
          <pc:sldMk cId="4060025817" sldId="387"/>
        </pc:sldMkLst>
        <pc:spChg chg="add mod">
          <ac:chgData name="Zheng Fei" userId="d19317889db4c986" providerId="LiveId" clId="{7B8881E9-7663-D041-9398-4A5EF366E3CC}" dt="2022-12-02T05:37:42.045" v="49"/>
          <ac:spMkLst>
            <pc:docMk/>
            <pc:sldMk cId="4060025817" sldId="387"/>
            <ac:spMk id="2" creationId="{31C8F188-D00A-DB8C-DCC9-EC7E35053842}"/>
          </ac:spMkLst>
        </pc:spChg>
        <pc:spChg chg="mod">
          <ac:chgData name="Zheng Fei" userId="d19317889db4c986" providerId="LiveId" clId="{7B8881E9-7663-D041-9398-4A5EF366E3CC}" dt="2022-12-02T05:38:08.196" v="57" actId="1076"/>
          <ac:spMkLst>
            <pc:docMk/>
            <pc:sldMk cId="4060025817" sldId="387"/>
            <ac:spMk id="10" creationId="{D2B5C4BD-B5DB-4D15-94BC-390712EB60C2}"/>
          </ac:spMkLst>
        </pc:spChg>
        <pc:spChg chg="del">
          <ac:chgData name="Zheng Fei" userId="d19317889db4c986" providerId="LiveId" clId="{7B8881E9-7663-D041-9398-4A5EF366E3CC}" dt="2022-12-02T05:37:39.016" v="47" actId="478"/>
          <ac:spMkLst>
            <pc:docMk/>
            <pc:sldMk cId="4060025817" sldId="387"/>
            <ac:spMk id="11" creationId="{192E154D-21AC-4496-9A9F-B2147A0BC7C1}"/>
          </ac:spMkLst>
        </pc:spChg>
        <pc:picChg chg="del">
          <ac:chgData name="Zheng Fei" userId="d19317889db4c986" providerId="LiveId" clId="{7B8881E9-7663-D041-9398-4A5EF366E3CC}" dt="2022-12-02T05:37:48.234" v="50" actId="478"/>
          <ac:picMkLst>
            <pc:docMk/>
            <pc:sldMk cId="4060025817" sldId="387"/>
            <ac:picMk id="14" creationId="{BCCE5CCD-082A-4B1C-814A-919AC6628489}"/>
          </ac:picMkLst>
        </pc:picChg>
        <pc:picChg chg="del">
          <ac:chgData name="Zheng Fei" userId="d19317889db4c986" providerId="LiveId" clId="{7B8881E9-7663-D041-9398-4A5EF366E3CC}" dt="2022-12-02T05:37:41.443" v="48" actId="478"/>
          <ac:picMkLst>
            <pc:docMk/>
            <pc:sldMk cId="4060025817" sldId="387"/>
            <ac:picMk id="15" creationId="{92D61EC4-6DBD-4A8C-9493-47029E89E0C8}"/>
          </ac:picMkLst>
        </pc:picChg>
        <pc:cxnChg chg="add mod">
          <ac:chgData name="Zheng Fei" userId="d19317889db4c986" providerId="LiveId" clId="{7B8881E9-7663-D041-9398-4A5EF366E3CC}" dt="2022-12-02T05:37:42.045" v="49"/>
          <ac:cxnSpMkLst>
            <pc:docMk/>
            <pc:sldMk cId="4060025817" sldId="387"/>
            <ac:cxnSpMk id="4" creationId="{2A5B0312-8A7E-0E74-7839-3D5859518B31}"/>
          </ac:cxnSpMkLst>
        </pc:cxnChg>
      </pc:sldChg>
      <pc:sldChg chg="modAnim">
        <pc:chgData name="Zheng Fei" userId="d19317889db4c986" providerId="LiveId" clId="{7B8881E9-7663-D041-9398-4A5EF366E3CC}" dt="2022-12-02T05:32:03.056" v="5"/>
        <pc:sldMkLst>
          <pc:docMk/>
          <pc:sldMk cId="2752123177" sldId="391"/>
        </pc:sldMkLst>
      </pc:sldChg>
      <pc:sldChg chg="del">
        <pc:chgData name="Zheng Fei" userId="d19317889db4c986" providerId="LiveId" clId="{7B8881E9-7663-D041-9398-4A5EF366E3CC}" dt="2022-12-02T05:37:13.087" v="45" actId="2696"/>
        <pc:sldMkLst>
          <pc:docMk/>
          <pc:sldMk cId="3717945157" sldId="392"/>
        </pc:sldMkLst>
      </pc:sldChg>
      <pc:sldChg chg="del">
        <pc:chgData name="Zheng Fei" userId="d19317889db4c986" providerId="LiveId" clId="{7B8881E9-7663-D041-9398-4A5EF366E3CC}" dt="2022-12-02T05:40:46.591" v="89" actId="2696"/>
        <pc:sldMkLst>
          <pc:docMk/>
          <pc:sldMk cId="349427073" sldId="393"/>
        </pc:sldMkLst>
      </pc:sldChg>
      <pc:sldChg chg="modSp mod">
        <pc:chgData name="Zheng Fei" userId="d19317889db4c986" providerId="LiveId" clId="{7B8881E9-7663-D041-9398-4A5EF366E3CC}" dt="2022-12-02T05:31:50.808" v="4" actId="20577"/>
        <pc:sldMkLst>
          <pc:docMk/>
          <pc:sldMk cId="1421658235" sldId="1781"/>
        </pc:sldMkLst>
        <pc:spChg chg="mod">
          <ac:chgData name="Zheng Fei" userId="d19317889db4c986" providerId="LiveId" clId="{7B8881E9-7663-D041-9398-4A5EF366E3CC}" dt="2022-12-02T05:31:50.808" v="4" actId="20577"/>
          <ac:spMkLst>
            <pc:docMk/>
            <pc:sldMk cId="1421658235" sldId="1781"/>
            <ac:spMk id="14" creationId="{F2AFB2CF-1647-4493-B623-640AC7636180}"/>
          </ac:spMkLst>
        </pc:spChg>
      </pc:sldChg>
      <pc:sldChg chg="modSp mod">
        <pc:chgData name="Zheng Fei" userId="d19317889db4c986" providerId="LiveId" clId="{7B8881E9-7663-D041-9398-4A5EF366E3CC}" dt="2022-12-02T05:36:22.320" v="40" actId="1076"/>
        <pc:sldMkLst>
          <pc:docMk/>
          <pc:sldMk cId="2151762589" sldId="1785"/>
        </pc:sldMkLst>
        <pc:spChg chg="mod">
          <ac:chgData name="Zheng Fei" userId="d19317889db4c986" providerId="LiveId" clId="{7B8881E9-7663-D041-9398-4A5EF366E3CC}" dt="2022-12-02T05:36:22.320" v="40" actId="1076"/>
          <ac:spMkLst>
            <pc:docMk/>
            <pc:sldMk cId="2151762589" sldId="1785"/>
            <ac:spMk id="4" creationId="{BCBF0136-4215-5282-FA56-3E62601BB38B}"/>
          </ac:spMkLst>
        </pc:spChg>
      </pc:sldChg>
      <pc:sldChg chg="modSp mod">
        <pc:chgData name="Zheng Fei" userId="d19317889db4c986" providerId="LiveId" clId="{7B8881E9-7663-D041-9398-4A5EF366E3CC}" dt="2022-12-02T05:32:53.356" v="12" actId="12788"/>
        <pc:sldMkLst>
          <pc:docMk/>
          <pc:sldMk cId="2814625133" sldId="1786"/>
        </pc:sldMkLst>
        <pc:spChg chg="mod">
          <ac:chgData name="Zheng Fei" userId="d19317889db4c986" providerId="LiveId" clId="{7B8881E9-7663-D041-9398-4A5EF366E3CC}" dt="2022-12-02T05:32:53.356" v="12" actId="12788"/>
          <ac:spMkLst>
            <pc:docMk/>
            <pc:sldMk cId="2814625133" sldId="1786"/>
            <ac:spMk id="2" creationId="{088399E9-B039-1521-3566-EED9C8A90839}"/>
          </ac:spMkLst>
        </pc:spChg>
      </pc:sldChg>
      <pc:sldChg chg="modSp add mod ord">
        <pc:chgData name="Zheng Fei" userId="d19317889db4c986" providerId="LiveId" clId="{7B8881E9-7663-D041-9398-4A5EF366E3CC}" dt="2022-12-02T05:32:33.716" v="11" actId="1076"/>
        <pc:sldMkLst>
          <pc:docMk/>
          <pc:sldMk cId="4073617255" sldId="1788"/>
        </pc:sldMkLst>
        <pc:spChg chg="mod">
          <ac:chgData name="Zheng Fei" userId="d19317889db4c986" providerId="LiveId" clId="{7B8881E9-7663-D041-9398-4A5EF366E3CC}" dt="2022-12-02T05:32:33.716" v="11" actId="1076"/>
          <ac:spMkLst>
            <pc:docMk/>
            <pc:sldMk cId="4073617255" sldId="1788"/>
            <ac:spMk id="14" creationId="{F2AFB2CF-1647-4493-B623-640AC7636180}"/>
          </ac:spMkLst>
        </pc:spChg>
      </pc:sldChg>
      <pc:sldChg chg="addSp delSp modSp add mod">
        <pc:chgData name="Zheng Fei" userId="d19317889db4c986" providerId="LiveId" clId="{7B8881E9-7663-D041-9398-4A5EF366E3CC}" dt="2022-12-02T05:42:29.099" v="170"/>
        <pc:sldMkLst>
          <pc:docMk/>
          <pc:sldMk cId="1560550115" sldId="1789"/>
        </pc:sldMkLst>
        <pc:spChg chg="del mod">
          <ac:chgData name="Zheng Fei" userId="d19317889db4c986" providerId="LiveId" clId="{7B8881E9-7663-D041-9398-4A5EF366E3CC}" dt="2022-12-02T05:41:18.444" v="124" actId="478"/>
          <ac:spMkLst>
            <pc:docMk/>
            <pc:sldMk cId="1560550115" sldId="1789"/>
            <ac:spMk id="3" creationId="{DE949213-57A9-471A-92E9-4F392170874B}"/>
          </ac:spMkLst>
        </pc:spChg>
        <pc:spChg chg="add del mod">
          <ac:chgData name="Zheng Fei" userId="d19317889db4c986" providerId="LiveId" clId="{7B8881E9-7663-D041-9398-4A5EF366E3CC}" dt="2022-12-02T05:42:27.870" v="169" actId="478"/>
          <ac:spMkLst>
            <pc:docMk/>
            <pc:sldMk cId="1560550115" sldId="1789"/>
            <ac:spMk id="4" creationId="{64562680-B4F5-071A-E9C3-6FC1857B840E}"/>
          </ac:spMkLst>
        </pc:spChg>
        <pc:spChg chg="add mod">
          <ac:chgData name="Zheng Fei" userId="d19317889db4c986" providerId="LiveId" clId="{7B8881E9-7663-D041-9398-4A5EF366E3CC}" dt="2022-12-02T05:42:29.099" v="170"/>
          <ac:spMkLst>
            <pc:docMk/>
            <pc:sldMk cId="1560550115" sldId="1789"/>
            <ac:spMk id="5" creationId="{D8133FBA-DDD8-9529-5E43-F43AF0FDE378}"/>
          </ac:spMkLst>
        </pc:spChg>
        <pc:spChg chg="add mod">
          <ac:chgData name="Zheng Fei" userId="d19317889db4c986" providerId="LiveId" clId="{7B8881E9-7663-D041-9398-4A5EF366E3CC}" dt="2022-12-02T05:42:29.099" v="170"/>
          <ac:spMkLst>
            <pc:docMk/>
            <pc:sldMk cId="1560550115" sldId="1789"/>
            <ac:spMk id="6" creationId="{53A8C341-CE37-3C15-BB61-5CAA8CCEA9DB}"/>
          </ac:spMkLst>
        </pc:spChg>
        <pc:spChg chg="add del mod">
          <ac:chgData name="Zheng Fei" userId="d19317889db4c986" providerId="LiveId" clId="{7B8881E9-7663-D041-9398-4A5EF366E3CC}" dt="2022-12-02T05:42:14.567" v="167" actId="20577"/>
          <ac:spMkLst>
            <pc:docMk/>
            <pc:sldMk cId="1560550115" sldId="1789"/>
            <ac:spMk id="8" creationId="{B7935983-9C35-3E4E-3A43-70EBDE89595F}"/>
          </ac:spMkLst>
        </pc:spChg>
        <pc:spChg chg="mod">
          <ac:chgData name="Zheng Fei" userId="d19317889db4c986" providerId="LiveId" clId="{7B8881E9-7663-D041-9398-4A5EF366E3CC}" dt="2022-12-02T05:42:29.099" v="170"/>
          <ac:spMkLst>
            <pc:docMk/>
            <pc:sldMk cId="1560550115" sldId="1789"/>
            <ac:spMk id="9" creationId="{768E7FE1-F4B3-18F8-6094-9CE90D6FEB7A}"/>
          </ac:spMkLst>
        </pc:spChg>
        <pc:grpChg chg="add mod">
          <ac:chgData name="Zheng Fei" userId="d19317889db4c986" providerId="LiveId" clId="{7B8881E9-7663-D041-9398-4A5EF366E3CC}" dt="2022-12-02T05:42:29.099" v="170"/>
          <ac:grpSpMkLst>
            <pc:docMk/>
            <pc:sldMk cId="1560550115" sldId="1789"/>
            <ac:grpSpMk id="7" creationId="{C6913EE8-FA68-28D7-AA79-CA5203065650}"/>
          </ac:grpSpMkLst>
        </pc:grpChg>
        <pc:graphicFrameChg chg="mod">
          <ac:chgData name="Zheng Fei" userId="d19317889db4c986" providerId="LiveId" clId="{7B8881E9-7663-D041-9398-4A5EF366E3CC}" dt="2022-12-02T05:42:29.099" v="170"/>
          <ac:graphicFrameMkLst>
            <pc:docMk/>
            <pc:sldMk cId="1560550115" sldId="1789"/>
            <ac:graphicFrameMk id="10" creationId="{11B65FC9-97B1-4905-1B19-0DB51A2676B7}"/>
          </ac:graphicFrameMkLst>
        </pc:graphicFrameChg>
      </pc:sldChg>
      <pc:sldChg chg="modSp add del mod">
        <pc:chgData name="Zheng Fei" userId="d19317889db4c986" providerId="LiveId" clId="{7B8881E9-7663-D041-9398-4A5EF366E3CC}" dt="2022-12-02T05:40:45.748" v="88" actId="2696"/>
        <pc:sldMkLst>
          <pc:docMk/>
          <pc:sldMk cId="1701460102" sldId="1789"/>
        </pc:sldMkLst>
        <pc:spChg chg="mod">
          <ac:chgData name="Zheng Fei" userId="d19317889db4c986" providerId="LiveId" clId="{7B8881E9-7663-D041-9398-4A5EF366E3CC}" dt="2022-12-02T05:39:54.552" v="76" actId="21"/>
          <ac:spMkLst>
            <pc:docMk/>
            <pc:sldMk cId="1701460102" sldId="1789"/>
            <ac:spMk id="6" creationId="{7B9CDB0B-BB4D-4F3A-A83D-92978D585B31}"/>
          </ac:spMkLst>
        </pc:spChg>
      </pc:sldChg>
      <pc:sldChg chg="addSp delSp modSp add mod ord">
        <pc:chgData name="Zheng Fei" userId="d19317889db4c986" providerId="LiveId" clId="{7B8881E9-7663-D041-9398-4A5EF366E3CC}" dt="2022-12-02T05:42:24.309" v="168" actId="21"/>
        <pc:sldMkLst>
          <pc:docMk/>
          <pc:sldMk cId="4084624728" sldId="1790"/>
        </pc:sldMkLst>
        <pc:spChg chg="add mod">
          <ac:chgData name="Zheng Fei" userId="d19317889db4c986" providerId="LiveId" clId="{7B8881E9-7663-D041-9398-4A5EF366E3CC}" dt="2022-12-02T05:41:51.546" v="144"/>
          <ac:spMkLst>
            <pc:docMk/>
            <pc:sldMk cId="4084624728" sldId="1790"/>
            <ac:spMk id="3" creationId="{0DA8BD19-89A9-8B55-A319-9943D9B4AE8E}"/>
          </ac:spMkLst>
        </pc:spChg>
        <pc:spChg chg="del">
          <ac:chgData name="Zheng Fei" userId="d19317889db4c986" providerId="LiveId" clId="{7B8881E9-7663-D041-9398-4A5EF366E3CC}" dt="2022-12-02T05:42:24.309" v="168" actId="21"/>
          <ac:spMkLst>
            <pc:docMk/>
            <pc:sldMk cId="4084624728" sldId="1790"/>
            <ac:spMk id="4" creationId="{64562680-B4F5-071A-E9C3-6FC1857B840E}"/>
          </ac:spMkLst>
        </pc:spChg>
        <pc:spChg chg="add del mod">
          <ac:chgData name="Zheng Fei" userId="d19317889db4c986" providerId="LiveId" clId="{7B8881E9-7663-D041-9398-4A5EF366E3CC}" dt="2022-12-02T05:42:24.309" v="168" actId="21"/>
          <ac:spMkLst>
            <pc:docMk/>
            <pc:sldMk cId="4084624728" sldId="1790"/>
            <ac:spMk id="5" creationId="{BDD895A6-307B-43A8-8503-2417B2D6DBE2}"/>
          </ac:spMkLst>
        </pc:spChg>
        <pc:spChg chg="mod">
          <ac:chgData name="Zheng Fei" userId="d19317889db4c986" providerId="LiveId" clId="{7B8881E9-7663-D041-9398-4A5EF366E3CC}" dt="2022-12-02T05:41:51.546" v="144"/>
          <ac:spMkLst>
            <pc:docMk/>
            <pc:sldMk cId="4084624728" sldId="1790"/>
            <ac:spMk id="7" creationId="{0EA94F53-EDAE-1F9C-7F29-A184E3C2BA04}"/>
          </ac:spMkLst>
        </pc:spChg>
        <pc:spChg chg="mod">
          <ac:chgData name="Zheng Fei" userId="d19317889db4c986" providerId="LiveId" clId="{7B8881E9-7663-D041-9398-4A5EF366E3CC}" dt="2022-12-02T05:42:08.957" v="159" actId="20577"/>
          <ac:spMkLst>
            <pc:docMk/>
            <pc:sldMk cId="4084624728" sldId="1790"/>
            <ac:spMk id="8" creationId="{B7935983-9C35-3E4E-3A43-70EBDE89595F}"/>
          </ac:spMkLst>
        </pc:spChg>
        <pc:spChg chg="mod">
          <ac:chgData name="Zheng Fei" userId="d19317889db4c986" providerId="LiveId" clId="{7B8881E9-7663-D041-9398-4A5EF366E3CC}" dt="2022-12-02T05:41:51.546" v="144"/>
          <ac:spMkLst>
            <pc:docMk/>
            <pc:sldMk cId="4084624728" sldId="1790"/>
            <ac:spMk id="11" creationId="{ACEF3F52-6065-6B2A-A41C-6266C2B51B97}"/>
          </ac:spMkLst>
        </pc:spChg>
        <pc:grpChg chg="add mod">
          <ac:chgData name="Zheng Fei" userId="d19317889db4c986" providerId="LiveId" clId="{7B8881E9-7663-D041-9398-4A5EF366E3CC}" dt="2022-12-02T05:41:51.546" v="144"/>
          <ac:grpSpMkLst>
            <pc:docMk/>
            <pc:sldMk cId="4084624728" sldId="1790"/>
            <ac:grpSpMk id="6" creationId="{6002ED1F-062A-81EA-C043-5DB34557D126}"/>
          </ac:grpSpMkLst>
        </pc:grpChg>
        <pc:grpChg chg="add del mod">
          <ac:chgData name="Zheng Fei" userId="d19317889db4c986" providerId="LiveId" clId="{7B8881E9-7663-D041-9398-4A5EF366E3CC}" dt="2022-12-02T05:42:24.309" v="168" actId="21"/>
          <ac:grpSpMkLst>
            <pc:docMk/>
            <pc:sldMk cId="4084624728" sldId="1790"/>
            <ac:grpSpMk id="10" creationId="{E217DBF2-0BA2-2075-BB33-57E2630C0327}"/>
          </ac:grpSpMkLst>
        </pc:grpChg>
        <pc:graphicFrameChg chg="mod">
          <ac:chgData name="Zheng Fei" userId="d19317889db4c986" providerId="LiveId" clId="{7B8881E9-7663-D041-9398-4A5EF366E3CC}" dt="2022-12-02T05:41:51.546" v="144"/>
          <ac:graphicFrameMkLst>
            <pc:docMk/>
            <pc:sldMk cId="4084624728" sldId="1790"/>
            <ac:graphicFrameMk id="9" creationId="{B6190BAD-6166-4141-1AE0-EAF195FE6210}"/>
          </ac:graphicFrameMkLst>
        </pc:graphicFrameChg>
        <pc:graphicFrameChg chg="mod">
          <ac:chgData name="Zheng Fei" userId="d19317889db4c986" providerId="LiveId" clId="{7B8881E9-7663-D041-9398-4A5EF366E3CC}" dt="2022-12-02T05:41:51.546" v="144"/>
          <ac:graphicFrameMkLst>
            <pc:docMk/>
            <pc:sldMk cId="4084624728" sldId="1790"/>
            <ac:graphicFrameMk id="12" creationId="{CFB3E18F-C7BB-FFE7-5236-1135EA775228}"/>
          </ac:graphicFrameMkLst>
        </pc:graphicFrameChg>
      </pc:sldChg>
      <pc:sldChg chg="addSp delSp modSp add mod delAnim">
        <pc:chgData name="Zheng Fei" userId="d19317889db4c986" providerId="LiveId" clId="{7B8881E9-7663-D041-9398-4A5EF366E3CC}" dt="2022-12-02T05:43:42.291" v="183" actId="1076"/>
        <pc:sldMkLst>
          <pc:docMk/>
          <pc:sldMk cId="1749816590" sldId="1791"/>
        </pc:sldMkLst>
        <pc:spChg chg="mod">
          <ac:chgData name="Zheng Fei" userId="d19317889db4c986" providerId="LiveId" clId="{7B8881E9-7663-D041-9398-4A5EF366E3CC}" dt="2022-12-02T05:43:34.454" v="180" actId="20577"/>
          <ac:spMkLst>
            <pc:docMk/>
            <pc:sldMk cId="1749816590" sldId="1791"/>
            <ac:spMk id="4" creationId="{B132BFF6-E247-F2D6-E3FF-F718A66F0E85}"/>
          </ac:spMkLst>
        </pc:spChg>
        <pc:spChg chg="del">
          <ac:chgData name="Zheng Fei" userId="d19317889db4c986" providerId="LiveId" clId="{7B8881E9-7663-D041-9398-4A5EF366E3CC}" dt="2022-12-02T05:43:18.201" v="176" actId="478"/>
          <ac:spMkLst>
            <pc:docMk/>
            <pc:sldMk cId="1749816590" sldId="1791"/>
            <ac:spMk id="9" creationId="{74C94C83-CB5C-4087-BBD1-9EDE4C99059F}"/>
          </ac:spMkLst>
        </pc:spChg>
        <pc:spChg chg="add mod">
          <ac:chgData name="Zheng Fei" userId="d19317889db4c986" providerId="LiveId" clId="{7B8881E9-7663-D041-9398-4A5EF366E3CC}" dt="2022-12-02T05:43:42.291" v="183" actId="1076"/>
          <ac:spMkLst>
            <pc:docMk/>
            <pc:sldMk cId="1749816590" sldId="1791"/>
            <ac:spMk id="10" creationId="{D343B059-58E5-C41A-E829-D0700820D04B}"/>
          </ac:spMkLst>
        </pc:spChg>
      </pc:sldChg>
    </pc:docChg>
  </pc:docChgLst>
  <pc:docChgLst>
    <pc:chgData name="Zheng Fei" userId="d19317889db4c986" providerId="LiveId" clId="{7979BC23-A38B-9A43-B2D7-5DCC4F36E326}"/>
    <pc:docChg chg="addSld delSld modSld">
      <pc:chgData name="Zheng Fei" userId="d19317889db4c986" providerId="LiveId" clId="{7979BC23-A38B-9A43-B2D7-5DCC4F36E326}" dt="2022-12-04T14:40:20.821" v="2" actId="2696"/>
      <pc:docMkLst>
        <pc:docMk/>
      </pc:docMkLst>
      <pc:sldChg chg="add">
        <pc:chgData name="Zheng Fei" userId="d19317889db4c986" providerId="LiveId" clId="{7979BC23-A38B-9A43-B2D7-5DCC4F36E326}" dt="2022-12-04T14:01:28.908" v="1"/>
        <pc:sldMkLst>
          <pc:docMk/>
          <pc:sldMk cId="649363187" sldId="393"/>
        </pc:sldMkLst>
      </pc:sldChg>
      <pc:sldChg chg="del">
        <pc:chgData name="Zheng Fei" userId="d19317889db4c986" providerId="LiveId" clId="{7979BC23-A38B-9A43-B2D7-5DCC4F36E326}" dt="2022-12-04T14:40:20.821" v="2" actId="2696"/>
        <pc:sldMkLst>
          <pc:docMk/>
          <pc:sldMk cId="1193797209" sldId="395"/>
        </pc:sldMkLst>
      </pc:sldChg>
      <pc:sldChg chg="add">
        <pc:chgData name="Zheng Fei" userId="d19317889db4c986" providerId="LiveId" clId="{7979BC23-A38B-9A43-B2D7-5DCC4F36E326}" dt="2022-12-04T14:01:28.908" v="1"/>
        <pc:sldMkLst>
          <pc:docMk/>
          <pc:sldMk cId="2063477856" sldId="404"/>
        </pc:sldMkLst>
      </pc:sldChg>
      <pc:sldChg chg="delSp add delDesignElem">
        <pc:chgData name="Zheng Fei" userId="d19317889db4c986" providerId="LiveId" clId="{7979BC23-A38B-9A43-B2D7-5DCC4F36E326}" dt="2022-12-04T14:01:28.908" v="1"/>
        <pc:sldMkLst>
          <pc:docMk/>
          <pc:sldMk cId="2485594626" sldId="405"/>
        </pc:sldMkLst>
        <pc:spChg chg="del">
          <ac:chgData name="Zheng Fei" userId="d19317889db4c986" providerId="LiveId" clId="{7979BC23-A38B-9A43-B2D7-5DCC4F36E326}" dt="2022-12-04T14:01:28.908" v="1"/>
          <ac:spMkLst>
            <pc:docMk/>
            <pc:sldMk cId="2485594626" sldId="405"/>
            <ac:spMk id="8" creationId="{5F879AC3-D4CE-493C-ADC7-06205677F4F8}"/>
          </ac:spMkLst>
        </pc:spChg>
        <pc:spChg chg="del">
          <ac:chgData name="Zheng Fei" userId="d19317889db4c986" providerId="LiveId" clId="{7979BC23-A38B-9A43-B2D7-5DCC4F36E326}" dt="2022-12-04T14:01:28.908" v="1"/>
          <ac:spMkLst>
            <pc:docMk/>
            <pc:sldMk cId="2485594626" sldId="405"/>
            <ac:spMk id="10" creationId="{736F0DFD-0954-464F-BF12-DD2E6F6E0380}"/>
          </ac:spMkLst>
        </pc:spChg>
      </pc:sldChg>
      <pc:sldChg chg="add">
        <pc:chgData name="Zheng Fei" userId="d19317889db4c986" providerId="LiveId" clId="{7979BC23-A38B-9A43-B2D7-5DCC4F36E326}" dt="2022-12-04T14:01:28.908" v="1"/>
        <pc:sldMkLst>
          <pc:docMk/>
          <pc:sldMk cId="2900219743" sldId="406"/>
        </pc:sldMkLst>
      </pc:sldChg>
    </pc:docChg>
  </pc:docChgLst>
  <pc:docChgLst>
    <pc:chgData name="Zheng Fei" userId="d19317889db4c986" providerId="LiveId" clId="{D2247F28-2955-0148-9602-5A190782C994}"/>
    <pc:docChg chg="undo redo custSel addSld delSld modSld">
      <pc:chgData name="Zheng Fei" userId="d19317889db4c986" providerId="LiveId" clId="{D2247F28-2955-0148-9602-5A190782C994}" dt="2022-12-09T07:25:48.947" v="1950" actId="1076"/>
      <pc:docMkLst>
        <pc:docMk/>
      </pc:docMkLst>
      <pc:sldChg chg="addSp delSp modSp mod">
        <pc:chgData name="Zheng Fei" userId="d19317889db4c986" providerId="LiveId" clId="{D2247F28-2955-0148-9602-5A190782C994}" dt="2022-12-03T08:13:42.617" v="420" actId="20577"/>
        <pc:sldMkLst>
          <pc:docMk/>
          <pc:sldMk cId="0" sldId="269"/>
        </pc:sldMkLst>
        <pc:spChg chg="add 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3" creationId="{630B170A-BFED-9515-1DF1-5B11524229E5}"/>
          </ac:spMkLst>
        </pc:spChg>
        <pc:spChg chg="del">
          <ac:chgData name="Zheng Fei" userId="d19317889db4c986" providerId="LiveId" clId="{D2247F28-2955-0148-9602-5A190782C994}" dt="2022-12-03T08:12:57.690" v="407" actId="478"/>
          <ac:spMkLst>
            <pc:docMk/>
            <pc:sldMk cId="0" sldId="269"/>
            <ac:spMk id="14" creationId="{1E070FEC-1477-448E-BEA0-F6AEE78BF16E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17" creationId="{0A3E96BC-C269-4A33-BC8D-FA75BE56F062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2" creationId="{1BE94711-A3A1-4E9E-B47D-0BA91CFD30B3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4" creationId="{30C4ECC6-CB5F-4EFA-8C96-545DEBA8260A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5" creationId="{BAEB4074-FAFA-42E7-9367-7B35274293E9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6" creationId="{3B068167-4E35-45FA-A092-56B9ECE27E08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7" creationId="{EDFC4FD3-F4DA-4AA9-AAAF-32317E866052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8" creationId="{242DD6C3-E027-457C-8625-5A29A60012E4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89" creationId="{1BF972D0-7925-43F8-8AFA-3ED4270E2815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90" creationId="{AEB4A468-C78D-410F-A99D-B2616D9D11E9}"/>
          </ac:spMkLst>
        </pc:spChg>
        <pc:spChg chg="mod">
          <ac:chgData name="Zheng Fei" userId="d19317889db4c986" providerId="LiveId" clId="{D2247F28-2955-0148-9602-5A190782C994}" dt="2022-12-03T08:13:32.956" v="417" actId="113"/>
          <ac:spMkLst>
            <pc:docMk/>
            <pc:sldMk cId="0" sldId="269"/>
            <ac:spMk id="46091" creationId="{F5F1849C-5B4D-41F3-A210-674FD958388E}"/>
          </ac:spMkLst>
        </pc:spChg>
        <pc:spChg chg="mod">
          <ac:chgData name="Zheng Fei" userId="d19317889db4c986" providerId="LiveId" clId="{D2247F28-2955-0148-9602-5A190782C994}" dt="2022-12-03T08:13:42.617" v="420" actId="20577"/>
          <ac:spMkLst>
            <pc:docMk/>
            <pc:sldMk cId="0" sldId="269"/>
            <ac:spMk id="46092" creationId="{6DD71B6E-02BE-487B-9AED-B2A9981ACA77}"/>
          </ac:spMkLst>
        </pc:spChg>
        <pc:picChg chg="del">
          <ac:chgData name="Zheng Fei" userId="d19317889db4c986" providerId="LiveId" clId="{D2247F28-2955-0148-9602-5A190782C994}" dt="2022-12-03T08:12:59.377" v="408" actId="478"/>
          <ac:picMkLst>
            <pc:docMk/>
            <pc:sldMk cId="0" sldId="269"/>
            <ac:picMk id="13" creationId="{76239A09-BE11-4CFB-AA3A-9E93EB4724B9}"/>
          </ac:picMkLst>
        </pc:picChg>
        <pc:cxnChg chg="add mod">
          <ac:chgData name="Zheng Fei" userId="d19317889db4c986" providerId="LiveId" clId="{D2247F28-2955-0148-9602-5A190782C994}" dt="2022-12-03T08:13:32.956" v="417" actId="113"/>
          <ac:cxnSpMkLst>
            <pc:docMk/>
            <pc:sldMk cId="0" sldId="269"/>
            <ac:cxnSpMk id="2" creationId="{2DCA772D-94C8-36F4-CFCF-491D02BBAB4A}"/>
          </ac:cxnSpMkLst>
        </pc:cxnChg>
      </pc:sldChg>
      <pc:sldChg chg="del">
        <pc:chgData name="Zheng Fei" userId="d19317889db4c986" providerId="LiveId" clId="{D2247F28-2955-0148-9602-5A190782C994}" dt="2022-12-03T08:13:51.170" v="421" actId="2696"/>
        <pc:sldMkLst>
          <pc:docMk/>
          <pc:sldMk cId="0" sldId="270"/>
        </pc:sldMkLst>
      </pc:sldChg>
      <pc:sldChg chg="del">
        <pc:chgData name="Zheng Fei" userId="d19317889db4c986" providerId="LiveId" clId="{D2247F28-2955-0148-9602-5A190782C994}" dt="2022-12-03T08:13:51.751" v="422" actId="2696"/>
        <pc:sldMkLst>
          <pc:docMk/>
          <pc:sldMk cId="0" sldId="271"/>
        </pc:sldMkLst>
      </pc:sldChg>
      <pc:sldChg chg="addSp delSp modSp mod delAnim modAnim">
        <pc:chgData name="Zheng Fei" userId="d19317889db4c986" providerId="LiveId" clId="{D2247F28-2955-0148-9602-5A190782C994}" dt="2022-12-04T04:36:07.749" v="1151"/>
        <pc:sldMkLst>
          <pc:docMk/>
          <pc:sldMk cId="0" sldId="273"/>
        </pc:sldMkLst>
        <pc:spChg chg="add mod">
          <ac:chgData name="Zheng Fei" userId="d19317889db4c986" providerId="LiveId" clId="{D2247F28-2955-0148-9602-5A190782C994}" dt="2022-12-04T03:23:18.240" v="1133" actId="20577"/>
          <ac:spMkLst>
            <pc:docMk/>
            <pc:sldMk cId="0" sldId="273"/>
            <ac:spMk id="4" creationId="{27279F91-4A9B-90E3-52D0-D13D84C1D5F5}"/>
          </ac:spMkLst>
        </pc:spChg>
        <pc:spChg chg="add mod">
          <ac:chgData name="Zheng Fei" userId="d19317889db4c986" providerId="LiveId" clId="{D2247F28-2955-0148-9602-5A190782C994}" dt="2022-12-04T03:23:34.460" v="1138" actId="1076"/>
          <ac:spMkLst>
            <pc:docMk/>
            <pc:sldMk cId="0" sldId="273"/>
            <ac:spMk id="6" creationId="{C1A2CE34-8E0B-40FA-AF59-C3023F560C2D}"/>
          </ac:spMkLst>
        </pc:spChg>
        <pc:spChg chg="mod">
          <ac:chgData name="Zheng Fei" userId="d19317889db4c986" providerId="LiveId" clId="{D2247F28-2955-0148-9602-5A190782C994}" dt="2022-12-03T08:22:57.827" v="665" actId="1076"/>
          <ac:spMkLst>
            <pc:docMk/>
            <pc:sldMk cId="0" sldId="273"/>
            <ac:spMk id="50178" creationId="{4244FDBA-645D-440E-A7E2-CC313B07DE87}"/>
          </ac:spMkLst>
        </pc:spChg>
        <pc:spChg chg="del">
          <ac:chgData name="Zheng Fei" userId="d19317889db4c986" providerId="LiveId" clId="{D2247F28-2955-0148-9602-5A190782C994}" dt="2022-12-03T08:18:49.026" v="550" actId="478"/>
          <ac:spMkLst>
            <pc:docMk/>
            <pc:sldMk cId="0" sldId="273"/>
            <ac:spMk id="50179" creationId="{4FBA96CD-56F2-4C31-AE3F-F4435D04F135}"/>
          </ac:spMkLst>
        </pc:spChg>
        <pc:spChg chg="mod">
          <ac:chgData name="Zheng Fei" userId="d19317889db4c986" providerId="LiveId" clId="{D2247F28-2955-0148-9602-5A190782C994}" dt="2022-12-03T08:22:50.612" v="664" actId="14100"/>
          <ac:spMkLst>
            <pc:docMk/>
            <pc:sldMk cId="0" sldId="273"/>
            <ac:spMk id="50183" creationId="{F8080CA7-1A4B-4A8E-84A1-373CBF05CC23}"/>
          </ac:spMkLst>
        </pc:spChg>
        <pc:spChg chg="mod">
          <ac:chgData name="Zheng Fei" userId="d19317889db4c986" providerId="LiveId" clId="{D2247F28-2955-0148-9602-5A190782C994}" dt="2022-12-03T08:22:46.698" v="663" actId="1076"/>
          <ac:spMkLst>
            <pc:docMk/>
            <pc:sldMk cId="0" sldId="273"/>
            <ac:spMk id="50184" creationId="{4E44D0A2-A8F1-4E57-A62C-1951B07B6719}"/>
          </ac:spMkLst>
        </pc:spChg>
        <pc:spChg chg="mod">
          <ac:chgData name="Zheng Fei" userId="d19317889db4c986" providerId="LiveId" clId="{D2247F28-2955-0148-9602-5A190782C994}" dt="2022-12-03T08:22:46.698" v="663" actId="1076"/>
          <ac:spMkLst>
            <pc:docMk/>
            <pc:sldMk cId="0" sldId="273"/>
            <ac:spMk id="50185" creationId="{892F200B-4974-4A9D-B936-1E53B50A05D4}"/>
          </ac:spMkLst>
        </pc:spChg>
        <pc:spChg chg="mod">
          <ac:chgData name="Zheng Fei" userId="d19317889db4c986" providerId="LiveId" clId="{D2247F28-2955-0148-9602-5A190782C994}" dt="2022-12-03T08:22:46.698" v="663" actId="1076"/>
          <ac:spMkLst>
            <pc:docMk/>
            <pc:sldMk cId="0" sldId="273"/>
            <ac:spMk id="50186" creationId="{3258EEFA-7319-4641-89DE-3414D11EFC84}"/>
          </ac:spMkLst>
        </pc:spChg>
        <pc:spChg chg="mod">
          <ac:chgData name="Zheng Fei" userId="d19317889db4c986" providerId="LiveId" clId="{D2247F28-2955-0148-9602-5A190782C994}" dt="2022-12-03T08:22:46.698" v="663" actId="1076"/>
          <ac:spMkLst>
            <pc:docMk/>
            <pc:sldMk cId="0" sldId="273"/>
            <ac:spMk id="50187" creationId="{31C1C9C8-147F-469D-A69B-1CFB4FC25F44}"/>
          </ac:spMkLst>
        </pc:spChg>
        <pc:spChg chg="mod">
          <ac:chgData name="Zheng Fei" userId="d19317889db4c986" providerId="LiveId" clId="{D2247F28-2955-0148-9602-5A190782C994}" dt="2022-12-03T08:22:57.827" v="665" actId="1076"/>
          <ac:spMkLst>
            <pc:docMk/>
            <pc:sldMk cId="0" sldId="273"/>
            <ac:spMk id="50189" creationId="{73C34B28-2AFE-462A-9B4D-179113A805CD}"/>
          </ac:spMkLst>
        </pc:spChg>
        <pc:spChg chg="mod">
          <ac:chgData name="Zheng Fei" userId="d19317889db4c986" providerId="LiveId" clId="{D2247F28-2955-0148-9602-5A190782C994}" dt="2022-12-03T08:19:20.085" v="563" actId="255"/>
          <ac:spMkLst>
            <pc:docMk/>
            <pc:sldMk cId="0" sldId="273"/>
            <ac:spMk id="50190" creationId="{1AA77A98-C0D4-40F1-8D76-CB2A92DCAEE6}"/>
          </ac:spMkLst>
        </pc:spChg>
        <pc:spChg chg="mod">
          <ac:chgData name="Zheng Fei" userId="d19317889db4c986" providerId="LiveId" clId="{D2247F28-2955-0148-9602-5A190782C994}" dt="2022-12-03T08:19:20.085" v="563" actId="255"/>
          <ac:spMkLst>
            <pc:docMk/>
            <pc:sldMk cId="0" sldId="273"/>
            <ac:spMk id="50191" creationId="{6683064E-9BF1-4A25-9FA8-A2AB83D1DC84}"/>
          </ac:spMkLst>
        </pc:spChg>
        <pc:spChg chg="mod">
          <ac:chgData name="Zheng Fei" userId="d19317889db4c986" providerId="LiveId" clId="{D2247F28-2955-0148-9602-5A190782C994}" dt="2022-12-03T08:19:20.085" v="563" actId="255"/>
          <ac:spMkLst>
            <pc:docMk/>
            <pc:sldMk cId="0" sldId="273"/>
            <ac:spMk id="50192" creationId="{D50787BD-BC42-4756-9611-A90F7A56C16E}"/>
          </ac:spMkLst>
        </pc:spChg>
        <pc:spChg chg="mod">
          <ac:chgData name="Zheng Fei" userId="d19317889db4c986" providerId="LiveId" clId="{D2247F28-2955-0148-9602-5A190782C994}" dt="2022-12-03T08:19:20.085" v="563" actId="255"/>
          <ac:spMkLst>
            <pc:docMk/>
            <pc:sldMk cId="0" sldId="273"/>
            <ac:spMk id="50193" creationId="{DDCF60D7-2D3E-4502-93FD-80035F808E6F}"/>
          </ac:spMkLst>
        </pc:spChg>
        <pc:spChg chg="mod">
          <ac:chgData name="Zheng Fei" userId="d19317889db4c986" providerId="LiveId" clId="{D2247F28-2955-0148-9602-5A190782C994}" dt="2022-12-03T08:23:00.966" v="666" actId="1076"/>
          <ac:spMkLst>
            <pc:docMk/>
            <pc:sldMk cId="0" sldId="273"/>
            <ac:spMk id="50195" creationId="{7EAB5A47-C0C7-4BEB-BBA6-FDB32DC83E5D}"/>
          </ac:spMkLst>
        </pc:spChg>
        <pc:spChg chg="mod">
          <ac:chgData name="Zheng Fei" userId="d19317889db4c986" providerId="LiveId" clId="{D2247F28-2955-0148-9602-5A190782C994}" dt="2022-12-03T08:23:04.449" v="667" actId="1076"/>
          <ac:spMkLst>
            <pc:docMk/>
            <pc:sldMk cId="0" sldId="273"/>
            <ac:spMk id="50197" creationId="{B96387AA-E0B9-48D1-A55A-326843E315EB}"/>
          </ac:spMkLst>
        </pc:spChg>
        <pc:grpChg chg="mod">
          <ac:chgData name="Zheng Fei" userId="d19317889db4c986" providerId="LiveId" clId="{D2247F28-2955-0148-9602-5A190782C994}" dt="2022-12-03T08:19:42.429" v="565" actId="2711"/>
          <ac:grpSpMkLst>
            <pc:docMk/>
            <pc:sldMk cId="0" sldId="273"/>
            <ac:grpSpMk id="2" creationId="{9BE9AC05-A465-4235-A412-FCED08B57C3A}"/>
          </ac:grpSpMkLst>
        </pc:grpChg>
        <pc:grpChg chg="mod">
          <ac:chgData name="Zheng Fei" userId="d19317889db4c986" providerId="LiveId" clId="{D2247F28-2955-0148-9602-5A190782C994}" dt="2022-12-03T08:22:46.698" v="663" actId="1076"/>
          <ac:grpSpMkLst>
            <pc:docMk/>
            <pc:sldMk cId="0" sldId="273"/>
            <ac:grpSpMk id="50182" creationId="{6F7FF689-4BE2-4F0B-A90B-39D0E5E11B9B}"/>
          </ac:grpSpMkLst>
        </pc:grpChg>
        <pc:graphicFrameChg chg="del mod">
          <ac:chgData name="Zheng Fei" userId="d19317889db4c986" providerId="LiveId" clId="{D2247F28-2955-0148-9602-5A190782C994}" dt="2022-12-04T03:23:21.844" v="1134" actId="478"/>
          <ac:graphicFrameMkLst>
            <pc:docMk/>
            <pc:sldMk cId="0" sldId="273"/>
            <ac:graphicFrameMk id="50180" creationId="{95A15698-9363-46A5-9585-BD376F0F2D65}"/>
          </ac:graphicFrameMkLst>
        </pc:graphicFrameChg>
        <pc:graphicFrameChg chg="del mod">
          <ac:chgData name="Zheng Fei" userId="d19317889db4c986" providerId="LiveId" clId="{D2247F28-2955-0148-9602-5A190782C994}" dt="2022-12-03T08:21:56.873" v="616" actId="478"/>
          <ac:graphicFrameMkLst>
            <pc:docMk/>
            <pc:sldMk cId="0" sldId="273"/>
            <ac:graphicFrameMk id="50181" creationId="{B3C66234-0762-4789-88AB-002FBDBAE2BA}"/>
          </ac:graphicFrameMkLst>
        </pc:graphicFrameChg>
        <pc:graphicFrameChg chg="del mod">
          <ac:chgData name="Zheng Fei" userId="d19317889db4c986" providerId="LiveId" clId="{D2247F28-2955-0148-9602-5A190782C994}" dt="2022-12-03T08:20:43.408" v="600" actId="478"/>
          <ac:graphicFrameMkLst>
            <pc:docMk/>
            <pc:sldMk cId="0" sldId="273"/>
            <ac:graphicFrameMk id="50188" creationId="{080ED380-3000-4D8B-9B82-6F8E2ECF1AFB}"/>
          </ac:graphicFrameMkLst>
        </pc:graphicFrameChg>
        <pc:graphicFrameChg chg="del mod">
          <ac:chgData name="Zheng Fei" userId="d19317889db4c986" providerId="LiveId" clId="{D2247F28-2955-0148-9602-5A190782C994}" dt="2022-12-03T08:22:01.778" v="618" actId="478"/>
          <ac:graphicFrameMkLst>
            <pc:docMk/>
            <pc:sldMk cId="0" sldId="273"/>
            <ac:graphicFrameMk id="50198" creationId="{3124B509-F292-4E84-8E3A-78F4032EE335}"/>
          </ac:graphicFrameMkLst>
        </pc:graphicFrameChg>
        <pc:picChg chg="del">
          <ac:chgData name="Zheng Fei" userId="d19317889db4c986" providerId="LiveId" clId="{D2247F28-2955-0148-9602-5A190782C994}" dt="2022-12-03T08:18:21.274" v="549" actId="478"/>
          <ac:picMkLst>
            <pc:docMk/>
            <pc:sldMk cId="0" sldId="273"/>
            <ac:picMk id="23" creationId="{0FD0375E-92CF-47E7-81DE-435704D89268}"/>
          </ac:picMkLst>
        </pc:picChg>
        <pc:cxnChg chg="add mod">
          <ac:chgData name="Zheng Fei" userId="d19317889db4c986" providerId="LiveId" clId="{D2247F28-2955-0148-9602-5A190782C994}" dt="2022-12-03T08:19:42.429" v="565" actId="2711"/>
          <ac:cxnSpMkLst>
            <pc:docMk/>
            <pc:sldMk cId="0" sldId="273"/>
            <ac:cxnSpMk id="3" creationId="{99EABEA2-7C7A-D514-D5AD-44F17DEA1603}"/>
          </ac:cxnSpMkLst>
        </pc:cxnChg>
      </pc:sldChg>
      <pc:sldChg chg="addSp delSp modSp mod modAnim">
        <pc:chgData name="Zheng Fei" userId="d19317889db4c986" providerId="LiveId" clId="{D2247F28-2955-0148-9602-5A190782C994}" dt="2022-12-04T04:49:23.808" v="1425" actId="20577"/>
        <pc:sldMkLst>
          <pc:docMk/>
          <pc:sldMk cId="0" sldId="274"/>
        </pc:sldMkLst>
        <pc:spChg chg="add mod">
          <ac:chgData name="Zheng Fei" userId="d19317889db4c986" providerId="LiveId" clId="{D2247F28-2955-0148-9602-5A190782C994}" dt="2022-12-04T04:49:23.808" v="1425" actId="20577"/>
          <ac:spMkLst>
            <pc:docMk/>
            <pc:sldMk cId="0" sldId="274"/>
            <ac:spMk id="3" creationId="{571AC91A-9B95-F499-D5BF-FD5DC75B49AC}"/>
          </ac:spMkLst>
        </pc:spChg>
        <pc:spChg chg="del">
          <ac:chgData name="Zheng Fei" userId="d19317889db4c986" providerId="LiveId" clId="{D2247F28-2955-0148-9602-5A190782C994}" dt="2022-12-03T08:24:53.254" v="675" actId="478"/>
          <ac:spMkLst>
            <pc:docMk/>
            <pc:sldMk cId="0" sldId="274"/>
            <ac:spMk id="51202" creationId="{CE4B1E3F-448F-4E75-879C-AABC67354AAC}"/>
          </ac:spMkLst>
        </pc:spChg>
        <pc:spChg chg="mod">
          <ac:chgData name="Zheng Fei" userId="d19317889db4c986" providerId="LiveId" clId="{D2247F28-2955-0148-9602-5A190782C994}" dt="2022-12-03T08:25:10.868" v="689" actId="207"/>
          <ac:spMkLst>
            <pc:docMk/>
            <pc:sldMk cId="0" sldId="274"/>
            <ac:spMk id="51204" creationId="{0A74DBC4-6B92-44BB-A250-8A950F85FC78}"/>
          </ac:spMkLst>
        </pc:spChg>
        <pc:spChg chg="del">
          <ac:chgData name="Zheng Fei" userId="d19317889db4c986" providerId="LiveId" clId="{D2247F28-2955-0148-9602-5A190782C994}" dt="2022-12-03T08:25:38.247" v="696" actId="478"/>
          <ac:spMkLst>
            <pc:docMk/>
            <pc:sldMk cId="0" sldId="274"/>
            <ac:spMk id="51205" creationId="{5328ABDB-E49D-496B-B6A6-01DD7955485D}"/>
          </ac:spMkLst>
        </pc:spChg>
        <pc:spChg chg="mod">
          <ac:chgData name="Zheng Fei" userId="d19317889db4c986" providerId="LiveId" clId="{D2247F28-2955-0148-9602-5A190782C994}" dt="2022-12-03T08:25:36.205" v="695" actId="692"/>
          <ac:spMkLst>
            <pc:docMk/>
            <pc:sldMk cId="0" sldId="274"/>
            <ac:spMk id="51207" creationId="{50816CE0-0749-408D-B322-0E96E5678524}"/>
          </ac:spMkLst>
        </pc:spChg>
        <pc:spChg chg="mod">
          <ac:chgData name="Zheng Fei" userId="d19317889db4c986" providerId="LiveId" clId="{D2247F28-2955-0148-9602-5A190782C994}" dt="2022-12-03T08:29:22.477" v="923" actId="207"/>
          <ac:spMkLst>
            <pc:docMk/>
            <pc:sldMk cId="0" sldId="274"/>
            <ac:spMk id="51209" creationId="{A47C54FA-6E86-4E78-9D69-3ABA4FDC8655}"/>
          </ac:spMkLst>
        </pc:spChg>
        <pc:spChg chg="mod">
          <ac:chgData name="Zheng Fei" userId="d19317889db4c986" providerId="LiveId" clId="{D2247F28-2955-0148-9602-5A190782C994}" dt="2022-12-03T08:29:22.477" v="923" actId="207"/>
          <ac:spMkLst>
            <pc:docMk/>
            <pc:sldMk cId="0" sldId="274"/>
            <ac:spMk id="51210" creationId="{236B4E8D-D640-4092-9496-ED40D14F92B8}"/>
          </ac:spMkLst>
        </pc:spChg>
        <pc:spChg chg="mod">
          <ac:chgData name="Zheng Fei" userId="d19317889db4c986" providerId="LiveId" clId="{D2247F28-2955-0148-9602-5A190782C994}" dt="2022-12-03T08:25:44.167" v="697" actId="1076"/>
          <ac:spMkLst>
            <pc:docMk/>
            <pc:sldMk cId="0" sldId="274"/>
            <ac:spMk id="51213" creationId="{2D1EB12C-9A03-46BD-92BC-10C7987086F9}"/>
          </ac:spMkLst>
        </pc:spChg>
        <pc:spChg chg="mod">
          <ac:chgData name="Zheng Fei" userId="d19317889db4c986" providerId="LiveId" clId="{D2247F28-2955-0148-9602-5A190782C994}" dt="2022-12-03T08:25:23.674" v="693" actId="255"/>
          <ac:spMkLst>
            <pc:docMk/>
            <pc:sldMk cId="0" sldId="274"/>
            <ac:spMk id="51214" creationId="{0C54E55C-A381-453A-9703-C1DD7684D0CD}"/>
          </ac:spMkLst>
        </pc:spChg>
        <pc:graphicFrameChg chg="del">
          <ac:chgData name="Zheng Fei" userId="d19317889db4c986" providerId="LiveId" clId="{D2247F28-2955-0148-9602-5A190782C994}" dt="2022-12-03T08:25:30.082" v="694" actId="478"/>
          <ac:graphicFrameMkLst>
            <pc:docMk/>
            <pc:sldMk cId="0" sldId="274"/>
            <ac:graphicFrameMk id="51211" creationId="{4BF097C0-BA5E-4C0F-BE8B-C04EC20DFCC4}"/>
          </ac:graphicFrameMkLst>
        </pc:graphicFrameChg>
        <pc:graphicFrameChg chg="mod">
          <ac:chgData name="Zheng Fei" userId="d19317889db4c986" providerId="LiveId" clId="{D2247F28-2955-0148-9602-5A190782C994}" dt="2022-12-03T08:25:02.247" v="687" actId="1076"/>
          <ac:graphicFrameMkLst>
            <pc:docMk/>
            <pc:sldMk cId="0" sldId="274"/>
            <ac:graphicFrameMk id="51212" creationId="{7FFFC840-4EA3-4CBA-B31C-56C6E2339FA4}"/>
          </ac:graphicFrameMkLst>
        </pc:graphicFrameChg>
        <pc:picChg chg="del mod">
          <ac:chgData name="Zheng Fei" userId="d19317889db4c986" providerId="LiveId" clId="{D2247F28-2955-0148-9602-5A190782C994}" dt="2022-12-03T08:24:51.089" v="674" actId="478"/>
          <ac:picMkLst>
            <pc:docMk/>
            <pc:sldMk cId="0" sldId="274"/>
            <ac:picMk id="15" creationId="{5E4F0703-8727-4338-88E8-FD95FFF2988A}"/>
          </ac:picMkLst>
        </pc:picChg>
        <pc:cxnChg chg="add mod">
          <ac:chgData name="Zheng Fei" userId="d19317889db4c986" providerId="LiveId" clId="{D2247F28-2955-0148-9602-5A190782C994}" dt="2022-12-03T08:24:53.880" v="676"/>
          <ac:cxnSpMkLst>
            <pc:docMk/>
            <pc:sldMk cId="0" sldId="274"/>
            <ac:cxnSpMk id="2" creationId="{97AD334C-706A-F9D7-E7E5-A65D66B6E1D6}"/>
          </ac:cxnSpMkLst>
        </pc:cxnChg>
      </pc:sldChg>
      <pc:sldChg chg="addSp delSp modSp mod delAnim modAnim">
        <pc:chgData name="Zheng Fei" userId="d19317889db4c986" providerId="LiveId" clId="{D2247F28-2955-0148-9602-5A190782C994}" dt="2022-12-04T04:38:55.832" v="1170" actId="478"/>
        <pc:sldMkLst>
          <pc:docMk/>
          <pc:sldMk cId="0" sldId="275"/>
        </pc:sldMkLst>
        <pc:spChg chg="add mod">
          <ac:chgData name="Zheng Fei" userId="d19317889db4c986" providerId="LiveId" clId="{D2247F28-2955-0148-9602-5A190782C994}" dt="2022-12-04T02:29:56.553" v="1097" actId="2711"/>
          <ac:spMkLst>
            <pc:docMk/>
            <pc:sldMk cId="0" sldId="275"/>
            <ac:spMk id="3" creationId="{838869AD-FB06-916B-C4A1-EC4F5EEAB8AF}"/>
          </ac:spMkLst>
        </pc:spChg>
        <pc:spChg chg="add mod">
          <ac:chgData name="Zheng Fei" userId="d19317889db4c986" providerId="LiveId" clId="{D2247F28-2955-0148-9602-5A190782C994}" dt="2022-12-03T08:29:16.885" v="922" actId="1076"/>
          <ac:spMkLst>
            <pc:docMk/>
            <pc:sldMk cId="0" sldId="275"/>
            <ac:spMk id="4" creationId="{300F768E-B21D-6E3A-31AC-3713BE61B348}"/>
          </ac:spMkLst>
        </pc:spChg>
        <pc:spChg chg="add mod">
          <ac:chgData name="Zheng Fei" userId="d19317889db4c986" providerId="LiveId" clId="{D2247F28-2955-0148-9602-5A190782C994}" dt="2022-12-03T08:29:08.836" v="920" actId="1076"/>
          <ac:spMkLst>
            <pc:docMk/>
            <pc:sldMk cId="0" sldId="275"/>
            <ac:spMk id="5" creationId="{46B99EC9-50C6-57AA-9CB0-28CA63844F01}"/>
          </ac:spMkLst>
        </pc:spChg>
        <pc:spChg chg="add del mod">
          <ac:chgData name="Zheng Fei" userId="d19317889db4c986" providerId="LiveId" clId="{D2247F28-2955-0148-9602-5A190782C994}" dt="2022-12-04T02:30:28.469" v="1104" actId="478"/>
          <ac:spMkLst>
            <pc:docMk/>
            <pc:sldMk cId="0" sldId="275"/>
            <ac:spMk id="7" creationId="{4EC54BFE-E764-1EDC-E068-410D6B8F1DB5}"/>
          </ac:spMkLst>
        </pc:spChg>
        <pc:spChg chg="mod">
          <ac:chgData name="Zheng Fei" userId="d19317889db4c986" providerId="LiveId" clId="{D2247F28-2955-0148-9602-5A190782C994}" dt="2022-12-04T04:38:54.181" v="1169" actId="14100"/>
          <ac:spMkLst>
            <pc:docMk/>
            <pc:sldMk cId="0" sldId="275"/>
            <ac:spMk id="52226" creationId="{43E27EAD-B6AE-41C6-93C2-0370CE252E7F}"/>
          </ac:spMkLst>
        </pc:spChg>
        <pc:spChg chg="del">
          <ac:chgData name="Zheng Fei" userId="d19317889db4c986" providerId="LiveId" clId="{D2247F28-2955-0148-9602-5A190782C994}" dt="2022-12-03T08:28:55.643" v="918" actId="478"/>
          <ac:spMkLst>
            <pc:docMk/>
            <pc:sldMk cId="0" sldId="275"/>
            <ac:spMk id="52228" creationId="{A450D471-0B97-4265-B025-D6C8CC8C15FD}"/>
          </ac:spMkLst>
        </pc:spChg>
        <pc:spChg chg="del">
          <ac:chgData name="Zheng Fei" userId="d19317889db4c986" providerId="LiveId" clId="{D2247F28-2955-0148-9602-5A190782C994}" dt="2022-12-03T08:27:11.260" v="734" actId="478"/>
          <ac:spMkLst>
            <pc:docMk/>
            <pc:sldMk cId="0" sldId="275"/>
            <ac:spMk id="52229" creationId="{D7F9CB21-A272-4BEC-B21A-0F133B9955E9}"/>
          </ac:spMkLst>
        </pc:spChg>
        <pc:spChg chg="mod">
          <ac:chgData name="Zheng Fei" userId="d19317889db4c986" providerId="LiveId" clId="{D2247F28-2955-0148-9602-5A190782C994}" dt="2022-12-03T08:27:08.159" v="732" actId="1076"/>
          <ac:spMkLst>
            <pc:docMk/>
            <pc:sldMk cId="0" sldId="275"/>
            <ac:spMk id="52231" creationId="{1CC6F301-C618-4A8A-9B3D-12D84304F696}"/>
          </ac:spMkLst>
        </pc:spChg>
        <pc:spChg chg="mod">
          <ac:chgData name="Zheng Fei" userId="d19317889db4c986" providerId="LiveId" clId="{D2247F28-2955-0148-9602-5A190782C994}" dt="2022-12-03T08:28:48.712" v="860" actId="207"/>
          <ac:spMkLst>
            <pc:docMk/>
            <pc:sldMk cId="0" sldId="275"/>
            <ac:spMk id="52232" creationId="{A52FD399-E6C0-4472-92C5-F7C794FB72B9}"/>
          </ac:spMkLst>
        </pc:spChg>
        <pc:spChg chg="mod">
          <ac:chgData name="Zheng Fei" userId="d19317889db4c986" providerId="LiveId" clId="{D2247F28-2955-0148-9602-5A190782C994}" dt="2022-12-03T08:28:53.157" v="917" actId="207"/>
          <ac:spMkLst>
            <pc:docMk/>
            <pc:sldMk cId="0" sldId="275"/>
            <ac:spMk id="52233" creationId="{3CCEA77B-DE69-4C59-A61F-4D890C202F6B}"/>
          </ac:spMkLst>
        </pc:spChg>
        <pc:spChg chg="del">
          <ac:chgData name="Zheng Fei" userId="d19317889db4c986" providerId="LiveId" clId="{D2247F28-2955-0148-9602-5A190782C994}" dt="2022-12-03T08:25:53.522" v="699" actId="478"/>
          <ac:spMkLst>
            <pc:docMk/>
            <pc:sldMk cId="0" sldId="275"/>
            <ac:spMk id="52237" creationId="{ED24F6F2-893A-4FDA-AB8A-873C6C26D1C4}"/>
          </ac:spMkLst>
        </pc:spChg>
        <pc:spChg chg="mod">
          <ac:chgData name="Zheng Fei" userId="d19317889db4c986" providerId="LiveId" clId="{D2247F28-2955-0148-9602-5A190782C994}" dt="2022-12-04T02:30:20.352" v="1102" actId="1076"/>
          <ac:spMkLst>
            <pc:docMk/>
            <pc:sldMk cId="0" sldId="275"/>
            <ac:spMk id="52240" creationId="{B1F3A8BE-C856-4D0B-8789-7A319495D99F}"/>
          </ac:spMkLst>
        </pc:spChg>
        <pc:spChg chg="mod">
          <ac:chgData name="Zheng Fei" userId="d19317889db4c986" providerId="LiveId" clId="{D2247F28-2955-0148-9602-5A190782C994}" dt="2022-12-04T03:25:00.950" v="1146" actId="1035"/>
          <ac:spMkLst>
            <pc:docMk/>
            <pc:sldMk cId="0" sldId="275"/>
            <ac:spMk id="52243" creationId="{C606F5DF-C298-4FB7-98C3-3C4D977C96F2}"/>
          </ac:spMkLst>
        </pc:spChg>
        <pc:spChg chg="mod">
          <ac:chgData name="Zheng Fei" userId="d19317889db4c986" providerId="LiveId" clId="{D2247F28-2955-0148-9602-5A190782C994}" dt="2022-12-04T03:25:00.950" v="1146" actId="1035"/>
          <ac:spMkLst>
            <pc:docMk/>
            <pc:sldMk cId="0" sldId="275"/>
            <ac:spMk id="52244" creationId="{758551EF-FA36-43A4-98EA-7A545CD3F037}"/>
          </ac:spMkLst>
        </pc:spChg>
        <pc:spChg chg="mod">
          <ac:chgData name="Zheng Fei" userId="d19317889db4c986" providerId="LiveId" clId="{D2247F28-2955-0148-9602-5A190782C994}" dt="2022-12-04T04:38:48.964" v="1166" actId="21"/>
          <ac:spMkLst>
            <pc:docMk/>
            <pc:sldMk cId="0" sldId="275"/>
            <ac:spMk id="52245" creationId="{5D49CC7F-42BC-4485-9530-D2347346DBBC}"/>
          </ac:spMkLst>
        </pc:spChg>
        <pc:grpChg chg="mod">
          <ac:chgData name="Zheng Fei" userId="d19317889db4c986" providerId="LiveId" clId="{D2247F28-2955-0148-9602-5A190782C994}" dt="2022-12-03T08:27:08.159" v="732" actId="1076"/>
          <ac:grpSpMkLst>
            <pc:docMk/>
            <pc:sldMk cId="0" sldId="275"/>
            <ac:grpSpMk id="52230" creationId="{8FA13462-505E-44C6-B164-838E0862A9A7}"/>
          </ac:grpSpMkLst>
        </pc:grpChg>
        <pc:grpChg chg="del mod">
          <ac:chgData name="Zheng Fei" userId="d19317889db4c986" providerId="LiveId" clId="{D2247F28-2955-0148-9602-5A190782C994}" dt="2022-12-04T04:38:55.832" v="1170" actId="478"/>
          <ac:grpSpMkLst>
            <pc:docMk/>
            <pc:sldMk cId="0" sldId="275"/>
            <ac:grpSpMk id="52242" creationId="{15D6DFDE-09A4-4E3E-82BD-C64693BEE188}"/>
          </ac:grpSpMkLst>
        </pc:grpChg>
        <pc:graphicFrameChg chg="del mod">
          <ac:chgData name="Zheng Fei" userId="d19317889db4c986" providerId="LiveId" clId="{D2247F28-2955-0148-9602-5A190782C994}" dt="2022-12-04T02:30:13.344" v="1099" actId="478"/>
          <ac:graphicFrameMkLst>
            <pc:docMk/>
            <pc:sldMk cId="0" sldId="275"/>
            <ac:graphicFrameMk id="52227" creationId="{8C08389B-E00B-4B39-B4C1-A55BAB3D583F}"/>
          </ac:graphicFrameMkLst>
        </pc:graphicFrameChg>
        <pc:graphicFrameChg chg="del mod">
          <ac:chgData name="Zheng Fei" userId="d19317889db4c986" providerId="LiveId" clId="{D2247F28-2955-0148-9602-5A190782C994}" dt="2022-12-03T08:27:10.430" v="733" actId="478"/>
          <ac:graphicFrameMkLst>
            <pc:docMk/>
            <pc:sldMk cId="0" sldId="275"/>
            <ac:graphicFrameMk id="52234" creationId="{BF34D343-DA51-464E-8CDE-C31D61471932}"/>
          </ac:graphicFrameMkLst>
        </pc:graphicFrameChg>
        <pc:graphicFrameChg chg="del mod">
          <ac:chgData name="Zheng Fei" userId="d19317889db4c986" providerId="LiveId" clId="{D2247F28-2955-0148-9602-5A190782C994}" dt="2022-12-03T08:28:01.526" v="747" actId="478"/>
          <ac:graphicFrameMkLst>
            <pc:docMk/>
            <pc:sldMk cId="0" sldId="275"/>
            <ac:graphicFrameMk id="52235" creationId="{4775F995-AD7C-4A88-817F-D2BD9258A011}"/>
          </ac:graphicFrameMkLst>
        </pc:graphicFrameChg>
        <pc:graphicFrameChg chg="del mod">
          <ac:chgData name="Zheng Fei" userId="d19317889db4c986" providerId="LiveId" clId="{D2247F28-2955-0148-9602-5A190782C994}" dt="2022-12-03T08:28:13.225" v="749" actId="478"/>
          <ac:graphicFrameMkLst>
            <pc:docMk/>
            <pc:sldMk cId="0" sldId="275"/>
            <ac:graphicFrameMk id="52236" creationId="{E916CA74-FF2C-4DA1-8643-6126A9CDEE78}"/>
          </ac:graphicFrameMkLst>
        </pc:graphicFrameChg>
        <pc:picChg chg="del">
          <ac:chgData name="Zheng Fei" userId="d19317889db4c986" providerId="LiveId" clId="{D2247F28-2955-0148-9602-5A190782C994}" dt="2022-12-03T08:25:50.920" v="698" actId="478"/>
          <ac:picMkLst>
            <pc:docMk/>
            <pc:sldMk cId="0" sldId="275"/>
            <ac:picMk id="22" creationId="{2643445D-872C-40F8-B16C-E95809B5F4B0}"/>
          </ac:picMkLst>
        </pc:picChg>
        <pc:cxnChg chg="add mod">
          <ac:chgData name="Zheng Fei" userId="d19317889db4c986" providerId="LiveId" clId="{D2247F28-2955-0148-9602-5A190782C994}" dt="2022-12-03T08:25:54.136" v="700"/>
          <ac:cxnSpMkLst>
            <pc:docMk/>
            <pc:sldMk cId="0" sldId="275"/>
            <ac:cxnSpMk id="2" creationId="{19DE1B92-16B0-B62F-9923-2BE6D8F14D0C}"/>
          </ac:cxnSpMkLst>
        </pc:cxnChg>
      </pc:sldChg>
      <pc:sldChg chg="addSp delSp modSp mod modAnim">
        <pc:chgData name="Zheng Fei" userId="d19317889db4c986" providerId="LiveId" clId="{D2247F28-2955-0148-9602-5A190782C994}" dt="2022-12-04T04:40:01.879" v="1182"/>
        <pc:sldMkLst>
          <pc:docMk/>
          <pc:sldMk cId="0" sldId="276"/>
        </pc:sldMkLst>
        <pc:spChg chg="add mod">
          <ac:chgData name="Zheng Fei" userId="d19317889db4c986" providerId="LiveId" clId="{D2247F28-2955-0148-9602-5A190782C994}" dt="2022-12-04T03:21:38.504" v="1107" actId="16959"/>
          <ac:spMkLst>
            <pc:docMk/>
            <pc:sldMk cId="0" sldId="276"/>
            <ac:spMk id="3" creationId="{C7194780-1229-B8A1-FDDE-63EF226D04A5}"/>
          </ac:spMkLst>
        </pc:spChg>
        <pc:spChg chg="add mod">
          <ac:chgData name="Zheng Fei" userId="d19317889db4c986" providerId="LiveId" clId="{D2247F28-2955-0148-9602-5A190782C994}" dt="2022-12-04T02:26:14.262" v="1014" actId="1076"/>
          <ac:spMkLst>
            <pc:docMk/>
            <pc:sldMk cId="0" sldId="276"/>
            <ac:spMk id="4" creationId="{9E4B1CFE-43DB-21DE-EA4B-46219315C76B}"/>
          </ac:spMkLst>
        </pc:spChg>
        <pc:spChg chg="add mod">
          <ac:chgData name="Zheng Fei" userId="d19317889db4c986" providerId="LiveId" clId="{D2247F28-2955-0148-9602-5A190782C994}" dt="2022-12-04T02:26:14.262" v="1014" actId="1076"/>
          <ac:spMkLst>
            <pc:docMk/>
            <pc:sldMk cId="0" sldId="276"/>
            <ac:spMk id="5" creationId="{F3E82018-F8B6-4115-FFF8-F2478CED3DDB}"/>
          </ac:spMkLst>
        </pc:spChg>
        <pc:spChg chg="del mod">
          <ac:chgData name="Zheng Fei" userId="d19317889db4c986" providerId="LiveId" clId="{D2247F28-2955-0148-9602-5A190782C994}" dt="2022-12-03T08:31:11.012" v="944" actId="478"/>
          <ac:spMkLst>
            <pc:docMk/>
            <pc:sldMk cId="0" sldId="276"/>
            <ac:spMk id="53250" creationId="{47187005-255F-41C2-AAD1-80E909B8F57D}"/>
          </ac:spMkLst>
        </pc:spChg>
        <pc:spChg chg="mod">
          <ac:chgData name="Zheng Fei" userId="d19317889db4c986" providerId="LiveId" clId="{D2247F28-2955-0148-9602-5A190782C994}" dt="2022-12-04T02:25:45.988" v="1009" actId="1076"/>
          <ac:spMkLst>
            <pc:docMk/>
            <pc:sldMk cId="0" sldId="276"/>
            <ac:spMk id="53251" creationId="{2DD33B01-3350-4353-83FB-A274942431E2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4" creationId="{AF76F184-0BC0-4F6B-9C6E-F28969129EB9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5" creationId="{F0706D5D-155F-41CE-8E6A-6B6A15BBCA32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6" creationId="{17B0F1A4-56C6-487A-97AE-3F6C13C8D062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7" creationId="{36CCD55D-55DF-4CAF-908F-E7B1DF12E465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8" creationId="{3118FB71-1698-4F30-97D7-A89CA877893F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59" creationId="{36C5DDA8-0F32-4A32-BAAA-B7D744A1C0D2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0" creationId="{3615E44B-F4E0-44D1-A602-503D7EA725FE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1" creationId="{7B6D2AA5-4397-4B1F-B0CB-7C018468D668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2" creationId="{25B287C2-84E5-4570-9922-E41FC4605BAA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3" creationId="{30D07974-098A-4E7D-AC47-D9D45320EDF4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4" creationId="{49B8EFED-EFED-4A3D-92E5-656F94D219E2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5" creationId="{32C47211-563A-43ED-BB14-B6BB1D046FC6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6" creationId="{5B099B00-D411-4815-AC67-9E2A89E2A7BB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67" creationId="{A2E21535-77A3-414C-9FDF-A258A3BCF40E}"/>
          </ac:spMkLst>
        </pc:spChg>
        <pc:spChg chg="mod">
          <ac:chgData name="Zheng Fei" userId="d19317889db4c986" providerId="LiveId" clId="{D2247F28-2955-0148-9602-5A190782C994}" dt="2022-12-04T02:25:44.147" v="1008" actId="1076"/>
          <ac:spMkLst>
            <pc:docMk/>
            <pc:sldMk cId="0" sldId="276"/>
            <ac:spMk id="53271" creationId="{4EED4FFB-1A50-4E06-B961-7187CCB2B4F4}"/>
          </ac:spMkLst>
        </pc:spChg>
        <pc:spChg chg="add del mod">
          <ac:chgData name="Zheng Fei" userId="d19317889db4c986" providerId="LiveId" clId="{D2247F28-2955-0148-9602-5A190782C994}" dt="2022-12-04T04:39:45.077" v="1180" actId="1076"/>
          <ac:spMkLst>
            <pc:docMk/>
            <pc:sldMk cId="0" sldId="276"/>
            <ac:spMk id="53275" creationId="{F46141F8-D210-4B80-A808-9D4A83D06981}"/>
          </ac:spMkLst>
        </pc:spChg>
        <pc:spChg chg="del mod">
          <ac:chgData name="Zheng Fei" userId="d19317889db4c986" providerId="LiveId" clId="{D2247F28-2955-0148-9602-5A190782C994}" dt="2022-12-04T04:39:25.673" v="1174" actId="478"/>
          <ac:spMkLst>
            <pc:docMk/>
            <pc:sldMk cId="0" sldId="276"/>
            <ac:spMk id="53277" creationId="{4D7BFAE7-26C4-4909-BA84-F2AC47126536}"/>
          </ac:spMkLst>
        </pc:spChg>
        <pc:spChg chg="del mod">
          <ac:chgData name="Zheng Fei" userId="d19317889db4c986" providerId="LiveId" clId="{D2247F28-2955-0148-9602-5A190782C994}" dt="2022-12-04T04:39:17.303" v="1171" actId="478"/>
          <ac:spMkLst>
            <pc:docMk/>
            <pc:sldMk cId="0" sldId="276"/>
            <ac:spMk id="53278" creationId="{8A5CA88B-07F5-4F3E-AA10-DEA8A1DB4C9F}"/>
          </ac:spMkLst>
        </pc:spChg>
        <pc:spChg chg="mod">
          <ac:chgData name="Zheng Fei" userId="d19317889db4c986" providerId="LiveId" clId="{D2247F28-2955-0148-9602-5A190782C994}" dt="2022-12-04T02:24:31.385" v="976" actId="1036"/>
          <ac:spMkLst>
            <pc:docMk/>
            <pc:sldMk cId="0" sldId="276"/>
            <ac:spMk id="53279" creationId="{0B7A2198-C0E3-4CA6-9D7A-4336DD02DE3F}"/>
          </ac:spMkLst>
        </pc:spChg>
        <pc:grpChg chg="mod">
          <ac:chgData name="Zheng Fei" userId="d19317889db4c986" providerId="LiveId" clId="{D2247F28-2955-0148-9602-5A190782C994}" dt="2022-12-04T02:24:31.385" v="976" actId="1036"/>
          <ac:grpSpMkLst>
            <pc:docMk/>
            <pc:sldMk cId="0" sldId="276"/>
            <ac:grpSpMk id="53253" creationId="{7C359993-346F-4DFE-AC81-678B693F89D5}"/>
          </ac:grpSpMkLst>
        </pc:grpChg>
        <pc:grpChg chg="del mod">
          <ac:chgData name="Zheng Fei" userId="d19317889db4c986" providerId="LiveId" clId="{D2247F28-2955-0148-9602-5A190782C994}" dt="2022-12-04T04:39:17.303" v="1171" actId="478"/>
          <ac:grpSpMkLst>
            <pc:docMk/>
            <pc:sldMk cId="0" sldId="276"/>
            <ac:grpSpMk id="53276" creationId="{182F4C9B-71B8-4160-B47F-FA7C709CEADF}"/>
          </ac:grpSpMkLst>
        </pc:grpChg>
        <pc:graphicFrameChg chg="del mod">
          <ac:chgData name="Zheng Fei" userId="d19317889db4c986" providerId="LiveId" clId="{D2247F28-2955-0148-9602-5A190782C994}" dt="2022-12-04T02:25:59.507" v="1010" actId="478"/>
          <ac:graphicFrameMkLst>
            <pc:docMk/>
            <pc:sldMk cId="0" sldId="276"/>
            <ac:graphicFrameMk id="53268" creationId="{064B21C1-A731-4DB6-BF25-13C731742965}"/>
          </ac:graphicFrameMkLst>
        </pc:graphicFrameChg>
        <pc:graphicFrameChg chg="del mod">
          <ac:chgData name="Zheng Fei" userId="d19317889db4c986" providerId="LiveId" clId="{D2247F28-2955-0148-9602-5A190782C994}" dt="2022-12-04T02:26:00.919" v="1011" actId="478"/>
          <ac:graphicFrameMkLst>
            <pc:docMk/>
            <pc:sldMk cId="0" sldId="276"/>
            <ac:graphicFrameMk id="53269" creationId="{230FA16C-ED8F-431B-98A7-F8FF7FD94ACE}"/>
          </ac:graphicFrameMkLst>
        </pc:graphicFrameChg>
        <pc:graphicFrameChg chg="del mod">
          <ac:chgData name="Zheng Fei" userId="d19317889db4c986" providerId="LiveId" clId="{D2247F28-2955-0148-9602-5A190782C994}" dt="2022-12-04T02:26:02.202" v="1012" actId="478"/>
          <ac:graphicFrameMkLst>
            <pc:docMk/>
            <pc:sldMk cId="0" sldId="276"/>
            <ac:graphicFrameMk id="53270" creationId="{55F09F0A-459D-49F3-8042-184A64182444}"/>
          </ac:graphicFrameMkLst>
        </pc:graphicFrameChg>
        <pc:picChg chg="del">
          <ac:chgData name="Zheng Fei" userId="d19317889db4c986" providerId="LiveId" clId="{D2247F28-2955-0148-9602-5A190782C994}" dt="2022-12-03T08:31:09.845" v="943" actId="478"/>
          <ac:picMkLst>
            <pc:docMk/>
            <pc:sldMk cId="0" sldId="276"/>
            <ac:picMk id="32" creationId="{36557FA0-E1DA-4213-9B66-36ECDA914EDF}"/>
          </ac:picMkLst>
        </pc:picChg>
        <pc:cxnChg chg="add mod">
          <ac:chgData name="Zheng Fei" userId="d19317889db4c986" providerId="LiveId" clId="{D2247F28-2955-0148-9602-5A190782C994}" dt="2022-12-03T08:31:15.968" v="945"/>
          <ac:cxnSpMkLst>
            <pc:docMk/>
            <pc:sldMk cId="0" sldId="276"/>
            <ac:cxnSpMk id="2" creationId="{0E4608A5-9BF2-007C-7E14-183C822A0CE7}"/>
          </ac:cxnSpMkLst>
        </pc:cxnChg>
      </pc:sldChg>
      <pc:sldChg chg="addSp delSp modSp mod modAnim">
        <pc:chgData name="Zheng Fei" userId="d19317889db4c986" providerId="LiveId" clId="{D2247F28-2955-0148-9602-5A190782C994}" dt="2022-12-04T04:48:41.985" v="1400" actId="20577"/>
        <pc:sldMkLst>
          <pc:docMk/>
          <pc:sldMk cId="0" sldId="277"/>
        </pc:sldMkLst>
        <pc:spChg chg="add mod">
          <ac:chgData name="Zheng Fei" userId="d19317889db4c986" providerId="LiveId" clId="{D2247F28-2955-0148-9602-5A190782C994}" dt="2022-12-04T04:48:41.985" v="1400" actId="20577"/>
          <ac:spMkLst>
            <pc:docMk/>
            <pc:sldMk cId="0" sldId="277"/>
            <ac:spMk id="3" creationId="{27BF1CE4-DC70-A95C-295C-DB6E25354754}"/>
          </ac:spMkLst>
        </pc:spChg>
        <pc:spChg chg="del">
          <ac:chgData name="Zheng Fei" userId="d19317889db4c986" providerId="LiveId" clId="{D2247F28-2955-0148-9602-5A190782C994}" dt="2022-12-04T04:46:48.698" v="1285" actId="478"/>
          <ac:spMkLst>
            <pc:docMk/>
            <pc:sldMk cId="0" sldId="277"/>
            <ac:spMk id="54274" creationId="{B91D74D0-DD0D-4AE9-8A4E-AD09ABC20BFB}"/>
          </ac:spMkLst>
        </pc:spChg>
        <pc:spChg chg="mod">
          <ac:chgData name="Zheng Fei" userId="d19317889db4c986" providerId="LiveId" clId="{D2247F28-2955-0148-9602-5A190782C994}" dt="2022-12-04T04:48:00.703" v="1321" actId="2711"/>
          <ac:spMkLst>
            <pc:docMk/>
            <pc:sldMk cId="0" sldId="277"/>
            <ac:spMk id="54285" creationId="{F3B48117-849A-4013-83BF-E433FD3AE20C}"/>
          </ac:spMkLst>
        </pc:spChg>
        <pc:spChg chg="mod">
          <ac:chgData name="Zheng Fei" userId="d19317889db4c986" providerId="LiveId" clId="{D2247F28-2955-0148-9602-5A190782C994}" dt="2022-12-04T04:48:00.703" v="1321" actId="2711"/>
          <ac:spMkLst>
            <pc:docMk/>
            <pc:sldMk cId="0" sldId="277"/>
            <ac:spMk id="54286" creationId="{2C35DE52-C73F-43C4-97E2-1D30D5B08A9A}"/>
          </ac:spMkLst>
        </pc:spChg>
        <pc:spChg chg="mod">
          <ac:chgData name="Zheng Fei" userId="d19317889db4c986" providerId="LiveId" clId="{D2247F28-2955-0148-9602-5A190782C994}" dt="2022-12-04T04:47:24.858" v="1309" actId="21"/>
          <ac:spMkLst>
            <pc:docMk/>
            <pc:sldMk cId="0" sldId="277"/>
            <ac:spMk id="54288" creationId="{057802A1-79EB-4689-BA7F-99021B481439}"/>
          </ac:spMkLst>
        </pc:spChg>
        <pc:grpChg chg="del">
          <ac:chgData name="Zheng Fei" userId="d19317889db4c986" providerId="LiveId" clId="{D2247F28-2955-0148-9602-5A190782C994}" dt="2022-12-04T04:47:30.011" v="1313" actId="478"/>
          <ac:grpSpMkLst>
            <pc:docMk/>
            <pc:sldMk cId="0" sldId="277"/>
            <ac:grpSpMk id="54287" creationId="{9AE42F85-8A0F-4F16-BFE1-7B193B3D6FD3}"/>
          </ac:grpSpMkLst>
        </pc:grpChg>
        <pc:graphicFrameChg chg="del">
          <ac:chgData name="Zheng Fei" userId="d19317889db4c986" providerId="LiveId" clId="{D2247F28-2955-0148-9602-5A190782C994}" dt="2022-12-04T04:47:32.774" v="1314" actId="478"/>
          <ac:graphicFrameMkLst>
            <pc:docMk/>
            <pc:sldMk cId="0" sldId="277"/>
            <ac:graphicFrameMk id="54284" creationId="{35B6F4F8-06F6-4CAD-BE9C-54B6D6829A97}"/>
          </ac:graphicFrameMkLst>
        </pc:graphicFrameChg>
        <pc:picChg chg="del mod">
          <ac:chgData name="Zheng Fei" userId="d19317889db4c986" providerId="LiveId" clId="{D2247F28-2955-0148-9602-5A190782C994}" dt="2022-12-04T04:46:49.927" v="1287" actId="478"/>
          <ac:picMkLst>
            <pc:docMk/>
            <pc:sldMk cId="0" sldId="277"/>
            <ac:picMk id="18" creationId="{B921E780-DCDC-4D97-84FA-53EEE6C77785}"/>
          </ac:picMkLst>
        </pc:picChg>
        <pc:cxnChg chg="add mod">
          <ac:chgData name="Zheng Fei" userId="d19317889db4c986" providerId="LiveId" clId="{D2247F28-2955-0148-9602-5A190782C994}" dt="2022-12-04T04:46:56.057" v="1288"/>
          <ac:cxnSpMkLst>
            <pc:docMk/>
            <pc:sldMk cId="0" sldId="277"/>
            <ac:cxnSpMk id="2" creationId="{6E96F5DC-80E6-3CBB-238D-4E8029F81348}"/>
          </ac:cxnSpMkLst>
        </pc:cxnChg>
      </pc:sldChg>
      <pc:sldChg chg="delSp modSp del mod delAnim modAnim">
        <pc:chgData name="Zheng Fei" userId="d19317889db4c986" providerId="LiveId" clId="{D2247F28-2955-0148-9602-5A190782C994}" dt="2022-12-04T04:52:32.717" v="1481" actId="2696"/>
        <pc:sldMkLst>
          <pc:docMk/>
          <pc:sldMk cId="0" sldId="278"/>
        </pc:sldMkLst>
        <pc:spChg chg="del mod">
          <ac:chgData name="Zheng Fei" userId="d19317889db4c986" providerId="LiveId" clId="{D2247F28-2955-0148-9602-5A190782C994}" dt="2022-12-04T04:50:45.022" v="1449" actId="21"/>
          <ac:spMkLst>
            <pc:docMk/>
            <pc:sldMk cId="0" sldId="278"/>
            <ac:spMk id="25" creationId="{CFDBC59C-0260-4BA1-B94C-7F73E10FD2F5}"/>
          </ac:spMkLst>
        </pc:spChg>
        <pc:spChg chg="del">
          <ac:chgData name="Zheng Fei" userId="d19317889db4c986" providerId="LiveId" clId="{D2247F28-2955-0148-9602-5A190782C994}" dt="2022-12-04T04:50:16.258" v="1440" actId="21"/>
          <ac:spMkLst>
            <pc:docMk/>
            <pc:sldMk cId="0" sldId="278"/>
            <ac:spMk id="55315" creationId="{0A60145A-48C4-41B5-86A9-F0E6DE03FD1B}"/>
          </ac:spMkLst>
        </pc:spChg>
        <pc:spChg chg="del">
          <ac:chgData name="Zheng Fei" userId="d19317889db4c986" providerId="LiveId" clId="{D2247F28-2955-0148-9602-5A190782C994}" dt="2022-12-04T04:50:16.258" v="1440" actId="21"/>
          <ac:spMkLst>
            <pc:docMk/>
            <pc:sldMk cId="0" sldId="278"/>
            <ac:spMk id="55316" creationId="{DE3858DB-C778-4BC3-83B7-67B9B24C7FC5}"/>
          </ac:spMkLst>
        </pc:spChg>
        <pc:spChg chg="del">
          <ac:chgData name="Zheng Fei" userId="d19317889db4c986" providerId="LiveId" clId="{D2247F28-2955-0148-9602-5A190782C994}" dt="2022-12-04T04:50:02.829" v="1435" actId="21"/>
          <ac:spMkLst>
            <pc:docMk/>
            <pc:sldMk cId="0" sldId="278"/>
            <ac:spMk id="55319" creationId="{90477FA7-61E8-4EA8-8A4A-99BEBC5E5015}"/>
          </ac:spMkLst>
        </pc:spChg>
        <pc:grpChg chg="del">
          <ac:chgData name="Zheng Fei" userId="d19317889db4c986" providerId="LiveId" clId="{D2247F28-2955-0148-9602-5A190782C994}" dt="2022-12-04T04:51:36.920" v="1461" actId="21"/>
          <ac:grpSpMkLst>
            <pc:docMk/>
            <pc:sldMk cId="0" sldId="278"/>
            <ac:grpSpMk id="2" creationId="{EA60A99C-EFFA-4217-82A0-D65D4586B6B5}"/>
          </ac:grpSpMkLst>
        </pc:grpChg>
        <pc:grpChg chg="del">
          <ac:chgData name="Zheng Fei" userId="d19317889db4c986" providerId="LiveId" clId="{D2247F28-2955-0148-9602-5A190782C994}" dt="2022-12-04T04:49:50.671" v="1432" actId="21"/>
          <ac:grpSpMkLst>
            <pc:docMk/>
            <pc:sldMk cId="0" sldId="278"/>
            <ac:grpSpMk id="55308" creationId="{9B0EE47A-D2D3-4A98-92BE-9130BE8D3E12}"/>
          </ac:grpSpMkLst>
        </pc:grpChg>
        <pc:graphicFrameChg chg="del">
          <ac:chgData name="Zheng Fei" userId="d19317889db4c986" providerId="LiveId" clId="{D2247F28-2955-0148-9602-5A190782C994}" dt="2022-12-04T04:50:02.829" v="1435" actId="21"/>
          <ac:graphicFrameMkLst>
            <pc:docMk/>
            <pc:sldMk cId="0" sldId="278"/>
            <ac:graphicFrameMk id="55298" creationId="{8E4991F3-9D6E-4452-A5F6-69C3905967D3}"/>
          </ac:graphicFrameMkLst>
        </pc:graphicFrameChg>
        <pc:graphicFrameChg chg="del">
          <ac:chgData name="Zheng Fei" userId="d19317889db4c986" providerId="LiveId" clId="{D2247F28-2955-0148-9602-5A190782C994}" dt="2022-12-04T04:51:36.920" v="1461" actId="21"/>
          <ac:graphicFrameMkLst>
            <pc:docMk/>
            <pc:sldMk cId="0" sldId="278"/>
            <ac:graphicFrameMk id="55302" creationId="{3FA8E1EA-A5E8-4E11-B027-9359628690E6}"/>
          </ac:graphicFrameMkLst>
        </pc:graphicFrameChg>
        <pc:graphicFrameChg chg="del">
          <ac:chgData name="Zheng Fei" userId="d19317889db4c986" providerId="LiveId" clId="{D2247F28-2955-0148-9602-5A190782C994}" dt="2022-12-04T04:49:40.347" v="1429" actId="478"/>
          <ac:graphicFrameMkLst>
            <pc:docMk/>
            <pc:sldMk cId="0" sldId="278"/>
            <ac:graphicFrameMk id="55311" creationId="{45468FF4-3B52-478F-94CB-D697E3334E7E}"/>
          </ac:graphicFrameMkLst>
        </pc:graphicFrameChg>
      </pc:sldChg>
      <pc:sldChg chg="addSp delSp modSp mod delAnim modAnim">
        <pc:chgData name="Zheng Fei" userId="d19317889db4c986" providerId="LiveId" clId="{D2247F28-2955-0148-9602-5A190782C994}" dt="2022-12-04T04:46:30.080" v="1283"/>
        <pc:sldMkLst>
          <pc:docMk/>
          <pc:sldMk cId="0" sldId="279"/>
        </pc:sldMkLst>
        <pc:spChg chg="add mod">
          <ac:chgData name="Zheng Fei" userId="d19317889db4c986" providerId="LiveId" clId="{D2247F28-2955-0148-9602-5A190782C994}" dt="2022-12-04T04:41:31.245" v="1218" actId="20577"/>
          <ac:spMkLst>
            <pc:docMk/>
            <pc:sldMk cId="0" sldId="279"/>
            <ac:spMk id="3" creationId="{876758FB-3DD8-C89A-60E4-F7F7FA32889D}"/>
          </ac:spMkLst>
        </pc:spChg>
        <pc:spChg chg="add mod">
          <ac:chgData name="Zheng Fei" userId="d19317889db4c986" providerId="LiveId" clId="{D2247F28-2955-0148-9602-5A190782C994}" dt="2022-12-04T04:46:27.006" v="1282" actId="1036"/>
          <ac:spMkLst>
            <pc:docMk/>
            <pc:sldMk cId="0" sldId="279"/>
            <ac:spMk id="4" creationId="{B413EA24-203E-AFDF-18EB-AEAA5C771723}"/>
          </ac:spMkLst>
        </pc:spChg>
        <pc:spChg chg="add mod">
          <ac:chgData name="Zheng Fei" userId="d19317889db4c986" providerId="LiveId" clId="{D2247F28-2955-0148-9602-5A190782C994}" dt="2022-12-04T04:46:27.006" v="1282" actId="1036"/>
          <ac:spMkLst>
            <pc:docMk/>
            <pc:sldMk cId="0" sldId="279"/>
            <ac:spMk id="5" creationId="{11341BA6-5C9B-8525-68F6-05A0BDBA3B7E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22" creationId="{B1E963CB-64A5-41C6-988E-F1D873B47C54}"/>
          </ac:spMkLst>
        </pc:spChg>
        <pc:spChg chg="del">
          <ac:chgData name="Zheng Fei" userId="d19317889db4c986" providerId="LiveId" clId="{D2247F28-2955-0148-9602-5A190782C994}" dt="2022-12-04T02:27:52.233" v="1023" actId="478"/>
          <ac:spMkLst>
            <pc:docMk/>
            <pc:sldMk cId="0" sldId="279"/>
            <ac:spMk id="56326" creationId="{B854052A-5811-40BB-B2BA-D1237068B1AB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28" creationId="{CB684CD5-B6AA-41AE-9759-164757C2D2E4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29" creationId="{444F49CD-E58C-4BEA-9A15-2F8FF9A6BE9E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0" creationId="{572574AC-0A5B-472A-9EAC-32F0154565F8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1" creationId="{C0EBBB23-9ADA-47E2-B8CF-C237C9E28CBA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2" creationId="{8F062A4E-38AF-476E-B8BF-31D99FEA95FD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3" creationId="{27A9A3BA-6E7D-4048-A1C9-64E772704B84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4" creationId="{0C99F9A6-DBCB-4C77-9BF4-78C5286B1C4B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5" creationId="{AE3C7209-5714-4E6C-8140-D891893ED9F5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6" creationId="{C1E3781F-33A9-4F8C-9968-A567DD0378FA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7" creationId="{B1E6F11F-DC3A-4CBF-9214-7D1698749AD7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8" creationId="{5A5F3A65-7DCD-4724-81BB-A5AA0CB6754D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39" creationId="{1B84FBAD-9DBB-4881-A416-79A03CC2C768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40" creationId="{3FB92C2A-3C1A-4268-A728-3C73AE03C0A7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44" creationId="{7CADA9BF-8EA5-4CFE-AC6A-247B25AC29BC}"/>
          </ac:spMkLst>
        </pc:spChg>
        <pc:spChg chg="mod">
          <ac:chgData name="Zheng Fei" userId="d19317889db4c986" providerId="LiveId" clId="{D2247F28-2955-0148-9602-5A190782C994}" dt="2022-12-04T04:41:14.721" v="1214" actId="1036"/>
          <ac:spMkLst>
            <pc:docMk/>
            <pc:sldMk cId="0" sldId="279"/>
            <ac:spMk id="56345" creationId="{2801734D-C30E-436D-8CE8-E0A1F4485DC3}"/>
          </ac:spMkLst>
        </pc:spChg>
        <pc:spChg chg="del mod">
          <ac:chgData name="Zheng Fei" userId="d19317889db4c986" providerId="LiveId" clId="{D2247F28-2955-0148-9602-5A190782C994}" dt="2022-12-04T04:40:34.069" v="1186" actId="478"/>
          <ac:spMkLst>
            <pc:docMk/>
            <pc:sldMk cId="0" sldId="279"/>
            <ac:spMk id="56348" creationId="{9ACAF303-8020-47A2-AA8B-3F1A3C6B4E0B}"/>
          </ac:spMkLst>
        </pc:spChg>
        <pc:spChg chg="del">
          <ac:chgData name="Zheng Fei" userId="d19317889db4c986" providerId="LiveId" clId="{D2247F28-2955-0148-9602-5A190782C994}" dt="2022-12-04T04:40:23.432" v="1183" actId="478"/>
          <ac:spMkLst>
            <pc:docMk/>
            <pc:sldMk cId="0" sldId="279"/>
            <ac:spMk id="56349" creationId="{72988849-1A42-492B-93D1-D651CF49A853}"/>
          </ac:spMkLst>
        </pc:spChg>
        <pc:spChg chg="mod">
          <ac:chgData name="Zheng Fei" userId="d19317889db4c986" providerId="LiveId" clId="{D2247F28-2955-0148-9602-5A190782C994}" dt="2022-12-04T04:45:57.601" v="1277" actId="1076"/>
          <ac:spMkLst>
            <pc:docMk/>
            <pc:sldMk cId="0" sldId="279"/>
            <ac:spMk id="56350" creationId="{B06CD254-F4B5-4047-AFE6-7C55C8C0A2BC}"/>
          </ac:spMkLst>
        </pc:spChg>
        <pc:spChg chg="mod">
          <ac:chgData name="Zheng Fei" userId="d19317889db4c986" providerId="LiveId" clId="{D2247F28-2955-0148-9602-5A190782C994}" dt="2022-12-04T04:45:48.350" v="1274" actId="1076"/>
          <ac:spMkLst>
            <pc:docMk/>
            <pc:sldMk cId="0" sldId="279"/>
            <ac:spMk id="56352" creationId="{9A97FD2B-77B8-4CEE-8D86-AD0615C45DF1}"/>
          </ac:spMkLst>
        </pc:spChg>
        <pc:grpChg chg="mod">
          <ac:chgData name="Zheng Fei" userId="d19317889db4c986" providerId="LiveId" clId="{D2247F28-2955-0148-9602-5A190782C994}" dt="2022-12-04T04:45:57.601" v="1277" actId="1076"/>
          <ac:grpSpMkLst>
            <pc:docMk/>
            <pc:sldMk cId="0" sldId="279"/>
            <ac:grpSpMk id="56327" creationId="{4F74CFA0-DC51-4F91-8A5A-9D1347A01737}"/>
          </ac:grpSpMkLst>
        </pc:grpChg>
        <pc:grpChg chg="del mod">
          <ac:chgData name="Zheng Fei" userId="d19317889db4c986" providerId="LiveId" clId="{D2247F28-2955-0148-9602-5A190782C994}" dt="2022-12-04T04:40:23.432" v="1183" actId="478"/>
          <ac:grpSpMkLst>
            <pc:docMk/>
            <pc:sldMk cId="0" sldId="279"/>
            <ac:grpSpMk id="56347" creationId="{47527555-F1AB-4EAD-B937-0CD3CDBB6D8E}"/>
          </ac:grpSpMkLst>
        </pc:grpChg>
        <pc:graphicFrameChg chg="mod">
          <ac:chgData name="Zheng Fei" userId="d19317889db4c986" providerId="LiveId" clId="{D2247F28-2955-0148-9602-5A190782C994}" dt="2022-12-04T04:45:57.601" v="1277" actId="1076"/>
          <ac:graphicFrameMkLst>
            <pc:docMk/>
            <pc:sldMk cId="0" sldId="279"/>
            <ac:graphicFrameMk id="56341" creationId="{987684AA-179D-4C53-9D3E-312005E7B9F1}"/>
          </ac:graphicFrameMkLst>
        </pc:graphicFrameChg>
        <pc:graphicFrameChg chg="mod">
          <ac:chgData name="Zheng Fei" userId="d19317889db4c986" providerId="LiveId" clId="{D2247F28-2955-0148-9602-5A190782C994}" dt="2022-12-04T04:45:57.601" v="1277" actId="1076"/>
          <ac:graphicFrameMkLst>
            <pc:docMk/>
            <pc:sldMk cId="0" sldId="279"/>
            <ac:graphicFrameMk id="56342" creationId="{BF77B081-284D-4410-921F-847279F91361}"/>
          </ac:graphicFrameMkLst>
        </pc:graphicFrameChg>
        <pc:graphicFrameChg chg="del">
          <ac:chgData name="Zheng Fei" userId="d19317889db4c986" providerId="LiveId" clId="{D2247F28-2955-0148-9602-5A190782C994}" dt="2022-12-04T04:41:15.978" v="1215" actId="478"/>
          <ac:graphicFrameMkLst>
            <pc:docMk/>
            <pc:sldMk cId="0" sldId="279"/>
            <ac:graphicFrameMk id="56343" creationId="{DEBCE0DE-DF82-4186-996F-21FB77AD57D0}"/>
          </ac:graphicFrameMkLst>
        </pc:graphicFrameChg>
        <pc:graphicFrameChg chg="del mod">
          <ac:chgData name="Zheng Fei" userId="d19317889db4c986" providerId="LiveId" clId="{D2247F28-2955-0148-9602-5A190782C994}" dt="2022-12-04T04:45:27.492" v="1267" actId="478"/>
          <ac:graphicFrameMkLst>
            <pc:docMk/>
            <pc:sldMk cId="0" sldId="279"/>
            <ac:graphicFrameMk id="56346" creationId="{83666F5F-8199-430B-92FF-1847DEC5B664}"/>
          </ac:graphicFrameMkLst>
        </pc:graphicFrameChg>
        <pc:graphicFrameChg chg="del mod">
          <ac:chgData name="Zheng Fei" userId="d19317889db4c986" providerId="LiveId" clId="{D2247F28-2955-0148-9602-5A190782C994}" dt="2022-12-04T04:45:26.755" v="1266" actId="478"/>
          <ac:graphicFrameMkLst>
            <pc:docMk/>
            <pc:sldMk cId="0" sldId="279"/>
            <ac:graphicFrameMk id="56353" creationId="{6979576A-99CF-4490-8C0D-D8FFADCD5C64}"/>
          </ac:graphicFrameMkLst>
        </pc:graphicFrameChg>
        <pc:picChg chg="del mod">
          <ac:chgData name="Zheng Fei" userId="d19317889db4c986" providerId="LiveId" clId="{D2247F28-2955-0148-9602-5A190782C994}" dt="2022-12-04T02:27:49.683" v="1022" actId="478"/>
          <ac:picMkLst>
            <pc:docMk/>
            <pc:sldMk cId="0" sldId="279"/>
            <ac:picMk id="34" creationId="{64F92859-3D5D-4331-BD88-3A6EE5A90B80}"/>
          </ac:picMkLst>
        </pc:picChg>
        <pc:cxnChg chg="add mod">
          <ac:chgData name="Zheng Fei" userId="d19317889db4c986" providerId="LiveId" clId="{D2247F28-2955-0148-9602-5A190782C994}" dt="2022-12-04T02:27:52.674" v="1024"/>
          <ac:cxnSpMkLst>
            <pc:docMk/>
            <pc:sldMk cId="0" sldId="279"/>
            <ac:cxnSpMk id="2" creationId="{92AD3BAF-B99A-E395-6E6A-D8E67ED8655F}"/>
          </ac:cxnSpMkLst>
        </pc:cxnChg>
      </pc:sldChg>
      <pc:sldChg chg="addSp delSp modSp mod">
        <pc:chgData name="Zheng Fei" userId="d19317889db4c986" providerId="LiveId" clId="{D2247F28-2955-0148-9602-5A190782C994}" dt="2022-12-04T04:59:29.157" v="1829" actId="1076"/>
        <pc:sldMkLst>
          <pc:docMk/>
          <pc:sldMk cId="0" sldId="280"/>
        </pc:sldMkLst>
        <pc:spChg chg="add mod">
          <ac:chgData name="Zheng Fei" userId="d19317889db4c986" providerId="LiveId" clId="{D2247F28-2955-0148-9602-5A190782C994}" dt="2022-12-04T04:58:44.679" v="1802" actId="20577"/>
          <ac:spMkLst>
            <pc:docMk/>
            <pc:sldMk cId="0" sldId="280"/>
            <ac:spMk id="3" creationId="{BDA03608-0602-8FE7-0824-EBB78ABE0FA5}"/>
          </ac:spMkLst>
        </pc:spChg>
        <pc:spChg chg="add mod">
          <ac:chgData name="Zheng Fei" userId="d19317889db4c986" providerId="LiveId" clId="{D2247F28-2955-0148-9602-5A190782C994}" dt="2022-12-04T04:59:11.376" v="1820" actId="20577"/>
          <ac:spMkLst>
            <pc:docMk/>
            <pc:sldMk cId="0" sldId="280"/>
            <ac:spMk id="4" creationId="{7E6C9B3D-5093-D739-8F91-E2B102B73D6C}"/>
          </ac:spMkLst>
        </pc:spChg>
        <pc:spChg chg="add mod">
          <ac:chgData name="Zheng Fei" userId="d19317889db4c986" providerId="LiveId" clId="{D2247F28-2955-0148-9602-5A190782C994}" dt="2022-12-04T04:59:24.950" v="1827" actId="20577"/>
          <ac:spMkLst>
            <pc:docMk/>
            <pc:sldMk cId="0" sldId="280"/>
            <ac:spMk id="5" creationId="{85C6B304-6DAC-AE85-DDFA-1EB6AF66CCDE}"/>
          </ac:spMkLst>
        </pc:spChg>
        <pc:spChg chg="del mod">
          <ac:chgData name="Zheng Fei" userId="d19317889db4c986" providerId="LiveId" clId="{D2247F28-2955-0148-9602-5A190782C994}" dt="2022-12-04T04:58:53.378" v="1804" actId="478"/>
          <ac:spMkLst>
            <pc:docMk/>
            <pc:sldMk cId="0" sldId="280"/>
            <ac:spMk id="20" creationId="{609A5B9A-E7E1-4125-86C5-08136BB353FD}"/>
          </ac:spMkLst>
        </pc:spChg>
        <pc:spChg chg="del mod">
          <ac:chgData name="Zheng Fei" userId="d19317889db4c986" providerId="LiveId" clId="{D2247F28-2955-0148-9602-5A190782C994}" dt="2022-12-04T04:59:15.500" v="1822" actId="478"/>
          <ac:spMkLst>
            <pc:docMk/>
            <pc:sldMk cId="0" sldId="280"/>
            <ac:spMk id="21" creationId="{4C739DD1-8744-4C62-AC64-BC9A497274A8}"/>
          </ac:spMkLst>
        </pc:spChg>
        <pc:spChg chg="del">
          <ac:chgData name="Zheng Fei" userId="d19317889db4c986" providerId="LiveId" clId="{D2247F28-2955-0148-9602-5A190782C994}" dt="2022-12-04T04:53:21.502" v="1495" actId="478"/>
          <ac:spMkLst>
            <pc:docMk/>
            <pc:sldMk cId="0" sldId="280"/>
            <ac:spMk id="57346" creationId="{2E678DED-D69C-4B5D-846E-C3C656B00904}"/>
          </ac:spMkLst>
        </pc:spChg>
        <pc:graphicFrameChg chg="mod">
          <ac:chgData name="Zheng Fei" userId="d19317889db4c986" providerId="LiveId" clId="{D2247F28-2955-0148-9602-5A190782C994}" dt="2022-12-04T04:59:29.157" v="1829" actId="1076"/>
          <ac:graphicFrameMkLst>
            <pc:docMk/>
            <pc:sldMk cId="0" sldId="280"/>
            <ac:graphicFrameMk id="31" creationId="{BB1E2794-AA43-47C2-AACC-B70B21BEF650}"/>
          </ac:graphicFrameMkLst>
        </pc:graphicFrameChg>
        <pc:graphicFrameChg chg="mod">
          <ac:chgData name="Zheng Fei" userId="d19317889db4c986" providerId="LiveId" clId="{D2247F28-2955-0148-9602-5A190782C994}" dt="2022-12-04T04:59:27.398" v="1828" actId="1076"/>
          <ac:graphicFrameMkLst>
            <pc:docMk/>
            <pc:sldMk cId="0" sldId="280"/>
            <ac:graphicFrameMk id="32" creationId="{E636ECDC-D97F-4471-8C05-949D390A829A}"/>
          </ac:graphicFrameMkLst>
        </pc:graphicFrameChg>
        <pc:picChg chg="del">
          <ac:chgData name="Zheng Fei" userId="d19317889db4c986" providerId="LiveId" clId="{D2247F28-2955-0148-9602-5A190782C994}" dt="2022-12-04T04:53:20.509" v="1494" actId="478"/>
          <ac:picMkLst>
            <pc:docMk/>
            <pc:sldMk cId="0" sldId="280"/>
            <ac:picMk id="23" creationId="{88393E34-EBBD-4783-8F1E-4A85C2B547E4}"/>
          </ac:picMkLst>
        </pc:picChg>
        <pc:cxnChg chg="add mod">
          <ac:chgData name="Zheng Fei" userId="d19317889db4c986" providerId="LiveId" clId="{D2247F28-2955-0148-9602-5A190782C994}" dt="2022-12-04T04:58:37.566" v="1796"/>
          <ac:cxnSpMkLst>
            <pc:docMk/>
            <pc:sldMk cId="0" sldId="280"/>
            <ac:cxnSpMk id="2" creationId="{2FB87D26-FBB3-6E19-41EB-19088458CF0B}"/>
          </ac:cxnSpMkLst>
        </pc:cxnChg>
      </pc:sldChg>
      <pc:sldChg chg="addSp delSp modSp mod">
        <pc:chgData name="Zheng Fei" userId="d19317889db4c986" providerId="LiveId" clId="{D2247F28-2955-0148-9602-5A190782C994}" dt="2022-12-03T08:12:42.219" v="406" actId="692"/>
        <pc:sldMkLst>
          <pc:docMk/>
          <pc:sldMk cId="779396015" sldId="332"/>
        </pc:sldMkLst>
        <pc:spChg chg="del">
          <ac:chgData name="Zheng Fei" userId="d19317889db4c986" providerId="LiveId" clId="{D2247F28-2955-0148-9602-5A190782C994}" dt="2022-12-03T08:11:32.866" v="373" actId="478"/>
          <ac:spMkLst>
            <pc:docMk/>
            <pc:sldMk cId="779396015" sldId="332"/>
            <ac:spMk id="2" creationId="{59CD368B-C60F-43CD-BA5F-8B2CCD59DD97}"/>
          </ac:spMkLst>
        </pc:spChg>
        <pc:spChg chg="del">
          <ac:chgData name="Zheng Fei" userId="d19317889db4c986" providerId="LiveId" clId="{D2247F28-2955-0148-9602-5A190782C994}" dt="2022-12-03T08:12:03.889" v="398" actId="478"/>
          <ac:spMkLst>
            <pc:docMk/>
            <pc:sldMk cId="779396015" sldId="332"/>
            <ac:spMk id="4" creationId="{47961671-10F1-48D8-B889-1F88A35B35CE}"/>
          </ac:spMkLst>
        </pc:spChg>
        <pc:spChg chg="mod">
          <ac:chgData name="Zheng Fei" userId="d19317889db4c986" providerId="LiveId" clId="{D2247F28-2955-0148-9602-5A190782C994}" dt="2022-12-03T08:12:29.710" v="405" actId="1076"/>
          <ac:spMkLst>
            <pc:docMk/>
            <pc:sldMk cId="779396015" sldId="332"/>
            <ac:spMk id="5" creationId="{A6AD8FF1-B09B-47DD-A58F-FF5F870B2AF1}"/>
          </ac:spMkLst>
        </pc:spChg>
        <pc:spChg chg="mod">
          <ac:chgData name="Zheng Fei" userId="d19317889db4c986" providerId="LiveId" clId="{D2247F28-2955-0148-9602-5A190782C994}" dt="2022-12-03T08:12:29.710" v="405" actId="1076"/>
          <ac:spMkLst>
            <pc:docMk/>
            <pc:sldMk cId="779396015" sldId="332"/>
            <ac:spMk id="6" creationId="{8D974202-BECF-4668-8A51-8D7E7454E609}"/>
          </ac:spMkLst>
        </pc:spChg>
        <pc:spChg chg="mod">
          <ac:chgData name="Zheng Fei" userId="d19317889db4c986" providerId="LiveId" clId="{D2247F28-2955-0148-9602-5A190782C994}" dt="2022-12-03T08:12:29.710" v="405" actId="1076"/>
          <ac:spMkLst>
            <pc:docMk/>
            <pc:sldMk cId="779396015" sldId="332"/>
            <ac:spMk id="7" creationId="{8235559D-9A99-4EDB-87BD-339EC913109A}"/>
          </ac:spMkLst>
        </pc:spChg>
        <pc:spChg chg="mod">
          <ac:chgData name="Zheng Fei" userId="d19317889db4c986" providerId="LiveId" clId="{D2247F28-2955-0148-9602-5A190782C994}" dt="2022-12-03T08:12:29.710" v="405" actId="1076"/>
          <ac:spMkLst>
            <pc:docMk/>
            <pc:sldMk cId="779396015" sldId="332"/>
            <ac:spMk id="8" creationId="{750F14E5-9D33-4A5F-84C5-4C0414AE412D}"/>
          </ac:spMkLst>
        </pc:spChg>
        <pc:spChg chg="mod">
          <ac:chgData name="Zheng Fei" userId="d19317889db4c986" providerId="LiveId" clId="{D2247F28-2955-0148-9602-5A190782C994}" dt="2022-12-03T08:12:42.219" v="406" actId="692"/>
          <ac:spMkLst>
            <pc:docMk/>
            <pc:sldMk cId="779396015" sldId="332"/>
            <ac:spMk id="9" creationId="{FF2C8C39-CFC8-4FD8-8F37-CEC639CAF76E}"/>
          </ac:spMkLst>
        </pc:spChg>
        <pc:spChg chg="mod">
          <ac:chgData name="Zheng Fei" userId="d19317889db4c986" providerId="LiveId" clId="{D2247F28-2955-0148-9602-5A190782C994}" dt="2022-12-03T08:12:42.219" v="406" actId="692"/>
          <ac:spMkLst>
            <pc:docMk/>
            <pc:sldMk cId="779396015" sldId="332"/>
            <ac:spMk id="10" creationId="{5DE91C16-D477-4D47-B275-56F2EF869208}"/>
          </ac:spMkLst>
        </pc:spChg>
        <pc:spChg chg="mod">
          <ac:chgData name="Zheng Fei" userId="d19317889db4c986" providerId="LiveId" clId="{D2247F28-2955-0148-9602-5A190782C994}" dt="2022-12-03T08:12:42.219" v="406" actId="692"/>
          <ac:spMkLst>
            <pc:docMk/>
            <pc:sldMk cId="779396015" sldId="332"/>
            <ac:spMk id="11" creationId="{2A212881-5B79-427A-AB95-195FD7C23B5B}"/>
          </ac:spMkLst>
        </pc:spChg>
        <pc:spChg chg="mod">
          <ac:chgData name="Zheng Fei" userId="d19317889db4c986" providerId="LiveId" clId="{D2247F28-2955-0148-9602-5A190782C994}" dt="2022-12-03T08:12:42.219" v="406" actId="692"/>
          <ac:spMkLst>
            <pc:docMk/>
            <pc:sldMk cId="779396015" sldId="332"/>
            <ac:spMk id="12" creationId="{80130987-05DB-4278-95EC-57E6C801DA86}"/>
          </ac:spMkLst>
        </pc:spChg>
        <pc:spChg chg="mod">
          <ac:chgData name="Zheng Fei" userId="d19317889db4c986" providerId="LiveId" clId="{D2247F28-2955-0148-9602-5A190782C994}" dt="2022-12-03T08:12:15.742" v="402" actId="113"/>
          <ac:spMkLst>
            <pc:docMk/>
            <pc:sldMk cId="779396015" sldId="332"/>
            <ac:spMk id="14" creationId="{6ABE2A2D-8242-4275-842E-6C0A3FA13458}"/>
          </ac:spMkLst>
        </pc:spChg>
        <pc:spChg chg="add mod">
          <ac:chgData name="Zheng Fei" userId="d19317889db4c986" providerId="LiveId" clId="{D2247F28-2955-0148-9602-5A190782C994}" dt="2022-12-03T08:11:41.915" v="396" actId="20577"/>
          <ac:spMkLst>
            <pc:docMk/>
            <pc:sldMk cId="779396015" sldId="332"/>
            <ac:spMk id="15" creationId="{F13999DA-42CE-B664-6D62-597ADE845E4D}"/>
          </ac:spMkLst>
        </pc:spChg>
        <pc:picChg chg="del">
          <ac:chgData name="Zheng Fei" userId="d19317889db4c986" providerId="LiveId" clId="{D2247F28-2955-0148-9602-5A190782C994}" dt="2022-12-03T08:11:25.546" v="372" actId="478"/>
          <ac:picMkLst>
            <pc:docMk/>
            <pc:sldMk cId="779396015" sldId="332"/>
            <ac:picMk id="13" creationId="{12C8861B-9A94-442D-9FE0-8488E2C5F8AC}"/>
          </ac:picMkLst>
        </pc:picChg>
        <pc:cxnChg chg="add mod">
          <ac:chgData name="Zheng Fei" userId="d19317889db4c986" providerId="LiveId" clId="{D2247F28-2955-0148-9602-5A190782C994}" dt="2022-12-03T08:11:33.245" v="374"/>
          <ac:cxnSpMkLst>
            <pc:docMk/>
            <pc:sldMk cId="779396015" sldId="332"/>
            <ac:cxnSpMk id="3" creationId="{9A456DAD-5350-16C9-0C0B-079A0BECBD69}"/>
          </ac:cxnSpMkLst>
        </pc:cxnChg>
      </pc:sldChg>
      <pc:sldChg chg="modSp mod">
        <pc:chgData name="Zheng Fei" userId="d19317889db4c986" providerId="LiveId" clId="{D2247F28-2955-0148-9602-5A190782C994}" dt="2022-12-03T07:58:30.052" v="161" actId="113"/>
        <pc:sldMkLst>
          <pc:docMk/>
          <pc:sldMk cId="2459870102" sldId="335"/>
        </pc:sldMkLst>
        <pc:spChg chg="mod">
          <ac:chgData name="Zheng Fei" userId="d19317889db4c986" providerId="LiveId" clId="{D2247F28-2955-0148-9602-5A190782C994}" dt="2022-12-03T07:58:07.599" v="155" actId="113"/>
          <ac:spMkLst>
            <pc:docMk/>
            <pc:sldMk cId="2459870102" sldId="335"/>
            <ac:spMk id="10" creationId="{D2B5C4BD-B5DB-4D15-94BC-390712EB60C2}"/>
          </ac:spMkLst>
        </pc:spChg>
        <pc:spChg chg="mod">
          <ac:chgData name="Zheng Fei" userId="d19317889db4c986" providerId="LiveId" clId="{D2247F28-2955-0148-9602-5A190782C994}" dt="2022-12-03T07:58:30.052" v="161" actId="113"/>
          <ac:spMkLst>
            <pc:docMk/>
            <pc:sldMk cId="2459870102" sldId="335"/>
            <ac:spMk id="13" creationId="{67714B8F-78CF-4600-9945-9AFE37C9DCA3}"/>
          </ac:spMkLst>
        </pc:spChg>
      </pc:sldChg>
      <pc:sldChg chg="delSp modSp del mod">
        <pc:chgData name="Zheng Fei" userId="d19317889db4c986" providerId="LiveId" clId="{D2247F28-2955-0148-9602-5A190782C994}" dt="2022-12-03T08:18:18.413" v="548" actId="2696"/>
        <pc:sldMkLst>
          <pc:docMk/>
          <pc:sldMk cId="3617927023" sldId="343"/>
        </pc:sldMkLst>
        <pc:spChg chg="del mod">
          <ac:chgData name="Zheng Fei" userId="d19317889db4c986" providerId="LiveId" clId="{D2247F28-2955-0148-9602-5A190782C994}" dt="2022-12-03T08:17:57.725" v="540" actId="21"/>
          <ac:spMkLst>
            <pc:docMk/>
            <pc:sldMk cId="3617927023" sldId="343"/>
            <ac:spMk id="2" creationId="{59CD368B-C60F-43CD-BA5F-8B2CCD59DD97}"/>
          </ac:spMkLst>
        </pc:spChg>
        <pc:picChg chg="del">
          <ac:chgData name="Zheng Fei" userId="d19317889db4c986" providerId="LiveId" clId="{D2247F28-2955-0148-9602-5A190782C994}" dt="2022-12-03T08:17:42.736" v="535" actId="478"/>
          <ac:picMkLst>
            <pc:docMk/>
            <pc:sldMk cId="3617927023" sldId="343"/>
            <ac:picMk id="3" creationId="{3D2D9231-7FF3-49C1-9A7A-E83E8212033E}"/>
          </ac:picMkLst>
        </pc:picChg>
      </pc:sldChg>
      <pc:sldChg chg="addSp delSp modSp mod">
        <pc:chgData name="Zheng Fei" userId="d19317889db4c986" providerId="LiveId" clId="{D2247F28-2955-0148-9602-5A190782C994}" dt="2022-12-04T04:59:49.347" v="1859" actId="20577"/>
        <pc:sldMkLst>
          <pc:docMk/>
          <pc:sldMk cId="1151947026" sldId="344"/>
        </pc:sldMkLst>
        <pc:spChg chg="del mod">
          <ac:chgData name="Zheng Fei" userId="d19317889db4c986" providerId="LiveId" clId="{D2247F28-2955-0148-9602-5A190782C994}" dt="2022-12-04T04:59:39.280" v="1832" actId="478"/>
          <ac:spMkLst>
            <pc:docMk/>
            <pc:sldMk cId="1151947026" sldId="344"/>
            <ac:spMk id="2" creationId="{59CD368B-C60F-43CD-BA5F-8B2CCD59DD97}"/>
          </ac:spMkLst>
        </pc:spChg>
        <pc:spChg chg="add mod">
          <ac:chgData name="Zheng Fei" userId="d19317889db4c986" providerId="LiveId" clId="{D2247F28-2955-0148-9602-5A190782C994}" dt="2022-12-04T04:59:49.347" v="1859" actId="20577"/>
          <ac:spMkLst>
            <pc:docMk/>
            <pc:sldMk cId="1151947026" sldId="344"/>
            <ac:spMk id="6" creationId="{DC500AD0-A1D5-7D52-F546-E7148B73DA60}"/>
          </ac:spMkLst>
        </pc:spChg>
        <pc:picChg chg="del">
          <ac:chgData name="Zheng Fei" userId="d19317889db4c986" providerId="LiveId" clId="{D2247F28-2955-0148-9602-5A190782C994}" dt="2022-12-04T04:59:38.397" v="1830" actId="478"/>
          <ac:picMkLst>
            <pc:docMk/>
            <pc:sldMk cId="1151947026" sldId="344"/>
            <ac:picMk id="3" creationId="{E2DFC9F4-DAE4-4451-BEF4-3C06A137ACE8}"/>
          </ac:picMkLst>
        </pc:picChg>
        <pc:cxnChg chg="add mod">
          <ac:chgData name="Zheng Fei" userId="d19317889db4c986" providerId="LiveId" clId="{D2247F28-2955-0148-9602-5A190782C994}" dt="2022-12-04T04:59:40.520" v="1833"/>
          <ac:cxnSpMkLst>
            <pc:docMk/>
            <pc:sldMk cId="1151947026" sldId="344"/>
            <ac:cxnSpMk id="4" creationId="{07863BDF-EF39-06AD-4A9C-178AD0B3642D}"/>
          </ac:cxnSpMkLst>
        </pc:cxnChg>
      </pc:sldChg>
      <pc:sldChg chg="modSp mod">
        <pc:chgData name="Zheng Fei" userId="d19317889db4c986" providerId="LiveId" clId="{D2247F28-2955-0148-9602-5A190782C994}" dt="2022-12-03T08:05:37.201" v="236" actId="207"/>
        <pc:sldMkLst>
          <pc:docMk/>
          <pc:sldMk cId="115241530" sldId="345"/>
        </pc:sldMkLst>
        <pc:spChg chg="mod">
          <ac:chgData name="Zheng Fei" userId="d19317889db4c986" providerId="LiveId" clId="{D2247F28-2955-0148-9602-5A190782C994}" dt="2022-12-03T08:05:37.201" v="236" actId="207"/>
          <ac:spMkLst>
            <pc:docMk/>
            <pc:sldMk cId="115241530" sldId="345"/>
            <ac:spMk id="3" creationId="{DE949213-57A9-471A-92E9-4F392170874B}"/>
          </ac:spMkLst>
        </pc:spChg>
      </pc:sldChg>
      <pc:sldChg chg="modSp mod">
        <pc:chgData name="Zheng Fei" userId="d19317889db4c986" providerId="LiveId" clId="{D2247F28-2955-0148-9602-5A190782C994}" dt="2022-12-03T08:06:27.294" v="248" actId="14100"/>
        <pc:sldMkLst>
          <pc:docMk/>
          <pc:sldMk cId="1214083559" sldId="346"/>
        </pc:sldMkLst>
        <pc:spChg chg="mod">
          <ac:chgData name="Zheng Fei" userId="d19317889db4c986" providerId="LiveId" clId="{D2247F28-2955-0148-9602-5A190782C994}" dt="2022-12-03T08:06:27.294" v="248" actId="14100"/>
          <ac:spMkLst>
            <pc:docMk/>
            <pc:sldMk cId="1214083559" sldId="346"/>
            <ac:spMk id="9" creationId="{74C94C83-CB5C-4087-BBD1-9EDE4C99059F}"/>
          </ac:spMkLst>
        </pc:spChg>
      </pc:sldChg>
      <pc:sldChg chg="addSp delSp modSp mod">
        <pc:chgData name="Zheng Fei" userId="d19317889db4c986" providerId="LiveId" clId="{D2247F28-2955-0148-9602-5A190782C994}" dt="2022-12-03T08:11:10.157" v="371" actId="478"/>
        <pc:sldMkLst>
          <pc:docMk/>
          <pc:sldMk cId="1131330976" sldId="347"/>
        </pc:sldMkLst>
        <pc:spChg chg="add mod">
          <ac:chgData name="Zheng Fei" userId="d19317889db4c986" providerId="LiveId" clId="{D2247F28-2955-0148-9602-5A190782C994}" dt="2022-12-03T08:10:38.213" v="363" actId="20577"/>
          <ac:spMkLst>
            <pc:docMk/>
            <pc:sldMk cId="1131330976" sldId="347"/>
            <ac:spMk id="3" creationId="{E985C26E-8C07-3DF7-4668-2FD5DF2B1F72}"/>
          </ac:spMkLst>
        </pc:spChg>
        <pc:spChg chg="del">
          <ac:chgData name="Zheng Fei" userId="d19317889db4c986" providerId="LiveId" clId="{D2247F28-2955-0148-9602-5A190782C994}" dt="2022-12-03T08:10:10.672" v="319" actId="478"/>
          <ac:spMkLst>
            <pc:docMk/>
            <pc:sldMk cId="1131330976" sldId="347"/>
            <ac:spMk id="21" creationId="{FBD3CA54-AA96-4900-9488-8F2FBCDB836B}"/>
          </ac:spMkLst>
        </pc:spChg>
        <pc:spChg chg="del">
          <ac:chgData name="Zheng Fei" userId="d19317889db4c986" providerId="LiveId" clId="{D2247F28-2955-0148-9602-5A190782C994}" dt="2022-12-03T08:11:08.377" v="370" actId="478"/>
          <ac:spMkLst>
            <pc:docMk/>
            <pc:sldMk cId="1131330976" sldId="347"/>
            <ac:spMk id="22" creationId="{2A6BEC95-5806-4390-8AAE-1D58AC4078CB}"/>
          </ac:spMkLst>
        </pc:spChg>
        <pc:spChg chg="mod">
          <ac:chgData name="Zheng Fei" userId="d19317889db4c986" providerId="LiveId" clId="{D2247F28-2955-0148-9602-5A190782C994}" dt="2022-12-03T08:11:00.503" v="368" actId="1076"/>
          <ac:spMkLst>
            <pc:docMk/>
            <pc:sldMk cId="1131330976" sldId="347"/>
            <ac:spMk id="44037" creationId="{3C93977B-DE63-4DEA-B69D-78D9A5F2953E}"/>
          </ac:spMkLst>
        </pc:spChg>
        <pc:spChg chg="mod">
          <ac:chgData name="Zheng Fei" userId="d19317889db4c986" providerId="LiveId" clId="{D2247F28-2955-0148-9602-5A190782C994}" dt="2022-12-03T08:11:04.909" v="369" actId="14100"/>
          <ac:spMkLst>
            <pc:docMk/>
            <pc:sldMk cId="1131330976" sldId="347"/>
            <ac:spMk id="44041" creationId="{3336AEA2-375A-439A-8EF2-DDD675C2F6ED}"/>
          </ac:spMkLst>
        </pc:spChg>
        <pc:grpChg chg="del">
          <ac:chgData name="Zheng Fei" userId="d19317889db4c986" providerId="LiveId" clId="{D2247F28-2955-0148-9602-5A190782C994}" dt="2022-12-03T08:11:10.157" v="371" actId="478"/>
          <ac:grpSpMkLst>
            <pc:docMk/>
            <pc:sldMk cId="1131330976" sldId="347"/>
            <ac:grpSpMk id="23" creationId="{8C970F61-CA8B-4E91-AB83-112893279F53}"/>
          </ac:grpSpMkLst>
        </pc:grpChg>
        <pc:picChg chg="del">
          <ac:chgData name="Zheng Fei" userId="d19317889db4c986" providerId="LiveId" clId="{D2247F28-2955-0148-9602-5A190782C994}" dt="2022-12-03T08:10:07.808" v="318" actId="478"/>
          <ac:picMkLst>
            <pc:docMk/>
            <pc:sldMk cId="1131330976" sldId="347"/>
            <ac:picMk id="11" creationId="{7B96A70A-4537-4DC1-81BC-6A350C10F6CE}"/>
          </ac:picMkLst>
        </pc:picChg>
        <pc:cxnChg chg="add mod">
          <ac:chgData name="Zheng Fei" userId="d19317889db4c986" providerId="LiveId" clId="{D2247F28-2955-0148-9602-5A190782C994}" dt="2022-12-03T08:10:11.083" v="320"/>
          <ac:cxnSpMkLst>
            <pc:docMk/>
            <pc:sldMk cId="1131330976" sldId="347"/>
            <ac:cxnSpMk id="2" creationId="{B8D0D2F3-43EA-62A0-B719-1D6F37DA02A7}"/>
          </ac:cxnSpMkLst>
        </pc:cxnChg>
      </pc:sldChg>
      <pc:sldChg chg="del">
        <pc:chgData name="Zheng Fei" userId="d19317889db4c986" providerId="LiveId" clId="{D2247F28-2955-0148-9602-5A190782C994}" dt="2022-12-04T04:53:58.830" v="1503" actId="2696"/>
        <pc:sldMkLst>
          <pc:docMk/>
          <pc:sldMk cId="1161903184" sldId="348"/>
        </pc:sldMkLst>
      </pc:sldChg>
      <pc:sldChg chg="addSp delSp modSp mod delAnim modAnim">
        <pc:chgData name="Zheng Fei" userId="d19317889db4c986" providerId="LiveId" clId="{D2247F28-2955-0148-9602-5A190782C994}" dt="2022-12-03T08:18:16.050" v="547"/>
        <pc:sldMkLst>
          <pc:docMk/>
          <pc:sldMk cId="2902439285" sldId="366"/>
        </pc:sldMkLst>
        <pc:spChg chg="mod">
          <ac:chgData name="Zheng Fei" userId="d19317889db4c986" providerId="LiveId" clId="{D2247F28-2955-0148-9602-5A190782C994}" dt="2022-12-03T08:17:26.531" v="521" actId="1036"/>
          <ac:spMkLst>
            <pc:docMk/>
            <pc:sldMk cId="2902439285" sldId="366"/>
            <ac:spMk id="2" creationId="{25756C58-6542-4E2D-AEC6-49E7D697B721}"/>
          </ac:spMkLst>
        </pc:spChg>
        <pc:spChg chg="mod">
          <ac:chgData name="Zheng Fei" userId="d19317889db4c986" providerId="LiveId" clId="{D2247F28-2955-0148-9602-5A190782C994}" dt="2022-12-03T08:17:26.531" v="521" actId="1036"/>
          <ac:spMkLst>
            <pc:docMk/>
            <pc:sldMk cId="2902439285" sldId="366"/>
            <ac:spMk id="3" creationId="{9EE395DF-978B-4730-A175-4561D6EA4028}"/>
          </ac:spMkLst>
        </pc:spChg>
        <pc:spChg chg="mod">
          <ac:chgData name="Zheng Fei" userId="d19317889db4c986" providerId="LiveId" clId="{D2247F28-2955-0148-9602-5A190782C994}" dt="2022-12-03T08:17:26.531" v="521" actId="1036"/>
          <ac:spMkLst>
            <pc:docMk/>
            <pc:sldMk cId="2902439285" sldId="366"/>
            <ac:spMk id="4" creationId="{DA0B3A7D-62BC-468E-B44B-6AB7E8FABE35}"/>
          </ac:spMkLst>
        </pc:spChg>
        <pc:spChg chg="mod">
          <ac:chgData name="Zheng Fei" userId="d19317889db4c986" providerId="LiveId" clId="{D2247F28-2955-0148-9602-5A190782C994}" dt="2022-12-03T08:17:26.531" v="521" actId="1036"/>
          <ac:spMkLst>
            <pc:docMk/>
            <pc:sldMk cId="2902439285" sldId="366"/>
            <ac:spMk id="5" creationId="{EA2BBC9C-5E59-480B-8ED6-576B7E461781}"/>
          </ac:spMkLst>
        </pc:spChg>
        <pc:spChg chg="mod">
          <ac:chgData name="Zheng Fei" userId="d19317889db4c986" providerId="LiveId" clId="{D2247F28-2955-0148-9602-5A190782C994}" dt="2022-12-03T08:17:31.962" v="524" actId="20577"/>
          <ac:spMkLst>
            <pc:docMk/>
            <pc:sldMk cId="2902439285" sldId="366"/>
            <ac:spMk id="8" creationId="{714CB9E9-5FA4-4F97-97AC-D95EFFA8C9E3}"/>
          </ac:spMkLst>
        </pc:spChg>
        <pc:spChg chg="mod">
          <ac:chgData name="Zheng Fei" userId="d19317889db4c986" providerId="LiveId" clId="{D2247F28-2955-0148-9602-5A190782C994}" dt="2022-12-03T08:16:50.222" v="483" actId="1038"/>
          <ac:spMkLst>
            <pc:docMk/>
            <pc:sldMk cId="2902439285" sldId="366"/>
            <ac:spMk id="12" creationId="{26543292-1DE8-4BF3-8EBB-63DEF4D5C67C}"/>
          </ac:spMkLst>
        </pc:spChg>
        <pc:spChg chg="mod">
          <ac:chgData name="Zheng Fei" userId="d19317889db4c986" providerId="LiveId" clId="{D2247F28-2955-0148-9602-5A190782C994}" dt="2022-12-03T08:16:18.745" v="474" actId="207"/>
          <ac:spMkLst>
            <pc:docMk/>
            <pc:sldMk cId="2902439285" sldId="366"/>
            <ac:spMk id="14" creationId="{01D33357-B2C4-442E-8FFF-306CE0E91B00}"/>
          </ac:spMkLst>
        </pc:spChg>
        <pc:spChg chg="mod">
          <ac:chgData name="Zheng Fei" userId="d19317889db4c986" providerId="LiveId" clId="{D2247F28-2955-0148-9602-5A190782C994}" dt="2022-12-03T08:17:26.531" v="521" actId="1036"/>
          <ac:spMkLst>
            <pc:docMk/>
            <pc:sldMk cId="2902439285" sldId="366"/>
            <ac:spMk id="15" creationId="{4BBCD937-F2A8-4718-AB42-DF11BDFFFF21}"/>
          </ac:spMkLst>
        </pc:spChg>
        <pc:spChg chg="add mod">
          <ac:chgData name="Zheng Fei" userId="d19317889db4c986" providerId="LiveId" clId="{D2247F28-2955-0148-9602-5A190782C994}" dt="2022-12-03T08:18:05.343" v="544" actId="1076"/>
          <ac:spMkLst>
            <pc:docMk/>
            <pc:sldMk cId="2902439285" sldId="366"/>
            <ac:spMk id="22" creationId="{DA20D7AF-F98A-AFD3-F76B-5BA66ABD7259}"/>
          </ac:spMkLst>
        </pc:spChg>
        <pc:spChg chg="mod">
          <ac:chgData name="Zheng Fei" userId="d19317889db4c986" providerId="LiveId" clId="{D2247F28-2955-0148-9602-5A190782C994}" dt="2022-12-03T08:16:28.188" v="475" actId="207"/>
          <ac:spMkLst>
            <pc:docMk/>
            <pc:sldMk cId="2902439285" sldId="366"/>
            <ac:spMk id="24" creationId="{8A2836BF-073B-48A1-913B-9AA1F2FF4913}"/>
          </ac:spMkLst>
        </pc:spChg>
        <pc:spChg chg="mod">
          <ac:chgData name="Zheng Fei" userId="d19317889db4c986" providerId="LiveId" clId="{D2247F28-2955-0148-9602-5A190782C994}" dt="2022-12-03T08:17:40.283" v="534" actId="1038"/>
          <ac:spMkLst>
            <pc:docMk/>
            <pc:sldMk cId="2902439285" sldId="366"/>
            <ac:spMk id="25" creationId="{3E3FFA1B-6504-48E9-B6A5-FA9B5068560C}"/>
          </ac:spMkLst>
        </pc:spChg>
        <pc:grpChg chg="add mod">
          <ac:chgData name="Zheng Fei" userId="d19317889db4c986" providerId="LiveId" clId="{D2247F28-2955-0148-9602-5A190782C994}" dt="2022-12-03T08:17:26.531" v="521" actId="1036"/>
          <ac:grpSpMkLst>
            <pc:docMk/>
            <pc:sldMk cId="2902439285" sldId="366"/>
            <ac:grpSpMk id="13" creationId="{E72203D9-9C58-47F6-F8D2-7B365EB8DE4F}"/>
          </ac:grpSpMkLst>
        </pc:grpChg>
        <pc:graphicFrameChg chg="del mod">
          <ac:chgData name="Zheng Fei" userId="d19317889db4c986" providerId="LiveId" clId="{D2247F28-2955-0148-9602-5A190782C994}" dt="2022-12-03T08:14:42.107" v="434" actId="478"/>
          <ac:graphicFrameMkLst>
            <pc:docMk/>
            <pc:sldMk cId="2902439285" sldId="366"/>
            <ac:graphicFrameMk id="27" creationId="{13946405-5573-4285-BCD3-CAB58B3B91E4}"/>
          </ac:graphicFrameMkLst>
        </pc:graphicFrameChg>
        <pc:picChg chg="del">
          <ac:chgData name="Zheng Fei" userId="d19317889db4c986" providerId="LiveId" clId="{D2247F28-2955-0148-9602-5A190782C994}" dt="2022-12-03T08:14:11.415" v="424" actId="478"/>
          <ac:picMkLst>
            <pc:docMk/>
            <pc:sldMk cId="2902439285" sldId="366"/>
            <ac:picMk id="16" creationId="{E2EF0E78-7995-4B41-A070-42EEA0FEF3CA}"/>
          </ac:picMkLst>
        </pc:picChg>
        <pc:cxnChg chg="mod">
          <ac:chgData name="Zheng Fei" userId="d19317889db4c986" providerId="LiveId" clId="{D2247F28-2955-0148-9602-5A190782C994}" dt="2022-12-03T08:17:26.531" v="521" actId="1036"/>
          <ac:cxnSpMkLst>
            <pc:docMk/>
            <pc:sldMk cId="2902439285" sldId="366"/>
            <ac:cxnSpMk id="6" creationId="{4979DC70-8BC8-41FE-B1AF-592E3F35BB75}"/>
          </ac:cxnSpMkLst>
        </pc:cxnChg>
        <pc:cxnChg chg="mod">
          <ac:chgData name="Zheng Fei" userId="d19317889db4c986" providerId="LiveId" clId="{D2247F28-2955-0148-9602-5A190782C994}" dt="2022-12-03T08:17:26.531" v="521" actId="1036"/>
          <ac:cxnSpMkLst>
            <pc:docMk/>
            <pc:sldMk cId="2902439285" sldId="366"/>
            <ac:cxnSpMk id="9" creationId="{93AF8ED3-76A5-4E6A-8065-FF03C4AF8A3A}"/>
          </ac:cxnSpMkLst>
        </pc:cxnChg>
        <pc:cxnChg chg="mod">
          <ac:chgData name="Zheng Fei" userId="d19317889db4c986" providerId="LiveId" clId="{D2247F28-2955-0148-9602-5A190782C994}" dt="2022-12-03T08:17:31.962" v="524" actId="20577"/>
          <ac:cxnSpMkLst>
            <pc:docMk/>
            <pc:sldMk cId="2902439285" sldId="366"/>
            <ac:cxnSpMk id="17" creationId="{A05B5A6A-C2E9-4936-9CE1-FD6D3C71301E}"/>
          </ac:cxnSpMkLst>
        </pc:cxnChg>
      </pc:sldChg>
      <pc:sldChg chg="del">
        <pc:chgData name="Zheng Fei" userId="d19317889db4c986" providerId="LiveId" clId="{D2247F28-2955-0148-9602-5A190782C994}" dt="2022-12-03T08:14:02.535" v="423" actId="2696"/>
        <pc:sldMkLst>
          <pc:docMk/>
          <pc:sldMk cId="324704932" sldId="384"/>
        </pc:sldMkLst>
      </pc:sldChg>
      <pc:sldChg chg="delSp del">
        <pc:chgData name="Zheng Fei" userId="d19317889db4c986" providerId="LiveId" clId="{D2247F28-2955-0148-9602-5A190782C994}" dt="2022-12-04T04:52:41.004" v="1483" actId="2696"/>
        <pc:sldMkLst>
          <pc:docMk/>
          <pc:sldMk cId="1171714698" sldId="385"/>
        </pc:sldMkLst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2" creationId="{14DDDC35-6C8B-404A-8DBA-0CD0BEC5D095}"/>
          </ac:grpSpMkLst>
        </pc:grpChg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9" creationId="{0FE72508-5002-4D8B-8A72-190F05C032DD}"/>
          </ac:grpSpMkLst>
        </pc:grpChg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16" creationId="{E15BA8C8-E4C8-498C-930D-72AF894F80A3}"/>
          </ac:grpSpMkLst>
        </pc:grpChg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34" creationId="{A1DF45C0-13B4-471E-9C6D-7ED96D77FC49}"/>
          </ac:grpSpMkLst>
        </pc:grpChg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52" creationId="{12E54E8B-31DD-4896-A075-B025692A25B4}"/>
          </ac:grpSpMkLst>
        </pc:grpChg>
        <pc:grpChg chg="del">
          <ac:chgData name="Zheng Fei" userId="d19317889db4c986" providerId="LiveId" clId="{D2247F28-2955-0148-9602-5A190782C994}" dt="2022-12-04T04:52:37.626" v="1482" actId="478"/>
          <ac:grpSpMkLst>
            <pc:docMk/>
            <pc:sldMk cId="1171714698" sldId="385"/>
            <ac:grpSpMk id="59" creationId="{A30507B1-0555-454C-A2A2-24030DB78CEB}"/>
          </ac:grpSpMkLst>
        </pc:grpChg>
      </pc:sldChg>
      <pc:sldChg chg="delSp del mod">
        <pc:chgData name="Zheng Fei" userId="d19317889db4c986" providerId="LiveId" clId="{D2247F28-2955-0148-9602-5A190782C994}" dt="2022-12-03T07:56:07.974" v="136" actId="2696"/>
        <pc:sldMkLst>
          <pc:docMk/>
          <pc:sldMk cId="4060025817" sldId="387"/>
        </pc:sldMkLst>
        <pc:spChg chg="del">
          <ac:chgData name="Zheng Fei" userId="d19317889db4c986" providerId="LiveId" clId="{D2247F28-2955-0148-9602-5A190782C994}" dt="2022-12-03T07:55:53.356" v="122" actId="21"/>
          <ac:spMkLst>
            <pc:docMk/>
            <pc:sldMk cId="4060025817" sldId="387"/>
            <ac:spMk id="10" creationId="{D2B5C4BD-B5DB-4D15-94BC-390712EB60C2}"/>
          </ac:spMkLst>
        </pc:spChg>
      </pc:sldChg>
      <pc:sldChg chg="addSp delSp modSp mod">
        <pc:chgData name="Zheng Fei" userId="d19317889db4c986" providerId="LiveId" clId="{D2247F28-2955-0148-9602-5A190782C994}" dt="2022-12-04T04:58:57.309" v="1809" actId="1035"/>
        <pc:sldMkLst>
          <pc:docMk/>
          <pc:sldMk cId="848197513" sldId="388"/>
        </pc:sldMkLst>
        <pc:spChg chg="mod">
          <ac:chgData name="Zheng Fei" userId="d19317889db4c986" providerId="LiveId" clId="{D2247F28-2955-0148-9602-5A190782C994}" dt="2022-12-04T04:58:57.309" v="1809" actId="1035"/>
          <ac:spMkLst>
            <pc:docMk/>
            <pc:sldMk cId="848197513" sldId="388"/>
            <ac:spMk id="3" creationId="{215AE15A-D5C7-461B-88FF-92B24D21A0D8}"/>
          </ac:spMkLst>
        </pc:spChg>
        <pc:spChg chg="add mod">
          <ac:chgData name="Zheng Fei" userId="d19317889db4c986" providerId="LiveId" clId="{D2247F28-2955-0148-9602-5A190782C994}" dt="2022-12-04T04:55:01.518" v="1605" actId="20577"/>
          <ac:spMkLst>
            <pc:docMk/>
            <pc:sldMk cId="848197513" sldId="388"/>
            <ac:spMk id="4" creationId="{BBA5D3F7-4D0F-643F-5BF4-24A8FD1D076B}"/>
          </ac:spMkLst>
        </pc:spChg>
        <pc:spChg chg="mod">
          <ac:chgData name="Zheng Fei" userId="d19317889db4c986" providerId="LiveId" clId="{D2247F28-2955-0148-9602-5A190782C994}" dt="2022-12-04T04:58:27.275" v="1795" actId="20577"/>
          <ac:spMkLst>
            <pc:docMk/>
            <pc:sldMk cId="848197513" sldId="388"/>
            <ac:spMk id="19" creationId="{8638E667-EAC2-4249-A23B-18A0E613F00B}"/>
          </ac:spMkLst>
        </pc:spChg>
        <pc:spChg chg="del">
          <ac:chgData name="Zheng Fei" userId="d19317889db4c986" providerId="LiveId" clId="{D2247F28-2955-0148-9602-5A190782C994}" dt="2022-12-04T04:52:47.215" v="1484" actId="478"/>
          <ac:spMkLst>
            <pc:docMk/>
            <pc:sldMk cId="848197513" sldId="388"/>
            <ac:spMk id="57346" creationId="{2E678DED-D69C-4B5D-846E-C3C656B00904}"/>
          </ac:spMkLst>
        </pc:spChg>
        <pc:graphicFrameChg chg="mod">
          <ac:chgData name="Zheng Fei" userId="d19317889db4c986" providerId="LiveId" clId="{D2247F28-2955-0148-9602-5A190782C994}" dt="2022-12-04T04:57:28.636" v="1738" actId="1036"/>
          <ac:graphicFrameMkLst>
            <pc:docMk/>
            <pc:sldMk cId="848197513" sldId="388"/>
            <ac:graphicFrameMk id="24" creationId="{C1E1555A-6D9C-4C50-8F62-C2C8663D9B69}"/>
          </ac:graphicFrameMkLst>
        </pc:graphicFrameChg>
        <pc:graphicFrameChg chg="mod">
          <ac:chgData name="Zheng Fei" userId="d19317889db4c986" providerId="LiveId" clId="{D2247F28-2955-0148-9602-5A190782C994}" dt="2022-12-04T04:57:22.026" v="1719" actId="1076"/>
          <ac:graphicFrameMkLst>
            <pc:docMk/>
            <pc:sldMk cId="848197513" sldId="388"/>
            <ac:graphicFrameMk id="25" creationId="{2EE8083C-BADB-42D0-811F-04345CB5CE90}"/>
          </ac:graphicFrameMkLst>
        </pc:graphicFrameChg>
        <pc:picChg chg="del">
          <ac:chgData name="Zheng Fei" userId="d19317889db4c986" providerId="LiveId" clId="{D2247F28-2955-0148-9602-5A190782C994}" dt="2022-12-04T04:52:47.863" v="1485" actId="478"/>
          <ac:picMkLst>
            <pc:docMk/>
            <pc:sldMk cId="848197513" sldId="388"/>
            <ac:picMk id="23" creationId="{88393E34-EBBD-4783-8F1E-4A85C2B547E4}"/>
          </ac:picMkLst>
        </pc:picChg>
        <pc:cxnChg chg="add mod">
          <ac:chgData name="Zheng Fei" userId="d19317889db4c986" providerId="LiveId" clId="{D2247F28-2955-0148-9602-5A190782C994}" dt="2022-12-04T04:54:12.353" v="1504"/>
          <ac:cxnSpMkLst>
            <pc:docMk/>
            <pc:sldMk cId="848197513" sldId="388"/>
            <ac:cxnSpMk id="2" creationId="{E9F58F24-99ED-B80C-8DD5-618D5B387E7B}"/>
          </ac:cxnSpMkLst>
        </pc:cxnChg>
      </pc:sldChg>
      <pc:sldChg chg="modSp">
        <pc:chgData name="Zheng Fei" userId="d19317889db4c986" providerId="LiveId" clId="{D2247F28-2955-0148-9602-5A190782C994}" dt="2022-12-03T07:52:34.411" v="93" actId="20577"/>
        <pc:sldMkLst>
          <pc:docMk/>
          <pc:sldMk cId="2752123177" sldId="391"/>
        </pc:sldMkLst>
        <pc:spChg chg="mod">
          <ac:chgData name="Zheng Fei" userId="d19317889db4c986" providerId="LiveId" clId="{D2247F28-2955-0148-9602-5A190782C994}" dt="2022-12-03T07:52:34.411" v="93" actId="20577"/>
          <ac:spMkLst>
            <pc:docMk/>
            <pc:sldMk cId="2752123177" sldId="391"/>
            <ac:spMk id="3" creationId="{AF1AC75F-8F6E-456A-A4E6-F96B542FC5ED}"/>
          </ac:spMkLst>
        </pc:spChg>
      </pc:sldChg>
      <pc:sldChg chg="addSp delSp modSp mod">
        <pc:chgData name="Zheng Fei" userId="d19317889db4c986" providerId="LiveId" clId="{D2247F28-2955-0148-9602-5A190782C994}" dt="2022-12-09T07:22:52.974" v="1926" actId="207"/>
        <pc:sldMkLst>
          <pc:docMk/>
          <pc:sldMk cId="649363187" sldId="393"/>
        </pc:sldMkLst>
        <pc:spChg chg="mod">
          <ac:chgData name="Zheng Fei" userId="d19317889db4c986" providerId="LiveId" clId="{D2247F28-2955-0148-9602-5A190782C994}" dt="2022-12-09T07:22:52.974" v="1926" actId="207"/>
          <ac:spMkLst>
            <pc:docMk/>
            <pc:sldMk cId="649363187" sldId="393"/>
            <ac:spMk id="2" creationId="{E4C13EEE-99BF-E943-A53F-2A5707C4C9A7}"/>
          </ac:spMkLst>
        </pc:spChg>
        <pc:spChg chg="add mod">
          <ac:chgData name="Zheng Fei" userId="d19317889db4c986" providerId="LiveId" clId="{D2247F28-2955-0148-9602-5A190782C994}" dt="2022-12-09T07:21:30.364" v="1890" actId="1035"/>
          <ac:spMkLst>
            <pc:docMk/>
            <pc:sldMk cId="649363187" sldId="393"/>
            <ac:spMk id="4" creationId="{5A3A1BDF-2A3C-88D1-3A65-6B9A73E0787A}"/>
          </ac:spMkLst>
        </pc:spChg>
        <pc:spChg chg="del">
          <ac:chgData name="Zheng Fei" userId="d19317889db4c986" providerId="LiveId" clId="{D2247F28-2955-0148-9602-5A190782C994}" dt="2022-12-09T07:20:58.207" v="1877" actId="478"/>
          <ac:spMkLst>
            <pc:docMk/>
            <pc:sldMk cId="649363187" sldId="393"/>
            <ac:spMk id="5" creationId="{099CD39F-52B2-4D37-867A-187ABEB66DD5}"/>
          </ac:spMkLst>
        </pc:spChg>
        <pc:spChg chg="mod">
          <ac:chgData name="Zheng Fei" userId="d19317889db4c986" providerId="LiveId" clId="{D2247F28-2955-0148-9602-5A190782C994}" dt="2022-12-09T07:22:48.098" v="1925" actId="207"/>
          <ac:spMkLst>
            <pc:docMk/>
            <pc:sldMk cId="649363187" sldId="393"/>
            <ac:spMk id="6" creationId="{D3347B45-0E05-4BED-AC90-5BDAC1566EB1}"/>
          </ac:spMkLst>
        </pc:spChg>
      </pc:sldChg>
      <pc:sldChg chg="addSp delSp modSp mod modAnim">
        <pc:chgData name="Zheng Fei" userId="d19317889db4c986" providerId="LiveId" clId="{D2247F28-2955-0148-9602-5A190782C994}" dt="2022-12-03T08:09:48.373" v="317" actId="20577"/>
        <pc:sldMkLst>
          <pc:docMk/>
          <pc:sldMk cId="2052538413" sldId="394"/>
        </pc:sldMkLst>
        <pc:spChg chg="add mod">
          <ac:chgData name="Zheng Fei" userId="d19317889db4c986" providerId="LiveId" clId="{D2247F28-2955-0148-9602-5A190782C994}" dt="2022-12-03T08:08:25.644" v="284"/>
          <ac:spMkLst>
            <pc:docMk/>
            <pc:sldMk cId="2052538413" sldId="394"/>
            <ac:spMk id="4" creationId="{F9C8E32E-9D07-8933-C14D-37E2EC00D65E}"/>
          </ac:spMkLst>
        </pc:spChg>
        <pc:spChg chg="del">
          <ac:chgData name="Zheng Fei" userId="d19317889db4c986" providerId="LiveId" clId="{D2247F28-2955-0148-9602-5A190782C994}" dt="2022-12-03T08:08:07.522" v="280" actId="478"/>
          <ac:spMkLst>
            <pc:docMk/>
            <pc:sldMk cId="2052538413" sldId="394"/>
            <ac:spMk id="11" creationId="{21CEA8BC-8838-416F-9922-2429F166F83F}"/>
          </ac:spMkLst>
        </pc:spChg>
        <pc:spChg chg="mod">
          <ac:chgData name="Zheng Fei" userId="d19317889db4c986" providerId="LiveId" clId="{D2247F28-2955-0148-9602-5A190782C994}" dt="2022-12-03T08:09:48.373" v="317" actId="20577"/>
          <ac:spMkLst>
            <pc:docMk/>
            <pc:sldMk cId="2052538413" sldId="394"/>
            <ac:spMk id="13" creationId="{EE3DDA77-E44C-40FA-ADEB-BE912F9BE7D4}"/>
          </ac:spMkLst>
        </pc:spChg>
        <pc:spChg chg="mod">
          <ac:chgData name="Zheng Fei" userId="d19317889db4c986" providerId="LiveId" clId="{D2247F28-2955-0148-9602-5A190782C994}" dt="2022-12-03T08:09:27.831" v="310" actId="20577"/>
          <ac:spMkLst>
            <pc:docMk/>
            <pc:sldMk cId="2052538413" sldId="394"/>
            <ac:spMk id="14" creationId="{EA8DF847-F28D-40A9-9417-5596EB5131A1}"/>
          </ac:spMkLst>
        </pc:spChg>
        <pc:spChg chg="mod">
          <ac:chgData name="Zheng Fei" userId="d19317889db4c986" providerId="LiveId" clId="{D2247F28-2955-0148-9602-5A190782C994}" dt="2022-12-03T08:09:44.286" v="315" actId="20577"/>
          <ac:spMkLst>
            <pc:docMk/>
            <pc:sldMk cId="2052538413" sldId="394"/>
            <ac:spMk id="15" creationId="{9FB5E257-CCC9-4783-A3C8-644175896054}"/>
          </ac:spMkLst>
        </pc:spChg>
        <pc:spChg chg="mod">
          <ac:chgData name="Zheng Fei" userId="d19317889db4c986" providerId="LiveId" clId="{D2247F28-2955-0148-9602-5A190782C994}" dt="2022-12-03T08:09:04.206" v="295" actId="20577"/>
          <ac:spMkLst>
            <pc:docMk/>
            <pc:sldMk cId="2052538413" sldId="394"/>
            <ac:spMk id="23" creationId="{1B88DC17-C799-4CF4-8163-4E23EA6828C6}"/>
          </ac:spMkLst>
        </pc:spChg>
        <pc:picChg chg="del">
          <ac:chgData name="Zheng Fei" userId="d19317889db4c986" providerId="LiveId" clId="{D2247F28-2955-0148-9602-5A190782C994}" dt="2022-12-03T08:08:18.640" v="283" actId="478"/>
          <ac:picMkLst>
            <pc:docMk/>
            <pc:sldMk cId="2052538413" sldId="394"/>
            <ac:picMk id="12" creationId="{88F578CD-4790-4A79-8510-AC3AE03472F7}"/>
          </ac:picMkLst>
        </pc:picChg>
        <pc:cxnChg chg="add mod">
          <ac:chgData name="Zheng Fei" userId="d19317889db4c986" providerId="LiveId" clId="{D2247F28-2955-0148-9602-5A190782C994}" dt="2022-12-03T08:08:25.644" v="284"/>
          <ac:cxnSpMkLst>
            <pc:docMk/>
            <pc:sldMk cId="2052538413" sldId="394"/>
            <ac:cxnSpMk id="2" creationId="{77FF9EF2-444E-A9D0-04D4-11F555B4FDD1}"/>
          </ac:cxnSpMkLst>
        </pc:cxnChg>
      </pc:sldChg>
      <pc:sldChg chg="modSp mod">
        <pc:chgData name="Zheng Fei" userId="d19317889db4c986" providerId="LiveId" clId="{D2247F28-2955-0148-9602-5A190782C994}" dt="2022-12-09T07:20:50.855" v="1876" actId="1076"/>
        <pc:sldMkLst>
          <pc:docMk/>
          <pc:sldMk cId="2063477856" sldId="404"/>
        </pc:sldMkLst>
        <pc:spChg chg="mod">
          <ac:chgData name="Zheng Fei" userId="d19317889db4c986" providerId="LiveId" clId="{D2247F28-2955-0148-9602-5A190782C994}" dt="2022-12-09T07:20:48.162" v="1875" actId="113"/>
          <ac:spMkLst>
            <pc:docMk/>
            <pc:sldMk cId="2063477856" sldId="404"/>
            <ac:spMk id="2" creationId="{E4C13EEE-99BF-E943-A53F-2A5707C4C9A7}"/>
          </ac:spMkLst>
        </pc:spChg>
        <pc:picChg chg="mod">
          <ac:chgData name="Zheng Fei" userId="d19317889db4c986" providerId="LiveId" clId="{D2247F28-2955-0148-9602-5A190782C994}" dt="2022-12-09T07:20:50.855" v="1876" actId="1076"/>
          <ac:picMkLst>
            <pc:docMk/>
            <pc:sldMk cId="2063477856" sldId="404"/>
            <ac:picMk id="3074" creationId="{30CC6F2B-D994-E145-B130-AF99762E85EB}"/>
          </ac:picMkLst>
        </pc:picChg>
      </pc:sldChg>
      <pc:sldChg chg="delSp modSp mod delAnim">
        <pc:chgData name="Zheng Fei" userId="d19317889db4c986" providerId="LiveId" clId="{D2247F28-2955-0148-9602-5A190782C994}" dt="2022-12-09T07:24:38.849" v="1943" actId="207"/>
        <pc:sldMkLst>
          <pc:docMk/>
          <pc:sldMk cId="2485594626" sldId="405"/>
        </pc:sldMkLst>
        <pc:spChg chg="mod">
          <ac:chgData name="Zheng Fei" userId="d19317889db4c986" providerId="LiveId" clId="{D2247F28-2955-0148-9602-5A190782C994}" dt="2022-12-09T07:24:12.505" v="1936" actId="207"/>
          <ac:spMkLst>
            <pc:docMk/>
            <pc:sldMk cId="2485594626" sldId="405"/>
            <ac:spMk id="4" creationId="{1E713C10-19E1-DA44-AC78-BF56F50D7DC9}"/>
          </ac:spMkLst>
        </pc:spChg>
        <pc:spChg chg="mod">
          <ac:chgData name="Zheng Fei" userId="d19317889db4c986" providerId="LiveId" clId="{D2247F28-2955-0148-9602-5A190782C994}" dt="2022-12-09T07:24:27.825" v="1940" actId="207"/>
          <ac:spMkLst>
            <pc:docMk/>
            <pc:sldMk cId="2485594626" sldId="405"/>
            <ac:spMk id="5" creationId="{495BCDAB-FA7E-C94F-8FED-E7B5CCF9A186}"/>
          </ac:spMkLst>
        </pc:spChg>
        <pc:spChg chg="mod">
          <ac:chgData name="Zheng Fei" userId="d19317889db4c986" providerId="LiveId" clId="{D2247F28-2955-0148-9602-5A190782C994}" dt="2022-12-09T07:24:19.505" v="1938" actId="207"/>
          <ac:spMkLst>
            <pc:docMk/>
            <pc:sldMk cId="2485594626" sldId="405"/>
            <ac:spMk id="7" creationId="{0BFB104C-6003-8E4E-B422-CFD6094451DF}"/>
          </ac:spMkLst>
        </pc:spChg>
        <pc:spChg chg="mod">
          <ac:chgData name="Zheng Fei" userId="d19317889db4c986" providerId="LiveId" clId="{D2247F28-2955-0148-9602-5A190782C994}" dt="2022-12-09T07:24:34.470" v="1941" actId="207"/>
          <ac:spMkLst>
            <pc:docMk/>
            <pc:sldMk cId="2485594626" sldId="405"/>
            <ac:spMk id="9" creationId="{C074442B-E1FE-E64B-A163-CCEFBE5C4950}"/>
          </ac:spMkLst>
        </pc:spChg>
        <pc:spChg chg="mod">
          <ac:chgData name="Zheng Fei" userId="d19317889db4c986" providerId="LiveId" clId="{D2247F28-2955-0148-9602-5A190782C994}" dt="2022-12-09T07:24:38.849" v="1943" actId="207"/>
          <ac:spMkLst>
            <pc:docMk/>
            <pc:sldMk cId="2485594626" sldId="405"/>
            <ac:spMk id="11" creationId="{1F850635-A4E0-2D45-9568-82D0EE263215}"/>
          </ac:spMkLst>
        </pc:spChg>
        <pc:spChg chg="del">
          <ac:chgData name="Zheng Fei" userId="d19317889db4c986" providerId="LiveId" clId="{D2247F28-2955-0148-9602-5A190782C994}" dt="2022-12-09T07:20:13.293" v="1862" actId="478"/>
          <ac:spMkLst>
            <pc:docMk/>
            <pc:sldMk cId="2485594626" sldId="405"/>
            <ac:spMk id="12" creationId="{7316CA7F-012D-4EE7-A73B-14D09F73A77B}"/>
          </ac:spMkLst>
        </pc:spChg>
        <pc:spChg chg="del">
          <ac:chgData name="Zheng Fei" userId="d19317889db4c986" providerId="LiveId" clId="{D2247F28-2955-0148-9602-5A190782C994}" dt="2022-12-09T07:20:14.132" v="1863" actId="478"/>
          <ac:spMkLst>
            <pc:docMk/>
            <pc:sldMk cId="2485594626" sldId="405"/>
            <ac:spMk id="13" creationId="{E1375150-B64A-4C11-8BE7-2B75A3C54ACE}"/>
          </ac:spMkLst>
        </pc:spChg>
        <pc:graphicFrameChg chg="mod modGraphic">
          <ac:chgData name="Zheng Fei" userId="d19317889db4c986" providerId="LiveId" clId="{D2247F28-2955-0148-9602-5A190782C994}" dt="2022-12-09T07:23:28.785" v="1934" actId="2711"/>
          <ac:graphicFrameMkLst>
            <pc:docMk/>
            <pc:sldMk cId="2485594626" sldId="405"/>
            <ac:graphicFrameMk id="2" creationId="{A2FC99F5-AB49-A244-94B0-9FD84B0A40B1}"/>
          </ac:graphicFrameMkLst>
        </pc:graphicFrameChg>
        <pc:graphicFrameChg chg="mod modGraphic">
          <ac:chgData name="Zheng Fei" userId="d19317889db4c986" providerId="LiveId" clId="{D2247F28-2955-0148-9602-5A190782C994}" dt="2022-12-09T07:23:32.459" v="1935" actId="2711"/>
          <ac:graphicFrameMkLst>
            <pc:docMk/>
            <pc:sldMk cId="2485594626" sldId="405"/>
            <ac:graphicFrameMk id="3" creationId="{36C2B168-4833-E449-B934-5B6D7DD24E86}"/>
          </ac:graphicFrameMkLst>
        </pc:graphicFrameChg>
      </pc:sldChg>
      <pc:sldChg chg="modSp mod">
        <pc:chgData name="Zheng Fei" userId="d19317889db4c986" providerId="LiveId" clId="{D2247F28-2955-0148-9602-5A190782C994}" dt="2022-12-09T07:25:48.947" v="1950" actId="1076"/>
        <pc:sldMkLst>
          <pc:docMk/>
          <pc:sldMk cId="2900219743" sldId="406"/>
        </pc:sldMkLst>
        <pc:spChg chg="mod">
          <ac:chgData name="Zheng Fei" userId="d19317889db4c986" providerId="LiveId" clId="{D2247F28-2955-0148-9602-5A190782C994}" dt="2022-12-09T07:25:48.947" v="1950" actId="1076"/>
          <ac:spMkLst>
            <pc:docMk/>
            <pc:sldMk cId="2900219743" sldId="406"/>
            <ac:spMk id="3" creationId="{5238F285-0320-4EEB-B161-721C2FDEA44C}"/>
          </ac:spMkLst>
        </pc:spChg>
      </pc:sldChg>
      <pc:sldChg chg="modSp mod">
        <pc:chgData name="Zheng Fei" userId="d19317889db4c986" providerId="LiveId" clId="{D2247F28-2955-0148-9602-5A190782C994}" dt="2022-12-03T07:53:15.476" v="99" actId="20577"/>
        <pc:sldMkLst>
          <pc:docMk/>
          <pc:sldMk cId="1421658235" sldId="1781"/>
        </pc:sldMkLst>
        <pc:spChg chg="mod">
          <ac:chgData name="Zheng Fei" userId="d19317889db4c986" providerId="LiveId" clId="{D2247F28-2955-0148-9602-5A190782C994}" dt="2022-12-03T07:53:15.476" v="99" actId="20577"/>
          <ac:spMkLst>
            <pc:docMk/>
            <pc:sldMk cId="1421658235" sldId="1781"/>
            <ac:spMk id="14" creationId="{F2AFB2CF-1647-4493-B623-640AC7636180}"/>
          </ac:spMkLst>
        </pc:spChg>
      </pc:sldChg>
      <pc:sldChg chg="modSp mod modAnim">
        <pc:chgData name="Zheng Fei" userId="d19317889db4c986" providerId="LiveId" clId="{D2247F28-2955-0148-9602-5A190782C994}" dt="2022-12-09T07:18:22.722" v="1861"/>
        <pc:sldMkLst>
          <pc:docMk/>
          <pc:sldMk cId="535304396" sldId="1782"/>
        </pc:sldMkLst>
        <pc:spChg chg="mod">
          <ac:chgData name="Zheng Fei" userId="d19317889db4c986" providerId="LiveId" clId="{D2247F28-2955-0148-9602-5A190782C994}" dt="2022-12-03T07:53:03.154" v="96" actId="113"/>
          <ac:spMkLst>
            <pc:docMk/>
            <pc:sldMk cId="535304396" sldId="1782"/>
            <ac:spMk id="7" creationId="{8C5C4380-645F-05B8-31C9-7C1172D42819}"/>
          </ac:spMkLst>
        </pc:spChg>
        <pc:spChg chg="mod">
          <ac:chgData name="Zheng Fei" userId="d19317889db4c986" providerId="LiveId" clId="{D2247F28-2955-0148-9602-5A190782C994}" dt="2022-12-03T07:52:59.918" v="95" actId="113"/>
          <ac:spMkLst>
            <pc:docMk/>
            <pc:sldMk cId="535304396" sldId="1782"/>
            <ac:spMk id="9" creationId="{0A3608D3-6198-D1C0-C4FD-40148A8ED60C}"/>
          </ac:spMkLst>
        </pc:spChg>
        <pc:spChg chg="mod">
          <ac:chgData name="Zheng Fei" userId="d19317889db4c986" providerId="LiveId" clId="{D2247F28-2955-0148-9602-5A190782C994}" dt="2022-12-03T07:52:59.918" v="95" actId="113"/>
          <ac:spMkLst>
            <pc:docMk/>
            <pc:sldMk cId="535304396" sldId="1782"/>
            <ac:spMk id="12" creationId="{C8467766-A22E-40DB-9BC2-41BA83B362AE}"/>
          </ac:spMkLst>
        </pc:spChg>
        <pc:spChg chg="mod">
          <ac:chgData name="Zheng Fei" userId="d19317889db4c986" providerId="LiveId" clId="{D2247F28-2955-0148-9602-5A190782C994}" dt="2022-12-03T07:52:54.352" v="94" actId="113"/>
          <ac:spMkLst>
            <pc:docMk/>
            <pc:sldMk cId="535304396" sldId="1782"/>
            <ac:spMk id="13" creationId="{DBFA947A-5A2C-412A-AD19-F4786DD1BED6}"/>
          </ac:spMkLst>
        </pc:spChg>
      </pc:sldChg>
      <pc:sldChg chg="addSp delSp modSp del mod">
        <pc:chgData name="Zheng Fei" userId="d19317889db4c986" providerId="LiveId" clId="{D2247F28-2955-0148-9602-5A190782C994}" dt="2022-12-03T07:55:08.111" v="106" actId="2696"/>
        <pc:sldMkLst>
          <pc:docMk/>
          <pc:sldMk cId="1229261363" sldId="1783"/>
        </pc:sldMkLst>
        <pc:spChg chg="add del mod">
          <ac:chgData name="Zheng Fei" userId="d19317889db4c986" providerId="LiveId" clId="{D2247F28-2955-0148-9602-5A190782C994}" dt="2022-12-03T07:55:04.266" v="104"/>
          <ac:spMkLst>
            <pc:docMk/>
            <pc:sldMk cId="1229261363" sldId="1783"/>
            <ac:spMk id="4" creationId="{F8EA59AA-1B22-B94B-1A1B-ECDDD4D38894}"/>
          </ac:spMkLst>
        </pc:spChg>
      </pc:sldChg>
      <pc:sldChg chg="addSp delSp modSp mod modAnim">
        <pc:chgData name="Zheng Fei" userId="d19317889db4c986" providerId="LiveId" clId="{D2247F28-2955-0148-9602-5A190782C994}" dt="2022-12-03T07:56:21.215" v="142"/>
        <pc:sldMkLst>
          <pc:docMk/>
          <pc:sldMk cId="200916843" sldId="1784"/>
        </pc:sldMkLst>
        <pc:spChg chg="add mod">
          <ac:chgData name="Zheng Fei" userId="d19317889db4c986" providerId="LiveId" clId="{D2247F28-2955-0148-9602-5A190782C994}" dt="2022-12-03T07:56:18.115" v="141" actId="1076"/>
          <ac:spMkLst>
            <pc:docMk/>
            <pc:sldMk cId="200916843" sldId="1784"/>
            <ac:spMk id="4" creationId="{3563B0F5-5090-2DCF-6AD2-EDAF01C58245}"/>
          </ac:spMkLst>
        </pc:spChg>
        <pc:spChg chg="add del mod">
          <ac:chgData name="Zheng Fei" userId="d19317889db4c986" providerId="LiveId" clId="{D2247F28-2955-0148-9602-5A190782C994}" dt="2022-12-03T07:56:05.736" v="135" actId="1037"/>
          <ac:spMkLst>
            <pc:docMk/>
            <pc:sldMk cId="200916843" sldId="1784"/>
            <ac:spMk id="5" creationId="{BEB3E553-E41D-6C97-974C-8831D9A5EDC1}"/>
          </ac:spMkLst>
        </pc:spChg>
        <pc:spChg chg="mod">
          <ac:chgData name="Zheng Fei" userId="d19317889db4c986" providerId="LiveId" clId="{D2247F28-2955-0148-9602-5A190782C994}" dt="2022-12-03T07:55:48.789" v="121" actId="1035"/>
          <ac:spMkLst>
            <pc:docMk/>
            <pc:sldMk cId="200916843" sldId="1784"/>
            <ac:spMk id="6" creationId="{E086D98F-A3C4-2856-9AF3-75EA9A670C8A}"/>
          </ac:spMkLst>
        </pc:spChg>
      </pc:sldChg>
      <pc:sldChg chg="delSp modSp mod">
        <pc:chgData name="Zheng Fei" userId="d19317889db4c986" providerId="LiveId" clId="{D2247F28-2955-0148-9602-5A190782C994}" dt="2022-12-03T08:05:55.522" v="240" actId="1076"/>
        <pc:sldMkLst>
          <pc:docMk/>
          <pc:sldMk cId="1560550115" sldId="1789"/>
        </pc:sldMkLst>
        <pc:spChg chg="mod">
          <ac:chgData name="Zheng Fei" userId="d19317889db4c986" providerId="LiveId" clId="{D2247F28-2955-0148-9602-5A190782C994}" dt="2022-12-03T08:05:51.851" v="239" actId="1076"/>
          <ac:spMkLst>
            <pc:docMk/>
            <pc:sldMk cId="1560550115" sldId="1789"/>
            <ac:spMk id="5" creationId="{D8133FBA-DDD8-9529-5E43-F43AF0FDE378}"/>
          </ac:spMkLst>
        </pc:spChg>
        <pc:spChg chg="del">
          <ac:chgData name="Zheng Fei" userId="d19317889db4c986" providerId="LiveId" clId="{D2247F28-2955-0148-9602-5A190782C994}" dt="2022-12-03T08:04:40.779" v="202" actId="478"/>
          <ac:spMkLst>
            <pc:docMk/>
            <pc:sldMk cId="1560550115" sldId="1789"/>
            <ac:spMk id="6" creationId="{53A8C341-CE37-3C15-BB61-5CAA8CCEA9DB}"/>
          </ac:spMkLst>
        </pc:spChg>
        <pc:spChg chg="mod topLvl">
          <ac:chgData name="Zheng Fei" userId="d19317889db4c986" providerId="LiveId" clId="{D2247F28-2955-0148-9602-5A190782C994}" dt="2022-12-03T08:05:55.522" v="240" actId="1076"/>
          <ac:spMkLst>
            <pc:docMk/>
            <pc:sldMk cId="1560550115" sldId="1789"/>
            <ac:spMk id="9" creationId="{768E7FE1-F4B3-18F8-6094-9CE90D6FEB7A}"/>
          </ac:spMkLst>
        </pc:spChg>
        <pc:grpChg chg="del">
          <ac:chgData name="Zheng Fei" userId="d19317889db4c986" providerId="LiveId" clId="{D2247F28-2955-0148-9602-5A190782C994}" dt="2022-12-03T08:04:46.579" v="203" actId="478"/>
          <ac:grpSpMkLst>
            <pc:docMk/>
            <pc:sldMk cId="1560550115" sldId="1789"/>
            <ac:grpSpMk id="7" creationId="{C6913EE8-FA68-28D7-AA79-CA5203065650}"/>
          </ac:grpSpMkLst>
        </pc:grpChg>
        <pc:graphicFrameChg chg="del topLvl">
          <ac:chgData name="Zheng Fei" userId="d19317889db4c986" providerId="LiveId" clId="{D2247F28-2955-0148-9602-5A190782C994}" dt="2022-12-03T08:04:46.579" v="203" actId="478"/>
          <ac:graphicFrameMkLst>
            <pc:docMk/>
            <pc:sldMk cId="1560550115" sldId="1789"/>
            <ac:graphicFrameMk id="10" creationId="{11B65FC9-97B1-4905-1B19-0DB51A2676B7}"/>
          </ac:graphicFrameMkLst>
        </pc:graphicFrameChg>
      </pc:sldChg>
      <pc:sldChg chg="delSp modSp mod">
        <pc:chgData name="Zheng Fei" userId="d19317889db4c986" providerId="LiveId" clId="{D2247F28-2955-0148-9602-5A190782C994}" dt="2022-12-03T08:04:06.330" v="194" actId="207"/>
        <pc:sldMkLst>
          <pc:docMk/>
          <pc:sldMk cId="4084624728" sldId="1790"/>
        </pc:sldMkLst>
        <pc:spChg chg="del mod">
          <ac:chgData name="Zheng Fei" userId="d19317889db4c986" providerId="LiveId" clId="{D2247F28-2955-0148-9602-5A190782C994}" dt="2022-12-03T08:03:42.141" v="181" actId="478"/>
          <ac:spMkLst>
            <pc:docMk/>
            <pc:sldMk cId="4084624728" sldId="1790"/>
            <ac:spMk id="3" creationId="{0DA8BD19-89A9-8B55-A319-9943D9B4AE8E}"/>
          </ac:spMkLst>
        </pc:spChg>
        <pc:spChg chg="mod topLvl">
          <ac:chgData name="Zheng Fei" userId="d19317889db4c986" providerId="LiveId" clId="{D2247F28-2955-0148-9602-5A190782C994}" dt="2022-12-03T08:04:06.330" v="194" actId="207"/>
          <ac:spMkLst>
            <pc:docMk/>
            <pc:sldMk cId="4084624728" sldId="1790"/>
            <ac:spMk id="7" creationId="{0EA94F53-EDAE-1F9C-7F29-A184E3C2BA04}"/>
          </ac:spMkLst>
        </pc:spChg>
        <pc:grpChg chg="del mod">
          <ac:chgData name="Zheng Fei" userId="d19317889db4c986" providerId="LiveId" clId="{D2247F28-2955-0148-9602-5A190782C994}" dt="2022-12-03T08:03:33.706" v="179" actId="478"/>
          <ac:grpSpMkLst>
            <pc:docMk/>
            <pc:sldMk cId="4084624728" sldId="1790"/>
            <ac:grpSpMk id="6" creationId="{6002ED1F-062A-81EA-C043-5DB34557D126}"/>
          </ac:grpSpMkLst>
        </pc:grpChg>
        <pc:graphicFrameChg chg="del mod topLvl">
          <ac:chgData name="Zheng Fei" userId="d19317889db4c986" providerId="LiveId" clId="{D2247F28-2955-0148-9602-5A190782C994}" dt="2022-12-03T08:03:33.706" v="179" actId="478"/>
          <ac:graphicFrameMkLst>
            <pc:docMk/>
            <pc:sldMk cId="4084624728" sldId="1790"/>
            <ac:graphicFrameMk id="9" creationId="{B6190BAD-6166-4141-1AE0-EAF195FE6210}"/>
          </ac:graphicFrameMkLst>
        </pc:graphicFrameChg>
      </pc:sldChg>
      <pc:sldChg chg="modSp mod">
        <pc:chgData name="Zheng Fei" userId="d19317889db4c986" providerId="LiveId" clId="{D2247F28-2955-0148-9602-5A190782C994}" dt="2022-12-03T08:07:59.661" v="279" actId="20577"/>
        <pc:sldMkLst>
          <pc:docMk/>
          <pc:sldMk cId="1749816590" sldId="1791"/>
        </pc:sldMkLst>
        <pc:spChg chg="mod">
          <ac:chgData name="Zheng Fei" userId="d19317889db4c986" providerId="LiveId" clId="{D2247F28-2955-0148-9602-5A190782C994}" dt="2022-12-03T08:07:26.717" v="271" actId="20577"/>
          <ac:spMkLst>
            <pc:docMk/>
            <pc:sldMk cId="1749816590" sldId="1791"/>
            <ac:spMk id="4" creationId="{B132BFF6-E247-F2D6-E3FF-F718A66F0E85}"/>
          </ac:spMkLst>
        </pc:spChg>
        <pc:spChg chg="mod">
          <ac:chgData name="Zheng Fei" userId="d19317889db4c986" providerId="LiveId" clId="{D2247F28-2955-0148-9602-5A190782C994}" dt="2022-12-03T08:07:59.661" v="279" actId="20577"/>
          <ac:spMkLst>
            <pc:docMk/>
            <pc:sldMk cId="1749816590" sldId="1791"/>
            <ac:spMk id="10" creationId="{D343B059-58E5-C41A-E829-D0700820D04B}"/>
          </ac:spMkLst>
        </pc:spChg>
      </pc:sldChg>
      <pc:sldChg chg="addSp delSp modSp add mod delAnim modAnim">
        <pc:chgData name="Zheng Fei" userId="d19317889db4c986" providerId="LiveId" clId="{D2247F28-2955-0148-9602-5A190782C994}" dt="2022-12-04T04:52:30.088" v="1480"/>
        <pc:sldMkLst>
          <pc:docMk/>
          <pc:sldMk cId="1630474344" sldId="1792"/>
        </pc:sldMkLst>
        <pc:spChg chg="mod">
          <ac:chgData name="Zheng Fei" userId="d19317889db4c986" providerId="LiveId" clId="{D2247F28-2955-0148-9602-5A190782C994}" dt="2022-12-04T04:48:35.382" v="1384" actId="20577"/>
          <ac:spMkLst>
            <pc:docMk/>
            <pc:sldMk cId="1630474344" sldId="1792"/>
            <ac:spMk id="3" creationId="{27BF1CE4-DC70-A95C-295C-DB6E25354754}"/>
          </ac:spMkLst>
        </pc:spChg>
        <pc:spChg chg="mod">
          <ac:chgData name="Zheng Fei" userId="d19317889db4c986" providerId="LiveId" clId="{D2247F28-2955-0148-9602-5A190782C994}" dt="2022-12-04T04:50:37.695" v="1448" actId="1076"/>
          <ac:spMkLst>
            <pc:docMk/>
            <pc:sldMk cId="1630474344" sldId="1792"/>
            <ac:spMk id="5" creationId="{D4413E05-CCA9-030D-523C-05B6175FE8B6}"/>
          </ac:spMkLst>
        </pc:spChg>
        <pc:spChg chg="mod">
          <ac:chgData name="Zheng Fei" userId="d19317889db4c986" providerId="LiveId" clId="{D2247F28-2955-0148-9602-5A190782C994}" dt="2022-12-04T04:50:37.695" v="1448" actId="1076"/>
          <ac:spMkLst>
            <pc:docMk/>
            <pc:sldMk cId="1630474344" sldId="1792"/>
            <ac:spMk id="6" creationId="{45C89317-8D8A-3E6A-BE9A-7B835EF81666}"/>
          </ac:spMkLst>
        </pc:spChg>
        <pc:spChg chg="add del mod">
          <ac:chgData name="Zheng Fei" userId="d19317889db4c986" providerId="LiveId" clId="{D2247F28-2955-0148-9602-5A190782C994}" dt="2022-12-04T04:50:09.737" v="1439" actId="478"/>
          <ac:spMkLst>
            <pc:docMk/>
            <pc:sldMk cId="1630474344" sldId="1792"/>
            <ac:spMk id="10" creationId="{33293CBE-5CA0-0A1B-4A0B-A3BDEA405797}"/>
          </ac:spMkLst>
        </pc:spChg>
        <pc:spChg chg="add mod">
          <ac:chgData name="Zheng Fei" userId="d19317889db4c986" providerId="LiveId" clId="{D2247F28-2955-0148-9602-5A190782C994}" dt="2022-12-04T04:50:32.139" v="1447" actId="2711"/>
          <ac:spMkLst>
            <pc:docMk/>
            <pc:sldMk cId="1630474344" sldId="1792"/>
            <ac:spMk id="11" creationId="{7D173F96-F34D-3331-D8B2-09B626D5A911}"/>
          </ac:spMkLst>
        </pc:spChg>
        <pc:spChg chg="add mod">
          <ac:chgData name="Zheng Fei" userId="d19317889db4c986" providerId="LiveId" clId="{D2247F28-2955-0148-9602-5A190782C994}" dt="2022-12-04T04:50:32.139" v="1447" actId="2711"/>
          <ac:spMkLst>
            <pc:docMk/>
            <pc:sldMk cId="1630474344" sldId="1792"/>
            <ac:spMk id="12" creationId="{43C6501E-8000-BF96-AABD-310B9DAF81BB}"/>
          </ac:spMkLst>
        </pc:spChg>
        <pc:spChg chg="add mod">
          <ac:chgData name="Zheng Fei" userId="d19317889db4c986" providerId="LiveId" clId="{D2247F28-2955-0148-9602-5A190782C994}" dt="2022-12-04T04:51:16.807" v="1458" actId="1076"/>
          <ac:spMkLst>
            <pc:docMk/>
            <pc:sldMk cId="1630474344" sldId="1792"/>
            <ac:spMk id="13" creationId="{DDBC5F22-CFB1-0EB0-0416-10D5F8164490}"/>
          </ac:spMkLst>
        </pc:spChg>
        <pc:spChg chg="mod">
          <ac:chgData name="Zheng Fei" userId="d19317889db4c986" providerId="LiveId" clId="{D2247F28-2955-0148-9602-5A190782C994}" dt="2022-12-04T04:52:12.475" v="1479" actId="1038"/>
          <ac:spMkLst>
            <pc:docMk/>
            <pc:sldMk cId="1630474344" sldId="1792"/>
            <ac:spMk id="17" creationId="{5A5EAD06-D993-81E1-0380-3BCA0AC6D4E3}"/>
          </ac:spMkLst>
        </pc:spChg>
        <pc:spChg chg="mod">
          <ac:chgData name="Zheng Fei" userId="d19317889db4c986" providerId="LiveId" clId="{D2247F28-2955-0148-9602-5A190782C994}" dt="2022-12-04T04:51:49.703" v="1470" actId="1076"/>
          <ac:spMkLst>
            <pc:docMk/>
            <pc:sldMk cId="1630474344" sldId="1792"/>
            <ac:spMk id="18" creationId="{A9E1CA23-3795-8CE1-D0AD-F641DFF857A1}"/>
          </ac:spMkLst>
        </pc:spChg>
        <pc:spChg chg="del">
          <ac:chgData name="Zheng Fei" userId="d19317889db4c986" providerId="LiveId" clId="{D2247F28-2955-0148-9602-5A190782C994}" dt="2022-12-04T04:49:33.353" v="1426" actId="478"/>
          <ac:spMkLst>
            <pc:docMk/>
            <pc:sldMk cId="1630474344" sldId="1792"/>
            <ac:spMk id="54285" creationId="{F3B48117-849A-4013-83BF-E433FD3AE20C}"/>
          </ac:spMkLst>
        </pc:spChg>
        <pc:spChg chg="del">
          <ac:chgData name="Zheng Fei" userId="d19317889db4c986" providerId="LiveId" clId="{D2247F28-2955-0148-9602-5A190782C994}" dt="2022-12-04T04:49:34.339" v="1427" actId="478"/>
          <ac:spMkLst>
            <pc:docMk/>
            <pc:sldMk cId="1630474344" sldId="1792"/>
            <ac:spMk id="54286" creationId="{2C35DE52-C73F-43C4-97E2-1D30D5B08A9A}"/>
          </ac:spMkLst>
        </pc:spChg>
        <pc:grpChg chg="add mod">
          <ac:chgData name="Zheng Fei" userId="d19317889db4c986" providerId="LiveId" clId="{D2247F28-2955-0148-9602-5A190782C994}" dt="2022-12-04T04:50:37.695" v="1448" actId="1076"/>
          <ac:grpSpMkLst>
            <pc:docMk/>
            <pc:sldMk cId="1630474344" sldId="1792"/>
            <ac:grpSpMk id="4" creationId="{EF79769D-FB66-9194-69CC-E592810FCBDF}"/>
          </ac:grpSpMkLst>
        </pc:grpChg>
        <pc:grpChg chg="add mod">
          <ac:chgData name="Zheng Fei" userId="d19317889db4c986" providerId="LiveId" clId="{D2247F28-2955-0148-9602-5A190782C994}" dt="2022-12-04T04:51:49.703" v="1470" actId="1076"/>
          <ac:grpSpMkLst>
            <pc:docMk/>
            <pc:sldMk cId="1630474344" sldId="1792"/>
            <ac:grpSpMk id="15" creationId="{C35D1F67-D3AB-0BC7-9407-7ED470334C57}"/>
          </ac:grpSpMkLst>
        </pc:grpChg>
        <pc:grpChg chg="del">
          <ac:chgData name="Zheng Fei" userId="d19317889db4c986" providerId="LiveId" clId="{D2247F28-2955-0148-9602-5A190782C994}" dt="2022-12-04T04:49:35.307" v="1428" actId="478"/>
          <ac:grpSpMkLst>
            <pc:docMk/>
            <pc:sldMk cId="1630474344" sldId="1792"/>
            <ac:grpSpMk id="54278" creationId="{E2C50B6E-BA5A-4541-B821-3D08B8E14500}"/>
          </ac:grpSpMkLst>
        </pc:grpChg>
        <pc:graphicFrameChg chg="mod">
          <ac:chgData name="Zheng Fei" userId="d19317889db4c986" providerId="LiveId" clId="{D2247F28-2955-0148-9602-5A190782C994}" dt="2022-12-04T04:50:37.695" v="1448" actId="1076"/>
          <ac:graphicFrameMkLst>
            <pc:docMk/>
            <pc:sldMk cId="1630474344" sldId="1792"/>
            <ac:graphicFrameMk id="7" creationId="{D9F05E26-D086-0222-1F4A-B368AEEB2EA0}"/>
          </ac:graphicFrameMkLst>
        </pc:graphicFrameChg>
        <pc:graphicFrameChg chg="mod">
          <ac:chgData name="Zheng Fei" userId="d19317889db4c986" providerId="LiveId" clId="{D2247F28-2955-0148-9602-5A190782C994}" dt="2022-12-04T04:50:37.695" v="1448" actId="1076"/>
          <ac:graphicFrameMkLst>
            <pc:docMk/>
            <pc:sldMk cId="1630474344" sldId="1792"/>
            <ac:graphicFrameMk id="8" creationId="{C5585B3A-5948-B0DA-7723-A20D58855B53}"/>
          </ac:graphicFrameMkLst>
        </pc:graphicFrameChg>
        <pc:graphicFrameChg chg="add del mod">
          <ac:chgData name="Zheng Fei" userId="d19317889db4c986" providerId="LiveId" clId="{D2247F28-2955-0148-9602-5A190782C994}" dt="2022-12-04T04:50:08.649" v="1438" actId="478"/>
          <ac:graphicFrameMkLst>
            <pc:docMk/>
            <pc:sldMk cId="1630474344" sldId="1792"/>
            <ac:graphicFrameMk id="9" creationId="{2ECBF3D8-8A90-9706-B770-244B9380ED9A}"/>
          </ac:graphicFrameMkLst>
        </pc:graphicFrameChg>
        <pc:graphicFrameChg chg="add mod">
          <ac:chgData name="Zheng Fei" userId="d19317889db4c986" providerId="LiveId" clId="{D2247F28-2955-0148-9602-5A190782C994}" dt="2022-12-04T04:51:39.911" v="1463" actId="1076"/>
          <ac:graphicFrameMkLst>
            <pc:docMk/>
            <pc:sldMk cId="1630474344" sldId="1792"/>
            <ac:graphicFrameMk id="14" creationId="{ECBAFC0F-E297-F688-AF1A-4B44B997C6CA}"/>
          </ac:graphicFrameMkLst>
        </pc:graphicFrameChg>
        <pc:graphicFrameChg chg="mod">
          <ac:chgData name="Zheng Fei" userId="d19317889db4c986" providerId="LiveId" clId="{D2247F28-2955-0148-9602-5A190782C994}" dt="2022-12-04T04:51:52.207" v="1471" actId="1076"/>
          <ac:graphicFrameMkLst>
            <pc:docMk/>
            <pc:sldMk cId="1630474344" sldId="1792"/>
            <ac:graphicFrameMk id="16" creationId="{6C64AB33-0E22-5B7B-F18B-B8426FC992BF}"/>
          </ac:graphicFrameMkLst>
        </pc:graphicFrameChg>
      </pc:sldChg>
      <pc:sldChg chg="add del">
        <pc:chgData name="Zheng Fei" userId="d19317889db4c986" providerId="LiveId" clId="{D2247F28-2955-0148-9602-5A190782C994}" dt="2022-12-04T04:48:09.595" v="1322" actId="2696"/>
        <pc:sldMkLst>
          <pc:docMk/>
          <pc:sldMk cId="3271414891" sldId="17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ea typeface="KaiTi" panose="02010609060101010101" pitchFamily="49" charset="-122"/>
              </a:rPr>
              <a:t>2023/2/21</a:t>
            </a:fld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ea typeface="KaiTi" panose="02010609060101010101" pitchFamily="49" charset="-122"/>
              </a:rPr>
              <a:t>‹#›</a:t>
            </a:fld>
            <a:endParaRPr lang="zh-CN" altLang="en-US" dirty="0"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iTi" panose="02010609060101010101" pitchFamily="49" charset="-122"/>
                <a:ea typeface="KaiTi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KaiTi" panose="02010609060101010101" pitchFamily="49" charset="-122"/>
        <a:ea typeface="KaiTi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97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25451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410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在自然界和人类社会生活中普遍存在着两类现象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5363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在自然界和人类社会生活中普遍存在着两类现象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112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387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4050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5080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69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9124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7507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概率论的起源与赌博有关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32728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420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947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8494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3918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ea typeface="KaiTi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205932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76901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ea typeface="KaiTi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5063140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7017698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ea typeface="KaiTi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200566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276070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794745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ea typeface="KaiTi" panose="02010609060101010101" pitchFamily="49" charset="-122"/>
              </a:defRPr>
            </a:lvl1pPr>
            <a:lvl2pPr>
              <a:defRPr sz="2800" b="0" i="0">
                <a:ea typeface="KaiTi" panose="02010609060101010101" pitchFamily="49" charset="-122"/>
              </a:defRPr>
            </a:lvl2pPr>
            <a:lvl3pPr>
              <a:defRPr sz="2400" b="0" i="0">
                <a:ea typeface="KaiTi" panose="02010609060101010101" pitchFamily="49" charset="-122"/>
              </a:defRPr>
            </a:lvl3pPr>
            <a:lvl4pPr>
              <a:defRPr sz="2000" b="0" i="0">
                <a:ea typeface="KaiTi" panose="02010609060101010101" pitchFamily="49" charset="-122"/>
              </a:defRPr>
            </a:lvl4pPr>
            <a:lvl5pPr>
              <a:defRPr sz="2000" b="0" i="0">
                <a:ea typeface="KaiTi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4649443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ea typeface="KaiTi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KaiTi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195061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902819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ea typeface="KaiTi" panose="02010609060101010101" pitchFamily="49" charset="-122"/>
              </a:defRPr>
            </a:lvl1pPr>
            <a:lvl2pPr>
              <a:defRPr b="0" i="0">
                <a:ea typeface="KaiTi" panose="02010609060101010101" pitchFamily="49" charset="-122"/>
              </a:defRPr>
            </a:lvl2pPr>
            <a:lvl3pPr>
              <a:defRPr b="0" i="0">
                <a:ea typeface="KaiTi" panose="02010609060101010101" pitchFamily="49" charset="-122"/>
              </a:defRPr>
            </a:lvl3pPr>
            <a:lvl4pPr>
              <a:defRPr b="0" i="0">
                <a:ea typeface="KaiTi" panose="02010609060101010101" pitchFamily="49" charset="-122"/>
              </a:defRPr>
            </a:lvl4pPr>
            <a:lvl5pPr>
              <a:defRPr b="0" i="0">
                <a:ea typeface="KaiTi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3215307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854461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  <a:pPr/>
              <a:t>2023/2/21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KaiTi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片 6" descr="1">
            <a:extLst>
              <a:ext uri="{FF2B5EF4-FFF2-40B4-BE49-F238E27FC236}">
                <a16:creationId xmlns:a16="http://schemas.microsoft.com/office/drawing/2014/main" id="{9B6BAFAD-A2B8-4313-A4B9-04C4A136A2E2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67186" y="-250190"/>
            <a:ext cx="1293495" cy="172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9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61" r:id="rId13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学论网--www.xuelun.me"/>
          <p:cNvSpPr/>
          <p:nvPr/>
        </p:nvSpPr>
        <p:spPr bwMode="auto">
          <a:xfrm>
            <a:off x="1699258" y="155114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3B4642-DF4E-983F-8B51-85697068756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B2A80B4-29BC-2934-E7F6-86D85A6A87D6}"/>
              </a:ext>
            </a:extLst>
          </p:cNvPr>
          <p:cNvSpPr txBox="1"/>
          <p:nvPr/>
        </p:nvSpPr>
        <p:spPr>
          <a:xfrm>
            <a:off x="6321911" y="3159064"/>
            <a:ext cx="2065923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数学分支</a:t>
            </a:r>
            <a:endParaRPr lang="en-US" altLang="zh-CN" sz="28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179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学论网--www.xuelun.me"/>
          <p:cNvSpPr/>
          <p:nvPr/>
        </p:nvSpPr>
        <p:spPr bwMode="auto">
          <a:xfrm>
            <a:off x="1699258" y="155114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3B4642-DF4E-983F-8B51-85697068756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B2A80B4-29BC-2934-E7F6-86D85A6A87D6}"/>
              </a:ext>
            </a:extLst>
          </p:cNvPr>
          <p:cNvSpPr txBox="1"/>
          <p:nvPr/>
        </p:nvSpPr>
        <p:spPr>
          <a:xfrm>
            <a:off x="564776" y="1915211"/>
            <a:ext cx="761775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1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代数</a:t>
            </a:r>
            <a:r>
              <a:rPr lang="zh-CN" altLang="en-US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，是研究数、数量、关系、结构与代数方程（组）的通用解法及其性质的数学分支；</a:t>
            </a:r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600" b="1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几何</a:t>
            </a:r>
            <a:r>
              <a:rPr lang="zh-CN" altLang="en-US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，是研究空间结构及性质的数学分支；</a:t>
            </a:r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600" b="1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微积分学</a:t>
            </a:r>
            <a:r>
              <a:rPr lang="zh-CN" altLang="en-US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，是研究函数、极限、微分学、积分学及其应用的数学分支；</a:t>
            </a:r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600" b="1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应用统计数学</a:t>
            </a:r>
            <a:r>
              <a:rPr lang="zh-CN" altLang="en-US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zh-CN" altLang="en-US" sz="2600" b="1" kern="1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拓扑学</a:t>
            </a:r>
            <a:r>
              <a:rPr lang="zh-CN" altLang="en-US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26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……</a:t>
            </a:r>
          </a:p>
          <a:p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en-US" altLang="zh-CN" sz="26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4404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学论网--www.xuelun.me"/>
          <p:cNvSpPr/>
          <p:nvPr/>
        </p:nvSpPr>
        <p:spPr bwMode="auto">
          <a:xfrm>
            <a:off x="1699258" y="155114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3B4642-DF4E-983F-8B51-85697068756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B2A80B4-29BC-2934-E7F6-86D85A6A87D6}"/>
              </a:ext>
            </a:extLst>
          </p:cNvPr>
          <p:cNvSpPr txBox="1"/>
          <p:nvPr/>
        </p:nvSpPr>
        <p:spPr>
          <a:xfrm>
            <a:off x="6321911" y="3159064"/>
            <a:ext cx="2065923" cy="799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8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数学分支</a:t>
            </a:r>
            <a:endParaRPr lang="en-US" altLang="zh-CN" sz="28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3F8FCE-06C9-55D7-8667-B780B91F05F8}"/>
              </a:ext>
            </a:extLst>
          </p:cNvPr>
          <p:cNvSpPr txBox="1"/>
          <p:nvPr/>
        </p:nvSpPr>
        <p:spPr>
          <a:xfrm>
            <a:off x="756166" y="3458447"/>
            <a:ext cx="69403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研究                          的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359C41-B1D2-2F2F-5D87-BA3B48D9529C}"/>
              </a:ext>
            </a:extLst>
          </p:cNvPr>
          <p:cNvSpPr txBox="1"/>
          <p:nvPr/>
        </p:nvSpPr>
        <p:spPr>
          <a:xfrm>
            <a:off x="1551453" y="3396892"/>
            <a:ext cx="51536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随机现象</a:t>
            </a:r>
            <a:r>
              <a:rPr kumimoji="0" lang="zh-CN" alt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的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B757AA-172B-1B17-8AB0-64089E6E5D9D}"/>
              </a:ext>
            </a:extLst>
          </p:cNvPr>
          <p:cNvSpPr txBox="1"/>
          <p:nvPr/>
        </p:nvSpPr>
        <p:spPr>
          <a:xfrm>
            <a:off x="3805750" y="3400676"/>
            <a:ext cx="25161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600" b="1" i="0" u="none" strike="noStrike" kern="1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统计规律性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743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DBFA947A-5A2C-412A-AD19-F4786DD1B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533" y="1454205"/>
            <a:ext cx="8474284" cy="2292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    必然现象，在一定条件下必然发生的现象。</a:t>
            </a:r>
            <a:endParaRPr kumimoji="1" lang="en-US" altLang="zh-CN" sz="2600" b="1" dirty="0">
              <a:solidFill>
                <a:srgbClr val="FF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8467766-A22E-40DB-9BC2-41BA83B362AE}"/>
              </a:ext>
            </a:extLst>
          </p:cNvPr>
          <p:cNvSpPr txBox="1"/>
          <p:nvPr/>
        </p:nvSpPr>
        <p:spPr>
          <a:xfrm>
            <a:off x="476533" y="4050505"/>
            <a:ext cx="8190934" cy="52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685800" fontAlgn="base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研究的数学工具：</a:t>
            </a:r>
            <a:endParaRPr kumimoji="1" lang="zh-CN" altLang="en-US" sz="2600" b="1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507035B6-8116-0433-F9EE-C277EC18456F}"/>
              </a:ext>
            </a:extLst>
          </p:cNvPr>
          <p:cNvSpPr/>
          <p:nvPr/>
        </p:nvSpPr>
        <p:spPr bwMode="auto">
          <a:xfrm>
            <a:off x="973590" y="168149"/>
            <a:ext cx="7348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确定性现象 </a:t>
            </a:r>
            <a:r>
              <a:rPr lang="en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Certainty phenomena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A64ACEDE-0C25-81F9-B50B-01E58C3FB43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C5C4380-645F-05B8-31C9-7C1172D42819}"/>
              </a:ext>
            </a:extLst>
          </p:cNvPr>
          <p:cNvSpPr txBox="1"/>
          <p:nvPr/>
        </p:nvSpPr>
        <p:spPr>
          <a:xfrm>
            <a:off x="688549" y="2254424"/>
            <a:ext cx="753414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12800" marR="0" lvl="1" indent="-36830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在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101325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Ｐ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的大气压下，将纯净水加热到 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100℃</a:t>
            </a: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时必然沸腾</a:t>
            </a:r>
          </a:p>
          <a:p>
            <a:pPr marL="457200" marR="0" lvl="1" indent="0" algn="l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 地球上垂直上抛一重物，该重物会垂直下落    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A3608D3-6198-D1C0-C4FD-40148A8ED60C}"/>
              </a:ext>
            </a:extLst>
          </p:cNvPr>
          <p:cNvSpPr txBox="1"/>
          <p:nvPr/>
        </p:nvSpPr>
        <p:spPr>
          <a:xfrm>
            <a:off x="688549" y="4877540"/>
            <a:ext cx="8073818" cy="523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marR="0" lvl="1" indent="-457200" algn="l" defTabSz="6858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itchFamily="2" charset="2"/>
              <a:buChar char="n"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代数、微积分、微分方程等等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5304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7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C721B03-C58B-4011-B173-09CC97364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818" y="2119187"/>
            <a:ext cx="7018030" cy="1061829"/>
          </a:xfrm>
          <a:prstGeom prst="rect">
            <a:avLst/>
          </a:prstGeom>
        </p:spPr>
      </p:pic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507035B6-8116-0433-F9EE-C277EC18456F}"/>
              </a:ext>
            </a:extLst>
          </p:cNvPr>
          <p:cNvSpPr/>
          <p:nvPr/>
        </p:nvSpPr>
        <p:spPr bwMode="auto">
          <a:xfrm>
            <a:off x="973590" y="168149"/>
            <a:ext cx="7348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确定性现象 </a:t>
            </a:r>
            <a:r>
              <a:rPr lang="en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Certainty phenomena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A64ACEDE-0C25-81F9-B50B-01E58C3FB43D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A3608D3-6198-D1C0-C4FD-40148A8ED60C}"/>
              </a:ext>
            </a:extLst>
          </p:cNvPr>
          <p:cNvSpPr txBox="1"/>
          <p:nvPr/>
        </p:nvSpPr>
        <p:spPr>
          <a:xfrm>
            <a:off x="740396" y="4050472"/>
            <a:ext cx="7824055" cy="102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685800" rtl="0" eaLnBrk="1" fontAlgn="base" latinLnBrk="0" hangingPunct="1">
              <a:lnSpc>
                <a:spcPct val="125000"/>
              </a:lnSpc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Tx/>
              <a:buNone/>
              <a:tabLst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我们已经学过的数学学科均以确定性现象为研究对象，并为研究其量的规律性提供工具和方法</a:t>
            </a:r>
          </a:p>
        </p:txBody>
      </p:sp>
    </p:spTree>
    <p:extLst>
      <p:ext uri="{BB962C8B-B14F-4D97-AF65-F5344CB8AC3E}">
        <p14:creationId xmlns:p14="http://schemas.microsoft.com/office/powerpoint/2010/main" val="329855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FB207D22-4ED1-D447-BEB1-4714B4D3A268}"/>
              </a:ext>
            </a:extLst>
          </p:cNvPr>
          <p:cNvSpPr/>
          <p:nvPr/>
        </p:nvSpPr>
        <p:spPr bwMode="auto">
          <a:xfrm>
            <a:off x="932584" y="9983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确定性现象</a:t>
            </a:r>
            <a:r>
              <a:rPr lang="en-US" altLang="zh-CN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.vs.</a:t>
            </a: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随机现象</a:t>
            </a: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F2AFB2CF-1647-4493-B623-640AC763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484" y="1825534"/>
            <a:ext cx="8458205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偶然现象，事先无法准确预知结果的现象</a:t>
            </a:r>
            <a:endParaRPr kumimoji="1" lang="en-US" altLang="zh-CN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endParaRPr kumimoji="1" lang="en-US" altLang="zh-CN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03366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掷一颗骰子，可能出现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</a:t>
            </a: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点</a:t>
            </a: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抛掷一枚均匀的硬币，会出现正面向上、反面向上</a:t>
            </a: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两种不同的结果</a:t>
            </a: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zh-CN" altLang="en-US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EB24724D-E903-6E89-BC78-69306097201A}"/>
              </a:ext>
            </a:extLst>
          </p:cNvPr>
          <p:cNvSpPr/>
          <p:nvPr/>
        </p:nvSpPr>
        <p:spPr bwMode="auto">
          <a:xfrm>
            <a:off x="1337781" y="194670"/>
            <a:ext cx="6731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 </a:t>
            </a:r>
            <a:r>
              <a:rPr kumimoji="1"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 phenomena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6993DE72-C54A-C5D2-75D5-6C9F6F4544D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658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F1AC75F-8F6E-456A-A4E6-F96B542FC5ED}"/>
              </a:ext>
            </a:extLst>
          </p:cNvPr>
          <p:cNvSpPr txBox="1"/>
          <p:nvPr/>
        </p:nvSpPr>
        <p:spPr>
          <a:xfrm>
            <a:off x="627283" y="1913457"/>
            <a:ext cx="8152326" cy="3619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抽签、抽奖、分班</a:t>
            </a: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今天早上食堂没带饭卡的人数？</a:t>
            </a: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2023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年</a:t>
            </a: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月</a:t>
            </a: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号广州的气温是多少？</a:t>
            </a: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今天从广州起飞到哈尔滨的某航班的实际起飞时间？</a:t>
            </a: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……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n"/>
            </a:pPr>
            <a:endParaRPr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80CD1C98-A875-3E18-4B29-B1B046D93A69}"/>
              </a:ext>
            </a:extLst>
          </p:cNvPr>
          <p:cNvSpPr/>
          <p:nvPr/>
        </p:nvSpPr>
        <p:spPr bwMode="auto">
          <a:xfrm>
            <a:off x="1337781" y="194670"/>
            <a:ext cx="6731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 </a:t>
            </a:r>
            <a:r>
              <a:rPr kumimoji="1"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 phenomena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3AAEB0FC-4DB4-D897-C86B-080DE780C4C5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123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FB207D22-4ED1-D447-BEB1-4714B4D3A268}"/>
              </a:ext>
            </a:extLst>
          </p:cNvPr>
          <p:cNvSpPr/>
          <p:nvPr/>
        </p:nvSpPr>
        <p:spPr bwMode="auto">
          <a:xfrm>
            <a:off x="932584" y="9983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确定性现象</a:t>
            </a:r>
            <a:r>
              <a:rPr lang="en-US" altLang="zh-CN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.vs.</a:t>
            </a: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随机现象</a:t>
            </a: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F2AFB2CF-1647-4493-B623-640AC7636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69" y="1434829"/>
            <a:ext cx="8458205" cy="3893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随机现象是社会和自然界中大量存在的现象，比如，人的寿命，金融市场，天气现象（降水概率），等等。</a:t>
            </a: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003366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endParaRPr kumimoji="1" lang="en-US" altLang="zh-CN" sz="2600" b="1" dirty="0">
              <a:solidFill>
                <a:srgbClr val="003366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研究的数学工具：概率论与数理统计</a:t>
            </a:r>
            <a:endParaRPr kumimoji="1" lang="en-US" altLang="zh-CN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 algn="just" defTabSz="685800" fontAlgn="base">
              <a:spcBef>
                <a:spcPct val="50000"/>
              </a:spcBef>
              <a:spcAft>
                <a:spcPct val="0"/>
              </a:spcAft>
              <a:buClr>
                <a:srgbClr val="003366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随机现象的广泛性决定了这一学科的重要性！</a:t>
            </a: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EB24724D-E903-6E89-BC78-69306097201A}"/>
              </a:ext>
            </a:extLst>
          </p:cNvPr>
          <p:cNvSpPr/>
          <p:nvPr/>
        </p:nvSpPr>
        <p:spPr bwMode="auto">
          <a:xfrm>
            <a:off x="1337781" y="194670"/>
            <a:ext cx="67313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 </a:t>
            </a:r>
            <a:r>
              <a:rPr kumimoji="1"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 phenomena</a:t>
            </a:r>
          </a:p>
        </p:txBody>
      </p:sp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6993DE72-C54A-C5D2-75D5-6C9F6F4544D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3617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3210089" y="2049228"/>
            <a:ext cx="2723823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不确定性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algn="ctr"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en-US" altLang="zh-CN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2814625133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C13EEE-99BF-E943-A53F-2A5707C4C9A7}"/>
              </a:ext>
            </a:extLst>
          </p:cNvPr>
          <p:cNvSpPr/>
          <p:nvPr/>
        </p:nvSpPr>
        <p:spPr>
          <a:xfrm>
            <a:off x="652306" y="255318"/>
            <a:ext cx="8172717" cy="23991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阿莱斯悖论（the Allais Paradoxes）</a:t>
            </a:r>
            <a:endParaRPr lang="en-US" altLang="zh-CN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6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1952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年，法国经济学家、诺贝尔经济学奖获得者莫里斯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·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阿莱斯作了一个著名实验，设计对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100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人测试。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0CC6F2B-D994-E145-B130-AF99762E85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00"/>
          <a:stretch/>
        </p:blipFill>
        <p:spPr bwMode="auto">
          <a:xfrm>
            <a:off x="3027962" y="3242382"/>
            <a:ext cx="2631440" cy="289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47785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C13EEE-99BF-E943-A53F-2A5707C4C9A7}"/>
              </a:ext>
            </a:extLst>
          </p:cNvPr>
          <p:cNvSpPr/>
          <p:nvPr/>
        </p:nvSpPr>
        <p:spPr>
          <a:xfrm>
            <a:off x="775107" y="3350573"/>
            <a:ext cx="797548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sz="2400" b="1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sz="2400" b="1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sz="2400" b="1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选择2</a:t>
            </a:r>
          </a:p>
          <a:p>
            <a:endParaRPr lang="zh-CN" altLang="en-US" sz="2400" b="1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A．有11%的机会得到100万元，89%的机会什么也得不到</a:t>
            </a:r>
          </a:p>
          <a:p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B．有10%的机会得到500万元，90%的机会什么也得不到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347B45-0E05-4BED-AC90-5BDAC1566EB1}"/>
              </a:ext>
            </a:extLst>
          </p:cNvPr>
          <p:cNvSpPr/>
          <p:nvPr/>
        </p:nvSpPr>
        <p:spPr>
          <a:xfrm>
            <a:off x="775107" y="1264706"/>
            <a:ext cx="797548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选择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</a:t>
            </a:r>
            <a:endParaRPr lang="zh-CN" altLang="en-US" sz="24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sz="2400" b="1" dirty="0"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A．有100%的机会得到100万</a:t>
            </a:r>
          </a:p>
          <a:p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marL="361950" indent="-361950"/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B．有10%的机会得到500万元，89%的机会得到100万元，1%的机会什么也得不到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3A1BDF-2A3C-88D1-3A65-6B9A73E0787A}"/>
              </a:ext>
            </a:extLst>
          </p:cNvPr>
          <p:cNvSpPr txBox="1"/>
          <p:nvPr/>
        </p:nvSpPr>
        <p:spPr>
          <a:xfrm>
            <a:off x="700685" y="344264"/>
            <a:ext cx="5987194" cy="598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阿莱斯悖论（the Allais Paradoxes）</a:t>
            </a:r>
            <a:endParaRPr lang="en-US" altLang="zh-CN" sz="2600" b="1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93631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2FC99F5-AB49-A244-94B0-9FD84B0A40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04764"/>
              </p:ext>
            </p:extLst>
          </p:nvPr>
        </p:nvGraphicFramePr>
        <p:xfrm>
          <a:off x="1602680" y="447724"/>
          <a:ext cx="5561808" cy="2449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0452">
                  <a:extLst>
                    <a:ext uri="{9D8B030D-6E8A-4147-A177-3AD203B41FA5}">
                      <a16:colId xmlns:a16="http://schemas.microsoft.com/office/drawing/2014/main" val="3339493109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1063618345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3904204497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3101535529"/>
                    </a:ext>
                  </a:extLst>
                </a:gridCol>
              </a:tblGrid>
              <a:tr h="408228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选择</a:t>
                      </a:r>
                      <a:r>
                        <a:rPr lang="en-US" altLang="zh-CN" sz="21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 </a:t>
                      </a:r>
                      <a:endParaRPr lang="en-US" altLang="zh-CN" sz="21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207896"/>
                  </a:ext>
                </a:extLst>
              </a:tr>
              <a:tr h="40822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666744"/>
                  </a:ext>
                </a:extLst>
              </a:tr>
              <a:tr h="40822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赢得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概率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赢得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概率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extLst>
                  <a:ext uri="{0D108BD9-81ED-4DB2-BD59-A6C34878D82A}">
                    <a16:rowId xmlns:a16="http://schemas.microsoft.com/office/drawing/2014/main" val="3943608539"/>
                  </a:ext>
                </a:extLst>
              </a:tr>
              <a:tr h="40822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2100" b="1" u="none" strike="noStrike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zh-CN" altLang="en-US" sz="2100" b="1" i="0" u="none" strike="noStrike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100%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extLst>
                  <a:ext uri="{0D108BD9-81ED-4DB2-BD59-A6C34878D82A}">
                    <a16:rowId xmlns:a16="http://schemas.microsoft.com/office/drawing/2014/main" val="144235158"/>
                  </a:ext>
                </a:extLst>
              </a:tr>
              <a:tr h="4082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extLst>
                  <a:ext uri="{0D108BD9-81ED-4DB2-BD59-A6C34878D82A}">
                    <a16:rowId xmlns:a16="http://schemas.microsoft.com/office/drawing/2014/main" val="2727662339"/>
                  </a:ext>
                </a:extLst>
              </a:tr>
              <a:tr h="40822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073" marR="19073" marT="19073" marB="0" anchor="ctr"/>
                </a:tc>
                <a:extLst>
                  <a:ext uri="{0D108BD9-81ED-4DB2-BD59-A6C34878D82A}">
                    <a16:rowId xmlns:a16="http://schemas.microsoft.com/office/drawing/2014/main" val="151351689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C2B168-4833-E449-B934-5B6D7DD24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522161"/>
              </p:ext>
            </p:extLst>
          </p:nvPr>
        </p:nvGraphicFramePr>
        <p:xfrm>
          <a:off x="1602678" y="3929038"/>
          <a:ext cx="5561808" cy="2119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0452">
                  <a:extLst>
                    <a:ext uri="{9D8B030D-6E8A-4147-A177-3AD203B41FA5}">
                      <a16:colId xmlns:a16="http://schemas.microsoft.com/office/drawing/2014/main" val="3856095136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4027268635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593195074"/>
                    </a:ext>
                  </a:extLst>
                </a:gridCol>
                <a:gridCol w="1390452">
                  <a:extLst>
                    <a:ext uri="{9D8B030D-6E8A-4147-A177-3AD203B41FA5}">
                      <a16:colId xmlns:a16="http://schemas.microsoft.com/office/drawing/2014/main" val="2154623020"/>
                    </a:ext>
                  </a:extLst>
                </a:gridCol>
              </a:tblGrid>
              <a:tr h="318513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选择</a:t>
                      </a:r>
                      <a:r>
                        <a:rPr lang="en-US" altLang="zh-CN" sz="2100" b="1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2 </a:t>
                      </a:r>
                      <a:endParaRPr lang="en-US" altLang="zh-CN" sz="2100" b="1" i="0" u="none" strike="noStrike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295914"/>
                  </a:ext>
                </a:extLst>
              </a:tr>
              <a:tr h="44498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239092"/>
                  </a:ext>
                </a:extLst>
              </a:tr>
              <a:tr h="4449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赢得</a:t>
                      </a:r>
                      <a:endParaRPr lang="zh-CN" altLang="en-US" sz="2100" b="1" i="0" u="none" strike="noStrike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概率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赢得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概率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extLst>
                  <a:ext uri="{0D108BD9-81ED-4DB2-BD59-A6C34878D82A}">
                    <a16:rowId xmlns:a16="http://schemas.microsoft.com/office/drawing/2014/main" val="2549132472"/>
                  </a:ext>
                </a:extLst>
              </a:tr>
              <a:tr h="4449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100</a:t>
                      </a:r>
                      <a:r>
                        <a:rPr lang="zh-CN" altLang="en-US" sz="2100" b="1" u="none" strike="noStrike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zh-CN" altLang="en-US" sz="2100" b="1" i="0" u="none" strike="noStrike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11%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500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zh-CN" altLang="en-US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10%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extLst>
                  <a:ext uri="{0D108BD9-81ED-4DB2-BD59-A6C34878D82A}">
                    <a16:rowId xmlns:a16="http://schemas.microsoft.com/office/drawing/2014/main" val="2773690501"/>
                  </a:ext>
                </a:extLst>
              </a:tr>
              <a:tr h="44498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89%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0</a:t>
                      </a:r>
                      <a:r>
                        <a:rPr lang="zh-CN" altLang="en-US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万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100" b="1" u="none" strike="noStrike" dirty="0">
                          <a:solidFill>
                            <a:srgbClr val="011893"/>
                          </a:solidFill>
                          <a:effectLst/>
                          <a:latin typeface="Arial" panose="020B0604020202020204" pitchFamily="34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a:t>90%</a:t>
                      </a:r>
                      <a:endParaRPr lang="en-US" altLang="zh-CN" sz="2100" b="1" i="0" u="none" strike="noStrike" dirty="0">
                        <a:solidFill>
                          <a:srgbClr val="011893"/>
                        </a:solidFill>
                        <a:effectLst/>
                        <a:latin typeface="Arial" panose="020B0604020202020204" pitchFamily="34" charset="0"/>
                        <a:ea typeface="KaiT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19399" marR="19399" marT="19399" marB="0" anchor="ctr"/>
                </a:tc>
                <a:extLst>
                  <a:ext uri="{0D108BD9-81ED-4DB2-BD59-A6C34878D82A}">
                    <a16:rowId xmlns:a16="http://schemas.microsoft.com/office/drawing/2014/main" val="3029641362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E713C10-19E1-DA44-AC78-BF56F50D7DC9}"/>
              </a:ext>
            </a:extLst>
          </p:cNvPr>
          <p:cNvSpPr txBox="1"/>
          <p:nvPr/>
        </p:nvSpPr>
        <p:spPr>
          <a:xfrm>
            <a:off x="2602766" y="304373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100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FB104C-6003-8E4E-B422-CFD6094451DF}"/>
              </a:ext>
            </a:extLst>
          </p:cNvPr>
          <p:cNvSpPr txBox="1"/>
          <p:nvPr/>
        </p:nvSpPr>
        <p:spPr>
          <a:xfrm>
            <a:off x="5365756" y="28970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139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5BCDAB-FA7E-C94F-8FED-E7B5CCF9A186}"/>
              </a:ext>
            </a:extLst>
          </p:cNvPr>
          <p:cNvSpPr/>
          <p:nvPr/>
        </p:nvSpPr>
        <p:spPr>
          <a:xfrm>
            <a:off x="4018220" y="3228399"/>
            <a:ext cx="3659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100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0.89+0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0.01+500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0.10</a:t>
            </a:r>
            <a:endParaRPr lang="zh-CN" altLang="en-US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074442B-E1FE-E64B-A163-CCEFBE5C4950}"/>
              </a:ext>
            </a:extLst>
          </p:cNvPr>
          <p:cNvSpPr txBox="1"/>
          <p:nvPr/>
        </p:nvSpPr>
        <p:spPr>
          <a:xfrm>
            <a:off x="1525107" y="6251871"/>
            <a:ext cx="2958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11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=100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0.11+0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0.89</a:t>
            </a:r>
            <a:endParaRPr kumimoji="1" lang="zh-CN" altLang="en-US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F850635-A4E0-2D45-9568-82D0EE263215}"/>
              </a:ext>
            </a:extLst>
          </p:cNvPr>
          <p:cNvSpPr txBox="1"/>
          <p:nvPr/>
        </p:nvSpPr>
        <p:spPr>
          <a:xfrm>
            <a:off x="4625766" y="6251871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50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=500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0.10+0</a:t>
            </a:r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万*</a:t>
            </a:r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0.90</a:t>
            </a:r>
            <a:endParaRPr kumimoji="1" lang="zh-CN" altLang="en-US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946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5" grpId="0"/>
      <p:bldP spid="9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238F285-0320-4EEB-B161-721C2FDEA44C}"/>
              </a:ext>
            </a:extLst>
          </p:cNvPr>
          <p:cNvSpPr txBox="1"/>
          <p:nvPr/>
        </p:nvSpPr>
        <p:spPr>
          <a:xfrm>
            <a:off x="757844" y="2254608"/>
            <a:ext cx="785427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阿莱斯悖论是有关</a:t>
            </a:r>
            <a:r>
              <a:rPr lang="zh-CN" altLang="en-US" sz="2400" b="1" i="0" u="none" strike="noStrike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决策论</a:t>
            </a:r>
            <a:r>
              <a:rPr lang="zh-CN" altLang="en-US" sz="2400" b="1" i="0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的悖论</a:t>
            </a:r>
            <a:endParaRPr lang="en-US" altLang="zh-CN" sz="2400" b="1" i="0" dirty="0">
              <a:solidFill>
                <a:srgbClr val="011893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出现阿莱斯悖论的原因是</a:t>
            </a: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确定性效应（</a:t>
            </a:r>
            <a:r>
              <a:rPr lang="en-US" altLang="zh-CN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Certainty effect</a:t>
            </a: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，即</a:t>
            </a:r>
            <a:r>
              <a:rPr lang="zh-CN" altLang="en-US" sz="2400" b="1" u="sng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人在决策时，对结果确定的现象过度重视</a:t>
            </a: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pPr algn="l">
              <a:lnSpc>
                <a:spcPct val="150000"/>
              </a:lnSpc>
            </a:pPr>
            <a:endParaRPr lang="zh-CN" altLang="en-US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021974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088399E9-B039-1521-3566-EED9C8A90839}"/>
              </a:ext>
            </a:extLst>
          </p:cNvPr>
          <p:cNvSpPr/>
          <p:nvPr/>
        </p:nvSpPr>
        <p:spPr bwMode="auto">
          <a:xfrm>
            <a:off x="2219433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8734135B-E922-900F-3F17-9B68334E682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EB3E553-E41D-6C97-974C-8831D9A5EDC1}"/>
              </a:ext>
            </a:extLst>
          </p:cNvPr>
          <p:cNvSpPr/>
          <p:nvPr/>
        </p:nvSpPr>
        <p:spPr>
          <a:xfrm>
            <a:off x="2332440" y="2540563"/>
            <a:ext cx="71526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1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1</a:t>
            </a:r>
            <a:endParaRPr lang="zh-CN" altLang="en-US" sz="9600" b="1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86D98F-A3C4-2856-9AF3-75EA9A670C8A}"/>
              </a:ext>
            </a:extLst>
          </p:cNvPr>
          <p:cNvSpPr/>
          <p:nvPr/>
        </p:nvSpPr>
        <p:spPr>
          <a:xfrm>
            <a:off x="6075149" y="2540563"/>
            <a:ext cx="88036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kumimoji="1" lang="en-US" altLang="zh-CN" sz="9600" b="1" cap="none" spc="0" dirty="0">
                <a:ln w="0"/>
                <a:solidFill>
                  <a:srgbClr val="011893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PLE CHANCERY" panose="03020702040506060504" pitchFamily="66" charset="-79"/>
                <a:cs typeface="APPLE CHANCERY" panose="03020702040506060504" pitchFamily="66" charset="-79"/>
              </a:rPr>
              <a:t>n</a:t>
            </a:r>
            <a:endParaRPr lang="zh-CN" altLang="en-US" sz="9600" b="1" cap="none" spc="0" dirty="0">
              <a:ln w="0"/>
              <a:solidFill>
                <a:srgbClr val="011893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63B0F5-5090-2DCF-6AD2-EDAF01C58245}"/>
              </a:ext>
            </a:extLst>
          </p:cNvPr>
          <p:cNvSpPr txBox="1"/>
          <p:nvPr/>
        </p:nvSpPr>
        <p:spPr>
          <a:xfrm flipH="1">
            <a:off x="870484" y="4958897"/>
            <a:ext cx="7994936" cy="523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随机现象在大量重复出现时所表现出的量的规律性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16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D2B5C4BD-B5DB-4D15-94BC-390712EB60C2}"/>
              </a:ext>
            </a:extLst>
          </p:cNvPr>
          <p:cNvSpPr txBox="1"/>
          <p:nvPr/>
        </p:nvSpPr>
        <p:spPr>
          <a:xfrm flipH="1">
            <a:off x="482063" y="924834"/>
            <a:ext cx="7994936" cy="1679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随机现象有其</a:t>
            </a:r>
            <a:r>
              <a:rPr lang="zh-CN" altLang="en-US" sz="21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偶然性</a:t>
            </a:r>
            <a:r>
              <a:rPr lang="zh-CN" altLang="en-US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的一面，在一次观察中，出现什么结果具有偶然性。但是也有其</a:t>
            </a:r>
            <a:r>
              <a:rPr lang="zh-CN" altLang="en-US" sz="21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必然性</a:t>
            </a:r>
            <a:r>
              <a:rPr lang="zh-CN" altLang="en-US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的一面</a:t>
            </a:r>
            <a:r>
              <a:rPr lang="en-US" altLang="zh-CN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,</a:t>
            </a:r>
            <a:r>
              <a:rPr lang="zh-CN" altLang="en-US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这种必然性表现为</a:t>
            </a:r>
            <a:r>
              <a:rPr lang="zh-CN" altLang="en-US" sz="21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大量观察</a:t>
            </a:r>
            <a:r>
              <a:rPr lang="zh-CN" altLang="en-US" sz="21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中，结果呈现某种规律性。</a:t>
            </a:r>
            <a:endParaRPr lang="en-US" altLang="zh-CN" sz="21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2100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BC94CD-B5F1-4F64-9D85-B285E73F8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14" y="2253444"/>
            <a:ext cx="6116571" cy="374730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7714B8F-78CF-4600-9945-9AFE37C9DCA3}"/>
              </a:ext>
            </a:extLst>
          </p:cNvPr>
          <p:cNvSpPr txBox="1"/>
          <p:nvPr/>
        </p:nvSpPr>
        <p:spPr>
          <a:xfrm>
            <a:off x="649446" y="5926864"/>
            <a:ext cx="79290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100" b="1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发生的</a:t>
            </a:r>
            <a:r>
              <a:rPr kumimoji="0" lang="zh-CN" altLang="en-US" sz="21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频率的稳定性</a:t>
            </a:r>
            <a:r>
              <a:rPr kumimoji="0" lang="zh-CN" altLang="en-US" sz="2100" b="1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，即发生的频率经常在某个定值附近摆动，而且，试验次数越多，一般摆动越少</a:t>
            </a:r>
            <a:endParaRPr lang="zh-CN" altLang="en-US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BBF72553-C3F2-61F4-350C-2B328871502C}"/>
              </a:ext>
            </a:extLst>
          </p:cNvPr>
          <p:cNvSpPr/>
          <p:nvPr/>
        </p:nvSpPr>
        <p:spPr bwMode="auto">
          <a:xfrm>
            <a:off x="2219433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5" name="直线连接符 48">
            <a:extLst>
              <a:ext uri="{FF2B5EF4-FFF2-40B4-BE49-F238E27FC236}">
                <a16:creationId xmlns:a16="http://schemas.microsoft.com/office/drawing/2014/main" id="{4C1AF680-72FB-40EE-C151-00868E729A5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87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学论网--www.xuelun.me">
            <a:extLst>
              <a:ext uri="{FF2B5EF4-FFF2-40B4-BE49-F238E27FC236}">
                <a16:creationId xmlns:a16="http://schemas.microsoft.com/office/drawing/2014/main" id="{41B4F053-9691-D120-9BF6-0818648DEBE1}"/>
              </a:ext>
            </a:extLst>
          </p:cNvPr>
          <p:cNvSpPr/>
          <p:nvPr/>
        </p:nvSpPr>
        <p:spPr bwMode="auto">
          <a:xfrm>
            <a:off x="2219433" y="143154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fontAlgn="base"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Pct val="90000"/>
            </a:pPr>
            <a:r>
              <a:rPr kumimoji="1" lang="zh-CN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随机现象的统计规律</a:t>
            </a:r>
            <a:endParaRPr kumimoji="1" lang="en-US" altLang="zh-CN" sz="3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BC8997BE-3D32-F3E5-4552-D4D04B050D4C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BF0136-4215-5282-FA56-3E62601BB38B}"/>
                  </a:ext>
                </a:extLst>
              </p:cNvPr>
              <p:cNvSpPr txBox="1"/>
              <p:nvPr/>
            </p:nvSpPr>
            <p:spPr>
              <a:xfrm>
                <a:off x="739059" y="1385595"/>
                <a:ext cx="7665881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重复</a:t>
                </a:r>
                <a:r>
                  <a:rPr kumimoji="1" lang="en-US" altLang="zh-CN" sz="2600" b="1" i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n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次：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抛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3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次硬币、抽取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10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次球、检查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100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个零件的合格率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随机变量：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600" b="1" i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k 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= 1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……, </a:t>
                </a:r>
                <a:r>
                  <a:rPr kumimoji="1" lang="en-US" altLang="zh-CN" sz="2600" b="1" i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n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CN" sz="2600" b="1" i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k 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= 1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2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KaiTi" panose="02010609060101010101" pitchFamily="49" charset="-122"/>
                    <a:cs typeface="Arial" panose="020B0604020202020204" pitchFamily="34" charset="0"/>
                  </a:rPr>
                  <a:t>……</a:t>
                </a: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i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KaiTi" panose="02010609060101010101" pitchFamily="49" charset="-122"/>
                          <a:cs typeface="Arial" panose="020B0604020202020204" pitchFamily="34" charset="0"/>
                        </a:rPr>
                        <m:t>𝒏</m:t>
                      </m:r>
                      <m:r>
                        <a:rPr kumimoji="1" lang="en-US" altLang="zh-CN" sz="2600" b="1" i="1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→∞</m:t>
                      </m:r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KaiTi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CBF0136-4215-5282-FA56-3E62601BB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59" y="1385595"/>
                <a:ext cx="7665881" cy="4893647"/>
              </a:xfrm>
              <a:prstGeom prst="rect">
                <a:avLst/>
              </a:prstGeom>
              <a:blipFill>
                <a:blip r:embed="rId2"/>
                <a:stretch>
                  <a:fillRect l="-1490" r="-4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176258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学论网--www.xuelun.me"/>
          <p:cNvSpPr/>
          <p:nvPr/>
        </p:nvSpPr>
        <p:spPr bwMode="auto">
          <a:xfrm>
            <a:off x="1699258" y="155114"/>
            <a:ext cx="57454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第一章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  </a:t>
            </a: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概率论的基本概念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A3B4642-DF4E-983F-8B51-85697068756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0B2A80B4-29BC-2934-E7F6-86D85A6A87D6}"/>
              </a:ext>
            </a:extLst>
          </p:cNvPr>
          <p:cNvSpPr txBox="1"/>
          <p:nvPr/>
        </p:nvSpPr>
        <p:spPr>
          <a:xfrm>
            <a:off x="566671" y="2567391"/>
            <a:ext cx="8371267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研究</a:t>
            </a:r>
            <a:r>
              <a:rPr lang="zh-CN" altLang="en-US" sz="48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随机现象</a:t>
            </a:r>
            <a:r>
              <a:rPr lang="zh-CN" altLang="en-US" sz="32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zh-CN" altLang="en-US" sz="48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统计规律性</a:t>
            </a:r>
            <a:endParaRPr lang="en-US" altLang="zh-CN" sz="44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</a:pPr>
            <a:r>
              <a:rPr lang="zh-CN" altLang="en-US" sz="3200" b="1" kern="100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的数学分支</a:t>
            </a:r>
            <a:endParaRPr lang="en-US" altLang="zh-CN" sz="3200" b="1" kern="100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779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D4E03B7-8C81-864D-B432-51CCD293F808}"/>
              </a:ext>
            </a:extLst>
          </p:cNvPr>
          <p:cNvSpPr txBox="1"/>
          <p:nvPr/>
        </p:nvSpPr>
        <p:spPr>
          <a:xfrm>
            <a:off x="564936" y="1476036"/>
            <a:ext cx="8014126" cy="4799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26600" algn="just"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概率（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Probability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）的思想可以追溯自公元前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220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年以前的中国的一些文献，不过真正的历史却只有三百多年而已。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indent="426600" algn="just"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如今，但凡要进行信息处理、决策制定、实验设计等，只要涉及数据，就涉及到概率统计的方法和模型。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indent="426600" algn="just"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例如，在经济、管理、工程、技术、物理、化学、生物、环境、天文、地理、卫生、教育等领域，都有非常重要的应用。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5AC645F9-7374-5342-E0BF-49B4714AB55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>
            <a:extLst>
              <a:ext uri="{FF2B5EF4-FFF2-40B4-BE49-F238E27FC236}">
                <a16:creationId xmlns:a16="http://schemas.microsoft.com/office/drawing/2014/main" id="{6CF0A865-8AC7-7745-98BF-34FE16CDBBF5}"/>
              </a:ext>
            </a:extLst>
          </p:cNvPr>
          <p:cNvSpPr/>
          <p:nvPr/>
        </p:nvSpPr>
        <p:spPr bwMode="auto">
          <a:xfrm>
            <a:off x="3089863" y="155114"/>
            <a:ext cx="29642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概率论的历史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6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D4E03B7-8C81-864D-B432-51CCD293F808}"/>
              </a:ext>
            </a:extLst>
          </p:cNvPr>
          <p:cNvSpPr txBox="1"/>
          <p:nvPr/>
        </p:nvSpPr>
        <p:spPr>
          <a:xfrm>
            <a:off x="435242" y="1819366"/>
            <a:ext cx="8273516" cy="4199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26600" algn="just"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这一天，法国的职业赌徒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De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Mere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向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Pascal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提出了分赌注问题：甲乙两赌徒下了赌注后对赌，规定每胜一局得一分，谁先达到约定的分数后就赢得所有赌注。可惜甲乙离约定的分数分别为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m,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n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(</a:t>
            </a:r>
            <a:r>
              <a:rPr kumimoji="1" lang="en-US" altLang="zh-CN" sz="2600" b="1" dirty="0" err="1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m≠n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)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时，赌局因故中止了。那么赌注应该如何分配？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 indent="426600" algn="just"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为了解决这一难题，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Pascal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与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Fermat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通过书信进行讨论，从而导致概率论的诞生！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208D9D89-8145-B4A5-49EE-9E667A2A7510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EB55DECC-37A8-102D-AFF5-2660CE8EFBD9}"/>
              </a:ext>
            </a:extLst>
          </p:cNvPr>
          <p:cNvSpPr/>
          <p:nvPr/>
        </p:nvSpPr>
        <p:spPr bwMode="auto">
          <a:xfrm>
            <a:off x="2393360" y="15511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概率论的诞生：</a:t>
            </a:r>
            <a:r>
              <a:rPr lang="en-US" altLang="zh-CN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1654</a:t>
            </a:r>
          </a:p>
        </p:txBody>
      </p:sp>
    </p:spTree>
    <p:extLst>
      <p:ext uri="{BB962C8B-B14F-4D97-AF65-F5344CB8AC3E}">
        <p14:creationId xmlns:p14="http://schemas.microsoft.com/office/powerpoint/2010/main" val="2832431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D4E03B7-8C81-864D-B432-51CCD293F808}"/>
              </a:ext>
            </a:extLst>
          </p:cNvPr>
          <p:cNvSpPr txBox="1"/>
          <p:nvPr/>
        </p:nvSpPr>
        <p:spPr>
          <a:xfrm>
            <a:off x="482063" y="1365260"/>
            <a:ext cx="8273515" cy="1815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26600" algn="just">
              <a:lnSpc>
                <a:spcPct val="150000"/>
              </a:lnSpc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Kolmogorov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柯尔莫哥洛夫（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1903-1987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），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《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概率论的基本概念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》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1933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，给出了概率论的公理化定义，标志着概率论进入现代数学范畴。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61C72FA9-AAD4-F442-8FB9-F3960F9D0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753" y="3579098"/>
            <a:ext cx="3358721" cy="268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8CD0703A-D88D-2854-9C08-390DB091E1CB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43C713BC-E9CA-8540-F147-35747EFB4147}"/>
              </a:ext>
            </a:extLst>
          </p:cNvPr>
          <p:cNvSpPr/>
          <p:nvPr/>
        </p:nvSpPr>
        <p:spPr bwMode="auto">
          <a:xfrm>
            <a:off x="1931701" y="155114"/>
            <a:ext cx="52806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概率论进入现代数学范畴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5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DE949213-57A9-471A-92E9-4F3921708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742" y="1733303"/>
            <a:ext cx="8280516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ct val="50000"/>
              </a:spcBef>
              <a:buClr>
                <a:srgbClr val="FF0000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为了研究随机现象的统计规律性，就要对随机现象进行观察，观察的过程叫做随机试验，记作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E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spcBef>
                <a:spcPct val="50000"/>
              </a:spcBef>
              <a:buClr>
                <a:srgbClr val="FF0000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marL="457200" indent="-457200" algn="just">
              <a:spcBef>
                <a:spcPct val="50000"/>
              </a:spcBef>
              <a:buClr>
                <a:srgbClr val="C00000"/>
              </a:buClr>
              <a:buSzPct val="90000"/>
              <a:buFont typeface="Wingdings" pitchFamily="2" charset="2"/>
              <a:buChar char="n"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可重复性：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试验在相同的条件下可重复进行；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marL="457200" indent="-457200" algn="just">
              <a:spcBef>
                <a:spcPct val="50000"/>
              </a:spcBef>
              <a:buClr>
                <a:srgbClr val="C00000"/>
              </a:buClr>
              <a:buSzPct val="90000"/>
              <a:buFont typeface="Wingdings" pitchFamily="2" charset="2"/>
              <a:buChar char="n"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可观察性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/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明确性：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每次试验的结果具有多种可能性，而且在试验之前可以确定试验的所有可能结果；</a:t>
            </a:r>
          </a:p>
          <a:p>
            <a:pPr marL="457200" indent="-457200" algn="just">
              <a:spcBef>
                <a:spcPct val="50000"/>
              </a:spcBef>
              <a:buClr>
                <a:srgbClr val="C00000"/>
              </a:buClr>
              <a:buSzPct val="90000"/>
              <a:buFont typeface="Wingdings" pitchFamily="2" charset="2"/>
              <a:buChar char="n"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随机性：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每次试验前不能准确预言试验后会出现哪一种结果。 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2F1C064-82A4-94AB-9502-26F4AC15E60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B7935983-9C35-3E4E-3A43-70EBDE89595F}"/>
              </a:ext>
            </a:extLst>
          </p:cNvPr>
          <p:cNvSpPr/>
          <p:nvPr/>
        </p:nvSpPr>
        <p:spPr bwMode="auto">
          <a:xfrm>
            <a:off x="1116567" y="218330"/>
            <a:ext cx="69108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随机试验 </a:t>
            </a:r>
            <a:r>
              <a:rPr lang="en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 Experiments</a:t>
            </a:r>
          </a:p>
        </p:txBody>
      </p:sp>
    </p:spTree>
    <p:extLst>
      <p:ext uri="{BB962C8B-B14F-4D97-AF65-F5344CB8AC3E}">
        <p14:creationId xmlns:p14="http://schemas.microsoft.com/office/powerpoint/2010/main" val="11524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2F1C064-82A4-94AB-9502-26F4AC15E60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B7935983-9C35-3E4E-3A43-70EBDE89595F}"/>
              </a:ext>
            </a:extLst>
          </p:cNvPr>
          <p:cNvSpPr/>
          <p:nvPr/>
        </p:nvSpPr>
        <p:spPr bwMode="auto">
          <a:xfrm>
            <a:off x="2271542" y="218330"/>
            <a:ext cx="46009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样本点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Sample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Point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EA94F53-EDAE-1F9C-7F29-A184E3C2B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366" y="2561179"/>
            <a:ext cx="7791015" cy="121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随机试验中的每一个可能出现的试验结果，称为这个试验的一个 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样本点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4624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2F1C064-82A4-94AB-9502-26F4AC15E60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学论网--www.xuelun.me">
            <a:extLst>
              <a:ext uri="{FF2B5EF4-FFF2-40B4-BE49-F238E27FC236}">
                <a16:creationId xmlns:a16="http://schemas.microsoft.com/office/drawing/2014/main" id="{B7935983-9C35-3E4E-3A43-70EBDE89595F}"/>
              </a:ext>
            </a:extLst>
          </p:cNvPr>
          <p:cNvSpPr/>
          <p:nvPr/>
        </p:nvSpPr>
        <p:spPr bwMode="auto">
          <a:xfrm>
            <a:off x="1924489" y="218330"/>
            <a:ext cx="52950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样本空间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Sample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Space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133FBA-DDD8-9529-5E43-F43AF0FDE378}"/>
              </a:ext>
            </a:extLst>
          </p:cNvPr>
          <p:cNvSpPr txBox="1"/>
          <p:nvPr/>
        </p:nvSpPr>
        <p:spPr>
          <a:xfrm>
            <a:off x="611299" y="1929304"/>
            <a:ext cx="8065515" cy="1198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一个随机试验将要出现的结果是不确定的（随机性），但其所有可能的结果是明确的（可观察性</a:t>
            </a:r>
            <a:r>
              <a:rPr lang="en-US" altLang="zh-CN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明确性）。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768E7FE1-F4B3-18F8-6094-9CE90D6FE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299" y="4259277"/>
            <a:ext cx="7791220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全体样本点组成的集合称为这个试验的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样本空间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，记作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S</a:t>
            </a:r>
            <a:endParaRPr kumimoji="1" lang="zh-CN" altLang="en-US" sz="2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0550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FB207D22-4ED1-D447-BEB1-4714B4D3A268}"/>
              </a:ext>
            </a:extLst>
          </p:cNvPr>
          <p:cNvSpPr/>
          <p:nvPr/>
        </p:nvSpPr>
        <p:spPr bwMode="auto">
          <a:xfrm>
            <a:off x="932584" y="998317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样本空间 </a:t>
            </a:r>
            <a:r>
              <a:rPr lang="en-US" altLang="zh-CN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Sample Space</a:t>
            </a:r>
            <a:endParaRPr lang="zh-CN" altLang="en-US" kern="1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74C94C83-CB5C-4087-BBD1-9EDE4C99059F}"/>
              </a:ext>
            </a:extLst>
          </p:cNvPr>
          <p:cNvSpPr txBox="1"/>
          <p:nvPr/>
        </p:nvSpPr>
        <p:spPr>
          <a:xfrm>
            <a:off x="432486" y="1476036"/>
            <a:ext cx="8513806" cy="5568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E1</a:t>
            </a: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在投掷一枚硬币观察其出现正面还是反面的试验</a:t>
            </a:r>
            <a:endParaRPr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S1={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正面、反面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25000"/>
              </a:lnSpc>
            </a:pPr>
            <a:endParaRPr lang="en-US" altLang="zh-CN" sz="2400" b="1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E2</a:t>
            </a: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投掷一枚筛子观察其出现的点数的试验</a:t>
            </a:r>
            <a:endParaRPr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S2={1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6}</a:t>
            </a:r>
          </a:p>
          <a:p>
            <a:pPr>
              <a:lnSpc>
                <a:spcPct val="125000"/>
              </a:lnSpc>
            </a:pPr>
            <a:endParaRPr lang="en-US" altLang="zh-CN" sz="2400" b="1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E3</a:t>
            </a:r>
            <a:r>
              <a:rPr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观察某电话交换台在一天内收到的呼叫次数</a:t>
            </a:r>
            <a:endParaRPr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S3={0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次，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……}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，可数，无穷</a:t>
            </a:r>
            <a:endParaRPr kumimoji="1"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kumimoji="1" lang="en-US" altLang="zh-CN" sz="2400" b="1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E4</a:t>
            </a:r>
            <a:r>
              <a:rPr kumimoji="1" lang="zh-CN" altLang="en-US" sz="2400" b="1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观察一个新灯泡的寿命</a:t>
            </a:r>
            <a:endParaRPr kumimoji="1"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       S4={t |0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≤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t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＜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2400" b="1" dirty="0">
                <a:solidFill>
                  <a:srgbClr val="011893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∞</a:t>
            </a:r>
            <a:r>
              <a:rPr kumimoji="1" lang="en-US" altLang="zh-CN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r>
              <a:rPr kumimoji="1" lang="zh-CN" altLang="en-US" sz="24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，不可数，无穷</a:t>
            </a:r>
            <a:endParaRPr lang="en-US" altLang="zh-CN" sz="24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endParaRPr lang="zh-CN" altLang="en-US" sz="2400" b="1" dirty="0">
              <a:solidFill>
                <a:srgbClr val="00377A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8EB0706-1EB6-5EAE-76A4-1A29FBBDCF0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B132BFF6-E247-F2D6-E3FF-F718A66F0E85}"/>
              </a:ext>
            </a:extLst>
          </p:cNvPr>
          <p:cNvSpPr/>
          <p:nvPr/>
        </p:nvSpPr>
        <p:spPr bwMode="auto">
          <a:xfrm>
            <a:off x="1924489" y="218330"/>
            <a:ext cx="52950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样本空间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Sample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Space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408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FB207D22-4ED1-D447-BEB1-4714B4D3A268}"/>
              </a:ext>
            </a:extLst>
          </p:cNvPr>
          <p:cNvSpPr/>
          <p:nvPr/>
        </p:nvSpPr>
        <p:spPr bwMode="auto">
          <a:xfrm>
            <a:off x="932584" y="998317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样本空间 </a:t>
            </a:r>
            <a:r>
              <a:rPr lang="en-US" altLang="zh-CN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Sample Space</a:t>
            </a:r>
            <a:endParaRPr lang="zh-CN" altLang="en-US" kern="1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98EB0706-1EB6-5EAE-76A4-1A29FBBDCF08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B132BFF6-E247-F2D6-E3FF-F718A66F0E85}"/>
              </a:ext>
            </a:extLst>
          </p:cNvPr>
          <p:cNvSpPr/>
          <p:nvPr/>
        </p:nvSpPr>
        <p:spPr bwMode="auto">
          <a:xfrm>
            <a:off x="1744955" y="218330"/>
            <a:ext cx="5654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随机事件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Events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D343B059-58E5-C41A-E829-D0700820D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63" y="1476036"/>
            <a:ext cx="8164754" cy="506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在随机试验中，人们除了关心试验的结果本身外，往往还关心试验的结果是否具备某一指定特征，概率论中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将每一个指定的特征称为一个事件（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Events)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，例如：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掷骰子点数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是否为偶数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可能发生也可能不发生，叫做随机事件</a:t>
            </a:r>
            <a:endParaRPr kumimoji="1" lang="en-US" altLang="zh-CN" sz="26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随机事件通常用大写英文字母Ａ、Ｂ、Ｃ等表示</a:t>
            </a:r>
          </a:p>
        </p:txBody>
      </p:sp>
    </p:spTree>
    <p:extLst>
      <p:ext uri="{BB962C8B-B14F-4D97-AF65-F5344CB8AC3E}">
        <p14:creationId xmlns:p14="http://schemas.microsoft.com/office/powerpoint/2010/main" val="174981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4">
            <a:extLst>
              <a:ext uri="{FF2B5EF4-FFF2-40B4-BE49-F238E27FC236}">
                <a16:creationId xmlns:a16="http://schemas.microsoft.com/office/drawing/2014/main" id="{16870241-DFA3-5D41-B986-3405E638FC72}"/>
              </a:ext>
            </a:extLst>
          </p:cNvPr>
          <p:cNvSpPr/>
          <p:nvPr/>
        </p:nvSpPr>
        <p:spPr bwMode="auto">
          <a:xfrm>
            <a:off x="6908309" y="857250"/>
            <a:ext cx="2235690" cy="618786"/>
          </a:xfrm>
          <a:custGeom>
            <a:avLst/>
            <a:gdLst>
              <a:gd name="connsiteX0" fmla="*/ 0 w 2980920"/>
              <a:gd name="connsiteY0" fmla="*/ 0 h 825048"/>
              <a:gd name="connsiteX1" fmla="*/ 840603 w 2980920"/>
              <a:gd name="connsiteY1" fmla="*/ 0 h 825048"/>
              <a:gd name="connsiteX2" fmla="*/ 872721 w 2980920"/>
              <a:gd name="connsiteY2" fmla="*/ 3237 h 825048"/>
              <a:gd name="connsiteX3" fmla="*/ 872721 w 2980920"/>
              <a:gd name="connsiteY3" fmla="*/ 0 h 825048"/>
              <a:gd name="connsiteX4" fmla="*/ 2980920 w 2980920"/>
              <a:gd name="connsiteY4" fmla="*/ 0 h 825048"/>
              <a:gd name="connsiteX5" fmla="*/ 2980920 w 2980920"/>
              <a:gd name="connsiteY5" fmla="*/ 825048 h 825048"/>
              <a:gd name="connsiteX6" fmla="*/ 872721 w 2980920"/>
              <a:gd name="connsiteY6" fmla="*/ 825048 h 825048"/>
              <a:gd name="connsiteX7" fmla="*/ 872721 w 2980920"/>
              <a:gd name="connsiteY7" fmla="*/ 822704 h 825048"/>
              <a:gd name="connsiteX8" fmla="*/ 854972 w 2980920"/>
              <a:gd name="connsiteY8" fmla="*/ 825048 h 825048"/>
              <a:gd name="connsiteX9" fmla="*/ 599918 w 2980920"/>
              <a:gd name="connsiteY9" fmla="*/ 630495 h 825048"/>
              <a:gd name="connsiteX10" fmla="*/ 0 w 2980920"/>
              <a:gd name="connsiteY10" fmla="*/ 0 h 825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80920" h="825048">
                <a:moveTo>
                  <a:pt x="0" y="0"/>
                </a:moveTo>
                <a:lnTo>
                  <a:pt x="840603" y="0"/>
                </a:lnTo>
                <a:lnTo>
                  <a:pt x="872721" y="3237"/>
                </a:lnTo>
                <a:lnTo>
                  <a:pt x="872721" y="0"/>
                </a:lnTo>
                <a:lnTo>
                  <a:pt x="2980920" y="0"/>
                </a:lnTo>
                <a:lnTo>
                  <a:pt x="2980920" y="825048"/>
                </a:lnTo>
                <a:lnTo>
                  <a:pt x="872721" y="825048"/>
                </a:lnTo>
                <a:lnTo>
                  <a:pt x="872721" y="822704"/>
                </a:lnTo>
                <a:lnTo>
                  <a:pt x="854972" y="825048"/>
                </a:lnTo>
                <a:cubicBezTo>
                  <a:pt x="772349" y="785417"/>
                  <a:pt x="682541" y="724169"/>
                  <a:pt x="599918" y="630495"/>
                </a:cubicBezTo>
                <a:cubicBezTo>
                  <a:pt x="427486" y="439545"/>
                  <a:pt x="294570" y="162127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noAutofit/>
          </a:bodyPr>
          <a:lstStyle/>
          <a:p>
            <a:endParaRPr lang="zh-CN" altLang="en-US" sz="1350" dirty="0">
              <a:ea typeface="KaiTi" panose="02010609060101010101" pitchFamily="49" charset="-122"/>
            </a:endParaRPr>
          </a:p>
        </p:txBody>
      </p:sp>
      <p:sp>
        <p:nvSpPr>
          <p:cNvPr id="5" name="学论网--www.xuelun.me">
            <a:extLst>
              <a:ext uri="{FF2B5EF4-FFF2-40B4-BE49-F238E27FC236}">
                <a16:creationId xmlns:a16="http://schemas.microsoft.com/office/drawing/2014/main" id="{FB207D22-4ED1-D447-BEB1-4714B4D3A268}"/>
              </a:ext>
            </a:extLst>
          </p:cNvPr>
          <p:cNvSpPr/>
          <p:nvPr/>
        </p:nvSpPr>
        <p:spPr bwMode="auto">
          <a:xfrm>
            <a:off x="932584" y="9983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随机事件 </a:t>
            </a:r>
            <a:r>
              <a:rPr lang="en-US" altLang="zh-CN" kern="100" dirty="0"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Random Events</a:t>
            </a:r>
            <a:endParaRPr lang="zh-CN" altLang="en-US" kern="100" dirty="0"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6" name="学论网--www.xuelun.me">
            <a:extLst>
              <a:ext uri="{FF2B5EF4-FFF2-40B4-BE49-F238E27FC236}">
                <a16:creationId xmlns:a16="http://schemas.microsoft.com/office/drawing/2014/main" id="{236A6C2E-947B-E14A-A448-3CA3C70DFB03}"/>
              </a:ext>
            </a:extLst>
          </p:cNvPr>
          <p:cNvGrpSpPr/>
          <p:nvPr/>
        </p:nvGrpSpPr>
        <p:grpSpPr>
          <a:xfrm>
            <a:off x="330484" y="1008288"/>
            <a:ext cx="540000" cy="311286"/>
            <a:chOff x="3910519" y="914399"/>
            <a:chExt cx="554476" cy="311286"/>
          </a:xfrm>
          <a:solidFill>
            <a:schemeClr val="bg1"/>
          </a:solidFill>
        </p:grpSpPr>
        <p:sp>
          <p:nvSpPr>
            <p:cNvPr id="7" name="燕尾形 6">
              <a:extLst>
                <a:ext uri="{FF2B5EF4-FFF2-40B4-BE49-F238E27FC236}">
                  <a16:creationId xmlns:a16="http://schemas.microsoft.com/office/drawing/2014/main" id="{5E0ECFB8-FE3F-7F43-AA71-084355796110}"/>
                </a:ext>
              </a:extLst>
            </p:cNvPr>
            <p:cNvSpPr/>
            <p:nvPr/>
          </p:nvSpPr>
          <p:spPr>
            <a:xfrm>
              <a:off x="3910519" y="914400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8" name="燕尾形 7">
              <a:extLst>
                <a:ext uri="{FF2B5EF4-FFF2-40B4-BE49-F238E27FC236}">
                  <a16:creationId xmlns:a16="http://schemas.microsoft.com/office/drawing/2014/main" id="{32BBE17A-8180-494D-BBD8-CD61CC5A98E6}"/>
                </a:ext>
              </a:extLst>
            </p:cNvPr>
            <p:cNvSpPr/>
            <p:nvPr/>
          </p:nvSpPr>
          <p:spPr>
            <a:xfrm>
              <a:off x="4153710" y="914399"/>
              <a:ext cx="311285" cy="311285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23" name="Rectangle 2">
            <a:extLst>
              <a:ext uri="{FF2B5EF4-FFF2-40B4-BE49-F238E27FC236}">
                <a16:creationId xmlns:a16="http://schemas.microsoft.com/office/drawing/2014/main" id="{1B88DC17-C799-4CF4-8163-4E23EA682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30" y="2361676"/>
            <a:ext cx="8164754" cy="114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掷色子点数小于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7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，必然发生；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>
              <a:lnSpc>
                <a:spcPct val="140000"/>
              </a:lnSpc>
              <a:buClr>
                <a:srgbClr val="5C3CFA"/>
              </a:buClr>
              <a:buSzPct val="90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样本空间就是一个必然事件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E3DDA77-E44C-40FA-ADEB-BE912F9BE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30" y="4083434"/>
            <a:ext cx="712946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特例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—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不可能事件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(Impossible Events)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EA8DF847-F28D-40A9-9417-5596EB513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70" y="4964314"/>
            <a:ext cx="8650230" cy="154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lnSpc>
                <a:spcPct val="125000"/>
              </a:lnSpc>
              <a:buClr>
                <a:srgbClr val="FF0000"/>
              </a:buClr>
              <a:buSzPct val="105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抛掷一颗骰子，出现的点数大于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6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，不可能发生；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  <a:buClr>
                <a:srgbClr val="FF0000"/>
              </a:buClr>
              <a:buSzPct val="105000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空集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Φ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也是样本空间的一个子集，不包含任何样本点，不可能发生。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9FB5E257-CCC9-4783-A3C8-64417589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607" y="1618310"/>
            <a:ext cx="71294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3CFA"/>
              </a:buClr>
              <a:buSzPct val="90000"/>
              <a:buFontTx/>
              <a:buNone/>
              <a:tabLst/>
              <a:defRPr/>
            </a:pP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特例</a:t>
            </a:r>
            <a:r>
              <a:rPr kumimoji="1" lang="en-US" altLang="zh-CN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—</a:t>
            </a:r>
            <a:r>
              <a:rPr kumimoji="1" lang="zh-CN" altLang="en-US" sz="26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必然事件</a:t>
            </a:r>
            <a:r>
              <a:rPr kumimoji="1" lang="en-US" altLang="zh-CN" sz="26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</a:rPr>
              <a:t>(Certainty Events)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77FF9EF2-444E-A9D0-04D4-11F555B4FDD1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>
            <a:extLst>
              <a:ext uri="{FF2B5EF4-FFF2-40B4-BE49-F238E27FC236}">
                <a16:creationId xmlns:a16="http://schemas.microsoft.com/office/drawing/2014/main" id="{F9C8E32E-9D07-8933-C14D-37E2EC00D65E}"/>
              </a:ext>
            </a:extLst>
          </p:cNvPr>
          <p:cNvSpPr/>
          <p:nvPr/>
        </p:nvSpPr>
        <p:spPr bwMode="auto">
          <a:xfrm>
            <a:off x="1744955" y="218330"/>
            <a:ext cx="56541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随机事件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Random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Events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538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5">
            <a:extLst>
              <a:ext uri="{FF2B5EF4-FFF2-40B4-BE49-F238E27FC236}">
                <a16:creationId xmlns:a16="http://schemas.microsoft.com/office/drawing/2014/main" id="{3C93977B-DE63-4DEA-B69D-78D9A5F29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0467" y="1641654"/>
            <a:ext cx="5832475" cy="52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Clr>
                <a:srgbClr val="011893"/>
              </a:buClr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恰含一个样本点的事件</a:t>
            </a:r>
          </a:p>
        </p:txBody>
      </p:sp>
      <p:sp>
        <p:nvSpPr>
          <p:cNvPr id="44041" name="Text Box 9">
            <a:extLst>
              <a:ext uri="{FF2B5EF4-FFF2-40B4-BE49-F238E27FC236}">
                <a16:creationId xmlns:a16="http://schemas.microsoft.com/office/drawing/2014/main" id="{3336AEA2-375A-439A-8EF2-DDD675C2F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0468" y="2123967"/>
            <a:ext cx="9264467" cy="1726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marL="908050" indent="-436563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  <a:buClr>
                <a:srgbClr val="011893"/>
              </a:buClr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是相对其他事件而言的，它们是最基本的，其他事件均可由它们复合而成，而它们自身也不能拆解为其他事件</a:t>
            </a:r>
            <a:endParaRPr kumimoji="1"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  <a:spcBef>
                <a:spcPct val="50000"/>
              </a:spcBef>
              <a:buClr>
                <a:srgbClr val="011893"/>
              </a:buClr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含有多个样本点的随机事件称为复合事件</a:t>
            </a: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B8D0D2F3-43EA-62A0-B719-1D6F37DA02A7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E985C26E-8C07-3DF7-4668-2FD5DF2B1F72}"/>
              </a:ext>
            </a:extLst>
          </p:cNvPr>
          <p:cNvSpPr/>
          <p:nvPr/>
        </p:nvSpPr>
        <p:spPr bwMode="auto">
          <a:xfrm>
            <a:off x="2394975" y="218330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基本事件、复合事件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33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A6AD8FF1-B09B-47DD-A58F-FF5F870B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375" y="4129127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事件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974202-BECF-4668-8A51-8D7E7454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0653" y="4129127"/>
            <a:ext cx="4827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事件之间的关系与事件的运算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235559D-9A99-4EDB-87BD-339EC9131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041" y="5507413"/>
            <a:ext cx="898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集合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750F14E5-9D33-4A5F-84C5-4C0414AE4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7628" y="5507413"/>
            <a:ext cx="48275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集合之间的关系与集合的运算</a:t>
            </a:r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FF2C8C39-CFC8-4FD8-8F37-CEC639CAF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7403" y="4773765"/>
            <a:ext cx="0" cy="720000"/>
          </a:xfrm>
          <a:prstGeom prst="line">
            <a:avLst/>
          </a:prstGeom>
          <a:noFill/>
          <a:ln w="38100" cap="sq">
            <a:solidFill>
              <a:srgbClr val="0118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5DE91C16-D477-4D47-B275-56F2EF8692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0878" y="4773765"/>
            <a:ext cx="0" cy="720000"/>
          </a:xfrm>
          <a:prstGeom prst="line">
            <a:avLst/>
          </a:prstGeom>
          <a:noFill/>
          <a:ln w="38100" cap="sq">
            <a:solidFill>
              <a:srgbClr val="0118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2A212881-5B79-427A-AB95-195FD7C23B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3666" y="4388683"/>
            <a:ext cx="1296987" cy="0"/>
          </a:xfrm>
          <a:prstGeom prst="line">
            <a:avLst/>
          </a:prstGeom>
          <a:noFill/>
          <a:ln w="38100" cap="sq">
            <a:solidFill>
              <a:srgbClr val="0118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80130987-05DB-4278-95EC-57E6C801DA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9524" y="5766969"/>
            <a:ext cx="1296988" cy="0"/>
          </a:xfrm>
          <a:prstGeom prst="line">
            <a:avLst/>
          </a:prstGeom>
          <a:noFill/>
          <a:ln w="38100" cap="sq">
            <a:solidFill>
              <a:srgbClr val="01189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dirty="0">
              <a:ea typeface="KaiTi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BE2A2D-8242-4275-842E-6C0A3FA13458}"/>
              </a:ext>
            </a:extLst>
          </p:cNvPr>
          <p:cNvSpPr txBox="1"/>
          <p:nvPr/>
        </p:nvSpPr>
        <p:spPr>
          <a:xfrm>
            <a:off x="257349" y="1268238"/>
            <a:ext cx="8886651" cy="2024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在随机试验中，一般有很多随机事件，为了通过对简单事件的研究来掌握复杂事件，我们需要研究事件之间的关系和事件之间的一些运算。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600" b="1" dirty="0">
                <a:solidFill>
                  <a:srgbClr val="01189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事件的集合表示为这一任务提供了极大的便利。</a:t>
            </a:r>
            <a:endParaRPr lang="en-US" altLang="zh-CN" sz="2600" b="1" dirty="0">
              <a:solidFill>
                <a:srgbClr val="01189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9A456DAD-5350-16C9-0C0B-079A0BECBD69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学论网--www.xuelun.me">
            <a:extLst>
              <a:ext uri="{FF2B5EF4-FFF2-40B4-BE49-F238E27FC236}">
                <a16:creationId xmlns:a16="http://schemas.microsoft.com/office/drawing/2014/main" id="{F13999DA-42CE-B664-6D62-597ADE845E4D}"/>
              </a:ext>
            </a:extLst>
          </p:cNvPr>
          <p:cNvSpPr/>
          <p:nvPr/>
        </p:nvSpPr>
        <p:spPr bwMode="auto">
          <a:xfrm>
            <a:off x="2394978" y="218330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随机事件的集合表示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96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BE94711-A3A1-4E9E-B47D-0BA91CFD3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07076" y="1341438"/>
            <a:ext cx="96284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   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试验：掷一枚硬币三次，观察它出现正面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H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或反面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T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的情况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30C4ECC6-CB5F-4EFA-8C96-545DEBA82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33600"/>
            <a:ext cx="779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S</a:t>
            </a:r>
          </a:p>
        </p:txBody>
      </p:sp>
      <p:sp>
        <p:nvSpPr>
          <p:cNvPr id="46085" name="Text Box 5">
            <a:extLst>
              <a:ext uri="{FF2B5EF4-FFF2-40B4-BE49-F238E27FC236}">
                <a16:creationId xmlns:a16="http://schemas.microsoft.com/office/drawing/2014/main" id="{BAEB4074-FAFA-42E7-9367-7B3527429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24175"/>
            <a:ext cx="3529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A=“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正面出现两次”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3B068167-4E35-45FA-A092-56B9ECE27E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2933700"/>
            <a:ext cx="3211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={HHT,HTH,THH}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EDFC4FD3-F4DA-4AA9-AAAF-32317E866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716338"/>
            <a:ext cx="3529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B=“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反面出现三次”</a:t>
            </a:r>
          </a:p>
        </p:txBody>
      </p:sp>
      <p:sp>
        <p:nvSpPr>
          <p:cNvPr id="46088" name="Rectangle 8">
            <a:extLst>
              <a:ext uri="{FF2B5EF4-FFF2-40B4-BE49-F238E27FC236}">
                <a16:creationId xmlns:a16="http://schemas.microsoft.com/office/drawing/2014/main" id="{242DD6C3-E027-457C-8625-5A29A600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725863"/>
            <a:ext cx="13763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={TTT}</a:t>
            </a:r>
          </a:p>
        </p:txBody>
      </p:sp>
      <p:sp>
        <p:nvSpPr>
          <p:cNvPr id="46089" name="Text Box 9">
            <a:extLst>
              <a:ext uri="{FF2B5EF4-FFF2-40B4-BE49-F238E27FC236}">
                <a16:creationId xmlns:a16="http://schemas.microsoft.com/office/drawing/2014/main" id="{1BF972D0-7925-43F8-8AFA-3ED4270E2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4581525"/>
            <a:ext cx="3529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C=“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正反次数相等”</a:t>
            </a:r>
          </a:p>
        </p:txBody>
      </p:sp>
      <p:sp>
        <p:nvSpPr>
          <p:cNvPr id="46090" name="Rectangle 10">
            <a:extLst>
              <a:ext uri="{FF2B5EF4-FFF2-40B4-BE49-F238E27FC236}">
                <a16:creationId xmlns:a16="http://schemas.microsoft.com/office/drawing/2014/main" id="{AEB4A468-C78D-410F-A99D-B2616D9D1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3063" y="4532313"/>
            <a:ext cx="32686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= </a:t>
            </a:r>
            <a:r>
              <a:rPr kumimoji="1" lang="en-US" altLang="zh-CN" sz="2800" b="1" dirty="0" err="1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Φ</a:t>
            </a:r>
            <a:endParaRPr kumimoji="1" lang="en-US" altLang="zh-CN" sz="2800" b="1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  <p:sp>
        <p:nvSpPr>
          <p:cNvPr id="46091" name="Text Box 11">
            <a:extLst>
              <a:ext uri="{FF2B5EF4-FFF2-40B4-BE49-F238E27FC236}">
                <a16:creationId xmlns:a16="http://schemas.microsoft.com/office/drawing/2014/main" id="{F5F1849C-5B4D-41F3-A210-674FD9583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50" y="5516563"/>
            <a:ext cx="35290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D=“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正反次数不等”</a:t>
            </a:r>
          </a:p>
        </p:txBody>
      </p:sp>
      <p:sp>
        <p:nvSpPr>
          <p:cNvPr id="46092" name="Rectangle 12">
            <a:extLst>
              <a:ext uri="{FF2B5EF4-FFF2-40B4-BE49-F238E27FC236}">
                <a16:creationId xmlns:a16="http://schemas.microsoft.com/office/drawing/2014/main" id="{6DD71B6E-02BE-487B-9AED-B2A9981AC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513388"/>
            <a:ext cx="3095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=</a:t>
            </a:r>
            <a:r>
              <a:rPr kumimoji="1" lang="zh-CN" altLang="en-US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 </a:t>
            </a:r>
            <a:r>
              <a:rPr kumimoji="1" lang="en-US" altLang="zh-CN" sz="2800" b="1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</a:rPr>
              <a:t>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3E96BC-C269-4A33-BC8D-FA75BE56F062}"/>
              </a:ext>
            </a:extLst>
          </p:cNvPr>
          <p:cNvSpPr txBox="1"/>
          <p:nvPr/>
        </p:nvSpPr>
        <p:spPr>
          <a:xfrm>
            <a:off x="1236829" y="2138690"/>
            <a:ext cx="7538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KaiTi" panose="02010609060101010101" pitchFamily="49" charset="-122"/>
              </a:rPr>
              <a:t>={HHH,HHT,HTH,THH,HTT,THT,TTH,TTT}</a:t>
            </a:r>
            <a:endParaRPr lang="zh-CN" altLang="en-US" b="1" dirty="0">
              <a:solidFill>
                <a:srgbClr val="C00000"/>
              </a:solidFill>
              <a:ea typeface="KaiTi" panose="02010609060101010101" pitchFamily="49" charset="-122"/>
            </a:endParaRPr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2DCA772D-94C8-36F4-CFCF-491D02BBAB4A}"/>
              </a:ext>
            </a:extLst>
          </p:cNvPr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>
            <a:extLst>
              <a:ext uri="{FF2B5EF4-FFF2-40B4-BE49-F238E27FC236}">
                <a16:creationId xmlns:a16="http://schemas.microsoft.com/office/drawing/2014/main" id="{630B170A-BFED-9515-1DF1-5B11524229E5}"/>
              </a:ext>
            </a:extLst>
          </p:cNvPr>
          <p:cNvSpPr/>
          <p:nvPr/>
        </p:nvSpPr>
        <p:spPr bwMode="auto">
          <a:xfrm>
            <a:off x="2394978" y="218330"/>
            <a:ext cx="435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随机事件的集合表示</a:t>
            </a:r>
            <a:endParaRPr lang="en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/>
      <p:bldP spid="46086" grpId="0"/>
      <p:bldP spid="46087" grpId="0"/>
      <p:bldP spid="46088" grpId="0"/>
      <p:bldP spid="46089" grpId="0"/>
      <p:bldP spid="46090" grpId="0"/>
      <p:bldP spid="46091" grpId="0"/>
      <p:bldP spid="46092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756C58-6542-4E2D-AEC6-49E7D697B721}"/>
              </a:ext>
            </a:extLst>
          </p:cNvPr>
          <p:cNvSpPr txBox="1"/>
          <p:nvPr/>
        </p:nvSpPr>
        <p:spPr>
          <a:xfrm>
            <a:off x="1215384" y="4530965"/>
            <a:ext cx="1655876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随机现象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E395DF-978B-4730-A175-4561D6EA4028}"/>
              </a:ext>
            </a:extLst>
          </p:cNvPr>
          <p:cNvSpPr txBox="1"/>
          <p:nvPr/>
        </p:nvSpPr>
        <p:spPr>
          <a:xfrm>
            <a:off x="6351687" y="4513499"/>
            <a:ext cx="2133293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统计规律性</a:t>
            </a:r>
            <a:endParaRPr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0B3A7D-62BC-468E-B44B-6AB7E8FABE35}"/>
              </a:ext>
            </a:extLst>
          </p:cNvPr>
          <p:cNvSpPr txBox="1"/>
          <p:nvPr/>
        </p:nvSpPr>
        <p:spPr>
          <a:xfrm>
            <a:off x="3621881" y="4346299"/>
            <a:ext cx="1681871" cy="49244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随机试验</a:t>
            </a: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E</a:t>
            </a:r>
            <a:endParaRPr lang="zh-CN" altLang="en-US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979DC70-8BC8-41FE-B1AF-592E3F35BB75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871260" y="4785914"/>
            <a:ext cx="3480427" cy="174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14CB9E9-5FA4-4F97-97AC-D95EFFA8C9E3}"/>
              </a:ext>
            </a:extLst>
          </p:cNvPr>
          <p:cNvSpPr txBox="1"/>
          <p:nvPr/>
        </p:nvSpPr>
        <p:spPr>
          <a:xfrm>
            <a:off x="6658271" y="1033931"/>
            <a:ext cx="1508116" cy="98750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频率稳定性</a:t>
            </a:r>
            <a:endParaRPr lang="en-US" altLang="zh-CN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3AF8ED3-76A5-4E6A-8065-FF03C4AF8A3A}"/>
              </a:ext>
            </a:extLst>
          </p:cNvPr>
          <p:cNvCxnSpPr>
            <a:cxnSpLocks/>
            <a:stCxn id="4" idx="0"/>
            <a:endCxn id="14" idx="2"/>
          </p:cNvCxnSpPr>
          <p:nvPr/>
        </p:nvCxnSpPr>
        <p:spPr>
          <a:xfrm flipH="1" flipV="1">
            <a:off x="4450503" y="3038686"/>
            <a:ext cx="12314" cy="13076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05B5A6A-C2E9-4936-9CE1-FD6D3C71301E}"/>
              </a:ext>
            </a:extLst>
          </p:cNvPr>
          <p:cNvCxnSpPr>
            <a:cxnSpLocks/>
            <a:stCxn id="3" idx="0"/>
            <a:endCxn id="8" idx="2"/>
          </p:cNvCxnSpPr>
          <p:nvPr/>
        </p:nvCxnSpPr>
        <p:spPr>
          <a:xfrm flipH="1" flipV="1">
            <a:off x="7412329" y="2021435"/>
            <a:ext cx="6005" cy="2492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4BBCD937-F2A8-4718-AB42-DF11BDFFFF21}"/>
              </a:ext>
            </a:extLst>
          </p:cNvPr>
          <p:cNvSpPr txBox="1"/>
          <p:nvPr/>
        </p:nvSpPr>
        <p:spPr>
          <a:xfrm>
            <a:off x="1215384" y="5516768"/>
            <a:ext cx="2133294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确定性现象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EA2BBC9C-5E59-480B-8ED6-576B7E461781}"/>
              </a:ext>
            </a:extLst>
          </p:cNvPr>
          <p:cNvSpPr/>
          <p:nvPr/>
        </p:nvSpPr>
        <p:spPr>
          <a:xfrm>
            <a:off x="1002619" y="4644524"/>
            <a:ext cx="212766" cy="1237294"/>
          </a:xfrm>
          <a:prstGeom prst="leftBrace">
            <a:avLst>
              <a:gd name="adj1" fmla="val 4625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72203D9-9C58-47F6-F8D2-7B365EB8DE4F}"/>
              </a:ext>
            </a:extLst>
          </p:cNvPr>
          <p:cNvGrpSpPr/>
          <p:nvPr/>
        </p:nvGrpSpPr>
        <p:grpSpPr>
          <a:xfrm>
            <a:off x="2969088" y="617293"/>
            <a:ext cx="2962830" cy="2421393"/>
            <a:chOff x="2505945" y="515907"/>
            <a:chExt cx="2962830" cy="2421393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01D33357-B2C4-442E-8FFF-306CE0E91B00}"/>
                </a:ext>
              </a:extLst>
            </p:cNvPr>
            <p:cNvSpPr/>
            <p:nvPr/>
          </p:nvSpPr>
          <p:spPr>
            <a:xfrm>
              <a:off x="2505945" y="788322"/>
              <a:ext cx="2962830" cy="2148978"/>
            </a:xfrm>
            <a:prstGeom prst="roundRect">
              <a:avLst>
                <a:gd name="adj" fmla="val 6419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26543292-1DE8-4BF3-8EBB-63DEF4D5C67C}"/>
                </a:ext>
              </a:extLst>
            </p:cNvPr>
            <p:cNvSpPr txBox="1"/>
            <p:nvPr/>
          </p:nvSpPr>
          <p:spPr>
            <a:xfrm>
              <a:off x="3068972" y="515907"/>
              <a:ext cx="1833422" cy="54483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11893"/>
                  </a:solidFill>
                  <a:ea typeface="KaiTi" panose="02010609060101010101" pitchFamily="49" charset="-122"/>
                </a:rPr>
                <a:t>样本空间</a:t>
              </a:r>
              <a:r>
                <a:rPr lang="en-US" altLang="zh-CN" sz="2600" b="1" dirty="0">
                  <a:solidFill>
                    <a:srgbClr val="011893"/>
                  </a:solidFill>
                  <a:ea typeface="KaiTi" panose="02010609060101010101" pitchFamily="49" charset="-122"/>
                </a:rPr>
                <a:t>S</a:t>
              </a:r>
              <a:endPara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8A2836BF-073B-48A1-913B-9AA1F2FF4913}"/>
                </a:ext>
              </a:extLst>
            </p:cNvPr>
            <p:cNvSpPr/>
            <p:nvPr/>
          </p:nvSpPr>
          <p:spPr>
            <a:xfrm>
              <a:off x="2650047" y="1325562"/>
              <a:ext cx="1415061" cy="7354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600" b="1" dirty="0">
                  <a:solidFill>
                    <a:srgbClr val="011893"/>
                  </a:solidFill>
                  <a:ea typeface="KaiTi" panose="02010609060101010101" pitchFamily="49" charset="-122"/>
                </a:rPr>
                <a:t>事件</a:t>
              </a:r>
              <a:r>
                <a:rPr lang="en-US" altLang="zh-CN" sz="2600" b="1" dirty="0">
                  <a:solidFill>
                    <a:srgbClr val="011893"/>
                  </a:solidFill>
                  <a:ea typeface="KaiTi" panose="02010609060101010101" pitchFamily="49" charset="-122"/>
                </a:rPr>
                <a:t>A</a:t>
              </a:r>
              <a:endPara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endParaRPr>
            </a:p>
          </p:txBody>
        </p:sp>
      </p:grpSp>
      <p:sp>
        <p:nvSpPr>
          <p:cNvPr id="25" name="椭圆 24">
            <a:extLst>
              <a:ext uri="{FF2B5EF4-FFF2-40B4-BE49-F238E27FC236}">
                <a16:creationId xmlns:a16="http://schemas.microsoft.com/office/drawing/2014/main" id="{3E3FFA1B-6504-48E9-B6A5-FA9B5068560C}"/>
              </a:ext>
            </a:extLst>
          </p:cNvPr>
          <p:cNvSpPr/>
          <p:nvPr/>
        </p:nvSpPr>
        <p:spPr>
          <a:xfrm>
            <a:off x="4322065" y="2175756"/>
            <a:ext cx="1294274" cy="73545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KaiTi" panose="02010609060101010101" pitchFamily="49" charset="-122"/>
              </a:rPr>
              <a:t>事件</a:t>
            </a:r>
            <a:r>
              <a:rPr lang="en-US" altLang="zh-CN" sz="2600" b="1" dirty="0">
                <a:solidFill>
                  <a:srgbClr val="011893"/>
                </a:solidFill>
                <a:ea typeface="KaiTi" panose="02010609060101010101" pitchFamily="49" charset="-122"/>
              </a:rPr>
              <a:t>B</a:t>
            </a:r>
            <a:endParaRPr lang="zh-CN" altLang="en-US" sz="2600" b="1" dirty="0">
              <a:solidFill>
                <a:srgbClr val="011893"/>
              </a:solidFill>
              <a:ea typeface="KaiTi" panose="02010609060101010101" pitchFamily="49" charset="-122"/>
            </a:endParaRPr>
          </a:p>
        </p:txBody>
      </p:sp>
      <p:sp>
        <p:nvSpPr>
          <p:cNvPr id="22" name="学论网--www.xuelun.me">
            <a:extLst>
              <a:ext uri="{FF2B5EF4-FFF2-40B4-BE49-F238E27FC236}">
                <a16:creationId xmlns:a16="http://schemas.microsoft.com/office/drawing/2014/main" id="{DA20D7AF-F98A-AFD3-F76B-5BA66ABD7259}"/>
              </a:ext>
            </a:extLst>
          </p:cNvPr>
          <p:cNvSpPr/>
          <p:nvPr/>
        </p:nvSpPr>
        <p:spPr bwMode="auto">
          <a:xfrm>
            <a:off x="81863" y="1457582"/>
            <a:ext cx="250100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事件间的</a:t>
            </a:r>
            <a:endParaRPr lang="en-US" altLang="zh-CN" sz="3600" b="1" kern="1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Arial" panose="020B0604020202020204" pitchFamily="34" charset="0"/>
              </a:rPr>
              <a:t>关系与运算</a:t>
            </a:r>
          </a:p>
        </p:txBody>
      </p:sp>
    </p:spTree>
    <p:extLst>
      <p:ext uri="{BB962C8B-B14F-4D97-AF65-F5344CB8AC3E}">
        <p14:creationId xmlns:p14="http://schemas.microsoft.com/office/powerpoint/2010/main" val="29024392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1478</TotalTime>
  <Words>1627</Words>
  <Application>Microsoft Office PowerPoint</Application>
  <PresentationFormat>全屏显示(4:3)</PresentationFormat>
  <Paragraphs>226</Paragraphs>
  <Slides>30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APPLE CHANCERY</vt:lpstr>
      <vt:lpstr>KaiTi</vt:lpstr>
      <vt:lpstr>Arial</vt:lpstr>
      <vt:lpstr>Calibri</vt:lpstr>
      <vt:lpstr>Calibri Light</vt:lpstr>
      <vt:lpstr>Cambria Math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Zheng Fei</cp:lastModifiedBy>
  <cp:revision>197</cp:revision>
  <dcterms:created xsi:type="dcterms:W3CDTF">2017-03-23T12:42:00Z</dcterms:created>
  <dcterms:modified xsi:type="dcterms:W3CDTF">2023-02-20T16:13:07Z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