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430.xml" ContentType="application/vnd.openxmlformats-officedocument.presentationml.tags+xml"/>
  <Override PartName="/ppt/tags/tag560.xml" ContentType="application/vnd.openxmlformats-officedocument.presentationml.tags+xml"/>
  <Override PartName="/ppt/tags/tag700.xml" ContentType="application/vnd.openxmlformats-officedocument.presentationml.tags+xml"/>
  <Override PartName="/ppt/tags/tag710.xml" ContentType="application/vnd.openxmlformats-officedocument.presentationml.tags+xml"/>
  <Override PartName="/ppt/tags/tag720.xml" ContentType="application/vnd.openxmlformats-officedocument.presentationml.tags+xml"/>
  <Override PartName="/ppt/tags/tag730.xml" ContentType="application/vnd.openxmlformats-officedocument.presentationml.tag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32"/>
  </p:notesMasterIdLst>
  <p:handoutMasterIdLst>
    <p:handoutMasterId r:id="rId33"/>
  </p:handoutMasterIdLst>
  <p:sldIdLst>
    <p:sldId id="1795" r:id="rId2"/>
    <p:sldId id="1796" r:id="rId3"/>
    <p:sldId id="1798" r:id="rId4"/>
    <p:sldId id="1801" r:id="rId5"/>
    <p:sldId id="1802" r:id="rId6"/>
    <p:sldId id="1803" r:id="rId7"/>
    <p:sldId id="1804" r:id="rId8"/>
    <p:sldId id="1805" r:id="rId9"/>
    <p:sldId id="1806" r:id="rId10"/>
    <p:sldId id="349" r:id="rId11"/>
    <p:sldId id="392" r:id="rId12"/>
    <p:sldId id="1807" r:id="rId13"/>
    <p:sldId id="335" r:id="rId14"/>
    <p:sldId id="407" r:id="rId15"/>
    <p:sldId id="1785" r:id="rId16"/>
    <p:sldId id="417" r:id="rId17"/>
    <p:sldId id="1791" r:id="rId18"/>
    <p:sldId id="380" r:id="rId19"/>
    <p:sldId id="1786" r:id="rId20"/>
    <p:sldId id="412" r:id="rId21"/>
    <p:sldId id="1787" r:id="rId22"/>
    <p:sldId id="413" r:id="rId23"/>
    <p:sldId id="415" r:id="rId24"/>
    <p:sldId id="1790" r:id="rId25"/>
    <p:sldId id="1788" r:id="rId26"/>
    <p:sldId id="414" r:id="rId27"/>
    <p:sldId id="416" r:id="rId28"/>
    <p:sldId id="1794" r:id="rId29"/>
    <p:sldId id="1793" r:id="rId30"/>
    <p:sldId id="179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7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49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B66"/>
    <a:srgbClr val="00377A"/>
    <a:srgbClr val="0000FF"/>
    <a:srgbClr val="024421"/>
    <a:srgbClr val="4A66AC"/>
    <a:srgbClr val="7F8FA9"/>
    <a:srgbClr val="667998"/>
    <a:srgbClr val="000000"/>
    <a:srgbClr val="264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219DE-D8BC-4CB6-834D-603BDDF7CC33}" v="1179" dt="2023-02-23T05:23:14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96" autoAdjust="0"/>
    <p:restoredTop sz="79116"/>
  </p:normalViewPr>
  <p:slideViewPr>
    <p:cSldViewPr snapToGrid="0" showGuides="1">
      <p:cViewPr varScale="1">
        <p:scale>
          <a:sx n="69" d="100"/>
          <a:sy n="69" d="100"/>
        </p:scale>
        <p:origin x="874" y="67"/>
      </p:cViewPr>
      <p:guideLst>
        <p:guide orient="horz" pos="4187"/>
        <p:guide pos="249"/>
        <p:guide pos="2880"/>
        <p:guide pos="5498"/>
        <p:guide orient="horz" pos="1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Fei" userId="d19317889db4c986" providerId="LiveId" clId="{07391F88-4295-B94C-B269-65FA76E561AC}"/>
    <pc:docChg chg="undo redo custSel addSld delSld modSld sldOrd modMainMaster modNotesMaster">
      <pc:chgData name="Zheng Fei" userId="d19317889db4c986" providerId="LiveId" clId="{07391F88-4295-B94C-B269-65FA76E561AC}" dt="2022-12-04T14:44:43.780" v="870" actId="14100"/>
      <pc:docMkLst>
        <pc:docMk/>
      </pc:docMkLst>
      <pc:sldChg chg="del">
        <pc:chgData name="Zheng Fei" userId="d19317889db4c986" providerId="LiveId" clId="{07391F88-4295-B94C-B269-65FA76E561AC}" dt="2022-12-04T14:03:00.890" v="1" actId="2696"/>
        <pc:sldMkLst>
          <pc:docMk/>
          <pc:sldMk cId="0" sldId="282"/>
        </pc:sldMkLst>
      </pc:sldChg>
      <pc:sldChg chg="modSp">
        <pc:chgData name="Zheng Fei" userId="d19317889db4c986" providerId="LiveId" clId="{07391F88-4295-B94C-B269-65FA76E561AC}" dt="2022-12-04T14:18:19.641" v="244" actId="255"/>
        <pc:sldMkLst>
          <pc:docMk/>
          <pc:sldMk cId="3952504978" sldId="349"/>
        </pc:sldMkLst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13" creationId="{A13046D6-8C50-BE45-811A-6AA1FD4A6CCA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14" creationId="{48395587-44AF-FC4B-B2A9-D2220C80DA2E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15" creationId="{22050165-2A56-FB4E-9D51-664B17CF4998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16" creationId="{7902E46F-CE50-B949-97D1-1D8395EF96D0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17" creationId="{7AD05E10-4A4C-7A40-BBA2-E40D0F8699AB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18" creationId="{77F2F523-F84D-CF46-B410-718A2B109253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21" creationId="{829D59AA-AD60-B144-AD86-9D20CDCA32AB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22" creationId="{FD6F7C0F-EFAC-9942-812F-1FC751ED67FA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23" creationId="{61B639E3-A9F0-8746-B4D2-C25EB522FC48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24" creationId="{F8BB9CD2-691B-5F45-BD9E-ECBD5049B0A3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25" creationId="{8C62DF35-553C-E642-882A-6AC024C837BA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26" creationId="{FEF3B40D-F6F0-FF48-A286-CAD207BF54E4}"/>
          </ac:spMkLst>
        </pc:spChg>
        <pc:spChg chg="mod">
          <ac:chgData name="Zheng Fei" userId="d19317889db4c986" providerId="LiveId" clId="{07391F88-4295-B94C-B269-65FA76E561AC}" dt="2022-12-04T14:18:19.641" v="244" actId="255"/>
          <ac:spMkLst>
            <pc:docMk/>
            <pc:sldMk cId="3952504978" sldId="349"/>
            <ac:spMk id="69" creationId="{00000000-0000-0000-0000-000000000000}"/>
          </ac:spMkLst>
        </pc:spChg>
      </pc:sldChg>
      <pc:sldChg chg="modSp add mod">
        <pc:chgData name="Zheng Fei" userId="d19317889db4c986" providerId="LiveId" clId="{07391F88-4295-B94C-B269-65FA76E561AC}" dt="2022-12-04T14:38:32.248" v="733" actId="692"/>
        <pc:sldMkLst>
          <pc:docMk/>
          <pc:sldMk cId="4081266547" sldId="366"/>
        </pc:sldMkLst>
        <pc:spChg chg="mod">
          <ac:chgData name="Zheng Fei" userId="d19317889db4c986" providerId="LiveId" clId="{07391F88-4295-B94C-B269-65FA76E561AC}" dt="2022-12-04T14:38:09.745" v="731" actId="1037"/>
          <ac:spMkLst>
            <pc:docMk/>
            <pc:sldMk cId="4081266547" sldId="366"/>
            <ac:spMk id="5" creationId="{EA2BBC9C-5E59-480B-8ED6-576B7E461781}"/>
          </ac:spMkLst>
        </pc:spChg>
        <pc:spChg chg="mod">
          <ac:chgData name="Zheng Fei" userId="d19317889db4c986" providerId="LiveId" clId="{07391F88-4295-B94C-B269-65FA76E561AC}" dt="2022-12-04T14:38:04.949" v="728" actId="1038"/>
          <ac:spMkLst>
            <pc:docMk/>
            <pc:sldMk cId="4081266547" sldId="366"/>
            <ac:spMk id="22" creationId="{DA20D7AF-F98A-AFD3-F76B-5BA66ABD7259}"/>
          </ac:spMkLst>
        </pc:spChg>
        <pc:spChg chg="mod">
          <ac:chgData name="Zheng Fei" userId="d19317889db4c986" providerId="LiveId" clId="{07391F88-4295-B94C-B269-65FA76E561AC}" dt="2022-12-04T14:37:53.019" v="713" actId="1038"/>
          <ac:spMkLst>
            <pc:docMk/>
            <pc:sldMk cId="4081266547" sldId="366"/>
            <ac:spMk id="24" creationId="{8A2836BF-073B-48A1-913B-9AA1F2FF4913}"/>
          </ac:spMkLst>
        </pc:spChg>
        <pc:cxnChg chg="mod">
          <ac:chgData name="Zheng Fei" userId="d19317889db4c986" providerId="LiveId" clId="{07391F88-4295-B94C-B269-65FA76E561AC}" dt="2022-12-04T14:38:32.248" v="733" actId="692"/>
          <ac:cxnSpMkLst>
            <pc:docMk/>
            <pc:sldMk cId="4081266547" sldId="366"/>
            <ac:cxnSpMk id="6" creationId="{4979DC70-8BC8-41FE-B1AF-592E3F35BB75}"/>
          </ac:cxnSpMkLst>
        </pc:cxnChg>
        <pc:cxnChg chg="mod">
          <ac:chgData name="Zheng Fei" userId="d19317889db4c986" providerId="LiveId" clId="{07391F88-4295-B94C-B269-65FA76E561AC}" dt="2022-12-04T14:38:32.248" v="733" actId="692"/>
          <ac:cxnSpMkLst>
            <pc:docMk/>
            <pc:sldMk cId="4081266547" sldId="366"/>
            <ac:cxnSpMk id="9" creationId="{93AF8ED3-76A5-4E6A-8065-FF03C4AF8A3A}"/>
          </ac:cxnSpMkLst>
        </pc:cxnChg>
        <pc:cxnChg chg="mod">
          <ac:chgData name="Zheng Fei" userId="d19317889db4c986" providerId="LiveId" clId="{07391F88-4295-B94C-B269-65FA76E561AC}" dt="2022-12-04T14:38:32.248" v="733" actId="692"/>
          <ac:cxnSpMkLst>
            <pc:docMk/>
            <pc:sldMk cId="4081266547" sldId="366"/>
            <ac:cxnSpMk id="17" creationId="{A05B5A6A-C2E9-4936-9CE1-FD6D3C71301E}"/>
          </ac:cxnSpMkLst>
        </pc:cxnChg>
      </pc:sldChg>
      <pc:sldChg chg="addSp delSp modSp mod">
        <pc:chgData name="Zheng Fei" userId="d19317889db4c986" providerId="LiveId" clId="{07391F88-4295-B94C-B269-65FA76E561AC}" dt="2022-12-04T14:36:56.699" v="702"/>
        <pc:sldMkLst>
          <pc:docMk/>
          <pc:sldMk cId="2252357123" sldId="380"/>
        </pc:sldMkLst>
        <pc:spChg chg="add mod">
          <ac:chgData name="Zheng Fei" userId="d19317889db4c986" providerId="LiveId" clId="{07391F88-4295-B94C-B269-65FA76E561AC}" dt="2022-12-04T14:36:45.785" v="697" actId="12788"/>
          <ac:spMkLst>
            <pc:docMk/>
            <pc:sldMk cId="2252357123" sldId="380"/>
            <ac:spMk id="2" creationId="{FF9180CB-92AA-7A5C-96E7-56AA159ADA9B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252357123" sldId="380"/>
            <ac:spMk id="5" creationId="{D2F840DB-49AE-4C26-B75A-DC74A1CD4CDD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252357123" sldId="380"/>
            <ac:spMk id="6" creationId="{780C0FC3-99AE-4448-A39D-901D9A0ECC85}"/>
          </ac:spMkLst>
        </pc:spChg>
        <pc:spChg chg="del mod">
          <ac:chgData name="Zheng Fei" userId="d19317889db4c986" providerId="LiveId" clId="{07391F88-4295-B94C-B269-65FA76E561AC}" dt="2022-12-04T14:36:56.699" v="702"/>
          <ac:spMkLst>
            <pc:docMk/>
            <pc:sldMk cId="2252357123" sldId="380"/>
            <ac:spMk id="9" creationId="{76BC6391-ED76-4BC8-B0AD-B41387DDC5D0}"/>
          </ac:spMkLst>
        </pc:spChg>
        <pc:grpChg chg="mod">
          <ac:chgData name="Zheng Fei" userId="d19317889db4c986" providerId="LiveId" clId="{07391F88-4295-B94C-B269-65FA76E561AC}" dt="2022-12-04T14:36:55.731" v="700" actId="1076"/>
          <ac:grpSpMkLst>
            <pc:docMk/>
            <pc:sldMk cId="2252357123" sldId="380"/>
            <ac:grpSpMk id="7" creationId="{9A6CA1B3-D9A9-494D-B538-413AA5D00E82}"/>
          </ac:grpSpMkLst>
        </pc:grpChg>
        <pc:picChg chg="mod">
          <ac:chgData name="Zheng Fei" userId="d19317889db4c986" providerId="LiveId" clId="{07391F88-4295-B94C-B269-65FA76E561AC}" dt="2022-12-04T14:05:02.766" v="7"/>
          <ac:picMkLst>
            <pc:docMk/>
            <pc:sldMk cId="2252357123" sldId="380"/>
            <ac:picMk id="4" creationId="{167BD20F-61EE-4175-9264-412073D4F7FA}"/>
          </ac:picMkLst>
        </pc:picChg>
        <pc:cxnChg chg="add mod">
          <ac:chgData name="Zheng Fei" userId="d19317889db4c986" providerId="LiveId" clId="{07391F88-4295-B94C-B269-65FA76E561AC}" dt="2022-12-04T14:36:32.906" v="693"/>
          <ac:cxnSpMkLst>
            <pc:docMk/>
            <pc:sldMk cId="2252357123" sldId="380"/>
            <ac:cxnSpMk id="3" creationId="{AF3FB6FE-7210-8517-D0B0-806ADB2FD906}"/>
          </ac:cxnSpMkLst>
        </pc:cxnChg>
      </pc:sldChg>
      <pc:sldChg chg="modSp del">
        <pc:chgData name="Zheng Fei" userId="d19317889db4c986" providerId="LiveId" clId="{07391F88-4295-B94C-B269-65FA76E561AC}" dt="2022-12-04T14:39:47.306" v="734" actId="2696"/>
        <pc:sldMkLst>
          <pc:docMk/>
          <pc:sldMk cId="43860441" sldId="382"/>
        </pc:sldMkLst>
        <pc:spChg chg="mod">
          <ac:chgData name="Zheng Fei" userId="d19317889db4c986" providerId="LiveId" clId="{07391F88-4295-B94C-B269-65FA76E561AC}" dt="2022-12-04T14:05:02.766" v="7"/>
          <ac:spMkLst>
            <pc:docMk/>
            <pc:sldMk cId="43860441" sldId="382"/>
            <ac:spMk id="2" creationId="{23A07444-7700-444F-A609-8212364C5F8B}"/>
          </ac:spMkLst>
        </pc:spChg>
      </pc:sldChg>
      <pc:sldChg chg="del">
        <pc:chgData name="Zheng Fei" userId="d19317889db4c986" providerId="LiveId" clId="{07391F88-4295-B94C-B269-65FA76E561AC}" dt="2022-12-04T14:37:28.761" v="703" actId="2696"/>
        <pc:sldMkLst>
          <pc:docMk/>
          <pc:sldMk cId="2745007930" sldId="383"/>
        </pc:sldMkLst>
      </pc:sldChg>
      <pc:sldChg chg="del">
        <pc:chgData name="Zheng Fei" userId="d19317889db4c986" providerId="LiveId" clId="{07391F88-4295-B94C-B269-65FA76E561AC}" dt="2022-12-04T14:04:01.655" v="6" actId="2696"/>
        <pc:sldMkLst>
          <pc:docMk/>
          <pc:sldMk cId="2902439285" sldId="389"/>
        </pc:sldMkLst>
      </pc:sldChg>
      <pc:sldChg chg="modSp del">
        <pc:chgData name="Zheng Fei" userId="d19317889db4c986" providerId="LiveId" clId="{07391F88-4295-B94C-B269-65FA76E561AC}" dt="2022-12-04T14:19:47.634" v="246" actId="2696"/>
        <pc:sldMkLst>
          <pc:docMk/>
          <pc:sldMk cId="1431905263" sldId="391"/>
        </pc:sldMkLst>
        <pc:spChg chg="mod">
          <ac:chgData name="Zheng Fei" userId="d19317889db4c986" providerId="LiveId" clId="{07391F88-4295-B94C-B269-65FA76E561AC}" dt="2022-12-04T14:05:02.766" v="7"/>
          <ac:spMkLst>
            <pc:docMk/>
            <pc:sldMk cId="1431905263" sldId="391"/>
            <ac:spMk id="2" creationId="{2E5B3148-AA47-4B4B-B998-0342009183EE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431905263" sldId="391"/>
            <ac:spMk id="4" creationId="{66116466-D588-42A4-8223-1FDF1A19EC23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431905263" sldId="391"/>
            <ac:spMk id="21" creationId="{DAF1966E-FD40-4A4A-B61B-C4DF7FA05F06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431905263" sldId="391"/>
            <ac:spMk id="22" creationId="{047BFA19-D45E-416B-A404-7AF2F3F27017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431905263" sldId="391"/>
            <ac:spMk id="23" creationId="{8E0105E7-23DB-4CF2-8258-FF47C7620F6E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431905263" sldId="391"/>
            <ac:spMk id="24" creationId="{074B4F7D-14B2-478B-8BF5-01E4E0C5D263}"/>
          </ac:spMkLst>
        </pc:spChg>
      </pc:sldChg>
      <pc:sldChg chg="addSp modSp mod">
        <pc:chgData name="Zheng Fei" userId="d19317889db4c986" providerId="LiveId" clId="{07391F88-4295-B94C-B269-65FA76E561AC}" dt="2022-12-04T14:23:37.310" v="289"/>
        <pc:sldMkLst>
          <pc:docMk/>
          <pc:sldMk cId="3932442242" sldId="392"/>
        </pc:sldMkLst>
        <pc:spChg chg="add mod">
          <ac:chgData name="Zheng Fei" userId="d19317889db4c986" providerId="LiveId" clId="{07391F88-4295-B94C-B269-65FA76E561AC}" dt="2022-12-04T14:22:46.376" v="279"/>
          <ac:spMkLst>
            <pc:docMk/>
            <pc:sldMk cId="3932442242" sldId="392"/>
            <ac:spMk id="2" creationId="{01BD7053-2121-11EE-C475-D7B8B4C56465}"/>
          </ac:spMkLst>
        </pc:spChg>
        <pc:spChg chg="mod">
          <ac:chgData name="Zheng Fei" userId="d19317889db4c986" providerId="LiveId" clId="{07391F88-4295-B94C-B269-65FA76E561AC}" dt="2022-12-04T14:23:19.909" v="286" actId="20577"/>
          <ac:spMkLst>
            <pc:docMk/>
            <pc:sldMk cId="3932442242" sldId="392"/>
            <ac:spMk id="5" creationId="{4527AD1F-097F-4413-B410-C612E42FB89B}"/>
          </ac:spMkLst>
        </pc:spChg>
        <pc:picChg chg="mod modCrop">
          <ac:chgData name="Zheng Fei" userId="d19317889db4c986" providerId="LiveId" clId="{07391F88-4295-B94C-B269-65FA76E561AC}" dt="2022-12-04T14:23:37.310" v="289"/>
          <ac:picMkLst>
            <pc:docMk/>
            <pc:sldMk cId="3932442242" sldId="392"/>
            <ac:picMk id="4" creationId="{B5A49BA5-E3E2-45F8-B7CB-2E34AF242C40}"/>
          </ac:picMkLst>
        </pc:picChg>
        <pc:cxnChg chg="add mod">
          <ac:chgData name="Zheng Fei" userId="d19317889db4c986" providerId="LiveId" clId="{07391F88-4295-B94C-B269-65FA76E561AC}" dt="2022-12-04T14:22:46.376" v="279"/>
          <ac:cxnSpMkLst>
            <pc:docMk/>
            <pc:sldMk cId="3932442242" sldId="392"/>
            <ac:cxnSpMk id="3" creationId="{50B4D455-3CEC-97B5-A47C-57AC24D46961}"/>
          </ac:cxnSpMkLst>
        </pc:cxnChg>
      </pc:sldChg>
      <pc:sldChg chg="modSp">
        <pc:chgData name="Zheng Fei" userId="d19317889db4c986" providerId="LiveId" clId="{07391F88-4295-B94C-B269-65FA76E561AC}" dt="2022-12-04T14:05:02.766" v="7"/>
        <pc:sldMkLst>
          <pc:docMk/>
          <pc:sldMk cId="1594873844" sldId="395"/>
        </pc:sldMkLst>
        <pc:spChg chg="mod">
          <ac:chgData name="Zheng Fei" userId="d19317889db4c986" providerId="LiveId" clId="{07391F88-4295-B94C-B269-65FA76E561AC}" dt="2022-12-04T14:05:02.766" v="7"/>
          <ac:spMkLst>
            <pc:docMk/>
            <pc:sldMk cId="1594873844" sldId="395"/>
            <ac:spMk id="6" creationId="{1B410914-34CF-4009-A61C-75CF6506789F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594873844" sldId="395"/>
            <ac:spMk id="7" creationId="{B4104202-8399-4B5E-B1F4-04A0C38F7BA1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594873844" sldId="395"/>
            <ac:spMk id="8" creationId="{D7CEBF2B-2CE6-4B5D-A296-35A30C1C0A8B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594873844" sldId="395"/>
            <ac:spMk id="9" creationId="{224A2C8A-E5A1-49C8-981B-4021755D7A38}"/>
          </ac:spMkLst>
        </pc:spChg>
      </pc:sldChg>
      <pc:sldChg chg="modSp del mod">
        <pc:chgData name="Zheng Fei" userId="d19317889db4c986" providerId="LiveId" clId="{07391F88-4295-B94C-B269-65FA76E561AC}" dt="2022-12-04T14:34:33.485" v="621" actId="2696"/>
        <pc:sldMkLst>
          <pc:docMk/>
          <pc:sldMk cId="2324191358" sldId="398"/>
        </pc:sldMkLst>
        <pc:spChg chg="mod">
          <ac:chgData name="Zheng Fei" userId="d19317889db4c986" providerId="LiveId" clId="{07391F88-4295-B94C-B269-65FA76E561AC}" dt="2022-12-04T14:34:21.516" v="618" actId="21"/>
          <ac:spMkLst>
            <pc:docMk/>
            <pc:sldMk cId="2324191358" sldId="398"/>
            <ac:spMk id="7" creationId="{0A6EC108-3509-4890-8344-0B138F9F80B3}"/>
          </ac:spMkLst>
        </pc:spChg>
      </pc:sldChg>
      <pc:sldChg chg="addSp delSp modSp mod">
        <pc:chgData name="Zheng Fei" userId="d19317889db4c986" providerId="LiveId" clId="{07391F88-4295-B94C-B269-65FA76E561AC}" dt="2022-12-04T14:24:58.907" v="559" actId="20577"/>
        <pc:sldMkLst>
          <pc:docMk/>
          <pc:sldMk cId="968340686" sldId="400"/>
        </pc:sldMkLst>
        <pc:spChg chg="add mod">
          <ac:chgData name="Zheng Fei" userId="d19317889db4c986" providerId="LiveId" clId="{07391F88-4295-B94C-B269-65FA76E561AC}" dt="2022-12-04T14:20:48.551" v="263" actId="12788"/>
          <ac:spMkLst>
            <pc:docMk/>
            <pc:sldMk cId="968340686" sldId="400"/>
            <ac:spMk id="3" creationId="{8E1F4335-23AF-4CDE-3261-047E00F89279}"/>
          </ac:spMkLst>
        </pc:spChg>
        <pc:spChg chg="add mod">
          <ac:chgData name="Zheng Fei" userId="d19317889db4c986" providerId="LiveId" clId="{07391F88-4295-B94C-B269-65FA76E561AC}" dt="2022-12-04T14:24:58.907" v="559" actId="20577"/>
          <ac:spMkLst>
            <pc:docMk/>
            <pc:sldMk cId="968340686" sldId="400"/>
            <ac:spMk id="5" creationId="{604DC3D0-F794-E37E-A397-418CC29F9E1B}"/>
          </ac:spMkLst>
        </pc:spChg>
        <pc:picChg chg="del mod">
          <ac:chgData name="Zheng Fei" userId="d19317889db4c986" providerId="LiveId" clId="{07391F88-4295-B94C-B269-65FA76E561AC}" dt="2022-12-04T14:24:34.986" v="550" actId="478"/>
          <ac:picMkLst>
            <pc:docMk/>
            <pc:sldMk cId="968340686" sldId="400"/>
            <ac:picMk id="2" creationId="{898C07E3-1529-E84B-9F70-8B5F218A11DA}"/>
          </ac:picMkLst>
        </pc:picChg>
        <pc:cxnChg chg="add mod">
          <ac:chgData name="Zheng Fei" userId="d19317889db4c986" providerId="LiveId" clId="{07391F88-4295-B94C-B269-65FA76E561AC}" dt="2022-12-04T14:19:59.651" v="247"/>
          <ac:cxnSpMkLst>
            <pc:docMk/>
            <pc:sldMk cId="968340686" sldId="400"/>
            <ac:cxnSpMk id="4" creationId="{7B11D1B9-687B-614E-DC03-A2E87A0C2250}"/>
          </ac:cxnSpMkLst>
        </pc:cxnChg>
      </pc:sldChg>
      <pc:sldChg chg="modSp del">
        <pc:chgData name="Zheng Fei" userId="d19317889db4c986" providerId="LiveId" clId="{07391F88-4295-B94C-B269-65FA76E561AC}" dt="2022-12-04T14:25:29.893" v="560" actId="2696"/>
        <pc:sldMkLst>
          <pc:docMk/>
          <pc:sldMk cId="3137213224" sldId="402"/>
        </pc:sldMkLst>
        <pc:spChg chg="mod">
          <ac:chgData name="Zheng Fei" userId="d19317889db4c986" providerId="LiveId" clId="{07391F88-4295-B94C-B269-65FA76E561AC}" dt="2022-12-04T14:05:02.766" v="7"/>
          <ac:spMkLst>
            <pc:docMk/>
            <pc:sldMk cId="3137213224" sldId="402"/>
            <ac:spMk id="3" creationId="{2924E845-0B49-416B-B0ED-113AA34B4112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137213224" sldId="402"/>
            <ac:spMk id="6" creationId="{C7BA94A4-0B2D-4FDB-B2B1-CDC8AC81AA57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137213224" sldId="402"/>
            <ac:spMk id="8" creationId="{5838EE6D-2C3A-9F42-8E0F-8AD6F2B8768F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137213224" sldId="402"/>
            <ac:spMk id="9" creationId="{6015DF5D-336E-D94C-BEF0-350EC25392E0}"/>
          </ac:spMkLst>
        </pc:spChg>
      </pc:sldChg>
      <pc:sldChg chg="modSp del">
        <pc:chgData name="Zheng Fei" userId="d19317889db4c986" providerId="LiveId" clId="{07391F88-4295-B94C-B269-65FA76E561AC}" dt="2022-12-04T14:25:31.168" v="561" actId="2696"/>
        <pc:sldMkLst>
          <pc:docMk/>
          <pc:sldMk cId="2259089914" sldId="403"/>
        </pc:sldMkLst>
        <pc:spChg chg="mod">
          <ac:chgData name="Zheng Fei" userId="d19317889db4c986" providerId="LiveId" clId="{07391F88-4295-B94C-B269-65FA76E561AC}" dt="2022-12-04T14:05:02.766" v="7"/>
          <ac:spMkLst>
            <pc:docMk/>
            <pc:sldMk cId="2259089914" sldId="403"/>
            <ac:spMk id="4" creationId="{DC5B65AC-E5FA-4FFB-BABB-487319BD7E5A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259089914" sldId="403"/>
            <ac:spMk id="7" creationId="{E43B3AEC-93BB-422F-8F84-0D64DBD52854}"/>
          </ac:spMkLst>
        </pc:spChg>
      </pc:sldChg>
      <pc:sldChg chg="addSp delSp modSp mod">
        <pc:chgData name="Zheng Fei" userId="d19317889db4c986" providerId="LiveId" clId="{07391F88-4295-B94C-B269-65FA76E561AC}" dt="2022-12-04T14:26:03.402" v="564"/>
        <pc:sldMkLst>
          <pc:docMk/>
          <pc:sldMk cId="4284922600" sldId="407"/>
        </pc:sldMkLst>
        <pc:spChg chg="del mod">
          <ac:chgData name="Zheng Fei" userId="d19317889db4c986" providerId="LiveId" clId="{07391F88-4295-B94C-B269-65FA76E561AC}" dt="2022-12-04T14:25:49.554" v="562" actId="478"/>
          <ac:spMkLst>
            <pc:docMk/>
            <pc:sldMk cId="4284922600" sldId="407"/>
            <ac:spMk id="3" creationId="{B25EB83D-7FD7-D146-A2C4-E3F451814289}"/>
          </ac:spMkLst>
        </pc:spChg>
        <pc:spChg chg="add mod">
          <ac:chgData name="Zheng Fei" userId="d19317889db4c986" providerId="LiveId" clId="{07391F88-4295-B94C-B269-65FA76E561AC}" dt="2022-12-04T14:26:03.402" v="564"/>
          <ac:spMkLst>
            <pc:docMk/>
            <pc:sldMk cId="4284922600" sldId="407"/>
            <ac:spMk id="4" creationId="{C23177CD-D741-8C77-A7EA-AED4B2E815C8}"/>
          </ac:spMkLst>
        </pc:spChg>
        <pc:spChg chg="del mod topLvl">
          <ac:chgData name="Zheng Fei" userId="d19317889db4c986" providerId="LiveId" clId="{07391F88-4295-B94C-B269-65FA76E561AC}" dt="2022-12-04T14:25:53.905" v="563" actId="478"/>
          <ac:spMkLst>
            <pc:docMk/>
            <pc:sldMk cId="4284922600" sldId="407"/>
            <ac:spMk id="6" creationId="{2F509E0D-A7BE-2140-AD02-EC87DCB367EA}"/>
          </ac:spMkLst>
        </pc:spChg>
        <pc:grpChg chg="del mod">
          <ac:chgData name="Zheng Fei" userId="d19317889db4c986" providerId="LiveId" clId="{07391F88-4295-B94C-B269-65FA76E561AC}" dt="2022-12-04T14:25:53.905" v="563" actId="478"/>
          <ac:grpSpMkLst>
            <pc:docMk/>
            <pc:sldMk cId="4284922600" sldId="407"/>
            <ac:grpSpMk id="7" creationId="{298F8B6A-6FF8-F94D-A31A-BD07D20C4978}"/>
          </ac:grpSpMkLst>
        </pc:grpChg>
        <pc:picChg chg="mod topLvl">
          <ac:chgData name="Zheng Fei" userId="d19317889db4c986" providerId="LiveId" clId="{07391F88-4295-B94C-B269-65FA76E561AC}" dt="2022-12-04T14:25:53.905" v="563" actId="478"/>
          <ac:picMkLst>
            <pc:docMk/>
            <pc:sldMk cId="4284922600" sldId="407"/>
            <ac:picMk id="5" creationId="{AB591640-C423-D44D-80BE-68E3940D89CB}"/>
          </ac:picMkLst>
        </pc:picChg>
        <pc:cxnChg chg="add mod">
          <ac:chgData name="Zheng Fei" userId="d19317889db4c986" providerId="LiveId" clId="{07391F88-4295-B94C-B269-65FA76E561AC}" dt="2022-12-04T14:26:03.402" v="564"/>
          <ac:cxnSpMkLst>
            <pc:docMk/>
            <pc:sldMk cId="4284922600" sldId="407"/>
            <ac:cxnSpMk id="8" creationId="{4DEA98F6-C91D-F26F-7F91-006C298E47B3}"/>
          </ac:cxnSpMkLst>
        </pc:cxnChg>
      </pc:sldChg>
      <pc:sldChg chg="addSp delSp modSp mod">
        <pc:chgData name="Zheng Fei" userId="d19317889db4c986" providerId="LiveId" clId="{07391F88-4295-B94C-B269-65FA76E561AC}" dt="2022-12-04T14:17:43.991" v="241" actId="12788"/>
        <pc:sldMkLst>
          <pc:docMk/>
          <pc:sldMk cId="1656060950" sldId="410"/>
        </pc:sldMkLst>
        <pc:spChg chg="mod">
          <ac:chgData name="Zheng Fei" userId="d19317889db4c986" providerId="LiveId" clId="{07391F88-4295-B94C-B269-65FA76E561AC}" dt="2022-12-04T14:16:14.607" v="208" actId="2710"/>
          <ac:spMkLst>
            <pc:docMk/>
            <pc:sldMk cId="1656060950" sldId="410"/>
            <ac:spMk id="2" creationId="{4E0830A4-CC63-6847-AE9B-B54FBE497506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4" creationId="{D295CB83-179B-0748-BC17-4791C4686509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5" creationId="{38C483C5-9629-9949-AEF5-79245828EE21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6" creationId="{06FDD640-E221-4F4B-8769-F61CFFBFF640}"/>
          </ac:spMkLst>
        </pc:spChg>
        <pc:spChg chg="add mod">
          <ac:chgData name="Zheng Fei" userId="d19317889db4c986" providerId="LiveId" clId="{07391F88-4295-B94C-B269-65FA76E561AC}" dt="2022-12-04T14:17:43.991" v="241" actId="12788"/>
          <ac:spMkLst>
            <pc:docMk/>
            <pc:sldMk cId="1656060950" sldId="410"/>
            <ac:spMk id="7" creationId="{CA9A53FE-120B-742B-920D-80D7AAA963C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22" creationId="{A56864CC-C0D3-DF49-81A2-E2B4692DE1F4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23" creationId="{2D29E339-D2DA-EA4D-B52B-B93884E505D3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24" creationId="{92C54579-000D-DF49-AAF4-B1CB264E94F7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32" creationId="{1F6297F9-CDE6-744B-A908-D16889D524E2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33" creationId="{ACB2FD1E-60AA-2644-9988-C0014D107F6E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34" creationId="{792449B0-6182-CC4B-8BEF-122A204250DB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35" creationId="{5A34C2AB-5F66-4346-AA28-96FC9560BA3B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36" creationId="{B7D3D4A0-A03E-7942-A5CF-175C638D1F37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37" creationId="{6FBD25EE-ABA6-D94A-8DD5-E50848C889A8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65" creationId="{B85BFA10-6509-694E-8AB4-1FA0AC79ABBD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66" creationId="{AC49EBB4-D528-C94D-8475-C78DF8A1CB91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92" creationId="{DF3DE411-CC3D-154E-89A7-67FF1EC804F5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93" creationId="{7F56C5F3-6369-C249-B289-9075C4CA76F3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94" creationId="{0875DC91-040E-BB4C-9670-A5E5BACCBE54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95" creationId="{1C4410DF-1C87-1B4C-AEBE-058DC33D2E97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96" creationId="{2696D566-C2A8-2145-AD00-7196BB924615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97" creationId="{CE2D1BFA-CE40-244F-A935-6D8EC61DDD0C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656060950" sldId="410"/>
            <ac:spMk id="98" creationId="{EF599CD2-88C5-5540-954E-24FCCAD91CE0}"/>
          </ac:spMkLst>
        </pc:spChg>
        <pc:spChg chg="del mod">
          <ac:chgData name="Zheng Fei" userId="d19317889db4c986" providerId="LiveId" clId="{07391F88-4295-B94C-B269-65FA76E561AC}" dt="2022-12-04T14:11:11.534" v="104" actId="478"/>
          <ac:spMkLst>
            <pc:docMk/>
            <pc:sldMk cId="1656060950" sldId="410"/>
            <ac:spMk id="107" creationId="{240C76B9-9672-9245-9D0A-01069957EC75}"/>
          </ac:spMkLst>
        </pc:spChg>
        <pc:spChg chg="del mod">
          <ac:chgData name="Zheng Fei" userId="d19317889db4c986" providerId="LiveId" clId="{07391F88-4295-B94C-B269-65FA76E561AC}" dt="2022-12-04T14:11:17.295" v="106" actId="478"/>
          <ac:spMkLst>
            <pc:docMk/>
            <pc:sldMk cId="1656060950" sldId="410"/>
            <ac:spMk id="108" creationId="{86603BD3-912E-7447-9CE1-347847AA800B}"/>
          </ac:spMkLst>
        </pc:spChg>
        <pc:spChg chg="del mod">
          <ac:chgData name="Zheng Fei" userId="d19317889db4c986" providerId="LiveId" clId="{07391F88-4295-B94C-B269-65FA76E561AC}" dt="2022-12-04T14:11:17.295" v="106" actId="478"/>
          <ac:spMkLst>
            <pc:docMk/>
            <pc:sldMk cId="1656060950" sldId="410"/>
            <ac:spMk id="109" creationId="{BFBDB6D9-C24F-E847-9522-2ED041BA91BC}"/>
          </ac:spMkLst>
        </pc:s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656060950" sldId="410"/>
            <ac:grpSpMk id="20" creationId="{CB4022F7-A2F5-4F49-A950-01C7571C3A1C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656060950" sldId="410"/>
            <ac:grpSpMk id="21" creationId="{81F179FC-96EF-4A40-AF0E-D44D76E6A28A}"/>
          </ac:grpSpMkLst>
        </pc:grpChg>
        <pc:grpChg chg="del mod">
          <ac:chgData name="Zheng Fei" userId="d19317889db4c986" providerId="LiveId" clId="{07391F88-4295-B94C-B269-65FA76E561AC}" dt="2022-12-04T14:11:17.295" v="106" actId="478"/>
          <ac:grpSpMkLst>
            <pc:docMk/>
            <pc:sldMk cId="1656060950" sldId="410"/>
            <ac:grpSpMk id="88" creationId="{24BFD0F6-CAE8-6646-9B8C-E99867E3595C}"/>
          </ac:grpSpMkLst>
        </pc:grpChg>
        <pc:grpChg chg="del mod">
          <ac:chgData name="Zheng Fei" userId="d19317889db4c986" providerId="LiveId" clId="{07391F88-4295-B94C-B269-65FA76E561AC}" dt="2022-12-04T14:11:12.917" v="105" actId="478"/>
          <ac:grpSpMkLst>
            <pc:docMk/>
            <pc:sldMk cId="1656060950" sldId="410"/>
            <ac:grpSpMk id="89" creationId="{282A555A-1AD1-DF49-9762-6A59A8B7E9A9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656060950" sldId="410"/>
            <ac:grpSpMk id="91" creationId="{FDEE6F90-AD5A-1449-A8E0-67F752042A80}"/>
          </ac:grpSpMkLst>
        </pc:grpChg>
        <pc:grpChg chg="del mod">
          <ac:chgData name="Zheng Fei" userId="d19317889db4c986" providerId="LiveId" clId="{07391F88-4295-B94C-B269-65FA76E561AC}" dt="2022-12-04T14:11:07.875" v="103" actId="478"/>
          <ac:grpSpMkLst>
            <pc:docMk/>
            <pc:sldMk cId="1656060950" sldId="410"/>
            <ac:grpSpMk id="110" creationId="{D84B6891-D203-364E-A950-A04C6C5908B0}"/>
          </ac:grpSpMkLst>
        </pc:grp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4" creationId="{7F097E72-13A9-724E-96E5-B5CF9FFFCF48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5" creationId="{8D719405-F9B9-8A41-ADD1-6BC5780F2DB1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6" creationId="{44427CA0-9770-AB42-A49C-A1A9D18EB35B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7" creationId="{41DBCD8F-B80E-1F4D-BA1C-9890E67A7C89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8" creationId="{0096FAFF-6ADB-644A-A776-1C7FFEB9EF15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9" creationId="{10417A67-CF83-E743-8784-AFBF161E068D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25" creationId="{761FA723-3B2D-B242-8E34-85DD9F47927D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26" creationId="{6385B7E8-DFA1-3949-918C-1DA09570335F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27" creationId="{228151E9-2841-CD42-A1BD-9FD2063C884F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28" creationId="{17B541E6-6A7E-DE4E-84C3-FC4B9DFF3D35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29" creationId="{F03585EF-D21A-554F-A570-F3DD1AD6F314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30" creationId="{27AA90DB-4681-BB48-9550-2442E12B5819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31" creationId="{5FA411FE-F504-5249-B127-A9C79A60CEA1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05" creationId="{B05044D3-C7F2-2740-8AE7-C2D53EE5CFC4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656060950" sldId="410"/>
            <ac:inkMk id="106" creationId="{41AA67F4-CC1A-7B49-B247-4513F97780F1}"/>
          </ac:inkMkLst>
        </pc:inkChg>
        <pc:cxnChg chg="add mod">
          <ac:chgData name="Zheng Fei" userId="d19317889db4c986" providerId="LiveId" clId="{07391F88-4295-B94C-B269-65FA76E561AC}" dt="2022-12-04T14:10:54.319" v="102"/>
          <ac:cxnSpMkLst>
            <pc:docMk/>
            <pc:sldMk cId="1656060950" sldId="410"/>
            <ac:cxnSpMk id="3" creationId="{D7B4929B-8503-F434-FC9F-8B69A4F4DB3F}"/>
          </ac:cxnSpMkLst>
        </pc:cxnChg>
      </pc:sldChg>
      <pc:sldChg chg="addSp delSp modSp mod">
        <pc:chgData name="Zheng Fei" userId="d19317889db4c986" providerId="LiveId" clId="{07391F88-4295-B94C-B269-65FA76E561AC}" dt="2022-12-04T14:17:31.791" v="239" actId="12788"/>
        <pc:sldMkLst>
          <pc:docMk/>
          <pc:sldMk cId="1723542248" sldId="411"/>
        </pc:sldMkLst>
        <pc:spChg chg="del mod">
          <ac:chgData name="Zheng Fei" userId="d19317889db4c986" providerId="LiveId" clId="{07391F88-4295-B94C-B269-65FA76E561AC}" dt="2022-12-04T14:16:39.893" v="209" actId="478"/>
          <ac:spMkLst>
            <pc:docMk/>
            <pc:sldMk cId="1723542248" sldId="411"/>
            <ac:spMk id="2" creationId="{74C7DC79-43E7-3945-A545-BF5AAED0B6F7}"/>
          </ac:spMkLst>
        </pc:spChg>
        <pc:spChg chg="add mod">
          <ac:chgData name="Zheng Fei" userId="d19317889db4c986" providerId="LiveId" clId="{07391F88-4295-B94C-B269-65FA76E561AC}" dt="2022-12-04T14:17:31.791" v="239" actId="12788"/>
          <ac:spMkLst>
            <pc:docMk/>
            <pc:sldMk cId="1723542248" sldId="411"/>
            <ac:spMk id="6" creationId="{E73F620B-D064-C3BD-560B-46FAA44D55BF}"/>
          </ac:spMkLst>
        </pc:spChg>
        <pc:cxnChg chg="add mod">
          <ac:chgData name="Zheng Fei" userId="d19317889db4c986" providerId="LiveId" clId="{07391F88-4295-B94C-B269-65FA76E561AC}" dt="2022-12-04T14:16:47.168" v="210"/>
          <ac:cxnSpMkLst>
            <pc:docMk/>
            <pc:sldMk cId="1723542248" sldId="411"/>
            <ac:cxnSpMk id="5" creationId="{B25E7BFA-BB69-3148-3B49-D8F48C0BF515}"/>
          </ac:cxnSpMkLst>
        </pc:cxnChg>
      </pc:sldChg>
      <pc:sldChg chg="addSp delSp modSp mod">
        <pc:chgData name="Zheng Fei" userId="d19317889db4c986" providerId="LiveId" clId="{07391F88-4295-B94C-B269-65FA76E561AC}" dt="2022-12-04T14:41:36.044" v="756" actId="478"/>
        <pc:sldMkLst>
          <pc:docMk/>
          <pc:sldMk cId="2451401285" sldId="412"/>
        </pc:sldMkLst>
        <pc:spChg chg="add mod">
          <ac:chgData name="Zheng Fei" userId="d19317889db4c986" providerId="LiveId" clId="{07391F88-4295-B94C-B269-65FA76E561AC}" dt="2022-12-04T14:41:02.387" v="744" actId="12788"/>
          <ac:spMkLst>
            <pc:docMk/>
            <pc:sldMk cId="2451401285" sldId="412"/>
            <ac:spMk id="2" creationId="{56AD0BF3-F15C-7754-EADE-A230D3225AFA}"/>
          </ac:spMkLst>
        </pc:spChg>
        <pc:spChg chg="del mod">
          <ac:chgData name="Zheng Fei" userId="d19317889db4c986" providerId="LiveId" clId="{07391F88-4295-B94C-B269-65FA76E561AC}" dt="2022-12-04T14:41:30.899" v="753" actId="478"/>
          <ac:spMkLst>
            <pc:docMk/>
            <pc:sldMk cId="2451401285" sldId="412"/>
            <ac:spMk id="8" creationId="{4F834736-A12B-431B-B8B7-6AAD046032ED}"/>
          </ac:spMkLst>
        </pc:spChg>
        <pc:spChg chg="del mod">
          <ac:chgData name="Zheng Fei" userId="d19317889db4c986" providerId="LiveId" clId="{07391F88-4295-B94C-B269-65FA76E561AC}" dt="2022-12-04T14:41:34.737" v="755" actId="478"/>
          <ac:spMkLst>
            <pc:docMk/>
            <pc:sldMk cId="2451401285" sldId="412"/>
            <ac:spMk id="13" creationId="{25D39DBF-F6BE-7041-BCEC-241C2E03F8FE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451401285" sldId="412"/>
            <ac:spMk id="14" creationId="{00382DBC-DC59-46B2-9783-EB97F1FFA44B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451401285" sldId="412"/>
            <ac:spMk id="16" creationId="{D1B37094-6540-4A69-A097-D9928D82D393}"/>
          </ac:spMkLst>
        </pc:s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2451401285" sldId="412"/>
            <ac:grpSpMk id="15" creationId="{D1707086-A51C-4AE3-A0E8-5DCF78BCAF63}"/>
          </ac:grpSpMkLst>
        </pc:grpChg>
        <pc:picChg chg="del">
          <ac:chgData name="Zheng Fei" userId="d19317889db4c986" providerId="LiveId" clId="{07391F88-4295-B94C-B269-65FA76E561AC}" dt="2022-12-04T14:41:29.284" v="752" actId="478"/>
          <ac:picMkLst>
            <pc:docMk/>
            <pc:sldMk cId="2451401285" sldId="412"/>
            <ac:picMk id="11" creationId="{D1CD5E50-160D-4BC5-B29E-AA52949A0E8A}"/>
          </ac:picMkLst>
        </pc:picChg>
        <pc:picChg chg="mod">
          <ac:chgData name="Zheng Fei" userId="d19317889db4c986" providerId="LiveId" clId="{07391F88-4295-B94C-B269-65FA76E561AC}" dt="2022-12-04T14:05:02.766" v="7"/>
          <ac:picMkLst>
            <pc:docMk/>
            <pc:sldMk cId="2451401285" sldId="412"/>
            <ac:picMk id="12" creationId="{3F2238AF-52D2-451C-ABEF-21D48634C069}"/>
          </ac:picMkLst>
        </pc:picChg>
        <pc:picChg chg="del">
          <ac:chgData name="Zheng Fei" userId="d19317889db4c986" providerId="LiveId" clId="{07391F88-4295-B94C-B269-65FA76E561AC}" dt="2022-12-04T14:41:36.044" v="756" actId="478"/>
          <ac:picMkLst>
            <pc:docMk/>
            <pc:sldMk cId="2451401285" sldId="412"/>
            <ac:picMk id="17" creationId="{1EBCDBE4-D57C-F149-A355-711B93B53CE8}"/>
          </ac:picMkLst>
        </pc:picChg>
        <pc:cxnChg chg="add mod">
          <ac:chgData name="Zheng Fei" userId="d19317889db4c986" providerId="LiveId" clId="{07391F88-4295-B94C-B269-65FA76E561AC}" dt="2022-12-04T14:40:40.021" v="736"/>
          <ac:cxnSpMkLst>
            <pc:docMk/>
            <pc:sldMk cId="2451401285" sldId="412"/>
            <ac:cxnSpMk id="3" creationId="{4733F599-0C35-FEB5-6477-86BB551787DC}"/>
          </ac:cxnSpMkLst>
        </pc:cxnChg>
      </pc:sldChg>
      <pc:sldChg chg="addSp modSp">
        <pc:chgData name="Zheng Fei" userId="d19317889db4c986" providerId="LiveId" clId="{07391F88-4295-B94C-B269-65FA76E561AC}" dt="2022-12-04T14:41:51.033" v="759"/>
        <pc:sldMkLst>
          <pc:docMk/>
          <pc:sldMk cId="2272592690" sldId="413"/>
        </pc:sldMkLst>
        <pc:spChg chg="mod">
          <ac:chgData name="Zheng Fei" userId="d19317889db4c986" providerId="LiveId" clId="{07391F88-4295-B94C-B269-65FA76E561AC}" dt="2022-12-04T14:05:02.766" v="7"/>
          <ac:spMkLst>
            <pc:docMk/>
            <pc:sldMk cId="2272592690" sldId="413"/>
            <ac:spMk id="2" creationId="{4FF7BDAA-5FE2-440F-9C70-91B3DA8B4518}"/>
          </ac:spMkLst>
        </pc:spChg>
        <pc:spChg chg="add mod">
          <ac:chgData name="Zheng Fei" userId="d19317889db4c986" providerId="LiveId" clId="{07391F88-4295-B94C-B269-65FA76E561AC}" dt="2022-12-04T14:41:51.033" v="759"/>
          <ac:spMkLst>
            <pc:docMk/>
            <pc:sldMk cId="2272592690" sldId="413"/>
            <ac:spMk id="3" creationId="{683C7055-E745-CA6D-BC4F-E25402DC2AB9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272592690" sldId="413"/>
            <ac:spMk id="5" creationId="{FC588E7B-67FF-4783-95F5-BF23E5B26FAA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272592690" sldId="413"/>
            <ac:spMk id="6" creationId="{86975D27-D5A6-4FC6-878A-FD93A4B372BE}"/>
          </ac:spMkLst>
        </pc:s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2272592690" sldId="413"/>
            <ac:grpSpMk id="7" creationId="{23388FE4-159D-4AB9-B535-A268869D9F0B}"/>
          </ac:grpSpMkLst>
        </pc:grpChg>
        <pc:picChg chg="mod">
          <ac:chgData name="Zheng Fei" userId="d19317889db4c986" providerId="LiveId" clId="{07391F88-4295-B94C-B269-65FA76E561AC}" dt="2022-12-04T14:05:02.766" v="7"/>
          <ac:picMkLst>
            <pc:docMk/>
            <pc:sldMk cId="2272592690" sldId="413"/>
            <ac:picMk id="4" creationId="{FED799B6-3577-46B4-8F70-9B5C0C69C2DA}"/>
          </ac:picMkLst>
        </pc:picChg>
        <pc:cxnChg chg="add mod">
          <ac:chgData name="Zheng Fei" userId="d19317889db4c986" providerId="LiveId" clId="{07391F88-4295-B94C-B269-65FA76E561AC}" dt="2022-12-04T14:41:51.033" v="759"/>
          <ac:cxnSpMkLst>
            <pc:docMk/>
            <pc:sldMk cId="2272592690" sldId="413"/>
            <ac:cxnSpMk id="8" creationId="{8260599B-80DD-D989-7AC5-CD2C6863AA94}"/>
          </ac:cxnSpMkLst>
        </pc:cxnChg>
      </pc:sldChg>
      <pc:sldChg chg="addSp delSp modSp mod">
        <pc:chgData name="Zheng Fei" userId="d19317889db4c986" providerId="LiveId" clId="{07391F88-4295-B94C-B269-65FA76E561AC}" dt="2022-12-04T14:44:20.896" v="865" actId="14100"/>
        <pc:sldMkLst>
          <pc:docMk/>
          <pc:sldMk cId="550212570" sldId="414"/>
        </pc:sldMkLst>
        <pc:spChg chg="add mod">
          <ac:chgData name="Zheng Fei" userId="d19317889db4c986" providerId="LiveId" clId="{07391F88-4295-B94C-B269-65FA76E561AC}" dt="2022-12-04T14:43:06.081" v="853" actId="12788"/>
          <ac:spMkLst>
            <pc:docMk/>
            <pc:sldMk cId="550212570" sldId="414"/>
            <ac:spMk id="2" creationId="{3E847502-3398-FD7C-1356-3EB00235E23A}"/>
          </ac:spMkLst>
        </pc:spChg>
        <pc:spChg chg="mod">
          <ac:chgData name="Zheng Fei" userId="d19317889db4c986" providerId="LiveId" clId="{07391F88-4295-B94C-B269-65FA76E561AC}" dt="2022-12-04T14:44:20.896" v="865" actId="14100"/>
          <ac:spMkLst>
            <pc:docMk/>
            <pc:sldMk cId="550212570" sldId="414"/>
            <ac:spMk id="4" creationId="{B85D76CF-1F75-4B9E-BC9E-7A6FE01EBA31}"/>
          </ac:spMkLst>
        </pc:spChg>
        <pc:spChg chg="del mod">
          <ac:chgData name="Zheng Fei" userId="d19317889db4c986" providerId="LiveId" clId="{07391F88-4295-B94C-B269-65FA76E561AC}" dt="2022-12-04T14:44:15.650" v="863" actId="478"/>
          <ac:spMkLst>
            <pc:docMk/>
            <pc:sldMk cId="550212570" sldId="414"/>
            <ac:spMk id="5" creationId="{AF5FB3BB-EBF7-45BF-8AC4-824D0A6F23EA}"/>
          </ac:spMkLst>
        </pc:spChg>
        <pc:spChg chg="del mod">
          <ac:chgData name="Zheng Fei" userId="d19317889db4c986" providerId="LiveId" clId="{07391F88-4295-B94C-B269-65FA76E561AC}" dt="2022-12-04T14:44:15.650" v="863" actId="478"/>
          <ac:spMkLst>
            <pc:docMk/>
            <pc:sldMk cId="550212570" sldId="414"/>
            <ac:spMk id="6" creationId="{36F6282D-1964-4F6C-ACF1-6C37598EB8A2}"/>
          </ac:spMkLst>
        </pc:spChg>
        <pc:cxnChg chg="add mod">
          <ac:chgData name="Zheng Fei" userId="d19317889db4c986" providerId="LiveId" clId="{07391F88-4295-B94C-B269-65FA76E561AC}" dt="2022-12-04T14:42:47.353" v="782"/>
          <ac:cxnSpMkLst>
            <pc:docMk/>
            <pc:sldMk cId="550212570" sldId="414"/>
            <ac:cxnSpMk id="3" creationId="{BA6FD42E-4DB6-E295-DEBA-D5643ABD6C00}"/>
          </ac:cxnSpMkLst>
        </pc:cxnChg>
      </pc:sldChg>
      <pc:sldChg chg="addSp delSp modSp mod">
        <pc:chgData name="Zheng Fei" userId="d19317889db4c986" providerId="LiveId" clId="{07391F88-4295-B94C-B269-65FA76E561AC}" dt="2022-12-04T14:42:14.432" v="776" actId="1036"/>
        <pc:sldMkLst>
          <pc:docMk/>
          <pc:sldMk cId="2491252977" sldId="415"/>
        </pc:sldMkLst>
        <pc:spChg chg="add mod">
          <ac:chgData name="Zheng Fei" userId="d19317889db4c986" providerId="LiveId" clId="{07391F88-4295-B94C-B269-65FA76E561AC}" dt="2022-12-04T14:41:56.703" v="760"/>
          <ac:spMkLst>
            <pc:docMk/>
            <pc:sldMk cId="2491252977" sldId="415"/>
            <ac:spMk id="2" creationId="{B401FABF-C351-1335-6D8E-34B4EB8B2896}"/>
          </ac:spMkLst>
        </pc:spChg>
        <pc:spChg chg="del mod">
          <ac:chgData name="Zheng Fei" userId="d19317889db4c986" providerId="LiveId" clId="{07391F88-4295-B94C-B269-65FA76E561AC}" dt="2022-12-04T14:42:10.006" v="762" actId="478"/>
          <ac:spMkLst>
            <pc:docMk/>
            <pc:sldMk cId="2491252977" sldId="415"/>
            <ac:spMk id="4" creationId="{48C61AF5-6D15-4499-AECB-DBD2269F3539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2491252977" sldId="415"/>
            <ac:spMk id="7" creationId="{0F1560E2-CD22-4C59-8AB5-0DD7F1976730}"/>
          </ac:spMkLst>
        </pc:spChg>
        <pc:spChg chg="mod">
          <ac:chgData name="Zheng Fei" userId="d19317889db4c986" providerId="LiveId" clId="{07391F88-4295-B94C-B269-65FA76E561AC}" dt="2022-12-04T14:42:14.432" v="776" actId="1036"/>
          <ac:spMkLst>
            <pc:docMk/>
            <pc:sldMk cId="2491252977" sldId="415"/>
            <ac:spMk id="9" creationId="{CB653D0E-476D-F94D-9C46-065DCCE26076}"/>
          </ac:spMkLst>
        </pc:spChg>
        <pc:grpChg chg="del mod">
          <ac:chgData name="Zheng Fei" userId="d19317889db4c986" providerId="LiveId" clId="{07391F88-4295-B94C-B269-65FA76E561AC}" dt="2022-12-04T14:42:10.006" v="762" actId="478"/>
          <ac:grpSpMkLst>
            <pc:docMk/>
            <pc:sldMk cId="2491252977" sldId="415"/>
            <ac:grpSpMk id="8" creationId="{985891DB-6609-4715-8E5F-23663E170167}"/>
          </ac:grpSpMkLst>
        </pc:grpChg>
        <pc:picChg chg="mod">
          <ac:chgData name="Zheng Fei" userId="d19317889db4c986" providerId="LiveId" clId="{07391F88-4295-B94C-B269-65FA76E561AC}" dt="2022-12-04T14:05:02.766" v="7"/>
          <ac:picMkLst>
            <pc:docMk/>
            <pc:sldMk cId="2491252977" sldId="415"/>
            <ac:picMk id="6" creationId="{8D10DFE7-583B-498F-973A-95E5BB5E5D04}"/>
          </ac:picMkLst>
        </pc:picChg>
        <pc:cxnChg chg="add mod">
          <ac:chgData name="Zheng Fei" userId="d19317889db4c986" providerId="LiveId" clId="{07391F88-4295-B94C-B269-65FA76E561AC}" dt="2022-12-04T14:41:56.703" v="760"/>
          <ac:cxnSpMkLst>
            <pc:docMk/>
            <pc:sldMk cId="2491252977" sldId="415"/>
            <ac:cxnSpMk id="3" creationId="{E9292C4E-9BF8-829A-C070-03628B724587}"/>
          </ac:cxnSpMkLst>
        </pc:cxnChg>
      </pc:sldChg>
      <pc:sldChg chg="addSp modSp mod">
        <pc:chgData name="Zheng Fei" userId="d19317889db4c986" providerId="LiveId" clId="{07391F88-4295-B94C-B269-65FA76E561AC}" dt="2022-12-04T14:44:43.780" v="870" actId="14100"/>
        <pc:sldMkLst>
          <pc:docMk/>
          <pc:sldMk cId="1440175628" sldId="416"/>
        </pc:sldMkLst>
        <pc:spChg chg="add mod">
          <ac:chgData name="Zheng Fei" userId="d19317889db4c986" providerId="LiveId" clId="{07391F88-4295-B94C-B269-65FA76E561AC}" dt="2022-12-04T14:44:01.256" v="861"/>
          <ac:spMkLst>
            <pc:docMk/>
            <pc:sldMk cId="1440175628" sldId="416"/>
            <ac:spMk id="2" creationId="{837A080C-66D0-D551-A444-527E5A233D60}"/>
          </ac:spMkLst>
        </pc:spChg>
        <pc:spChg chg="mod">
          <ac:chgData name="Zheng Fei" userId="d19317889db4c986" providerId="LiveId" clId="{07391F88-4295-B94C-B269-65FA76E561AC}" dt="2022-12-04T14:44:34.746" v="867" actId="14100"/>
          <ac:spMkLst>
            <pc:docMk/>
            <pc:sldMk cId="1440175628" sldId="416"/>
            <ac:spMk id="3" creationId="{A745E50B-080B-425F-B879-15786F902C6F}"/>
          </ac:spMkLst>
        </pc:spChg>
        <pc:picChg chg="mod">
          <ac:chgData name="Zheng Fei" userId="d19317889db4c986" providerId="LiveId" clId="{07391F88-4295-B94C-B269-65FA76E561AC}" dt="2022-12-04T14:44:43.780" v="870" actId="14100"/>
          <ac:picMkLst>
            <pc:docMk/>
            <pc:sldMk cId="1440175628" sldId="416"/>
            <ac:picMk id="5" creationId="{498655D5-9F8B-4441-8CD6-B8F757E9B950}"/>
          </ac:picMkLst>
        </pc:picChg>
        <pc:picChg chg="mod">
          <ac:chgData name="Zheng Fei" userId="d19317889db4c986" providerId="LiveId" clId="{07391F88-4295-B94C-B269-65FA76E561AC}" dt="2022-12-04T14:44:40.563" v="869" actId="1076"/>
          <ac:picMkLst>
            <pc:docMk/>
            <pc:sldMk cId="1440175628" sldId="416"/>
            <ac:picMk id="7" creationId="{9DC1CD41-C92C-4249-AE50-11F0783EDEDB}"/>
          </ac:picMkLst>
        </pc:picChg>
        <pc:cxnChg chg="add mod">
          <ac:chgData name="Zheng Fei" userId="d19317889db4c986" providerId="LiveId" clId="{07391F88-4295-B94C-B269-65FA76E561AC}" dt="2022-12-04T14:44:01.256" v="861"/>
          <ac:cxnSpMkLst>
            <pc:docMk/>
            <pc:sldMk cId="1440175628" sldId="416"/>
            <ac:cxnSpMk id="4" creationId="{DADCFB4A-3BA3-1F2F-312C-4D576BBE3461}"/>
          </ac:cxnSpMkLst>
        </pc:cxnChg>
      </pc:sldChg>
      <pc:sldChg chg="addSp modSp mod">
        <pc:chgData name="Zheng Fei" userId="d19317889db4c986" providerId="LiveId" clId="{07391F88-4295-B94C-B269-65FA76E561AC}" dt="2022-12-04T14:36:20.763" v="692" actId="1076"/>
        <pc:sldMkLst>
          <pc:docMk/>
          <pc:sldMk cId="2327986212" sldId="417"/>
        </pc:sldMkLst>
        <pc:spChg chg="mod">
          <ac:chgData name="Zheng Fei" userId="d19317889db4c986" providerId="LiveId" clId="{07391F88-4295-B94C-B269-65FA76E561AC}" dt="2022-12-04T14:36:20.763" v="692" actId="1076"/>
          <ac:spMkLst>
            <pc:docMk/>
            <pc:sldMk cId="2327986212" sldId="417"/>
            <ac:spMk id="2" creationId="{3E541CF1-7FA2-4D47-BC1E-00785DEAD599}"/>
          </ac:spMkLst>
        </pc:spChg>
        <pc:spChg chg="add mod">
          <ac:chgData name="Zheng Fei" userId="d19317889db4c986" providerId="LiveId" clId="{07391F88-4295-B94C-B269-65FA76E561AC}" dt="2022-12-04T14:35:43.126" v="683" actId="20577"/>
          <ac:spMkLst>
            <pc:docMk/>
            <pc:sldMk cId="2327986212" sldId="417"/>
            <ac:spMk id="3" creationId="{33AAC36C-066E-3C7F-C27A-D13B5C1F23CB}"/>
          </ac:spMkLst>
        </pc:spChg>
        <pc:cxnChg chg="add mod">
          <ac:chgData name="Zheng Fei" userId="d19317889db4c986" providerId="LiveId" clId="{07391F88-4295-B94C-B269-65FA76E561AC}" dt="2022-12-04T14:26:28.184" v="565"/>
          <ac:cxnSpMkLst>
            <pc:docMk/>
            <pc:sldMk cId="2327986212" sldId="417"/>
            <ac:cxnSpMk id="4" creationId="{DFE27C24-5158-703E-6CB9-7D2E48242601}"/>
          </ac:cxnSpMkLst>
        </pc:cxnChg>
      </pc:sldChg>
      <pc:sldChg chg="del">
        <pc:chgData name="Zheng Fei" userId="d19317889db4c986" providerId="LiveId" clId="{07391F88-4295-B94C-B269-65FA76E561AC}" dt="2022-12-04T14:39:55.556" v="735" actId="2696"/>
        <pc:sldMkLst>
          <pc:docMk/>
          <pc:sldMk cId="4063743524" sldId="418"/>
        </pc:sldMkLst>
      </pc:sldChg>
      <pc:sldChg chg="addSp delSp modSp mod">
        <pc:chgData name="Zheng Fei" userId="d19317889db4c986" providerId="LiveId" clId="{07391F88-4295-B94C-B269-65FA76E561AC}" dt="2022-12-04T14:17:37.424" v="240" actId="12788"/>
        <pc:sldMkLst>
          <pc:docMk/>
          <pc:sldMk cId="3579565064" sldId="419"/>
        </pc:sldMkLst>
        <pc:spChg chg="mod">
          <ac:chgData name="Zheng Fei" userId="d19317889db4c986" providerId="LiveId" clId="{07391F88-4295-B94C-B269-65FA76E561AC}" dt="2022-12-04T14:16:06.430" v="207" actId="2711"/>
          <ac:spMkLst>
            <pc:docMk/>
            <pc:sldMk cId="3579565064" sldId="419"/>
            <ac:spMk id="2" creationId="{4E0830A4-CC63-6847-AE9B-B54FBE497506}"/>
          </ac:spMkLst>
        </pc:spChg>
        <pc:spChg chg="add mod">
          <ac:chgData name="Zheng Fei" userId="d19317889db4c986" providerId="LiveId" clId="{07391F88-4295-B94C-B269-65FA76E561AC}" dt="2022-12-04T14:17:37.424" v="240" actId="12788"/>
          <ac:spMkLst>
            <pc:docMk/>
            <pc:sldMk cId="3579565064" sldId="419"/>
            <ac:spMk id="4" creationId="{1D43EC15-7B37-4F5F-0666-A7CA59DF53F5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39" creationId="{7547BDA5-86BA-5043-9257-42B89A587B7F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40" creationId="{B8975F81-F33A-F243-A4FA-B852286A461C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41" creationId="{ACCD5C7D-81BE-964B-A3C8-B61D75FBF6CC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49" creationId="{4FA751DF-900B-F541-A005-E23F57A91F8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50" creationId="{FE71F62A-1442-2441-842E-52032686D79B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51" creationId="{2EA726DD-5FEA-254E-9B7C-659DF76C1533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59" creationId="{F8F49E34-72DA-EA48-8CEB-6108608EE9D7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60" creationId="{59887C63-3E91-F04E-8D98-0B78019F39E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61" creationId="{2B2D8A0F-9DA6-B14F-89BE-4BFBFDFC7F55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62" creationId="{40E7A586-2C52-514C-B31C-C8A8EC9759B1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63" creationId="{B7B88548-49F0-CE42-957D-FD2B97384681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64" creationId="{07ED2CE5-13F5-1F49-A0C4-C8BF1D30645E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67" creationId="{A8E77A2A-1F84-B941-A565-890DE0E12ED2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3579565064" sldId="419"/>
            <ac:spMk id="68" creationId="{72267822-14FD-B841-B9A4-6474D99E24C2}"/>
          </ac:spMkLst>
        </pc:spChg>
        <pc:spChg chg="del mod">
          <ac:chgData name="Zheng Fei" userId="d19317889db4c986" providerId="LiveId" clId="{07391F88-4295-B94C-B269-65FA76E561AC}" dt="2022-12-04T14:14:11.367" v="177" actId="478"/>
          <ac:spMkLst>
            <pc:docMk/>
            <pc:sldMk cId="3579565064" sldId="419"/>
            <ac:spMk id="73" creationId="{EF8C53CF-7AFE-AC41-85C9-171E680336AF}"/>
          </ac:spMkLst>
        </pc:spChg>
        <pc:spChg chg="del mod">
          <ac:chgData name="Zheng Fei" userId="d19317889db4c986" providerId="LiveId" clId="{07391F88-4295-B94C-B269-65FA76E561AC}" dt="2022-12-04T14:14:15.511" v="179" actId="478"/>
          <ac:spMkLst>
            <pc:docMk/>
            <pc:sldMk cId="3579565064" sldId="419"/>
            <ac:spMk id="78" creationId="{3BBDEE54-D0FC-614D-BA27-0E3A539337C0}"/>
          </ac:spMkLst>
        </pc:spChg>
        <pc:grpChg chg="del mod">
          <ac:chgData name="Zheng Fei" userId="d19317889db4c986" providerId="LiveId" clId="{07391F88-4295-B94C-B269-65FA76E561AC}" dt="2022-12-04T14:14:07.473" v="176" actId="478"/>
          <ac:grpSpMkLst>
            <pc:docMk/>
            <pc:sldMk cId="3579565064" sldId="419"/>
            <ac:grpSpMk id="75" creationId="{5357406B-3F4A-D740-839C-CB559FD1BA60}"/>
          </ac:grpSpMkLst>
        </pc:grpChg>
        <pc:grpChg chg="del mod">
          <ac:chgData name="Zheng Fei" userId="d19317889db4c986" providerId="LiveId" clId="{07391F88-4295-B94C-B269-65FA76E561AC}" dt="2022-12-04T14:14:05.961" v="175" actId="478"/>
          <ac:grpSpMkLst>
            <pc:docMk/>
            <pc:sldMk cId="3579565064" sldId="419"/>
            <ac:grpSpMk id="87" creationId="{FC697196-693C-9B48-9A41-3E85A495759C}"/>
          </ac:grpSpMkLst>
        </pc:grp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69" creationId="{76B11435-9B8E-FA49-9630-0D92C03B4EB7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70" creationId="{766AA231-A935-6745-8B3F-7A6547134CAD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71" creationId="{ED36FBCF-A868-BC43-AEC1-5B02D67418CB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72" creationId="{1C1F2FFE-89AA-9B49-9263-53A49466C647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74" creationId="{18A2C57A-D4F1-1143-BFFC-3A10ECA5516A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76" creationId="{5D72D6F0-D4B3-E54E-AC9F-01BB37A124E6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77" creationId="{961AEBC8-04DB-7C47-864B-E1AC0E922042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83" creationId="{E1A88DA7-5EBB-1F44-BE67-688D42AEBE72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84" creationId="{C163A07C-AA77-7745-832E-FA5A1665D65D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85" creationId="{E094E8C7-DA60-674A-9A0C-5DBFA244556F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3579565064" sldId="419"/>
            <ac:inkMk id="86" creationId="{CA25C22F-52FB-E74B-BEA5-EC70E0275AE0}"/>
          </ac:inkMkLst>
        </pc:inkChg>
        <pc:cxnChg chg="add mod">
          <ac:chgData name="Zheng Fei" userId="d19317889db4c986" providerId="LiveId" clId="{07391F88-4295-B94C-B269-65FA76E561AC}" dt="2022-12-04T14:14:22.397" v="180"/>
          <ac:cxnSpMkLst>
            <pc:docMk/>
            <pc:sldMk cId="3579565064" sldId="419"/>
            <ac:cxnSpMk id="3" creationId="{5847785E-946B-3F6F-49C9-E4E84AC1D39A}"/>
          </ac:cxnSpMkLst>
        </pc:cxnChg>
      </pc:sldChg>
      <pc:sldChg chg="addSp delSp modSp mod modAnim">
        <pc:chgData name="Zheng Fei" userId="d19317889db4c986" providerId="LiveId" clId="{07391F88-4295-B94C-B269-65FA76E561AC}" dt="2022-12-04T14:17:50.971" v="242" actId="12788"/>
        <pc:sldMkLst>
          <pc:docMk/>
          <pc:sldMk cId="1813168269" sldId="420"/>
        </pc:sldMkLst>
        <pc:spChg chg="del mod">
          <ac:chgData name="Zheng Fei" userId="d19317889db4c986" providerId="LiveId" clId="{07391F88-4295-B94C-B269-65FA76E561AC}" dt="2022-12-04T14:06:54.700" v="37"/>
          <ac:spMkLst>
            <pc:docMk/>
            <pc:sldMk cId="1813168269" sldId="420"/>
            <ac:spMk id="2" creationId="{6C3BAEC2-6F16-7844-9E46-65FFED84E5A1}"/>
          </ac:spMkLst>
        </pc:spChg>
        <pc:spChg chg="mod">
          <ac:chgData name="Zheng Fei" userId="d19317889db4c986" providerId="LiveId" clId="{07391F88-4295-B94C-B269-65FA76E561AC}" dt="2022-12-04T14:13:30.127" v="134" actId="20577"/>
          <ac:spMkLst>
            <pc:docMk/>
            <pc:sldMk cId="1813168269" sldId="420"/>
            <ac:spMk id="3" creationId="{D000004B-09EE-0A49-A54F-1DD603CFCB9D}"/>
          </ac:spMkLst>
        </pc:spChg>
        <pc:spChg chg="add mod">
          <ac:chgData name="Zheng Fei" userId="d19317889db4c986" providerId="LiveId" clId="{07391F88-4295-B94C-B269-65FA76E561AC}" dt="2022-12-04T14:17:50.971" v="242" actId="12788"/>
          <ac:spMkLst>
            <pc:docMk/>
            <pc:sldMk cId="1813168269" sldId="420"/>
            <ac:spMk id="7" creationId="{662FB775-48E9-039C-9915-CC58DBF4B47F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8" creationId="{59570A11-D81A-4640-8DD0-19C9DC624BC6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9" creationId="{27663107-6117-D745-AC04-BE79CEEF10D3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10" creationId="{702B3CCC-03A1-024F-85F5-3C3C703DA054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14" creationId="{0FC89F21-222C-4A4C-B1A5-2F4DD88D268C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15" creationId="{0EDB2629-2D30-E846-A5C9-DE5CB683E537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26" creationId="{73A4969F-4C59-0146-B6F2-9B18E2AE7BBC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27" creationId="{618EE697-EC87-4B4E-B9F5-E178ECE75BB4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28" creationId="{14AB43DB-C56A-7049-84EE-1CC7043366C6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29" creationId="{438CC0DA-050E-2043-BD3F-B13945241371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30" creationId="{5839068A-2238-B541-A24F-31917435E4D9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33" creationId="{5535BFA5-F516-FB4B-B7B3-D3EAD57C58F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34" creationId="{4BF8986E-817B-E447-AC3C-260F74B67DD8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35" creationId="{154BEB2E-48AE-8148-A09C-ECD36CA0B546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36" creationId="{F4B9BD22-EBB4-DB40-9ECD-803331E065EA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37" creationId="{95239430-678B-BD4A-9D5C-898379ADCCEA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40" creationId="{20A3F270-6B7F-624F-B1F2-7B4407202B08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41" creationId="{64F94693-827C-E743-A36B-681E935C1934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42" creationId="{51D17C01-7876-EC4E-824B-74642D150F4C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43" creationId="{FC70F304-646B-B847-93CD-BBBDB678B462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k cId="1813168269" sldId="420"/>
            <ac:spMk id="44" creationId="{60AE51C4-D42D-2144-924F-A1749A0E5BA9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52" creationId="{9E5256DB-BAD1-11E0-8DC1-2B5BE1770FF0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65" creationId="{EE5B89D7-55AC-69F2-80BD-D48464863121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66" creationId="{3D7C74F2-E372-5E8A-C7D0-0128BEBDEAA3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67" creationId="{5EB7AA77-1FCF-348D-205B-57ADCC743A80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68" creationId="{318DE00B-E092-6384-C56D-80AB348C6F02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73" creationId="{A6BFE43B-F9D1-4884-7504-3E0F01E56692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74" creationId="{726931B4-F244-9CDD-52A4-FC1B789D4564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75" creationId="{5B1F9973-DF54-4F8D-6517-8BBA2D6E4E7F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76" creationId="{47F30D93-B55E-21B6-B2E3-97E1DC2A5BDB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77" creationId="{CF9FAA1F-29FE-042B-D1DA-1E07B319058A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82" creationId="{CD7EBCB2-D36C-07E1-0C07-CBDCD412490E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83" creationId="{BDDC31C6-08EA-E8EF-F22B-9A0000A07E37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84" creationId="{1236EDB4-0FA9-D519-9E7C-27188B9587DC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85" creationId="{088290FE-B3D8-F4E2-54A2-A088616DC1DF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86" creationId="{DD9C6CE8-20B8-C0C3-E46F-7D0DAB1A4ADD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99" creationId="{5CA62CD5-10CF-D137-690B-4A63152A7A11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100" creationId="{0CE43CD4-72E2-47D6-06ED-F081BCB726D0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101" creationId="{D5598676-6B50-49E0-D02D-6D3DB05B885D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102" creationId="{C224DA2C-A100-1142-A840-614D3505ADDD}"/>
          </ac:spMkLst>
        </pc:spChg>
        <pc:spChg chg="mod">
          <ac:chgData name="Zheng Fei" userId="d19317889db4c986" providerId="LiveId" clId="{07391F88-4295-B94C-B269-65FA76E561AC}" dt="2022-12-04T14:07:37.019" v="39"/>
          <ac:spMkLst>
            <pc:docMk/>
            <pc:sldMk cId="1813168269" sldId="420"/>
            <ac:spMk id="103" creationId="{0497937C-428A-9400-21B7-B72BBEF733C7}"/>
          </ac:spMkLst>
        </pc:spChg>
        <pc:spChg chg="add mod">
          <ac:chgData name="Zheng Fei" userId="d19317889db4c986" providerId="LiveId" clId="{07391F88-4295-B94C-B269-65FA76E561AC}" dt="2022-12-04T14:13:39.117" v="155" actId="1038"/>
          <ac:spMkLst>
            <pc:docMk/>
            <pc:sldMk cId="1813168269" sldId="420"/>
            <ac:spMk id="105" creationId="{1C107B0C-0B68-580D-2A87-718AFCDF7DD2}"/>
          </ac:spMkLst>
        </pc:spChg>
        <pc:spChg chg="add mod">
          <ac:chgData name="Zheng Fei" userId="d19317889db4c986" providerId="LiveId" clId="{07391F88-4295-B94C-B269-65FA76E561AC}" dt="2022-12-04T14:13:43.216" v="161" actId="1038"/>
          <ac:spMkLst>
            <pc:docMk/>
            <pc:sldMk cId="1813168269" sldId="420"/>
            <ac:spMk id="107" creationId="{5A5D8D09-E5D2-27AC-B82C-348A06D91AF9}"/>
          </ac:spMkLst>
        </pc:spChg>
        <pc:spChg chg="add mod">
          <ac:chgData name="Zheng Fei" userId="d19317889db4c986" providerId="LiveId" clId="{07391F88-4295-B94C-B269-65FA76E561AC}" dt="2022-12-04T14:13:47.689" v="169" actId="1038"/>
          <ac:spMkLst>
            <pc:docMk/>
            <pc:sldMk cId="1813168269" sldId="420"/>
            <ac:spMk id="109" creationId="{E897FD81-385A-FE0C-4730-73C87E1241C9}"/>
          </ac:spMkLst>
        </pc:spChg>
        <pc:spChg chg="add mod">
          <ac:chgData name="Zheng Fei" userId="d19317889db4c986" providerId="LiveId" clId="{07391F88-4295-B94C-B269-65FA76E561AC}" dt="2022-12-04T14:13:50.156" v="172" actId="20577"/>
          <ac:spMkLst>
            <pc:docMk/>
            <pc:sldMk cId="1813168269" sldId="420"/>
            <ac:spMk id="111" creationId="{7B808F4A-F636-C9F4-3427-FEBB3EFA7BCD}"/>
          </ac:spMkLst>
        </pc:s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5" creationId="{35C0D979-794D-5E4A-B449-577963918849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6" creationId="{850DE62D-CE9B-D645-929D-4B477E66343E}"/>
          </ac:grpSpMkLst>
        </pc:grpChg>
        <pc:grpChg chg="add mod">
          <ac:chgData name="Zheng Fei" userId="d19317889db4c986" providerId="LiveId" clId="{07391F88-4295-B94C-B269-65FA76E561AC}" dt="2022-12-04T14:07:59.309" v="65" actId="1037"/>
          <ac:grpSpMkLst>
            <pc:docMk/>
            <pc:sldMk cId="1813168269" sldId="420"/>
            <ac:grpSpMk id="11" creationId="{2575273F-FB80-1218-7D55-0EE64DAB0668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12" creationId="{45BC9EE0-3944-34A9-F9CA-651500EC9716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24" creationId="{28C5D466-E9CD-4841-A099-190AABEF1AEA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25" creationId="{A7040AC2-48DE-2E46-BFFC-DAE629F80C75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31" creationId="{EA52C1C7-8F7D-2041-9169-987F9AB04EB1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32" creationId="{3311EB9A-F3AE-3C4D-BF9F-F8A07C728D8C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38" creationId="{E8AC51A7-388A-0449-91FC-8864B282B1A5}"/>
          </ac:grpSpMkLst>
        </pc:grpChg>
        <pc:grpChg chg="mod">
          <ac:chgData name="Zheng Fei" userId="d19317889db4c986" providerId="LiveId" clId="{07391F88-4295-B94C-B269-65FA76E561AC}" dt="2022-12-04T14:05:02.766" v="7"/>
          <ac:grpSpMkLst>
            <pc:docMk/>
            <pc:sldMk cId="1813168269" sldId="420"/>
            <ac:grpSpMk id="39" creationId="{8A60F6AB-78B2-BC4C-8596-662C5998A602}"/>
          </ac:grpSpMkLst>
        </pc:grpChg>
        <pc:grpChg chg="del mod">
          <ac:chgData name="Zheng Fei" userId="d19317889db4c986" providerId="LiveId" clId="{07391F88-4295-B94C-B269-65FA76E561AC}" dt="2022-12-04T14:06:07.295" v="19" actId="478"/>
          <ac:grpSpMkLst>
            <pc:docMk/>
            <pc:sldMk cId="1813168269" sldId="420"/>
            <ac:grpSpMk id="46" creationId="{01AFE100-951B-FF48-A794-E25F346BA45E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51" creationId="{8C973652-97F0-A016-4A64-D0A149E61D1B}"/>
          </ac:grpSpMkLst>
        </pc:grpChg>
        <pc:grpChg chg="del mod">
          <ac:chgData name="Zheng Fei" userId="d19317889db4c986" providerId="LiveId" clId="{07391F88-4295-B94C-B269-65FA76E561AC}" dt="2022-12-04T14:06:05.776" v="18" actId="478"/>
          <ac:grpSpMkLst>
            <pc:docMk/>
            <pc:sldMk cId="1813168269" sldId="420"/>
            <ac:grpSpMk id="53" creationId="{1B4702E0-4770-4842-9EF7-ADCAC6EF4772}"/>
          </ac:grpSpMkLst>
        </pc:grpChg>
        <pc:grpChg chg="del mod">
          <ac:chgData name="Zheng Fei" userId="d19317889db4c986" providerId="LiveId" clId="{07391F88-4295-B94C-B269-65FA76E561AC}" dt="2022-12-04T14:06:08.628" v="20" actId="478"/>
          <ac:grpSpMkLst>
            <pc:docMk/>
            <pc:sldMk cId="1813168269" sldId="420"/>
            <ac:grpSpMk id="54" creationId="{FD8BC647-55DC-534E-85C1-C6DB0825AC4B}"/>
          </ac:grpSpMkLst>
        </pc:grpChg>
        <pc:grpChg chg="del mod">
          <ac:chgData name="Zheng Fei" userId="d19317889db4c986" providerId="LiveId" clId="{07391F88-4295-B94C-B269-65FA76E561AC}" dt="2022-12-04T14:06:10.053" v="21" actId="478"/>
          <ac:grpSpMkLst>
            <pc:docMk/>
            <pc:sldMk cId="1813168269" sldId="420"/>
            <ac:grpSpMk id="64" creationId="{02538EA5-41A3-A242-9CFA-4F7F042468D8}"/>
          </ac:grpSpMkLst>
        </pc:grpChg>
        <pc:grpChg chg="add mod">
          <ac:chgData name="Zheng Fei" userId="d19317889db4c986" providerId="LiveId" clId="{07391F88-4295-B94C-B269-65FA76E561AC}" dt="2022-12-04T14:07:59.309" v="65" actId="1037"/>
          <ac:grpSpMkLst>
            <pc:docMk/>
            <pc:sldMk cId="1813168269" sldId="420"/>
            <ac:grpSpMk id="69" creationId="{3C635130-E4C7-DEF6-0761-A9668CFA7D43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70" creationId="{781EE015-6F5F-5158-D0EB-612DBA825344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72" creationId="{ADA9AC4D-8F46-C6A4-69E4-2A7E69817947}"/>
          </ac:grpSpMkLst>
        </pc:grpChg>
        <pc:grpChg chg="add mod">
          <ac:chgData name="Zheng Fei" userId="d19317889db4c986" providerId="LiveId" clId="{07391F88-4295-B94C-B269-65FA76E561AC}" dt="2022-12-04T14:07:59.309" v="65" actId="1037"/>
          <ac:grpSpMkLst>
            <pc:docMk/>
            <pc:sldMk cId="1813168269" sldId="420"/>
            <ac:grpSpMk id="78" creationId="{E39F34F3-B5BD-291B-23A1-573AAE3F4A07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79" creationId="{61BAEBE6-7776-4DF1-600F-8F1599C3F57C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81" creationId="{FDA0A385-D83E-D128-A4FF-1AAE2FB59135}"/>
          </ac:grpSpMkLst>
        </pc:grpChg>
        <pc:grpChg chg="add mod">
          <ac:chgData name="Zheng Fei" userId="d19317889db4c986" providerId="LiveId" clId="{07391F88-4295-B94C-B269-65FA76E561AC}" dt="2022-12-04T14:07:59.309" v="65" actId="1037"/>
          <ac:grpSpMkLst>
            <pc:docMk/>
            <pc:sldMk cId="1813168269" sldId="420"/>
            <ac:grpSpMk id="87" creationId="{646B66B8-89D7-93F1-164C-1FF2932B43D1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88" creationId="{A16A71B3-4B2D-DF82-E9E0-42063CD343E9}"/>
          </ac:grpSpMkLst>
        </pc:grpChg>
        <pc:grpChg chg="mod">
          <ac:chgData name="Zheng Fei" userId="d19317889db4c986" providerId="LiveId" clId="{07391F88-4295-B94C-B269-65FA76E561AC}" dt="2022-12-04T14:07:37.019" v="39"/>
          <ac:grpSpMkLst>
            <pc:docMk/>
            <pc:sldMk cId="1813168269" sldId="420"/>
            <ac:grpSpMk id="98" creationId="{45F483C9-517E-2419-1022-4DDEF070FACC}"/>
          </ac:grpSpMkLst>
        </pc:grp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13" creationId="{4940CF10-90F4-2795-7984-6CD237F12075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16" creationId="{393E47CB-012A-8B2D-19BD-E8BDEEFCEB8A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17" creationId="{88A6F802-8EDA-00C0-CA76-6D286893C043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18" creationId="{1AE02AEB-42F0-764D-83F8-4E60D73AC3B2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19" creationId="{DF542AC2-0F95-AE48-8520-03998AFFD72A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20" creationId="{6B8AAECB-A679-CF45-A999-D26B4A1F5DFB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21" creationId="{B7F187CD-7702-FB44-AF58-8911CBF495BB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22" creationId="{19CC2407-97A3-D74C-B97E-4A7791EA4704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23" creationId="{798766C9-6C21-FB4D-8506-774C6CBCD45E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45" creationId="{C3CB0CDF-87E1-5A49-B598-D43C9DAFF905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47" creationId="{CB173A2A-D800-DF24-66FE-9B7BD6BB27EF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48" creationId="{24734BFC-2D23-BC44-90C3-3C9F84E07AA2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49" creationId="{067700D8-33F0-D174-7BF1-392D52CBDF47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50" creationId="{338507FA-A1EE-8AF9-7934-4A1855A38AF1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55" creationId="{D23584DB-53B2-3845-95B3-18BE36DC6B6A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56" creationId="{F667F1DA-EDFF-2242-9853-DAE4482959B9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57" creationId="{AF2EC282-7FD5-244F-AFE9-D62196AB74B8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58" creationId="{46E88333-76B9-624B-A966-0105278B57BF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59" creationId="{46ECDF22-B029-5545-A048-77CECEB724D3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60" creationId="{189D8CA2-24EA-064E-BC9D-CED630973F3C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61" creationId="{4CB6E52A-2E6C-1A4F-B99F-404248EB45C2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62" creationId="{E60DC967-0B77-ED41-9F50-D2AAECDA3211}"/>
          </ac:inkMkLst>
        </pc:inkChg>
        <pc:inkChg chg="mod">
          <ac:chgData name="Zheng Fei" userId="d19317889db4c986" providerId="LiveId" clId="{07391F88-4295-B94C-B269-65FA76E561AC}" dt="2022-12-04T14:05:02.766" v="7"/>
          <ac:inkMkLst>
            <pc:docMk/>
            <pc:sldMk cId="1813168269" sldId="420"/>
            <ac:inkMk id="63" creationId="{69A279BD-DCCF-D54F-AE40-053BB73AE475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71" creationId="{FD5F7303-9BBA-34E7-945C-5B5B1600D832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80" creationId="{B612E6A2-EF4F-BB12-84F8-BE10C073CD48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89" creationId="{E81C4331-4AB4-0F1F-0813-8FFADF2A3568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0" creationId="{A8F7AF08-46C4-5771-DC94-D6988F8E43A2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1" creationId="{D9499628-9767-C3AE-5ACE-14C61D7D1DBC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2" creationId="{CD86D436-9569-1A95-6160-EF3AF9CF429E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3" creationId="{D2B2291F-7F89-4474-E9DB-1EDCC72D7576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4" creationId="{A4811652-F48A-03A4-6F97-5FE4B6DD8653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5" creationId="{F4B54C4B-A30D-2B89-4FAE-EE955521C1BA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6" creationId="{7576AD44-2295-71D4-B9FC-1D6247B29C2A}"/>
          </ac:inkMkLst>
        </pc:inkChg>
        <pc:inkChg chg="mod">
          <ac:chgData name="Zheng Fei" userId="d19317889db4c986" providerId="LiveId" clId="{07391F88-4295-B94C-B269-65FA76E561AC}" dt="2022-12-04T14:07:37.019" v="39"/>
          <ac:inkMkLst>
            <pc:docMk/>
            <pc:sldMk cId="1813168269" sldId="420"/>
            <ac:inkMk id="97" creationId="{E095D101-F8B3-67D6-0854-1A98735875AD}"/>
          </ac:inkMkLst>
        </pc:inkChg>
        <pc:cxnChg chg="add mod">
          <ac:chgData name="Zheng Fei" userId="d19317889db4c986" providerId="LiveId" clId="{07391F88-4295-B94C-B269-65FA76E561AC}" dt="2022-12-04T14:06:24.989" v="22"/>
          <ac:cxnSpMkLst>
            <pc:docMk/>
            <pc:sldMk cId="1813168269" sldId="420"/>
            <ac:cxnSpMk id="4" creationId="{A9E2B5CB-9C84-6BF7-F49D-ECE02074D1A0}"/>
          </ac:cxnSpMkLst>
        </pc:cxnChg>
      </pc:sldChg>
      <pc:sldChg chg="addSp modSp mod">
        <pc:chgData name="Zheng Fei" userId="d19317889db4c986" providerId="LiveId" clId="{07391F88-4295-B94C-B269-65FA76E561AC}" dt="2022-12-04T14:17:24.280" v="238" actId="12788"/>
        <pc:sldMkLst>
          <pc:docMk/>
          <pc:sldMk cId="2816371925" sldId="421"/>
        </pc:sldMkLst>
        <pc:spChg chg="add mod">
          <ac:chgData name="Zheng Fei" userId="d19317889db4c986" providerId="LiveId" clId="{07391F88-4295-B94C-B269-65FA76E561AC}" dt="2022-12-04T14:17:24.280" v="238" actId="12788"/>
          <ac:spMkLst>
            <pc:docMk/>
            <pc:sldMk cId="2816371925" sldId="421"/>
            <ac:spMk id="4" creationId="{EA7FC90D-7809-ACBA-EBFD-6DAA01543F72}"/>
          </ac:spMkLst>
        </pc:spChg>
        <pc:cxnChg chg="add mod">
          <ac:chgData name="Zheng Fei" userId="d19317889db4c986" providerId="LiveId" clId="{07391F88-4295-B94C-B269-65FA76E561AC}" dt="2022-12-04T14:17:08.889" v="211"/>
          <ac:cxnSpMkLst>
            <pc:docMk/>
            <pc:sldMk cId="2816371925" sldId="421"/>
            <ac:cxnSpMk id="3" creationId="{C0F8689F-FF18-4DA8-7BAB-BA706DC23EE4}"/>
          </ac:cxnSpMkLst>
        </pc:cxnChg>
      </pc:sldChg>
      <pc:sldChg chg="addSp modSp del mod">
        <pc:chgData name="Zheng Fei" userId="d19317889db4c986" providerId="LiveId" clId="{07391F88-4295-B94C-B269-65FA76E561AC}" dt="2022-12-04T14:42:45.929" v="781" actId="2696"/>
        <pc:sldMkLst>
          <pc:docMk/>
          <pc:sldMk cId="2405284594" sldId="423"/>
        </pc:sldMkLst>
        <pc:spChg chg="mod">
          <ac:chgData name="Zheng Fei" userId="d19317889db4c986" providerId="LiveId" clId="{07391F88-4295-B94C-B269-65FA76E561AC}" dt="2022-12-04T14:05:02.766" v="7"/>
          <ac:spMkLst>
            <pc:docMk/>
            <pc:sldMk cId="2405284594" sldId="423"/>
            <ac:spMk id="2" creationId="{25F7646A-DBA0-8F48-819B-A01B54E8DC2C}"/>
          </ac:spMkLst>
        </pc:spChg>
        <pc:spChg chg="add mod">
          <ac:chgData name="Zheng Fei" userId="d19317889db4c986" providerId="LiveId" clId="{07391F88-4295-B94C-B269-65FA76E561AC}" dt="2022-12-04T14:42:29.827" v="780" actId="20577"/>
          <ac:spMkLst>
            <pc:docMk/>
            <pc:sldMk cId="2405284594" sldId="423"/>
            <ac:spMk id="3" creationId="{22380118-AE28-A674-73C3-C174911809AF}"/>
          </ac:spMkLst>
        </pc:spChg>
        <pc:cxnChg chg="add mod">
          <ac:chgData name="Zheng Fei" userId="d19317889db4c986" providerId="LiveId" clId="{07391F88-4295-B94C-B269-65FA76E561AC}" dt="2022-12-04T14:42:23.707" v="778"/>
          <ac:cxnSpMkLst>
            <pc:docMk/>
            <pc:sldMk cId="2405284594" sldId="423"/>
            <ac:cxnSpMk id="4" creationId="{CE5AFFEF-064A-65D0-FE9D-A19A356D34BF}"/>
          </ac:cxnSpMkLst>
        </pc:cxnChg>
      </pc:sldChg>
      <pc:sldChg chg="addSp delSp add">
        <pc:chgData name="Zheng Fei" userId="d19317889db4c986" providerId="LiveId" clId="{07391F88-4295-B94C-B269-65FA76E561AC}" dt="2022-12-04T14:03:11.248" v="3" actId="478"/>
        <pc:sldMkLst>
          <pc:docMk/>
          <pc:sldMk cId="645090148" sldId="1776"/>
        </pc:sldMkLst>
        <pc:picChg chg="add del">
          <ac:chgData name="Zheng Fei" userId="d19317889db4c986" providerId="LiveId" clId="{07391F88-4295-B94C-B269-65FA76E561AC}" dt="2022-12-04T14:03:11.248" v="3" actId="478"/>
          <ac:picMkLst>
            <pc:docMk/>
            <pc:sldMk cId="645090148" sldId="1776"/>
            <ac:picMk id="1028" creationId="{461FAD9A-5513-0D4F-A4F9-70864708CDDD}"/>
          </ac:picMkLst>
        </pc:picChg>
      </pc:sldChg>
      <pc:sldChg chg="add">
        <pc:chgData name="Zheng Fei" userId="d19317889db4c986" providerId="LiveId" clId="{07391F88-4295-B94C-B269-65FA76E561AC}" dt="2022-12-04T14:19:23.378" v="245"/>
        <pc:sldMkLst>
          <pc:docMk/>
          <pc:sldMk cId="200916843" sldId="1784"/>
        </pc:sldMkLst>
      </pc:sldChg>
      <pc:sldChg chg="addSp delSp modSp add mod">
        <pc:chgData name="Zheng Fei" userId="d19317889db4c986" providerId="LiveId" clId="{07391F88-4295-B94C-B269-65FA76E561AC}" dt="2022-12-04T14:34:08.247" v="617" actId="1076"/>
        <pc:sldMkLst>
          <pc:docMk/>
          <pc:sldMk cId="3658991325" sldId="1785"/>
        </pc:sldMkLst>
        <pc:spChg chg="add mod">
          <ac:chgData name="Zheng Fei" userId="d19317889db4c986" providerId="LiveId" clId="{07391F88-4295-B94C-B269-65FA76E561AC}" dt="2022-12-04T14:33:49.819" v="612" actId="12788"/>
          <ac:spMkLst>
            <pc:docMk/>
            <pc:sldMk cId="3658991325" sldId="1785"/>
            <ac:spMk id="2" creationId="{FE360DEE-AA55-21E2-0434-6468C57BC111}"/>
          </ac:spMkLst>
        </pc:spChg>
        <pc:spChg chg="del">
          <ac:chgData name="Zheng Fei" userId="d19317889db4c986" providerId="LiveId" clId="{07391F88-4295-B94C-B269-65FA76E561AC}" dt="2022-12-04T14:33:27.820" v="569" actId="478"/>
          <ac:spMkLst>
            <pc:docMk/>
            <pc:sldMk cId="3658991325" sldId="1785"/>
            <ac:spMk id="7" creationId="{0A6EC108-3509-4890-8344-0B138F9F80B3}"/>
          </ac:spMkLst>
        </pc:spChg>
        <pc:picChg chg="mod modCrop">
          <ac:chgData name="Zheng Fei" userId="d19317889db4c986" providerId="LiveId" clId="{07391F88-4295-B94C-B269-65FA76E561AC}" dt="2022-12-04T14:34:04.546" v="616" actId="1076"/>
          <ac:picMkLst>
            <pc:docMk/>
            <pc:sldMk cId="3658991325" sldId="1785"/>
            <ac:picMk id="3" creationId="{017B85F1-222E-4D87-A052-3B3E1D0924C2}"/>
          </ac:picMkLst>
        </pc:picChg>
        <pc:picChg chg="mod">
          <ac:chgData name="Zheng Fei" userId="d19317889db4c986" providerId="LiveId" clId="{07391F88-4295-B94C-B269-65FA76E561AC}" dt="2022-12-04T14:34:08.247" v="617" actId="1076"/>
          <ac:picMkLst>
            <pc:docMk/>
            <pc:sldMk cId="3658991325" sldId="1785"/>
            <ac:picMk id="5" creationId="{B01AF45A-9372-4CD2-99D3-F75D4181F222}"/>
          </ac:picMkLst>
        </pc:picChg>
        <pc:cxnChg chg="add mod">
          <ac:chgData name="Zheng Fei" userId="d19317889db4c986" providerId="LiveId" clId="{07391F88-4295-B94C-B269-65FA76E561AC}" dt="2022-12-04T14:33:41.385" v="572"/>
          <ac:cxnSpMkLst>
            <pc:docMk/>
            <pc:sldMk cId="3658991325" sldId="1785"/>
            <ac:cxnSpMk id="4" creationId="{9B5D7265-6550-7A59-CD8F-1311189620BB}"/>
          </ac:cxnSpMkLst>
        </pc:cxnChg>
      </pc:sldChg>
      <pc:sldChg chg="delSp add mod ord">
        <pc:chgData name="Zheng Fei" userId="d19317889db4c986" providerId="LiveId" clId="{07391F88-4295-B94C-B269-65FA76E561AC}" dt="2022-12-04T14:41:20.728" v="750" actId="20578"/>
        <pc:sldMkLst>
          <pc:docMk/>
          <pc:sldMk cId="253566514" sldId="1786"/>
        </pc:sldMkLst>
        <pc:spChg chg="del">
          <ac:chgData name="Zheng Fei" userId="d19317889db4c986" providerId="LiveId" clId="{07391F88-4295-B94C-B269-65FA76E561AC}" dt="2022-12-04T14:41:16.112" v="748" actId="478"/>
          <ac:spMkLst>
            <pc:docMk/>
            <pc:sldMk cId="253566514" sldId="1786"/>
            <ac:spMk id="13" creationId="{25D39DBF-F6BE-7041-BCEC-241C2E03F8FE}"/>
          </ac:spMkLst>
        </pc:spChg>
        <pc:spChg chg="topLvl">
          <ac:chgData name="Zheng Fei" userId="d19317889db4c986" providerId="LiveId" clId="{07391F88-4295-B94C-B269-65FA76E561AC}" dt="2022-12-04T14:41:11.245" v="746" actId="478"/>
          <ac:spMkLst>
            <pc:docMk/>
            <pc:sldMk cId="253566514" sldId="1786"/>
            <ac:spMk id="14" creationId="{00382DBC-DC59-46B2-9783-EB97F1FFA44B}"/>
          </ac:spMkLst>
        </pc:spChg>
        <pc:spChg chg="del">
          <ac:chgData name="Zheng Fei" userId="d19317889db4c986" providerId="LiveId" clId="{07391F88-4295-B94C-B269-65FA76E561AC}" dt="2022-12-04T14:41:13.554" v="747" actId="478"/>
          <ac:spMkLst>
            <pc:docMk/>
            <pc:sldMk cId="253566514" sldId="1786"/>
            <ac:spMk id="16" creationId="{D1B37094-6540-4A69-A097-D9928D82D393}"/>
          </ac:spMkLst>
        </pc:spChg>
        <pc:grpChg chg="del">
          <ac:chgData name="Zheng Fei" userId="d19317889db4c986" providerId="LiveId" clId="{07391F88-4295-B94C-B269-65FA76E561AC}" dt="2022-12-04T14:41:11.245" v="746" actId="478"/>
          <ac:grpSpMkLst>
            <pc:docMk/>
            <pc:sldMk cId="253566514" sldId="1786"/>
            <ac:grpSpMk id="15" creationId="{D1707086-A51C-4AE3-A0E8-5DCF78BCAF63}"/>
          </ac:grpSpMkLst>
        </pc:grpChg>
        <pc:picChg chg="del topLvl">
          <ac:chgData name="Zheng Fei" userId="d19317889db4c986" providerId="LiveId" clId="{07391F88-4295-B94C-B269-65FA76E561AC}" dt="2022-12-04T14:41:11.245" v="746" actId="478"/>
          <ac:picMkLst>
            <pc:docMk/>
            <pc:sldMk cId="253566514" sldId="1786"/>
            <ac:picMk id="12" creationId="{3F2238AF-52D2-451C-ABEF-21D48634C069}"/>
          </ac:picMkLst>
        </pc:picChg>
        <pc:picChg chg="del">
          <ac:chgData name="Zheng Fei" userId="d19317889db4c986" providerId="LiveId" clId="{07391F88-4295-B94C-B269-65FA76E561AC}" dt="2022-12-04T14:41:17.405" v="749" actId="478"/>
          <ac:picMkLst>
            <pc:docMk/>
            <pc:sldMk cId="253566514" sldId="1786"/>
            <ac:picMk id="17" creationId="{1EBCDBE4-D57C-F149-A355-711B93B53CE8}"/>
          </ac:picMkLst>
        </pc:picChg>
      </pc:sldChg>
      <pc:sldChg chg="delSp add mod">
        <pc:chgData name="Zheng Fei" userId="d19317889db4c986" providerId="LiveId" clId="{07391F88-4295-B94C-B269-65FA76E561AC}" dt="2022-12-04T14:41:41.595" v="758" actId="478"/>
        <pc:sldMkLst>
          <pc:docMk/>
          <pc:sldMk cId="1206465301" sldId="1787"/>
        </pc:sldMkLst>
        <pc:spChg chg="del">
          <ac:chgData name="Zheng Fei" userId="d19317889db4c986" providerId="LiveId" clId="{07391F88-4295-B94C-B269-65FA76E561AC}" dt="2022-12-04T14:41:40.299" v="757" actId="478"/>
          <ac:spMkLst>
            <pc:docMk/>
            <pc:sldMk cId="1206465301" sldId="1787"/>
            <ac:spMk id="8" creationId="{4F834736-A12B-431B-B8B7-6AAD046032ED}"/>
          </ac:spMkLst>
        </pc:spChg>
        <pc:spChg chg="del">
          <ac:chgData name="Zheng Fei" userId="d19317889db4c986" providerId="LiveId" clId="{07391F88-4295-B94C-B269-65FA76E561AC}" dt="2022-12-04T14:41:40.299" v="757" actId="478"/>
          <ac:spMkLst>
            <pc:docMk/>
            <pc:sldMk cId="1206465301" sldId="1787"/>
            <ac:spMk id="16" creationId="{D1B37094-6540-4A69-A097-D9928D82D393}"/>
          </ac:spMkLst>
        </pc:spChg>
        <pc:grpChg chg="del">
          <ac:chgData name="Zheng Fei" userId="d19317889db4c986" providerId="LiveId" clId="{07391F88-4295-B94C-B269-65FA76E561AC}" dt="2022-12-04T14:41:41.595" v="758" actId="478"/>
          <ac:grpSpMkLst>
            <pc:docMk/>
            <pc:sldMk cId="1206465301" sldId="1787"/>
            <ac:grpSpMk id="15" creationId="{D1707086-A51C-4AE3-A0E8-5DCF78BCAF63}"/>
          </ac:grpSpMkLst>
        </pc:grpChg>
        <pc:picChg chg="del">
          <ac:chgData name="Zheng Fei" userId="d19317889db4c986" providerId="LiveId" clId="{07391F88-4295-B94C-B269-65FA76E561AC}" dt="2022-12-04T14:41:40.299" v="757" actId="478"/>
          <ac:picMkLst>
            <pc:docMk/>
            <pc:sldMk cId="1206465301" sldId="1787"/>
            <ac:picMk id="11" creationId="{D1CD5E50-160D-4BC5-B29E-AA52949A0E8A}"/>
          </ac:picMkLst>
        </pc:picChg>
      </pc:sldChg>
      <pc:sldChg chg="delSp add mod">
        <pc:chgData name="Zheng Fei" userId="d19317889db4c986" providerId="LiveId" clId="{07391F88-4295-B94C-B269-65FA76E561AC}" dt="2022-12-04T14:42:17.214" v="777" actId="478"/>
        <pc:sldMkLst>
          <pc:docMk/>
          <pc:sldMk cId="3819516693" sldId="1788"/>
        </pc:sldMkLst>
        <pc:spChg chg="del">
          <ac:chgData name="Zheng Fei" userId="d19317889db4c986" providerId="LiveId" clId="{07391F88-4295-B94C-B269-65FA76E561AC}" dt="2022-12-04T14:42:17.214" v="777" actId="478"/>
          <ac:spMkLst>
            <pc:docMk/>
            <pc:sldMk cId="3819516693" sldId="1788"/>
            <ac:spMk id="9" creationId="{CB653D0E-476D-F94D-9C46-065DCCE26076}"/>
          </ac:spMkLst>
        </pc:spChg>
      </pc:sldChg>
      <pc:sldMasterChg chg="delSp modSp">
        <pc:chgData name="Zheng Fei" userId="d19317889db4c986" providerId="LiveId" clId="{07391F88-4295-B94C-B269-65FA76E561AC}" dt="2022-12-04T14:05:02.766" v="7"/>
        <pc:sldMasterMkLst>
          <pc:docMk/>
          <pc:sldMasterMk cId="764794170" sldId="2147483662"/>
        </pc:sldMasterMkLst>
        <pc:spChg chg="mod">
          <ac:chgData name="Zheng Fei" userId="d19317889db4c986" providerId="LiveId" clId="{07391F88-4295-B94C-B269-65FA76E561AC}" dt="2022-12-04T14:05:02.766" v="7"/>
          <ac:spMkLst>
            <pc:docMk/>
            <pc:sldMasterMk cId="764794170" sldId="2147483662"/>
            <ac:spMk id="2" creationId="{00000000-0000-0000-0000-00000000000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asterMk cId="764794170" sldId="2147483662"/>
            <ac:spMk id="3" creationId="{00000000-0000-0000-0000-00000000000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asterMk cId="764794170" sldId="2147483662"/>
            <ac:spMk id="4" creationId="{00000000-0000-0000-0000-00000000000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asterMk cId="764794170" sldId="2147483662"/>
            <ac:spMk id="5" creationId="{00000000-0000-0000-0000-000000000000}"/>
          </ac:spMkLst>
        </pc:spChg>
        <pc:spChg chg="mod">
          <ac:chgData name="Zheng Fei" userId="d19317889db4c986" providerId="LiveId" clId="{07391F88-4295-B94C-B269-65FA76E561AC}" dt="2022-12-04T14:05:02.766" v="7"/>
          <ac:spMkLst>
            <pc:docMk/>
            <pc:sldMasterMk cId="764794170" sldId="2147483662"/>
            <ac:spMk id="6" creationId="{00000000-0000-0000-0000-000000000000}"/>
          </ac:spMkLst>
        </pc:spChg>
        <pc:picChg chg="del">
          <ac:chgData name="Zheng Fei" userId="d19317889db4c986" providerId="LiveId" clId="{07391F88-4295-B94C-B269-65FA76E561AC}" dt="2022-12-04T14:03:24.310" v="4" actId="478"/>
          <ac:picMkLst>
            <pc:docMk/>
            <pc:sldMasterMk cId="764794170" sldId="2147483662"/>
            <ac:picMk id="8" creationId="{A32A5589-01F2-1242-ADFF-FB13FFA7FCB3}"/>
          </ac:picMkLst>
        </pc:picChg>
      </pc:sldMasterChg>
    </pc:docChg>
  </pc:docChgLst>
  <pc:docChgLst>
    <pc:chgData name="Zheng Fei" userId="d19317889db4c986" providerId="LiveId" clId="{A0E24DC2-B979-5541-B17F-1D2141E6F227}"/>
    <pc:docChg chg="delSld">
      <pc:chgData name="Zheng Fei" userId="d19317889db4c986" providerId="LiveId" clId="{A0E24DC2-B979-5541-B17F-1D2141E6F227}" dt="2023-02-07T13:31:43.455" v="1" actId="2696"/>
      <pc:docMkLst>
        <pc:docMk/>
      </pc:docMkLst>
      <pc:sldChg chg="del">
        <pc:chgData name="Zheng Fei" userId="d19317889db4c986" providerId="LiveId" clId="{A0E24DC2-B979-5541-B17F-1D2141E6F227}" dt="2023-02-07T13:31:43.455" v="1" actId="2696"/>
        <pc:sldMkLst>
          <pc:docMk/>
          <pc:sldMk cId="1723542248" sldId="411"/>
        </pc:sldMkLst>
      </pc:sldChg>
      <pc:sldChg chg="del">
        <pc:chgData name="Zheng Fei" userId="d19317889db4c986" providerId="LiveId" clId="{A0E24DC2-B979-5541-B17F-1D2141E6F227}" dt="2023-02-07T13:31:07.215" v="0" actId="2696"/>
        <pc:sldMkLst>
          <pc:docMk/>
          <pc:sldMk cId="2816371925" sldId="421"/>
        </pc:sldMkLst>
      </pc:sldChg>
    </pc:docChg>
  </pc:docChgLst>
  <pc:docChgLst>
    <pc:chgData name="Zheng Fei" userId="d19317889db4c986" providerId="LiveId" clId="{BE49E260-A316-CA43-BCC8-5B135EDB7043}"/>
    <pc:docChg chg="undo custSel addSld modSld">
      <pc:chgData name="Zheng Fei" userId="d19317889db4c986" providerId="LiveId" clId="{BE49E260-A316-CA43-BCC8-5B135EDB7043}" dt="2022-12-06T06:13:01.251" v="1025" actId="1076"/>
      <pc:docMkLst>
        <pc:docMk/>
      </pc:docMkLst>
      <pc:sldChg chg="addSp delSp modSp mod delAnim modAnim">
        <pc:chgData name="Zheng Fei" userId="d19317889db4c986" providerId="LiveId" clId="{BE49E260-A316-CA43-BCC8-5B135EDB7043}" dt="2022-12-06T06:00:01.148" v="671" actId="20577"/>
        <pc:sldMkLst>
          <pc:docMk/>
          <pc:sldMk cId="2451401285" sldId="412"/>
        </pc:sldMkLst>
        <pc:spChg chg="add del mod">
          <ac:chgData name="Zheng Fei" userId="d19317889db4c986" providerId="LiveId" clId="{BE49E260-A316-CA43-BCC8-5B135EDB7043}" dt="2022-12-06T05:56:39.303" v="535"/>
          <ac:spMkLst>
            <pc:docMk/>
            <pc:sldMk cId="2451401285" sldId="412"/>
            <ac:spMk id="5" creationId="{89FE3A8F-DF38-C34B-3912-D8E1986B3C4E}"/>
          </ac:spMkLst>
        </pc:spChg>
        <pc:spChg chg="add mod">
          <ac:chgData name="Zheng Fei" userId="d19317889db4c986" providerId="LiveId" clId="{BE49E260-A316-CA43-BCC8-5B135EDB7043}" dt="2022-12-06T05:57:30.800" v="568" actId="2710"/>
          <ac:spMkLst>
            <pc:docMk/>
            <pc:sldMk cId="2451401285" sldId="412"/>
            <ac:spMk id="6" creationId="{3BC3A542-EC36-2123-5045-3926D9CBBE07}"/>
          </ac:spMkLst>
        </pc:spChg>
        <pc:spChg chg="add del mod">
          <ac:chgData name="Zheng Fei" userId="d19317889db4c986" providerId="LiveId" clId="{BE49E260-A316-CA43-BCC8-5B135EDB7043}" dt="2022-12-06T05:52:43.153" v="410" actId="478"/>
          <ac:spMkLst>
            <pc:docMk/>
            <pc:sldMk cId="2451401285" sldId="412"/>
            <ac:spMk id="7" creationId="{9482ACB6-C09A-5704-1267-CD0144E923E6}"/>
          </ac:spMkLst>
        </pc:spChg>
        <pc:spChg chg="add mod">
          <ac:chgData name="Zheng Fei" userId="d19317889db4c986" providerId="LiveId" clId="{BE49E260-A316-CA43-BCC8-5B135EDB7043}" dt="2022-12-06T05:57:42.710" v="609" actId="2710"/>
          <ac:spMkLst>
            <pc:docMk/>
            <pc:sldMk cId="2451401285" sldId="412"/>
            <ac:spMk id="8" creationId="{2A5D5425-1E1D-DD34-F025-FCB936A49D0E}"/>
          </ac:spMkLst>
        </pc:spChg>
        <pc:spChg chg="add mod">
          <ac:chgData name="Zheng Fei" userId="d19317889db4c986" providerId="LiveId" clId="{BE49E260-A316-CA43-BCC8-5B135EDB7043}" dt="2022-12-06T05:58:52.119" v="661" actId="1035"/>
          <ac:spMkLst>
            <pc:docMk/>
            <pc:sldMk cId="2451401285" sldId="412"/>
            <ac:spMk id="9" creationId="{D6E0E423-B658-29F4-A1A9-C6F0C3CFE0F7}"/>
          </ac:spMkLst>
        </pc:spChg>
        <pc:spChg chg="mod">
          <ac:chgData name="Zheng Fei" userId="d19317889db4c986" providerId="LiveId" clId="{BE49E260-A316-CA43-BCC8-5B135EDB7043}" dt="2022-12-06T06:00:01.148" v="671" actId="20577"/>
          <ac:spMkLst>
            <pc:docMk/>
            <pc:sldMk cId="2451401285" sldId="412"/>
            <ac:spMk id="16" creationId="{D1B37094-6540-4A69-A097-D9928D82D393}"/>
          </ac:spMkLst>
        </pc:spChg>
        <pc:grpChg chg="del">
          <ac:chgData name="Zheng Fei" userId="d19317889db4c986" providerId="LiveId" clId="{BE49E260-A316-CA43-BCC8-5B135EDB7043}" dt="2022-12-06T05:48:39.866" v="310" actId="478"/>
          <ac:grpSpMkLst>
            <pc:docMk/>
            <pc:sldMk cId="2451401285" sldId="412"/>
            <ac:grpSpMk id="15" creationId="{D1707086-A51C-4AE3-A0E8-5DCF78BCAF63}"/>
          </ac:grpSpMkLst>
        </pc:grpChg>
      </pc:sldChg>
      <pc:sldChg chg="addSp delSp modSp mod modAnim">
        <pc:chgData name="Zheng Fei" userId="d19317889db4c986" providerId="LiveId" clId="{BE49E260-A316-CA43-BCC8-5B135EDB7043}" dt="2022-12-06T06:12:23.022" v="1017"/>
        <pc:sldMkLst>
          <pc:docMk/>
          <pc:sldMk cId="2272592690" sldId="413"/>
        </pc:sldMkLst>
        <pc:spChg chg="mod">
          <ac:chgData name="Zheng Fei" userId="d19317889db4c986" providerId="LiveId" clId="{BE49E260-A316-CA43-BCC8-5B135EDB7043}" dt="2022-12-06T06:11:55.284" v="1014" actId="1076"/>
          <ac:spMkLst>
            <pc:docMk/>
            <pc:sldMk cId="2272592690" sldId="413"/>
            <ac:spMk id="2" creationId="{4FF7BDAA-5FE2-440F-9C70-91B3DA8B4518}"/>
          </ac:spMkLst>
        </pc:spChg>
        <pc:spChg chg="mod topLvl">
          <ac:chgData name="Zheng Fei" userId="d19317889db4c986" providerId="LiveId" clId="{BE49E260-A316-CA43-BCC8-5B135EDB7043}" dt="2022-12-06T06:10:29.583" v="991" actId="165"/>
          <ac:spMkLst>
            <pc:docMk/>
            <pc:sldMk cId="2272592690" sldId="413"/>
            <ac:spMk id="5" creationId="{FC588E7B-67FF-4783-95F5-BF23E5B26FAA}"/>
          </ac:spMkLst>
        </pc:spChg>
        <pc:spChg chg="mod topLvl">
          <ac:chgData name="Zheng Fei" userId="d19317889db4c986" providerId="LiveId" clId="{BE49E260-A316-CA43-BCC8-5B135EDB7043}" dt="2022-12-06T06:10:29.583" v="991" actId="165"/>
          <ac:spMkLst>
            <pc:docMk/>
            <pc:sldMk cId="2272592690" sldId="413"/>
            <ac:spMk id="6" creationId="{86975D27-D5A6-4FC6-878A-FD93A4B372BE}"/>
          </ac:spMkLst>
        </pc:spChg>
        <pc:spChg chg="add mod">
          <ac:chgData name="Zheng Fei" userId="d19317889db4c986" providerId="LiveId" clId="{BE49E260-A316-CA43-BCC8-5B135EDB7043}" dt="2022-12-06T06:12:00.602" v="1016" actId="1076"/>
          <ac:spMkLst>
            <pc:docMk/>
            <pc:sldMk cId="2272592690" sldId="413"/>
            <ac:spMk id="11" creationId="{43C32533-1FE1-E903-96C0-0CC692CDE584}"/>
          </ac:spMkLst>
        </pc:spChg>
        <pc:grpChg chg="add del">
          <ac:chgData name="Zheng Fei" userId="d19317889db4c986" providerId="LiveId" clId="{BE49E260-A316-CA43-BCC8-5B135EDB7043}" dt="2022-12-06T06:10:29.583" v="991" actId="165"/>
          <ac:grpSpMkLst>
            <pc:docMk/>
            <pc:sldMk cId="2272592690" sldId="413"/>
            <ac:grpSpMk id="7" creationId="{23388FE4-159D-4AB9-B535-A268869D9F0B}"/>
          </ac:grpSpMkLst>
        </pc:grpChg>
        <pc:picChg chg="del mod topLvl modCrop">
          <ac:chgData name="Zheng Fei" userId="d19317889db4c986" providerId="LiveId" clId="{BE49E260-A316-CA43-BCC8-5B135EDB7043}" dt="2022-12-06T06:10:32.835" v="992" actId="21"/>
          <ac:picMkLst>
            <pc:docMk/>
            <pc:sldMk cId="2272592690" sldId="413"/>
            <ac:picMk id="4" creationId="{FED799B6-3577-46B4-8F70-9B5C0C69C2DA}"/>
          </ac:picMkLst>
        </pc:picChg>
        <pc:picChg chg="mod">
          <ac:chgData name="Zheng Fei" userId="d19317889db4c986" providerId="LiveId" clId="{BE49E260-A316-CA43-BCC8-5B135EDB7043}" dt="2022-12-06T06:11:56.536" v="1015" actId="1076"/>
          <ac:picMkLst>
            <pc:docMk/>
            <pc:sldMk cId="2272592690" sldId="413"/>
            <ac:picMk id="9" creationId="{998E3F2E-3E72-4945-9CBF-018C7E736C43}"/>
          </ac:picMkLst>
        </pc:picChg>
      </pc:sldChg>
      <pc:sldChg chg="modSp mod">
        <pc:chgData name="Zheng Fei" userId="d19317889db4c986" providerId="LiveId" clId="{BE49E260-A316-CA43-BCC8-5B135EDB7043}" dt="2022-12-06T06:13:01.251" v="1025" actId="1076"/>
        <pc:sldMkLst>
          <pc:docMk/>
          <pc:sldMk cId="2491252977" sldId="415"/>
        </pc:sldMkLst>
        <pc:spChg chg="mod">
          <ac:chgData name="Zheng Fei" userId="d19317889db4c986" providerId="LiveId" clId="{BE49E260-A316-CA43-BCC8-5B135EDB7043}" dt="2022-12-06T06:13:01.251" v="1025" actId="1076"/>
          <ac:spMkLst>
            <pc:docMk/>
            <pc:sldMk cId="2491252977" sldId="415"/>
            <ac:spMk id="9" creationId="{CB653D0E-476D-F94D-9C46-065DCCE26076}"/>
          </ac:spMkLst>
        </pc:spChg>
      </pc:sldChg>
      <pc:sldChg chg="modSp mod">
        <pc:chgData name="Zheng Fei" userId="d19317889db4c986" providerId="LiveId" clId="{BE49E260-A316-CA43-BCC8-5B135EDB7043}" dt="2022-12-06T05:37:14.939" v="0" actId="12788"/>
        <pc:sldMkLst>
          <pc:docMk/>
          <pc:sldMk cId="645090148" sldId="1776"/>
        </pc:sldMkLst>
        <pc:spChg chg="mod">
          <ac:chgData name="Zheng Fei" userId="d19317889db4c986" providerId="LiveId" clId="{BE49E260-A316-CA43-BCC8-5B135EDB7043}" dt="2022-12-06T05:37:14.939" v="0" actId="12788"/>
          <ac:spMkLst>
            <pc:docMk/>
            <pc:sldMk cId="645090148" sldId="1776"/>
            <ac:spMk id="4" creationId="{62501618-6D0D-099E-94B5-1D684F647BF1}"/>
          </ac:spMkLst>
        </pc:spChg>
      </pc:sldChg>
      <pc:sldChg chg="addSp modSp mod modAnim">
        <pc:chgData name="Zheng Fei" userId="d19317889db4c986" providerId="LiveId" clId="{BE49E260-A316-CA43-BCC8-5B135EDB7043}" dt="2022-12-06T05:59:56.937" v="669" actId="20577"/>
        <pc:sldMkLst>
          <pc:docMk/>
          <pc:sldMk cId="253566514" sldId="1786"/>
        </pc:sldMkLst>
        <pc:spChg chg="mod">
          <ac:chgData name="Zheng Fei" userId="d19317889db4c986" providerId="LiveId" clId="{BE49E260-A316-CA43-BCC8-5B135EDB7043}" dt="2022-12-06T05:57:58.462" v="629" actId="1076"/>
          <ac:spMkLst>
            <pc:docMk/>
            <pc:sldMk cId="253566514" sldId="1786"/>
            <ac:spMk id="4" creationId="{9A45AA0E-A7DD-AA47-3129-14989EBE9BCC}"/>
          </ac:spMkLst>
        </pc:spChg>
        <pc:spChg chg="add mod">
          <ac:chgData name="Zheng Fei" userId="d19317889db4c986" providerId="LiveId" clId="{BE49E260-A316-CA43-BCC8-5B135EDB7043}" dt="2022-12-06T05:58:05.128" v="630" actId="1076"/>
          <ac:spMkLst>
            <pc:docMk/>
            <pc:sldMk cId="253566514" sldId="1786"/>
            <ac:spMk id="5" creationId="{ED2EF027-066A-DA2D-ECA5-F43D0F1073FC}"/>
          </ac:spMkLst>
        </pc:spChg>
        <pc:spChg chg="add mod">
          <ac:chgData name="Zheng Fei" userId="d19317889db4c986" providerId="LiveId" clId="{BE49E260-A316-CA43-BCC8-5B135EDB7043}" dt="2022-12-06T05:58:05.128" v="630" actId="1076"/>
          <ac:spMkLst>
            <pc:docMk/>
            <pc:sldMk cId="253566514" sldId="1786"/>
            <ac:spMk id="6" creationId="{22418ABF-CF61-8EC1-FC90-1949E4A7000F}"/>
          </ac:spMkLst>
        </pc:spChg>
        <pc:spChg chg="add mod">
          <ac:chgData name="Zheng Fei" userId="d19317889db4c986" providerId="LiveId" clId="{BE49E260-A316-CA43-BCC8-5B135EDB7043}" dt="2022-12-06T05:58:05.128" v="630" actId="1076"/>
          <ac:spMkLst>
            <pc:docMk/>
            <pc:sldMk cId="253566514" sldId="1786"/>
            <ac:spMk id="7" creationId="{8D5297E4-9998-0534-88AD-660CB3440DDB}"/>
          </ac:spMkLst>
        </pc:spChg>
        <pc:spChg chg="mod">
          <ac:chgData name="Zheng Fei" userId="d19317889db4c986" providerId="LiveId" clId="{BE49E260-A316-CA43-BCC8-5B135EDB7043}" dt="2022-12-06T05:59:56.937" v="669" actId="20577"/>
          <ac:spMkLst>
            <pc:docMk/>
            <pc:sldMk cId="253566514" sldId="1786"/>
            <ac:spMk id="8" creationId="{4F834736-A12B-431B-B8B7-6AAD046032ED}"/>
          </ac:spMkLst>
        </pc:spChg>
        <pc:spChg chg="add mod">
          <ac:chgData name="Zheng Fei" userId="d19317889db4c986" providerId="LiveId" clId="{BE49E260-A316-CA43-BCC8-5B135EDB7043}" dt="2022-12-06T05:58:05.128" v="630" actId="1076"/>
          <ac:spMkLst>
            <pc:docMk/>
            <pc:sldMk cId="253566514" sldId="1786"/>
            <ac:spMk id="9" creationId="{E47EBE69-559B-CF05-B823-762076BD23B8}"/>
          </ac:spMkLst>
        </pc:spChg>
        <pc:spChg chg="add mod">
          <ac:chgData name="Zheng Fei" userId="d19317889db4c986" providerId="LiveId" clId="{BE49E260-A316-CA43-BCC8-5B135EDB7043}" dt="2022-12-06T05:58:05.128" v="630" actId="1076"/>
          <ac:spMkLst>
            <pc:docMk/>
            <pc:sldMk cId="253566514" sldId="1786"/>
            <ac:spMk id="11" creationId="{70CD6CB0-CD3C-5AA2-6163-8285560ED528}"/>
          </ac:spMkLst>
        </pc:spChg>
        <pc:spChg chg="add mod">
          <ac:chgData name="Zheng Fei" userId="d19317889db4c986" providerId="LiveId" clId="{BE49E260-A316-CA43-BCC8-5B135EDB7043}" dt="2022-12-06T05:58:36.768" v="652" actId="1036"/>
          <ac:spMkLst>
            <pc:docMk/>
            <pc:sldMk cId="253566514" sldId="1786"/>
            <ac:spMk id="13" creationId="{70F63488-CE51-E08E-E4CC-D1A9819284D9}"/>
          </ac:spMkLst>
        </pc:spChg>
      </pc:sldChg>
      <pc:sldChg chg="addSp delSp modSp mod modAnim">
        <pc:chgData name="Zheng Fei" userId="d19317889db4c986" providerId="LiveId" clId="{BE49E260-A316-CA43-BCC8-5B135EDB7043}" dt="2022-12-06T06:10:46.383" v="997" actId="732"/>
        <pc:sldMkLst>
          <pc:docMk/>
          <pc:sldMk cId="1206465301" sldId="1787"/>
        </pc:sldMkLst>
        <pc:spChg chg="add mod">
          <ac:chgData name="Zheng Fei" userId="d19317889db4c986" providerId="LiveId" clId="{BE49E260-A316-CA43-BCC8-5B135EDB7043}" dt="2022-12-06T06:05:18.376" v="828" actId="20577"/>
          <ac:spMkLst>
            <pc:docMk/>
            <pc:sldMk cId="1206465301" sldId="1787"/>
            <ac:spMk id="4" creationId="{C3EEA7A7-69E1-D720-9E0C-647306109CA8}"/>
          </ac:spMkLst>
        </pc:spChg>
        <pc:spChg chg="add mod">
          <ac:chgData name="Zheng Fei" userId="d19317889db4c986" providerId="LiveId" clId="{BE49E260-A316-CA43-BCC8-5B135EDB7043}" dt="2022-12-06T06:08:14.776" v="952" actId="207"/>
          <ac:spMkLst>
            <pc:docMk/>
            <pc:sldMk cId="1206465301" sldId="1787"/>
            <ac:spMk id="5" creationId="{54B22F6F-09D2-0DBE-ADCE-C80C80E4A9CB}"/>
          </ac:spMkLst>
        </pc:spChg>
        <pc:spChg chg="add mod">
          <ac:chgData name="Zheng Fei" userId="d19317889db4c986" providerId="LiveId" clId="{BE49E260-A316-CA43-BCC8-5B135EDB7043}" dt="2022-12-06T06:05:29.186" v="829"/>
          <ac:spMkLst>
            <pc:docMk/>
            <pc:sldMk cId="1206465301" sldId="1787"/>
            <ac:spMk id="6" creationId="{77B5BB23-FCEB-FCF2-1B4E-17F0F398BD91}"/>
          </ac:spMkLst>
        </pc:spChg>
        <pc:spChg chg="add mod">
          <ac:chgData name="Zheng Fei" userId="d19317889db4c986" providerId="LiveId" clId="{BE49E260-A316-CA43-BCC8-5B135EDB7043}" dt="2022-12-06T06:08:46.917" v="959" actId="1076"/>
          <ac:spMkLst>
            <pc:docMk/>
            <pc:sldMk cId="1206465301" sldId="1787"/>
            <ac:spMk id="7" creationId="{28E9A592-419E-C19D-8FC8-967A56F01C44}"/>
          </ac:spMkLst>
        </pc:spChg>
        <pc:spChg chg="add mod">
          <ac:chgData name="Zheng Fei" userId="d19317889db4c986" providerId="LiveId" clId="{BE49E260-A316-CA43-BCC8-5B135EDB7043}" dt="2022-12-06T06:09:48.341" v="985" actId="207"/>
          <ac:spMkLst>
            <pc:docMk/>
            <pc:sldMk cId="1206465301" sldId="1787"/>
            <ac:spMk id="8" creationId="{E0BFCF23-272E-622D-051C-07606D63DAAC}"/>
          </ac:spMkLst>
        </pc:spChg>
        <pc:spChg chg="del mod">
          <ac:chgData name="Zheng Fei" userId="d19317889db4c986" providerId="LiveId" clId="{BE49E260-A316-CA43-BCC8-5B135EDB7043}" dt="2022-12-06T06:00:35.122" v="675" actId="478"/>
          <ac:spMkLst>
            <pc:docMk/>
            <pc:sldMk cId="1206465301" sldId="1787"/>
            <ac:spMk id="13" creationId="{25D39DBF-F6BE-7041-BCEC-241C2E03F8FE}"/>
          </ac:spMkLst>
        </pc:spChg>
        <pc:picChg chg="add mod modCrop">
          <ac:chgData name="Zheng Fei" userId="d19317889db4c986" providerId="LiveId" clId="{BE49E260-A316-CA43-BCC8-5B135EDB7043}" dt="2022-12-06T06:10:46.383" v="997" actId="732"/>
          <ac:picMkLst>
            <pc:docMk/>
            <pc:sldMk cId="1206465301" sldId="1787"/>
            <ac:picMk id="9" creationId="{5810C5D9-C1E0-D05B-4B40-550C5D2939A6}"/>
          </ac:picMkLst>
        </pc:picChg>
        <pc:picChg chg="del">
          <ac:chgData name="Zheng Fei" userId="d19317889db4c986" providerId="LiveId" clId="{BE49E260-A316-CA43-BCC8-5B135EDB7043}" dt="2022-12-06T06:00:40.827" v="676" actId="478"/>
          <ac:picMkLst>
            <pc:docMk/>
            <pc:sldMk cId="1206465301" sldId="1787"/>
            <ac:picMk id="17" creationId="{1EBCDBE4-D57C-F149-A355-711B93B53CE8}"/>
          </ac:picMkLst>
        </pc:picChg>
      </pc:sldChg>
      <pc:sldChg chg="new">
        <pc:chgData name="Zheng Fei" userId="d19317889db4c986" providerId="LiveId" clId="{BE49E260-A316-CA43-BCC8-5B135EDB7043}" dt="2022-12-06T05:37:36.484" v="1" actId="680"/>
        <pc:sldMkLst>
          <pc:docMk/>
          <pc:sldMk cId="2872038362" sldId="1789"/>
        </pc:sldMkLst>
      </pc:sldChg>
    </pc:docChg>
  </pc:docChgLst>
  <pc:docChgLst>
    <pc:chgData name="Zheng Fei" userId="d19317889db4c986" providerId="LiveId" clId="{8E9219DE-D8BC-4CB6-834D-603BDDF7CC33}"/>
    <pc:docChg chg="undo redo custSel addSld delSld modSld sldOrd">
      <pc:chgData name="Zheng Fei" userId="d19317889db4c986" providerId="LiveId" clId="{8E9219DE-D8BC-4CB6-834D-603BDDF7CC33}" dt="2023-02-23T05:23:17.016" v="3850" actId="47"/>
      <pc:docMkLst>
        <pc:docMk/>
      </pc:docMkLst>
      <pc:sldChg chg="addSp delSp modSp add mod">
        <pc:chgData name="Zheng Fei" userId="d19317889db4c986" providerId="LiveId" clId="{8E9219DE-D8BC-4CB6-834D-603BDDF7CC33}" dt="2023-02-23T04:32:06.850" v="3447"/>
        <pc:sldMkLst>
          <pc:docMk/>
          <pc:sldMk cId="2459870102" sldId="335"/>
        </pc:sldMkLst>
        <pc:spChg chg="del mod">
          <ac:chgData name="Zheng Fei" userId="d19317889db4c986" providerId="LiveId" clId="{8E9219DE-D8BC-4CB6-834D-603BDDF7CC33}" dt="2023-02-23T04:32:06.444" v="3446" actId="478"/>
          <ac:spMkLst>
            <pc:docMk/>
            <pc:sldMk cId="2459870102" sldId="335"/>
            <ac:spMk id="2" creationId="{BBF72553-C3F2-61F4-350C-2B328871502C}"/>
          </ac:spMkLst>
        </pc:spChg>
        <pc:spChg chg="add mod">
          <ac:chgData name="Zheng Fei" userId="d19317889db4c986" providerId="LiveId" clId="{8E9219DE-D8BC-4CB6-834D-603BDDF7CC33}" dt="2023-02-23T04:32:06.850" v="3447"/>
          <ac:spMkLst>
            <pc:docMk/>
            <pc:sldMk cId="2459870102" sldId="335"/>
            <ac:spMk id="9" creationId="{6F119326-A77F-8AEE-22B0-46E83768285A}"/>
          </ac:spMkLst>
        </pc:spChg>
        <pc:spChg chg="del mod">
          <ac:chgData name="Zheng Fei" userId="d19317889db4c986" providerId="LiveId" clId="{8E9219DE-D8BC-4CB6-834D-603BDDF7CC33}" dt="2023-02-23T04:31:47.397" v="3441" actId="478"/>
          <ac:spMkLst>
            <pc:docMk/>
            <pc:sldMk cId="2459870102" sldId="335"/>
            <ac:spMk id="10" creationId="{D2B5C4BD-B5DB-4D15-94BC-390712EB60C2}"/>
          </ac:spMkLst>
        </pc:spChg>
        <pc:spChg chg="del">
          <ac:chgData name="Zheng Fei" userId="d19317889db4c986" providerId="LiveId" clId="{8E9219DE-D8BC-4CB6-834D-603BDDF7CC33}" dt="2023-02-23T04:31:51.163" v="3442" actId="478"/>
          <ac:spMkLst>
            <pc:docMk/>
            <pc:sldMk cId="2459870102" sldId="335"/>
            <ac:spMk id="13" creationId="{67714B8F-78CF-4600-9945-9AFE37C9DCA3}"/>
          </ac:spMkLst>
        </pc:spChg>
        <pc:picChg chg="mod">
          <ac:chgData name="Zheng Fei" userId="d19317889db4c986" providerId="LiveId" clId="{8E9219DE-D8BC-4CB6-834D-603BDDF7CC33}" dt="2023-02-23T04:31:59.367" v="3444" actId="1076"/>
          <ac:picMkLst>
            <pc:docMk/>
            <pc:sldMk cId="2459870102" sldId="335"/>
            <ac:picMk id="4" creationId="{8EBC94CD-B5F1-4F64-9D85-B285E73F8A0F}"/>
          </ac:picMkLst>
        </pc:picChg>
      </pc:sldChg>
      <pc:sldChg chg="modSp mod">
        <pc:chgData name="Zheng Fei" userId="d19317889db4c986" providerId="LiveId" clId="{8E9219DE-D8BC-4CB6-834D-603BDDF7CC33}" dt="2023-02-23T04:33:15.108" v="3452" actId="1076"/>
        <pc:sldMkLst>
          <pc:docMk/>
          <pc:sldMk cId="3932442242" sldId="392"/>
        </pc:sldMkLst>
        <pc:spChg chg="mod">
          <ac:chgData name="Zheng Fei" userId="d19317889db4c986" providerId="LiveId" clId="{8E9219DE-D8BC-4CB6-834D-603BDDF7CC33}" dt="2023-02-23T04:33:15.108" v="3452" actId="1076"/>
          <ac:spMkLst>
            <pc:docMk/>
            <pc:sldMk cId="3932442242" sldId="392"/>
            <ac:spMk id="2" creationId="{01BD7053-2121-11EE-C475-D7B8B4C56465}"/>
          </ac:spMkLst>
        </pc:spChg>
        <pc:cxnChg chg="mod">
          <ac:chgData name="Zheng Fei" userId="d19317889db4c986" providerId="LiveId" clId="{8E9219DE-D8BC-4CB6-834D-603BDDF7CC33}" dt="2023-02-23T04:33:15.108" v="3452" actId="1076"/>
          <ac:cxnSpMkLst>
            <pc:docMk/>
            <pc:sldMk cId="3932442242" sldId="392"/>
            <ac:cxnSpMk id="3" creationId="{50B4D455-3CEC-97B5-A47C-57AC24D46961}"/>
          </ac:cxnSpMkLst>
        </pc:cxnChg>
      </pc:sldChg>
      <pc:sldChg chg="del">
        <pc:chgData name="Zheng Fei" userId="d19317889db4c986" providerId="LiveId" clId="{8E9219DE-D8BC-4CB6-834D-603BDDF7CC33}" dt="2023-02-23T04:30:03.009" v="3435" actId="2696"/>
        <pc:sldMkLst>
          <pc:docMk/>
          <pc:sldMk cId="968340686" sldId="400"/>
        </pc:sldMkLst>
      </pc:sldChg>
      <pc:sldChg chg="add del">
        <pc:chgData name="Zheng Fei" userId="d19317889db4c986" providerId="LiveId" clId="{8E9219DE-D8BC-4CB6-834D-603BDDF7CC33}" dt="2023-02-23T04:32:24.409" v="3448" actId="47"/>
        <pc:sldMkLst>
          <pc:docMk/>
          <pc:sldMk cId="1055893265" sldId="400"/>
        </pc:sldMkLst>
      </pc:sldChg>
      <pc:sldChg chg="ord">
        <pc:chgData name="Zheng Fei" userId="d19317889db4c986" providerId="LiveId" clId="{8E9219DE-D8BC-4CB6-834D-603BDDF7CC33}" dt="2023-02-23T04:31:00.473" v="3438"/>
        <pc:sldMkLst>
          <pc:docMk/>
          <pc:sldMk cId="4284922600" sldId="407"/>
        </pc:sldMkLst>
      </pc:sldChg>
      <pc:sldChg chg="modSp mod">
        <pc:chgData name="Zheng Fei" userId="d19317889db4c986" providerId="LiveId" clId="{8E9219DE-D8BC-4CB6-834D-603BDDF7CC33}" dt="2023-02-23T04:39:25.726" v="3610" actId="20577"/>
        <pc:sldMkLst>
          <pc:docMk/>
          <pc:sldMk cId="550212570" sldId="414"/>
        </pc:sldMkLst>
        <pc:spChg chg="mod">
          <ac:chgData name="Zheng Fei" userId="d19317889db4c986" providerId="LiveId" clId="{8E9219DE-D8BC-4CB6-834D-603BDDF7CC33}" dt="2023-02-23T04:39:25.726" v="3610" actId="20577"/>
          <ac:spMkLst>
            <pc:docMk/>
            <pc:sldMk cId="550212570" sldId="414"/>
            <ac:spMk id="2" creationId="{3E847502-3398-FD7C-1356-3EB00235E23A}"/>
          </ac:spMkLst>
        </pc:spChg>
      </pc:sldChg>
      <pc:sldChg chg="addSp delSp modSp mod">
        <pc:chgData name="Zheng Fei" userId="d19317889db4c986" providerId="LiveId" clId="{8E9219DE-D8BC-4CB6-834D-603BDDF7CC33}" dt="2023-02-23T05:21:34.649" v="3631" actId="1076"/>
        <pc:sldMkLst>
          <pc:docMk/>
          <pc:sldMk cId="1440175628" sldId="416"/>
        </pc:sldMkLst>
        <pc:spChg chg="del mod">
          <ac:chgData name="Zheng Fei" userId="d19317889db4c986" providerId="LiveId" clId="{8E9219DE-D8BC-4CB6-834D-603BDDF7CC33}" dt="2023-02-23T04:39:49.792" v="3612" actId="478"/>
          <ac:spMkLst>
            <pc:docMk/>
            <pc:sldMk cId="1440175628" sldId="416"/>
            <ac:spMk id="2" creationId="{837A080C-66D0-D551-A444-527E5A233D60}"/>
          </ac:spMkLst>
        </pc:spChg>
        <pc:spChg chg="add del">
          <ac:chgData name="Zheng Fei" userId="d19317889db4c986" providerId="LiveId" clId="{8E9219DE-D8BC-4CB6-834D-603BDDF7CC33}" dt="2023-02-23T04:39:53.776" v="3616" actId="22"/>
          <ac:spMkLst>
            <pc:docMk/>
            <pc:sldMk cId="1440175628" sldId="416"/>
            <ac:spMk id="6" creationId="{98830250-2323-5E4D-CA28-D254644E36D9}"/>
          </ac:spMkLst>
        </pc:spChg>
        <pc:spChg chg="add mod">
          <ac:chgData name="Zheng Fei" userId="d19317889db4c986" providerId="LiveId" clId="{8E9219DE-D8BC-4CB6-834D-603BDDF7CC33}" dt="2023-02-23T05:21:34.649" v="3631" actId="1076"/>
          <ac:spMkLst>
            <pc:docMk/>
            <pc:sldMk cId="1440175628" sldId="416"/>
            <ac:spMk id="10" creationId="{E21515CE-DB86-E42B-F2B2-51E243F518C6}"/>
          </ac:spMkLst>
        </pc:spChg>
      </pc:sldChg>
      <pc:sldChg chg="del">
        <pc:chgData name="Zheng Fei" userId="d19317889db4c986" providerId="LiveId" clId="{8E9219DE-D8BC-4CB6-834D-603BDDF7CC33}" dt="2023-02-23T04:29:29.443" v="3434" actId="47"/>
        <pc:sldMkLst>
          <pc:docMk/>
          <pc:sldMk cId="200916843" sldId="1784"/>
        </pc:sldMkLst>
      </pc:sldChg>
      <pc:sldChg chg="new">
        <pc:chgData name="Zheng Fei" userId="d19317889db4c986" providerId="LiveId" clId="{8E9219DE-D8BC-4CB6-834D-603BDDF7CC33}" dt="2023-02-22T13:39:59.830" v="0" actId="680"/>
        <pc:sldMkLst>
          <pc:docMk/>
          <pc:sldMk cId="494276359" sldId="1793"/>
        </pc:sldMkLst>
      </pc:sldChg>
      <pc:sldChg chg="addSp delSp modSp new mod">
        <pc:chgData name="Zheng Fei" userId="d19317889db4c986" providerId="LiveId" clId="{8E9219DE-D8BC-4CB6-834D-603BDDF7CC33}" dt="2023-02-23T05:22:05.623" v="3636" actId="1076"/>
        <pc:sldMkLst>
          <pc:docMk/>
          <pc:sldMk cId="1538560142" sldId="1794"/>
        </pc:sldMkLst>
        <pc:spChg chg="add del">
          <ac:chgData name="Zheng Fei" userId="d19317889db4c986" providerId="LiveId" clId="{8E9219DE-D8BC-4CB6-834D-603BDDF7CC33}" dt="2023-02-23T05:19:19.591" v="3620" actId="478"/>
          <ac:spMkLst>
            <pc:docMk/>
            <pc:sldMk cId="1538560142" sldId="1794"/>
            <ac:spMk id="3" creationId="{87ED9ACC-C3D0-47C7-821E-173A5E17AE65}"/>
          </ac:spMkLst>
        </pc:spChg>
        <pc:spChg chg="add del">
          <ac:chgData name="Zheng Fei" userId="d19317889db4c986" providerId="LiveId" clId="{8E9219DE-D8BC-4CB6-834D-603BDDF7CC33}" dt="2023-02-23T05:20:34.277" v="3624"/>
          <ac:spMkLst>
            <pc:docMk/>
            <pc:sldMk cId="1538560142" sldId="1794"/>
            <ac:spMk id="6" creationId="{E252CC37-7D92-62FD-8874-6E0817337910}"/>
          </ac:spMkLst>
        </pc:spChg>
        <pc:spChg chg="add del">
          <ac:chgData name="Zheng Fei" userId="d19317889db4c986" providerId="LiveId" clId="{8E9219DE-D8BC-4CB6-834D-603BDDF7CC33}" dt="2023-02-23T05:20:34.277" v="3624"/>
          <ac:spMkLst>
            <pc:docMk/>
            <pc:sldMk cId="1538560142" sldId="1794"/>
            <ac:spMk id="7" creationId="{D9D57C25-C2E2-3A3F-4514-DFEC4BBFD83C}"/>
          </ac:spMkLst>
        </pc:spChg>
        <pc:spChg chg="add del">
          <ac:chgData name="Zheng Fei" userId="d19317889db4c986" providerId="LiveId" clId="{8E9219DE-D8BC-4CB6-834D-603BDDF7CC33}" dt="2023-02-23T05:20:34.277" v="3624"/>
          <ac:spMkLst>
            <pc:docMk/>
            <pc:sldMk cId="1538560142" sldId="1794"/>
            <ac:spMk id="8" creationId="{EC10BA96-1B92-F585-3137-2CF513963CE4}"/>
          </ac:spMkLst>
        </pc:spChg>
        <pc:spChg chg="add del mod">
          <ac:chgData name="Zheng Fei" userId="d19317889db4c986" providerId="LiveId" clId="{8E9219DE-D8BC-4CB6-834D-603BDDF7CC33}" dt="2023-02-23T05:20:46.478" v="3628" actId="478"/>
          <ac:spMkLst>
            <pc:docMk/>
            <pc:sldMk cId="1538560142" sldId="1794"/>
            <ac:spMk id="11" creationId="{8521E014-6C01-28CA-BB54-2E9CD4CE8F5E}"/>
          </ac:spMkLst>
        </pc:spChg>
        <pc:spChg chg="add del mod">
          <ac:chgData name="Zheng Fei" userId="d19317889db4c986" providerId="LiveId" clId="{8E9219DE-D8BC-4CB6-834D-603BDDF7CC33}" dt="2023-02-23T05:20:46.478" v="3628" actId="478"/>
          <ac:spMkLst>
            <pc:docMk/>
            <pc:sldMk cId="1538560142" sldId="1794"/>
            <ac:spMk id="12" creationId="{C917667B-4510-8DE9-B9ED-67C41F6515BA}"/>
          </ac:spMkLst>
        </pc:spChg>
        <pc:spChg chg="add del mod">
          <ac:chgData name="Zheng Fei" userId="d19317889db4c986" providerId="LiveId" clId="{8E9219DE-D8BC-4CB6-834D-603BDDF7CC33}" dt="2023-02-23T05:20:46.478" v="3628" actId="478"/>
          <ac:spMkLst>
            <pc:docMk/>
            <pc:sldMk cId="1538560142" sldId="1794"/>
            <ac:spMk id="13" creationId="{6EA233AD-4E83-11B6-7A89-F871E84C6895}"/>
          </ac:spMkLst>
        </pc:spChg>
        <pc:spChg chg="add mod">
          <ac:chgData name="Zheng Fei" userId="d19317889db4c986" providerId="LiveId" clId="{8E9219DE-D8BC-4CB6-834D-603BDDF7CC33}" dt="2023-02-23T05:21:40.459" v="3634" actId="20577"/>
          <ac:spMkLst>
            <pc:docMk/>
            <pc:sldMk cId="1538560142" sldId="1794"/>
            <ac:spMk id="17" creationId="{CB86F2BB-E341-E7CF-1C23-5DA24CF59AD7}"/>
          </ac:spMkLst>
        </pc:spChg>
        <pc:graphicFrameChg chg="add del">
          <ac:chgData name="Zheng Fei" userId="d19317889db4c986" providerId="LiveId" clId="{8E9219DE-D8BC-4CB6-834D-603BDDF7CC33}" dt="2023-02-23T05:20:34.277" v="3624"/>
          <ac:graphicFrameMkLst>
            <pc:docMk/>
            <pc:sldMk cId="1538560142" sldId="1794"/>
            <ac:graphicFrameMk id="4" creationId="{DF6517C1-62F0-547A-6DB9-A9AB60F6A4A9}"/>
          </ac:graphicFrameMkLst>
        </pc:graphicFrameChg>
        <pc:graphicFrameChg chg="add del">
          <ac:chgData name="Zheng Fei" userId="d19317889db4c986" providerId="LiveId" clId="{8E9219DE-D8BC-4CB6-834D-603BDDF7CC33}" dt="2023-02-23T05:20:34.277" v="3624"/>
          <ac:graphicFrameMkLst>
            <pc:docMk/>
            <pc:sldMk cId="1538560142" sldId="1794"/>
            <ac:graphicFrameMk id="5" creationId="{DD82B370-C538-73BB-25A6-7A73088202CC}"/>
          </ac:graphicFrameMkLst>
        </pc:graphicFrameChg>
        <pc:graphicFrameChg chg="add del mod">
          <ac:chgData name="Zheng Fei" userId="d19317889db4c986" providerId="LiveId" clId="{8E9219DE-D8BC-4CB6-834D-603BDDF7CC33}" dt="2023-02-23T05:20:46.478" v="3628" actId="478"/>
          <ac:graphicFrameMkLst>
            <pc:docMk/>
            <pc:sldMk cId="1538560142" sldId="1794"/>
            <ac:graphicFrameMk id="9" creationId="{DA348268-D9DE-D990-673C-A433ADC8FD24}"/>
          </ac:graphicFrameMkLst>
        </pc:graphicFrameChg>
        <pc:graphicFrameChg chg="add del mod">
          <ac:chgData name="Zheng Fei" userId="d19317889db4c986" providerId="LiveId" clId="{8E9219DE-D8BC-4CB6-834D-603BDDF7CC33}" dt="2023-02-23T05:20:46.478" v="3628" actId="478"/>
          <ac:graphicFrameMkLst>
            <pc:docMk/>
            <pc:sldMk cId="1538560142" sldId="1794"/>
            <ac:graphicFrameMk id="10" creationId="{9503DC17-01AE-0C3F-9B93-D31A79D128BC}"/>
          </ac:graphicFrameMkLst>
        </pc:graphicFrameChg>
        <pc:picChg chg="add mod">
          <ac:chgData name="Zheng Fei" userId="d19317889db4c986" providerId="LiveId" clId="{8E9219DE-D8BC-4CB6-834D-603BDDF7CC33}" dt="2023-02-23T05:21:31.589" v="3630" actId="1076"/>
          <ac:picMkLst>
            <pc:docMk/>
            <pc:sldMk cId="1538560142" sldId="1794"/>
            <ac:picMk id="15" creationId="{60567636-0AF9-3846-8A31-51D684AFB31E}"/>
          </ac:picMkLst>
        </pc:picChg>
        <pc:picChg chg="add mod">
          <ac:chgData name="Zheng Fei" userId="d19317889db4c986" providerId="LiveId" clId="{8E9219DE-D8BC-4CB6-834D-603BDDF7CC33}" dt="2023-02-23T05:22:05.623" v="3636" actId="1076"/>
          <ac:picMkLst>
            <pc:docMk/>
            <pc:sldMk cId="1538560142" sldId="1794"/>
            <ac:picMk id="19" creationId="{8D0125B3-F0B7-4A1B-8B6F-FDD2B6085739}"/>
          </ac:picMkLst>
        </pc:picChg>
        <pc:cxnChg chg="add mod">
          <ac:chgData name="Zheng Fei" userId="d19317889db4c986" providerId="LiveId" clId="{8E9219DE-D8BC-4CB6-834D-603BDDF7CC33}" dt="2023-02-23T05:21:38.666" v="3632"/>
          <ac:cxnSpMkLst>
            <pc:docMk/>
            <pc:sldMk cId="1538560142" sldId="1794"/>
            <ac:cxnSpMk id="16" creationId="{7A0F5E8E-EB3B-DDE4-6CD1-F56208214C47}"/>
          </ac:cxnSpMkLst>
        </pc:cxnChg>
      </pc:sldChg>
      <pc:sldChg chg="addSp modSp new mod">
        <pc:chgData name="Zheng Fei" userId="d19317889db4c986" providerId="LiveId" clId="{8E9219DE-D8BC-4CB6-834D-603BDDF7CC33}" dt="2023-02-23T04:10:50.451" v="14" actId="1076"/>
        <pc:sldMkLst>
          <pc:docMk/>
          <pc:sldMk cId="4264739705" sldId="1795"/>
        </pc:sldMkLst>
        <pc:picChg chg="add mod">
          <ac:chgData name="Zheng Fei" userId="d19317889db4c986" providerId="LiveId" clId="{8E9219DE-D8BC-4CB6-834D-603BDDF7CC33}" dt="2023-02-23T04:10:50.451" v="14" actId="1076"/>
          <ac:picMkLst>
            <pc:docMk/>
            <pc:sldMk cId="4264739705" sldId="1795"/>
            <ac:picMk id="5" creationId="{B7D15D9C-6857-1F30-0217-DAFDDC06E70C}"/>
          </ac:picMkLst>
        </pc:picChg>
        <pc:picChg chg="add mod">
          <ac:chgData name="Zheng Fei" userId="d19317889db4c986" providerId="LiveId" clId="{8E9219DE-D8BC-4CB6-834D-603BDDF7CC33}" dt="2023-02-23T04:10:38.612" v="13" actId="1076"/>
          <ac:picMkLst>
            <pc:docMk/>
            <pc:sldMk cId="4264739705" sldId="1795"/>
            <ac:picMk id="7" creationId="{5DD69F60-FAFD-FFB1-FDE3-85FAA134F9B7}"/>
          </ac:picMkLst>
        </pc:picChg>
      </pc:sldChg>
      <pc:sldChg chg="delSp modSp new mod">
        <pc:chgData name="Zheng Fei" userId="d19317889db4c986" providerId="LiveId" clId="{8E9219DE-D8BC-4CB6-834D-603BDDF7CC33}" dt="2023-02-23T04:12:29.588" v="35" actId="1076"/>
        <pc:sldMkLst>
          <pc:docMk/>
          <pc:sldMk cId="789364840" sldId="1796"/>
        </pc:sldMkLst>
        <pc:spChg chg="del">
          <ac:chgData name="Zheng Fei" userId="d19317889db4c986" providerId="LiveId" clId="{8E9219DE-D8BC-4CB6-834D-603BDDF7CC33}" dt="2023-02-23T04:11:44.909" v="16" actId="478"/>
          <ac:spMkLst>
            <pc:docMk/>
            <pc:sldMk cId="789364840" sldId="1796"/>
            <ac:spMk id="2" creationId="{BFB89AC1-A51A-DC9A-948D-87DADDEFD8FD}"/>
          </ac:spMkLst>
        </pc:spChg>
        <pc:spChg chg="mod">
          <ac:chgData name="Zheng Fei" userId="d19317889db4c986" providerId="LiveId" clId="{8E9219DE-D8BC-4CB6-834D-603BDDF7CC33}" dt="2023-02-23T04:12:29.588" v="35" actId="1076"/>
          <ac:spMkLst>
            <pc:docMk/>
            <pc:sldMk cId="789364840" sldId="1796"/>
            <ac:spMk id="3" creationId="{EBF95BAE-340D-070D-1AE4-92EDF292F63B}"/>
          </ac:spMkLst>
        </pc:spChg>
      </pc:sldChg>
      <pc:sldChg chg="modSp add del mod">
        <pc:chgData name="Zheng Fei" userId="d19317889db4c986" providerId="LiveId" clId="{8E9219DE-D8BC-4CB6-834D-603BDDF7CC33}" dt="2023-02-23T04:15:53.705" v="903" actId="47"/>
        <pc:sldMkLst>
          <pc:docMk/>
          <pc:sldMk cId="1293322838" sldId="1797"/>
        </pc:sldMkLst>
        <pc:spChg chg="mod">
          <ac:chgData name="Zheng Fei" userId="d19317889db4c986" providerId="LiveId" clId="{8E9219DE-D8BC-4CB6-834D-603BDDF7CC33}" dt="2023-02-23T04:15:03.997" v="424" actId="21"/>
          <ac:spMkLst>
            <pc:docMk/>
            <pc:sldMk cId="1293322838" sldId="1797"/>
            <ac:spMk id="3" creationId="{EBF95BAE-340D-070D-1AE4-92EDF292F63B}"/>
          </ac:spMkLst>
        </pc:spChg>
      </pc:sldChg>
      <pc:sldChg chg="modSp add mod">
        <pc:chgData name="Zheng Fei" userId="d19317889db4c986" providerId="LiveId" clId="{8E9219DE-D8BC-4CB6-834D-603BDDF7CC33}" dt="2023-02-23T04:13:52.469" v="59"/>
        <pc:sldMkLst>
          <pc:docMk/>
          <pc:sldMk cId="3991727672" sldId="1798"/>
        </pc:sldMkLst>
        <pc:spChg chg="mod">
          <ac:chgData name="Zheng Fei" userId="d19317889db4c986" providerId="LiveId" clId="{8E9219DE-D8BC-4CB6-834D-603BDDF7CC33}" dt="2023-02-23T04:13:52.469" v="59"/>
          <ac:spMkLst>
            <pc:docMk/>
            <pc:sldMk cId="3991727672" sldId="1798"/>
            <ac:spMk id="3" creationId="{EBF95BAE-340D-070D-1AE4-92EDF292F63B}"/>
          </ac:spMkLst>
        </pc:spChg>
      </pc:sldChg>
      <pc:sldChg chg="modSp add del mod">
        <pc:chgData name="Zheng Fei" userId="d19317889db4c986" providerId="LiveId" clId="{8E9219DE-D8BC-4CB6-834D-603BDDF7CC33}" dt="2023-02-23T04:16:36.411" v="1099" actId="47"/>
        <pc:sldMkLst>
          <pc:docMk/>
          <pc:sldMk cId="1250984001" sldId="1799"/>
        </pc:sldMkLst>
        <pc:spChg chg="mod">
          <ac:chgData name="Zheng Fei" userId="d19317889db4c986" providerId="LiveId" clId="{8E9219DE-D8BC-4CB6-834D-603BDDF7CC33}" dt="2023-02-23T04:16:00.809" v="922" actId="21"/>
          <ac:spMkLst>
            <pc:docMk/>
            <pc:sldMk cId="1250984001" sldId="1799"/>
            <ac:spMk id="3" creationId="{EBF95BAE-340D-070D-1AE4-92EDF292F63B}"/>
          </ac:spMkLst>
        </pc:spChg>
      </pc:sldChg>
      <pc:sldChg chg="modSp add del mod">
        <pc:chgData name="Zheng Fei" userId="d19317889db4c986" providerId="LiveId" clId="{8E9219DE-D8BC-4CB6-834D-603BDDF7CC33}" dt="2023-02-23T04:22:23.297" v="2646" actId="47"/>
        <pc:sldMkLst>
          <pc:docMk/>
          <pc:sldMk cId="77277875" sldId="1800"/>
        </pc:sldMkLst>
        <pc:spChg chg="mod">
          <ac:chgData name="Zheng Fei" userId="d19317889db4c986" providerId="LiveId" clId="{8E9219DE-D8BC-4CB6-834D-603BDDF7CC33}" dt="2023-02-23T04:16:46.036" v="1427" actId="21"/>
          <ac:spMkLst>
            <pc:docMk/>
            <pc:sldMk cId="77277875" sldId="1800"/>
            <ac:spMk id="3" creationId="{EBF95BAE-340D-070D-1AE4-92EDF292F63B}"/>
          </ac:spMkLst>
        </pc:spChg>
      </pc:sldChg>
      <pc:sldChg chg="addSp delSp modSp add mod replTag">
        <pc:chgData name="Zheng Fei" userId="d19317889db4c986" providerId="LiveId" clId="{8E9219DE-D8BC-4CB6-834D-603BDDF7CC33}" dt="2023-02-23T04:28:33.264" v="3425"/>
        <pc:sldMkLst>
          <pc:docMk/>
          <pc:sldMk cId="3987197345" sldId="1801"/>
        </pc:sldMkLst>
        <pc:spChg chg="del mod">
          <ac:chgData name="Zheng Fei" userId="d19317889db4c986" providerId="LiveId" clId="{8E9219DE-D8BC-4CB6-834D-603BDDF7CC33}" dt="2023-02-23T04:14:55.558" v="97"/>
          <ac:spMkLst>
            <pc:docMk/>
            <pc:sldMk cId="3987197345" sldId="1801"/>
            <ac:spMk id="2" creationId="{1459A0D9-C1EE-268D-D14D-89CA3E8897B7}"/>
          </ac:spMkLst>
        </pc:spChg>
        <pc:spChg chg="del mod">
          <ac:chgData name="Zheng Fei" userId="d19317889db4c986" providerId="LiveId" clId="{8E9219DE-D8BC-4CB6-834D-603BDDF7CC33}" dt="2023-02-23T04:14:55.558" v="97"/>
          <ac:spMkLst>
            <pc:docMk/>
            <pc:sldMk cId="3987197345" sldId="1801"/>
            <ac:spMk id="3" creationId="{8B6A71D7-8A37-01B2-59F9-E442A066CF15}"/>
          </ac:spMkLst>
        </pc:spChg>
        <pc:spChg chg="add mod replST">
          <ac:chgData name="Zheng Fei" userId="d19317889db4c986" providerId="LiveId" clId="{8E9219DE-D8BC-4CB6-834D-603BDDF7CC33}" dt="2023-02-23T04:15:16.162" v="458"/>
          <ac:spMkLst>
            <pc:docMk/>
            <pc:sldMk cId="3987197345" sldId="1801"/>
            <ac:spMk id="6" creationId="{BA2C4B64-0F62-5501-C3D5-D613A704A029}"/>
          </ac:spMkLst>
        </pc:spChg>
        <pc:spChg chg="add mod replST">
          <ac:chgData name="Zheng Fei" userId="d19317889db4c986" providerId="LiveId" clId="{8E9219DE-D8BC-4CB6-834D-603BDDF7CC33}" dt="2023-02-23T04:15:18.629" v="470"/>
          <ac:spMkLst>
            <pc:docMk/>
            <pc:sldMk cId="3987197345" sldId="1801"/>
            <ac:spMk id="7" creationId="{9698D197-CAF3-F8E8-6DD7-F8E57F4F0630}"/>
          </ac:spMkLst>
        </pc:spChg>
        <pc:spChg chg="add mod replST">
          <ac:chgData name="Zheng Fei" userId="d19317889db4c986" providerId="LiveId" clId="{8E9219DE-D8BC-4CB6-834D-603BDDF7CC33}" dt="2023-02-23T04:15:20.963" v="482"/>
          <ac:spMkLst>
            <pc:docMk/>
            <pc:sldMk cId="3987197345" sldId="1801"/>
            <ac:spMk id="8" creationId="{1CFE2A6D-5DB9-B596-0CD1-F827855A49E9}"/>
          </ac:spMkLst>
        </pc:spChg>
        <pc:spChg chg="add mod replST">
          <ac:chgData name="Zheng Fei" userId="d19317889db4c986" providerId="LiveId" clId="{8E9219DE-D8BC-4CB6-834D-603BDDF7CC33}" dt="2023-02-23T04:15:30.050" v="494"/>
          <ac:spMkLst>
            <pc:docMk/>
            <pc:sldMk cId="3987197345" sldId="1801"/>
            <ac:spMk id="9" creationId="{DCB60882-6393-4B72-F7C1-833C7CC96306}"/>
          </ac:spMkLst>
        </pc:spChg>
        <pc:spChg chg="add del mod replST">
          <ac:chgData name="Zheng Fei" userId="d19317889db4c986" providerId="LiveId" clId="{8E9219DE-D8BC-4CB6-834D-603BDDF7CC33}" dt="2023-02-23T04:15:33.111" v="505" actId="478"/>
          <ac:spMkLst>
            <pc:docMk/>
            <pc:sldMk cId="3987197345" sldId="1801"/>
            <ac:spMk id="10" creationId="{B4B12115-6C0A-E35F-E618-C3D91D57D52F}"/>
          </ac:spMkLst>
        </pc:spChg>
        <pc:spChg chg="add mod replST">
          <ac:chgData name="Zheng Fei" userId="d19317889db4c986" providerId="LiveId" clId="{8E9219DE-D8BC-4CB6-834D-603BDDF7CC33}" dt="2023-02-23T04:15:42.790" v="551"/>
          <ac:spMkLst>
            <pc:docMk/>
            <pc:sldMk cId="3987197345" sldId="1801"/>
            <ac:spMk id="11" creationId="{EC829189-9C2D-EA62-BC46-6E25F6063034}"/>
          </ac:spMkLst>
        </pc:spChg>
        <pc:spChg chg="add mod replST">
          <ac:chgData name="Zheng Fei" userId="d19317889db4c986" providerId="LiveId" clId="{8E9219DE-D8BC-4CB6-834D-603BDDF7CC33}" dt="2023-02-23T04:15:42.806" v="553" actId="207"/>
          <ac:spMkLst>
            <pc:docMk/>
            <pc:sldMk cId="3987197345" sldId="1801"/>
            <ac:spMk id="12" creationId="{7550EE58-8CA8-787C-18A7-1F8B80F16723}"/>
          </ac:spMkLst>
        </pc:spChg>
        <pc:spChg chg="add mod replST">
          <ac:chgData name="Zheng Fei" userId="d19317889db4c986" providerId="LiveId" clId="{8E9219DE-D8BC-4CB6-834D-603BDDF7CC33}" dt="2023-02-23T04:15:42.806" v="555" actId="207"/>
          <ac:spMkLst>
            <pc:docMk/>
            <pc:sldMk cId="3987197345" sldId="1801"/>
            <ac:spMk id="13" creationId="{A85EC122-D546-2068-7D9E-61EDA642A45D}"/>
          </ac:spMkLst>
        </pc:spChg>
        <pc:spChg chg="add del mod replST">
          <ac:chgData name="Zheng Fei" userId="d19317889db4c986" providerId="LiveId" clId="{8E9219DE-D8BC-4CB6-834D-603BDDF7CC33}" dt="2023-02-23T04:15:36.776" v="536" actId="478"/>
          <ac:spMkLst>
            <pc:docMk/>
            <pc:sldMk cId="3987197345" sldId="1801"/>
            <ac:spMk id="14" creationId="{4B224262-4DF3-B3E0-E959-F115DD01785B}"/>
          </ac:spMkLst>
        </pc:spChg>
        <pc:spChg chg="add mod replST">
          <ac:chgData name="Zheng Fei" userId="d19317889db4c986" providerId="LiveId" clId="{8E9219DE-D8BC-4CB6-834D-603BDDF7CC33}" dt="2023-02-23T04:14:55.905" v="317"/>
          <ac:spMkLst>
            <pc:docMk/>
            <pc:sldMk cId="3987197345" sldId="1801"/>
            <ac:spMk id="15" creationId="{8FC3D901-3C13-DFC2-8910-62AC44FB19AD}"/>
          </ac:spMkLst>
        </pc:spChg>
        <pc:spChg chg="add mod ord replST">
          <ac:chgData name="Zheng Fei" userId="d19317889db4c986" providerId="LiveId" clId="{8E9219DE-D8BC-4CB6-834D-603BDDF7CC33}" dt="2023-02-23T04:28:33.263" v="3421"/>
          <ac:spMkLst>
            <pc:docMk/>
            <pc:sldMk cId="3987197345" sldId="1801"/>
            <ac:spMk id="16" creationId="{4CDFABC4-D3D2-24A7-7C13-2778C96CC834}"/>
          </ac:spMkLst>
        </pc:spChg>
        <pc:spChg chg="add mod replST">
          <ac:chgData name="Zheng Fei" userId="d19317889db4c986" providerId="LiveId" clId="{8E9219DE-D8BC-4CB6-834D-603BDDF7CC33}" dt="2023-02-23T04:28:33.261" v="3419"/>
          <ac:spMkLst>
            <pc:docMk/>
            <pc:sldMk cId="3987197345" sldId="1801"/>
            <ac:spMk id="17" creationId="{71FC243B-5E8A-DCC0-DBFB-61E7444D74B6}"/>
          </ac:spMkLst>
        </pc:spChg>
        <pc:spChg chg="add mod replST">
          <ac:chgData name="Zheng Fei" userId="d19317889db4c986" providerId="LiveId" clId="{8E9219DE-D8BC-4CB6-834D-603BDDF7CC33}" dt="2023-02-23T04:28:33.261" v="3419"/>
          <ac:spMkLst>
            <pc:docMk/>
            <pc:sldMk cId="3987197345" sldId="1801"/>
            <ac:spMk id="18" creationId="{E5661ECD-5577-29C8-15B1-A2CE6E72412E}"/>
          </ac:spMkLst>
        </pc:spChg>
        <pc:spChg chg="add mod replST">
          <ac:chgData name="Zheng Fei" userId="d19317889db4c986" providerId="LiveId" clId="{8E9219DE-D8BC-4CB6-834D-603BDDF7CC33}" dt="2023-02-23T04:28:33.261" v="3419"/>
          <ac:spMkLst>
            <pc:docMk/>
            <pc:sldMk cId="3987197345" sldId="1801"/>
            <ac:spMk id="19" creationId="{11F0E762-A968-1B82-E694-A9CA6679A749}"/>
          </ac:spMkLst>
        </pc:spChg>
        <pc:spChg chg="add del mod ord replST">
          <ac:chgData name="Zheng Fei" userId="d19317889db4c986" providerId="LiveId" clId="{8E9219DE-D8BC-4CB6-834D-603BDDF7CC33}" dt="2023-02-23T04:15:42.806" v="557"/>
          <ac:spMkLst>
            <pc:docMk/>
            <pc:sldMk cId="3987197345" sldId="1801"/>
            <ac:spMk id="21" creationId="{D422FE46-89DB-304D-9D34-6A9A48908855}"/>
          </ac:spMkLst>
        </pc:spChg>
        <pc:grpChg chg="add mod ord replST">
          <ac:chgData name="Zheng Fei" userId="d19317889db4c986" providerId="LiveId" clId="{8E9219DE-D8BC-4CB6-834D-603BDDF7CC33}" dt="2023-02-23T04:28:33.264" v="3423"/>
          <ac:grpSpMkLst>
            <pc:docMk/>
            <pc:sldMk cId="3987197345" sldId="1801"/>
            <ac:grpSpMk id="20" creationId="{7BB3D7B3-84F6-CD48-6AC2-0454AC76B724}"/>
          </ac:grpSpMkLst>
        </pc:grpChg>
        <pc:picChg chg="add mod ord replST">
          <ac:chgData name="Zheng Fei" userId="d19317889db4c986" providerId="LiveId" clId="{8E9219DE-D8BC-4CB6-834D-603BDDF7CC33}" dt="2023-02-23T04:28:33.264" v="3425"/>
          <ac:picMkLst>
            <pc:docMk/>
            <pc:sldMk cId="3987197345" sldId="1801"/>
            <ac:picMk id="5" creationId="{B4318EB5-AC53-8038-6D8D-8CDADC0F7D86}"/>
          </ac:picMkLst>
        </pc:picChg>
      </pc:sldChg>
      <pc:sldChg chg="addSp delSp modSp add mod replTag">
        <pc:chgData name="Zheng Fei" userId="d19317889db4c986" providerId="LiveId" clId="{8E9219DE-D8BC-4CB6-834D-603BDDF7CC33}" dt="2023-02-23T04:28:36.856" v="3433"/>
        <pc:sldMkLst>
          <pc:docMk/>
          <pc:sldMk cId="3437802450" sldId="1802"/>
        </pc:sldMkLst>
        <pc:spChg chg="add mod replST">
          <ac:chgData name="Zheng Fei" userId="d19317889db4c986" providerId="LiveId" clId="{8E9219DE-D8BC-4CB6-834D-603BDDF7CC33}" dt="2023-02-23T04:16:04.040" v="953"/>
          <ac:spMkLst>
            <pc:docMk/>
            <pc:sldMk cId="3437802450" sldId="1802"/>
            <ac:spMk id="4" creationId="{66367516-417C-9045-6EAF-87957B01821E}"/>
          </ac:spMkLst>
        </pc:spChg>
        <pc:spChg chg="add mod replST">
          <ac:chgData name="Zheng Fei" userId="d19317889db4c986" providerId="LiveId" clId="{8E9219DE-D8BC-4CB6-834D-603BDDF7CC33}" dt="2023-02-23T04:16:10.134" v="966" actId="20577"/>
          <ac:spMkLst>
            <pc:docMk/>
            <pc:sldMk cId="3437802450" sldId="1802"/>
            <ac:spMk id="5" creationId="{A991FB45-42F5-2D68-52B7-93E6E7C59CD2}"/>
          </ac:spMkLst>
        </pc:spChg>
        <pc:spChg chg="add mod replST">
          <ac:chgData name="Zheng Fei" userId="d19317889db4c986" providerId="LiveId" clId="{8E9219DE-D8BC-4CB6-834D-603BDDF7CC33}" dt="2023-02-23T04:16:12.185" v="978"/>
          <ac:spMkLst>
            <pc:docMk/>
            <pc:sldMk cId="3437802450" sldId="1802"/>
            <ac:spMk id="6" creationId="{277A9A3A-C2F8-9B81-4F1D-740F173C2663}"/>
          </ac:spMkLst>
        </pc:spChg>
        <pc:spChg chg="add del mod replST">
          <ac:chgData name="Zheng Fei" userId="d19317889db4c986" providerId="LiveId" clId="{8E9219DE-D8BC-4CB6-834D-603BDDF7CC33}" dt="2023-02-23T04:16:17.999" v="989" actId="478"/>
          <ac:spMkLst>
            <pc:docMk/>
            <pc:sldMk cId="3437802450" sldId="1802"/>
            <ac:spMk id="7" creationId="{1112C3A9-48FC-6FB2-64AE-7020006F017E}"/>
          </ac:spMkLst>
        </pc:spChg>
        <pc:spChg chg="add del mod replST">
          <ac:chgData name="Zheng Fei" userId="d19317889db4c986" providerId="LiveId" clId="{8E9219DE-D8BC-4CB6-834D-603BDDF7CC33}" dt="2023-02-23T04:16:24.450" v="1042" actId="478"/>
          <ac:spMkLst>
            <pc:docMk/>
            <pc:sldMk cId="3437802450" sldId="1802"/>
            <ac:spMk id="8" creationId="{93AEDD2E-5B31-6188-E302-AB8A832F1263}"/>
          </ac:spMkLst>
        </pc:spChg>
        <pc:spChg chg="add mod replST">
          <ac:chgData name="Zheng Fei" userId="d19317889db4c986" providerId="LiveId" clId="{8E9219DE-D8BC-4CB6-834D-603BDDF7CC33}" dt="2023-02-23T04:16:30.210" v="1078"/>
          <ac:spMkLst>
            <pc:docMk/>
            <pc:sldMk cId="3437802450" sldId="1802"/>
            <ac:spMk id="9" creationId="{CBDCCE9A-4C79-80D4-B9BC-29638AE71855}"/>
          </ac:spMkLst>
        </pc:spChg>
        <pc:spChg chg="add mod replST">
          <ac:chgData name="Zheng Fei" userId="d19317889db4c986" providerId="LiveId" clId="{8E9219DE-D8BC-4CB6-834D-603BDDF7CC33}" dt="2023-02-23T04:16:30.225" v="1080" actId="207"/>
          <ac:spMkLst>
            <pc:docMk/>
            <pc:sldMk cId="3437802450" sldId="1802"/>
            <ac:spMk id="10" creationId="{DCB071E0-CF80-F587-ACB5-75B3F2B79DEB}"/>
          </ac:spMkLst>
        </pc:spChg>
        <pc:spChg chg="add del mod replST">
          <ac:chgData name="Zheng Fei" userId="d19317889db4c986" providerId="LiveId" clId="{8E9219DE-D8BC-4CB6-834D-603BDDF7CC33}" dt="2023-02-23T04:16:21.510" v="1020" actId="478"/>
          <ac:spMkLst>
            <pc:docMk/>
            <pc:sldMk cId="3437802450" sldId="1802"/>
            <ac:spMk id="11" creationId="{9A6F7D5D-E683-33C7-AE61-D996F390BB17}"/>
          </ac:spMkLst>
        </pc:spChg>
        <pc:spChg chg="add del mod replST">
          <ac:chgData name="Zheng Fei" userId="d19317889db4c986" providerId="LiveId" clId="{8E9219DE-D8BC-4CB6-834D-603BDDF7CC33}" dt="2023-02-23T04:16:28.270" v="1063" actId="478"/>
          <ac:spMkLst>
            <pc:docMk/>
            <pc:sldMk cId="3437802450" sldId="1802"/>
            <ac:spMk id="12" creationId="{9DBDAC9F-482C-A0C1-ACF2-559F994F7359}"/>
          </ac:spMkLst>
        </pc:spChg>
        <pc:spChg chg="add mod replST">
          <ac:chgData name="Zheng Fei" userId="d19317889db4c986" providerId="LiveId" clId="{8E9219DE-D8BC-4CB6-834D-603BDDF7CC33}" dt="2023-02-23T04:15:51.158" v="786"/>
          <ac:spMkLst>
            <pc:docMk/>
            <pc:sldMk cId="3437802450" sldId="1802"/>
            <ac:spMk id="13" creationId="{92B84023-FC82-2B03-8C52-5678B0DB1D28}"/>
          </ac:spMkLst>
        </pc:spChg>
        <pc:spChg chg="add mod ord replST">
          <ac:chgData name="Zheng Fei" userId="d19317889db4c986" providerId="LiveId" clId="{8E9219DE-D8BC-4CB6-834D-603BDDF7CC33}" dt="2023-02-23T04:28:36.856" v="3429"/>
          <ac:spMkLst>
            <pc:docMk/>
            <pc:sldMk cId="3437802450" sldId="1802"/>
            <ac:spMk id="14" creationId="{7B82BAC3-4705-C7DB-09D7-09B3571955ED}"/>
          </ac:spMkLst>
        </pc:spChg>
        <pc:spChg chg="add mod replST">
          <ac:chgData name="Zheng Fei" userId="d19317889db4c986" providerId="LiveId" clId="{8E9219DE-D8BC-4CB6-834D-603BDDF7CC33}" dt="2023-02-23T04:28:36.856" v="3427"/>
          <ac:spMkLst>
            <pc:docMk/>
            <pc:sldMk cId="3437802450" sldId="1802"/>
            <ac:spMk id="15" creationId="{BF6924C5-673E-367A-6127-798697A00611}"/>
          </ac:spMkLst>
        </pc:spChg>
        <pc:spChg chg="add mod replST">
          <ac:chgData name="Zheng Fei" userId="d19317889db4c986" providerId="LiveId" clId="{8E9219DE-D8BC-4CB6-834D-603BDDF7CC33}" dt="2023-02-23T04:28:36.856" v="3427"/>
          <ac:spMkLst>
            <pc:docMk/>
            <pc:sldMk cId="3437802450" sldId="1802"/>
            <ac:spMk id="16" creationId="{EC9F94CC-B880-E956-652D-86BF0DDCF7F8}"/>
          </ac:spMkLst>
        </pc:spChg>
        <pc:spChg chg="add mod replST">
          <ac:chgData name="Zheng Fei" userId="d19317889db4c986" providerId="LiveId" clId="{8E9219DE-D8BC-4CB6-834D-603BDDF7CC33}" dt="2023-02-23T04:28:36.856" v="3427"/>
          <ac:spMkLst>
            <pc:docMk/>
            <pc:sldMk cId="3437802450" sldId="1802"/>
            <ac:spMk id="17" creationId="{CCD0946D-32BE-E4DA-7D1A-098181621299}"/>
          </ac:spMkLst>
        </pc:spChg>
        <pc:spChg chg="add del mod ord replST">
          <ac:chgData name="Zheng Fei" userId="d19317889db4c986" providerId="LiveId" clId="{8E9219DE-D8BC-4CB6-834D-603BDDF7CC33}" dt="2023-02-23T04:16:30.225" v="1082"/>
          <ac:spMkLst>
            <pc:docMk/>
            <pc:sldMk cId="3437802450" sldId="1802"/>
            <ac:spMk id="19" creationId="{AB25322A-1D0B-53E2-8872-BB90708E5A9F}"/>
          </ac:spMkLst>
        </pc:spChg>
        <pc:grpChg chg="add mod ord replST">
          <ac:chgData name="Zheng Fei" userId="d19317889db4c986" providerId="LiveId" clId="{8E9219DE-D8BC-4CB6-834D-603BDDF7CC33}" dt="2023-02-23T04:28:36.856" v="3431"/>
          <ac:grpSpMkLst>
            <pc:docMk/>
            <pc:sldMk cId="3437802450" sldId="1802"/>
            <ac:grpSpMk id="18" creationId="{E84611B9-B7D0-8FE7-8690-FAC9703168E8}"/>
          </ac:grpSpMkLst>
        </pc:grpChg>
        <pc:picChg chg="add mod ord replST">
          <ac:chgData name="Zheng Fei" userId="d19317889db4c986" providerId="LiveId" clId="{8E9219DE-D8BC-4CB6-834D-603BDDF7CC33}" dt="2023-02-23T04:28:36.856" v="3433"/>
          <ac:picMkLst>
            <pc:docMk/>
            <pc:sldMk cId="3437802450" sldId="1802"/>
            <ac:picMk id="3" creationId="{15B45672-86B5-083A-9C7E-BAF31DE3FCC7}"/>
          </ac:picMkLst>
        </pc:picChg>
      </pc:sldChg>
      <pc:sldChg chg="addSp delSp modSp add mod replTag">
        <pc:chgData name="Zheng Fei" userId="d19317889db4c986" providerId="LiveId" clId="{8E9219DE-D8BC-4CB6-834D-603BDDF7CC33}" dt="2023-02-23T04:17:13.094" v="1603"/>
        <pc:sldMkLst>
          <pc:docMk/>
          <pc:sldMk cId="245157326" sldId="1803"/>
        </pc:sldMkLst>
        <pc:spChg chg="add mod replST">
          <ac:chgData name="Zheng Fei" userId="d19317889db4c986" providerId="LiveId" clId="{8E9219DE-D8BC-4CB6-834D-603BDDF7CC33}" dt="2023-02-23T04:16:54.594" v="1467" actId="20577"/>
          <ac:spMkLst>
            <pc:docMk/>
            <pc:sldMk cId="245157326" sldId="1803"/>
            <ac:spMk id="4" creationId="{D5BCA455-D45C-E1AD-2415-EF2686A059F4}"/>
          </ac:spMkLst>
        </pc:spChg>
        <pc:spChg chg="add mod replST">
          <ac:chgData name="Zheng Fei" userId="d19317889db4c986" providerId="LiveId" clId="{8E9219DE-D8BC-4CB6-834D-603BDDF7CC33}" dt="2023-02-23T04:16:57.042" v="1479"/>
          <ac:spMkLst>
            <pc:docMk/>
            <pc:sldMk cId="245157326" sldId="1803"/>
            <ac:spMk id="5" creationId="{7E3B2B41-9DDA-1AC1-33F1-24B46C444A0F}"/>
          </ac:spMkLst>
        </pc:spChg>
        <pc:spChg chg="add mod replST">
          <ac:chgData name="Zheng Fei" userId="d19317889db4c986" providerId="LiveId" clId="{8E9219DE-D8BC-4CB6-834D-603BDDF7CC33}" dt="2023-02-23T04:16:59.830" v="1491"/>
          <ac:spMkLst>
            <pc:docMk/>
            <pc:sldMk cId="245157326" sldId="1803"/>
            <ac:spMk id="6" creationId="{2892B11D-A88D-2623-93DD-6C0850EC6220}"/>
          </ac:spMkLst>
        </pc:spChg>
        <pc:spChg chg="add del mod replST">
          <ac:chgData name="Zheng Fei" userId="d19317889db4c986" providerId="LiveId" clId="{8E9219DE-D8BC-4CB6-834D-603BDDF7CC33}" dt="2023-02-23T04:17:02.876" v="1502" actId="478"/>
          <ac:spMkLst>
            <pc:docMk/>
            <pc:sldMk cId="245157326" sldId="1803"/>
            <ac:spMk id="7" creationId="{F0444A7A-EA27-C405-F315-7AA63B37EDD9}"/>
          </ac:spMkLst>
        </pc:spChg>
        <pc:spChg chg="add del mod replST">
          <ac:chgData name="Zheng Fei" userId="d19317889db4c986" providerId="LiveId" clId="{8E9219DE-D8BC-4CB6-834D-603BDDF7CC33}" dt="2023-02-23T04:17:09.864" v="1555" actId="478"/>
          <ac:spMkLst>
            <pc:docMk/>
            <pc:sldMk cId="245157326" sldId="1803"/>
            <ac:spMk id="8" creationId="{7C7745F8-8B93-76EC-27DB-9E0FDD29A7E1}"/>
          </ac:spMkLst>
        </pc:spChg>
        <pc:spChg chg="add mod replST">
          <ac:chgData name="Zheng Fei" userId="d19317889db4c986" providerId="LiveId" clId="{8E9219DE-D8BC-4CB6-834D-603BDDF7CC33}" dt="2023-02-23T04:17:13.078" v="1591"/>
          <ac:spMkLst>
            <pc:docMk/>
            <pc:sldMk cId="245157326" sldId="1803"/>
            <ac:spMk id="9" creationId="{D27349EE-F80D-0F54-ADFA-B2853B964DE3}"/>
          </ac:spMkLst>
        </pc:spChg>
        <pc:spChg chg="add mod replST">
          <ac:chgData name="Zheng Fei" userId="d19317889db4c986" providerId="LiveId" clId="{8E9219DE-D8BC-4CB6-834D-603BDDF7CC33}" dt="2023-02-23T04:17:13.094" v="1593" actId="207"/>
          <ac:spMkLst>
            <pc:docMk/>
            <pc:sldMk cId="245157326" sldId="1803"/>
            <ac:spMk id="10" creationId="{B09E38F4-9B10-6F42-F255-EA695A9251E6}"/>
          </ac:spMkLst>
        </pc:spChg>
        <pc:spChg chg="add del mod replST">
          <ac:chgData name="Zheng Fei" userId="d19317889db4c986" providerId="LiveId" clId="{8E9219DE-D8BC-4CB6-834D-603BDDF7CC33}" dt="2023-02-23T04:17:05.890" v="1533" actId="478"/>
          <ac:spMkLst>
            <pc:docMk/>
            <pc:sldMk cId="245157326" sldId="1803"/>
            <ac:spMk id="11" creationId="{E7EC65F4-3656-88AE-0314-313EAD222B06}"/>
          </ac:spMkLst>
        </pc:spChg>
        <pc:spChg chg="add del mod replST">
          <ac:chgData name="Zheng Fei" userId="d19317889db4c986" providerId="LiveId" clId="{8E9219DE-D8BC-4CB6-834D-603BDDF7CC33}" dt="2023-02-23T04:17:11.310" v="1576" actId="478"/>
          <ac:spMkLst>
            <pc:docMk/>
            <pc:sldMk cId="245157326" sldId="1803"/>
            <ac:spMk id="12" creationId="{0E441BFE-9A5A-9D43-7A49-BF2FF5D3EB08}"/>
          </ac:spMkLst>
        </pc:spChg>
        <pc:spChg chg="add mod replST">
          <ac:chgData name="Zheng Fei" userId="d19317889db4c986" providerId="LiveId" clId="{8E9219DE-D8BC-4CB6-834D-603BDDF7CC33}" dt="2023-02-23T04:16:39.737" v="1320"/>
          <ac:spMkLst>
            <pc:docMk/>
            <pc:sldMk cId="245157326" sldId="1803"/>
            <ac:spMk id="13" creationId="{A0A838A7-DBF6-BA5E-A0C5-FD129A38A401}"/>
          </ac:spMkLst>
        </pc:spChg>
        <pc:spChg chg="add mod ord replST">
          <ac:chgData name="Zheng Fei" userId="d19317889db4c986" providerId="LiveId" clId="{8E9219DE-D8BC-4CB6-834D-603BDDF7CC33}" dt="2023-02-23T04:17:13.094" v="1599"/>
          <ac:spMkLst>
            <pc:docMk/>
            <pc:sldMk cId="245157326" sldId="1803"/>
            <ac:spMk id="14" creationId="{D3533904-666D-2BD1-149D-5D640043CCBF}"/>
          </ac:spMkLst>
        </pc:spChg>
        <pc:spChg chg="add mod replST">
          <ac:chgData name="Zheng Fei" userId="d19317889db4c986" providerId="LiveId" clId="{8E9219DE-D8BC-4CB6-834D-603BDDF7CC33}" dt="2023-02-23T04:17:13.094" v="1597"/>
          <ac:spMkLst>
            <pc:docMk/>
            <pc:sldMk cId="245157326" sldId="1803"/>
            <ac:spMk id="15" creationId="{048856BA-8DF2-E81A-C9E6-9786AF5E139F}"/>
          </ac:spMkLst>
        </pc:spChg>
        <pc:spChg chg="add mod replST">
          <ac:chgData name="Zheng Fei" userId="d19317889db4c986" providerId="LiveId" clId="{8E9219DE-D8BC-4CB6-834D-603BDDF7CC33}" dt="2023-02-23T04:17:13.094" v="1597"/>
          <ac:spMkLst>
            <pc:docMk/>
            <pc:sldMk cId="245157326" sldId="1803"/>
            <ac:spMk id="16" creationId="{0C24A855-1595-AB57-341A-79CBCD46B3F3}"/>
          </ac:spMkLst>
        </pc:spChg>
        <pc:spChg chg="add mod replST">
          <ac:chgData name="Zheng Fei" userId="d19317889db4c986" providerId="LiveId" clId="{8E9219DE-D8BC-4CB6-834D-603BDDF7CC33}" dt="2023-02-23T04:17:13.094" v="1597"/>
          <ac:spMkLst>
            <pc:docMk/>
            <pc:sldMk cId="245157326" sldId="1803"/>
            <ac:spMk id="17" creationId="{3B61EFEC-A985-D4A6-0F6B-6EF66A289948}"/>
          </ac:spMkLst>
        </pc:spChg>
        <pc:spChg chg="add del mod ord replST">
          <ac:chgData name="Zheng Fei" userId="d19317889db4c986" providerId="LiveId" clId="{8E9219DE-D8BC-4CB6-834D-603BDDF7CC33}" dt="2023-02-23T04:17:13.094" v="1595"/>
          <ac:spMkLst>
            <pc:docMk/>
            <pc:sldMk cId="245157326" sldId="1803"/>
            <ac:spMk id="19" creationId="{67A22358-8817-BF48-7098-1EE29746171C}"/>
          </ac:spMkLst>
        </pc:spChg>
        <pc:grpChg chg="add mod ord replST">
          <ac:chgData name="Zheng Fei" userId="d19317889db4c986" providerId="LiveId" clId="{8E9219DE-D8BC-4CB6-834D-603BDDF7CC33}" dt="2023-02-23T04:17:13.094" v="1601"/>
          <ac:grpSpMkLst>
            <pc:docMk/>
            <pc:sldMk cId="245157326" sldId="1803"/>
            <ac:grpSpMk id="18" creationId="{5F208491-33E9-137B-931F-21D41AB34AC9}"/>
          </ac:grpSpMkLst>
        </pc:grpChg>
        <pc:picChg chg="add mod ord replST">
          <ac:chgData name="Zheng Fei" userId="d19317889db4c986" providerId="LiveId" clId="{8E9219DE-D8BC-4CB6-834D-603BDDF7CC33}" dt="2023-02-23T04:17:13.094" v="1603"/>
          <ac:picMkLst>
            <pc:docMk/>
            <pc:sldMk cId="245157326" sldId="1803"/>
            <ac:picMk id="3" creationId="{44E793E5-491E-8DD1-4F86-B9D8746C4AD0}"/>
          </ac:picMkLst>
        </pc:picChg>
      </pc:sldChg>
      <pc:sldChg chg="addSp delSp modSp add mod replTag">
        <pc:chgData name="Zheng Fei" userId="d19317889db4c986" providerId="LiveId" clId="{8E9219DE-D8BC-4CB6-834D-603BDDF7CC33}" dt="2023-02-23T04:22:38.621" v="2714"/>
        <pc:sldMkLst>
          <pc:docMk/>
          <pc:sldMk cId="3675697575" sldId="1804"/>
        </pc:sldMkLst>
        <pc:spChg chg="add mod replST">
          <ac:chgData name="Zheng Fei" userId="d19317889db4c986" providerId="LiveId" clId="{8E9219DE-D8BC-4CB6-834D-603BDDF7CC33}" dt="2023-02-23T04:22:32.211" v="2687"/>
          <ac:spMkLst>
            <pc:docMk/>
            <pc:sldMk cId="3675697575" sldId="1804"/>
            <ac:spMk id="4" creationId="{A56AE59B-71D0-A441-1B1D-D3AAFAC360C4}"/>
          </ac:spMkLst>
        </pc:spChg>
        <pc:spChg chg="add mod replST">
          <ac:chgData name="Zheng Fei" userId="d19317889db4c986" providerId="LiveId" clId="{8E9219DE-D8BC-4CB6-834D-603BDDF7CC33}" dt="2023-02-23T04:17:44.177" v="1976"/>
          <ac:spMkLst>
            <pc:docMk/>
            <pc:sldMk cId="3675697575" sldId="1804"/>
            <ac:spMk id="5" creationId="{C242D589-3D5E-4F84-209A-6B06B8E56828}"/>
          </ac:spMkLst>
        </pc:spChg>
        <pc:spChg chg="add mod replST">
          <ac:chgData name="Zheng Fei" userId="d19317889db4c986" providerId="LiveId" clId="{8E9219DE-D8BC-4CB6-834D-603BDDF7CC33}" dt="2023-02-23T04:17:48.025" v="1988"/>
          <ac:spMkLst>
            <pc:docMk/>
            <pc:sldMk cId="3675697575" sldId="1804"/>
            <ac:spMk id="6" creationId="{10DEBB07-2DB2-56E8-CFC3-A3416CB84B92}"/>
          </ac:spMkLst>
        </pc:spChg>
        <pc:spChg chg="add del mod replST">
          <ac:chgData name="Zheng Fei" userId="d19317889db4c986" providerId="LiveId" clId="{8E9219DE-D8BC-4CB6-834D-603BDDF7CC33}" dt="2023-02-23T04:17:51.756" v="2000" actId="478"/>
          <ac:spMkLst>
            <pc:docMk/>
            <pc:sldMk cId="3675697575" sldId="1804"/>
            <ac:spMk id="7" creationId="{A1388F82-582F-4F37-CB0C-C759A705A189}"/>
          </ac:spMkLst>
        </pc:spChg>
        <pc:spChg chg="add del mod replST">
          <ac:chgData name="Zheng Fei" userId="d19317889db4c986" providerId="LiveId" clId="{8E9219DE-D8BC-4CB6-834D-603BDDF7CC33}" dt="2023-02-23T04:17:59.443" v="2064" actId="478"/>
          <ac:spMkLst>
            <pc:docMk/>
            <pc:sldMk cId="3675697575" sldId="1804"/>
            <ac:spMk id="8" creationId="{BD8D4E55-6819-2CD3-5DD9-7C96771C0A08}"/>
          </ac:spMkLst>
        </pc:spChg>
        <pc:spChg chg="add mod replST">
          <ac:chgData name="Zheng Fei" userId="d19317889db4c986" providerId="LiveId" clId="{8E9219DE-D8BC-4CB6-834D-603BDDF7CC33}" dt="2023-02-23T04:22:38.600" v="2702"/>
          <ac:spMkLst>
            <pc:docMk/>
            <pc:sldMk cId="3675697575" sldId="1804"/>
            <ac:spMk id="9" creationId="{29EDAE5F-5277-AB0D-2DD9-F13733833843}"/>
          </ac:spMkLst>
        </pc:spChg>
        <pc:spChg chg="add mod replST">
          <ac:chgData name="Zheng Fei" userId="d19317889db4c986" providerId="LiveId" clId="{8E9219DE-D8BC-4CB6-834D-603BDDF7CC33}" dt="2023-02-23T04:22:38.619" v="2704" actId="207"/>
          <ac:spMkLst>
            <pc:docMk/>
            <pc:sldMk cId="3675697575" sldId="1804"/>
            <ac:spMk id="10" creationId="{DEBF3FA7-A9F4-1874-4E34-057C08675721}"/>
          </ac:spMkLst>
        </pc:spChg>
        <pc:spChg chg="add del mod replST">
          <ac:chgData name="Zheng Fei" userId="d19317889db4c986" providerId="LiveId" clId="{8E9219DE-D8BC-4CB6-834D-603BDDF7CC33}" dt="2023-02-23T04:17:54.302" v="2021" actId="478"/>
          <ac:spMkLst>
            <pc:docMk/>
            <pc:sldMk cId="3675697575" sldId="1804"/>
            <ac:spMk id="11" creationId="{F1AB313F-349D-3C3E-6DD8-F5EED94AAA6D}"/>
          </ac:spMkLst>
        </pc:spChg>
        <pc:spChg chg="add del mod replST">
          <ac:chgData name="Zheng Fei" userId="d19317889db4c986" providerId="LiveId" clId="{8E9219DE-D8BC-4CB6-834D-603BDDF7CC33}" dt="2023-02-23T04:17:56.022" v="2042" actId="478"/>
          <ac:spMkLst>
            <pc:docMk/>
            <pc:sldMk cId="3675697575" sldId="1804"/>
            <ac:spMk id="12" creationId="{8A046EA0-7519-4A44-ECE2-0F8E5E9AA504}"/>
          </ac:spMkLst>
        </pc:spChg>
        <pc:spChg chg="add mod replST">
          <ac:chgData name="Zheng Fei" userId="d19317889db4c986" providerId="LiveId" clId="{8E9219DE-D8BC-4CB6-834D-603BDDF7CC33}" dt="2023-02-23T04:17:23.620" v="1824"/>
          <ac:spMkLst>
            <pc:docMk/>
            <pc:sldMk cId="3675697575" sldId="1804"/>
            <ac:spMk id="13" creationId="{BAE4923A-DF51-7B5A-56CA-12241B684E5E}"/>
          </ac:spMkLst>
        </pc:spChg>
        <pc:spChg chg="add mod ord replST">
          <ac:chgData name="Zheng Fei" userId="d19317889db4c986" providerId="LiveId" clId="{8E9219DE-D8BC-4CB6-834D-603BDDF7CC33}" dt="2023-02-23T04:22:38.621" v="2710"/>
          <ac:spMkLst>
            <pc:docMk/>
            <pc:sldMk cId="3675697575" sldId="1804"/>
            <ac:spMk id="14" creationId="{756263F6-D471-BF49-D8F1-1356B28117A9}"/>
          </ac:spMkLst>
        </pc:spChg>
        <pc:spChg chg="add mod replST">
          <ac:chgData name="Zheng Fei" userId="d19317889db4c986" providerId="LiveId" clId="{8E9219DE-D8BC-4CB6-834D-603BDDF7CC33}" dt="2023-02-23T04:22:38.621" v="2708"/>
          <ac:spMkLst>
            <pc:docMk/>
            <pc:sldMk cId="3675697575" sldId="1804"/>
            <ac:spMk id="15" creationId="{38989539-CD31-3627-FEF1-6F43B8D5C48C}"/>
          </ac:spMkLst>
        </pc:spChg>
        <pc:spChg chg="add mod replST">
          <ac:chgData name="Zheng Fei" userId="d19317889db4c986" providerId="LiveId" clId="{8E9219DE-D8BC-4CB6-834D-603BDDF7CC33}" dt="2023-02-23T04:22:38.621" v="2708"/>
          <ac:spMkLst>
            <pc:docMk/>
            <pc:sldMk cId="3675697575" sldId="1804"/>
            <ac:spMk id="16" creationId="{57FBE354-8F51-D337-85B9-C60D20AF4EE1}"/>
          </ac:spMkLst>
        </pc:spChg>
        <pc:spChg chg="add mod replST">
          <ac:chgData name="Zheng Fei" userId="d19317889db4c986" providerId="LiveId" clId="{8E9219DE-D8BC-4CB6-834D-603BDDF7CC33}" dt="2023-02-23T04:22:38.621" v="2708"/>
          <ac:spMkLst>
            <pc:docMk/>
            <pc:sldMk cId="3675697575" sldId="1804"/>
            <ac:spMk id="17" creationId="{992E971E-313F-9556-939B-945831012829}"/>
          </ac:spMkLst>
        </pc:spChg>
        <pc:spChg chg="add del mod ord replST">
          <ac:chgData name="Zheng Fei" userId="d19317889db4c986" providerId="LiveId" clId="{8E9219DE-D8BC-4CB6-834D-603BDDF7CC33}" dt="2023-02-23T04:22:38.621" v="2706"/>
          <ac:spMkLst>
            <pc:docMk/>
            <pc:sldMk cId="3675697575" sldId="1804"/>
            <ac:spMk id="19" creationId="{944DFD94-ECAA-A6D9-B606-3538087AEC34}"/>
          </ac:spMkLst>
        </pc:spChg>
        <pc:grpChg chg="add mod ord replST">
          <ac:chgData name="Zheng Fei" userId="d19317889db4c986" providerId="LiveId" clId="{8E9219DE-D8BC-4CB6-834D-603BDDF7CC33}" dt="2023-02-23T04:22:38.621" v="2712"/>
          <ac:grpSpMkLst>
            <pc:docMk/>
            <pc:sldMk cId="3675697575" sldId="1804"/>
            <ac:grpSpMk id="18" creationId="{1465EDF1-2A08-658A-DF34-0F3740ADF230}"/>
          </ac:grpSpMkLst>
        </pc:grpChg>
        <pc:picChg chg="add mod ord replST">
          <ac:chgData name="Zheng Fei" userId="d19317889db4c986" providerId="LiveId" clId="{8E9219DE-D8BC-4CB6-834D-603BDDF7CC33}" dt="2023-02-23T04:22:38.621" v="2714"/>
          <ac:picMkLst>
            <pc:docMk/>
            <pc:sldMk cId="3675697575" sldId="1804"/>
            <ac:picMk id="3" creationId="{013CB270-4654-D69E-E85F-B98BE4681F21}"/>
          </ac:picMkLst>
        </pc:picChg>
      </pc:sldChg>
      <pc:sldChg chg="addSp delSp modSp add mod replTag">
        <pc:chgData name="Zheng Fei" userId="d19317889db4c986" providerId="LiveId" clId="{8E9219DE-D8BC-4CB6-834D-603BDDF7CC33}" dt="2023-02-23T04:22:41.505" v="2741"/>
        <pc:sldMkLst>
          <pc:docMk/>
          <pc:sldMk cId="3556794812" sldId="1805"/>
        </pc:sldMkLst>
        <pc:spChg chg="del mod">
          <ac:chgData name="Zheng Fei" userId="d19317889db4c986" providerId="LiveId" clId="{8E9219DE-D8BC-4CB6-834D-603BDDF7CC33}" dt="2023-02-23T04:19:27.530" v="2076"/>
          <ac:spMkLst>
            <pc:docMk/>
            <pc:sldMk cId="3556794812" sldId="1805"/>
            <ac:spMk id="2" creationId="{6DDF38CA-0B2B-6955-CC15-4291D064892B}"/>
          </ac:spMkLst>
        </pc:spChg>
        <pc:spChg chg="del mod">
          <ac:chgData name="Zheng Fei" userId="d19317889db4c986" providerId="LiveId" clId="{8E9219DE-D8BC-4CB6-834D-603BDDF7CC33}" dt="2023-02-23T04:19:27.530" v="2076"/>
          <ac:spMkLst>
            <pc:docMk/>
            <pc:sldMk cId="3556794812" sldId="1805"/>
            <ac:spMk id="3" creationId="{3C8C0A12-5742-D19B-7F45-CFEB4FA1E0C7}"/>
          </ac:spMkLst>
        </pc:spChg>
        <pc:spChg chg="add mod replST">
          <ac:chgData name="Zheng Fei" userId="d19317889db4c986" providerId="LiveId" clId="{8E9219DE-D8BC-4CB6-834D-603BDDF7CC33}" dt="2023-02-23T04:21:52.022" v="2512" actId="20577"/>
          <ac:spMkLst>
            <pc:docMk/>
            <pc:sldMk cId="3556794812" sldId="1805"/>
            <ac:spMk id="6" creationId="{B95A5AFB-34DE-3F0B-15EC-6411D4AEB56E}"/>
          </ac:spMkLst>
        </pc:spChg>
        <pc:spChg chg="add mod replST">
          <ac:chgData name="Zheng Fei" userId="d19317889db4c986" providerId="LiveId" clId="{8E9219DE-D8BC-4CB6-834D-603BDDF7CC33}" dt="2023-02-23T04:22:03.222" v="2538"/>
          <ac:spMkLst>
            <pc:docMk/>
            <pc:sldMk cId="3556794812" sldId="1805"/>
            <ac:spMk id="7" creationId="{A865DA84-E47B-FADC-24EF-D8AECBA5E22C}"/>
          </ac:spMkLst>
        </pc:spChg>
        <pc:spChg chg="add mod replST">
          <ac:chgData name="Zheng Fei" userId="d19317889db4c986" providerId="LiveId" clId="{8E9219DE-D8BC-4CB6-834D-603BDDF7CC33}" dt="2023-02-23T04:22:05.864" v="2550"/>
          <ac:spMkLst>
            <pc:docMk/>
            <pc:sldMk cId="3556794812" sldId="1805"/>
            <ac:spMk id="8" creationId="{A59A77E1-B2C1-9E3E-9690-72172720EC21}"/>
          </ac:spMkLst>
        </pc:spChg>
        <pc:spChg chg="add del mod replST">
          <ac:chgData name="Zheng Fei" userId="d19317889db4c986" providerId="LiveId" clId="{8E9219DE-D8BC-4CB6-834D-603BDDF7CC33}" dt="2023-02-23T04:22:12.138" v="2561" actId="478"/>
          <ac:spMkLst>
            <pc:docMk/>
            <pc:sldMk cId="3556794812" sldId="1805"/>
            <ac:spMk id="9" creationId="{96C08B8F-91CF-2433-0435-C17CCBA6FAF4}"/>
          </ac:spMkLst>
        </pc:spChg>
        <pc:spChg chg="add del mod replST">
          <ac:chgData name="Zheng Fei" userId="d19317889db4c986" providerId="LiveId" clId="{8E9219DE-D8BC-4CB6-834D-603BDDF7CC33}" dt="2023-02-23T04:22:19.756" v="2614" actId="478"/>
          <ac:spMkLst>
            <pc:docMk/>
            <pc:sldMk cId="3556794812" sldId="1805"/>
            <ac:spMk id="10" creationId="{B42F29A1-83A3-6403-9BC0-C35219A55AB3}"/>
          </ac:spMkLst>
        </pc:spChg>
        <pc:spChg chg="add mod replST">
          <ac:chgData name="Zheng Fei" userId="d19317889db4c986" providerId="LiveId" clId="{8E9219DE-D8BC-4CB6-834D-603BDDF7CC33}" dt="2023-02-23T04:22:41.490" v="2729"/>
          <ac:spMkLst>
            <pc:docMk/>
            <pc:sldMk cId="3556794812" sldId="1805"/>
            <ac:spMk id="11" creationId="{1095E237-BDB0-B8CC-58FE-B25A6295780D}"/>
          </ac:spMkLst>
        </pc:spChg>
        <pc:spChg chg="add mod replST">
          <ac:chgData name="Zheng Fei" userId="d19317889db4c986" providerId="LiveId" clId="{8E9219DE-D8BC-4CB6-834D-603BDDF7CC33}" dt="2023-02-23T04:22:41.505" v="2731" actId="207"/>
          <ac:spMkLst>
            <pc:docMk/>
            <pc:sldMk cId="3556794812" sldId="1805"/>
            <ac:spMk id="12" creationId="{CCE57644-D2EA-5557-35A8-E13B2C9457D9}"/>
          </ac:spMkLst>
        </pc:spChg>
        <pc:spChg chg="add del mod replST">
          <ac:chgData name="Zheng Fei" userId="d19317889db4c986" providerId="LiveId" clId="{8E9219DE-D8BC-4CB6-834D-603BDDF7CC33}" dt="2023-02-23T04:22:15.939" v="2592" actId="478"/>
          <ac:spMkLst>
            <pc:docMk/>
            <pc:sldMk cId="3556794812" sldId="1805"/>
            <ac:spMk id="13" creationId="{5784DE73-B8BD-49FA-077C-DABD50D7D3DC}"/>
          </ac:spMkLst>
        </pc:spChg>
        <pc:spChg chg="add del mod replST">
          <ac:chgData name="Zheng Fei" userId="d19317889db4c986" providerId="LiveId" clId="{8E9219DE-D8BC-4CB6-834D-603BDDF7CC33}" dt="2023-02-23T04:22:21.199" v="2635" actId="478"/>
          <ac:spMkLst>
            <pc:docMk/>
            <pc:sldMk cId="3556794812" sldId="1805"/>
            <ac:spMk id="14" creationId="{C6818C4E-3450-D2E7-BFDE-8DB7C03EF90F}"/>
          </ac:spMkLst>
        </pc:spChg>
        <pc:spChg chg="add mod replST">
          <ac:chgData name="Zheng Fei" userId="d19317889db4c986" providerId="LiveId" clId="{8E9219DE-D8BC-4CB6-834D-603BDDF7CC33}" dt="2023-02-23T04:19:27.718" v="2296"/>
          <ac:spMkLst>
            <pc:docMk/>
            <pc:sldMk cId="3556794812" sldId="1805"/>
            <ac:spMk id="15" creationId="{2751DD05-8D80-B396-6D50-AC08873A650B}"/>
          </ac:spMkLst>
        </pc:spChg>
        <pc:spChg chg="add mod ord replST">
          <ac:chgData name="Zheng Fei" userId="d19317889db4c986" providerId="LiveId" clId="{8E9219DE-D8BC-4CB6-834D-603BDDF7CC33}" dt="2023-02-23T04:22:41.505" v="2737"/>
          <ac:spMkLst>
            <pc:docMk/>
            <pc:sldMk cId="3556794812" sldId="1805"/>
            <ac:spMk id="16" creationId="{37798098-812F-B60B-85B5-AC5BB34BF453}"/>
          </ac:spMkLst>
        </pc:spChg>
        <pc:spChg chg="add mod replST">
          <ac:chgData name="Zheng Fei" userId="d19317889db4c986" providerId="LiveId" clId="{8E9219DE-D8BC-4CB6-834D-603BDDF7CC33}" dt="2023-02-23T04:22:41.505" v="2735"/>
          <ac:spMkLst>
            <pc:docMk/>
            <pc:sldMk cId="3556794812" sldId="1805"/>
            <ac:spMk id="17" creationId="{556A17A5-2DE3-6170-466C-1E5BB8EAA9AB}"/>
          </ac:spMkLst>
        </pc:spChg>
        <pc:spChg chg="add mod replST">
          <ac:chgData name="Zheng Fei" userId="d19317889db4c986" providerId="LiveId" clId="{8E9219DE-D8BC-4CB6-834D-603BDDF7CC33}" dt="2023-02-23T04:22:41.505" v="2735"/>
          <ac:spMkLst>
            <pc:docMk/>
            <pc:sldMk cId="3556794812" sldId="1805"/>
            <ac:spMk id="18" creationId="{43827A9A-2C7B-1511-84A1-C8AD6ADA060D}"/>
          </ac:spMkLst>
        </pc:spChg>
        <pc:spChg chg="add mod replST">
          <ac:chgData name="Zheng Fei" userId="d19317889db4c986" providerId="LiveId" clId="{8E9219DE-D8BC-4CB6-834D-603BDDF7CC33}" dt="2023-02-23T04:22:41.505" v="2735"/>
          <ac:spMkLst>
            <pc:docMk/>
            <pc:sldMk cId="3556794812" sldId="1805"/>
            <ac:spMk id="19" creationId="{22BE8F05-C07C-FBD4-0326-3D805E1D8164}"/>
          </ac:spMkLst>
        </pc:spChg>
        <pc:spChg chg="add del mod ord replST">
          <ac:chgData name="Zheng Fei" userId="d19317889db4c986" providerId="LiveId" clId="{8E9219DE-D8BC-4CB6-834D-603BDDF7CC33}" dt="2023-02-23T04:22:41.505" v="2733"/>
          <ac:spMkLst>
            <pc:docMk/>
            <pc:sldMk cId="3556794812" sldId="1805"/>
            <ac:spMk id="21" creationId="{7EAAC4D8-F057-77B9-61E2-69C55A588B46}"/>
          </ac:spMkLst>
        </pc:spChg>
        <pc:grpChg chg="add mod ord replST">
          <ac:chgData name="Zheng Fei" userId="d19317889db4c986" providerId="LiveId" clId="{8E9219DE-D8BC-4CB6-834D-603BDDF7CC33}" dt="2023-02-23T04:22:41.505" v="2739"/>
          <ac:grpSpMkLst>
            <pc:docMk/>
            <pc:sldMk cId="3556794812" sldId="1805"/>
            <ac:grpSpMk id="20" creationId="{4375B053-1EE0-6E3F-AD75-A5583C0DC7DB}"/>
          </ac:grpSpMkLst>
        </pc:grpChg>
        <pc:picChg chg="add mod ord replST">
          <ac:chgData name="Zheng Fei" userId="d19317889db4c986" providerId="LiveId" clId="{8E9219DE-D8BC-4CB6-834D-603BDDF7CC33}" dt="2023-02-23T04:22:41.505" v="2741"/>
          <ac:picMkLst>
            <pc:docMk/>
            <pc:sldMk cId="3556794812" sldId="1805"/>
            <ac:picMk id="5" creationId="{8FA8F442-90A7-E978-FDE7-2833B5745B5F}"/>
          </ac:picMkLst>
        </pc:picChg>
      </pc:sldChg>
      <pc:sldChg chg="addSp delSp modSp add mod replTag">
        <pc:chgData name="Zheng Fei" userId="d19317889db4c986" providerId="LiveId" clId="{8E9219DE-D8BC-4CB6-834D-603BDDF7CC33}" dt="2023-02-23T04:28:14.512" v="3417"/>
        <pc:sldMkLst>
          <pc:docMk/>
          <pc:sldMk cId="2949271398" sldId="1806"/>
        </pc:sldMkLst>
        <pc:spChg chg="add mod replST">
          <ac:chgData name="Zheng Fei" userId="d19317889db4c986" providerId="LiveId" clId="{8E9219DE-D8BC-4CB6-834D-603BDDF7CC33}" dt="2023-02-23T04:23:15.472" v="3096"/>
          <ac:spMkLst>
            <pc:docMk/>
            <pc:sldMk cId="2949271398" sldId="1806"/>
            <ac:spMk id="4" creationId="{9E77DCE0-4FCD-CD50-0280-7B637441B69A}"/>
          </ac:spMkLst>
        </pc:spChg>
        <pc:spChg chg="add mod replST">
          <ac:chgData name="Zheng Fei" userId="d19317889db4c986" providerId="LiveId" clId="{8E9219DE-D8BC-4CB6-834D-603BDDF7CC33}" dt="2023-02-23T04:26:19.247" v="3219" actId="16959"/>
          <ac:spMkLst>
            <pc:docMk/>
            <pc:sldMk cId="2949271398" sldId="1806"/>
            <ac:spMk id="5" creationId="{3188B965-1A61-415C-51DA-A218B4EDAE5E}"/>
          </ac:spMkLst>
        </pc:spChg>
        <pc:spChg chg="add mod replST">
          <ac:chgData name="Zheng Fei" userId="d19317889db4c986" providerId="LiveId" clId="{8E9219DE-D8BC-4CB6-834D-603BDDF7CC33}" dt="2023-02-23T04:26:40.767" v="3272"/>
          <ac:spMkLst>
            <pc:docMk/>
            <pc:sldMk cId="2949271398" sldId="1806"/>
            <ac:spMk id="6" creationId="{E6A25019-8FD7-67EC-F12A-D46AFDA5B577}"/>
          </ac:spMkLst>
        </pc:spChg>
        <pc:spChg chg="add mod replST">
          <ac:chgData name="Zheng Fei" userId="d19317889db4c986" providerId="LiveId" clId="{8E9219DE-D8BC-4CB6-834D-603BDDF7CC33}" dt="2023-02-23T04:26:34.208" v="3250" actId="20577"/>
          <ac:spMkLst>
            <pc:docMk/>
            <pc:sldMk cId="2949271398" sldId="1806"/>
            <ac:spMk id="7" creationId="{20CEBECD-91C7-6CCF-9B5D-5BFFEE428CA1}"/>
          </ac:spMkLst>
        </pc:spChg>
        <pc:spChg chg="add mod replST">
          <ac:chgData name="Zheng Fei" userId="d19317889db4c986" providerId="LiveId" clId="{8E9219DE-D8BC-4CB6-834D-603BDDF7CC33}" dt="2023-02-23T04:27:50.978" v="3345"/>
          <ac:spMkLst>
            <pc:docMk/>
            <pc:sldMk cId="2949271398" sldId="1806"/>
            <ac:spMk id="8" creationId="{92EEFD7D-0BFF-8129-86BD-0AB6BD65DFB8}"/>
          </ac:spMkLst>
        </pc:spChg>
        <pc:spChg chg="add mod replST">
          <ac:chgData name="Zheng Fei" userId="d19317889db4c986" providerId="LiveId" clId="{8E9219DE-D8BC-4CB6-834D-603BDDF7CC33}" dt="2023-02-23T04:27:55.871" v="3360"/>
          <ac:spMkLst>
            <pc:docMk/>
            <pc:sldMk cId="2949271398" sldId="1806"/>
            <ac:spMk id="9" creationId="{A507DF6B-51D6-EA6E-CD4A-93E4C1D9DBBD}"/>
          </ac:spMkLst>
        </pc:spChg>
        <pc:spChg chg="add mod replST">
          <ac:chgData name="Zheng Fei" userId="d19317889db4c986" providerId="LiveId" clId="{8E9219DE-D8BC-4CB6-834D-603BDDF7CC33}" dt="2023-02-23T04:27:57.460" v="3375"/>
          <ac:spMkLst>
            <pc:docMk/>
            <pc:sldMk cId="2949271398" sldId="1806"/>
            <ac:spMk id="10" creationId="{8D86056B-8F0F-07DD-D64F-3D09A8317377}"/>
          </ac:spMkLst>
        </pc:spChg>
        <pc:spChg chg="add mod replST">
          <ac:chgData name="Zheng Fei" userId="d19317889db4c986" providerId="LiveId" clId="{8E9219DE-D8BC-4CB6-834D-603BDDF7CC33}" dt="2023-02-23T04:27:58.582" v="3388"/>
          <ac:spMkLst>
            <pc:docMk/>
            <pc:sldMk cId="2949271398" sldId="1806"/>
            <ac:spMk id="11" creationId="{644A6464-D6F7-1914-05FD-9E64BB6E1CFD}"/>
          </ac:spMkLst>
        </pc:spChg>
        <pc:spChg chg="add mod replST">
          <ac:chgData name="Zheng Fei" userId="d19317889db4c986" providerId="LiveId" clId="{8E9219DE-D8BC-4CB6-834D-603BDDF7CC33}" dt="2023-02-23T04:27:59.855" v="3401"/>
          <ac:spMkLst>
            <pc:docMk/>
            <pc:sldMk cId="2949271398" sldId="1806"/>
            <ac:spMk id="12" creationId="{974DCEFE-5218-D0F5-929E-CF247CF3A6D3}"/>
          </ac:spMkLst>
        </pc:spChg>
        <pc:spChg chg="add mod replST">
          <ac:chgData name="Zheng Fei" userId="d19317889db4c986" providerId="LiveId" clId="{8E9219DE-D8BC-4CB6-834D-603BDDF7CC33}" dt="2023-02-23T04:23:01.244" v="2962"/>
          <ac:spMkLst>
            <pc:docMk/>
            <pc:sldMk cId="2949271398" sldId="1806"/>
            <ac:spMk id="13" creationId="{2CFFA096-E1CF-7984-F88C-6C41C484F744}"/>
          </ac:spMkLst>
        </pc:spChg>
        <pc:spChg chg="add mod ord replST">
          <ac:chgData name="Zheng Fei" userId="d19317889db4c986" providerId="LiveId" clId="{8E9219DE-D8BC-4CB6-834D-603BDDF7CC33}" dt="2023-02-23T04:28:14.510" v="3413"/>
          <ac:spMkLst>
            <pc:docMk/>
            <pc:sldMk cId="2949271398" sldId="1806"/>
            <ac:spMk id="14" creationId="{84463915-DA11-0084-7E07-6B7C63D75960}"/>
          </ac:spMkLst>
        </pc:spChg>
        <pc:spChg chg="add mod replST">
          <ac:chgData name="Zheng Fei" userId="d19317889db4c986" providerId="LiveId" clId="{8E9219DE-D8BC-4CB6-834D-603BDDF7CC33}" dt="2023-02-23T04:28:14.507" v="3411"/>
          <ac:spMkLst>
            <pc:docMk/>
            <pc:sldMk cId="2949271398" sldId="1806"/>
            <ac:spMk id="15" creationId="{0A3E1591-A1D3-257E-CCE9-7A0FA0E7C08B}"/>
          </ac:spMkLst>
        </pc:spChg>
        <pc:spChg chg="add mod replST">
          <ac:chgData name="Zheng Fei" userId="d19317889db4c986" providerId="LiveId" clId="{8E9219DE-D8BC-4CB6-834D-603BDDF7CC33}" dt="2023-02-23T04:28:14.507" v="3411"/>
          <ac:spMkLst>
            <pc:docMk/>
            <pc:sldMk cId="2949271398" sldId="1806"/>
            <ac:spMk id="16" creationId="{399B0D99-56B2-CBB6-6615-DF80A702801A}"/>
          </ac:spMkLst>
        </pc:spChg>
        <pc:spChg chg="add mod replST">
          <ac:chgData name="Zheng Fei" userId="d19317889db4c986" providerId="LiveId" clId="{8E9219DE-D8BC-4CB6-834D-603BDDF7CC33}" dt="2023-02-23T04:28:14.507" v="3411"/>
          <ac:spMkLst>
            <pc:docMk/>
            <pc:sldMk cId="2949271398" sldId="1806"/>
            <ac:spMk id="17" creationId="{771DDD2F-5CC5-B269-D524-08D303B5577F}"/>
          </ac:spMkLst>
        </pc:spChg>
        <pc:spChg chg="add del mod ord replST">
          <ac:chgData name="Zheng Fei" userId="d19317889db4c986" providerId="LiveId" clId="{8E9219DE-D8BC-4CB6-834D-603BDDF7CC33}" dt="2023-02-23T04:27:55.871" v="3362"/>
          <ac:spMkLst>
            <pc:docMk/>
            <pc:sldMk cId="2949271398" sldId="1806"/>
            <ac:spMk id="19" creationId="{291EAFF7-9FEE-1390-DABC-6EF8CC003F61}"/>
          </ac:spMkLst>
        </pc:spChg>
        <pc:grpChg chg="add mod ord replST">
          <ac:chgData name="Zheng Fei" userId="d19317889db4c986" providerId="LiveId" clId="{8E9219DE-D8BC-4CB6-834D-603BDDF7CC33}" dt="2023-02-23T04:28:14.511" v="3415"/>
          <ac:grpSpMkLst>
            <pc:docMk/>
            <pc:sldMk cId="2949271398" sldId="1806"/>
            <ac:grpSpMk id="18" creationId="{68AE8066-6B78-748C-3AB1-313966C4C11B}"/>
          </ac:grpSpMkLst>
        </pc:grpChg>
        <pc:picChg chg="add mod ord replST">
          <ac:chgData name="Zheng Fei" userId="d19317889db4c986" providerId="LiveId" clId="{8E9219DE-D8BC-4CB6-834D-603BDDF7CC33}" dt="2023-02-23T04:28:14.512" v="3417"/>
          <ac:picMkLst>
            <pc:docMk/>
            <pc:sldMk cId="2949271398" sldId="1806"/>
            <ac:picMk id="3" creationId="{0F517F13-1E4E-91FF-1C55-83179EBDBEB2}"/>
          </ac:picMkLst>
        </pc:picChg>
      </pc:sldChg>
      <pc:sldChg chg="addSp modSp new mod">
        <pc:chgData name="Zheng Fei" userId="d19317889db4c986" providerId="LiveId" clId="{8E9219DE-D8BC-4CB6-834D-603BDDF7CC33}" dt="2023-02-23T04:37:56.206" v="3606" actId="20577"/>
        <pc:sldMkLst>
          <pc:docMk/>
          <pc:sldMk cId="2571433274" sldId="1807"/>
        </pc:sldMkLst>
        <pc:spChg chg="add mod">
          <ac:chgData name="Zheng Fei" userId="d19317889db4c986" providerId="LiveId" clId="{8E9219DE-D8BC-4CB6-834D-603BDDF7CC33}" dt="2023-02-23T04:33:18.617" v="3453"/>
          <ac:spMkLst>
            <pc:docMk/>
            <pc:sldMk cId="2571433274" sldId="1807"/>
            <ac:spMk id="2" creationId="{FF2FE6AC-4282-762C-28D8-AB5C5DFD44FA}"/>
          </ac:spMkLst>
        </pc:spChg>
        <pc:spChg chg="add mod">
          <ac:chgData name="Zheng Fei" userId="d19317889db4c986" providerId="LiveId" clId="{8E9219DE-D8BC-4CB6-834D-603BDDF7CC33}" dt="2023-02-23T04:37:56.206" v="3606" actId="20577"/>
          <ac:spMkLst>
            <pc:docMk/>
            <pc:sldMk cId="2571433274" sldId="1807"/>
            <ac:spMk id="4" creationId="{4D0082C5-A5C3-A16F-7E8A-28132280E21A}"/>
          </ac:spMkLst>
        </pc:spChg>
        <pc:cxnChg chg="add mod">
          <ac:chgData name="Zheng Fei" userId="d19317889db4c986" providerId="LiveId" clId="{8E9219DE-D8BC-4CB6-834D-603BDDF7CC33}" dt="2023-02-23T04:33:18.617" v="3453"/>
          <ac:cxnSpMkLst>
            <pc:docMk/>
            <pc:sldMk cId="2571433274" sldId="1807"/>
            <ac:cxnSpMk id="3" creationId="{702FA126-58B3-5786-7F56-CBF5E21C1334}"/>
          </ac:cxnSpMkLst>
        </pc:cxnChg>
      </pc:sldChg>
      <pc:sldChg chg="new del">
        <pc:chgData name="Zheng Fei" userId="d19317889db4c986" providerId="LiveId" clId="{8E9219DE-D8BC-4CB6-834D-603BDDF7CC33}" dt="2023-02-23T05:23:14.825" v="3841" actId="47"/>
        <pc:sldMkLst>
          <pc:docMk/>
          <pc:sldMk cId="614262529" sldId="1808"/>
        </pc:sldMkLst>
      </pc:sldChg>
      <pc:sldChg chg="addSp modSp add del mod replTag">
        <pc:chgData name="Zheng Fei" userId="d19317889db4c986" providerId="LiveId" clId="{8E9219DE-D8BC-4CB6-834D-603BDDF7CC33}" dt="2023-02-23T05:23:17.016" v="3850" actId="47"/>
        <pc:sldMkLst>
          <pc:docMk/>
          <pc:sldMk cId="567354450" sldId="1809"/>
        </pc:sldMkLst>
        <pc:spChg chg="add mod replST">
          <ac:chgData name="Zheng Fei" userId="d19317889db4c986" providerId="LiveId" clId="{8E9219DE-D8BC-4CB6-834D-603BDDF7CC33}" dt="2023-02-23T05:23:11.128" v="3832"/>
          <ac:spMkLst>
            <pc:docMk/>
            <pc:sldMk cId="567354450" sldId="1809"/>
            <ac:spMk id="4" creationId="{7CFBE15B-959C-81B6-7397-15304897C73C}"/>
          </ac:spMkLst>
        </pc:spChg>
        <pc:spChg chg="add mod replST">
          <ac:chgData name="Zheng Fei" userId="d19317889db4c986" providerId="LiveId" clId="{8E9219DE-D8BC-4CB6-834D-603BDDF7CC33}" dt="2023-02-23T05:22:56.680" v="3683" actId="20577"/>
          <ac:spMkLst>
            <pc:docMk/>
            <pc:sldMk cId="567354450" sldId="1809"/>
            <ac:spMk id="5" creationId="{3A6A9660-18C9-6C81-C34E-76DC51C2C825}"/>
          </ac:spMkLst>
        </pc:spChg>
        <pc:spChg chg="add mod ord replST">
          <ac:chgData name="Zheng Fei" userId="d19317889db4c986" providerId="LiveId" clId="{8E9219DE-D8BC-4CB6-834D-603BDDF7CC33}" dt="2023-02-23T05:23:14.840" v="3845"/>
          <ac:spMkLst>
            <pc:docMk/>
            <pc:sldMk cId="567354450" sldId="1809"/>
            <ac:spMk id="6" creationId="{B9BC1AFE-44B4-F54B-E390-00C207A0302E}"/>
          </ac:spMkLst>
        </pc:spChg>
        <pc:spChg chg="add mod replST">
          <ac:chgData name="Zheng Fei" userId="d19317889db4c986" providerId="LiveId" clId="{8E9219DE-D8BC-4CB6-834D-603BDDF7CC33}" dt="2023-02-23T05:23:14.838" v="3843"/>
          <ac:spMkLst>
            <pc:docMk/>
            <pc:sldMk cId="567354450" sldId="1809"/>
            <ac:spMk id="7" creationId="{43D3B6A3-FC9F-B019-6CCE-AF8C3E874FDD}"/>
          </ac:spMkLst>
        </pc:spChg>
        <pc:spChg chg="add mod replST">
          <ac:chgData name="Zheng Fei" userId="d19317889db4c986" providerId="LiveId" clId="{8E9219DE-D8BC-4CB6-834D-603BDDF7CC33}" dt="2023-02-23T05:23:14.838" v="3843"/>
          <ac:spMkLst>
            <pc:docMk/>
            <pc:sldMk cId="567354450" sldId="1809"/>
            <ac:spMk id="8" creationId="{698C6F20-3403-62EF-9E87-3242A461116D}"/>
          </ac:spMkLst>
        </pc:spChg>
        <pc:spChg chg="add mod replST">
          <ac:chgData name="Zheng Fei" userId="d19317889db4c986" providerId="LiveId" clId="{8E9219DE-D8BC-4CB6-834D-603BDDF7CC33}" dt="2023-02-23T05:23:14.838" v="3843"/>
          <ac:spMkLst>
            <pc:docMk/>
            <pc:sldMk cId="567354450" sldId="1809"/>
            <ac:spMk id="9" creationId="{5CD5B25E-4332-02ED-1A48-A85C612E2476}"/>
          </ac:spMkLst>
        </pc:spChg>
        <pc:spChg chg="add mod replST">
          <ac:chgData name="Zheng Fei" userId="d19317889db4c986" providerId="LiveId" clId="{8E9219DE-D8BC-4CB6-834D-603BDDF7CC33}" dt="2023-02-23T05:22:57.187" v="3781"/>
          <ac:spMkLst>
            <pc:docMk/>
            <pc:sldMk cId="567354450" sldId="1809"/>
            <ac:spMk id="11" creationId="{ABBE30B5-32CB-858D-159F-FEEE6C939B63}"/>
          </ac:spMkLst>
        </pc:spChg>
        <pc:grpChg chg="add mod ord replST">
          <ac:chgData name="Zheng Fei" userId="d19317889db4c986" providerId="LiveId" clId="{8E9219DE-D8BC-4CB6-834D-603BDDF7CC33}" dt="2023-02-23T05:23:14.841" v="3847"/>
          <ac:grpSpMkLst>
            <pc:docMk/>
            <pc:sldMk cId="567354450" sldId="1809"/>
            <ac:grpSpMk id="10" creationId="{E7BE5DBD-0DD6-C282-E939-01E5E53D1F20}"/>
          </ac:grpSpMkLst>
        </pc:grpChg>
        <pc:picChg chg="add mod ord replST">
          <ac:chgData name="Zheng Fei" userId="d19317889db4c986" providerId="LiveId" clId="{8E9219DE-D8BC-4CB6-834D-603BDDF7CC33}" dt="2023-02-23T05:23:14.841" v="3849"/>
          <ac:picMkLst>
            <pc:docMk/>
            <pc:sldMk cId="567354450" sldId="1809"/>
            <ac:picMk id="3" creationId="{06353EBE-4FFD-688F-28B5-DE2A799362A2}"/>
          </ac:picMkLst>
        </pc:picChg>
      </pc:sldChg>
    </pc:docChg>
  </pc:docChgLst>
  <pc:docChgLst>
    <pc:chgData name="Zheng Fei" userId="d19317889db4c986" providerId="LiveId" clId="{E09A80C0-5BF7-1442-9EE6-C968EA25C8EE}"/>
    <pc:docChg chg="undo custSel addSld delSld modSld sldOrd">
      <pc:chgData name="Zheng Fei" userId="d19317889db4c986" providerId="LiveId" clId="{E09A80C0-5BF7-1442-9EE6-C968EA25C8EE}" dt="2023-02-09T04:17:14.365" v="64" actId="20577"/>
      <pc:docMkLst>
        <pc:docMk/>
      </pc:docMkLst>
      <pc:sldChg chg="del">
        <pc:chgData name="Zheng Fei" userId="d19317889db4c986" providerId="LiveId" clId="{E09A80C0-5BF7-1442-9EE6-C968EA25C8EE}" dt="2023-02-09T04:03:16.869" v="5" actId="2696"/>
        <pc:sldMkLst>
          <pc:docMk/>
          <pc:sldMk cId="4081266547" sldId="366"/>
        </pc:sldMkLst>
      </pc:sldChg>
      <pc:sldChg chg="del">
        <pc:chgData name="Zheng Fei" userId="d19317889db4c986" providerId="LiveId" clId="{E09A80C0-5BF7-1442-9EE6-C968EA25C8EE}" dt="2023-02-09T04:08:35.779" v="34" actId="2696"/>
        <pc:sldMkLst>
          <pc:docMk/>
          <pc:sldMk cId="1594873844" sldId="395"/>
        </pc:sldMkLst>
      </pc:sldChg>
      <pc:sldChg chg="modSp del">
        <pc:chgData name="Zheng Fei" userId="d19317889db4c986" providerId="LiveId" clId="{E09A80C0-5BF7-1442-9EE6-C968EA25C8EE}" dt="2023-02-09T03:56:48.850" v="4" actId="2696"/>
        <pc:sldMkLst>
          <pc:docMk/>
          <pc:sldMk cId="1656060950" sldId="410"/>
        </pc:sldMkLst>
        <pc:spChg chg="mod">
          <ac:chgData name="Zheng Fei" userId="d19317889db4c986" providerId="LiveId" clId="{E09A80C0-5BF7-1442-9EE6-C968EA25C8EE}" dt="2023-02-09T03:00:39.227" v="3" actId="2711"/>
          <ac:spMkLst>
            <pc:docMk/>
            <pc:sldMk cId="1656060950" sldId="410"/>
            <ac:spMk id="2" creationId="{4E0830A4-CC63-6847-AE9B-B54FBE497506}"/>
          </ac:spMkLst>
        </pc:spChg>
      </pc:sldChg>
      <pc:sldChg chg="modSp mod">
        <pc:chgData name="Zheng Fei" userId="d19317889db4c986" providerId="LiveId" clId="{E09A80C0-5BF7-1442-9EE6-C968EA25C8EE}" dt="2023-02-09T04:05:05.709" v="33" actId="12788"/>
        <pc:sldMkLst>
          <pc:docMk/>
          <pc:sldMk cId="550212570" sldId="414"/>
        </pc:sldMkLst>
        <pc:spChg chg="mod">
          <ac:chgData name="Zheng Fei" userId="d19317889db4c986" providerId="LiveId" clId="{E09A80C0-5BF7-1442-9EE6-C968EA25C8EE}" dt="2023-02-09T04:05:05.709" v="33" actId="12788"/>
          <ac:spMkLst>
            <pc:docMk/>
            <pc:sldMk cId="550212570" sldId="414"/>
            <ac:spMk id="2" creationId="{3E847502-3398-FD7C-1356-3EB00235E23A}"/>
          </ac:spMkLst>
        </pc:spChg>
      </pc:sldChg>
      <pc:sldChg chg="del">
        <pc:chgData name="Zheng Fei" userId="d19317889db4c986" providerId="LiveId" clId="{E09A80C0-5BF7-1442-9EE6-C968EA25C8EE}" dt="2023-02-09T03:56:48.850" v="4" actId="2696"/>
        <pc:sldMkLst>
          <pc:docMk/>
          <pc:sldMk cId="3579565064" sldId="419"/>
        </pc:sldMkLst>
      </pc:sldChg>
      <pc:sldChg chg="del">
        <pc:chgData name="Zheng Fei" userId="d19317889db4c986" providerId="LiveId" clId="{E09A80C0-5BF7-1442-9EE6-C968EA25C8EE}" dt="2023-02-09T03:56:48.850" v="4" actId="2696"/>
        <pc:sldMkLst>
          <pc:docMk/>
          <pc:sldMk cId="1813168269" sldId="420"/>
        </pc:sldMkLst>
      </pc:sldChg>
      <pc:sldChg chg="del">
        <pc:chgData name="Zheng Fei" userId="d19317889db4c986" providerId="LiveId" clId="{E09A80C0-5BF7-1442-9EE6-C968EA25C8EE}" dt="2023-02-09T04:03:17.938" v="6" actId="2696"/>
        <pc:sldMkLst>
          <pc:docMk/>
          <pc:sldMk cId="645090148" sldId="1776"/>
        </pc:sldMkLst>
      </pc:sldChg>
      <pc:sldChg chg="ord">
        <pc:chgData name="Zheng Fei" userId="d19317889db4c986" providerId="LiveId" clId="{E09A80C0-5BF7-1442-9EE6-C968EA25C8EE}" dt="2023-02-09T04:03:45.816" v="7" actId="20578"/>
        <pc:sldMkLst>
          <pc:docMk/>
          <pc:sldMk cId="3658991325" sldId="1785"/>
        </pc:sldMkLst>
      </pc:sldChg>
      <pc:sldChg chg="add">
        <pc:chgData name="Zheng Fei" userId="d19317889db4c986" providerId="LiveId" clId="{E09A80C0-5BF7-1442-9EE6-C968EA25C8EE}" dt="2023-02-09T04:04:21.757" v="8"/>
        <pc:sldMkLst>
          <pc:docMk/>
          <pc:sldMk cId="1644005175" sldId="1791"/>
        </pc:sldMkLst>
      </pc:sldChg>
      <pc:sldChg chg="delSp modSp add mod delAnim">
        <pc:chgData name="Zheng Fei" userId="d19317889db4c986" providerId="LiveId" clId="{E09A80C0-5BF7-1442-9EE6-C968EA25C8EE}" dt="2023-02-09T04:17:14.365" v="64" actId="20577"/>
        <pc:sldMkLst>
          <pc:docMk/>
          <pc:sldMk cId="3752521652" sldId="1792"/>
        </pc:sldMkLst>
        <pc:spChg chg="mod">
          <ac:chgData name="Zheng Fei" userId="d19317889db4c986" providerId="LiveId" clId="{E09A80C0-5BF7-1442-9EE6-C968EA25C8EE}" dt="2023-02-09T04:12:23.383" v="52" actId="20577"/>
          <ac:spMkLst>
            <pc:docMk/>
            <pc:sldMk cId="3752521652" sldId="1792"/>
            <ac:spMk id="2" creationId="{088399E9-B039-1521-3566-EED9C8A90839}"/>
          </ac:spMkLst>
        </pc:spChg>
        <pc:spChg chg="mod">
          <ac:chgData name="Zheng Fei" userId="d19317889db4c986" providerId="LiveId" clId="{E09A80C0-5BF7-1442-9EE6-C968EA25C8EE}" dt="2023-02-09T04:17:14.365" v="64" actId="20577"/>
          <ac:spMkLst>
            <pc:docMk/>
            <pc:sldMk cId="3752521652" sldId="1792"/>
            <ac:spMk id="4" creationId="{3563B0F5-5090-2DCF-6AD2-EDAF01C58245}"/>
          </ac:spMkLst>
        </pc:spChg>
        <pc:spChg chg="del">
          <ac:chgData name="Zheng Fei" userId="d19317889db4c986" providerId="LiveId" clId="{E09A80C0-5BF7-1442-9EE6-C968EA25C8EE}" dt="2023-02-09T04:11:50.768" v="43" actId="478"/>
          <ac:spMkLst>
            <pc:docMk/>
            <pc:sldMk cId="3752521652" sldId="1792"/>
            <ac:spMk id="5" creationId="{BEB3E553-E41D-6C97-974C-8831D9A5EDC1}"/>
          </ac:spMkLst>
        </pc:spChg>
        <pc:spChg chg="del">
          <ac:chgData name="Zheng Fei" userId="d19317889db4c986" providerId="LiveId" clId="{E09A80C0-5BF7-1442-9EE6-C968EA25C8EE}" dt="2023-02-09T04:11:53.578" v="44" actId="478"/>
          <ac:spMkLst>
            <pc:docMk/>
            <pc:sldMk cId="3752521652" sldId="1792"/>
            <ac:spMk id="6" creationId="{E086D98F-A3C4-2856-9AF3-75EA9A670C8A}"/>
          </ac:spMkLst>
        </pc:spChg>
      </pc:sldChg>
    </pc:docChg>
  </pc:docChgLst>
  <pc:docChgLst>
    <pc:chgData name="Zheng Fei" userId="d19317889db4c986" providerId="LiveId" clId="{5343F0AC-A2DC-2745-86C7-D2A3F0AE86DA}"/>
    <pc:docChg chg="undo custSel addSld delSld modSld">
      <pc:chgData name="Zheng Fei" userId="d19317889db4c986" providerId="LiveId" clId="{5343F0AC-A2DC-2745-86C7-D2A3F0AE86DA}" dt="2022-12-07T02:23:24.237" v="1947"/>
      <pc:docMkLst>
        <pc:docMk/>
      </pc:docMkLst>
      <pc:sldChg chg="addSp delSp modSp mod modTransition">
        <pc:chgData name="Zheng Fei" userId="d19317889db4c986" providerId="LiveId" clId="{5343F0AC-A2DC-2745-86C7-D2A3F0AE86DA}" dt="2022-12-07T02:21:57.471" v="1922"/>
        <pc:sldMkLst>
          <pc:docMk/>
          <pc:sldMk cId="3952504978" sldId="349"/>
        </pc:sldMkLst>
        <pc:spChg chg="add mod">
          <ac:chgData name="Zheng Fei" userId="d19317889db4c986" providerId="LiveId" clId="{5343F0AC-A2DC-2745-86C7-D2A3F0AE86DA}" dt="2022-12-05T14:36:50.778" v="326"/>
          <ac:spMkLst>
            <pc:docMk/>
            <pc:sldMk cId="3952504978" sldId="349"/>
            <ac:spMk id="3" creationId="{E2D936F5-4D83-A721-E398-EFB3FDDF4755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15" creationId="{22050165-2A56-FB4E-9D51-664B17CF4998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16" creationId="{7902E46F-CE50-B949-97D1-1D8395EF96D0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17" creationId="{7AD05E10-4A4C-7A40-BBA2-E40D0F8699AB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18" creationId="{77F2F523-F84D-CF46-B410-718A2B109253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21" creationId="{829D59AA-AD60-B144-AD86-9D20CDCA32AB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22" creationId="{FD6F7C0F-EFAC-9942-812F-1FC751ED67FA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23" creationId="{61B639E3-A9F0-8746-B4D2-C25EB522FC48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24" creationId="{F8BB9CD2-691B-5F45-BD9E-ECBD5049B0A3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25" creationId="{8C62DF35-553C-E642-882A-6AC024C837BA}"/>
          </ac:spMkLst>
        </pc:spChg>
        <pc:spChg chg="mod">
          <ac:chgData name="Zheng Fei" userId="d19317889db4c986" providerId="LiveId" clId="{5343F0AC-A2DC-2745-86C7-D2A3F0AE86DA}" dt="2022-12-05T14:36:32.195" v="320" actId="113"/>
          <ac:spMkLst>
            <pc:docMk/>
            <pc:sldMk cId="3952504978" sldId="349"/>
            <ac:spMk id="26" creationId="{FEF3B40D-F6F0-FF48-A286-CAD207BF54E4}"/>
          </ac:spMkLst>
        </pc:spChg>
        <pc:spChg chg="del mod">
          <ac:chgData name="Zheng Fei" userId="d19317889db4c986" providerId="LiveId" clId="{5343F0AC-A2DC-2745-86C7-D2A3F0AE86DA}" dt="2022-12-05T14:36:51.785" v="328"/>
          <ac:spMkLst>
            <pc:docMk/>
            <pc:sldMk cId="3952504978" sldId="349"/>
            <ac:spMk id="69" creationId="{00000000-0000-0000-0000-000000000000}"/>
          </ac:spMkLst>
        </pc:spChg>
        <pc:cxnChg chg="add mod">
          <ac:chgData name="Zheng Fei" userId="d19317889db4c986" providerId="LiveId" clId="{5343F0AC-A2DC-2745-86C7-D2A3F0AE86DA}" dt="2022-12-05T14:36:46.023" v="324"/>
          <ac:cxnSpMkLst>
            <pc:docMk/>
            <pc:sldMk cId="3952504978" sldId="349"/>
            <ac:cxnSpMk id="2" creationId="{A2C4223A-6A93-7EDB-CD50-D27A1657F75A}"/>
          </ac:cxnSpMkLst>
        </pc:cxnChg>
      </pc:sldChg>
      <pc:sldChg chg="modTransition">
        <pc:chgData name="Zheng Fei" userId="d19317889db4c986" providerId="LiveId" clId="{5343F0AC-A2DC-2745-86C7-D2A3F0AE86DA}" dt="2022-12-07T02:22:40.722" v="1926"/>
        <pc:sldMkLst>
          <pc:docMk/>
          <pc:sldMk cId="4081266547" sldId="366"/>
        </pc:sldMkLst>
      </pc:sldChg>
      <pc:sldChg chg="addSp delSp modSp mod modTransition">
        <pc:chgData name="Zheng Fei" userId="d19317889db4c986" providerId="LiveId" clId="{5343F0AC-A2DC-2745-86C7-D2A3F0AE86DA}" dt="2022-12-07T02:23:05.340" v="1938"/>
        <pc:sldMkLst>
          <pc:docMk/>
          <pc:sldMk cId="2252357123" sldId="380"/>
        </pc:sldMkLst>
        <pc:spChg chg="add mod">
          <ac:chgData name="Zheng Fei" userId="d19317889db4c986" providerId="LiveId" clId="{5343F0AC-A2DC-2745-86C7-D2A3F0AE86DA}" dt="2022-12-05T14:54:02.056" v="1054" actId="20577"/>
          <ac:spMkLst>
            <pc:docMk/>
            <pc:sldMk cId="2252357123" sldId="380"/>
            <ac:spMk id="8" creationId="{2C641CE4-A225-8AFA-D851-8A397299C0A7}"/>
          </ac:spMkLst>
        </pc:spChg>
        <pc:grpChg chg="del mod">
          <ac:chgData name="Zheng Fei" userId="d19317889db4c986" providerId="LiveId" clId="{5343F0AC-A2DC-2745-86C7-D2A3F0AE86DA}" dt="2022-12-05T14:47:49.256" v="737" actId="478"/>
          <ac:grpSpMkLst>
            <pc:docMk/>
            <pc:sldMk cId="2252357123" sldId="380"/>
            <ac:grpSpMk id="7" creationId="{9A6CA1B3-D9A9-494D-B538-413AA5D00E82}"/>
          </ac:grpSpMkLst>
        </pc:grpChg>
      </pc:sldChg>
      <pc:sldChg chg="addSp delSp modSp mod modTransition">
        <pc:chgData name="Zheng Fei" userId="d19317889db4c986" providerId="LiveId" clId="{5343F0AC-A2DC-2745-86C7-D2A3F0AE86DA}" dt="2022-12-07T02:22:58.147" v="1934"/>
        <pc:sldMkLst>
          <pc:docMk/>
          <pc:sldMk cId="3932442242" sldId="392"/>
        </pc:sldMkLst>
        <pc:spChg chg="mod">
          <ac:chgData name="Zheng Fei" userId="d19317889db4c986" providerId="LiveId" clId="{5343F0AC-A2DC-2745-86C7-D2A3F0AE86DA}" dt="2022-12-05T14:37:11.654" v="330" actId="207"/>
          <ac:spMkLst>
            <pc:docMk/>
            <pc:sldMk cId="3932442242" sldId="392"/>
            <ac:spMk id="5" creationId="{4527AD1F-097F-4413-B410-C612E42FB89B}"/>
          </ac:spMkLst>
        </pc:spChg>
        <pc:spChg chg="add mod">
          <ac:chgData name="Zheng Fei" userId="d19317889db4c986" providerId="LiveId" clId="{5343F0AC-A2DC-2745-86C7-D2A3F0AE86DA}" dt="2022-12-05T14:37:54.130" v="353" actId="113"/>
          <ac:spMkLst>
            <pc:docMk/>
            <pc:sldMk cId="3932442242" sldId="392"/>
            <ac:spMk id="6" creationId="{9679B080-2907-3503-F974-6DD33D134868}"/>
          </ac:spMkLst>
        </pc:spChg>
        <pc:picChg chg="del">
          <ac:chgData name="Zheng Fei" userId="d19317889db4c986" providerId="LiveId" clId="{5343F0AC-A2DC-2745-86C7-D2A3F0AE86DA}" dt="2022-12-05T14:37:48.029" v="349" actId="478"/>
          <ac:picMkLst>
            <pc:docMk/>
            <pc:sldMk cId="3932442242" sldId="392"/>
            <ac:picMk id="4" creationId="{B5A49BA5-E3E2-45F8-B7CB-2E34AF242C40}"/>
          </ac:picMkLst>
        </pc:picChg>
      </pc:sldChg>
      <pc:sldChg chg="modTransition">
        <pc:chgData name="Zheng Fei" userId="d19317889db4c986" providerId="LiveId" clId="{5343F0AC-A2DC-2745-86C7-D2A3F0AE86DA}" dt="2022-12-07T02:22:29.592" v="1925"/>
        <pc:sldMkLst>
          <pc:docMk/>
          <pc:sldMk cId="1594873844" sldId="395"/>
        </pc:sldMkLst>
      </pc:sldChg>
      <pc:sldChg chg="modSp mod modTransition">
        <pc:chgData name="Zheng Fei" userId="d19317889db4c986" providerId="LiveId" clId="{5343F0AC-A2DC-2745-86C7-D2A3F0AE86DA}" dt="2022-12-07T02:22:56.128" v="1933"/>
        <pc:sldMkLst>
          <pc:docMk/>
          <pc:sldMk cId="968340686" sldId="400"/>
        </pc:sldMkLst>
        <pc:spChg chg="mod">
          <ac:chgData name="Zheng Fei" userId="d19317889db4c986" providerId="LiveId" clId="{5343F0AC-A2DC-2745-86C7-D2A3F0AE86DA}" dt="2022-12-05T14:37:06.809" v="329" actId="207"/>
          <ac:spMkLst>
            <pc:docMk/>
            <pc:sldMk cId="968340686" sldId="400"/>
            <ac:spMk id="5" creationId="{604DC3D0-F794-E37E-A397-418CC29F9E1B}"/>
          </ac:spMkLst>
        </pc:spChg>
      </pc:sldChg>
      <pc:sldChg chg="delSp mod modTransition">
        <pc:chgData name="Zheng Fei" userId="d19317889db4c986" providerId="LiveId" clId="{5343F0AC-A2DC-2745-86C7-D2A3F0AE86DA}" dt="2022-12-07T02:22:59.441" v="1935"/>
        <pc:sldMkLst>
          <pc:docMk/>
          <pc:sldMk cId="4284922600" sldId="407"/>
        </pc:sldMkLst>
        <pc:picChg chg="del">
          <ac:chgData name="Zheng Fei" userId="d19317889db4c986" providerId="LiveId" clId="{5343F0AC-A2DC-2745-86C7-D2A3F0AE86DA}" dt="2022-12-05T14:38:02.184" v="354" actId="478"/>
          <ac:picMkLst>
            <pc:docMk/>
            <pc:sldMk cId="4284922600" sldId="407"/>
            <ac:picMk id="5" creationId="{AB591640-C423-D44D-80BE-68E3940D89CB}"/>
          </ac:picMkLst>
        </pc:picChg>
      </pc:sldChg>
      <pc:sldChg chg="addSp modSp mod modTransition modAnim">
        <pc:chgData name="Zheng Fei" userId="d19317889db4c986" providerId="LiveId" clId="{5343F0AC-A2DC-2745-86C7-D2A3F0AE86DA}" dt="2022-12-07T02:22:44.894" v="1928"/>
        <pc:sldMkLst>
          <pc:docMk/>
          <pc:sldMk cId="1656060950" sldId="410"/>
        </pc:sldMkLst>
        <pc:spChg chg="mod">
          <ac:chgData name="Zheng Fei" userId="d19317889db4c986" providerId="LiveId" clId="{5343F0AC-A2DC-2745-86C7-D2A3F0AE86DA}" dt="2022-12-05T14:23:52.404" v="95" actId="21"/>
          <ac:spMkLst>
            <pc:docMk/>
            <pc:sldMk cId="1656060950" sldId="410"/>
            <ac:spMk id="2" creationId="{4E0830A4-CC63-6847-AE9B-B54FBE497506}"/>
          </ac:spMkLst>
        </pc:spChg>
        <pc:spChg chg="add mod">
          <ac:chgData name="Zheng Fei" userId="d19317889db4c986" providerId="LiveId" clId="{5343F0AC-A2DC-2745-86C7-D2A3F0AE86DA}" dt="2022-12-05T14:21:11.787" v="45" actId="113"/>
          <ac:spMkLst>
            <pc:docMk/>
            <pc:sldMk cId="1656060950" sldId="410"/>
            <ac:spMk id="4" creationId="{8F94D525-AC8D-AC8E-2358-06B130B8B0F9}"/>
          </ac:spMkLst>
        </pc:spChg>
        <pc:spChg chg="add mod">
          <ac:chgData name="Zheng Fei" userId="d19317889db4c986" providerId="LiveId" clId="{5343F0AC-A2DC-2745-86C7-D2A3F0AE86DA}" dt="2022-12-05T14:21:34.009" v="49" actId="207"/>
          <ac:spMkLst>
            <pc:docMk/>
            <pc:sldMk cId="1656060950" sldId="410"/>
            <ac:spMk id="5" creationId="{B66ECFAB-9D97-2A9D-3C78-0E18ABF56244}"/>
          </ac:spMkLst>
        </pc:spChg>
        <pc:spChg chg="add mod">
          <ac:chgData name="Zheng Fei" userId="d19317889db4c986" providerId="LiveId" clId="{5343F0AC-A2DC-2745-86C7-D2A3F0AE86DA}" dt="2022-12-05T14:24:32.591" v="113" actId="1038"/>
          <ac:spMkLst>
            <pc:docMk/>
            <pc:sldMk cId="1656060950" sldId="410"/>
            <ac:spMk id="6" creationId="{2F92279F-8358-12D6-5C01-DF9FB190C9B9}"/>
          </ac:spMkLst>
        </pc:spChg>
        <pc:spChg chg="add mod">
          <ac:chgData name="Zheng Fei" userId="d19317889db4c986" providerId="LiveId" clId="{5343F0AC-A2DC-2745-86C7-D2A3F0AE86DA}" dt="2022-12-05T14:24:35.036" v="116" actId="1038"/>
          <ac:spMkLst>
            <pc:docMk/>
            <pc:sldMk cId="1656060950" sldId="410"/>
            <ac:spMk id="8" creationId="{67F14E21-0DE4-2561-850C-12D86AE23138}"/>
          </ac:spMkLst>
        </pc:spChg>
        <pc:spChg chg="add mod">
          <ac:chgData name="Zheng Fei" userId="d19317889db4c986" providerId="LiveId" clId="{5343F0AC-A2DC-2745-86C7-D2A3F0AE86DA}" dt="2022-12-05T14:24:37.265" v="119" actId="1038"/>
          <ac:spMkLst>
            <pc:docMk/>
            <pc:sldMk cId="1656060950" sldId="410"/>
            <ac:spMk id="10" creationId="{6A603460-F181-9823-5B32-4B7E9F40CA33}"/>
          </ac:spMkLst>
        </pc:spChg>
        <pc:spChg chg="add mod">
          <ac:chgData name="Zheng Fei" userId="d19317889db4c986" providerId="LiveId" clId="{5343F0AC-A2DC-2745-86C7-D2A3F0AE86DA}" dt="2022-12-05T14:24:40.077" v="124" actId="1038"/>
          <ac:spMkLst>
            <pc:docMk/>
            <pc:sldMk cId="1656060950" sldId="410"/>
            <ac:spMk id="12" creationId="{61896755-4A52-096E-D540-E3DCB384E30B}"/>
          </ac:spMkLst>
        </pc:spChg>
        <pc:spChg chg="mod">
          <ac:chgData name="Zheng Fei" userId="d19317889db4c986" providerId="LiveId" clId="{5343F0AC-A2DC-2745-86C7-D2A3F0AE86DA}" dt="2022-12-05T14:30:56.941" v="207"/>
          <ac:spMkLst>
            <pc:docMk/>
            <pc:sldMk cId="1656060950" sldId="410"/>
            <ac:spMk id="15" creationId="{16E59EFB-9B07-A96F-8C59-C335AA8B37AD}"/>
          </ac:spMkLst>
        </pc:spChg>
        <pc:spChg chg="mod">
          <ac:chgData name="Zheng Fei" userId="d19317889db4c986" providerId="LiveId" clId="{5343F0AC-A2DC-2745-86C7-D2A3F0AE86DA}" dt="2022-12-05T14:30:56.941" v="207"/>
          <ac:spMkLst>
            <pc:docMk/>
            <pc:sldMk cId="1656060950" sldId="410"/>
            <ac:spMk id="16" creationId="{1DE87A9B-0B50-D18F-DFAA-ACA75A517AE5}"/>
          </ac:spMkLst>
        </pc:spChg>
        <pc:spChg chg="mod">
          <ac:chgData name="Zheng Fei" userId="d19317889db4c986" providerId="LiveId" clId="{5343F0AC-A2DC-2745-86C7-D2A3F0AE86DA}" dt="2022-12-05T14:30:56.941" v="207"/>
          <ac:spMkLst>
            <pc:docMk/>
            <pc:sldMk cId="1656060950" sldId="410"/>
            <ac:spMk id="17" creationId="{A0DBD0ED-F872-1161-5615-1BE8E529B37F}"/>
          </ac:spMkLst>
        </pc:spChg>
        <pc:spChg chg="mod">
          <ac:chgData name="Zheng Fei" userId="d19317889db4c986" providerId="LiveId" clId="{5343F0AC-A2DC-2745-86C7-D2A3F0AE86DA}" dt="2022-12-05T14:30:56.941" v="207"/>
          <ac:spMkLst>
            <pc:docMk/>
            <pc:sldMk cId="1656060950" sldId="410"/>
            <ac:spMk id="18" creationId="{7FE43DF1-1A8B-5D26-CE3B-BE954EFDFAA4}"/>
          </ac:spMkLst>
        </pc:spChg>
        <pc:spChg chg="mod">
          <ac:chgData name="Zheng Fei" userId="d19317889db4c986" providerId="LiveId" clId="{5343F0AC-A2DC-2745-86C7-D2A3F0AE86DA}" dt="2022-12-05T14:30:56.941" v="207"/>
          <ac:spMkLst>
            <pc:docMk/>
            <pc:sldMk cId="1656060950" sldId="410"/>
            <ac:spMk id="21" creationId="{00D54246-F09D-E55A-4733-E39B67B5C59E}"/>
          </ac:spMkLst>
        </pc:spChg>
        <pc:spChg chg="mod">
          <ac:chgData name="Zheng Fei" userId="d19317889db4c986" providerId="LiveId" clId="{5343F0AC-A2DC-2745-86C7-D2A3F0AE86DA}" dt="2022-12-05T14:30:56.941" v="207"/>
          <ac:spMkLst>
            <pc:docMk/>
            <pc:sldMk cId="1656060950" sldId="410"/>
            <ac:spMk id="22" creationId="{1F9D58F1-A8E9-BF8D-013B-3593EF359A1A}"/>
          </ac:spMkLst>
        </pc:spChg>
        <pc:spChg chg="mod">
          <ac:chgData name="Zheng Fei" userId="d19317889db4c986" providerId="LiveId" clId="{5343F0AC-A2DC-2745-86C7-D2A3F0AE86DA}" dt="2022-12-05T14:30:56.941" v="207"/>
          <ac:spMkLst>
            <pc:docMk/>
            <pc:sldMk cId="1656060950" sldId="410"/>
            <ac:spMk id="23" creationId="{C8518194-710C-F9A7-9B53-278F4765CE1C}"/>
          </ac:spMkLst>
        </pc:spChg>
        <pc:grpChg chg="add mod">
          <ac:chgData name="Zheng Fei" userId="d19317889db4c986" providerId="LiveId" clId="{5343F0AC-A2DC-2745-86C7-D2A3F0AE86DA}" dt="2022-12-05T14:31:01.142" v="208" actId="1076"/>
          <ac:grpSpMkLst>
            <pc:docMk/>
            <pc:sldMk cId="1656060950" sldId="410"/>
            <ac:grpSpMk id="13" creationId="{EF2B6060-7F11-C2A9-B8FB-5B912C3F32CC}"/>
          </ac:grpSpMkLst>
        </pc:grpChg>
        <pc:grpChg chg="mod">
          <ac:chgData name="Zheng Fei" userId="d19317889db4c986" providerId="LiveId" clId="{5343F0AC-A2DC-2745-86C7-D2A3F0AE86DA}" dt="2022-12-05T14:30:56.941" v="207"/>
          <ac:grpSpMkLst>
            <pc:docMk/>
            <pc:sldMk cId="1656060950" sldId="410"/>
            <ac:grpSpMk id="14" creationId="{85AC705E-16C4-54D3-FDEC-A9726817422F}"/>
          </ac:grpSpMkLst>
        </pc:grpChg>
        <pc:inkChg chg="mod">
          <ac:chgData name="Zheng Fei" userId="d19317889db4c986" providerId="LiveId" clId="{5343F0AC-A2DC-2745-86C7-D2A3F0AE86DA}" dt="2022-12-05T14:30:56.941" v="207"/>
          <ac:inkMkLst>
            <pc:docMk/>
            <pc:sldMk cId="1656060950" sldId="410"/>
            <ac:inkMk id="19" creationId="{B1E066C7-3E50-BD63-9975-51E1AB32065E}"/>
          </ac:inkMkLst>
        </pc:inkChg>
        <pc:inkChg chg="mod">
          <ac:chgData name="Zheng Fei" userId="d19317889db4c986" providerId="LiveId" clId="{5343F0AC-A2DC-2745-86C7-D2A3F0AE86DA}" dt="2022-12-05T14:30:56.941" v="207"/>
          <ac:inkMkLst>
            <pc:docMk/>
            <pc:sldMk cId="1656060950" sldId="410"/>
            <ac:inkMk id="20" creationId="{71986349-4A2E-5FEA-B0AD-B072508E2F4A}"/>
          </ac:inkMkLst>
        </pc:inkChg>
      </pc:sldChg>
      <pc:sldChg chg="modSp mod modTransition">
        <pc:chgData name="Zheng Fei" userId="d19317889db4c986" providerId="LiveId" clId="{5343F0AC-A2DC-2745-86C7-D2A3F0AE86DA}" dt="2022-12-07T02:22:49.218" v="1930"/>
        <pc:sldMkLst>
          <pc:docMk/>
          <pc:sldMk cId="1723542248" sldId="411"/>
        </pc:sldMkLst>
        <pc:picChg chg="mod">
          <ac:chgData name="Zheng Fei" userId="d19317889db4c986" providerId="LiveId" clId="{5343F0AC-A2DC-2745-86C7-D2A3F0AE86DA}" dt="2022-12-05T14:35:58.067" v="317"/>
          <ac:picMkLst>
            <pc:docMk/>
            <pc:sldMk cId="1723542248" sldId="411"/>
            <ac:picMk id="3" creationId="{8FD79893-736E-3541-B5FE-63FD27207749}"/>
          </ac:picMkLst>
        </pc:picChg>
        <pc:picChg chg="mod modCrop">
          <ac:chgData name="Zheng Fei" userId="d19317889db4c986" providerId="LiveId" clId="{5343F0AC-A2DC-2745-86C7-D2A3F0AE86DA}" dt="2022-12-05T14:35:44.373" v="315"/>
          <ac:picMkLst>
            <pc:docMk/>
            <pc:sldMk cId="1723542248" sldId="411"/>
            <ac:picMk id="4" creationId="{2595F3F8-A133-604C-8C2A-889A3998D6BA}"/>
          </ac:picMkLst>
        </pc:picChg>
      </pc:sldChg>
      <pc:sldChg chg="modSp mod modTransition modAnim">
        <pc:chgData name="Zheng Fei" userId="d19317889db4c986" providerId="LiveId" clId="{5343F0AC-A2DC-2745-86C7-D2A3F0AE86DA}" dt="2022-12-07T02:23:11.671" v="1941"/>
        <pc:sldMkLst>
          <pc:docMk/>
          <pc:sldMk cId="2451401285" sldId="412"/>
        </pc:sldMkLst>
        <pc:spChg chg="mod">
          <ac:chgData name="Zheng Fei" userId="d19317889db4c986" providerId="LiveId" clId="{5343F0AC-A2DC-2745-86C7-D2A3F0AE86DA}" dt="2022-12-07T02:09:00.467" v="1719" actId="1036"/>
          <ac:spMkLst>
            <pc:docMk/>
            <pc:sldMk cId="2451401285" sldId="412"/>
            <ac:spMk id="6" creationId="{3BC3A542-EC36-2123-5045-3926D9CBBE07}"/>
          </ac:spMkLst>
        </pc:spChg>
        <pc:spChg chg="mod">
          <ac:chgData name="Zheng Fei" userId="d19317889db4c986" providerId="LiveId" clId="{5343F0AC-A2DC-2745-86C7-D2A3F0AE86DA}" dt="2022-12-07T02:09:00.467" v="1719" actId="1036"/>
          <ac:spMkLst>
            <pc:docMk/>
            <pc:sldMk cId="2451401285" sldId="412"/>
            <ac:spMk id="8" creationId="{2A5D5425-1E1D-DD34-F025-FCB936A49D0E}"/>
          </ac:spMkLst>
        </pc:spChg>
        <pc:spChg chg="mod">
          <ac:chgData name="Zheng Fei" userId="d19317889db4c986" providerId="LiveId" clId="{5343F0AC-A2DC-2745-86C7-D2A3F0AE86DA}" dt="2022-12-07T02:09:00.467" v="1719" actId="1036"/>
          <ac:spMkLst>
            <pc:docMk/>
            <pc:sldMk cId="2451401285" sldId="412"/>
            <ac:spMk id="9" creationId="{D6E0E423-B658-29F4-A1A9-C6F0C3CFE0F7}"/>
          </ac:spMkLst>
        </pc:spChg>
        <pc:spChg chg="mod">
          <ac:chgData name="Zheng Fei" userId="d19317889db4c986" providerId="LiveId" clId="{5343F0AC-A2DC-2745-86C7-D2A3F0AE86DA}" dt="2022-12-07T02:10:00.926" v="1759" actId="2711"/>
          <ac:spMkLst>
            <pc:docMk/>
            <pc:sldMk cId="2451401285" sldId="412"/>
            <ac:spMk id="16" creationId="{D1B37094-6540-4A69-A097-D9928D82D393}"/>
          </ac:spMkLst>
        </pc:spChg>
      </pc:sldChg>
      <pc:sldChg chg="modTransition">
        <pc:chgData name="Zheng Fei" userId="d19317889db4c986" providerId="LiveId" clId="{5343F0AC-A2DC-2745-86C7-D2A3F0AE86DA}" dt="2022-12-07T02:23:15.965" v="1943"/>
        <pc:sldMkLst>
          <pc:docMk/>
          <pc:sldMk cId="2272592690" sldId="413"/>
        </pc:sldMkLst>
      </pc:sldChg>
      <pc:sldChg chg="modSp mod modTransition">
        <pc:chgData name="Zheng Fei" userId="d19317889db4c986" providerId="LiveId" clId="{5343F0AC-A2DC-2745-86C7-D2A3F0AE86DA}" dt="2022-12-07T02:22:21.903" v="1924"/>
        <pc:sldMkLst>
          <pc:docMk/>
          <pc:sldMk cId="550212570" sldId="414"/>
        </pc:sldMkLst>
        <pc:spChg chg="mod">
          <ac:chgData name="Zheng Fei" userId="d19317889db4c986" providerId="LiveId" clId="{5343F0AC-A2DC-2745-86C7-D2A3F0AE86DA}" dt="2022-12-07T02:12:08.643" v="1791" actId="20577"/>
          <ac:spMkLst>
            <pc:docMk/>
            <pc:sldMk cId="550212570" sldId="414"/>
            <ac:spMk id="4" creationId="{B85D76CF-1F75-4B9E-BC9E-7A6FE01EBA31}"/>
          </ac:spMkLst>
        </pc:spChg>
      </pc:sldChg>
      <pc:sldChg chg="addSp modSp mod modTransition modAnim">
        <pc:chgData name="Zheng Fei" userId="d19317889db4c986" providerId="LiveId" clId="{5343F0AC-A2DC-2745-86C7-D2A3F0AE86DA}" dt="2022-12-07T02:23:17.628" v="1944"/>
        <pc:sldMkLst>
          <pc:docMk/>
          <pc:sldMk cId="2491252977" sldId="415"/>
        </pc:sldMkLst>
        <pc:spChg chg="add mod">
          <ac:chgData name="Zheng Fei" userId="d19317889db4c986" providerId="LiveId" clId="{5343F0AC-A2DC-2745-86C7-D2A3F0AE86DA}" dt="2022-12-07T02:10:42.151" v="1766" actId="1076"/>
          <ac:spMkLst>
            <pc:docMk/>
            <pc:sldMk cId="2491252977" sldId="415"/>
            <ac:spMk id="4" creationId="{CA5291B3-E6D8-180C-FFD8-DD47F1E4EF87}"/>
          </ac:spMkLst>
        </pc:spChg>
        <pc:spChg chg="add mod">
          <ac:chgData name="Zheng Fei" userId="d19317889db4c986" providerId="LiveId" clId="{5343F0AC-A2DC-2745-86C7-D2A3F0AE86DA}" dt="2022-12-07T02:10:42.151" v="1766" actId="1076"/>
          <ac:spMkLst>
            <pc:docMk/>
            <pc:sldMk cId="2491252977" sldId="415"/>
            <ac:spMk id="5" creationId="{5AF8F516-F90B-C6F8-43D5-8F46AB4D807B}"/>
          </ac:spMkLst>
        </pc:spChg>
        <pc:spChg chg="add mod">
          <ac:chgData name="Zheng Fei" userId="d19317889db4c986" providerId="LiveId" clId="{5343F0AC-A2DC-2745-86C7-D2A3F0AE86DA}" dt="2022-12-07T02:10:42.151" v="1766" actId="1076"/>
          <ac:spMkLst>
            <pc:docMk/>
            <pc:sldMk cId="2491252977" sldId="415"/>
            <ac:spMk id="7" creationId="{0FCE6F5C-F60F-23F8-8663-8EECD100B5FD}"/>
          </ac:spMkLst>
        </pc:spChg>
        <pc:spChg chg="mod">
          <ac:chgData name="Zheng Fei" userId="d19317889db4c986" providerId="LiveId" clId="{5343F0AC-A2DC-2745-86C7-D2A3F0AE86DA}" dt="2022-12-07T02:10:42.151" v="1766" actId="1076"/>
          <ac:spMkLst>
            <pc:docMk/>
            <pc:sldMk cId="2491252977" sldId="415"/>
            <ac:spMk id="9" creationId="{CB653D0E-476D-F94D-9C46-065DCCE26076}"/>
          </ac:spMkLst>
        </pc:spChg>
      </pc:sldChg>
      <pc:sldChg chg="addSp delSp modSp mod modTransition modAnim">
        <pc:chgData name="Zheng Fei" userId="d19317889db4c986" providerId="LiveId" clId="{5343F0AC-A2DC-2745-86C7-D2A3F0AE86DA}" dt="2022-12-07T02:23:24.237" v="1947"/>
        <pc:sldMkLst>
          <pc:docMk/>
          <pc:sldMk cId="1440175628" sldId="416"/>
        </pc:sldMkLst>
        <pc:spChg chg="mod">
          <ac:chgData name="Zheng Fei" userId="d19317889db4c986" providerId="LiveId" clId="{5343F0AC-A2DC-2745-86C7-D2A3F0AE86DA}" dt="2022-12-07T02:19:03.969" v="1889" actId="20577"/>
          <ac:spMkLst>
            <pc:docMk/>
            <pc:sldMk cId="1440175628" sldId="416"/>
            <ac:spMk id="3" creationId="{A745E50B-080B-425F-B879-15786F902C6F}"/>
          </ac:spMkLst>
        </pc:spChg>
        <pc:spChg chg="add mod">
          <ac:chgData name="Zheng Fei" userId="d19317889db4c986" providerId="LiveId" clId="{5343F0AC-A2DC-2745-86C7-D2A3F0AE86DA}" dt="2022-12-07T02:19:22.842" v="1891" actId="255"/>
          <ac:spMkLst>
            <pc:docMk/>
            <pc:sldMk cId="1440175628" sldId="416"/>
            <ac:spMk id="8" creationId="{9722EE9D-DA1A-E6C4-0F2B-884A217A3738}"/>
          </ac:spMkLst>
        </pc:spChg>
        <pc:spChg chg="add mod">
          <ac:chgData name="Zheng Fei" userId="d19317889db4c986" providerId="LiveId" clId="{5343F0AC-A2DC-2745-86C7-D2A3F0AE86DA}" dt="2022-12-07T02:19:29.930" v="1898" actId="20577"/>
          <ac:spMkLst>
            <pc:docMk/>
            <pc:sldMk cId="1440175628" sldId="416"/>
            <ac:spMk id="11" creationId="{ED329E72-971B-6AA2-C089-60CC523C61C1}"/>
          </ac:spMkLst>
        </pc:spChg>
        <pc:spChg chg="add mod">
          <ac:chgData name="Zheng Fei" userId="d19317889db4c986" providerId="LiveId" clId="{5343F0AC-A2DC-2745-86C7-D2A3F0AE86DA}" dt="2022-12-07T02:19:27.140" v="1895" actId="1035"/>
          <ac:spMkLst>
            <pc:docMk/>
            <pc:sldMk cId="1440175628" sldId="416"/>
            <ac:spMk id="12" creationId="{92AF3176-BE8F-7193-7C27-0F89B6AEEB98}"/>
          </ac:spMkLst>
        </pc:spChg>
        <pc:spChg chg="add mod">
          <ac:chgData name="Zheng Fei" userId="d19317889db4c986" providerId="LiveId" clId="{5343F0AC-A2DC-2745-86C7-D2A3F0AE86DA}" dt="2022-12-07T02:19:28.720" v="1897" actId="1037"/>
          <ac:spMkLst>
            <pc:docMk/>
            <pc:sldMk cId="1440175628" sldId="416"/>
            <ac:spMk id="13" creationId="{5087D754-E8FA-7543-4896-C3A8E737AE4F}"/>
          </ac:spMkLst>
        </pc:spChg>
        <pc:picChg chg="del mod">
          <ac:chgData name="Zheng Fei" userId="d19317889db4c986" providerId="LiveId" clId="{5343F0AC-A2DC-2745-86C7-D2A3F0AE86DA}" dt="2022-12-07T02:18:36.203" v="1873" actId="478"/>
          <ac:picMkLst>
            <pc:docMk/>
            <pc:sldMk cId="1440175628" sldId="416"/>
            <ac:picMk id="5" creationId="{498655D5-9F8B-4441-8CD6-B8F757E9B950}"/>
          </ac:picMkLst>
        </pc:picChg>
        <pc:picChg chg="del mod">
          <ac:chgData name="Zheng Fei" userId="d19317889db4c986" providerId="LiveId" clId="{5343F0AC-A2DC-2745-86C7-D2A3F0AE86DA}" dt="2022-12-07T02:17:49.989" v="1862" actId="478"/>
          <ac:picMkLst>
            <pc:docMk/>
            <pc:sldMk cId="1440175628" sldId="416"/>
            <ac:picMk id="7" creationId="{9DC1CD41-C92C-4249-AE50-11F0783EDEDB}"/>
          </ac:picMkLst>
        </pc:picChg>
        <pc:picChg chg="mod modCrop">
          <ac:chgData name="Zheng Fei" userId="d19317889db4c986" providerId="LiveId" clId="{5343F0AC-A2DC-2745-86C7-D2A3F0AE86DA}" dt="2022-12-07T02:20:35.785" v="1918" actId="1035"/>
          <ac:picMkLst>
            <pc:docMk/>
            <pc:sldMk cId="1440175628" sldId="416"/>
            <ac:picMk id="9" creationId="{576223F3-2045-4482-8B48-61EB8F24ABF5}"/>
          </ac:picMkLst>
        </pc:picChg>
        <pc:picChg chg="add mod modCrop">
          <ac:chgData name="Zheng Fei" userId="d19317889db4c986" providerId="LiveId" clId="{5343F0AC-A2DC-2745-86C7-D2A3F0AE86DA}" dt="2022-12-07T02:20:17.719" v="1909" actId="1038"/>
          <ac:picMkLst>
            <pc:docMk/>
            <pc:sldMk cId="1440175628" sldId="416"/>
            <ac:picMk id="14" creationId="{753748FD-731F-60FB-C5EA-7660E1F112AA}"/>
          </ac:picMkLst>
        </pc:picChg>
      </pc:sldChg>
      <pc:sldChg chg="modSp mod modTransition">
        <pc:chgData name="Zheng Fei" userId="d19317889db4c986" providerId="LiveId" clId="{5343F0AC-A2DC-2745-86C7-D2A3F0AE86DA}" dt="2022-12-07T02:23:02.475" v="1937"/>
        <pc:sldMkLst>
          <pc:docMk/>
          <pc:sldMk cId="2327986212" sldId="417"/>
        </pc:sldMkLst>
        <pc:spChg chg="mod">
          <ac:chgData name="Zheng Fei" userId="d19317889db4c986" providerId="LiveId" clId="{5343F0AC-A2DC-2745-86C7-D2A3F0AE86DA}" dt="2022-12-05T14:54:14.975" v="1055" actId="1076"/>
          <ac:spMkLst>
            <pc:docMk/>
            <pc:sldMk cId="2327986212" sldId="417"/>
            <ac:spMk id="2" creationId="{3E541CF1-7FA2-4D47-BC1E-00785DEAD599}"/>
          </ac:spMkLst>
        </pc:spChg>
      </pc:sldChg>
      <pc:sldChg chg="addSp modSp mod modTransition modAnim">
        <pc:chgData name="Zheng Fei" userId="d19317889db4c986" providerId="LiveId" clId="{5343F0AC-A2DC-2745-86C7-D2A3F0AE86DA}" dt="2022-12-07T02:22:47.019" v="1929"/>
        <pc:sldMkLst>
          <pc:docMk/>
          <pc:sldMk cId="3579565064" sldId="419"/>
        </pc:sldMkLst>
        <pc:spChg chg="mod">
          <ac:chgData name="Zheng Fei" userId="d19317889db4c986" providerId="LiveId" clId="{5343F0AC-A2DC-2745-86C7-D2A3F0AE86DA}" dt="2022-12-05T14:32:02.811" v="232" actId="1036"/>
          <ac:spMkLst>
            <pc:docMk/>
            <pc:sldMk cId="3579565064" sldId="419"/>
            <ac:spMk id="2" creationId="{4E0830A4-CC63-6847-AE9B-B54FBE497506}"/>
          </ac:spMkLst>
        </pc:spChg>
        <pc:spChg chg="add mod">
          <ac:chgData name="Zheng Fei" userId="d19317889db4c986" providerId="LiveId" clId="{5343F0AC-A2DC-2745-86C7-D2A3F0AE86DA}" dt="2022-12-05T14:32:02.811" v="232" actId="1036"/>
          <ac:spMkLst>
            <pc:docMk/>
            <pc:sldMk cId="3579565064" sldId="419"/>
            <ac:spMk id="6" creationId="{2F1D0DAA-794C-379E-EE19-352A896D0B75}"/>
          </ac:spMkLst>
        </pc:spChg>
        <pc:spChg chg="add mod">
          <ac:chgData name="Zheng Fei" userId="d19317889db4c986" providerId="LiveId" clId="{5343F0AC-A2DC-2745-86C7-D2A3F0AE86DA}" dt="2022-12-05T14:32:02.811" v="232" actId="1036"/>
          <ac:spMkLst>
            <pc:docMk/>
            <pc:sldMk cId="3579565064" sldId="419"/>
            <ac:spMk id="8" creationId="{1DDCAFCF-51D3-547F-43E4-53932CA2F14A}"/>
          </ac:spMkLst>
        </pc:spChg>
        <pc:spChg chg="add mod">
          <ac:chgData name="Zheng Fei" userId="d19317889db4c986" providerId="LiveId" clId="{5343F0AC-A2DC-2745-86C7-D2A3F0AE86DA}" dt="2022-12-05T14:32:02.811" v="232" actId="1036"/>
          <ac:spMkLst>
            <pc:docMk/>
            <pc:sldMk cId="3579565064" sldId="419"/>
            <ac:spMk id="10" creationId="{2FBDFDE4-9BCD-1F3A-B601-589AAA0136AE}"/>
          </ac:spMkLst>
        </pc:spChg>
        <pc:spChg chg="add mod">
          <ac:chgData name="Zheng Fei" userId="d19317889db4c986" providerId="LiveId" clId="{5343F0AC-A2DC-2745-86C7-D2A3F0AE86DA}" dt="2022-12-05T14:32:02.811" v="232" actId="1036"/>
          <ac:spMkLst>
            <pc:docMk/>
            <pc:sldMk cId="3579565064" sldId="419"/>
            <ac:spMk id="12" creationId="{0FB57431-004A-944B-ED89-609BEE27240F}"/>
          </ac:spMkLst>
        </pc:spChg>
        <pc:spChg chg="add mod">
          <ac:chgData name="Zheng Fei" userId="d19317889db4c986" providerId="LiveId" clId="{5343F0AC-A2DC-2745-86C7-D2A3F0AE86DA}" dt="2022-12-05T14:32:02.811" v="232" actId="1036"/>
          <ac:spMkLst>
            <pc:docMk/>
            <pc:sldMk cId="3579565064" sldId="419"/>
            <ac:spMk id="14" creationId="{D3966FBD-4B24-B88E-603D-32A875797544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17" creationId="{BE1044F3-0878-9A63-8DA8-B64A5A102B45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18" creationId="{86D71E26-5EDD-90A4-55E5-FAA6F827605C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19" creationId="{BBF23D2E-B71A-F1A3-65CB-84BD70C96C89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20" creationId="{70B20B20-5DBE-4C3B-6C24-228B6BCA8CE9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21" creationId="{7C374B13-97FC-06E8-334F-7022E7F695A6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22" creationId="{D77B42E0-D747-F081-EAD7-EA53CCDF2DAC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23" creationId="{5B923220-8B1E-8534-E027-A53E33FD5E7B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33" creationId="{E6929BF3-AFFC-9F86-31F9-5E13FC774068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34" creationId="{AA3FEB23-9857-FA9F-58C4-4A6AF69D97D6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35" creationId="{B438AED0-E44E-0215-BDDA-E96122C38587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36" creationId="{2B3F478A-DE3F-09EE-CA92-D33017540359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37" creationId="{6A085803-BA23-C529-2D71-220DA1619000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38" creationId="{34260AB2-519E-9A10-DBEC-E341CEA3EBE7}"/>
          </ac:spMkLst>
        </pc:spChg>
        <pc:spChg chg="mod">
          <ac:chgData name="Zheng Fei" userId="d19317889db4c986" providerId="LiveId" clId="{5343F0AC-A2DC-2745-86C7-D2A3F0AE86DA}" dt="2022-12-05T14:31:26.889" v="211"/>
          <ac:spMkLst>
            <pc:docMk/>
            <pc:sldMk cId="3579565064" sldId="419"/>
            <ac:spMk id="39" creationId="{B92AE85E-20BE-F026-F008-8BDB30765A8E}"/>
          </ac:spMkLst>
        </pc:spChg>
        <pc:spChg chg="add mod">
          <ac:chgData name="Zheng Fei" userId="d19317889db4c986" providerId="LiveId" clId="{5343F0AC-A2DC-2745-86C7-D2A3F0AE86DA}" dt="2022-12-05T14:31:51.382" v="217" actId="1076"/>
          <ac:spMkLst>
            <pc:docMk/>
            <pc:sldMk cId="3579565064" sldId="419"/>
            <ac:spMk id="46" creationId="{0E132806-49C9-14F0-6FC6-297777209208}"/>
          </ac:spMkLst>
        </pc:spChg>
        <pc:spChg chg="add mod">
          <ac:chgData name="Zheng Fei" userId="d19317889db4c986" providerId="LiveId" clId="{5343F0AC-A2DC-2745-86C7-D2A3F0AE86DA}" dt="2022-12-05T14:32:30.385" v="255" actId="1037"/>
          <ac:spMkLst>
            <pc:docMk/>
            <pc:sldMk cId="3579565064" sldId="419"/>
            <ac:spMk id="47" creationId="{76EA817C-EFB4-71C2-D9F1-5029781C8849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49" creationId="{44DA8125-8FC5-F124-6A6E-7447451679E6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50" creationId="{25C19585-688D-65B4-A6DA-2869073F1314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51" creationId="{ECFB25C1-FC22-7959-1AD4-F425252EFC63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52" creationId="{8F5C7DAF-44CC-241E-FC2C-9B21D1488EF8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53" creationId="{C6BCA827-840A-3B43-BBE2-AD0B2D8FE706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54" creationId="{409C5797-D2F5-903F-5CD9-0D285A25FEEF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55" creationId="{2576DBD2-825B-31E0-9A08-12C7F7645E86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62" creationId="{3C281108-760B-971A-DC3A-E1783B6CE8D1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63" creationId="{5111D368-5EAD-2BA0-0492-F92163B54125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64" creationId="{FE0A0890-D5E7-90E2-1A9E-5B8701872D0D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65" creationId="{42CCC1DE-46B5-2241-532F-2CEE787FAD45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66" creationId="{6D1D0FF9-4892-5C82-6184-3712DF7C563C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67" creationId="{C837717E-E2EE-DD68-1B31-75121A07D0A6}"/>
          </ac:spMkLst>
        </pc:spChg>
        <pc:spChg chg="mod">
          <ac:chgData name="Zheng Fei" userId="d19317889db4c986" providerId="LiveId" clId="{5343F0AC-A2DC-2745-86C7-D2A3F0AE86DA}" dt="2022-12-05T14:32:14.201" v="233"/>
          <ac:spMkLst>
            <pc:docMk/>
            <pc:sldMk cId="3579565064" sldId="419"/>
            <ac:spMk id="68" creationId="{BD1DB25D-5A71-57BD-8463-BD9F370D818F}"/>
          </ac:spMkLst>
        </pc:spChg>
        <pc:spChg chg="add mod">
          <ac:chgData name="Zheng Fei" userId="d19317889db4c986" providerId="LiveId" clId="{5343F0AC-A2DC-2745-86C7-D2A3F0AE86DA}" dt="2022-12-05T14:32:37.600" v="281" actId="1037"/>
          <ac:spMkLst>
            <pc:docMk/>
            <pc:sldMk cId="3579565064" sldId="419"/>
            <ac:spMk id="75" creationId="{163CB3D2-7E59-CBF2-367D-F0BFC9862321}"/>
          </ac:spMkLst>
        </pc:spChg>
        <pc:spChg chg="add mod">
          <ac:chgData name="Zheng Fei" userId="d19317889db4c986" providerId="LiveId" clId="{5343F0AC-A2DC-2745-86C7-D2A3F0AE86DA}" dt="2022-12-05T14:32:50.834" v="292" actId="1038"/>
          <ac:spMkLst>
            <pc:docMk/>
            <pc:sldMk cId="3579565064" sldId="419"/>
            <ac:spMk id="76" creationId="{46719BC9-A392-7566-744D-E4A5BA597192}"/>
          </ac:spMkLst>
        </pc:spChg>
        <pc:grpChg chg="add mod">
          <ac:chgData name="Zheng Fei" userId="d19317889db4c986" providerId="LiveId" clId="{5343F0AC-A2DC-2745-86C7-D2A3F0AE86DA}" dt="2022-12-05T14:31:33.494" v="214" actId="1076"/>
          <ac:grpSpMkLst>
            <pc:docMk/>
            <pc:sldMk cId="3579565064" sldId="419"/>
            <ac:grpSpMk id="15" creationId="{A058252E-D839-0ADA-2017-EC84E6E06AAD}"/>
          </ac:grpSpMkLst>
        </pc:grpChg>
        <pc:grpChg chg="mod">
          <ac:chgData name="Zheng Fei" userId="d19317889db4c986" providerId="LiveId" clId="{5343F0AC-A2DC-2745-86C7-D2A3F0AE86DA}" dt="2022-12-05T14:31:26.889" v="211"/>
          <ac:grpSpMkLst>
            <pc:docMk/>
            <pc:sldMk cId="3579565064" sldId="419"/>
            <ac:grpSpMk id="16" creationId="{26450CAE-F1F0-7A42-EC34-BD35052A09AA}"/>
          </ac:grpSpMkLst>
        </pc:grpChg>
        <pc:grpChg chg="add mod">
          <ac:chgData name="Zheng Fei" userId="d19317889db4c986" providerId="LiveId" clId="{5343F0AC-A2DC-2745-86C7-D2A3F0AE86DA}" dt="2022-12-05T14:32:30.385" v="255" actId="1037"/>
          <ac:grpSpMkLst>
            <pc:docMk/>
            <pc:sldMk cId="3579565064" sldId="419"/>
            <ac:grpSpMk id="30" creationId="{87E3738B-06F1-7165-5ECC-0646FD13C754}"/>
          </ac:grpSpMkLst>
        </pc:grpChg>
        <pc:grpChg chg="mod">
          <ac:chgData name="Zheng Fei" userId="d19317889db4c986" providerId="LiveId" clId="{5343F0AC-A2DC-2745-86C7-D2A3F0AE86DA}" dt="2022-12-05T14:31:26.889" v="211"/>
          <ac:grpSpMkLst>
            <pc:docMk/>
            <pc:sldMk cId="3579565064" sldId="419"/>
            <ac:grpSpMk id="31" creationId="{24A5AC73-B480-0C70-434B-75495145B419}"/>
          </ac:grpSpMkLst>
        </pc:grpChg>
        <pc:grpChg chg="add mod">
          <ac:chgData name="Zheng Fei" userId="d19317889db4c986" providerId="LiveId" clId="{5343F0AC-A2DC-2745-86C7-D2A3F0AE86DA}" dt="2022-12-05T14:32:37.600" v="281" actId="1037"/>
          <ac:grpSpMkLst>
            <pc:docMk/>
            <pc:sldMk cId="3579565064" sldId="419"/>
            <ac:grpSpMk id="48" creationId="{35BB9987-40C7-F44B-F0A5-1834F58B6228}"/>
          </ac:grpSpMkLst>
        </pc:grpChg>
        <pc:grpChg chg="add mod">
          <ac:chgData name="Zheng Fei" userId="d19317889db4c986" providerId="LiveId" clId="{5343F0AC-A2DC-2745-86C7-D2A3F0AE86DA}" dt="2022-12-05T14:32:50.834" v="292" actId="1038"/>
          <ac:grpSpMkLst>
            <pc:docMk/>
            <pc:sldMk cId="3579565064" sldId="419"/>
            <ac:grpSpMk id="61" creationId="{0E8AD35A-D6B9-18A3-E3D7-750C1D1ACA45}"/>
          </ac:grpSpMkLst>
        </pc:grp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24" creationId="{7198F37E-34EF-77FD-6D4A-A3DA83342E0A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25" creationId="{9F30F2CC-6162-DDAC-E242-901376D81AB7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26" creationId="{E8657EA0-9E10-160D-A508-7070A264236E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27" creationId="{B99909A9-2645-5906-4556-97D87C936586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28" creationId="{63156465-0372-A29C-5BFD-D499FAA6CB0C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29" creationId="{66CC6E22-A616-A727-9222-B4A9113E2D84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32" creationId="{A2718718-FDFD-60D8-44D4-11B478FD628B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40" creationId="{CDCBABDB-D1B8-D954-F08C-0608757163ED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41" creationId="{4AFE35D3-15B2-9886-6E31-69B3D4BCC5D7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42" creationId="{5CBD4A86-6F81-2908-24F2-C8303F95767F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43" creationId="{CD830D20-E0B4-02F5-C144-C0D27C1D281A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44" creationId="{F4D95D0C-1E94-6E55-588C-C50AEFF6AE6D}"/>
          </ac:inkMkLst>
        </pc:inkChg>
        <pc:inkChg chg="mod">
          <ac:chgData name="Zheng Fei" userId="d19317889db4c986" providerId="LiveId" clId="{5343F0AC-A2DC-2745-86C7-D2A3F0AE86DA}" dt="2022-12-05T14:31:26.889" v="211"/>
          <ac:inkMkLst>
            <pc:docMk/>
            <pc:sldMk cId="3579565064" sldId="419"/>
            <ac:inkMk id="45" creationId="{1C113344-745B-68BB-16CA-002CD08D8E85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56" creationId="{499A0D33-E78E-FF2F-8CAC-49B4EAE4A476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57" creationId="{B62F9379-CC67-FD43-70E6-E5EADA8FBC13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58" creationId="{FD6FD8BC-2372-D7AC-4423-97F67DBFDAF7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59" creationId="{9A0A55F5-DA47-3B49-E78A-4630D4428EBC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60" creationId="{838FFD8B-072F-C285-26C8-3F526974E4FD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69" creationId="{33B71807-2B20-C747-CADB-6691C7713A2B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70" creationId="{14D8B8B1-923C-E7AA-48D9-8A7FE72F3151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71" creationId="{0754F8D3-BDE9-C8B2-A368-4300DDF37445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72" creationId="{CE7957B9-6990-BA22-0C2B-81231F5C4ECE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73" creationId="{9A8C5698-68B9-5F06-381A-1FC6F420377E}"/>
          </ac:inkMkLst>
        </pc:inkChg>
        <pc:inkChg chg="mod">
          <ac:chgData name="Zheng Fei" userId="d19317889db4c986" providerId="LiveId" clId="{5343F0AC-A2DC-2745-86C7-D2A3F0AE86DA}" dt="2022-12-05T14:32:14.201" v="233"/>
          <ac:inkMkLst>
            <pc:docMk/>
            <pc:sldMk cId="3579565064" sldId="419"/>
            <ac:inkMk id="74" creationId="{8D0E74A0-5C8A-44D9-0A34-44E87F38993A}"/>
          </ac:inkMkLst>
        </pc:inkChg>
      </pc:sldChg>
      <pc:sldChg chg="modSp mod modTransition">
        <pc:chgData name="Zheng Fei" userId="d19317889db4c986" providerId="LiveId" clId="{5343F0AC-A2DC-2745-86C7-D2A3F0AE86DA}" dt="2022-12-07T02:22:42.438" v="1927"/>
        <pc:sldMkLst>
          <pc:docMk/>
          <pc:sldMk cId="1813168269" sldId="420"/>
        </pc:sldMkLst>
        <pc:spChg chg="mod">
          <ac:chgData name="Zheng Fei" userId="d19317889db4c986" providerId="LiveId" clId="{5343F0AC-A2DC-2745-86C7-D2A3F0AE86DA}" dt="2022-12-05T14:34:21.558" v="303" actId="207"/>
          <ac:spMkLst>
            <pc:docMk/>
            <pc:sldMk cId="1813168269" sldId="420"/>
            <ac:spMk id="3" creationId="{D000004B-09EE-0A49-A54F-1DD603CFCB9D}"/>
          </ac:spMkLst>
        </pc:spChg>
      </pc:sldChg>
      <pc:sldChg chg="modSp mod modTransition">
        <pc:chgData name="Zheng Fei" userId="d19317889db4c986" providerId="LiveId" clId="{5343F0AC-A2DC-2745-86C7-D2A3F0AE86DA}" dt="2022-12-07T02:22:50.905" v="1931"/>
        <pc:sldMkLst>
          <pc:docMk/>
          <pc:sldMk cId="2816371925" sldId="421"/>
        </pc:sldMkLst>
        <pc:spChg chg="mod">
          <ac:chgData name="Zheng Fei" userId="d19317889db4c986" providerId="LiveId" clId="{5343F0AC-A2DC-2745-86C7-D2A3F0AE86DA}" dt="2022-12-05T14:36:43.088" v="323" actId="1076"/>
          <ac:spMkLst>
            <pc:docMk/>
            <pc:sldMk cId="2816371925" sldId="421"/>
            <ac:spMk id="4" creationId="{EA7FC90D-7809-ACBA-EBFD-6DAA01543F72}"/>
          </ac:spMkLst>
        </pc:spChg>
        <pc:cxnChg chg="mod">
          <ac:chgData name="Zheng Fei" userId="d19317889db4c986" providerId="LiveId" clId="{5343F0AC-A2DC-2745-86C7-D2A3F0AE86DA}" dt="2022-12-05T14:36:43.088" v="323" actId="1076"/>
          <ac:cxnSpMkLst>
            <pc:docMk/>
            <pc:sldMk cId="2816371925" sldId="421"/>
            <ac:cxnSpMk id="3" creationId="{C0F8689F-FF18-4DA8-7BAB-BA706DC23EE4}"/>
          </ac:cxnSpMkLst>
        </pc:cxnChg>
      </pc:sldChg>
      <pc:sldChg chg="modTransition">
        <pc:chgData name="Zheng Fei" userId="d19317889db4c986" providerId="LiveId" clId="{5343F0AC-A2DC-2745-86C7-D2A3F0AE86DA}" dt="2022-12-07T02:21:40.681" v="1921"/>
        <pc:sldMkLst>
          <pc:docMk/>
          <pc:sldMk cId="645090148" sldId="1776"/>
        </pc:sldMkLst>
      </pc:sldChg>
      <pc:sldChg chg="modTransition">
        <pc:chgData name="Zheng Fei" userId="d19317889db4c986" providerId="LiveId" clId="{5343F0AC-A2DC-2745-86C7-D2A3F0AE86DA}" dt="2022-12-07T02:22:53.588" v="1932"/>
        <pc:sldMkLst>
          <pc:docMk/>
          <pc:sldMk cId="200916843" sldId="1784"/>
        </pc:sldMkLst>
      </pc:sldChg>
      <pc:sldChg chg="addSp delSp modSp mod modTransition modAnim">
        <pc:chgData name="Zheng Fei" userId="d19317889db4c986" providerId="LiveId" clId="{5343F0AC-A2DC-2745-86C7-D2A3F0AE86DA}" dt="2022-12-07T02:23:00.717" v="1936"/>
        <pc:sldMkLst>
          <pc:docMk/>
          <pc:sldMk cId="3658991325" sldId="1785"/>
        </pc:sldMkLst>
        <pc:spChg chg="add mod">
          <ac:chgData name="Zheng Fei" userId="d19317889db4c986" providerId="LiveId" clId="{5343F0AC-A2DC-2745-86C7-D2A3F0AE86DA}" dt="2022-12-05T14:42:53.407" v="469" actId="21"/>
          <ac:spMkLst>
            <pc:docMk/>
            <pc:sldMk cId="3658991325" sldId="1785"/>
            <ac:spMk id="6" creationId="{7D7CD40D-C42A-9CC8-EC3E-195309975782}"/>
          </ac:spMkLst>
        </pc:spChg>
        <pc:spChg chg="add mod">
          <ac:chgData name="Zheng Fei" userId="d19317889db4c986" providerId="LiveId" clId="{5343F0AC-A2DC-2745-86C7-D2A3F0AE86DA}" dt="2022-12-05T14:44:16.521" v="507" actId="1036"/>
          <ac:spMkLst>
            <pc:docMk/>
            <pc:sldMk cId="3658991325" sldId="1785"/>
            <ac:spMk id="8" creationId="{AD548FF9-08FD-6754-B171-41F59C6C6C31}"/>
          </ac:spMkLst>
        </pc:spChg>
        <pc:spChg chg="add mod">
          <ac:chgData name="Zheng Fei" userId="d19317889db4c986" providerId="LiveId" clId="{5343F0AC-A2DC-2745-86C7-D2A3F0AE86DA}" dt="2022-12-05T14:44:25.590" v="513" actId="207"/>
          <ac:spMkLst>
            <pc:docMk/>
            <pc:sldMk cId="3658991325" sldId="1785"/>
            <ac:spMk id="10" creationId="{680CEB2A-8284-4835-F36C-32E95EDA9824}"/>
          </ac:spMkLst>
        </pc:spChg>
        <pc:picChg chg="del mod">
          <ac:chgData name="Zheng Fei" userId="d19317889db4c986" providerId="LiveId" clId="{5343F0AC-A2DC-2745-86C7-D2A3F0AE86DA}" dt="2022-12-05T14:39:19.874" v="451" actId="478"/>
          <ac:picMkLst>
            <pc:docMk/>
            <pc:sldMk cId="3658991325" sldId="1785"/>
            <ac:picMk id="3" creationId="{017B85F1-222E-4D87-A052-3B3E1D0924C2}"/>
          </ac:picMkLst>
        </pc:picChg>
        <pc:picChg chg="mod">
          <ac:chgData name="Zheng Fei" userId="d19317889db4c986" providerId="LiveId" clId="{5343F0AC-A2DC-2745-86C7-D2A3F0AE86DA}" dt="2022-12-05T14:43:41.105" v="487" actId="1076"/>
          <ac:picMkLst>
            <pc:docMk/>
            <pc:sldMk cId="3658991325" sldId="1785"/>
            <ac:picMk id="5" creationId="{B01AF45A-9372-4CD2-99D3-F75D4181F222}"/>
          </ac:picMkLst>
        </pc:picChg>
      </pc:sldChg>
      <pc:sldChg chg="addSp delSp modSp mod modTransition">
        <pc:chgData name="Zheng Fei" userId="d19317889db4c986" providerId="LiveId" clId="{5343F0AC-A2DC-2745-86C7-D2A3F0AE86DA}" dt="2022-12-07T02:23:08.709" v="1940"/>
        <pc:sldMkLst>
          <pc:docMk/>
          <pc:sldMk cId="253566514" sldId="1786"/>
        </pc:sldMkLst>
        <pc:spChg chg="add mod">
          <ac:chgData name="Zheng Fei" userId="d19317889db4c986" providerId="LiveId" clId="{5343F0AC-A2DC-2745-86C7-D2A3F0AE86DA}" dt="2022-12-07T02:04:47.445" v="1593" actId="255"/>
          <ac:spMkLst>
            <pc:docMk/>
            <pc:sldMk cId="253566514" sldId="1786"/>
            <ac:spMk id="4" creationId="{9A45AA0E-A7DD-AA47-3129-14989EBE9BCC}"/>
          </ac:spMkLst>
        </pc:spChg>
        <pc:spChg chg="mod">
          <ac:chgData name="Zheng Fei" userId="d19317889db4c986" providerId="LiveId" clId="{5343F0AC-A2DC-2745-86C7-D2A3F0AE86DA}" dt="2022-12-07T02:05:52.496" v="1619" actId="2711"/>
          <ac:spMkLst>
            <pc:docMk/>
            <pc:sldMk cId="253566514" sldId="1786"/>
            <ac:spMk id="5" creationId="{ED2EF027-066A-DA2D-ECA5-F43D0F1073FC}"/>
          </ac:spMkLst>
        </pc:spChg>
        <pc:spChg chg="mod">
          <ac:chgData name="Zheng Fei" userId="d19317889db4c986" providerId="LiveId" clId="{5343F0AC-A2DC-2745-86C7-D2A3F0AE86DA}" dt="2022-12-07T02:05:52.496" v="1619" actId="2711"/>
          <ac:spMkLst>
            <pc:docMk/>
            <pc:sldMk cId="253566514" sldId="1786"/>
            <ac:spMk id="6" creationId="{22418ABF-CF61-8EC1-FC90-1949E4A7000F}"/>
          </ac:spMkLst>
        </pc:spChg>
        <pc:spChg chg="mod">
          <ac:chgData name="Zheng Fei" userId="d19317889db4c986" providerId="LiveId" clId="{5343F0AC-A2DC-2745-86C7-D2A3F0AE86DA}" dt="2022-12-07T02:05:52.496" v="1619" actId="2711"/>
          <ac:spMkLst>
            <pc:docMk/>
            <pc:sldMk cId="253566514" sldId="1786"/>
            <ac:spMk id="7" creationId="{8D5297E4-9998-0534-88AD-660CB3440DDB}"/>
          </ac:spMkLst>
        </pc:spChg>
        <pc:spChg chg="mod">
          <ac:chgData name="Zheng Fei" userId="d19317889db4c986" providerId="LiveId" clId="{5343F0AC-A2DC-2745-86C7-D2A3F0AE86DA}" dt="2022-12-07T02:10:06.197" v="1760" actId="2711"/>
          <ac:spMkLst>
            <pc:docMk/>
            <pc:sldMk cId="253566514" sldId="1786"/>
            <ac:spMk id="8" creationId="{4F834736-A12B-431B-B8B7-6AAD046032ED}"/>
          </ac:spMkLst>
        </pc:spChg>
        <pc:spChg chg="mod">
          <ac:chgData name="Zheng Fei" userId="d19317889db4c986" providerId="LiveId" clId="{5343F0AC-A2DC-2745-86C7-D2A3F0AE86DA}" dt="2022-12-07T02:05:52.496" v="1619" actId="2711"/>
          <ac:spMkLst>
            <pc:docMk/>
            <pc:sldMk cId="253566514" sldId="1786"/>
            <ac:spMk id="9" creationId="{E47EBE69-559B-CF05-B823-762076BD23B8}"/>
          </ac:spMkLst>
        </pc:spChg>
        <pc:spChg chg="mod">
          <ac:chgData name="Zheng Fei" userId="d19317889db4c986" providerId="LiveId" clId="{5343F0AC-A2DC-2745-86C7-D2A3F0AE86DA}" dt="2022-12-07T02:05:52.496" v="1619" actId="2711"/>
          <ac:spMkLst>
            <pc:docMk/>
            <pc:sldMk cId="253566514" sldId="1786"/>
            <ac:spMk id="11" creationId="{70CD6CB0-CD3C-5AA2-6163-8285560ED528}"/>
          </ac:spMkLst>
        </pc:spChg>
        <pc:spChg chg="mod">
          <ac:chgData name="Zheng Fei" userId="d19317889db4c986" providerId="LiveId" clId="{5343F0AC-A2DC-2745-86C7-D2A3F0AE86DA}" dt="2022-12-07T02:05:52.496" v="1619" actId="2711"/>
          <ac:spMkLst>
            <pc:docMk/>
            <pc:sldMk cId="253566514" sldId="1786"/>
            <ac:spMk id="13" creationId="{70F63488-CE51-E08E-E4CC-D1A9819284D9}"/>
          </ac:spMkLst>
        </pc:spChg>
        <pc:spChg chg="mod">
          <ac:chgData name="Zheng Fei" userId="d19317889db4c986" providerId="LiveId" clId="{5343F0AC-A2DC-2745-86C7-D2A3F0AE86DA}" dt="2022-12-07T02:04:47.445" v="1593" actId="255"/>
          <ac:spMkLst>
            <pc:docMk/>
            <pc:sldMk cId="253566514" sldId="1786"/>
            <ac:spMk id="14" creationId="{00382DBC-DC59-46B2-9783-EB97F1FFA44B}"/>
          </ac:spMkLst>
        </pc:spChg>
        <pc:picChg chg="del">
          <ac:chgData name="Zheng Fei" userId="d19317889db4c986" providerId="LiveId" clId="{5343F0AC-A2DC-2745-86C7-D2A3F0AE86DA}" dt="2022-12-05T14:54:38.014" v="1060" actId="478"/>
          <ac:picMkLst>
            <pc:docMk/>
            <pc:sldMk cId="253566514" sldId="1786"/>
            <ac:picMk id="11" creationId="{D1CD5E50-160D-4BC5-B29E-AA52949A0E8A}"/>
          </ac:picMkLst>
        </pc:picChg>
      </pc:sldChg>
      <pc:sldChg chg="modSp mod modTransition">
        <pc:chgData name="Zheng Fei" userId="d19317889db4c986" providerId="LiveId" clId="{5343F0AC-A2DC-2745-86C7-D2A3F0AE86DA}" dt="2022-12-07T02:23:13.861" v="1942"/>
        <pc:sldMkLst>
          <pc:docMk/>
          <pc:sldMk cId="1206465301" sldId="1787"/>
        </pc:sldMkLst>
        <pc:spChg chg="mod">
          <ac:chgData name="Zheng Fei" userId="d19317889db4c986" providerId="LiveId" clId="{5343F0AC-A2DC-2745-86C7-D2A3F0AE86DA}" dt="2022-12-07T02:09:54.058" v="1757" actId="2711"/>
          <ac:spMkLst>
            <pc:docMk/>
            <pc:sldMk cId="1206465301" sldId="1787"/>
            <ac:spMk id="4" creationId="{C3EEA7A7-69E1-D720-9E0C-647306109CA8}"/>
          </ac:spMkLst>
        </pc:spChg>
        <pc:spChg chg="mod">
          <ac:chgData name="Zheng Fei" userId="d19317889db4c986" providerId="LiveId" clId="{5343F0AC-A2DC-2745-86C7-D2A3F0AE86DA}" dt="2022-12-07T02:09:16.836" v="1721" actId="2711"/>
          <ac:spMkLst>
            <pc:docMk/>
            <pc:sldMk cId="1206465301" sldId="1787"/>
            <ac:spMk id="5" creationId="{54B22F6F-09D2-0DBE-ADCE-C80C80E4A9CB}"/>
          </ac:spMkLst>
        </pc:spChg>
        <pc:spChg chg="mod">
          <ac:chgData name="Zheng Fei" userId="d19317889db4c986" providerId="LiveId" clId="{5343F0AC-A2DC-2745-86C7-D2A3F0AE86DA}" dt="2022-12-07T02:09:16.836" v="1721" actId="2711"/>
          <ac:spMkLst>
            <pc:docMk/>
            <pc:sldMk cId="1206465301" sldId="1787"/>
            <ac:spMk id="6" creationId="{77B5BB23-FCEB-FCF2-1B4E-17F0F398BD91}"/>
          </ac:spMkLst>
        </pc:spChg>
        <pc:spChg chg="mod">
          <ac:chgData name="Zheng Fei" userId="d19317889db4c986" providerId="LiveId" clId="{5343F0AC-A2DC-2745-86C7-D2A3F0AE86DA}" dt="2022-12-07T02:09:26.167" v="1722" actId="120"/>
          <ac:spMkLst>
            <pc:docMk/>
            <pc:sldMk cId="1206465301" sldId="1787"/>
            <ac:spMk id="7" creationId="{28E9A592-419E-C19D-8FC8-967A56F01C44}"/>
          </ac:spMkLst>
        </pc:spChg>
        <pc:spChg chg="mod">
          <ac:chgData name="Zheng Fei" userId="d19317889db4c986" providerId="LiveId" clId="{5343F0AC-A2DC-2745-86C7-D2A3F0AE86DA}" dt="2022-12-07T02:09:29.459" v="1723" actId="14100"/>
          <ac:spMkLst>
            <pc:docMk/>
            <pc:sldMk cId="1206465301" sldId="1787"/>
            <ac:spMk id="8" creationId="{E0BFCF23-272E-622D-051C-07606D63DAAC}"/>
          </ac:spMkLst>
        </pc:spChg>
        <pc:picChg chg="mod">
          <ac:chgData name="Zheng Fei" userId="d19317889db4c986" providerId="LiveId" clId="{5343F0AC-A2DC-2745-86C7-D2A3F0AE86DA}" dt="2022-12-07T02:09:56.579" v="1758" actId="1076"/>
          <ac:picMkLst>
            <pc:docMk/>
            <pc:sldMk cId="1206465301" sldId="1787"/>
            <ac:picMk id="9" creationId="{5810C5D9-C1E0-D05B-4B40-550C5D2939A6}"/>
          </ac:picMkLst>
        </pc:picChg>
      </pc:sldChg>
      <pc:sldChg chg="addSp delSp modSp mod modTransition modAnim">
        <pc:chgData name="Zheng Fei" userId="d19317889db4c986" providerId="LiveId" clId="{5343F0AC-A2DC-2745-86C7-D2A3F0AE86DA}" dt="2022-12-07T02:23:20.441" v="1946"/>
        <pc:sldMkLst>
          <pc:docMk/>
          <pc:sldMk cId="3819516693" sldId="1788"/>
        </pc:sldMkLst>
        <pc:spChg chg="mod">
          <ac:chgData name="Zheng Fei" userId="d19317889db4c986" providerId="LiveId" clId="{5343F0AC-A2DC-2745-86C7-D2A3F0AE86DA}" dt="2022-12-07T01:56:07.441" v="1455" actId="20577"/>
          <ac:spMkLst>
            <pc:docMk/>
            <pc:sldMk cId="3819516693" sldId="1788"/>
            <ac:spMk id="4" creationId="{48C61AF5-6D15-4499-AECB-DBD2269F3539}"/>
          </ac:spMkLst>
        </pc:spChg>
        <pc:spChg chg="add del mod topLvl">
          <ac:chgData name="Zheng Fei" userId="d19317889db4c986" providerId="LiveId" clId="{5343F0AC-A2DC-2745-86C7-D2A3F0AE86DA}" dt="2022-12-07T02:11:53.880" v="1786" actId="478"/>
          <ac:spMkLst>
            <pc:docMk/>
            <pc:sldMk cId="3819516693" sldId="1788"/>
            <ac:spMk id="7" creationId="{0F1560E2-CD22-4C59-8AB5-0DD7F1976730}"/>
          </ac:spMkLst>
        </pc:spChg>
        <pc:spChg chg="add mod">
          <ac:chgData name="Zheng Fei" userId="d19317889db4c986" providerId="LiveId" clId="{5343F0AC-A2DC-2745-86C7-D2A3F0AE86DA}" dt="2022-12-07T02:12:00.672" v="1789" actId="1076"/>
          <ac:spMkLst>
            <pc:docMk/>
            <pc:sldMk cId="3819516693" sldId="1788"/>
            <ac:spMk id="9" creationId="{6A60C8B7-E06D-6684-BD3E-B77303ECFDF9}"/>
          </ac:spMkLst>
        </pc:spChg>
        <pc:spChg chg="add mod">
          <ac:chgData name="Zheng Fei" userId="d19317889db4c986" providerId="LiveId" clId="{5343F0AC-A2DC-2745-86C7-D2A3F0AE86DA}" dt="2022-12-07T02:11:58.047" v="1788" actId="1076"/>
          <ac:spMkLst>
            <pc:docMk/>
            <pc:sldMk cId="3819516693" sldId="1788"/>
            <ac:spMk id="10" creationId="{1988BC0C-D10B-B313-CB23-1E5AF0087FC0}"/>
          </ac:spMkLst>
        </pc:spChg>
        <pc:spChg chg="add mod">
          <ac:chgData name="Zheng Fei" userId="d19317889db4c986" providerId="LiveId" clId="{5343F0AC-A2DC-2745-86C7-D2A3F0AE86DA}" dt="2022-12-07T02:12:02.561" v="1790" actId="1076"/>
          <ac:spMkLst>
            <pc:docMk/>
            <pc:sldMk cId="3819516693" sldId="1788"/>
            <ac:spMk id="11" creationId="{7D219E66-57F5-E7F2-5553-45C03B7E84CA}"/>
          </ac:spMkLst>
        </pc:spChg>
        <pc:grpChg chg="add del mod">
          <ac:chgData name="Zheng Fei" userId="d19317889db4c986" providerId="LiveId" clId="{5343F0AC-A2DC-2745-86C7-D2A3F0AE86DA}" dt="2022-12-07T01:57:24.474" v="1467" actId="165"/>
          <ac:grpSpMkLst>
            <pc:docMk/>
            <pc:sldMk cId="3819516693" sldId="1788"/>
            <ac:grpSpMk id="8" creationId="{985891DB-6609-4715-8E5F-23663E170167}"/>
          </ac:grpSpMkLst>
        </pc:grpChg>
        <pc:picChg chg="add mod modCrop">
          <ac:chgData name="Zheng Fei" userId="d19317889db4c986" providerId="LiveId" clId="{5343F0AC-A2DC-2745-86C7-D2A3F0AE86DA}" dt="2022-12-07T02:04:19.725" v="1590" actId="1076"/>
          <ac:picMkLst>
            <pc:docMk/>
            <pc:sldMk cId="3819516693" sldId="1788"/>
            <ac:picMk id="5" creationId="{BE66CEF0-D25D-DF5D-5879-2772DA836240}"/>
          </ac:picMkLst>
        </pc:picChg>
        <pc:picChg chg="del mod topLvl modCrop">
          <ac:chgData name="Zheng Fei" userId="d19317889db4c986" providerId="LiveId" clId="{5343F0AC-A2DC-2745-86C7-D2A3F0AE86DA}" dt="2022-12-07T02:04:09.433" v="1587" actId="478"/>
          <ac:picMkLst>
            <pc:docMk/>
            <pc:sldMk cId="3819516693" sldId="1788"/>
            <ac:picMk id="6" creationId="{8D10DFE7-583B-498F-973A-95E5BB5E5D04}"/>
          </ac:picMkLst>
        </pc:picChg>
      </pc:sldChg>
      <pc:sldChg chg="del">
        <pc:chgData name="Zheng Fei" userId="d19317889db4c986" providerId="LiveId" clId="{5343F0AC-A2DC-2745-86C7-D2A3F0AE86DA}" dt="2022-12-07T02:21:02.784" v="1919" actId="2696"/>
        <pc:sldMkLst>
          <pc:docMk/>
          <pc:sldMk cId="2872038362" sldId="1789"/>
        </pc:sldMkLst>
      </pc:sldChg>
      <pc:sldChg chg="modSp add mod modTransition modAnim">
        <pc:chgData name="Zheng Fei" userId="d19317889db4c986" providerId="LiveId" clId="{5343F0AC-A2DC-2745-86C7-D2A3F0AE86DA}" dt="2022-12-07T02:23:18.900" v="1945"/>
        <pc:sldMkLst>
          <pc:docMk/>
          <pc:sldMk cId="793142634" sldId="1790"/>
        </pc:sldMkLst>
        <pc:spChg chg="mod">
          <ac:chgData name="Zheng Fei" userId="d19317889db4c986" providerId="LiveId" clId="{5343F0AC-A2DC-2745-86C7-D2A3F0AE86DA}" dt="2022-12-07T02:11:22.233" v="1778" actId="1076"/>
          <ac:spMkLst>
            <pc:docMk/>
            <pc:sldMk cId="793142634" sldId="1790"/>
            <ac:spMk id="4" creationId="{CA5291B3-E6D8-180C-FFD8-DD47F1E4EF87}"/>
          </ac:spMkLst>
        </pc:spChg>
        <pc:spChg chg="mod">
          <ac:chgData name="Zheng Fei" userId="d19317889db4c986" providerId="LiveId" clId="{5343F0AC-A2DC-2745-86C7-D2A3F0AE86DA}" dt="2022-12-07T02:11:22.233" v="1778" actId="1076"/>
          <ac:spMkLst>
            <pc:docMk/>
            <pc:sldMk cId="793142634" sldId="1790"/>
            <ac:spMk id="5" creationId="{5AF8F516-F90B-C6F8-43D5-8F46AB4D807B}"/>
          </ac:spMkLst>
        </pc:spChg>
        <pc:spChg chg="mod">
          <ac:chgData name="Zheng Fei" userId="d19317889db4c986" providerId="LiveId" clId="{5343F0AC-A2DC-2745-86C7-D2A3F0AE86DA}" dt="2022-12-07T02:11:22.233" v="1778" actId="1076"/>
          <ac:spMkLst>
            <pc:docMk/>
            <pc:sldMk cId="793142634" sldId="1790"/>
            <ac:spMk id="7" creationId="{0FCE6F5C-F60F-23F8-8663-8EECD100B5FD}"/>
          </ac:spMkLst>
        </pc:spChg>
        <pc:spChg chg="mod">
          <ac:chgData name="Zheng Fei" userId="d19317889db4c986" providerId="LiveId" clId="{5343F0AC-A2DC-2745-86C7-D2A3F0AE86DA}" dt="2022-12-07T02:11:31.668" v="1780"/>
          <ac:spMkLst>
            <pc:docMk/>
            <pc:sldMk cId="793142634" sldId="1790"/>
            <ac:spMk id="9" creationId="{CB653D0E-476D-F94D-9C46-065DCCE260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04E6C-E239-463E-8626-EC908DC62E1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A9078-2765-408F-9FA9-F17D486240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6F274BC0-EC83-4C66-980B-BAA069991F91}" type="datetimeFigureOut">
              <a:rPr lang="zh-CN" altLang="en-US" smtClean="0"/>
              <a:pPr/>
              <a:t>2023/02/23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2E3A7F71-220F-49F8-AA6B-B30E0F824F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1pPr>
    <a:lvl2pPr marL="6096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2pPr>
    <a:lvl3pPr marL="12192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3pPr>
    <a:lvl4pPr marL="18288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4pPr>
    <a:lvl5pPr marL="24384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8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12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81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63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649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0593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7690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06314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01769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00566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6070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94745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4944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5061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2819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2023/02/23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153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5446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7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61" r:id="rId13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KaiT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3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image" Target="../media/image3.tmp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image" Target="../media/image3.tmp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image" Target="../media/image3.tmp"/><Relationship Id="rId2" Type="http://schemas.openxmlformats.org/officeDocument/2006/relationships/tags" Target="../tags/tag43.xml"/><Relationship Id="rId16" Type="http://schemas.openxmlformats.org/officeDocument/2006/relationships/image" Target="../media/image4.png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tags" Target="../tags/tag430.xml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image" Target="../media/image3.tmp"/><Relationship Id="rId2" Type="http://schemas.openxmlformats.org/officeDocument/2006/relationships/tags" Target="../tags/tag56.xml"/><Relationship Id="rId16" Type="http://schemas.openxmlformats.org/officeDocument/2006/relationships/image" Target="../media/image5.png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560.xml"/><Relationship Id="rId10" Type="http://schemas.openxmlformats.org/officeDocument/2006/relationships/tags" Target="../tags/tag64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9.png"/><Relationship Id="rId3" Type="http://schemas.openxmlformats.org/officeDocument/2006/relationships/tags" Target="../tags/tag70.xml"/><Relationship Id="rId21" Type="http://schemas.openxmlformats.org/officeDocument/2006/relationships/tags" Target="../tags/tag71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tags" Target="../tags/tag730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image" Target="../media/image6.png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24" Type="http://schemas.openxmlformats.org/officeDocument/2006/relationships/image" Target="../media/image8.png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tags" Target="../tags/tag720.xml"/><Relationship Id="rId10" Type="http://schemas.openxmlformats.org/officeDocument/2006/relationships/tags" Target="../tags/tag77.xml"/><Relationship Id="rId19" Type="http://schemas.openxmlformats.org/officeDocument/2006/relationships/tags" Target="../tags/tag700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image" Target="../media/image7.png"/><Relationship Id="rId27" Type="http://schemas.openxmlformats.org/officeDocument/2006/relationships/image" Target="../media/image3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1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0BEB5-8CB6-555E-F66A-159D45420F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FEE483-2FBA-5898-1728-720C131FB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片包含 户外, 风筝, 飞行, 站&#10;&#10;描述已自动生成">
            <a:extLst>
              <a:ext uri="{FF2B5EF4-FFF2-40B4-BE49-F238E27FC236}">
                <a16:creationId xmlns:a16="http://schemas.microsoft.com/office/drawing/2014/main" id="{B7D15D9C-6857-1F30-0217-DAFDDC06E7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48" y="406168"/>
            <a:ext cx="4373828" cy="5904988"/>
          </a:xfrm>
          <a:prstGeom prst="rect">
            <a:avLst/>
          </a:prstGeom>
        </p:spPr>
      </p:pic>
      <p:pic>
        <p:nvPicPr>
          <p:cNvPr id="7" name="图片 6" descr="建筑的摆设布局&#10;&#10;描述已自动生成">
            <a:extLst>
              <a:ext uri="{FF2B5EF4-FFF2-40B4-BE49-F238E27FC236}">
                <a16:creationId xmlns:a16="http://schemas.microsoft.com/office/drawing/2014/main" id="{5DD69F60-FAFD-FFB1-FDE3-85FAA134F9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628" y="0"/>
            <a:ext cx="4286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3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F95BAE-340D-070D-1AE4-92EDF292F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99348"/>
            <a:ext cx="7886700" cy="4351338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b="1" dirty="0">
                <a:solidFill>
                  <a:srgbClr val="011893"/>
                </a:solidFill>
              </a:rPr>
              <a:t>什么是样本空间？</a:t>
            </a:r>
          </a:p>
        </p:txBody>
      </p:sp>
    </p:spTree>
    <p:extLst>
      <p:ext uri="{BB962C8B-B14F-4D97-AF65-F5344CB8AC3E}">
        <p14:creationId xmlns:p14="http://schemas.microsoft.com/office/powerpoint/2010/main" val="7893648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F95BAE-340D-070D-1AE4-92EDF292F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99348"/>
            <a:ext cx="7886700" cy="4351338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b="1" dirty="0">
                <a:solidFill>
                  <a:srgbClr val="011893"/>
                </a:solidFill>
              </a:rPr>
              <a:t>什么随机事件？</a:t>
            </a:r>
          </a:p>
        </p:txBody>
      </p:sp>
    </p:spTree>
    <p:extLst>
      <p:ext uri="{BB962C8B-B14F-4D97-AF65-F5344CB8AC3E}">
        <p14:creationId xmlns:p14="http://schemas.microsoft.com/office/powerpoint/2010/main" val="3991727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A2C4B64-0F62-5501-C3D5-D613A704A0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ctr"/>
            <a:r>
              <a:rPr lang="zh-CN" altLang="en-US" sz="2800" b="1" dirty="0">
                <a:solidFill>
                  <a:srgbClr val="011893"/>
                </a:solidFill>
              </a:rPr>
              <a:t>基本事件之间是互不相容的吗？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98D197-CAF3-F8E8-6DD7-F8E57F4F063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FE2A6D-5DB9-B596-0CD1-F827855A49E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B60882-6393-4B72-F7C1-833C7CC963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不知道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C829189-9C2D-EA62-BC46-6E25F6063034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550EE58-8CA8-787C-18A7-1F8B80F1672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85EC122-D546-2068-7D9E-61EDA642A45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FC3D901-3C13-DFC2-8910-62AC44FB19A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BB3D7B3-84F6-CD48-6AC2-0454AC76B724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4CDFABC4-D3D2-24A7-7C13-2778C96CC83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1FC243B-5E8A-DCC0-DBFB-61E7444D74B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5661ECD-5577-29C8-15B1-A2CE6E72412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11F0E762-A968-1B82-E694-A9CA6679A74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4318EB5-AC53-8038-6D8D-8CDADC0F7D86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71973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367516-417C-9045-6EAF-87957B0182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ctr"/>
            <a:r>
              <a:rPr lang="zh-CN" altLang="en-US" sz="2800" b="1" dirty="0">
                <a:solidFill>
                  <a:srgbClr val="011893"/>
                </a:solidFill>
              </a:rPr>
              <a:t>对立事件是互不相容的吗？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91FB45-42F5-2D68-52B7-93E6E7C59CD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7A9A3A-C2F8-9B81-4F1D-740F173C266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BDCCE9A-4C79-80D4-B9BC-29638AE71855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B071E0-CF80-F587-ACB5-75B3F2B79DE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2B84023-FC82-2B03-8C52-5678B0DB1D2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84611B9-B7D0-8FE7-8690-FAC9703168E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7B82BAC3-4705-C7DB-09D7-09B3571955E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F6924C5-673E-367A-6127-798697A0061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C9F94CC-B880-E956-652D-86BF0DDCF7F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CCD0946D-32BE-E4DA-7D1A-09818162129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5B45672-86B5-083A-9C7E-BAF31DE3FCC7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78024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BCA455-D45C-E1AD-2415-EF2686A059F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srgbClr val="011893"/>
                </a:solidFill>
              </a:rPr>
              <a:t>两个空集是互斥的吗？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3B2B41-9DDA-1AC1-33F1-24B46C444A0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92B11D-A88D-2623-93DD-6C0850EC622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27349EE-F80D-0F54-ADFA-B2853B964DE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9E38F4-9B10-6F42-F255-EA695A9251E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0A838A7-DBF6-BA5E-A0C5-FD129A38A40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F208491-33E9-137B-931F-21D41AB34AC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D3533904-666D-2BD1-149D-5D640043CCB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48856BA-8DF2-E81A-C9E6-9786AF5E139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C24A855-1595-AB57-341A-79CBCD46B3F3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B61EFEC-A985-D4A6-0F6B-6EF66A289948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4E793E5-491E-8DD1-4F86-B9D8746C4AD0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1573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56AE59B-71D0-A441-1B1D-D3AAFAC360C4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𝐵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𝐴𝐵</m:t>
                    </m:r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是正确的吗？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56AE59B-71D0-A441-1B1D-D3AAFAC36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C242D589-3D5E-4F84-209A-6B06B8E5682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DEBB07-2DB2-56E8-CFC3-A3416CB84B9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9EDAE5F-5277-AB0D-2DD9-F1373383384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EBF3FA7-A9F4-1874-4E34-057C0867572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AE4923A-DF51-7B5A-56CA-12241B684E5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465EDF1-2A08-658A-DF34-0F3740ADF230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756263F6-D471-BF49-D8F1-1356B28117A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38989539-CD31-3627-FEF1-6F43B8D5C48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7FBE354-8F51-D337-85B9-C60D20AF4EE1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992E971E-313F-9556-939B-94583101282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13CB270-4654-D69E-E85F-B98BE4681F21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5697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95A5AFB-34DE-3F0B-15EC-6411D4AEB56E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</m:t>
                    </m:r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，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∪(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95A5AFB-34DE-3F0B-15EC-6411D4AEB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16"/>
                <a:stretch>
                  <a:fillRect l="-1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865DA84-E47B-FADC-24EF-D8AECBA5E22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9A77E1-B2C1-9E3E-9690-72172720EC2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095E237-BDB0-B8CC-58FE-B25A6295780D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CE57644-D2EA-5557-35A8-E13B2C9457D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51DD05-8D80-B396-6D50-AC08873A650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75B053-1EE0-6E3F-AD75-A5583C0DC7DB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7798098-812F-B60B-85B5-AC5BB34BF45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556A17A5-2DE3-6170-466C-1E5BB8EAA9A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3827A9A-2C7B-1511-84A1-C8AD6ADA060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2BE8F05-C07C-FBD4-0326-3D805E1D816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FA8F442-90A7-E978-FDE7-2833B5745B5F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67948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E77DCE0-4FCD-CD50-0280-7B637441B69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以下表达式正确的是哪几个？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188B965-1A61-415C-51DA-A218B4EDAE5E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∪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𝐴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∪(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𝐴𝐵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188B965-1A61-415C-51DA-A218B4EDA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A25019-8FD7-67EC-F12A-D46AFDA5B577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∪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𝐴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∪</m:t>
                      </m:r>
                      <m:acc>
                        <m:accPr>
                          <m:chr m:val="̅"/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6A25019-8FD7-67EC-F12A-D46AFDA5B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0CEBECD-91C7-6CCF-9B5D-5BFFEE428CA1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=</m:t>
                      </m:r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𝐴𝐵</m:t>
                      </m:r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∪</m:t>
                      </m:r>
                      <m:acc>
                        <m:accPr>
                          <m:chr m:val="̅"/>
                          <m:ctrlPr>
                            <a:rPr lang="en-US" altLang="zh-CN" sz="26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6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0CEBECD-91C7-6CCF-9B5D-5BFFEE428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2EEFD7D-0BFF-8129-86BD-0AB6BD65DFB8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−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𝐴𝐵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2EEFD7D-0BFF-8129-86BD-0AB6BD65D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A507DF6B-51D6-EA6E-CD4A-93E4C1D9DBB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86056B-8F0F-07DD-D64F-3D09A831737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4A6464-D6F7-1914-05FD-9E64BB6E1CF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4DCEFE-5218-D0F5-929E-CF247CF3A6D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FFA096-E1CF-7984-F88C-6C41C484F74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vert="horz" wrap="square" rtlCol="0" anchor="ctr" anchorCtr="1">
            <a:noAutofit/>
          </a:bodyPr>
          <a:lstStyle/>
          <a:p>
            <a:pPr algn="l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AE8066-6B78-748C-3AB1-313966C4C11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4463915-DA11-0084-7E07-6B7C63D7596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A3E1591-A1D3-257E-CCE9-7A0FA0E7C08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</p:spPr>
          <p:txBody>
            <a:bodyPr wrap="square" rtlCol="0" anchor="ctr">
              <a:spAutoFit/>
            </a:bodyPr>
            <a:lstStyle/>
            <a:p>
              <a:pPr algn="l"/>
              <a:endParaRPr lang="zh-CN" altLang="en-US" sz="2100" dirty="0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99B0D99-56B2-CBB6-6615-DF80A702801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771DDD2F-5CC5-B269-D524-08D303B5577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F517F13-1E4E-91FF-1C55-83179EBDBEB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9271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746978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371265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§3</a:t>
            </a:r>
            <a:endParaRPr lang="zh-CN" altLang="en-US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2329339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230340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§1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038159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30038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§2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4439469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1" y="440514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§4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5115242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5081035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§5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655" y="5804538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568" y="57703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§6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049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527AD1F-097F-4413-B410-C612E42FB89B}"/>
              </a:ext>
            </a:extLst>
          </p:cNvPr>
          <p:cNvSpPr txBox="1"/>
          <p:nvPr/>
        </p:nvSpPr>
        <p:spPr>
          <a:xfrm>
            <a:off x="872449" y="2043165"/>
            <a:ext cx="7821846" cy="121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在相同的条件下，进行了</a:t>
            </a:r>
            <a:r>
              <a:rPr lang="en-US" altLang="zh-CN" sz="2600" b="1" i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次试验，在这</a:t>
            </a:r>
            <a:r>
              <a:rPr lang="en-US" altLang="zh-CN" sz="2600" b="1" i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次试验中，事件 A 发生的次数</a:t>
            </a:r>
            <a:r>
              <a:rPr lang="zh-CN" altLang="en-US" sz="2600" b="1" i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2600" b="1" i="1" baseline="-25000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600" b="1" i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称为事件A发生的频数。</a:t>
            </a:r>
            <a:endParaRPr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01BD7053-2121-11EE-C475-D7B8B4C56465}"/>
              </a:ext>
            </a:extLst>
          </p:cNvPr>
          <p:cNvSpPr/>
          <p:nvPr/>
        </p:nvSpPr>
        <p:spPr bwMode="auto">
          <a:xfrm>
            <a:off x="4016399" y="107984"/>
            <a:ext cx="11112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频率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50B4D455-3CEC-97B5-A47C-57AC24D46961}"/>
              </a:ext>
            </a:extLst>
          </p:cNvPr>
          <p:cNvCxnSpPr/>
          <p:nvPr/>
        </p:nvCxnSpPr>
        <p:spPr>
          <a:xfrm>
            <a:off x="0" y="89596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79B080-2907-3503-F974-6DD33D134868}"/>
                  </a:ext>
                </a:extLst>
              </p:cNvPr>
              <p:cNvSpPr txBox="1"/>
              <p:nvPr/>
            </p:nvSpPr>
            <p:spPr>
              <a:xfrm>
                <a:off x="3599106" y="4378805"/>
                <a:ext cx="1899494" cy="7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8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b="1" i="1" smtClean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8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>
                  <a:solidFill>
                    <a:srgbClr val="011893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79B080-2907-3503-F974-6DD33D134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106" y="4378805"/>
                <a:ext cx="1899494" cy="744050"/>
              </a:xfrm>
              <a:prstGeom prst="rect">
                <a:avLst/>
              </a:prstGeom>
              <a:blipFill>
                <a:blip r:embed="rId2"/>
                <a:stretch>
                  <a:fillRect l="-6000" r="-1333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44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FF2FE6AC-4282-762C-28D8-AB5C5DFD44FA}"/>
              </a:ext>
            </a:extLst>
          </p:cNvPr>
          <p:cNvSpPr/>
          <p:nvPr/>
        </p:nvSpPr>
        <p:spPr bwMode="auto">
          <a:xfrm>
            <a:off x="4016399" y="107984"/>
            <a:ext cx="11112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频率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02FA126-58B3-5786-7F56-CBF5E21C1334}"/>
              </a:ext>
            </a:extLst>
          </p:cNvPr>
          <p:cNvCxnSpPr/>
          <p:nvPr/>
        </p:nvCxnSpPr>
        <p:spPr>
          <a:xfrm>
            <a:off x="0" y="89596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D0082C5-A5C3-A16F-7E8A-28132280E21A}"/>
                  </a:ext>
                </a:extLst>
              </p:cNvPr>
              <p:cNvSpPr txBox="1"/>
              <p:nvPr/>
            </p:nvSpPr>
            <p:spPr>
              <a:xfrm>
                <a:off x="527538" y="2648076"/>
                <a:ext cx="8827938" cy="2420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≤</m:t>
                        </m:r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𝑺</m:t>
                        </m:r>
                      </m:e>
                    </m:d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, ….,</m:t>
                    </m:r>
                    <m:sSub>
                      <m:sSub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是两两互不相容的事件，则</a:t>
                </a:r>
                <a:r>
                  <a:rPr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∪…∪</m:t>
                        </m:r>
                        <m:sSub>
                          <m:sSubPr>
                            <m:ctrlP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altLang="zh-CN" sz="2600" b="1" dirty="0">
                    <a:solidFill>
                      <a:srgbClr val="011893"/>
                    </a:solidFill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+…+</m:t>
                    </m:r>
                    <m:sSub>
                      <m:sSub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D0082C5-A5C3-A16F-7E8A-28132280E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38" y="2648076"/>
                <a:ext cx="8827938" cy="2420663"/>
              </a:xfrm>
              <a:prstGeom prst="rect">
                <a:avLst/>
              </a:prstGeom>
              <a:blipFill>
                <a:blip r:embed="rId2"/>
                <a:stretch>
                  <a:fillRect l="-1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4332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BC94CD-B5F1-4F64-9D85-B285E73F8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5" y="1617687"/>
            <a:ext cx="7785589" cy="4769827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4C1AF680-72FB-40EE-C151-00868E729A5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学论网--www.xuelun.me">
            <a:extLst>
              <a:ext uri="{FF2B5EF4-FFF2-40B4-BE49-F238E27FC236}">
                <a16:creationId xmlns:a16="http://schemas.microsoft.com/office/drawing/2014/main" id="{6F119326-A77F-8AEE-22B0-46E83768285A}"/>
              </a:ext>
            </a:extLst>
          </p:cNvPr>
          <p:cNvSpPr/>
          <p:nvPr/>
        </p:nvSpPr>
        <p:spPr bwMode="auto">
          <a:xfrm>
            <a:off x="4016399" y="143154"/>
            <a:ext cx="11112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频率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87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表格&#10;&#10;描述已自动生成">
            <a:extLst>
              <a:ext uri="{FF2B5EF4-FFF2-40B4-BE49-F238E27FC236}">
                <a16:creationId xmlns:a16="http://schemas.microsoft.com/office/drawing/2014/main" id="{CA28E320-42B2-5941-8D82-78E1986340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1834134"/>
            <a:ext cx="8178799" cy="3189731"/>
          </a:xfrm>
          <a:prstGeom prst="rect">
            <a:avLst/>
          </a:prstGeom>
        </p:spPr>
      </p:pic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C23177CD-D741-8C77-A7EA-AED4B2E815C8}"/>
              </a:ext>
            </a:extLst>
          </p:cNvPr>
          <p:cNvSpPr/>
          <p:nvPr/>
        </p:nvSpPr>
        <p:spPr bwMode="auto">
          <a:xfrm>
            <a:off x="4016399" y="143154"/>
            <a:ext cx="11112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频率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8" name="直线连接符 48">
            <a:extLst>
              <a:ext uri="{FF2B5EF4-FFF2-40B4-BE49-F238E27FC236}">
                <a16:creationId xmlns:a16="http://schemas.microsoft.com/office/drawing/2014/main" id="{4DEA98F6-C91D-F26F-7F91-006C298E47B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9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&#10;&#10;描述已自动生成">
            <a:extLst>
              <a:ext uri="{FF2B5EF4-FFF2-40B4-BE49-F238E27FC236}">
                <a16:creationId xmlns:a16="http://schemas.microsoft.com/office/drawing/2014/main" id="{B01AF45A-9372-4CD2-99D3-F75D4181F22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36" y="2046736"/>
            <a:ext cx="7430728" cy="3019038"/>
          </a:xfrm>
          <a:prstGeom prst="rect">
            <a:avLst/>
          </a:prstGeom>
        </p:spPr>
      </p:pic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FE360DEE-AA55-21E2-0434-6468C57BC111}"/>
              </a:ext>
            </a:extLst>
          </p:cNvPr>
          <p:cNvSpPr/>
          <p:nvPr/>
        </p:nvSpPr>
        <p:spPr bwMode="auto">
          <a:xfrm>
            <a:off x="2858230" y="143154"/>
            <a:ext cx="34275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频率的重要性质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9B5D7265-6550-7A59-CD8F-1311189620B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D7CD40D-C42A-9CC8-EC3E-195309975782}"/>
                  </a:ext>
                </a:extLst>
              </p:cNvPr>
              <p:cNvSpPr txBox="1"/>
              <p:nvPr/>
            </p:nvSpPr>
            <p:spPr>
              <a:xfrm>
                <a:off x="1494651" y="1354164"/>
                <a:ext cx="6154698" cy="1218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随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的增大，渐趋稳定，稳定值为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𝒑</m:t>
                    </m:r>
                  </m:oMath>
                </a14:m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:endParaRPr kumimoji="1" lang="zh-CN" altLang="en-US" sz="2600" b="1" i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D7CD40D-C42A-9CC8-EC3E-195309975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51" y="1354164"/>
                <a:ext cx="6154698" cy="1218539"/>
              </a:xfrm>
              <a:prstGeom prst="rect">
                <a:avLst/>
              </a:prstGeom>
              <a:blipFill>
                <a:blip r:embed="rId3"/>
                <a:stretch>
                  <a:fillRect l="-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D548FF9-08FD-6754-B171-41F59C6C6C31}"/>
                  </a:ext>
                </a:extLst>
              </p:cNvPr>
              <p:cNvSpPr txBox="1"/>
              <p:nvPr/>
            </p:nvSpPr>
            <p:spPr>
              <a:xfrm>
                <a:off x="2279650" y="5102348"/>
                <a:ext cx="4584700" cy="656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𝒑</m:t>
                    </m:r>
                  </m:oMath>
                </a14:m>
                <a:r>
                  <a:rPr lang="zh-CN" altLang="en-US" sz="28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称为概率，记为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)=</m:t>
                    </m:r>
                    <m:r>
                      <a:rPr lang="en-US" altLang="zh-CN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𝒑</m:t>
                    </m:r>
                  </m:oMath>
                </a14:m>
                <a:endParaRPr lang="en-US" altLang="zh-CN" sz="2800" b="1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D548FF9-08FD-6754-B171-41F59C6C6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50" y="5102348"/>
                <a:ext cx="4584700" cy="656846"/>
              </a:xfrm>
              <a:prstGeom prst="rect">
                <a:avLst/>
              </a:prstGeom>
              <a:blipFill>
                <a:blip r:embed="rId4"/>
                <a:stretch>
                  <a:fillRect l="-829" b="-22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80CEB2A-8284-4835-F36C-32E95EDA9824}"/>
              </a:ext>
            </a:extLst>
          </p:cNvPr>
          <p:cNvSpPr txBox="1"/>
          <p:nvPr/>
        </p:nvSpPr>
        <p:spPr>
          <a:xfrm>
            <a:off x="612774" y="6164598"/>
            <a:ext cx="82010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为概率提供了经验上的直观解释，但其不是概率的本质。</a:t>
            </a:r>
            <a:endParaRPr kumimoji="1"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899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541CF1-7FA2-4D47-BC1E-00785DEAD599}"/>
              </a:ext>
            </a:extLst>
          </p:cNvPr>
          <p:cNvSpPr txBox="1"/>
          <p:nvPr/>
        </p:nvSpPr>
        <p:spPr>
          <a:xfrm>
            <a:off x="565878" y="1693826"/>
            <a:ext cx="80122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kumimoji="1"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  <a:p>
            <a:pPr algn="just"/>
            <a:r>
              <a:rPr kumimoji="1" lang="zh-CN" altLang="en-US" sz="2600" b="1" dirty="0">
                <a:solidFill>
                  <a:srgbClr val="C00000"/>
                </a:solidFill>
                <a:ea typeface="KaiTi" panose="02010609060101010101" pitchFamily="49" charset="-122"/>
              </a:rPr>
              <a:t>一个事件的概率是由事件本身特征所决定的客观存在</a:t>
            </a:r>
            <a:r>
              <a:rPr kumimoji="1"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，频率的稳定值是概率的外在的必然表现，当进行大量试验时，频率会接近稳定值。</a:t>
            </a:r>
            <a:endParaRPr kumimoji="1"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  <a:p>
            <a:pPr algn="just"/>
            <a:endParaRPr kumimoji="1"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  <a:p>
            <a:pPr algn="just"/>
            <a:r>
              <a:rPr kumimoji="1"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因而，</a:t>
            </a:r>
            <a:r>
              <a:rPr kumimoji="1" lang="zh-CN" altLang="en-US" sz="2600" b="1" dirty="0">
                <a:solidFill>
                  <a:srgbClr val="C00000"/>
                </a:solidFill>
                <a:ea typeface="KaiTi" panose="02010609060101010101" pitchFamily="49" charset="-122"/>
              </a:rPr>
              <a:t>频率可以作为概率的一个估计</a:t>
            </a:r>
            <a:r>
              <a:rPr kumimoji="1"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。</a:t>
            </a:r>
            <a:endParaRPr kumimoji="1"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  <a:p>
            <a:pPr algn="just"/>
            <a:endParaRPr kumimoji="1"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  <a:p>
            <a:pPr algn="just"/>
            <a:r>
              <a:rPr kumimoji="1"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就好比是测量概率的尺子，随着试验次数的增加，测量的精度会越来越高。</a:t>
            </a:r>
          </a:p>
        </p:txBody>
      </p: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33AAC36C-066E-3C7F-C27A-D13B5C1F23CB}"/>
              </a:ext>
            </a:extLst>
          </p:cNvPr>
          <p:cNvSpPr/>
          <p:nvPr/>
        </p:nvSpPr>
        <p:spPr bwMode="auto">
          <a:xfrm>
            <a:off x="2858230" y="143154"/>
            <a:ext cx="34275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概率的频率解释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DFE27C24-5158-703E-6CB9-7D2E4824260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98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088399E9-B039-1521-3566-EED9C8A90839}"/>
              </a:ext>
            </a:extLst>
          </p:cNvPr>
          <p:cNvSpPr/>
          <p:nvPr/>
        </p:nvSpPr>
        <p:spPr bwMode="auto">
          <a:xfrm>
            <a:off x="2219433" y="143154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随机现象的统计规律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734135B-E922-900F-3F17-9B68334E682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EB3E553-E41D-6C97-974C-8831D9A5EDC1}"/>
              </a:ext>
            </a:extLst>
          </p:cNvPr>
          <p:cNvSpPr/>
          <p:nvPr/>
        </p:nvSpPr>
        <p:spPr>
          <a:xfrm>
            <a:off x="2332440" y="2540563"/>
            <a:ext cx="71526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-US" altLang="zh-CN" sz="9600" b="1" cap="none" spc="0" dirty="0">
                <a:ln w="0"/>
                <a:solidFill>
                  <a:srgbClr val="01189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rPr>
              <a:t>1</a:t>
            </a:r>
            <a:endParaRPr lang="zh-CN" altLang="en-US" sz="9600" b="1" cap="none" spc="0" dirty="0">
              <a:ln w="0"/>
              <a:solidFill>
                <a:srgbClr val="01189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86D98F-A3C4-2856-9AF3-75EA9A670C8A}"/>
              </a:ext>
            </a:extLst>
          </p:cNvPr>
          <p:cNvSpPr/>
          <p:nvPr/>
        </p:nvSpPr>
        <p:spPr>
          <a:xfrm>
            <a:off x="6075149" y="2540563"/>
            <a:ext cx="88036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-US" altLang="zh-CN" sz="9600" b="1" cap="none" spc="0" dirty="0">
                <a:ln w="0"/>
                <a:solidFill>
                  <a:srgbClr val="01189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rPr>
              <a:t>n</a:t>
            </a:r>
            <a:endParaRPr lang="zh-CN" altLang="en-US" sz="9600" b="1" cap="none" spc="0" dirty="0">
              <a:ln w="0"/>
              <a:solidFill>
                <a:srgbClr val="01189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63B0F5-5090-2DCF-6AD2-EDAF01C58245}"/>
              </a:ext>
            </a:extLst>
          </p:cNvPr>
          <p:cNvSpPr txBox="1"/>
          <p:nvPr/>
        </p:nvSpPr>
        <p:spPr>
          <a:xfrm flipH="1">
            <a:off x="870484" y="4958897"/>
            <a:ext cx="7994936" cy="52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随机现象在大量重复出现时所表现出的量的规律性</a:t>
            </a:r>
            <a:endParaRPr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400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FF9180CB-92AA-7A5C-96E7-56AA159ADA9B}"/>
              </a:ext>
            </a:extLst>
          </p:cNvPr>
          <p:cNvSpPr/>
          <p:nvPr/>
        </p:nvSpPr>
        <p:spPr bwMode="auto">
          <a:xfrm>
            <a:off x="1700060" y="143154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从频率的性质看概率的性质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AF3FB6FE-7210-8517-D0B0-806ADB2FD9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C641CE4-A225-8AFA-D851-8A397299C0A7}"/>
                  </a:ext>
                </a:extLst>
              </p:cNvPr>
              <p:cNvSpPr txBox="1"/>
              <p:nvPr/>
            </p:nvSpPr>
            <p:spPr>
              <a:xfrm>
                <a:off x="421905" y="1453971"/>
                <a:ext cx="8582395" cy="4821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是随机试验，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是它的样本空间。对于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的每一个事件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赋予一个实数，记为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，称为事件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的概率，如果集合函数</a:t>
                </a:r>
                <a14:m>
                  <m:oMath xmlns:m="http://schemas.openxmlformats.org/officeDocument/2006/math">
                    <m:r>
                      <a:rPr kumimoji="1"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r>
                      <a:rPr kumimoji="1"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(∙)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满足下列条件：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marL="514350" indent="-514350" algn="just">
                  <a:lnSpc>
                    <a:spcPct val="150000"/>
                  </a:lnSpc>
                  <a:buAutoNum type="arabicPeriod"/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非负性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：对于每一个事件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，有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) ≥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kumimoji="1" lang="en-US" altLang="zh-CN" sz="2600" b="1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marL="514350" indent="-514350" algn="just">
                  <a:lnSpc>
                    <a:spcPct val="150000"/>
                  </a:lnSpc>
                  <a:buFontTx/>
                  <a:buAutoNum type="arabicPeriod"/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规范性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：对于必然事件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，有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𝑺</m:t>
                        </m:r>
                      </m:e>
                    </m:d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endParaRPr kumimoji="1" lang="en-US" altLang="zh-CN" sz="2600" b="1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marL="514350" indent="-514350" algn="just">
                  <a:lnSpc>
                    <a:spcPct val="150000"/>
                  </a:lnSpc>
                  <a:buAutoNum type="arabicPeriod"/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可列可加性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,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,…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是两两互不相容的事件，有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kumimoji="1" lang="en-US" altLang="zh-CN" sz="2600" b="1" dirty="0">
                    <a:solidFill>
                      <a:srgbClr val="C00000"/>
                    </a:solidFill>
                    <a:ea typeface="KaiTi" panose="02010609060101010101" pitchFamily="49" charset="-122"/>
                    <a:cs typeface="Arial" panose="020B0604020202020204" pitchFamily="34" charset="0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∪</m:t>
                        </m:r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∪…</m:t>
                        </m:r>
                      </m:e>
                    </m:d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kumimoji="1" lang="en-US" altLang="zh-CN" sz="2600" b="1" dirty="0">
                    <a:solidFill>
                      <a:srgbClr val="C00000"/>
                    </a:solidFill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1" lang="en-US" altLang="zh-CN" sz="2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kumimoji="1" lang="en-US" altLang="zh-CN" sz="2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+…</m:t>
                    </m:r>
                  </m:oMath>
                </a14:m>
                <a:endParaRPr kumimoji="1" lang="zh-CN" altLang="en-US" sz="2600" b="1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C641CE4-A225-8AFA-D851-8A397299C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5" y="1453971"/>
                <a:ext cx="8582395" cy="4821320"/>
              </a:xfrm>
              <a:prstGeom prst="rect">
                <a:avLst/>
              </a:prstGeom>
              <a:blipFill>
                <a:blip r:embed="rId3"/>
                <a:stretch>
                  <a:fillRect l="-1331" r="-13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35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F834736-A12B-431B-B8B7-6AAD046032ED}"/>
              </a:ext>
            </a:extLst>
          </p:cNvPr>
          <p:cNvSpPr txBox="1"/>
          <p:nvPr/>
        </p:nvSpPr>
        <p:spPr>
          <a:xfrm>
            <a:off x="437334" y="1278716"/>
            <a:ext cx="9476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C00000"/>
                </a:solidFill>
                <a:ea typeface="KaiTi" panose="02010609060101010101" pitchFamily="49" charset="-122"/>
              </a:rPr>
              <a:t>性质</a:t>
            </a:r>
            <a:r>
              <a:rPr lang="en-US" altLang="zh-CN" sz="2600" b="1" dirty="0" err="1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i</a:t>
            </a:r>
            <a:endParaRPr lang="zh-CN" altLang="en-US" sz="2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382DBC-DC59-46B2-9783-EB97F1FFA44B}"/>
              </a:ext>
            </a:extLst>
          </p:cNvPr>
          <p:cNvSpPr/>
          <p:nvPr/>
        </p:nvSpPr>
        <p:spPr>
          <a:xfrm>
            <a:off x="4924061" y="1475927"/>
            <a:ext cx="287320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zh-CN" altLang="en-US" sz="2600" dirty="0">
              <a:ea typeface="KaiTi" panose="02010609060101010101" pitchFamily="49" charset="-122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56AD0BF3-F15C-7754-EADE-A230D3225AFA}"/>
              </a:ext>
            </a:extLst>
          </p:cNvPr>
          <p:cNvSpPr/>
          <p:nvPr/>
        </p:nvSpPr>
        <p:spPr bwMode="auto">
          <a:xfrm>
            <a:off x="3321497" y="14315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733F599-0C35-FEB5-6477-86BB551787D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A45AA0E-A7DD-AA47-3129-14989EBE9BCC}"/>
                  </a:ext>
                </a:extLst>
              </p:cNvPr>
              <p:cNvSpPr txBox="1"/>
              <p:nvPr/>
            </p:nvSpPr>
            <p:spPr>
              <a:xfrm>
                <a:off x="1695607" y="1314344"/>
                <a:ext cx="1431738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A45AA0E-A7DD-AA47-3129-14989EBE9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607" y="1314344"/>
                <a:ext cx="1431738" cy="400110"/>
              </a:xfrm>
              <a:prstGeom prst="rect">
                <a:avLst/>
              </a:prstGeom>
              <a:blipFill>
                <a:blip r:embed="rId2"/>
                <a:stretch>
                  <a:fillRect l="-4386" r="-4386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D2EF027-066A-DA2D-ECA5-F43D0F1073FC}"/>
                  </a:ext>
                </a:extLst>
              </p:cNvPr>
              <p:cNvSpPr txBox="1"/>
              <p:nvPr/>
            </p:nvSpPr>
            <p:spPr>
              <a:xfrm>
                <a:off x="1681644" y="2297716"/>
                <a:ext cx="434824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 </m:t>
                    </m:r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则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D2EF027-066A-DA2D-ECA5-F43D0F107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644" y="2297716"/>
                <a:ext cx="4348242" cy="492443"/>
              </a:xfrm>
              <a:prstGeom prst="rect">
                <a:avLst/>
              </a:prstGeom>
              <a:blipFill>
                <a:blip r:embed="rId3"/>
                <a:stretch>
                  <a:fillRect l="-2624" t="-12500" r="-1749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2418ABF-CF61-8EC1-FC90-1949E4A7000F}"/>
                  </a:ext>
                </a:extLst>
              </p:cNvPr>
              <p:cNvSpPr txBox="1"/>
              <p:nvPr/>
            </p:nvSpPr>
            <p:spPr>
              <a:xfrm>
                <a:off x="5682019" y="2063075"/>
                <a:ext cx="2039440" cy="8439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kumimoji="1" lang="zh-CN" altLang="en-US" sz="20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zh-CN" sz="20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0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0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0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kumimoji="1" lang="zh-CN" altLang="en-US" sz="20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2418ABF-CF61-8EC1-FC90-1949E4A70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019" y="2063075"/>
                <a:ext cx="2039440" cy="843949"/>
              </a:xfrm>
              <a:prstGeom prst="rect">
                <a:avLst/>
              </a:prstGeom>
              <a:blipFill>
                <a:blip r:embed="rId4"/>
                <a:stretch>
                  <a:fillRect l="-27778" t="-122388" b="-1865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D5297E4-9998-0534-88AD-660CB3440DDB}"/>
                  </a:ext>
                </a:extLst>
              </p:cNvPr>
              <p:cNvSpPr txBox="1"/>
              <p:nvPr/>
            </p:nvSpPr>
            <p:spPr>
              <a:xfrm>
                <a:off x="1702044" y="3206140"/>
                <a:ext cx="5284696" cy="530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且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∅,  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</m:oMath>
                </a14:m>
                <a:endParaRPr kumimoji="1" lang="zh-CN" altLang="en-US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D5297E4-9998-0534-88AD-660CB3440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44" y="3206140"/>
                <a:ext cx="5284696" cy="530338"/>
              </a:xfrm>
              <a:prstGeom prst="rect">
                <a:avLst/>
              </a:prstGeom>
              <a:blipFill>
                <a:blip r:embed="rId5"/>
                <a:stretch>
                  <a:fillRect l="-1914" t="-13953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7EBE69-559B-CF05-B823-762076BD23B8}"/>
                  </a:ext>
                </a:extLst>
              </p:cNvPr>
              <p:cNvSpPr txBox="1"/>
              <p:nvPr/>
            </p:nvSpPr>
            <p:spPr>
              <a:xfrm>
                <a:off x="1684346" y="4035594"/>
                <a:ext cx="7207623" cy="1743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由概率的可列可加性，得</a:t>
                </a:r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l"/>
                <a:endParaRPr kumimoji="1" lang="en-US" altLang="zh-CN" sz="10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kumimoji="1" lang="zh-CN" altLang="en-US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(∅)</m:t>
                          </m:r>
                        </m:e>
                      </m:nary>
                    </m:oMath>
                  </m:oMathPara>
                </a14:m>
                <a:endParaRPr kumimoji="1" lang="zh-CN" altLang="en-US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7EBE69-559B-CF05-B823-762076BD2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346" y="4035594"/>
                <a:ext cx="7207623" cy="1743426"/>
              </a:xfrm>
              <a:prstGeom prst="rect">
                <a:avLst/>
              </a:prstGeom>
              <a:blipFill>
                <a:blip r:embed="rId6"/>
                <a:stretch>
                  <a:fillRect l="-1406" t="-42446" b="-110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0CD6CB0-CD3C-5AA2-6163-8285560ED528}"/>
                  </a:ext>
                </a:extLst>
              </p:cNvPr>
              <p:cNvSpPr txBox="1"/>
              <p:nvPr/>
            </p:nvSpPr>
            <p:spPr>
              <a:xfrm>
                <a:off x="1719744" y="6057618"/>
                <a:ext cx="7603176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由概率的非负性，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(∅) ≥</m:t>
                    </m:r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，故由上式知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0CD6CB0-CD3C-5AA2-6163-8285560ED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744" y="6057618"/>
                <a:ext cx="7603176" cy="492443"/>
              </a:xfrm>
              <a:prstGeom prst="rect">
                <a:avLst/>
              </a:prstGeom>
              <a:blipFill>
                <a:blip r:embed="rId7"/>
                <a:stretch>
                  <a:fillRect l="-1503" t="-15385" b="-2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70F63488-CE51-E08E-E4CC-D1A9819284D9}"/>
              </a:ext>
            </a:extLst>
          </p:cNvPr>
          <p:cNvSpPr txBox="1"/>
          <p:nvPr/>
        </p:nvSpPr>
        <p:spPr>
          <a:xfrm>
            <a:off x="685801" y="2285016"/>
            <a:ext cx="6471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证：</a:t>
            </a:r>
            <a:endParaRPr lang="zh-CN" altLang="en-US" sz="2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5665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1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1B37094-6540-4A69-A097-D9928D82D393}"/>
                  </a:ext>
                </a:extLst>
              </p:cNvPr>
              <p:cNvSpPr txBox="1"/>
              <p:nvPr/>
            </p:nvSpPr>
            <p:spPr>
              <a:xfrm>
                <a:off x="157960" y="1072788"/>
                <a:ext cx="8828080" cy="1813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性质</a:t>
                </a:r>
                <a:r>
                  <a:rPr lang="en-US" altLang="zh-CN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ii</a:t>
                </a:r>
                <a:r>
                  <a:rPr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 有限可加性</a:t>
                </a:r>
                <a:r>
                  <a:rPr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  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1"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是两两互不相容的事件，则有</a:t>
                </a:r>
                <a:r>
                  <a:rPr kumimoji="1"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∪</m:t>
                        </m:r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∪…</m:t>
                        </m:r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kumimoji="1"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1" lang="en-US" altLang="zh-CN" sz="2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kumimoji="1" lang="en-US" altLang="zh-CN" sz="2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+…+</m:t>
                    </m:r>
                    <m:r>
                      <a:rPr kumimoji="1" lang="en-US" altLang="zh-CN" sz="2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endParaRPr kumimoji="1" lang="zh-CN" altLang="en-US" sz="2600" b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1B37094-6540-4A69-A097-D9928D82D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60" y="1072788"/>
                <a:ext cx="8828080" cy="1813702"/>
              </a:xfrm>
              <a:prstGeom prst="rect">
                <a:avLst/>
              </a:prstGeom>
              <a:blipFill>
                <a:blip r:embed="rId2"/>
                <a:stretch>
                  <a:fillRect l="-1293" r="-1293" b="-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56AD0BF3-F15C-7754-EADE-A230D3225AFA}"/>
              </a:ext>
            </a:extLst>
          </p:cNvPr>
          <p:cNvSpPr/>
          <p:nvPr/>
        </p:nvSpPr>
        <p:spPr bwMode="auto">
          <a:xfrm>
            <a:off x="3321497" y="14315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733F599-0C35-FEB5-6477-86BB551787D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BC3A542-EC36-2123-5045-3926D9CBBE07}"/>
                  </a:ext>
                </a:extLst>
              </p:cNvPr>
              <p:cNvSpPr txBox="1"/>
              <p:nvPr/>
            </p:nvSpPr>
            <p:spPr>
              <a:xfrm>
                <a:off x="684860" y="3082531"/>
                <a:ext cx="8750665" cy="694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…=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∅,  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</m:oMath>
                </a14:m>
                <a:endParaRPr kumimoji="1" lang="zh-CN" altLang="en-US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BC3A542-EC36-2123-5045-3926D9CBB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60" y="3082531"/>
                <a:ext cx="8750665" cy="694614"/>
              </a:xfrm>
              <a:prstGeom prst="rect">
                <a:avLst/>
              </a:prstGeom>
              <a:blipFill>
                <a:blip r:embed="rId3"/>
                <a:stretch>
                  <a:fillRect l="-1158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A5D5425-1E1D-DD34-F025-FCB936A49D0E}"/>
                  </a:ext>
                </a:extLst>
              </p:cNvPr>
              <p:cNvSpPr txBox="1"/>
              <p:nvPr/>
            </p:nvSpPr>
            <p:spPr>
              <a:xfrm>
                <a:off x="157960" y="4043060"/>
                <a:ext cx="9641010" cy="2543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由概率的可列可加性，得</a:t>
                </a:r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algn="l"/>
                <a:endParaRPr kumimoji="1" lang="en-US" altLang="zh-CN" sz="10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5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25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kumimoji="1" lang="en-US" altLang="zh-CN" sz="25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∪…</m:t>
                          </m:r>
                          <m:sSub>
                            <m:sSubPr>
                              <m:ctrlP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5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5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kumimoji="1" lang="zh-CN" altLang="en-US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sz="2500" b="1" i="1" smtClean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25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5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2500" b="1" i="1" smtClean="0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kumimoji="1" lang="en-US" altLang="zh-CN" sz="25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500" b="1" i="1" smtClean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kumimoji="1" lang="en-US" altLang="zh-CN" sz="25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5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25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5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kumimoji="1" lang="en-US" altLang="zh-CN" sz="25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US" altLang="zh-CN" sz="25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5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5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25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5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nary>
                    </m:oMath>
                  </m:oMathPara>
                </a14:m>
                <a:endParaRPr kumimoji="1" lang="en-US" altLang="zh-CN" sz="25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r>
                  <a:rPr kumimoji="1" lang="en-US" altLang="zh-CN" sz="25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                   </a:t>
                </a:r>
              </a:p>
              <a:p>
                <a:r>
                  <a:rPr kumimoji="1" lang="zh-CN" altLang="en-US" sz="25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               </a:t>
                </a:r>
                <a:r>
                  <a:rPr kumimoji="1" lang="en-US" altLang="zh-CN" sz="25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5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kumimoji="1" lang="en-US" altLang="zh-CN" sz="25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5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5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1" lang="en-US" altLang="zh-CN" sz="25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kumimoji="1" lang="en-US" altLang="zh-CN" sz="25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5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kumimoji="1" lang="en-US" altLang="zh-CN" sz="2500" b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+…+</m:t>
                    </m:r>
                    <m:r>
                      <a:rPr kumimoji="1" lang="en-US" altLang="zh-CN" sz="25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5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500" b="1" i="1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endParaRPr kumimoji="1" lang="zh-CN" altLang="en-US" sz="25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A5D5425-1E1D-DD34-F025-FCB936A49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60" y="4043060"/>
                <a:ext cx="9641010" cy="2543645"/>
              </a:xfrm>
              <a:prstGeom prst="rect">
                <a:avLst/>
              </a:prstGeom>
              <a:blipFill>
                <a:blip r:embed="rId4"/>
                <a:stretch>
                  <a:fillRect l="-1184" t="-27363" b="-40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6E0E423-B658-29F4-A1A9-C6F0C3CFE0F7}"/>
              </a:ext>
            </a:extLst>
          </p:cNvPr>
          <p:cNvSpPr txBox="1"/>
          <p:nvPr/>
        </p:nvSpPr>
        <p:spPr>
          <a:xfrm>
            <a:off x="157960" y="3202465"/>
            <a:ext cx="7127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证：</a:t>
            </a:r>
            <a:endParaRPr lang="zh-CN" altLang="en-US" sz="2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1401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56AD0BF3-F15C-7754-EADE-A230D3225AFA}"/>
              </a:ext>
            </a:extLst>
          </p:cNvPr>
          <p:cNvSpPr/>
          <p:nvPr/>
        </p:nvSpPr>
        <p:spPr bwMode="auto">
          <a:xfrm>
            <a:off x="3321497" y="14315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733F599-0C35-FEB5-6477-86BB551787D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EEA7A7-69E1-D720-9E0C-647306109CA8}"/>
                  </a:ext>
                </a:extLst>
              </p:cNvPr>
              <p:cNvSpPr txBox="1"/>
              <p:nvPr/>
            </p:nvSpPr>
            <p:spPr>
              <a:xfrm>
                <a:off x="315920" y="1263254"/>
                <a:ext cx="8828080" cy="1684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性质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iii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 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en-US" altLang="zh-CN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kumimoji="1" lang="en-US" altLang="zh-CN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kumimoji="1" lang="zh-CN" altLang="en-US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是两个事件，若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,</a:t>
                </a:r>
                <a:r>
                  <a:rPr kumimoji="1" lang="zh-CN" altLang="en-US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则有       </a:t>
                </a:r>
                <a:endParaRPr kumimoji="1" lang="en-US" altLang="zh-CN" sz="2400" b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    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d>
                      <m:dPr>
                        <m:ctrlPr>
                          <a:rPr lang="en-US" altLang="zh-C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  <m:r>
                          <a:rPr lang="zh-CN" altLang="en-US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−</m:t>
                        </m:r>
                        <m:r>
                          <a:rPr lang="en-US" altLang="zh-CN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d>
                    <m:r>
                      <a:rPr lang="zh-CN" altLang="en-US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− </m:t>
                    </m:r>
                    <m:r>
                      <a:rPr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endParaRPr lang="en-US" altLang="zh-CN" sz="2400" b="1" i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24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</m:oMath>
                </a14:m>
                <a:endParaRPr kumimoji="1" lang="en-US" altLang="zh-CN" sz="2400" b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EEA7A7-69E1-D720-9E0C-647306109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20" y="1263254"/>
                <a:ext cx="8828080" cy="1684244"/>
              </a:xfrm>
              <a:prstGeom prst="rect">
                <a:avLst/>
              </a:prstGeom>
              <a:blipFill>
                <a:blip r:embed="rId2"/>
                <a:stretch>
                  <a:fillRect l="-10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4B22F6F-09D2-0DBE-ADCE-C80C80E4A9CB}"/>
                  </a:ext>
                </a:extLst>
              </p:cNvPr>
              <p:cNvSpPr txBox="1"/>
              <p:nvPr/>
            </p:nvSpPr>
            <p:spPr>
              <a:xfrm>
                <a:off x="1391124" y="3000555"/>
                <a:ext cx="6319359" cy="573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4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知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∪(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:r>
                  <a:rPr kumimoji="1" lang="zh-CN" altLang="en-US" sz="24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)=∅</m:t>
                    </m:r>
                  </m:oMath>
                </a14:m>
                <a:endParaRPr kumimoji="1" lang="zh-CN" altLang="en-US" sz="24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4B22F6F-09D2-0DBE-ADCE-C80C80E4A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124" y="3000555"/>
                <a:ext cx="6319359" cy="573298"/>
              </a:xfrm>
              <a:prstGeom prst="rect">
                <a:avLst/>
              </a:prstGeom>
              <a:blipFill>
                <a:blip r:embed="rId3"/>
                <a:stretch>
                  <a:fillRect l="-1603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7B5BB23-FCEB-FCF2-1B4E-17F0F398BD91}"/>
              </a:ext>
            </a:extLst>
          </p:cNvPr>
          <p:cNvSpPr txBox="1"/>
          <p:nvPr/>
        </p:nvSpPr>
        <p:spPr>
          <a:xfrm>
            <a:off x="574891" y="3106546"/>
            <a:ext cx="510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证：</a:t>
            </a:r>
            <a:endParaRPr lang="zh-CN" altLang="en-US" sz="2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8E9A592-419E-C19D-8FC8-967A56F01C44}"/>
                  </a:ext>
                </a:extLst>
              </p:cNvPr>
              <p:cNvSpPr txBox="1"/>
              <p:nvPr/>
            </p:nvSpPr>
            <p:spPr>
              <a:xfrm>
                <a:off x="1391124" y="3719653"/>
                <a:ext cx="6281913" cy="1271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再由概率的有限可加性，得</a:t>
                </a:r>
                <a:endParaRPr kumimoji="1" lang="en-US" altLang="zh-CN" sz="24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en-US" altLang="zh-CN" sz="24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d>
                            <m:dPr>
                              <m:ctrlPr>
                                <a:rPr kumimoji="1" lang="en-US" altLang="zh-CN" sz="24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kumimoji="1" lang="en-US" altLang="zh-CN" sz="24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4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8E9A592-419E-C19D-8FC8-967A56F01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124" y="3719653"/>
                <a:ext cx="6281913" cy="1271630"/>
              </a:xfrm>
              <a:prstGeom prst="rect">
                <a:avLst/>
              </a:prstGeom>
              <a:blipFill>
                <a:blip r:embed="rId4"/>
                <a:stretch>
                  <a:fillRect l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0BFCF23-272E-622D-051C-07606D63DAAC}"/>
                  </a:ext>
                </a:extLst>
              </p:cNvPr>
              <p:cNvSpPr txBox="1"/>
              <p:nvPr/>
            </p:nvSpPr>
            <p:spPr>
              <a:xfrm>
                <a:off x="1417730" y="5487182"/>
                <a:ext cx="80310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又由概率的非负性，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r>
                      <a:rPr kumimoji="1" lang="en-US" altLang="zh-CN" sz="24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CN" sz="24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  <m:r>
                      <a:rPr kumimoji="1" lang="en-US" altLang="zh-CN" sz="24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−</m:t>
                    </m:r>
                    <m:r>
                      <a:rPr kumimoji="1" lang="en-US" altLang="zh-CN" sz="24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en-US" altLang="zh-CN" sz="24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) ≥</m:t>
                    </m:r>
                    <m:r>
                      <a:rPr kumimoji="1" lang="en-US" altLang="zh-CN" sz="24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kumimoji="1" lang="zh-CN" altLang="en-US" sz="24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，知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sz="24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1" lang="en-US" altLang="zh-CN" sz="24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</m:oMath>
                </a14:m>
                <a:endParaRPr kumimoji="1" lang="en-US" altLang="zh-CN" sz="24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0BFCF23-272E-622D-051C-07606D63D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730" y="5487182"/>
                <a:ext cx="8031070" cy="461665"/>
              </a:xfrm>
              <a:prstGeom prst="rect">
                <a:avLst/>
              </a:prstGeom>
              <a:blipFill>
                <a:blip r:embed="rId5"/>
                <a:stretch>
                  <a:fillRect l="-1106" t="-13514" b="-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5810C5D9-C1E0-D05B-4B40-550C5D2939A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09" t="11722" r="3053" b="49016"/>
          <a:stretch/>
        </p:blipFill>
        <p:spPr>
          <a:xfrm>
            <a:off x="6561129" y="1286310"/>
            <a:ext cx="2582871" cy="151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6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FF7BDAA-5FE2-440F-9C70-91B3DA8B4518}"/>
                  </a:ext>
                </a:extLst>
              </p:cNvPr>
              <p:cNvSpPr txBox="1"/>
              <p:nvPr/>
            </p:nvSpPr>
            <p:spPr>
              <a:xfrm>
                <a:off x="1897299" y="4285147"/>
                <a:ext cx="19405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𝐵</m:t>
                      </m:r>
                      <m:r>
                        <a:rPr lang="zh-CN" altLang="en-US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𝐴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 =</m:t>
                      </m:r>
                    </m:oMath>
                  </m:oMathPara>
                </a14:m>
                <a:endParaRPr lang="zh-CN" altLang="en-US" sz="2400" dirty="0"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FF7BDAA-5FE2-440F-9C70-91B3DA8B4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299" y="4285147"/>
                <a:ext cx="1940595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FC588E7B-67FF-4783-95F5-BF23E5B26FAA}"/>
              </a:ext>
            </a:extLst>
          </p:cNvPr>
          <p:cNvSpPr/>
          <p:nvPr/>
        </p:nvSpPr>
        <p:spPr>
          <a:xfrm>
            <a:off x="59680" y="3165988"/>
            <a:ext cx="870857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zh-CN" altLang="en-US" sz="2100" dirty="0">
              <a:ea typeface="KaiTi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975D27-D5A6-4FC6-878A-FD93A4B372BE}"/>
              </a:ext>
            </a:extLst>
          </p:cNvPr>
          <p:cNvSpPr/>
          <p:nvPr/>
        </p:nvSpPr>
        <p:spPr>
          <a:xfrm>
            <a:off x="8006251" y="7161046"/>
            <a:ext cx="870857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l"/>
            <a:endParaRPr lang="zh-CN" altLang="en-US" sz="2100" dirty="0">
              <a:ea typeface="KaiTi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98E3F2E-3E72-4945-9CBF-018C7E736C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89" r="75947"/>
          <a:stretch/>
        </p:blipFill>
        <p:spPr>
          <a:xfrm>
            <a:off x="3210076" y="1828074"/>
            <a:ext cx="2139249" cy="1600926"/>
          </a:xfrm>
          <a:prstGeom prst="rect">
            <a:avLst/>
          </a:prstGeom>
        </p:spPr>
      </p:pic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683C7055-E745-CA6D-BC4F-E25402DC2AB9}"/>
              </a:ext>
            </a:extLst>
          </p:cNvPr>
          <p:cNvSpPr/>
          <p:nvPr/>
        </p:nvSpPr>
        <p:spPr bwMode="auto">
          <a:xfrm>
            <a:off x="3321497" y="14315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概率的性质</a:t>
            </a:r>
          </a:p>
        </p:txBody>
      </p:sp>
      <p:cxnSp>
        <p:nvCxnSpPr>
          <p:cNvPr id="8" name="直线连接符 48">
            <a:extLst>
              <a:ext uri="{FF2B5EF4-FFF2-40B4-BE49-F238E27FC236}">
                <a16:creationId xmlns:a16="http://schemas.microsoft.com/office/drawing/2014/main" id="{8260599B-80DD-D989-7AC5-CD2C6863AA94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3C32533-1FE1-E903-96C0-0CC692CDE584}"/>
                  </a:ext>
                </a:extLst>
              </p:cNvPr>
              <p:cNvSpPr txBox="1"/>
              <p:nvPr/>
            </p:nvSpPr>
            <p:spPr>
              <a:xfrm>
                <a:off x="2661255" y="4285146"/>
                <a:ext cx="458544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𝐵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 −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𝐵𝐴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3C32533-1FE1-E903-96C0-0CC692CDE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255" y="4285146"/>
                <a:ext cx="4585446" cy="461665"/>
              </a:xfrm>
              <a:prstGeom prst="rect">
                <a:avLst/>
              </a:prstGeom>
              <a:blipFill>
                <a:blip r:embed="rId5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592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B653D0E-476D-F94D-9C46-065DCCE26076}"/>
                  </a:ext>
                </a:extLst>
              </p:cNvPr>
              <p:cNvSpPr txBox="1"/>
              <p:nvPr/>
            </p:nvSpPr>
            <p:spPr>
              <a:xfrm>
                <a:off x="1367676" y="1665680"/>
                <a:ext cx="4898329" cy="613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性质</a:t>
                </a:r>
                <a:r>
                  <a:rPr lang="en-US" altLang="zh-CN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iv </a:t>
                </a:r>
                <a:r>
                  <a:rPr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对任意事件，</a:t>
                </a:r>
                <a14:m>
                  <m:oMath xmlns:m="http://schemas.openxmlformats.org/officeDocument/2006/math">
                    <m:r>
                      <a:rPr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)≤</m:t>
                    </m:r>
                    <m:r>
                      <a:rPr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</m:oMath>
                </a14:m>
                <a:endParaRPr lang="zh-CN" altLang="en-US" sz="2600" b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B653D0E-476D-F94D-9C46-065DCCE26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676" y="1665680"/>
                <a:ext cx="4898329" cy="613373"/>
              </a:xfrm>
              <a:prstGeom prst="rect">
                <a:avLst/>
              </a:prstGeom>
              <a:blipFill>
                <a:blip r:embed="rId2"/>
                <a:stretch>
                  <a:fillRect l="-2067" b="-20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B401FABF-C351-1335-6D8E-34B4EB8B2896}"/>
              </a:ext>
            </a:extLst>
          </p:cNvPr>
          <p:cNvSpPr/>
          <p:nvPr/>
        </p:nvSpPr>
        <p:spPr bwMode="auto">
          <a:xfrm>
            <a:off x="3321497" y="14315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9292C4E-9BF8-829A-C070-03628B72458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A5291B3-E6D8-180C-FFD8-DD47F1E4EF87}"/>
                  </a:ext>
                </a:extLst>
              </p:cNvPr>
              <p:cNvSpPr txBox="1"/>
              <p:nvPr/>
            </p:nvSpPr>
            <p:spPr>
              <a:xfrm>
                <a:off x="2788124" y="2722471"/>
                <a:ext cx="3654398" cy="614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因 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𝑺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，由性质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iii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得</a:t>
                </a:r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A5291B3-E6D8-180C-FFD8-DD47F1E4E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124" y="2722471"/>
                <a:ext cx="3654398" cy="614784"/>
              </a:xfrm>
              <a:prstGeom prst="rect">
                <a:avLst/>
              </a:prstGeom>
              <a:blipFill>
                <a:blip r:embed="rId3"/>
                <a:stretch>
                  <a:fillRect l="-2768" r="-2076" b="-24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AF8F516-F90B-C6F8-43D5-8F46AB4D807B}"/>
              </a:ext>
            </a:extLst>
          </p:cNvPr>
          <p:cNvSpPr txBox="1"/>
          <p:nvPr/>
        </p:nvSpPr>
        <p:spPr>
          <a:xfrm>
            <a:off x="1612901" y="2803062"/>
            <a:ext cx="8697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证：</a:t>
            </a:r>
            <a:endParaRPr lang="zh-CN" altLang="en-US" sz="2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FCE6F5C-F60F-23F8-8663-8EECD100B5FD}"/>
                  </a:ext>
                </a:extLst>
              </p:cNvPr>
              <p:cNvSpPr txBox="1"/>
              <p:nvPr/>
            </p:nvSpPr>
            <p:spPr>
              <a:xfrm>
                <a:off x="2322973" y="3875074"/>
                <a:ext cx="4584700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)≤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𝑺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)≤</m:t>
                      </m:r>
                      <m:r>
                        <a:rPr lang="en-US" altLang="zh-CN" sz="2600" b="1" i="1" dirty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zh-CN" altLang="en-US" sz="2600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FCE6F5C-F60F-23F8-8663-8EECD100B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973" y="3875074"/>
                <a:ext cx="4584700" cy="492443"/>
              </a:xfrm>
              <a:prstGeom prst="rect">
                <a:avLst/>
              </a:prstGeom>
              <a:blipFill>
                <a:blip r:embed="rId4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25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B653D0E-476D-F94D-9C46-065DCCE26076}"/>
                  </a:ext>
                </a:extLst>
              </p:cNvPr>
              <p:cNvSpPr txBox="1"/>
              <p:nvPr/>
            </p:nvSpPr>
            <p:spPr>
              <a:xfrm>
                <a:off x="657225" y="1388644"/>
                <a:ext cx="6218369" cy="1292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性质</a:t>
                </a:r>
                <a:r>
                  <a:rPr lang="en-US" altLang="zh-CN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v </a:t>
                </a:r>
                <a:r>
                  <a:rPr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逆事件的概率，对任一事件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，有</a:t>
                </a:r>
                <a:endParaRPr lang="en-US" altLang="zh-CN" sz="2600" b="1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6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600" b="1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B653D0E-476D-F94D-9C46-065DCCE26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" y="1388644"/>
                <a:ext cx="6218369" cy="1292662"/>
              </a:xfrm>
              <a:prstGeom prst="rect">
                <a:avLst/>
              </a:prstGeom>
              <a:blipFill>
                <a:blip r:embed="rId2"/>
                <a:stretch>
                  <a:fillRect l="-1629" b="-1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B401FABF-C351-1335-6D8E-34B4EB8B2896}"/>
              </a:ext>
            </a:extLst>
          </p:cNvPr>
          <p:cNvSpPr/>
          <p:nvPr/>
        </p:nvSpPr>
        <p:spPr bwMode="auto">
          <a:xfrm>
            <a:off x="3321497" y="14315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9292C4E-9BF8-829A-C070-03628B72458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A5291B3-E6D8-180C-FFD8-DD47F1E4EF87}"/>
                  </a:ext>
                </a:extLst>
              </p:cNvPr>
              <p:cNvSpPr txBox="1"/>
              <p:nvPr/>
            </p:nvSpPr>
            <p:spPr>
              <a:xfrm>
                <a:off x="1403109" y="3429000"/>
                <a:ext cx="7740891" cy="614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因 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US" altLang="zh-CN" sz="2600" b="1" i="1" dirty="0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𝑺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，且 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altLang="zh-CN" sz="26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由概率的有限可加性得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A5291B3-E6D8-180C-FFD8-DD47F1E4E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109" y="3429000"/>
                <a:ext cx="7740891" cy="614784"/>
              </a:xfrm>
              <a:prstGeom prst="rect">
                <a:avLst/>
              </a:prstGeom>
              <a:blipFill>
                <a:blip r:embed="rId3"/>
                <a:stretch>
                  <a:fillRect l="-1475" b="-20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AF8F516-F90B-C6F8-43D5-8F46AB4D807B}"/>
              </a:ext>
            </a:extLst>
          </p:cNvPr>
          <p:cNvSpPr txBox="1"/>
          <p:nvPr/>
        </p:nvSpPr>
        <p:spPr>
          <a:xfrm>
            <a:off x="787401" y="3552399"/>
            <a:ext cx="6157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证：</a:t>
            </a:r>
            <a:endParaRPr lang="zh-CN" altLang="en-US" sz="2600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FCE6F5C-F60F-23F8-8663-8EECD100B5FD}"/>
                  </a:ext>
                </a:extLst>
              </p:cNvPr>
              <p:cNvSpPr txBox="1"/>
              <p:nvPr/>
            </p:nvSpPr>
            <p:spPr>
              <a:xfrm>
                <a:off x="657225" y="4644001"/>
                <a:ext cx="7016750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𝑺</m:t>
                          </m:r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  <m:r>
                            <a:rPr lang="en-US" altLang="zh-CN" sz="26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acc>
                            <m:accPr>
                              <m:chr m:val="̅"/>
                              <m:ctrlPr>
                                <a:rPr lang="en-US" altLang="zh-CN" sz="2600" b="1" i="1" dirty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 dirty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+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zh-CN" sz="26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6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</m:e>
                      </m:acc>
                      <m:r>
                        <a:rPr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600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FCE6F5C-F60F-23F8-8663-8EECD100B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" y="4644001"/>
                <a:ext cx="7016750" cy="492443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14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8C61AF5-6D15-4499-AECB-DBD2269F3539}"/>
                  </a:ext>
                </a:extLst>
              </p:cNvPr>
              <p:cNvSpPr txBox="1"/>
              <p:nvPr/>
            </p:nvSpPr>
            <p:spPr>
              <a:xfrm>
                <a:off x="611863" y="1431235"/>
                <a:ext cx="6340197" cy="1133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性质</a:t>
                </a:r>
                <a:r>
                  <a:rPr lang="en-US" altLang="zh-CN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vi  </a:t>
                </a:r>
                <a:r>
                  <a:rPr lang="zh-CN" altLang="en-US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加法公式</a:t>
                </a:r>
                <a:r>
                  <a:rPr lang="en-US" altLang="zh-CN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对于任意两个事件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，有</a:t>
                </a:r>
                <a:endParaRPr lang="en-US" altLang="zh-CN" sz="2400" b="1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𝑨𝑩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lang="zh-CN" altLang="en-US" sz="2400" b="1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8C61AF5-6D15-4499-AECB-DBD2269F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63" y="1431235"/>
                <a:ext cx="6340197" cy="1133965"/>
              </a:xfrm>
              <a:prstGeom prst="rect">
                <a:avLst/>
              </a:prstGeom>
              <a:blipFill>
                <a:blip r:embed="rId2"/>
                <a:stretch>
                  <a:fillRect l="-1600" r="-600" b="-6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B401FABF-C351-1335-6D8E-34B4EB8B2896}"/>
              </a:ext>
            </a:extLst>
          </p:cNvPr>
          <p:cNvSpPr/>
          <p:nvPr/>
        </p:nvSpPr>
        <p:spPr bwMode="auto">
          <a:xfrm>
            <a:off x="3321497" y="14315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概率的性质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9292C4E-9BF8-829A-C070-03628B72458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BE66CEF0-D25D-DF5D-5879-2772DA8362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5" t="5051" r="460" b="41187"/>
          <a:stretch/>
        </p:blipFill>
        <p:spPr>
          <a:xfrm>
            <a:off x="6786959" y="2969340"/>
            <a:ext cx="1979669" cy="18024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A60C8B7-E06D-6684-BD3E-B77303ECFDF9}"/>
                  </a:ext>
                </a:extLst>
              </p:cNvPr>
              <p:cNvSpPr txBox="1"/>
              <p:nvPr/>
            </p:nvSpPr>
            <p:spPr>
              <a:xfrm>
                <a:off x="1589408" y="3022617"/>
                <a:ext cx="6187385" cy="1695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𝑨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∪</m:t>
                      </m:r>
                      <m:r>
                        <a:rPr lang="en-US" altLang="zh-CN" sz="24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zh-CN" sz="24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𝑨</m:t>
                      </m:r>
                      <m:r>
                        <a:rPr kumimoji="1" lang="en-US" altLang="zh-CN" sz="24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</m:oMath>
                  </m:oMathPara>
                </a14:m>
                <a:endParaRPr kumimoji="1" lang="en-US" altLang="zh-CN" sz="2400" b="1" dirty="0">
                  <a:solidFill>
                    <a:srgbClr val="011893"/>
                  </a:solidFill>
                  <a:latin typeface="DengXian" panose="02010600030101010101" pitchFamily="2" charset="-122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𝑨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+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𝑩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−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𝑨𝑩</m:t>
                          </m:r>
                        </m:e>
                      </m:d>
                    </m:oMath>
                  </m:oMathPara>
                </a14:m>
                <a:endParaRPr kumimoji="1" lang="en-US" altLang="zh-CN" sz="2400" b="1" dirty="0">
                  <a:solidFill>
                    <a:srgbClr val="011893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𝑨</m:t>
                        </m:r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𝑨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+</m:t>
                    </m:r>
                  </m:oMath>
                </a14:m>
                <a:r>
                  <a:rPr kumimoji="1" lang="en-US" altLang="zh-CN" sz="2400" b="1" dirty="0">
                    <a:solidFill>
                      <a:srgbClr val="011893"/>
                    </a:solidFill>
                    <a:ea typeface="DengXia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(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𝑨𝑩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)</m:t>
                    </m:r>
                  </m:oMath>
                </a14:m>
                <a:endParaRPr kumimoji="1" lang="zh-CN" altLang="en-US" sz="2400" b="1" dirty="0">
                  <a:solidFill>
                    <a:srgbClr val="011893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A60C8B7-E06D-6684-BD3E-B77303ECF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408" y="3022617"/>
                <a:ext cx="6187385" cy="1695849"/>
              </a:xfrm>
              <a:prstGeom prst="rect">
                <a:avLst/>
              </a:prstGeom>
              <a:blipFill>
                <a:blip r:embed="rId4"/>
                <a:stretch>
                  <a:fillRect l="-205" b="-3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1988BC0C-D10B-B313-CB23-1E5AF0087FC0}"/>
              </a:ext>
            </a:extLst>
          </p:cNvPr>
          <p:cNvSpPr txBox="1"/>
          <p:nvPr/>
        </p:nvSpPr>
        <p:spPr>
          <a:xfrm>
            <a:off x="682882" y="3057196"/>
            <a:ext cx="510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证：</a:t>
            </a:r>
            <a:endParaRPr lang="zh-CN" altLang="en-US" sz="2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219E66-57F5-E7F2-5553-45C03B7E84CA}"/>
                  </a:ext>
                </a:extLst>
              </p:cNvPr>
              <p:cNvSpPr txBox="1"/>
              <p:nvPr/>
            </p:nvSpPr>
            <p:spPr>
              <a:xfrm>
                <a:off x="1589408" y="5018997"/>
                <a:ext cx="6187385" cy="1695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𝑨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∪</m:t>
                      </m:r>
                      <m:r>
                        <a:rPr lang="en-US" altLang="zh-CN" sz="24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1" lang="en-US" altLang="zh-CN" sz="24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𝑨</m:t>
                      </m:r>
                      <m:r>
                        <a:rPr kumimoji="1" lang="en-US" altLang="zh-CN" sz="24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kumimoji="1" lang="en-US" altLang="zh-CN" sz="2400" b="1" dirty="0">
                  <a:solidFill>
                    <a:srgbClr val="011893"/>
                  </a:solidFill>
                  <a:latin typeface="DengXian" panose="02010600030101010101" pitchFamily="2" charset="-122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𝑨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+</m:t>
                      </m:r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𝑩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−</m:t>
                          </m:r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kumimoji="1" lang="en-US" altLang="zh-CN" sz="2400" b="1" dirty="0">
                  <a:solidFill>
                    <a:srgbClr val="011893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𝑨</m:t>
                        </m:r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𝑨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+</m:t>
                    </m:r>
                  </m:oMath>
                </a14:m>
                <a:r>
                  <a:rPr kumimoji="1" lang="en-US" altLang="zh-CN" sz="2400" b="1" dirty="0">
                    <a:solidFill>
                      <a:srgbClr val="011893"/>
                    </a:solidFill>
                    <a:ea typeface="DengXia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𝑷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(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𝑨𝑩</m:t>
                    </m:r>
                    <m:r>
                      <a:rPr kumimoji="1" lang="en-US" altLang="zh-CN" sz="24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)</m:t>
                    </m:r>
                  </m:oMath>
                </a14:m>
                <a:endParaRPr kumimoji="1" lang="zh-CN" altLang="en-US" sz="2400" b="1" dirty="0">
                  <a:solidFill>
                    <a:srgbClr val="011893"/>
                  </a:solidFill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219E66-57F5-E7F2-5553-45C03B7E8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408" y="5018997"/>
                <a:ext cx="6187385" cy="1695849"/>
              </a:xfrm>
              <a:prstGeom prst="rect">
                <a:avLst/>
              </a:prstGeom>
              <a:blipFill>
                <a:blip r:embed="rId5"/>
                <a:stretch>
                  <a:fillRect l="-205" b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51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5D76CF-1F75-4B9E-BC9E-7A6FE01EBA31}"/>
              </a:ext>
            </a:extLst>
          </p:cNvPr>
          <p:cNvSpPr txBox="1"/>
          <p:nvPr/>
        </p:nvSpPr>
        <p:spPr>
          <a:xfrm>
            <a:off x="860460" y="1568014"/>
            <a:ext cx="7878806" cy="4821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设甲、乙两人向同一目标进行射击</a:t>
            </a: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已知</a:t>
            </a:r>
            <a:b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甲击中的概率为</a:t>
            </a: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0.7, </a:t>
            </a: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乙击中目标的概率为</a:t>
            </a: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0.6,</a:t>
            </a:r>
          </a:p>
          <a:p>
            <a:pPr>
              <a:lnSpc>
                <a:spcPct val="150000"/>
              </a:lnSpc>
            </a:pP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两人同时击中目标的概率为</a:t>
            </a: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0.4,</a:t>
            </a:r>
          </a:p>
          <a:p>
            <a:pPr>
              <a:lnSpc>
                <a:spcPct val="150000"/>
              </a:lnSpc>
            </a:pP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/>
            </a:r>
            <a:b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计算</a:t>
            </a: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2600" b="1" i="0" dirty="0">
              <a:solidFill>
                <a:srgbClr val="0118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(1)</a:t>
            </a: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目标不被击中的概率</a:t>
            </a: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;</a:t>
            </a:r>
            <a:b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en-US" altLang="zh-CN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(2)</a:t>
            </a:r>
            <a:r>
              <a:rPr lang="zh-CN" altLang="en-US" sz="26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甲击中目标而乙未击中的概率</a:t>
            </a:r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 </a:t>
            </a:r>
            <a:b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</a:br>
            <a:endParaRPr lang="zh-CN" altLang="en-US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3E847502-3398-FD7C-1356-3EB00235E23A}"/>
              </a:ext>
            </a:extLst>
          </p:cNvPr>
          <p:cNvSpPr/>
          <p:nvPr/>
        </p:nvSpPr>
        <p:spPr bwMode="auto">
          <a:xfrm>
            <a:off x="3581986" y="145051"/>
            <a:ext cx="26212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en-US" altLang="zh-CN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 #1</a:t>
            </a:r>
            <a:endParaRPr kumimoji="1" lang="zh-CN" altLang="en-US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BA6FD42E-4DB6-E295-DEBA-D5643ABD6C0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2125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45E50B-080B-425F-B879-15786F902C6F}"/>
                  </a:ext>
                </a:extLst>
              </p:cNvPr>
              <p:cNvSpPr txBox="1"/>
              <p:nvPr/>
            </p:nvSpPr>
            <p:spPr>
              <a:xfrm>
                <a:off x="671572" y="1178521"/>
                <a:ext cx="8320028" cy="1216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解： 设</a:t>
                </a:r>
                <a:r>
                  <a:rPr lang="en-US" altLang="zh-CN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2600" b="1" i="0" dirty="0">
                    <a:solidFill>
                      <a:srgbClr val="011893"/>
                    </a:solidFill>
                    <a:effectLst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{</a:t>
                </a:r>
                <a:r>
                  <a:rPr lang="zh-CN" altLang="en-US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甲击中目标</a:t>
                </a:r>
                <a:r>
                  <a:rPr lang="en-US" altLang="zh-CN" sz="2600" b="1" i="0" dirty="0">
                    <a:solidFill>
                      <a:srgbClr val="011893"/>
                    </a:solidFill>
                    <a:effectLst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}</a:t>
                </a:r>
                <a:r>
                  <a:rPr lang="zh-CN" altLang="en-US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lang="en-US" altLang="zh-CN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2600" b="1" i="0" dirty="0">
                    <a:solidFill>
                      <a:srgbClr val="011893"/>
                    </a:solidFill>
                    <a:effectLst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{</a:t>
                </a:r>
                <a:r>
                  <a:rPr lang="zh-CN" altLang="en-US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乙击中目标</a:t>
                </a:r>
                <a:r>
                  <a:rPr lang="en-US" altLang="zh-CN" sz="2600" b="1" i="0" dirty="0">
                    <a:solidFill>
                      <a:srgbClr val="011893"/>
                    </a:solidFill>
                    <a:effectLst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}</a:t>
                </a:r>
                <a:r>
                  <a:rPr lang="zh-CN" altLang="en-US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lang="en-US" altLang="zh-CN" sz="2600" b="1" i="0" dirty="0">
                    <a:solidFill>
                      <a:srgbClr val="0118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:r>
                  <a:rPr lang="zh-CN" altLang="en-US" sz="2600" b="1" dirty="0">
                    <a:solidFill>
                      <a:srgbClr val="011893"/>
                    </a:solidFill>
                    <a:ea typeface="KaiTi" panose="02010609060101010101" pitchFamily="49" charset="-122"/>
                  </a:rPr>
                  <a:t> 则</a:t>
                </a:r>
                <a:endParaRPr lang="en-US" altLang="zh-CN" sz="2600" b="1" dirty="0">
                  <a:solidFill>
                    <a:srgbClr val="011893"/>
                  </a:solidFill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600" b="1" dirty="0">
                    <a:solidFill>
                      <a:srgbClr val="011893"/>
                    </a:solidFill>
                    <a:ea typeface="KaiTi" panose="02010609060101010101" pitchFamily="49" charset="-12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600" b="1" i="0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0.7</m:t>
                    </m:r>
                  </m:oMath>
                </a14:m>
                <a:r>
                  <a:rPr lang="zh-CN" altLang="en-US" sz="2600" b="1" dirty="0">
                    <a:solidFill>
                      <a:srgbClr val="011893"/>
                    </a:solidFill>
                    <a:ea typeface="KaiTi" panose="02010609060101010101" pitchFamily="49" charset="-122"/>
                  </a:rPr>
                  <a:t>，</a:t>
                </a:r>
                <a:r>
                  <a:rPr lang="en-US" altLang="zh-CN" sz="2600" b="1" dirty="0">
                    <a:solidFill>
                      <a:srgbClr val="011893"/>
                    </a:solidFill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6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6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.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𝟔</m:t>
                    </m:r>
                  </m:oMath>
                </a14:m>
                <a:r>
                  <a:rPr lang="zh-CN" altLang="en-US" sz="2600" b="1" dirty="0">
                    <a:solidFill>
                      <a:srgbClr val="011893"/>
                    </a:solidFill>
                    <a:ea typeface="KaiTi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𝑨𝑩</m:t>
                    </m:r>
                    <m:r>
                      <a:rPr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.</m:t>
                    </m:r>
                    <m:r>
                      <a:rPr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𝟒</m:t>
                    </m:r>
                  </m:oMath>
                </a14:m>
                <a:endParaRPr lang="en-US" altLang="zh-CN" sz="2600" b="1" dirty="0">
                  <a:solidFill>
                    <a:srgbClr val="0118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45E50B-080B-425F-B879-15786F902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72" y="1178521"/>
                <a:ext cx="8320028" cy="1216743"/>
              </a:xfrm>
              <a:prstGeom prst="rect">
                <a:avLst/>
              </a:prstGeom>
              <a:blipFill>
                <a:blip r:embed="rId3"/>
                <a:stretch>
                  <a:fillRect l="-1220" b="-10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576223F3-2045-4482-8B48-61EB8F24AB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31"/>
          <a:stretch/>
        </p:blipFill>
        <p:spPr>
          <a:xfrm>
            <a:off x="1598672" y="4827901"/>
            <a:ext cx="6802578" cy="616579"/>
          </a:xfrm>
          <a:prstGeom prst="rect">
            <a:avLst/>
          </a:prstGeom>
        </p:spPr>
      </p:pic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DADCFB4A-3BA3-1F2F-312C-4D576BBE346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722EE9D-DA1A-E6C4-0F2B-884A217A3738}"/>
              </a:ext>
            </a:extLst>
          </p:cNvPr>
          <p:cNvSpPr txBox="1"/>
          <p:nvPr/>
        </p:nvSpPr>
        <p:spPr>
          <a:xfrm>
            <a:off x="1573272" y="2837671"/>
            <a:ext cx="3151128" cy="61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11893"/>
                </a:solidFill>
                <a:ea typeface="KaiTi" panose="02010609060101010101" pitchFamily="49" charset="-122"/>
              </a:rPr>
              <a:t>{</a:t>
            </a:r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目标不被击中</a:t>
            </a:r>
            <a:r>
              <a:rPr lang="en-US" altLang="zh-CN" sz="2600" b="1" dirty="0">
                <a:solidFill>
                  <a:srgbClr val="011893"/>
                </a:solidFill>
                <a:ea typeface="KaiTi" panose="02010609060101010101" pitchFamily="49" charset="-122"/>
              </a:rPr>
              <a:t>} =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329E72-971B-6AA2-C089-60CC523C61C1}"/>
              </a:ext>
            </a:extLst>
          </p:cNvPr>
          <p:cNvSpPr txBox="1"/>
          <p:nvPr/>
        </p:nvSpPr>
        <p:spPr>
          <a:xfrm>
            <a:off x="1573272" y="3653860"/>
            <a:ext cx="4065528" cy="61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11893"/>
                </a:solidFill>
                <a:ea typeface="KaiTi" panose="02010609060101010101" pitchFamily="49" charset="-122"/>
              </a:rPr>
              <a:t>{</a:t>
            </a:r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甲击中目标而乙未击中</a:t>
            </a:r>
            <a:r>
              <a:rPr lang="en-US" altLang="zh-CN" sz="2600" b="1" dirty="0">
                <a:solidFill>
                  <a:srgbClr val="011893"/>
                </a:solidFill>
                <a:ea typeface="KaiTi" panose="02010609060101010101" pitchFamily="49" charset="-122"/>
              </a:rPr>
              <a:t>} =</a:t>
            </a:r>
            <a:endParaRPr lang="zh-CN" altLang="en-US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2AF3176-BE8F-7193-7C27-0F89B6AEEB98}"/>
                  </a:ext>
                </a:extLst>
              </p:cNvPr>
              <p:cNvSpPr txBox="1"/>
              <p:nvPr/>
            </p:nvSpPr>
            <p:spPr>
              <a:xfrm>
                <a:off x="4273550" y="3019612"/>
                <a:ext cx="1889941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zh-CN" altLang="en-US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kumimoji="1" lang="zh-CN" altLang="en-US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kumimoji="1" lang="zh-CN" altLang="en-US" sz="2600" b="1" dirty="0">
                  <a:solidFill>
                    <a:srgbClr val="011893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2AF3176-BE8F-7193-7C27-0F89B6AEE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550" y="3019612"/>
                <a:ext cx="1889941" cy="400110"/>
              </a:xfrm>
              <a:prstGeom prst="rect">
                <a:avLst/>
              </a:prstGeom>
              <a:blipFill>
                <a:blip r:embed="rId5"/>
                <a:stretch>
                  <a:fillRect l="-3333" t="-6061" r="-3333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087D754-E8FA-7543-4896-C3A8E737AE4F}"/>
                  </a:ext>
                </a:extLst>
              </p:cNvPr>
              <p:cNvSpPr txBox="1"/>
              <p:nvPr/>
            </p:nvSpPr>
            <p:spPr>
              <a:xfrm>
                <a:off x="5613400" y="3832415"/>
                <a:ext cx="2058256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kumimoji="1" lang="zh-CN" altLang="en-US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𝑨𝑩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011893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087D754-E8FA-7543-4896-C3A8E737A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400" y="3832415"/>
                <a:ext cx="2058256" cy="400110"/>
              </a:xfrm>
              <a:prstGeom prst="rect">
                <a:avLst/>
              </a:prstGeom>
              <a:blipFill>
                <a:blip r:embed="rId6"/>
                <a:stretch>
                  <a:fillRect l="-3086" r="-3086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753748FD-731F-60FB-C5EA-7660E1F112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36"/>
          <a:stretch/>
        </p:blipFill>
        <p:spPr>
          <a:xfrm>
            <a:off x="1598672" y="5679479"/>
            <a:ext cx="6802578" cy="60413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21515CE-DB86-E42B-F2B2-51E243F518C6}"/>
              </a:ext>
            </a:extLst>
          </p:cNvPr>
          <p:cNvSpPr txBox="1"/>
          <p:nvPr/>
        </p:nvSpPr>
        <p:spPr>
          <a:xfrm>
            <a:off x="3148836" y="149831"/>
            <a:ext cx="4582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 #1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175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60567636-0AF9-3846-8A31-51D684AFB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8663"/>
            <a:ext cx="9144000" cy="1240525"/>
          </a:xfrm>
          <a:prstGeom prst="rect">
            <a:avLst/>
          </a:prstGeom>
        </p:spPr>
      </p:pic>
      <p:cxnSp>
        <p:nvCxnSpPr>
          <p:cNvPr id="16" name="直线连接符 48">
            <a:extLst>
              <a:ext uri="{FF2B5EF4-FFF2-40B4-BE49-F238E27FC236}">
                <a16:creationId xmlns:a16="http://schemas.microsoft.com/office/drawing/2014/main" id="{7A0F5E8E-EB3B-DDE4-6CD1-F56208214C4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B86F2BB-E341-E7CF-1C23-5DA24CF59AD7}"/>
              </a:ext>
            </a:extLst>
          </p:cNvPr>
          <p:cNvSpPr txBox="1"/>
          <p:nvPr/>
        </p:nvSpPr>
        <p:spPr>
          <a:xfrm>
            <a:off x="3148836" y="149831"/>
            <a:ext cx="4582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 #2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D0125B3-F0B7-4A1B-8B6F-FDD2B6085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2267"/>
            <a:ext cx="9144000" cy="129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60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276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088399E9-B039-1521-3566-EED9C8A90839}"/>
              </a:ext>
            </a:extLst>
          </p:cNvPr>
          <p:cNvSpPr/>
          <p:nvPr/>
        </p:nvSpPr>
        <p:spPr bwMode="auto">
          <a:xfrm>
            <a:off x="4016399" y="143154"/>
            <a:ext cx="1239442" cy="646331"/>
          </a:xfrm>
          <a:prstGeom prst="rect">
            <a:avLst/>
          </a:prstGeom>
          <a:solidFill>
            <a:srgbClr val="FFFB66"/>
          </a:solidFill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作 业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734135B-E922-900F-3F17-9B68334E682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3563B0F5-5090-2DCF-6AD2-EDAF01C58245}"/>
              </a:ext>
            </a:extLst>
          </p:cNvPr>
          <p:cNvSpPr txBox="1"/>
          <p:nvPr/>
        </p:nvSpPr>
        <p:spPr>
          <a:xfrm flipH="1">
            <a:off x="883931" y="2282932"/>
            <a:ext cx="7994936" cy="52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习题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 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252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仓耳今楷05-6763 W03"/>
        <a:cs typeface=""/>
      </a:majorFont>
      <a:minorFont>
        <a:latin typeface="Times New Roman"/>
        <a:ea typeface="仓耳今楷05-6763 W03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defRPr sz="2100" dirty="0"/>
        </a:defPPr>
      </a:lstStyle>
    </a:spDef>
    <a:txDef>
      <a:spPr>
        <a:noFill/>
      </a:spPr>
      <a:bodyPr wrap="none" rtlCol="0">
        <a:spAutoFit/>
      </a:bodyPr>
      <a:lstStyle>
        <a:defPPr algn="l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1687</TotalTime>
  <Words>1633</Words>
  <Application>Microsoft Office PowerPoint</Application>
  <PresentationFormat>全屏显示(4:3)</PresentationFormat>
  <Paragraphs>175</Paragraphs>
  <Slides>30</Slides>
  <Notes>5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APPLE CHANCERY</vt:lpstr>
      <vt:lpstr>KaiTi</vt:lpstr>
      <vt:lpstr>Microsoft Yahei</vt:lpstr>
      <vt:lpstr>仓耳今楷05-6763 W03</vt:lpstr>
      <vt:lpstr>DengXian</vt:lpstr>
      <vt:lpstr>宋体</vt:lpstr>
      <vt:lpstr>Arial</vt:lpstr>
      <vt:lpstr>Calibri</vt:lpstr>
      <vt:lpstr>Cambria Math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答辩2</dc:title>
  <dc:creator>熊猫哒哒</dc:creator>
  <cp:lastModifiedBy>201</cp:lastModifiedBy>
  <cp:revision>206</cp:revision>
  <dcterms:created xsi:type="dcterms:W3CDTF">2017-03-23T12:42:00Z</dcterms:created>
  <dcterms:modified xsi:type="dcterms:W3CDTF">2023-02-23T07:21:27Z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